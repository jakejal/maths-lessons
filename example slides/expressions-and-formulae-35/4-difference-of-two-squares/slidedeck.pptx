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5143500"/>
  <p:notesSz cx="6858000" cy="9144000"/>
  <p:embeddedFontLst>
    <p:embeddedFont>
      <p:font typeface="Lexend" panose="00000000000000000000"/>
      <p:regular r:id="rId46"/>
    </p:embeddedFont>
    <p:embeddedFont>
      <p:font typeface="Lexend Medium" panose="00000000000000000000"/>
      <p:regular r:id="rId47"/>
    </p:embeddedFont>
    <p:embeddedFont>
      <p:font typeface="Kalam" panose="02000000000000000000"/>
      <p:regular r:id="rId48"/>
    </p:embeddedFont>
    <p:embeddedFont>
      <p:font typeface="Lexend Light" panose="00000000000000000000"/>
      <p:regular r:id="rId49"/>
    </p:embeddedFont>
  </p:embeddedFontLst>
  <p:custDataLst>
    <p:tags r:id="rId4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FA8D8EF-D591-4665-9FDC-C33690B07864}">
  <a:tblStyle styleId="{5FA8D8EF-D591-4665-9FDC-C33690B078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tags" Target="tags/tag1.xml" /><Relationship Id="rId46" Type="http://schemas.openxmlformats.org/officeDocument/2006/relationships/font" Target="fonts/font1.fntdata" /><Relationship Id="rId47" Type="http://schemas.openxmlformats.org/officeDocument/2006/relationships/font" Target="fonts/font2.fntdata" /><Relationship Id="rId48" Type="http://schemas.openxmlformats.org/officeDocument/2006/relationships/font" Target="fonts/font3.fntdata" /><Relationship Id="rId49" Type="http://schemas.openxmlformats.org/officeDocument/2006/relationships/font" Target="fonts/font4.fntdata" /><Relationship Id="rId5" Type="http://schemas.openxmlformats.org/officeDocument/2006/relationships/slide" Target="slides/slide3.xml" /><Relationship Id="rId50" Type="http://schemas.openxmlformats.org/officeDocument/2006/relationships/presProps" Target="presProps.xml" /><Relationship Id="rId51" Type="http://schemas.openxmlformats.org/officeDocument/2006/relationships/viewProps" Target="viewProps.xml" /><Relationship Id="rId52" Type="http://schemas.openxmlformats.org/officeDocument/2006/relationships/theme" Target="theme/theme1.xml" /><Relationship Id="rId53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2b1e72c96d9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1e72c96d9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b1e72c96d9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1e72c96d9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b1e72c96d9_0_7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1e72c96d9_0_7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g2b1e72c96d9_0_7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b1e72c96d9_0_7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4" name="Shape 844"/>
        <p:cNvGrpSpPr/>
        <p:nvPr/>
      </p:nvGrpSpPr>
      <p:grpSpPr>
        <a:xfrm>
          <a:off x="0" y="0"/>
          <a:ext cx="0" cy="0"/>
        </a:xfrm>
      </p:grpSpPr>
      <p:sp>
        <p:nvSpPr>
          <p:cNvPr id="845" name="Google Shape;845;g2b1e72c96d9_0_8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b1e72c96d9_0_8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1" name="Shape 931"/>
        <p:cNvGrpSpPr/>
        <p:nvPr/>
      </p:nvGrpSpPr>
      <p:grpSpPr>
        <a:xfrm>
          <a:off x="0" y="0"/>
          <a:ext cx="0" cy="0"/>
        </a:xfrm>
      </p:grpSpPr>
      <p:sp>
        <p:nvSpPr>
          <p:cNvPr id="932" name="Google Shape;932;g2b1e72c96d9_0_9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b1e72c96d9_0_9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8" name="Shape 948"/>
        <p:cNvGrpSpPr/>
        <p:nvPr/>
      </p:nvGrpSpPr>
      <p:grpSpPr>
        <a:xfrm>
          <a:off x="0" y="0"/>
          <a:ext cx="0" cy="0"/>
        </a:xfrm>
      </p:grpSpPr>
      <p:sp>
        <p:nvSpPr>
          <p:cNvPr id="949" name="Google Shape;949;g2b1e72c96d9_0_10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b1e72c96d9_0_10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0" name="Shape 980"/>
        <p:cNvGrpSpPr/>
        <p:nvPr/>
      </p:nvGrpSpPr>
      <p:grpSpPr>
        <a:xfrm>
          <a:off x="0" y="0"/>
          <a:ext cx="0" cy="0"/>
        </a:xfrm>
      </p:grpSpPr>
      <p:sp>
        <p:nvSpPr>
          <p:cNvPr id="981" name="Google Shape;981;g2b1e72c96d9_0_10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b1e72c96d9_0_10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9" name="Shape 1019"/>
        <p:cNvGrpSpPr/>
        <p:nvPr/>
      </p:nvGrpSpPr>
      <p:grpSpPr>
        <a:xfrm>
          <a:off x="0" y="0"/>
          <a:ext cx="0" cy="0"/>
        </a:xfrm>
      </p:grpSpPr>
      <p:sp>
        <p:nvSpPr>
          <p:cNvPr id="1020" name="Google Shape;1020;g2b1e72c96d9_0_1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b1e72c96d9_0_1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sp>
        <p:nvSpPr>
          <p:cNvPr id="1051" name="Google Shape;1051;g2b1e72c96d9_0_11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b1e72c96d9_0_11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0" name="Shape 1140"/>
        <p:cNvGrpSpPr/>
        <p:nvPr/>
      </p:nvGrpSpPr>
      <p:grpSpPr>
        <a:xfrm>
          <a:off x="0" y="0"/>
          <a:ext cx="0" cy="0"/>
        </a:xfrm>
      </p:grpSpPr>
      <p:sp>
        <p:nvSpPr>
          <p:cNvPr id="1141" name="Google Shape;1141;g2b1e72c96d9_0_14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b1e72c96d9_0_14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g2b1e72c96d9_0_15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b1e72c96d9_0_15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6" name="Shape 1256"/>
        <p:cNvGrpSpPr/>
        <p:nvPr/>
      </p:nvGrpSpPr>
      <p:grpSpPr>
        <a:xfrm>
          <a:off x="0" y="0"/>
          <a:ext cx="0" cy="0"/>
        </a:xfrm>
      </p:grpSpPr>
      <p:sp>
        <p:nvSpPr>
          <p:cNvPr id="1257" name="Google Shape;1257;g2b1e72c96d9_0_16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b1e72c96d9_0_16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2" name="Shape 1322"/>
        <p:cNvGrpSpPr/>
        <p:nvPr/>
      </p:nvGrpSpPr>
      <p:grpSpPr>
        <a:xfrm>
          <a:off x="0" y="0"/>
          <a:ext cx="0" cy="0"/>
        </a:xfrm>
      </p:grpSpPr>
      <p:sp>
        <p:nvSpPr>
          <p:cNvPr id="1323" name="Google Shape;1323;g2b1e72c96d9_0_16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b1e72c96d9_0_16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8" name="Shape 1338"/>
        <p:cNvGrpSpPr/>
        <p:nvPr/>
      </p:nvGrpSpPr>
      <p:grpSpPr>
        <a:xfrm>
          <a:off x="0" y="0"/>
          <a:ext cx="0" cy="0"/>
        </a:xfrm>
      </p:grpSpPr>
      <p:sp>
        <p:nvSpPr>
          <p:cNvPr id="1339" name="Google Shape;1339;g2b1e72c96d9_0_17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b1e72c96d9_0_17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5" name="Shape 1345"/>
        <p:cNvGrpSpPr/>
        <p:nvPr/>
      </p:nvGrpSpPr>
      <p:grpSpPr>
        <a:xfrm>
          <a:off x="0" y="0"/>
          <a:ext cx="0" cy="0"/>
        </a:xfrm>
      </p:grpSpPr>
      <p:sp>
        <p:nvSpPr>
          <p:cNvPr id="1346" name="Google Shape;1346;g2b1e72c96d9_0_25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b1e72c96d9_0_25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23" name="Shape 1423"/>
        <p:cNvGrpSpPr/>
        <p:nvPr/>
      </p:nvGrpSpPr>
      <p:grpSpPr>
        <a:xfrm>
          <a:off x="0" y="0"/>
          <a:ext cx="0" cy="0"/>
        </a:xfrm>
      </p:grpSpPr>
      <p:sp>
        <p:nvSpPr>
          <p:cNvPr id="1424" name="Google Shape;1424;g2b1e72c96d9_0_26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2b1e72c96d9_0_26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4" name="Shape 1444"/>
        <p:cNvGrpSpPr/>
        <p:nvPr/>
      </p:nvGrpSpPr>
      <p:grpSpPr>
        <a:xfrm>
          <a:off x="0" y="0"/>
          <a:ext cx="0" cy="0"/>
        </a:xfrm>
      </p:grpSpPr>
      <p:sp>
        <p:nvSpPr>
          <p:cNvPr id="1445" name="Google Shape;1445;g2b1e72c96d9_0_26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b1e72c96d9_0_26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1" name="Shape 1451"/>
        <p:cNvGrpSpPr/>
        <p:nvPr/>
      </p:nvGrpSpPr>
      <p:grpSpPr>
        <a:xfrm>
          <a:off x="0" y="0"/>
          <a:ext cx="0" cy="0"/>
        </a:xfrm>
      </p:grpSpPr>
      <p:sp>
        <p:nvSpPr>
          <p:cNvPr id="1452" name="Google Shape;1452;g2b1e72c96d9_0_10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b1e72c96d9_0_10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9" name="Shape 1459"/>
        <p:cNvGrpSpPr/>
        <p:nvPr/>
      </p:nvGrpSpPr>
      <p:grpSpPr>
        <a:xfrm>
          <a:off x="0" y="0"/>
          <a:ext cx="0" cy="0"/>
        </a:xfrm>
      </p:grpSpPr>
      <p:sp>
        <p:nvSpPr>
          <p:cNvPr id="1460" name="Google Shape;1460;g2b1e72c96d9_0_9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b1e72c96d9_0_9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9" name="Shape 1499"/>
        <p:cNvGrpSpPr/>
        <p:nvPr/>
      </p:nvGrpSpPr>
      <p:grpSpPr>
        <a:xfrm>
          <a:off x="0" y="0"/>
          <a:ext cx="0" cy="0"/>
        </a:xfrm>
      </p:grpSpPr>
      <p:sp>
        <p:nvSpPr>
          <p:cNvPr id="1500" name="Google Shape;1500;g2b1e72c96d9_0_18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b1e72c96d9_0_18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8" name="Shape 1508"/>
        <p:cNvGrpSpPr/>
        <p:nvPr/>
      </p:nvGrpSpPr>
      <p:grpSpPr>
        <a:xfrm>
          <a:off x="0" y="0"/>
          <a:ext cx="0" cy="0"/>
        </a:xfrm>
      </p:grpSpPr>
      <p:sp>
        <p:nvSpPr>
          <p:cNvPr id="1509" name="Google Shape;1509;g2b1e72c96d9_0_18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b1e72c96d9_0_18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6" name="Shape 1576"/>
        <p:cNvGrpSpPr/>
        <p:nvPr/>
      </p:nvGrpSpPr>
      <p:grpSpPr>
        <a:xfrm>
          <a:off x="0" y="0"/>
          <a:ext cx="0" cy="0"/>
        </a:xfrm>
      </p:grpSpPr>
      <p:sp>
        <p:nvSpPr>
          <p:cNvPr id="1577" name="Google Shape;1577;g2b1e72c96d9_0_19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b1e72c96d9_0_19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4" name="Shape 1624"/>
        <p:cNvGrpSpPr/>
        <p:nvPr/>
      </p:nvGrpSpPr>
      <p:grpSpPr>
        <a:xfrm>
          <a:off x="0" y="0"/>
          <a:ext cx="0" cy="0"/>
        </a:xfrm>
      </p:grpSpPr>
      <p:sp>
        <p:nvSpPr>
          <p:cNvPr id="1625" name="Google Shape;1625;g2b1e72c96d9_0_21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2b1e72c96d9_0_21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6" name="Shape 1676"/>
        <p:cNvGrpSpPr/>
        <p:nvPr/>
      </p:nvGrpSpPr>
      <p:grpSpPr>
        <a:xfrm>
          <a:off x="0" y="0"/>
          <a:ext cx="0" cy="0"/>
        </a:xfrm>
      </p:grpSpPr>
      <p:sp>
        <p:nvSpPr>
          <p:cNvPr id="1677" name="Google Shape;1677;g2b1e72c96d9_0_22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b1e72c96d9_0_22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8" name="Shape 1728"/>
        <p:cNvGrpSpPr/>
        <p:nvPr/>
      </p:nvGrpSpPr>
      <p:grpSpPr>
        <a:xfrm>
          <a:off x="0" y="0"/>
          <a:ext cx="0" cy="0"/>
        </a:xfrm>
      </p:grpSpPr>
      <p:sp>
        <p:nvSpPr>
          <p:cNvPr id="1729" name="Google Shape;1729;g2b1e72c96d9_0_24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b1e72c96d9_0_24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2" name="Shape 1742"/>
        <p:cNvGrpSpPr/>
        <p:nvPr/>
      </p:nvGrpSpPr>
      <p:grpSpPr>
        <a:xfrm>
          <a:off x="0" y="0"/>
          <a:ext cx="0" cy="0"/>
        </a:xfrm>
      </p:grpSpPr>
      <p:sp>
        <p:nvSpPr>
          <p:cNvPr id="1743" name="Google Shape;1743;g2b1e72c96d9_0_22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2b1e72c96d9_0_22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9" name="Shape 1759"/>
        <p:cNvGrpSpPr/>
        <p:nvPr/>
      </p:nvGrpSpPr>
      <p:grpSpPr>
        <a:xfrm>
          <a:off x="0" y="0"/>
          <a:ext cx="0" cy="0"/>
        </a:xfrm>
      </p:grpSpPr>
      <p:sp>
        <p:nvSpPr>
          <p:cNvPr id="1760" name="Google Shape;1760;g2b1e72c96d9_0_23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b1e72c96d9_0_23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8" name="Shape 1778"/>
        <p:cNvGrpSpPr/>
        <p:nvPr/>
      </p:nvGrpSpPr>
      <p:grpSpPr>
        <a:xfrm>
          <a:off x="0" y="0"/>
          <a:ext cx="0" cy="0"/>
        </a:xfrm>
      </p:grpSpPr>
      <p:sp>
        <p:nvSpPr>
          <p:cNvPr id="1779" name="Google Shape;1779;g2b1e72c96d9_0_23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2b1e72c96d9_0_23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3" name="Shape 1823"/>
        <p:cNvGrpSpPr/>
        <p:nvPr/>
      </p:nvGrpSpPr>
      <p:grpSpPr>
        <a:xfrm>
          <a:off x="0" y="0"/>
          <a:ext cx="0" cy="0"/>
        </a:xfrm>
      </p:grpSpPr>
      <p:sp>
        <p:nvSpPr>
          <p:cNvPr id="1824" name="Google Shape;1824;g2b249b0876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2b249b0876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8" name="Shape 1868"/>
        <p:cNvGrpSpPr/>
        <p:nvPr/>
      </p:nvGrpSpPr>
      <p:grpSpPr>
        <a:xfrm>
          <a:off x="0" y="0"/>
          <a:ext cx="0" cy="0"/>
        </a:xfrm>
      </p:grpSpPr>
      <p:sp>
        <p:nvSpPr>
          <p:cNvPr id="1869" name="Google Shape;1869;g2b1e72c96d9_0_24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2b1e72c96d9_0_24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3" name="Shape 1913"/>
        <p:cNvGrpSpPr/>
        <p:nvPr/>
      </p:nvGrpSpPr>
      <p:grpSpPr>
        <a:xfrm>
          <a:off x="0" y="0"/>
          <a:ext cx="0" cy="0"/>
        </a:xfrm>
      </p:grpSpPr>
      <p:sp>
        <p:nvSpPr>
          <p:cNvPr id="1914" name="Google Shape;1914;g2b1ef2257c4_3_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2b1ef2257c4_3_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5" name="Shape 1925"/>
        <p:cNvGrpSpPr/>
        <p:nvPr/>
      </p:nvGrpSpPr>
      <p:grpSpPr>
        <a:xfrm>
          <a:off x="0" y="0"/>
          <a:ext cx="0" cy="0"/>
        </a:xfrm>
      </p:grpSpPr>
      <p:sp>
        <p:nvSpPr>
          <p:cNvPr id="1926" name="Google Shape;1926;g2b1ef2257c4_3_2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7" name="Google Shape;1927;g2b1ef2257c4_3_2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5" name="Shape 1965"/>
        <p:cNvGrpSpPr/>
        <p:nvPr/>
      </p:nvGrpSpPr>
      <p:grpSpPr>
        <a:xfrm>
          <a:off x="0" y="0"/>
          <a:ext cx="0" cy="0"/>
        </a:xfrm>
      </p:grpSpPr>
      <p:sp>
        <p:nvSpPr>
          <p:cNvPr id="1966" name="Google Shape;1966;g2b1ef2257c4_3_3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b1ef2257c4_3_3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6" name="Shape 2006"/>
        <p:cNvGrpSpPr/>
        <p:nvPr/>
      </p:nvGrpSpPr>
      <p:grpSpPr>
        <a:xfrm>
          <a:off x="0" y="0"/>
          <a:ext cx="0" cy="0"/>
        </a:xfrm>
      </p:grpSpPr>
      <p:sp>
        <p:nvSpPr>
          <p:cNvPr id="2007" name="Google Shape;2007;g2b249b0876d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2b249b0876d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4" name="Shape 2024"/>
        <p:cNvGrpSpPr/>
        <p:nvPr/>
      </p:nvGrpSpPr>
      <p:grpSpPr>
        <a:xfrm>
          <a:off x="0" y="0"/>
          <a:ext cx="0" cy="0"/>
        </a:xfrm>
      </p:grpSpPr>
      <p:sp>
        <p:nvSpPr>
          <p:cNvPr id="2025" name="Google Shape;2025;g2b1ef2257c4_3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2b1ef2257c4_3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4" name="Shape 2074"/>
        <p:cNvGrpSpPr/>
        <p:nvPr/>
      </p:nvGrpSpPr>
      <p:grpSpPr>
        <a:xfrm>
          <a:off x="0" y="0"/>
          <a:ext cx="0" cy="0"/>
        </a:xfrm>
      </p:grpSpPr>
      <p:sp>
        <p:nvSpPr>
          <p:cNvPr id="2075" name="Google Shape;2075;g2b1ef2257c4_3_2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2b1ef2257c4_3_2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4" name="Shape 2124"/>
        <p:cNvGrpSpPr/>
        <p:nvPr/>
      </p:nvGrpSpPr>
      <p:grpSpPr>
        <a:xfrm>
          <a:off x="0" y="0"/>
          <a:ext cx="0" cy="0"/>
        </a:xfrm>
      </p:grpSpPr>
      <p:sp>
        <p:nvSpPr>
          <p:cNvPr id="2125" name="Google Shape;2125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0" name="Shape 2130"/>
        <p:cNvGrpSpPr/>
        <p:nvPr/>
      </p:nvGrpSpPr>
      <p:grpSpPr>
        <a:xfrm>
          <a:off x="0" y="0"/>
          <a:ext cx="0" cy="0"/>
        </a:xfrm>
      </p:grpSpPr>
      <p:sp>
        <p:nvSpPr>
          <p:cNvPr id="2131" name="Google Shape;2131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 2">
  <p:cSld name="CUSTOM_3_1_3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6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1.png" /><Relationship Id="rId4" Type="http://schemas.openxmlformats.org/officeDocument/2006/relationships/image" Target="../media/image45.png" /><Relationship Id="rId5" Type="http://schemas.openxmlformats.org/officeDocument/2006/relationships/image" Target="../media/image4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1.png" /><Relationship Id="rId4" Type="http://schemas.openxmlformats.org/officeDocument/2006/relationships/image" Target="../media/image45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45.png" /><Relationship Id="rId4" Type="http://schemas.openxmlformats.org/officeDocument/2006/relationships/image" Target="../media/image4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2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the special case when the product of two binomials is the difference of two squares.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1"/>
          </p:nvPr>
        </p:nvSpPr>
        <p:spPr>
          <a:xfrm>
            <a:off x="324000" y="1080000"/>
            <a:ext cx="8496000" cy="22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solidFill>
                  <a:schemeClr val="dk1"/>
                </a:solidFill>
              </a:rPr>
              <a:t>A binomial is an algebraic expression representing the sum or difference of exactly two unlike terms. 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 u="sng">
                <a:solidFill>
                  <a:schemeClr val="dk1"/>
                </a:solidFill>
              </a:rPr>
              <a:t>Examples</a:t>
            </a:r>
            <a:endParaRPr sz="2000" b="0" u="sng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endParaRPr b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b="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lang="en-GB" b="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b="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b="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0" name="Google Shape;770;p66"/>
          <p:cNvSpPr txBox="1"/>
          <p:nvPr/>
        </p:nvSpPr>
        <p:spPr>
          <a:xfrm>
            <a:off x="324000" y="3774875"/>
            <a:ext cx="8300400" cy="8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partial product refers to any of the multiplication results that lead up to an overall multiplication result.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1761000" y="2405400"/>
            <a:ext cx="1202400" cy="8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2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785" name="Google Shape;785;p68"/>
          <p:cNvSpPr txBox="1"/>
          <p:nvPr>
            <p:ph type="body" idx="1"/>
          </p:nvPr>
        </p:nvSpPr>
        <p:spPr>
          <a:xfrm>
            <a:off x="324000" y="810000"/>
            <a:ext cx="7135200" cy="7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We can use area models to help us find the product of two binomials. E.g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+ 4) 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+ 6)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786" name="Google Shape;786;p68"/>
          <p:cNvGrpSpPr/>
          <p:nvPr/>
        </p:nvGrpSpPr>
        <p:grpSpPr>
          <a:xfrm>
            <a:off x="324000" y="2371963"/>
            <a:ext cx="2814059" cy="1976588"/>
            <a:chOff x="4876550" y="2761488"/>
            <a:chExt cx="2814059" cy="1976588"/>
          </a:xfrm>
        </p:grpSpPr>
        <p:grpSp>
          <p:nvGrpSpPr>
            <p:cNvPr id="787" name="Google Shape;787;p68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788" name="Google Shape;788;p68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89" name="Google Shape;789;p68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90" name="Google Shape;790;p68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91" name="Google Shape;791;p68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792" name="Google Shape;792;p68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793" name="Google Shape;793;p68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4" name="Google Shape;794;p68"/>
            <p:cNvSpPr txBox="1"/>
            <p:nvPr/>
          </p:nvSpPr>
          <p:spPr>
            <a:xfrm>
              <a:off x="5640943" y="2761488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795" name="Google Shape;795;p68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796" name="Google Shape;796;p68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797" name="Google Shape;797;p68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798" name="Google Shape;798;p68"/>
            <p:cNvSpPr txBox="1"/>
            <p:nvPr/>
          </p:nvSpPr>
          <p:spPr>
            <a:xfrm>
              <a:off x="48765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799" name="Google Shape;799;p68"/>
          <p:cNvSpPr/>
          <p:nvPr/>
        </p:nvSpPr>
        <p:spPr>
          <a:xfrm>
            <a:off x="696575" y="2772087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0" name="Google Shape;800;p68"/>
          <p:cNvSpPr/>
          <p:nvPr/>
        </p:nvSpPr>
        <p:spPr>
          <a:xfrm>
            <a:off x="1776450" y="2772938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1" name="Google Shape;801;p68"/>
          <p:cNvSpPr/>
          <p:nvPr/>
        </p:nvSpPr>
        <p:spPr>
          <a:xfrm>
            <a:off x="696577" y="3854463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2" name="Google Shape;802;p68"/>
          <p:cNvSpPr/>
          <p:nvPr/>
        </p:nvSpPr>
        <p:spPr>
          <a:xfrm>
            <a:off x="1776450" y="3854463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24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3" name="Google Shape;803;p68"/>
          <p:cNvSpPr txBox="1"/>
          <p:nvPr>
            <p:ph type="body" idx="1"/>
          </p:nvPr>
        </p:nvSpPr>
        <p:spPr>
          <a:xfrm>
            <a:off x="324000" y="162000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It does not matter which binomial is written on which length of the area model.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4" name="Google Shape;804;p68"/>
          <p:cNvSpPr txBox="1"/>
          <p:nvPr/>
        </p:nvSpPr>
        <p:spPr>
          <a:xfrm>
            <a:off x="3620375" y="2772075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5" name="Google Shape;805;p68"/>
          <p:cNvSpPr txBox="1"/>
          <p:nvPr/>
        </p:nvSpPr>
        <p:spPr>
          <a:xfrm>
            <a:off x="3293400" y="3230125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6" name="Google Shape;806;p68"/>
          <p:cNvSpPr txBox="1"/>
          <p:nvPr>
            <p:ph type="body" idx="1"/>
          </p:nvPr>
        </p:nvSpPr>
        <p:spPr>
          <a:xfrm>
            <a:off x="3369600" y="3688175"/>
            <a:ext cx="5450400" cy="7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Can we write this product in a simpler way?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do you know?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grpSp>
        <p:nvGrpSpPr>
          <p:cNvPr id="812" name="Google Shape;812;p69"/>
          <p:cNvGrpSpPr/>
          <p:nvPr/>
        </p:nvGrpSpPr>
        <p:grpSpPr>
          <a:xfrm>
            <a:off x="324000" y="761863"/>
            <a:ext cx="2814150" cy="1986488"/>
            <a:chOff x="324000" y="761863"/>
            <a:chExt cx="2814150" cy="1986488"/>
          </a:xfrm>
        </p:grpSpPr>
        <p:grpSp>
          <p:nvGrpSpPr>
            <p:cNvPr id="813" name="Google Shape;813;p69"/>
            <p:cNvGrpSpPr/>
            <p:nvPr/>
          </p:nvGrpSpPr>
          <p:grpSpPr>
            <a:xfrm>
              <a:off x="324000" y="761863"/>
              <a:ext cx="2814059" cy="1986488"/>
              <a:chOff x="4876550" y="2751588"/>
              <a:chExt cx="2814059" cy="1986488"/>
            </a:xfrm>
          </p:grpSpPr>
          <p:grpSp>
            <p:nvGrpSpPr>
              <p:cNvPr id="814" name="Google Shape;814;p69"/>
              <p:cNvGrpSpPr/>
              <p:nvPr/>
            </p:nvGrpSpPr>
            <p:grpSpPr>
              <a:xfrm>
                <a:off x="5249125" y="3161612"/>
                <a:ext cx="2441484" cy="1567516"/>
                <a:chOff x="964919" y="2012573"/>
                <a:chExt cx="2022603" cy="1572233"/>
              </a:xfrm>
            </p:grpSpPr>
            <p:sp>
              <p:nvSpPr>
                <p:cNvPr id="815" name="Google Shape;815;p69"/>
                <p:cNvSpPr/>
                <p:nvPr/>
              </p:nvSpPr>
              <p:spPr>
                <a:xfrm>
                  <a:off x="964919" y="2012573"/>
                  <a:ext cx="894600" cy="1083300"/>
                </a:xfrm>
                <a:prstGeom prst="rect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16" name="Google Shape;816;p69"/>
                <p:cNvSpPr/>
                <p:nvPr/>
              </p:nvSpPr>
              <p:spPr>
                <a:xfrm>
                  <a:off x="1859521" y="2013427"/>
                  <a:ext cx="1128000" cy="1084800"/>
                </a:xfrm>
                <a:prstGeom prst="rect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17" name="Google Shape;817;p69"/>
                <p:cNvSpPr/>
                <p:nvPr/>
              </p:nvSpPr>
              <p:spPr>
                <a:xfrm>
                  <a:off x="964921" y="3098206"/>
                  <a:ext cx="894600" cy="486600"/>
                </a:xfrm>
                <a:prstGeom prst="rect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18" name="Google Shape;818;p69"/>
                <p:cNvSpPr/>
                <p:nvPr/>
              </p:nvSpPr>
              <p:spPr>
                <a:xfrm>
                  <a:off x="1859521" y="3098206"/>
                  <a:ext cx="1128000" cy="486600"/>
                </a:xfrm>
                <a:prstGeom prst="rect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819" name="Google Shape;819;p69"/>
              <p:cNvCxnSpPr/>
              <p:nvPr/>
            </p:nvCxnSpPr>
            <p:spPr>
              <a:xfrm flipH="1">
                <a:off x="5129734" y="3177782"/>
                <a:ext cx="0" cy="1036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820" name="Google Shape;820;p69"/>
              <p:cNvSpPr txBox="1"/>
              <p:nvPr/>
            </p:nvSpPr>
            <p:spPr>
              <a:xfrm>
                <a:off x="4920003" y="3544899"/>
                <a:ext cx="274200" cy="21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8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1800"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821" name="Google Shape;821;p69"/>
              <p:cNvSpPr txBox="1"/>
              <p:nvPr/>
            </p:nvSpPr>
            <p:spPr>
              <a:xfrm>
                <a:off x="5758468" y="2751588"/>
                <a:ext cx="1909500" cy="1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8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1800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                 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6</a:t>
                </a:r>
                <a:r>
                  <a:rPr lang="en-GB" sz="1800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cxnSp>
            <p:nvCxnSpPr>
              <p:cNvPr id="822" name="Google Shape;822;p69"/>
              <p:cNvCxnSpPr/>
              <p:nvPr/>
            </p:nvCxnSpPr>
            <p:spPr>
              <a:xfrm>
                <a:off x="5249120" y="3083564"/>
                <a:ext cx="999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23" name="Google Shape;823;p69"/>
              <p:cNvCxnSpPr/>
              <p:nvPr/>
            </p:nvCxnSpPr>
            <p:spPr>
              <a:xfrm>
                <a:off x="6248376" y="3083571"/>
                <a:ext cx="1419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24" name="Google Shape;824;p69"/>
              <p:cNvCxnSpPr/>
              <p:nvPr/>
            </p:nvCxnSpPr>
            <p:spPr>
              <a:xfrm flipH="1">
                <a:off x="5127328" y="4214575"/>
                <a:ext cx="0" cy="523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825" name="Google Shape;825;p69"/>
              <p:cNvSpPr txBox="1"/>
              <p:nvPr/>
            </p:nvSpPr>
            <p:spPr>
              <a:xfrm>
                <a:off x="4876550" y="4364825"/>
                <a:ext cx="274200" cy="21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4</a:t>
                </a:r>
                <a:r>
                  <a:rPr lang="en-GB" sz="1800"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826" name="Google Shape;826;p69"/>
            <p:cNvSpPr/>
            <p:nvPr/>
          </p:nvSpPr>
          <p:spPr>
            <a:xfrm>
              <a:off x="696575" y="1171887"/>
              <a:ext cx="1080000" cy="108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3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3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7" name="Google Shape;827;p69"/>
            <p:cNvSpPr/>
            <p:nvPr/>
          </p:nvSpPr>
          <p:spPr>
            <a:xfrm>
              <a:off x="1776450" y="1172738"/>
              <a:ext cx="1361700" cy="1081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8" name="Google Shape;828;p69"/>
            <p:cNvSpPr/>
            <p:nvPr/>
          </p:nvSpPr>
          <p:spPr>
            <a:xfrm>
              <a:off x="696577" y="2254263"/>
              <a:ext cx="1080000" cy="485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9" name="Google Shape;829;p69"/>
            <p:cNvSpPr/>
            <p:nvPr/>
          </p:nvSpPr>
          <p:spPr>
            <a:xfrm>
              <a:off x="1776450" y="2254263"/>
              <a:ext cx="1361700" cy="485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24</a:t>
              </a:r>
              <a:endParaRPr sz="23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30" name="Google Shape;830;p69"/>
          <p:cNvSpPr txBox="1"/>
          <p:nvPr/>
        </p:nvSpPr>
        <p:spPr>
          <a:xfrm>
            <a:off x="3620375" y="790875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1" name="Google Shape;831;p69"/>
          <p:cNvSpPr txBox="1"/>
          <p:nvPr/>
        </p:nvSpPr>
        <p:spPr>
          <a:xfrm>
            <a:off x="3293400" y="1248925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2" name="Google Shape;832;p69"/>
          <p:cNvSpPr txBox="1"/>
          <p:nvPr>
            <p:ph type="body" idx="1"/>
          </p:nvPr>
        </p:nvSpPr>
        <p:spPr>
          <a:xfrm>
            <a:off x="3369600" y="1669950"/>
            <a:ext cx="5450400" cy="7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like terms in our product so these can be added to give a single term.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3" name="Google Shape;833;p69"/>
          <p:cNvSpPr txBox="1"/>
          <p:nvPr/>
        </p:nvSpPr>
        <p:spPr>
          <a:xfrm>
            <a:off x="3369600" y="24114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4" name="Google Shape;834;p69"/>
          <p:cNvSpPr txBox="1"/>
          <p:nvPr>
            <p:ph type="body" idx="1"/>
          </p:nvPr>
        </p:nvSpPr>
        <p:spPr>
          <a:xfrm>
            <a:off x="324000" y="3780000"/>
            <a:ext cx="8496000" cy="7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Our final expression now has three terms.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35" name="Google Shape;835;p69"/>
          <p:cNvCxnSpPr/>
          <p:nvPr/>
        </p:nvCxnSpPr>
        <p:spPr>
          <a:xfrm flipH="1">
            <a:off x="3374050" y="2743675"/>
            <a:ext cx="243600" cy="315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6" name="Google Shape;836;p69"/>
          <p:cNvSpPr txBox="1"/>
          <p:nvPr>
            <p:ph type="body" idx="1"/>
          </p:nvPr>
        </p:nvSpPr>
        <p:spPr>
          <a:xfrm>
            <a:off x="2556575" y="3160475"/>
            <a:ext cx="8676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term</a:t>
            </a:r>
            <a:r>
              <a:rPr lang="en-GB" sz="1900"/>
              <a:t>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37" name="Google Shape;837;p69"/>
          <p:cNvCxnSpPr/>
          <p:nvPr/>
        </p:nvCxnSpPr>
        <p:spPr>
          <a:xfrm>
            <a:off x="4221375" y="2700000"/>
            <a:ext cx="5100" cy="423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8" name="Google Shape;838;p69"/>
          <p:cNvSpPr txBox="1"/>
          <p:nvPr>
            <p:ph type="body" idx="1"/>
          </p:nvPr>
        </p:nvSpPr>
        <p:spPr>
          <a:xfrm>
            <a:off x="3832800" y="3160475"/>
            <a:ext cx="8676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term</a:t>
            </a:r>
            <a:r>
              <a:rPr lang="en-GB" sz="1900"/>
              <a:t>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39" name="Google Shape;839;p69"/>
          <p:cNvCxnSpPr/>
          <p:nvPr/>
        </p:nvCxnSpPr>
        <p:spPr>
          <a:xfrm>
            <a:off x="4830200" y="2700000"/>
            <a:ext cx="250500" cy="433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0" name="Google Shape;840;p69"/>
          <p:cNvSpPr txBox="1"/>
          <p:nvPr>
            <p:ph type="body" idx="1"/>
          </p:nvPr>
        </p:nvSpPr>
        <p:spPr>
          <a:xfrm>
            <a:off x="5041725" y="3160475"/>
            <a:ext cx="20502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constant term</a:t>
            </a:r>
            <a:r>
              <a:rPr lang="en-GB" sz="1900"/>
              <a:t>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41" name="Google Shape;841;p69"/>
          <p:cNvGrpSpPr/>
          <p:nvPr/>
        </p:nvGrpSpPr>
        <p:grpSpPr>
          <a:xfrm>
            <a:off x="709200" y="1190400"/>
            <a:ext cx="2428475" cy="1541700"/>
            <a:chOff x="412834" y="1663200"/>
            <a:chExt cx="2428475" cy="1541700"/>
          </a:xfrm>
        </p:grpSpPr>
        <p:sp>
          <p:nvSpPr>
            <p:cNvPr id="842" name="Google Shape;842;p69"/>
            <p:cNvSpPr/>
            <p:nvPr/>
          </p:nvSpPr>
          <p:spPr>
            <a:xfrm rot="5400000">
              <a:off x="1642509" y="1509000"/>
              <a:ext cx="1044600" cy="13530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69"/>
            <p:cNvSpPr/>
            <p:nvPr/>
          </p:nvSpPr>
          <p:spPr>
            <a:xfrm>
              <a:off x="412834" y="2707800"/>
              <a:ext cx="1070700" cy="4971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7" name="Shape 847"/>
        <p:cNvGrpSpPr/>
        <p:nvPr/>
      </p:nvGrpSpPr>
      <p:grpSpPr>
        <a:xfrm>
          <a:off x="0" y="0"/>
          <a:ext cx="0" cy="0"/>
        </a:xfrm>
      </p:grpSpPr>
      <p:sp>
        <p:nvSpPr>
          <p:cNvPr id="848" name="Google Shape;84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cxnSp>
        <p:nvCxnSpPr>
          <p:cNvPr id="849" name="Google Shape;849;p70"/>
          <p:cNvCxnSpPr/>
          <p:nvPr/>
        </p:nvCxnSpPr>
        <p:spPr>
          <a:xfrm flipH="1">
            <a:off x="4756675" y="810000"/>
            <a:ext cx="0" cy="3997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0" name="Google Shape;850;p70"/>
          <p:cNvCxnSpPr/>
          <p:nvPr/>
        </p:nvCxnSpPr>
        <p:spPr>
          <a:xfrm>
            <a:off x="338250" y="3080375"/>
            <a:ext cx="8467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1" name="Google Shape;851;p70"/>
          <p:cNvGrpSpPr/>
          <p:nvPr/>
        </p:nvGrpSpPr>
        <p:grpSpPr>
          <a:xfrm>
            <a:off x="323991" y="613500"/>
            <a:ext cx="2145157" cy="1637791"/>
            <a:chOff x="4876550" y="2589589"/>
            <a:chExt cx="2814059" cy="2148486"/>
          </a:xfrm>
        </p:grpSpPr>
        <p:grpSp>
          <p:nvGrpSpPr>
            <p:cNvPr id="852" name="Google Shape;852;p70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853" name="Google Shape;853;p70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54" name="Google Shape;854;p70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55" name="Google Shape;855;p70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56" name="Google Shape;856;p70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57" name="Google Shape;857;p70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58" name="Google Shape;858;p70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9" name="Google Shape;859;p70"/>
            <p:cNvSpPr txBox="1"/>
            <p:nvPr/>
          </p:nvSpPr>
          <p:spPr>
            <a:xfrm>
              <a:off x="5734243" y="2589589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860" name="Google Shape;860;p70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61" name="Google Shape;861;p70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62" name="Google Shape;862;p70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63" name="Google Shape;863;p70"/>
            <p:cNvSpPr txBox="1"/>
            <p:nvPr/>
          </p:nvSpPr>
          <p:spPr>
            <a:xfrm>
              <a:off x="48765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64" name="Google Shape;864;p70"/>
          <p:cNvSpPr/>
          <p:nvPr/>
        </p:nvSpPr>
        <p:spPr>
          <a:xfrm>
            <a:off x="608337" y="1049722"/>
            <a:ext cx="823500" cy="823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1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5" name="Google Shape;865;p70"/>
          <p:cNvSpPr/>
          <p:nvPr/>
        </p:nvSpPr>
        <p:spPr>
          <a:xfrm>
            <a:off x="1431594" y="1050370"/>
            <a:ext cx="1038000" cy="824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6" name="Google Shape;866;p70"/>
          <p:cNvSpPr/>
          <p:nvPr/>
        </p:nvSpPr>
        <p:spPr>
          <a:xfrm>
            <a:off x="608339" y="1874875"/>
            <a:ext cx="823500" cy="36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7" name="Google Shape;867;p70"/>
          <p:cNvSpPr/>
          <p:nvPr/>
        </p:nvSpPr>
        <p:spPr>
          <a:xfrm>
            <a:off x="1431594" y="1874875"/>
            <a:ext cx="1038000" cy="36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8" name="Google Shape;868;p70"/>
          <p:cNvSpPr txBox="1"/>
          <p:nvPr>
            <p:ph type="body" idx="1"/>
          </p:nvPr>
        </p:nvSpPr>
        <p:spPr>
          <a:xfrm>
            <a:off x="322375" y="2397275"/>
            <a:ext cx="4470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many terms do these expressions have when expanded and simplified?</a:t>
            </a:r>
            <a:endParaRPr sz="1800"/>
          </a:p>
        </p:txBody>
      </p:sp>
      <p:sp>
        <p:nvSpPr>
          <p:cNvPr id="869" name="Google Shape;869;p70"/>
          <p:cNvSpPr txBox="1"/>
          <p:nvPr/>
        </p:nvSpPr>
        <p:spPr>
          <a:xfrm>
            <a:off x="2868200" y="11479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2541225" y="160595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71" name="Google Shape;871;p70"/>
          <p:cNvGrpSpPr/>
          <p:nvPr/>
        </p:nvGrpSpPr>
        <p:grpSpPr>
          <a:xfrm>
            <a:off x="4895991" y="613500"/>
            <a:ext cx="2145157" cy="1637791"/>
            <a:chOff x="4876550" y="2589589"/>
            <a:chExt cx="2814059" cy="2148486"/>
          </a:xfrm>
        </p:grpSpPr>
        <p:grpSp>
          <p:nvGrpSpPr>
            <p:cNvPr id="872" name="Google Shape;872;p70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873" name="Google Shape;873;p70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4" name="Google Shape;874;p70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5" name="Google Shape;875;p70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6" name="Google Shape;876;p70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77" name="Google Shape;877;p70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78" name="Google Shape;878;p70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9" name="Google Shape;879;p70"/>
            <p:cNvSpPr txBox="1"/>
            <p:nvPr/>
          </p:nvSpPr>
          <p:spPr>
            <a:xfrm>
              <a:off x="5706941" y="2589589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−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880" name="Google Shape;880;p70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81" name="Google Shape;881;p70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82" name="Google Shape;882;p70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83" name="Google Shape;883;p70"/>
            <p:cNvSpPr txBox="1"/>
            <p:nvPr/>
          </p:nvSpPr>
          <p:spPr>
            <a:xfrm>
              <a:off x="48765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84" name="Google Shape;884;p70"/>
          <p:cNvGrpSpPr/>
          <p:nvPr/>
        </p:nvGrpSpPr>
        <p:grpSpPr>
          <a:xfrm>
            <a:off x="5180337" y="1049722"/>
            <a:ext cx="1861257" cy="1195053"/>
            <a:chOff x="5180337" y="1049722"/>
            <a:chExt cx="1861257" cy="1195053"/>
          </a:xfrm>
        </p:grpSpPr>
        <p:sp>
          <p:nvSpPr>
            <p:cNvPr id="885" name="Google Shape;885;p70"/>
            <p:cNvSpPr/>
            <p:nvPr/>
          </p:nvSpPr>
          <p:spPr>
            <a:xfrm>
              <a:off x="5180337" y="1049722"/>
              <a:ext cx="823500" cy="82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1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6" name="Google Shape;886;p70"/>
            <p:cNvSpPr/>
            <p:nvPr/>
          </p:nvSpPr>
          <p:spPr>
            <a:xfrm>
              <a:off x="6003594" y="1050370"/>
              <a:ext cx="1038000" cy="824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−6</a:t>
              </a: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1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7" name="Google Shape;887;p70"/>
            <p:cNvSpPr/>
            <p:nvPr/>
          </p:nvSpPr>
          <p:spPr>
            <a:xfrm>
              <a:off x="5180339" y="1874875"/>
              <a:ext cx="823500" cy="369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1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8" name="Google Shape;888;p70"/>
            <p:cNvSpPr/>
            <p:nvPr/>
          </p:nvSpPr>
          <p:spPr>
            <a:xfrm>
              <a:off x="6003594" y="1874875"/>
              <a:ext cx="1038000" cy="369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−24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89" name="Google Shape;889;p70"/>
          <p:cNvSpPr txBox="1"/>
          <p:nvPr/>
        </p:nvSpPr>
        <p:spPr>
          <a:xfrm>
            <a:off x="7125375" y="10800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90" name="Google Shape;890;p70"/>
          <p:cNvGrpSpPr/>
          <p:nvPr/>
        </p:nvGrpSpPr>
        <p:grpSpPr>
          <a:xfrm>
            <a:off x="324009" y="3194537"/>
            <a:ext cx="2316089" cy="1584999"/>
            <a:chOff x="4657959" y="2658902"/>
            <a:chExt cx="3038291" cy="2079233"/>
          </a:xfrm>
        </p:grpSpPr>
        <p:grpSp>
          <p:nvGrpSpPr>
            <p:cNvPr id="891" name="Google Shape;891;p70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892" name="Google Shape;892;p70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93" name="Google Shape;893;p70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94" name="Google Shape;894;p70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95" name="Google Shape;895;p70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96" name="Google Shape;896;p70"/>
            <p:cNvCxnSpPr/>
            <p:nvPr/>
          </p:nvCxnSpPr>
          <p:spPr>
            <a:xfrm flipH="1">
              <a:off x="5129734" y="3177782"/>
              <a:ext cx="0" cy="109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97" name="Google Shape;897;p70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8" name="Google Shape;898;p70"/>
            <p:cNvSpPr txBox="1"/>
            <p:nvPr/>
          </p:nvSpPr>
          <p:spPr>
            <a:xfrm>
              <a:off x="5657059" y="2658902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899" name="Google Shape;899;p70"/>
            <p:cNvCxnSpPr/>
            <p:nvPr/>
          </p:nvCxnSpPr>
          <p:spPr>
            <a:xfrm>
              <a:off x="5249120" y="3083564"/>
              <a:ext cx="1070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00" name="Google Shape;900;p70"/>
            <p:cNvCxnSpPr/>
            <p:nvPr/>
          </p:nvCxnSpPr>
          <p:spPr>
            <a:xfrm>
              <a:off x="6328549" y="3083555"/>
              <a:ext cx="1367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01" name="Google Shape;901;p70"/>
            <p:cNvCxnSpPr/>
            <p:nvPr/>
          </p:nvCxnSpPr>
          <p:spPr>
            <a:xfrm flipH="1">
              <a:off x="5127316" y="4275835"/>
              <a:ext cx="0" cy="462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02" name="Google Shape;902;p70"/>
            <p:cNvSpPr txBox="1"/>
            <p:nvPr/>
          </p:nvSpPr>
          <p:spPr>
            <a:xfrm>
              <a:off x="4657959" y="4299028"/>
              <a:ext cx="4929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03" name="Google Shape;903;p70"/>
          <p:cNvGrpSpPr/>
          <p:nvPr/>
        </p:nvGrpSpPr>
        <p:grpSpPr>
          <a:xfrm>
            <a:off x="774987" y="3577922"/>
            <a:ext cx="1861257" cy="1195053"/>
            <a:chOff x="774987" y="3577922"/>
            <a:chExt cx="1861257" cy="1195053"/>
          </a:xfrm>
        </p:grpSpPr>
        <p:sp>
          <p:nvSpPr>
            <p:cNvPr id="904" name="Google Shape;904;p70"/>
            <p:cNvSpPr/>
            <p:nvPr/>
          </p:nvSpPr>
          <p:spPr>
            <a:xfrm>
              <a:off x="774987" y="3577922"/>
              <a:ext cx="823500" cy="82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1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5" name="Google Shape;905;p70"/>
            <p:cNvSpPr/>
            <p:nvPr/>
          </p:nvSpPr>
          <p:spPr>
            <a:xfrm>
              <a:off x="1598244" y="3578570"/>
              <a:ext cx="1038000" cy="824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1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6" name="Google Shape;906;p70"/>
            <p:cNvSpPr/>
            <p:nvPr/>
          </p:nvSpPr>
          <p:spPr>
            <a:xfrm>
              <a:off x="774989" y="4403075"/>
              <a:ext cx="823500" cy="369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1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7" name="Google Shape;907;p70"/>
            <p:cNvSpPr/>
            <p:nvPr/>
          </p:nvSpPr>
          <p:spPr>
            <a:xfrm>
              <a:off x="1598244" y="4403075"/>
              <a:ext cx="1038000" cy="369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−24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08" name="Google Shape;908;p70"/>
          <p:cNvSpPr txBox="1"/>
          <p:nvPr/>
        </p:nvSpPr>
        <p:spPr>
          <a:xfrm>
            <a:off x="2720025" y="36082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9" name="Google Shape;909;p70"/>
          <p:cNvSpPr txBox="1"/>
          <p:nvPr/>
        </p:nvSpPr>
        <p:spPr>
          <a:xfrm>
            <a:off x="7125375" y="16200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0" name="Google Shape;910;p70"/>
          <p:cNvSpPr txBox="1"/>
          <p:nvPr/>
        </p:nvSpPr>
        <p:spPr>
          <a:xfrm>
            <a:off x="2720025" y="4080725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11" name="Google Shape;911;p70"/>
          <p:cNvGrpSpPr/>
          <p:nvPr/>
        </p:nvGrpSpPr>
        <p:grpSpPr>
          <a:xfrm>
            <a:off x="4824009" y="3080375"/>
            <a:ext cx="2311789" cy="1613272"/>
            <a:chOff x="4657959" y="2621925"/>
            <a:chExt cx="3032650" cy="2116322"/>
          </a:xfrm>
        </p:grpSpPr>
        <p:grpSp>
          <p:nvGrpSpPr>
            <p:cNvPr id="912" name="Google Shape;912;p70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913" name="Google Shape;913;p70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4" name="Google Shape;914;p70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5" name="Google Shape;915;p70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6" name="Google Shape;916;p70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17" name="Google Shape;917;p70"/>
            <p:cNvCxnSpPr/>
            <p:nvPr/>
          </p:nvCxnSpPr>
          <p:spPr>
            <a:xfrm flipH="1">
              <a:off x="5129734" y="3177782"/>
              <a:ext cx="0" cy="1088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18" name="Google Shape;918;p70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19" name="Google Shape;919;p70"/>
            <p:cNvSpPr txBox="1"/>
            <p:nvPr/>
          </p:nvSpPr>
          <p:spPr>
            <a:xfrm>
              <a:off x="5758528" y="2621925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−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920" name="Google Shape;920;p70"/>
            <p:cNvCxnSpPr/>
            <p:nvPr/>
          </p:nvCxnSpPr>
          <p:spPr>
            <a:xfrm>
              <a:off x="5249120" y="3083564"/>
              <a:ext cx="1049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21" name="Google Shape;921;p70"/>
            <p:cNvCxnSpPr/>
            <p:nvPr/>
          </p:nvCxnSpPr>
          <p:spPr>
            <a:xfrm>
              <a:off x="6336322" y="3083555"/>
              <a:ext cx="1331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22" name="Google Shape;922;p70"/>
            <p:cNvCxnSpPr/>
            <p:nvPr/>
          </p:nvCxnSpPr>
          <p:spPr>
            <a:xfrm flipH="1">
              <a:off x="5127316" y="4285248"/>
              <a:ext cx="0" cy="45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23" name="Google Shape;923;p70"/>
            <p:cNvSpPr txBox="1"/>
            <p:nvPr/>
          </p:nvSpPr>
          <p:spPr>
            <a:xfrm>
              <a:off x="4657959" y="4317822"/>
              <a:ext cx="4929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24" name="Google Shape;924;p70"/>
          <p:cNvGrpSpPr/>
          <p:nvPr/>
        </p:nvGrpSpPr>
        <p:grpSpPr>
          <a:xfrm>
            <a:off x="5274987" y="3491947"/>
            <a:ext cx="1861257" cy="1195053"/>
            <a:chOff x="5274987" y="3491947"/>
            <a:chExt cx="1861257" cy="1195053"/>
          </a:xfrm>
        </p:grpSpPr>
        <p:sp>
          <p:nvSpPr>
            <p:cNvPr id="925" name="Google Shape;925;p70"/>
            <p:cNvSpPr/>
            <p:nvPr/>
          </p:nvSpPr>
          <p:spPr>
            <a:xfrm>
              <a:off x="5274987" y="3491947"/>
              <a:ext cx="823500" cy="82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1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6" name="Google Shape;926;p70"/>
            <p:cNvSpPr/>
            <p:nvPr/>
          </p:nvSpPr>
          <p:spPr>
            <a:xfrm>
              <a:off x="6098244" y="3492595"/>
              <a:ext cx="1038000" cy="824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−6</a:t>
              </a: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1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7" name="Google Shape;927;p70"/>
            <p:cNvSpPr/>
            <p:nvPr/>
          </p:nvSpPr>
          <p:spPr>
            <a:xfrm>
              <a:off x="5274989" y="4317100"/>
              <a:ext cx="823500" cy="369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1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1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8" name="Google Shape;928;p70"/>
            <p:cNvSpPr/>
            <p:nvPr/>
          </p:nvSpPr>
          <p:spPr>
            <a:xfrm>
              <a:off x="6098244" y="4317100"/>
              <a:ext cx="1038000" cy="369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29" name="Google Shape;929;p70"/>
          <p:cNvSpPr txBox="1"/>
          <p:nvPr/>
        </p:nvSpPr>
        <p:spPr>
          <a:xfrm>
            <a:off x="7220025" y="3522225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0" name="Google Shape;930;p70"/>
          <p:cNvSpPr txBox="1"/>
          <p:nvPr/>
        </p:nvSpPr>
        <p:spPr>
          <a:xfrm>
            <a:off x="7220025" y="399475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4" name="Shape 934"/>
        <p:cNvGrpSpPr/>
        <p:nvPr/>
      </p:nvGrpSpPr>
      <p:grpSpPr>
        <a:xfrm>
          <a:off x="0" y="0"/>
          <a:ext cx="0" cy="0"/>
        </a:xfrm>
      </p:grpSpPr>
      <p:sp>
        <p:nvSpPr>
          <p:cNvPr id="935" name="Google Shape;93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936" name="Google Shape;936;p71"/>
          <p:cNvSpPr txBox="1"/>
          <p:nvPr/>
        </p:nvSpPr>
        <p:spPr>
          <a:xfrm>
            <a:off x="324000" y="8100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7" name="Google Shape;937;p71"/>
          <p:cNvSpPr txBox="1"/>
          <p:nvPr/>
        </p:nvSpPr>
        <p:spPr>
          <a:xfrm>
            <a:off x="324000" y="1179389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8" name="Google Shape;938;p71"/>
          <p:cNvSpPr txBox="1"/>
          <p:nvPr/>
        </p:nvSpPr>
        <p:spPr>
          <a:xfrm>
            <a:off x="324000" y="1853579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9" name="Google Shape;939;p71"/>
          <p:cNvSpPr txBox="1"/>
          <p:nvPr/>
        </p:nvSpPr>
        <p:spPr>
          <a:xfrm>
            <a:off x="324000" y="2897157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0" name="Google Shape;940;p71"/>
          <p:cNvSpPr txBox="1"/>
          <p:nvPr/>
        </p:nvSpPr>
        <p:spPr>
          <a:xfrm>
            <a:off x="324000" y="2222968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1" name="Google Shape;941;p71"/>
          <p:cNvSpPr txBox="1"/>
          <p:nvPr/>
        </p:nvSpPr>
        <p:spPr>
          <a:xfrm>
            <a:off x="324000" y="3266546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2" name="Google Shape;942;p71"/>
          <p:cNvSpPr txBox="1"/>
          <p:nvPr/>
        </p:nvSpPr>
        <p:spPr>
          <a:xfrm>
            <a:off x="324000" y="3940736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3" name="Google Shape;943;p71"/>
          <p:cNvSpPr txBox="1"/>
          <p:nvPr/>
        </p:nvSpPr>
        <p:spPr>
          <a:xfrm>
            <a:off x="324000" y="4310125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4" name="Google Shape;944;p71"/>
          <p:cNvSpPr txBox="1"/>
          <p:nvPr>
            <p:ph type="body" idx="1"/>
          </p:nvPr>
        </p:nvSpPr>
        <p:spPr>
          <a:xfrm>
            <a:off x="2887200" y="810000"/>
            <a:ext cx="5932800" cy="7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All of these examples had three terms when expanded and simplified.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5" name="Google Shape;945;p71"/>
          <p:cNvSpPr txBox="1"/>
          <p:nvPr>
            <p:ph type="body" idx="1"/>
          </p:nvPr>
        </p:nvSpPr>
        <p:spPr>
          <a:xfrm>
            <a:off x="2887200" y="1703400"/>
            <a:ext cx="5932800" cy="7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Will this always be the case?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6" name="Google Shape;946;p71"/>
          <p:cNvSpPr txBox="1"/>
          <p:nvPr>
            <p:ph type="body" idx="1"/>
          </p:nvPr>
        </p:nvSpPr>
        <p:spPr>
          <a:xfrm>
            <a:off x="2887200" y="2247900"/>
            <a:ext cx="5932800" cy="203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When multiplying two binomials there are always four partial products. 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We ended up with three terms in all these examples because two of the partial products were like terms and could be simplified to a single term.  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7" name="Google Shape;947;p71"/>
          <p:cNvSpPr txBox="1"/>
          <p:nvPr>
            <p:ph type="body" idx="1"/>
          </p:nvPr>
        </p:nvSpPr>
        <p:spPr>
          <a:xfrm>
            <a:off x="2887200" y="4261425"/>
            <a:ext cx="5932800" cy="43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Is it possible to end up with less than three terms?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1" name="Shape 951"/>
        <p:cNvGrpSpPr/>
        <p:nvPr/>
      </p:nvGrpSpPr>
      <p:grpSpPr>
        <a:xfrm>
          <a:off x="0" y="0"/>
          <a:ext cx="0" cy="0"/>
        </a:xfrm>
      </p:grpSpPr>
      <p:sp>
        <p:nvSpPr>
          <p:cNvPr id="952" name="Google Shape;952;p72"/>
          <p:cNvSpPr txBox="1"/>
          <p:nvPr>
            <p:ph type="body" idx="1"/>
          </p:nvPr>
        </p:nvSpPr>
        <p:spPr>
          <a:xfrm>
            <a:off x="324000" y="759300"/>
            <a:ext cx="8237700" cy="53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Lets try: 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+ 6) (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6)   </a:t>
            </a:r>
            <a:endParaRPr/>
          </a:p>
        </p:txBody>
      </p:sp>
      <p:sp>
        <p:nvSpPr>
          <p:cNvPr id="953" name="Google Shape;95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grpSp>
        <p:nvGrpSpPr>
          <p:cNvPr id="954" name="Google Shape;954;p72"/>
          <p:cNvGrpSpPr/>
          <p:nvPr/>
        </p:nvGrpSpPr>
        <p:grpSpPr>
          <a:xfrm>
            <a:off x="387141" y="1254800"/>
            <a:ext cx="2095119" cy="1939809"/>
            <a:chOff x="4876550" y="2626156"/>
            <a:chExt cx="2748418" cy="2544679"/>
          </a:xfrm>
        </p:grpSpPr>
        <p:grpSp>
          <p:nvGrpSpPr>
            <p:cNvPr id="955" name="Google Shape;955;p72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956" name="Google Shape;956;p72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57" name="Google Shape;957;p72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58" name="Google Shape;958;p72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59" name="Google Shape;959;p72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60" name="Google Shape;960;p72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61" name="Google Shape;961;p72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2" name="Google Shape;962;p72"/>
            <p:cNvSpPr txBox="1"/>
            <p:nvPr/>
          </p:nvSpPr>
          <p:spPr>
            <a:xfrm>
              <a:off x="5715468" y="2626156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−6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963" name="Google Shape;963;p72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64" name="Google Shape;964;p72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65" name="Google Shape;965;p72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66" name="Google Shape;966;p72"/>
            <p:cNvSpPr txBox="1"/>
            <p:nvPr/>
          </p:nvSpPr>
          <p:spPr>
            <a:xfrm>
              <a:off x="4876550" y="4664707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67" name="Google Shape;967;p72"/>
          <p:cNvSpPr/>
          <p:nvPr/>
        </p:nvSpPr>
        <p:spPr>
          <a:xfrm>
            <a:off x="679973" y="1656025"/>
            <a:ext cx="823500" cy="823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1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8" name="Google Shape;968;p72"/>
          <p:cNvSpPr/>
          <p:nvPr/>
        </p:nvSpPr>
        <p:spPr>
          <a:xfrm>
            <a:off x="679975" y="2477725"/>
            <a:ext cx="823500" cy="72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9" name="Google Shape;969;p72"/>
          <p:cNvSpPr/>
          <p:nvPr/>
        </p:nvSpPr>
        <p:spPr>
          <a:xfrm>
            <a:off x="1503464" y="2477725"/>
            <a:ext cx="720000" cy="72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−36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0" name="Google Shape;970;p72"/>
          <p:cNvSpPr/>
          <p:nvPr/>
        </p:nvSpPr>
        <p:spPr>
          <a:xfrm>
            <a:off x="1503464" y="1656025"/>
            <a:ext cx="720000" cy="823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1" name="Google Shape;971;p72"/>
          <p:cNvSpPr txBox="1"/>
          <p:nvPr/>
        </p:nvSpPr>
        <p:spPr>
          <a:xfrm>
            <a:off x="2482250" y="16632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− 6)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2" name="Google Shape;972;p72"/>
          <p:cNvSpPr txBox="1"/>
          <p:nvPr/>
        </p:nvSpPr>
        <p:spPr>
          <a:xfrm>
            <a:off x="2482250" y="2157014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− 36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3" name="Google Shape;973;p72"/>
          <p:cNvSpPr txBox="1"/>
          <p:nvPr>
            <p:ph type="body" idx="1"/>
          </p:nvPr>
        </p:nvSpPr>
        <p:spPr>
          <a:xfrm>
            <a:off x="2482250" y="2792275"/>
            <a:ext cx="5932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happens when we collect like terms this time?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74" name="Google Shape;974;p72"/>
          <p:cNvGrpSpPr/>
          <p:nvPr/>
        </p:nvGrpSpPr>
        <p:grpSpPr>
          <a:xfrm>
            <a:off x="682453" y="1663200"/>
            <a:ext cx="1547475" cy="1541700"/>
            <a:chOff x="660963" y="1663200"/>
            <a:chExt cx="1547475" cy="1541700"/>
          </a:xfrm>
        </p:grpSpPr>
        <p:sp>
          <p:nvSpPr>
            <p:cNvPr id="975" name="Google Shape;975;p72"/>
            <p:cNvSpPr/>
            <p:nvPr/>
          </p:nvSpPr>
          <p:spPr>
            <a:xfrm rot="5400000">
              <a:off x="1437138" y="1714500"/>
              <a:ext cx="822600" cy="7200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660963" y="2484900"/>
              <a:ext cx="822600" cy="7200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7" name="Google Shape;977;p72"/>
          <p:cNvSpPr txBox="1"/>
          <p:nvPr>
            <p:ph type="body" idx="1"/>
          </p:nvPr>
        </p:nvSpPr>
        <p:spPr>
          <a:xfrm>
            <a:off x="2482250" y="3240000"/>
            <a:ext cx="5932800" cy="11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/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terms are additive inverses of each 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a zero pair so will sum to zero.</a:t>
            </a:r>
            <a:r>
              <a:rPr lang="en-GB" sz="2000"/>
              <a:t>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8" name="Google Shape;978;p72"/>
          <p:cNvSpPr txBox="1"/>
          <p:nvPr/>
        </p:nvSpPr>
        <p:spPr>
          <a:xfrm>
            <a:off x="2482250" y="4314939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− 36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9" name="Google Shape;979;p72"/>
          <p:cNvSpPr txBox="1"/>
          <p:nvPr/>
        </p:nvSpPr>
        <p:spPr>
          <a:xfrm>
            <a:off x="4088875" y="4314939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− 36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sp>
        <p:nvSpPr>
          <p:cNvPr id="984" name="Google Shape;98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grpSp>
        <p:nvGrpSpPr>
          <p:cNvPr id="985" name="Google Shape;985;p73"/>
          <p:cNvGrpSpPr/>
          <p:nvPr/>
        </p:nvGrpSpPr>
        <p:grpSpPr>
          <a:xfrm>
            <a:off x="5258131" y="1550025"/>
            <a:ext cx="2201079" cy="1898959"/>
            <a:chOff x="4737549" y="2679744"/>
            <a:chExt cx="2887419" cy="2491092"/>
          </a:xfrm>
        </p:grpSpPr>
        <p:grpSp>
          <p:nvGrpSpPr>
            <p:cNvPr id="986" name="Google Shape;986;p73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987" name="Google Shape;987;p73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8" name="Google Shape;988;p73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9" name="Google Shape;989;p73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0" name="Google Shape;990;p73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91" name="Google Shape;991;p73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92" name="Google Shape;992;p73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3" name="Google Shape;993;p73"/>
            <p:cNvSpPr txBox="1"/>
            <p:nvPr/>
          </p:nvSpPr>
          <p:spPr>
            <a:xfrm>
              <a:off x="5715468" y="2679744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994" name="Google Shape;994;p73"/>
            <p:cNvCxnSpPr/>
            <p:nvPr/>
          </p:nvCxnSpPr>
          <p:spPr>
            <a:xfrm>
              <a:off x="5249120" y="3083564"/>
              <a:ext cx="1048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95" name="Google Shape;995;p73"/>
            <p:cNvCxnSpPr/>
            <p:nvPr/>
          </p:nvCxnSpPr>
          <p:spPr>
            <a:xfrm>
              <a:off x="6353900" y="3083555"/>
              <a:ext cx="936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96" name="Google Shape;996;p73"/>
            <p:cNvCxnSpPr/>
            <p:nvPr/>
          </p:nvCxnSpPr>
          <p:spPr>
            <a:xfrm flipH="1">
              <a:off x="5127328" y="4232055"/>
              <a:ext cx="0" cy="93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97" name="Google Shape;997;p73"/>
            <p:cNvSpPr txBox="1"/>
            <p:nvPr/>
          </p:nvSpPr>
          <p:spPr>
            <a:xfrm>
              <a:off x="4737549" y="4664691"/>
              <a:ext cx="4131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98" name="Google Shape;998;p73"/>
          <p:cNvSpPr/>
          <p:nvPr/>
        </p:nvSpPr>
        <p:spPr>
          <a:xfrm>
            <a:off x="5656923" y="1910400"/>
            <a:ext cx="823500" cy="823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1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9" name="Google Shape;999;p73"/>
          <p:cNvSpPr/>
          <p:nvPr/>
        </p:nvSpPr>
        <p:spPr>
          <a:xfrm>
            <a:off x="5656925" y="2732100"/>
            <a:ext cx="823500" cy="72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0" name="Google Shape;1000;p73"/>
          <p:cNvSpPr/>
          <p:nvPr/>
        </p:nvSpPr>
        <p:spPr>
          <a:xfrm>
            <a:off x="6480414" y="2732100"/>
            <a:ext cx="720000" cy="72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1" name="Google Shape;1001;p73"/>
          <p:cNvSpPr/>
          <p:nvPr/>
        </p:nvSpPr>
        <p:spPr>
          <a:xfrm>
            <a:off x="6480414" y="1910400"/>
            <a:ext cx="720000" cy="823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2" name="Google Shape;1002;p73"/>
          <p:cNvSpPr txBox="1"/>
          <p:nvPr/>
        </p:nvSpPr>
        <p:spPr>
          <a:xfrm>
            <a:off x="5656925" y="35708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− 5)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3" name="Google Shape;1003;p73"/>
          <p:cNvSpPr txBox="1"/>
          <p:nvPr/>
        </p:nvSpPr>
        <p:spPr>
          <a:xfrm>
            <a:off x="5677775" y="4010189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+ 25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04" name="Google Shape;1004;p73"/>
          <p:cNvGrpSpPr/>
          <p:nvPr/>
        </p:nvGrpSpPr>
        <p:grpSpPr>
          <a:xfrm>
            <a:off x="214604" y="810000"/>
            <a:ext cx="5079271" cy="2760810"/>
            <a:chOff x="214604" y="810000"/>
            <a:chExt cx="5079271" cy="2760810"/>
          </a:xfrm>
        </p:grpSpPr>
        <p:pic>
          <p:nvPicPr>
            <p:cNvPr id="1005" name="Google Shape;100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0022" y="2219203"/>
              <a:ext cx="519151" cy="994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73"/>
            <p:cNvSpPr txBox="1"/>
            <p:nvPr/>
          </p:nvSpPr>
          <p:spPr>
            <a:xfrm>
              <a:off x="214604" y="3180810"/>
              <a:ext cx="910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07" name="Google Shape;1007;p73"/>
            <p:cNvGrpSpPr/>
            <p:nvPr/>
          </p:nvGrpSpPr>
          <p:grpSpPr>
            <a:xfrm>
              <a:off x="836646" y="810000"/>
              <a:ext cx="4457229" cy="1889999"/>
              <a:chOff x="1807236" y="1419092"/>
              <a:chExt cx="1901629" cy="1351738"/>
            </a:xfrm>
          </p:grpSpPr>
          <p:pic>
            <p:nvPicPr>
              <p:cNvPr id="1008" name="Google Shape;1008;p73"/>
              <p:cNvPicPr preferRelativeResize="0"/>
              <p:nvPr/>
            </p:nvPicPr>
            <p:blipFill>
              <a:blip r:embed="rId4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36" y="1419092"/>
                <a:ext cx="1901629" cy="13517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9" name="Google Shape;1009;p73"/>
              <p:cNvSpPr txBox="1"/>
              <p:nvPr/>
            </p:nvSpPr>
            <p:spPr>
              <a:xfrm flipH="1">
                <a:off x="1942960" y="1763808"/>
                <a:ext cx="17139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In that example there was a 6 in both binomials. I think </a:t>
                </a: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 5)(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 5)</a:t>
                </a:r>
                <a:r>
                  <a:rPr lang="en-GB" sz="1800"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will also have two terms when simplified.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010" name="Google Shape;1010;p73"/>
          <p:cNvSpPr txBox="1"/>
          <p:nvPr>
            <p:ph type="body" idx="1"/>
          </p:nvPr>
        </p:nvSpPr>
        <p:spPr>
          <a:xfrm>
            <a:off x="5293875" y="1013575"/>
            <a:ext cx="35262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do you think?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11" name="Google Shape;1011;p73"/>
          <p:cNvGrpSpPr/>
          <p:nvPr/>
        </p:nvGrpSpPr>
        <p:grpSpPr>
          <a:xfrm>
            <a:off x="5656925" y="1917564"/>
            <a:ext cx="1547475" cy="1534536"/>
            <a:chOff x="5656925" y="1914534"/>
            <a:chExt cx="1547475" cy="1534536"/>
          </a:xfrm>
        </p:grpSpPr>
        <p:sp>
          <p:nvSpPr>
            <p:cNvPr id="1012" name="Google Shape;1012;p73"/>
            <p:cNvSpPr/>
            <p:nvPr/>
          </p:nvSpPr>
          <p:spPr>
            <a:xfrm rot="5400000">
              <a:off x="6433100" y="1965834"/>
              <a:ext cx="822600" cy="7200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3"/>
            <p:cNvSpPr/>
            <p:nvPr/>
          </p:nvSpPr>
          <p:spPr>
            <a:xfrm>
              <a:off x="5656925" y="2729070"/>
              <a:ext cx="822600" cy="7200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4" name="Google Shape;1014;p73"/>
          <p:cNvSpPr txBox="1"/>
          <p:nvPr>
            <p:ph type="body" idx="1"/>
          </p:nvPr>
        </p:nvSpPr>
        <p:spPr>
          <a:xfrm>
            <a:off x="324003" y="3930000"/>
            <a:ext cx="45045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terms are not a zero pair.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5" name="Google Shape;1015;p73"/>
          <p:cNvSpPr txBox="1"/>
          <p:nvPr>
            <p:ph type="body" idx="1"/>
          </p:nvPr>
        </p:nvSpPr>
        <p:spPr>
          <a:xfrm>
            <a:off x="324000" y="4414950"/>
            <a:ext cx="48552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simplified the expression becomes.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6" name="Google Shape;1016;p73"/>
          <p:cNvSpPr txBox="1"/>
          <p:nvPr/>
        </p:nvSpPr>
        <p:spPr>
          <a:xfrm>
            <a:off x="5681750" y="4449589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+ 25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7" name="Google Shape;1017;p73"/>
          <p:cNvSpPr/>
          <p:nvPr/>
        </p:nvSpPr>
        <p:spPr>
          <a:xfrm>
            <a:off x="6117750" y="4004475"/>
            <a:ext cx="519300" cy="34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3"/>
          <p:cNvSpPr/>
          <p:nvPr/>
        </p:nvSpPr>
        <p:spPr>
          <a:xfrm>
            <a:off x="6651150" y="4004475"/>
            <a:ext cx="519300" cy="34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sp>
        <p:nvSpPr>
          <p:cNvPr id="1023" name="Google Shape;102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grpSp>
        <p:nvGrpSpPr>
          <p:cNvPr id="1024" name="Google Shape;1024;p74"/>
          <p:cNvGrpSpPr/>
          <p:nvPr/>
        </p:nvGrpSpPr>
        <p:grpSpPr>
          <a:xfrm>
            <a:off x="400206" y="2721962"/>
            <a:ext cx="2124879" cy="1959197"/>
            <a:chOff x="4837510" y="2600723"/>
            <a:chExt cx="2787458" cy="2570112"/>
          </a:xfrm>
        </p:grpSpPr>
        <p:grpSp>
          <p:nvGrpSpPr>
            <p:cNvPr id="1025" name="Google Shape;1025;p74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026" name="Google Shape;1026;p74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7" name="Google Shape;1027;p74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8" name="Google Shape;1028;p74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9" name="Google Shape;1029;p74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030" name="Google Shape;1030;p74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31" name="Google Shape;1031;p74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2" name="Google Shape;1032;p74"/>
            <p:cNvSpPr txBox="1"/>
            <p:nvPr/>
          </p:nvSpPr>
          <p:spPr>
            <a:xfrm>
              <a:off x="5715468" y="2600723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33" name="Google Shape;1033;p74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34" name="Google Shape;1034;p74"/>
            <p:cNvCxnSpPr/>
            <p:nvPr/>
          </p:nvCxnSpPr>
          <p:spPr>
            <a:xfrm>
              <a:off x="6248376" y="3083571"/>
              <a:ext cx="1041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35" name="Google Shape;1035;p74"/>
            <p:cNvCxnSpPr/>
            <p:nvPr/>
          </p:nvCxnSpPr>
          <p:spPr>
            <a:xfrm flipH="1">
              <a:off x="5127328" y="4214575"/>
              <a:ext cx="0" cy="93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36" name="Google Shape;1036;p74"/>
            <p:cNvSpPr txBox="1"/>
            <p:nvPr/>
          </p:nvSpPr>
          <p:spPr>
            <a:xfrm>
              <a:off x="4837510" y="4664691"/>
              <a:ext cx="4131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37" name="Google Shape;1037;p74"/>
          <p:cNvSpPr/>
          <p:nvPr/>
        </p:nvSpPr>
        <p:spPr>
          <a:xfrm>
            <a:off x="722798" y="3142575"/>
            <a:ext cx="823500" cy="823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1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8" name="Google Shape;1038;p74"/>
          <p:cNvSpPr/>
          <p:nvPr/>
        </p:nvSpPr>
        <p:spPr>
          <a:xfrm>
            <a:off x="722800" y="3964275"/>
            <a:ext cx="823500" cy="72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9" name="Google Shape;1039;p74"/>
          <p:cNvSpPr/>
          <p:nvPr/>
        </p:nvSpPr>
        <p:spPr>
          <a:xfrm>
            <a:off x="1546289" y="3964275"/>
            <a:ext cx="720000" cy="72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0" name="Google Shape;1040;p74"/>
          <p:cNvSpPr/>
          <p:nvPr/>
        </p:nvSpPr>
        <p:spPr>
          <a:xfrm>
            <a:off x="1546289" y="3142575"/>
            <a:ext cx="720000" cy="823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1" name="Google Shape;1041;p74"/>
          <p:cNvSpPr txBox="1"/>
          <p:nvPr/>
        </p:nvSpPr>
        <p:spPr>
          <a:xfrm>
            <a:off x="324000" y="15796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− 5)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2" name="Google Shape;1042;p74"/>
          <p:cNvSpPr txBox="1"/>
          <p:nvPr/>
        </p:nvSpPr>
        <p:spPr>
          <a:xfrm>
            <a:off x="2498700" y="3142564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3" name="Google Shape;1043;p74"/>
          <p:cNvSpPr txBox="1"/>
          <p:nvPr>
            <p:ph type="body" idx="1"/>
          </p:nvPr>
        </p:nvSpPr>
        <p:spPr>
          <a:xfrm>
            <a:off x="324000" y="204435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of the constant terms needs to be positive and one needs to be negative.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4" name="Google Shape;1044;p74"/>
          <p:cNvSpPr txBox="1"/>
          <p:nvPr>
            <p:ph type="body" idx="1"/>
          </p:nvPr>
        </p:nvSpPr>
        <p:spPr>
          <a:xfrm>
            <a:off x="323997" y="8100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could we change in this expression so that two of the partial products will be a zero pair?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5" name="Google Shape;1045;p74"/>
          <p:cNvSpPr txBox="1"/>
          <p:nvPr/>
        </p:nvSpPr>
        <p:spPr>
          <a:xfrm>
            <a:off x="2498700" y="3933164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6" name="Google Shape;1046;p74"/>
          <p:cNvSpPr/>
          <p:nvPr/>
        </p:nvSpPr>
        <p:spPr>
          <a:xfrm>
            <a:off x="2922750" y="3142575"/>
            <a:ext cx="519300" cy="34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4"/>
          <p:cNvSpPr/>
          <p:nvPr/>
        </p:nvSpPr>
        <p:spPr>
          <a:xfrm>
            <a:off x="3442050" y="3142575"/>
            <a:ext cx="519300" cy="34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4"/>
          <p:cNvSpPr txBox="1"/>
          <p:nvPr/>
        </p:nvSpPr>
        <p:spPr>
          <a:xfrm>
            <a:off x="324000" y="1580400"/>
            <a:ext cx="1882500" cy="32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− 5)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9" name="Google Shape;1049;p74"/>
          <p:cNvSpPr txBox="1"/>
          <p:nvPr/>
        </p:nvSpPr>
        <p:spPr>
          <a:xfrm>
            <a:off x="4175100" y="3933175"/>
            <a:ext cx="1154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sp>
        <p:nvSpPr>
          <p:cNvPr id="1054" name="Google Shape;1054;p75"/>
          <p:cNvSpPr/>
          <p:nvPr/>
        </p:nvSpPr>
        <p:spPr>
          <a:xfrm>
            <a:off x="377075" y="1590325"/>
            <a:ext cx="1440000" cy="90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5"/>
          <p:cNvSpPr/>
          <p:nvPr/>
        </p:nvSpPr>
        <p:spPr>
          <a:xfrm>
            <a:off x="368800" y="3240000"/>
            <a:ext cx="1440000" cy="90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cxnSp>
        <p:nvCxnSpPr>
          <p:cNvPr id="1057" name="Google Shape;1057;p75"/>
          <p:cNvCxnSpPr/>
          <p:nvPr/>
        </p:nvCxnSpPr>
        <p:spPr>
          <a:xfrm flipH="1">
            <a:off x="4584750" y="1539725"/>
            <a:ext cx="0" cy="3252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8" name="Google Shape;1058;p75"/>
          <p:cNvCxnSpPr/>
          <p:nvPr/>
        </p:nvCxnSpPr>
        <p:spPr>
          <a:xfrm>
            <a:off x="338250" y="3080375"/>
            <a:ext cx="8467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9" name="Google Shape;1059;p75"/>
          <p:cNvSpPr txBox="1"/>
          <p:nvPr>
            <p:ph type="body" idx="1"/>
          </p:nvPr>
        </p:nvSpPr>
        <p:spPr>
          <a:xfrm>
            <a:off x="338250" y="810000"/>
            <a:ext cx="8467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think any of these products of two binomials can be simplified to an expression with two terms?</a:t>
            </a:r>
            <a:endParaRPr sz="1800"/>
          </a:p>
        </p:txBody>
      </p:sp>
      <p:sp>
        <p:nvSpPr>
          <p:cNvPr id="1060" name="Google Shape;1060;p75"/>
          <p:cNvSpPr txBox="1"/>
          <p:nvPr/>
        </p:nvSpPr>
        <p:spPr>
          <a:xfrm>
            <a:off x="400200" y="16200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1" name="Google Shape;1061;p75"/>
          <p:cNvSpPr txBox="1"/>
          <p:nvPr/>
        </p:nvSpPr>
        <p:spPr>
          <a:xfrm>
            <a:off x="414450" y="2137200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2" name="Google Shape;1062;p75"/>
          <p:cNvSpPr txBox="1"/>
          <p:nvPr/>
        </p:nvSpPr>
        <p:spPr>
          <a:xfrm>
            <a:off x="4756950" y="21714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3" name="Google Shape;1063;p75"/>
          <p:cNvSpPr txBox="1"/>
          <p:nvPr/>
        </p:nvSpPr>
        <p:spPr>
          <a:xfrm>
            <a:off x="4756950" y="161998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4" name="Google Shape;1064;p75"/>
          <p:cNvSpPr txBox="1"/>
          <p:nvPr/>
        </p:nvSpPr>
        <p:spPr>
          <a:xfrm>
            <a:off x="400200" y="326958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5" name="Google Shape;1065;p75"/>
          <p:cNvSpPr txBox="1"/>
          <p:nvPr/>
        </p:nvSpPr>
        <p:spPr>
          <a:xfrm>
            <a:off x="4756950" y="323998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66" name="Google Shape;1066;p75"/>
          <p:cNvGrpSpPr/>
          <p:nvPr/>
        </p:nvGrpSpPr>
        <p:grpSpPr>
          <a:xfrm>
            <a:off x="2611707" y="1384412"/>
            <a:ext cx="1739749" cy="1591402"/>
            <a:chOff x="4876550" y="2656772"/>
            <a:chExt cx="2748418" cy="2514064"/>
          </a:xfrm>
        </p:grpSpPr>
        <p:grpSp>
          <p:nvGrpSpPr>
            <p:cNvPr id="1067" name="Google Shape;1067;p75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068" name="Google Shape;1068;p75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9" name="Google Shape;1069;p75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0" name="Google Shape;1070;p75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1" name="Google Shape;1071;p75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072" name="Google Shape;1072;p75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73" name="Google Shape;1073;p75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74" name="Google Shape;1074;p75"/>
            <p:cNvSpPr txBox="1"/>
            <p:nvPr/>
          </p:nvSpPr>
          <p:spPr>
            <a:xfrm>
              <a:off x="5715468" y="2656772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75" name="Google Shape;1075;p75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76" name="Google Shape;1076;p75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77" name="Google Shape;1077;p75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78" name="Google Shape;1078;p75"/>
            <p:cNvSpPr txBox="1"/>
            <p:nvPr/>
          </p:nvSpPr>
          <p:spPr>
            <a:xfrm>
              <a:off x="4876550" y="4540220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79" name="Google Shape;1079;p75"/>
          <p:cNvGrpSpPr/>
          <p:nvPr/>
        </p:nvGrpSpPr>
        <p:grpSpPr>
          <a:xfrm>
            <a:off x="2854915" y="1698247"/>
            <a:ext cx="1281720" cy="1280240"/>
            <a:chOff x="2854915" y="1698247"/>
            <a:chExt cx="1281720" cy="1280240"/>
          </a:xfrm>
        </p:grpSpPr>
        <p:sp>
          <p:nvSpPr>
            <p:cNvPr id="1080" name="Google Shape;1080;p75"/>
            <p:cNvSpPr/>
            <p:nvPr/>
          </p:nvSpPr>
          <p:spPr>
            <a:xfrm>
              <a:off x="2854915" y="1698247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1" name="Google Shape;1081;p75"/>
            <p:cNvSpPr/>
            <p:nvPr/>
          </p:nvSpPr>
          <p:spPr>
            <a:xfrm>
              <a:off x="2854916" y="2380587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2" name="Google Shape;1082;p75"/>
            <p:cNvSpPr/>
            <p:nvPr/>
          </p:nvSpPr>
          <p:spPr>
            <a:xfrm>
              <a:off x="3538735" y="2380587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−64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3" name="Google Shape;1083;p75"/>
            <p:cNvSpPr/>
            <p:nvPr/>
          </p:nvSpPr>
          <p:spPr>
            <a:xfrm>
              <a:off x="3538735" y="1698247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84" name="Google Shape;1084;p75"/>
          <p:cNvGrpSpPr/>
          <p:nvPr/>
        </p:nvGrpSpPr>
        <p:grpSpPr>
          <a:xfrm>
            <a:off x="6913225" y="1307287"/>
            <a:ext cx="1754699" cy="1610802"/>
            <a:chOff x="4876550" y="2626124"/>
            <a:chExt cx="2772036" cy="2544712"/>
          </a:xfrm>
        </p:grpSpPr>
        <p:grpSp>
          <p:nvGrpSpPr>
            <p:cNvPr id="1085" name="Google Shape;1085;p75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086" name="Google Shape;1086;p75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7" name="Google Shape;1087;p75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8" name="Google Shape;1088;p75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9" name="Google Shape;1089;p75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090" name="Google Shape;1090;p75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91" name="Google Shape;1091;p75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2" name="Google Shape;1092;p75"/>
            <p:cNvSpPr txBox="1"/>
            <p:nvPr/>
          </p:nvSpPr>
          <p:spPr>
            <a:xfrm>
              <a:off x="5739086" y="2626124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8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93" name="Google Shape;1093;p75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94" name="Google Shape;1094;p75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95" name="Google Shape;1095;p75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96" name="Google Shape;1096;p75"/>
            <p:cNvSpPr txBox="1"/>
            <p:nvPr/>
          </p:nvSpPr>
          <p:spPr>
            <a:xfrm>
              <a:off x="4876550" y="4540220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97" name="Google Shape;1097;p75"/>
          <p:cNvGrpSpPr/>
          <p:nvPr/>
        </p:nvGrpSpPr>
        <p:grpSpPr>
          <a:xfrm>
            <a:off x="7156433" y="1640522"/>
            <a:ext cx="1281720" cy="1280240"/>
            <a:chOff x="7156433" y="1640522"/>
            <a:chExt cx="1281720" cy="1280240"/>
          </a:xfrm>
        </p:grpSpPr>
        <p:sp>
          <p:nvSpPr>
            <p:cNvPr id="1098" name="Google Shape;1098;p75"/>
            <p:cNvSpPr/>
            <p:nvPr/>
          </p:nvSpPr>
          <p:spPr>
            <a:xfrm>
              <a:off x="7156433" y="1640522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9" name="Google Shape;1099;p75"/>
            <p:cNvSpPr/>
            <p:nvPr/>
          </p:nvSpPr>
          <p:spPr>
            <a:xfrm>
              <a:off x="7156434" y="2322862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0" name="Google Shape;1100;p75"/>
            <p:cNvSpPr/>
            <p:nvPr/>
          </p:nvSpPr>
          <p:spPr>
            <a:xfrm>
              <a:off x="7840253" y="2322862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64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1" name="Google Shape;1101;p75"/>
            <p:cNvSpPr/>
            <p:nvPr/>
          </p:nvSpPr>
          <p:spPr>
            <a:xfrm>
              <a:off x="7840253" y="1640522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02" name="Google Shape;1102;p75"/>
          <p:cNvGrpSpPr/>
          <p:nvPr/>
        </p:nvGrpSpPr>
        <p:grpSpPr>
          <a:xfrm>
            <a:off x="2399825" y="3133387"/>
            <a:ext cx="1951631" cy="1595027"/>
            <a:chOff x="4541823" y="2651045"/>
            <a:chExt cx="3083145" cy="2519791"/>
          </a:xfrm>
        </p:grpSpPr>
        <p:grpSp>
          <p:nvGrpSpPr>
            <p:cNvPr id="1103" name="Google Shape;1103;p75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104" name="Google Shape;1104;p75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5" name="Google Shape;1105;p75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6" name="Google Shape;1106;p75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7" name="Google Shape;1107;p75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08" name="Google Shape;1108;p75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09" name="Google Shape;1109;p75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0" name="Google Shape;1110;p75"/>
            <p:cNvSpPr txBox="1"/>
            <p:nvPr/>
          </p:nvSpPr>
          <p:spPr>
            <a:xfrm>
              <a:off x="5715468" y="2651045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8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111" name="Google Shape;1111;p75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12" name="Google Shape;1112;p75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13" name="Google Shape;1113;p75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14" name="Google Shape;1114;p75"/>
            <p:cNvSpPr txBox="1"/>
            <p:nvPr/>
          </p:nvSpPr>
          <p:spPr>
            <a:xfrm>
              <a:off x="4541823" y="4540205"/>
              <a:ext cx="6090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15" name="Google Shape;1115;p75"/>
          <p:cNvGrpSpPr/>
          <p:nvPr/>
        </p:nvGrpSpPr>
        <p:grpSpPr>
          <a:xfrm>
            <a:off x="2854915" y="3450847"/>
            <a:ext cx="1281720" cy="1280240"/>
            <a:chOff x="2854915" y="3450847"/>
            <a:chExt cx="1281720" cy="1280240"/>
          </a:xfrm>
        </p:grpSpPr>
        <p:sp>
          <p:nvSpPr>
            <p:cNvPr id="1116" name="Google Shape;1116;p75"/>
            <p:cNvSpPr/>
            <p:nvPr/>
          </p:nvSpPr>
          <p:spPr>
            <a:xfrm>
              <a:off x="2854915" y="3450847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7" name="Google Shape;1117;p75"/>
            <p:cNvSpPr/>
            <p:nvPr/>
          </p:nvSpPr>
          <p:spPr>
            <a:xfrm>
              <a:off x="2854916" y="4133187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8" name="Google Shape;1118;p75"/>
            <p:cNvSpPr/>
            <p:nvPr/>
          </p:nvSpPr>
          <p:spPr>
            <a:xfrm>
              <a:off x="3538735" y="4133187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−64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9" name="Google Shape;1119;p75"/>
            <p:cNvSpPr/>
            <p:nvPr/>
          </p:nvSpPr>
          <p:spPr>
            <a:xfrm>
              <a:off x="3538735" y="3450847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20" name="Google Shape;1120;p75"/>
          <p:cNvGrpSpPr/>
          <p:nvPr/>
        </p:nvGrpSpPr>
        <p:grpSpPr>
          <a:xfrm>
            <a:off x="6715662" y="3137812"/>
            <a:ext cx="1952256" cy="1654502"/>
            <a:chOff x="4541823" y="2557088"/>
            <a:chExt cx="3084132" cy="2613748"/>
          </a:xfrm>
        </p:grpSpPr>
        <p:grpSp>
          <p:nvGrpSpPr>
            <p:cNvPr id="1121" name="Google Shape;1121;p75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122" name="Google Shape;1122;p75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3" name="Google Shape;1123;p75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4" name="Google Shape;1124;p75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5" name="Google Shape;1125;p75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26" name="Google Shape;1126;p75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27" name="Google Shape;1127;p75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8" name="Google Shape;1128;p75"/>
            <p:cNvSpPr txBox="1"/>
            <p:nvPr/>
          </p:nvSpPr>
          <p:spPr>
            <a:xfrm>
              <a:off x="5716455" y="2557088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129" name="Google Shape;1129;p75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30" name="Google Shape;1130;p75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31" name="Google Shape;1131;p75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32" name="Google Shape;1132;p75"/>
            <p:cNvSpPr txBox="1"/>
            <p:nvPr/>
          </p:nvSpPr>
          <p:spPr>
            <a:xfrm>
              <a:off x="4541823" y="4540205"/>
              <a:ext cx="6090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33" name="Google Shape;1133;p75"/>
          <p:cNvGrpSpPr/>
          <p:nvPr/>
        </p:nvGrpSpPr>
        <p:grpSpPr>
          <a:xfrm>
            <a:off x="7170752" y="3514747"/>
            <a:ext cx="1281720" cy="1280240"/>
            <a:chOff x="7170752" y="3514747"/>
            <a:chExt cx="1281720" cy="1280240"/>
          </a:xfrm>
        </p:grpSpPr>
        <p:sp>
          <p:nvSpPr>
            <p:cNvPr id="1134" name="Google Shape;1134;p75"/>
            <p:cNvSpPr/>
            <p:nvPr/>
          </p:nvSpPr>
          <p:spPr>
            <a:xfrm>
              <a:off x="7170752" y="3514747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5" name="Google Shape;1135;p75"/>
            <p:cNvSpPr/>
            <p:nvPr/>
          </p:nvSpPr>
          <p:spPr>
            <a:xfrm>
              <a:off x="7170753" y="4197087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6" name="Google Shape;1136;p75"/>
            <p:cNvSpPr/>
            <p:nvPr/>
          </p:nvSpPr>
          <p:spPr>
            <a:xfrm>
              <a:off x="7854573" y="4197087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64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7" name="Google Shape;1137;p75"/>
            <p:cNvSpPr/>
            <p:nvPr/>
          </p:nvSpPr>
          <p:spPr>
            <a:xfrm>
              <a:off x="7854573" y="3514747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38" name="Google Shape;1138;p75"/>
          <p:cNvSpPr txBox="1"/>
          <p:nvPr/>
        </p:nvSpPr>
        <p:spPr>
          <a:xfrm>
            <a:off x="400200" y="377961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9" name="Google Shape;1139;p75"/>
          <p:cNvSpPr txBox="1"/>
          <p:nvPr/>
        </p:nvSpPr>
        <p:spPr>
          <a:xfrm>
            <a:off x="4756750" y="383651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− 16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3" name="Shape 1143"/>
        <p:cNvGrpSpPr/>
        <p:nvPr/>
      </p:nvGrpSpPr>
      <p:grpSpPr>
        <a:xfrm>
          <a:off x="0" y="0"/>
          <a:ext cx="0" cy="0"/>
        </a:xfrm>
      </p:grpSpPr>
      <p:sp>
        <p:nvSpPr>
          <p:cNvPr id="1144" name="Google Shape;114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cxnSp>
        <p:nvCxnSpPr>
          <p:cNvPr id="1145" name="Google Shape;1145;p76"/>
          <p:cNvCxnSpPr/>
          <p:nvPr/>
        </p:nvCxnSpPr>
        <p:spPr>
          <a:xfrm flipH="1">
            <a:off x="4584750" y="1539725"/>
            <a:ext cx="0" cy="3252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6" name="Google Shape;1146;p76"/>
          <p:cNvCxnSpPr/>
          <p:nvPr/>
        </p:nvCxnSpPr>
        <p:spPr>
          <a:xfrm>
            <a:off x="338250" y="3080375"/>
            <a:ext cx="8467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7" name="Google Shape;1147;p76"/>
          <p:cNvSpPr txBox="1"/>
          <p:nvPr>
            <p:ph type="body" idx="1"/>
          </p:nvPr>
        </p:nvSpPr>
        <p:spPr>
          <a:xfrm>
            <a:off x="324000" y="759300"/>
            <a:ext cx="8237700" cy="5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of these products of two binomials can be simplified to an expression with two terms?</a:t>
            </a:r>
            <a:endParaRPr sz="1800"/>
          </a:p>
        </p:txBody>
      </p:sp>
      <p:sp>
        <p:nvSpPr>
          <p:cNvPr id="1148" name="Google Shape;1148;p76"/>
          <p:cNvSpPr txBox="1"/>
          <p:nvPr/>
        </p:nvSpPr>
        <p:spPr>
          <a:xfrm>
            <a:off x="400200" y="1620000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9" name="Google Shape;1149;p76"/>
          <p:cNvSpPr txBox="1"/>
          <p:nvPr/>
        </p:nvSpPr>
        <p:spPr>
          <a:xfrm>
            <a:off x="414450" y="2137200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0" name="Google Shape;1150;p76"/>
          <p:cNvSpPr txBox="1"/>
          <p:nvPr/>
        </p:nvSpPr>
        <p:spPr>
          <a:xfrm>
            <a:off x="4756950" y="21714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1" name="Google Shape;1151;p76"/>
          <p:cNvSpPr txBox="1"/>
          <p:nvPr/>
        </p:nvSpPr>
        <p:spPr>
          <a:xfrm>
            <a:off x="4756950" y="161998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2" name="Google Shape;1152;p76"/>
          <p:cNvSpPr txBox="1"/>
          <p:nvPr/>
        </p:nvSpPr>
        <p:spPr>
          <a:xfrm>
            <a:off x="400200" y="326958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3" name="Google Shape;1153;p76"/>
          <p:cNvSpPr txBox="1"/>
          <p:nvPr/>
        </p:nvSpPr>
        <p:spPr>
          <a:xfrm>
            <a:off x="4756950" y="323998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54" name="Google Shape;1154;p76"/>
          <p:cNvGrpSpPr/>
          <p:nvPr/>
        </p:nvGrpSpPr>
        <p:grpSpPr>
          <a:xfrm>
            <a:off x="2399825" y="1384412"/>
            <a:ext cx="1920181" cy="1591402"/>
            <a:chOff x="4541823" y="2656772"/>
            <a:chExt cx="3033461" cy="2514064"/>
          </a:xfrm>
        </p:grpSpPr>
        <p:grpSp>
          <p:nvGrpSpPr>
            <p:cNvPr id="1155" name="Google Shape;1155;p76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156" name="Google Shape;1156;p76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7" name="Google Shape;1157;p76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8" name="Google Shape;1158;p76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9" name="Google Shape;1159;p76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60" name="Google Shape;1160;p76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61" name="Google Shape;1161;p76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2" name="Google Shape;1162;p76"/>
            <p:cNvSpPr txBox="1"/>
            <p:nvPr/>
          </p:nvSpPr>
          <p:spPr>
            <a:xfrm>
              <a:off x="5665784" y="2656772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163" name="Google Shape;1163;p76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64" name="Google Shape;1164;p76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65" name="Google Shape;1165;p76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66" name="Google Shape;1166;p76"/>
            <p:cNvSpPr txBox="1"/>
            <p:nvPr/>
          </p:nvSpPr>
          <p:spPr>
            <a:xfrm>
              <a:off x="4541823" y="4540205"/>
              <a:ext cx="6090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67" name="Google Shape;1167;p76"/>
          <p:cNvGrpSpPr/>
          <p:nvPr/>
        </p:nvGrpSpPr>
        <p:grpSpPr>
          <a:xfrm>
            <a:off x="2854915" y="1698247"/>
            <a:ext cx="1281720" cy="1280240"/>
            <a:chOff x="2854915" y="1698247"/>
            <a:chExt cx="1281720" cy="1280240"/>
          </a:xfrm>
        </p:grpSpPr>
        <p:sp>
          <p:nvSpPr>
            <p:cNvPr id="1168" name="Google Shape;1168;p76"/>
            <p:cNvSpPr/>
            <p:nvPr/>
          </p:nvSpPr>
          <p:spPr>
            <a:xfrm>
              <a:off x="2854915" y="1698247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9" name="Google Shape;1169;p76"/>
            <p:cNvSpPr/>
            <p:nvPr/>
          </p:nvSpPr>
          <p:spPr>
            <a:xfrm>
              <a:off x="2854916" y="2380587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0" name="Google Shape;1170;p76"/>
            <p:cNvSpPr/>
            <p:nvPr/>
          </p:nvSpPr>
          <p:spPr>
            <a:xfrm>
              <a:off x="3538735" y="2380587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1" name="Google Shape;1171;p76"/>
            <p:cNvSpPr/>
            <p:nvPr/>
          </p:nvSpPr>
          <p:spPr>
            <a:xfrm>
              <a:off x="3538735" y="1698247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72" name="Google Shape;1172;p76"/>
          <p:cNvGrpSpPr/>
          <p:nvPr/>
        </p:nvGrpSpPr>
        <p:grpSpPr>
          <a:xfrm>
            <a:off x="6913225" y="1307262"/>
            <a:ext cx="1754699" cy="1610827"/>
            <a:chOff x="4876550" y="2626084"/>
            <a:chExt cx="2772036" cy="2544751"/>
          </a:xfrm>
        </p:grpSpPr>
        <p:grpSp>
          <p:nvGrpSpPr>
            <p:cNvPr id="1173" name="Google Shape;1173;p76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174" name="Google Shape;1174;p76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5" name="Google Shape;1175;p76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6" name="Google Shape;1176;p76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7" name="Google Shape;1177;p76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78" name="Google Shape;1178;p76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79" name="Google Shape;1179;p76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0" name="Google Shape;1180;p76"/>
            <p:cNvSpPr txBox="1"/>
            <p:nvPr/>
          </p:nvSpPr>
          <p:spPr>
            <a:xfrm>
              <a:off x="5739086" y="2626084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−3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181" name="Google Shape;1181;p76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82" name="Google Shape;1182;p76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83" name="Google Shape;1183;p76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84" name="Google Shape;1184;p76"/>
            <p:cNvSpPr txBox="1"/>
            <p:nvPr/>
          </p:nvSpPr>
          <p:spPr>
            <a:xfrm>
              <a:off x="4876550" y="4540220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85" name="Google Shape;1185;p76"/>
          <p:cNvGrpSpPr/>
          <p:nvPr/>
        </p:nvGrpSpPr>
        <p:grpSpPr>
          <a:xfrm>
            <a:off x="7156433" y="1640522"/>
            <a:ext cx="1281720" cy="1280240"/>
            <a:chOff x="7156433" y="1640522"/>
            <a:chExt cx="1281720" cy="1280240"/>
          </a:xfrm>
        </p:grpSpPr>
        <p:sp>
          <p:nvSpPr>
            <p:cNvPr id="1186" name="Google Shape;1186;p76"/>
            <p:cNvSpPr/>
            <p:nvPr/>
          </p:nvSpPr>
          <p:spPr>
            <a:xfrm>
              <a:off x="7156433" y="1640522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7" name="Google Shape;1187;p76"/>
            <p:cNvSpPr/>
            <p:nvPr/>
          </p:nvSpPr>
          <p:spPr>
            <a:xfrm>
              <a:off x="7156434" y="2322862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8" name="Google Shape;1188;p76"/>
            <p:cNvSpPr/>
            <p:nvPr/>
          </p:nvSpPr>
          <p:spPr>
            <a:xfrm>
              <a:off x="7840253" y="2322862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−9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9" name="Google Shape;1189;p76"/>
            <p:cNvSpPr/>
            <p:nvPr/>
          </p:nvSpPr>
          <p:spPr>
            <a:xfrm>
              <a:off x="7840253" y="1640522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90" name="Google Shape;1190;p76"/>
          <p:cNvGrpSpPr/>
          <p:nvPr/>
        </p:nvGrpSpPr>
        <p:grpSpPr>
          <a:xfrm>
            <a:off x="2399825" y="3134724"/>
            <a:ext cx="1951631" cy="1593690"/>
            <a:chOff x="4541823" y="2653158"/>
            <a:chExt cx="3083145" cy="2517678"/>
          </a:xfrm>
        </p:grpSpPr>
        <p:grpSp>
          <p:nvGrpSpPr>
            <p:cNvPr id="1191" name="Google Shape;1191;p76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192" name="Google Shape;1192;p76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3" name="Google Shape;1193;p76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4" name="Google Shape;1194;p76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5" name="Google Shape;1195;p76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96" name="Google Shape;1196;p76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97" name="Google Shape;1197;p76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98" name="Google Shape;1198;p76"/>
            <p:cNvSpPr txBox="1"/>
            <p:nvPr/>
          </p:nvSpPr>
          <p:spPr>
            <a:xfrm>
              <a:off x="5715468" y="2653158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3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199" name="Google Shape;1199;p76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00" name="Google Shape;1200;p76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01" name="Google Shape;1201;p76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02" name="Google Shape;1202;p76"/>
            <p:cNvSpPr txBox="1"/>
            <p:nvPr/>
          </p:nvSpPr>
          <p:spPr>
            <a:xfrm>
              <a:off x="4541823" y="4540205"/>
              <a:ext cx="6090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03" name="Google Shape;1203;p76"/>
          <p:cNvGrpSpPr/>
          <p:nvPr/>
        </p:nvGrpSpPr>
        <p:grpSpPr>
          <a:xfrm>
            <a:off x="2854915" y="3450847"/>
            <a:ext cx="1281720" cy="1280240"/>
            <a:chOff x="2854915" y="3450847"/>
            <a:chExt cx="1281720" cy="1280240"/>
          </a:xfrm>
        </p:grpSpPr>
        <p:sp>
          <p:nvSpPr>
            <p:cNvPr id="1204" name="Google Shape;1204;p76"/>
            <p:cNvSpPr/>
            <p:nvPr/>
          </p:nvSpPr>
          <p:spPr>
            <a:xfrm>
              <a:off x="2854915" y="3450847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05" name="Google Shape;1205;p76"/>
            <p:cNvSpPr/>
            <p:nvPr/>
          </p:nvSpPr>
          <p:spPr>
            <a:xfrm>
              <a:off x="2854916" y="4133187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06" name="Google Shape;1206;p76"/>
            <p:cNvSpPr/>
            <p:nvPr/>
          </p:nvSpPr>
          <p:spPr>
            <a:xfrm>
              <a:off x="3538735" y="4133187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−9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07" name="Google Shape;1207;p76"/>
            <p:cNvSpPr/>
            <p:nvPr/>
          </p:nvSpPr>
          <p:spPr>
            <a:xfrm>
              <a:off x="3538735" y="3450847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08" name="Google Shape;1208;p76"/>
          <p:cNvGrpSpPr/>
          <p:nvPr/>
        </p:nvGrpSpPr>
        <p:grpSpPr>
          <a:xfrm>
            <a:off x="6927580" y="3137812"/>
            <a:ext cx="1740338" cy="1654502"/>
            <a:chOff x="4876607" y="2557088"/>
            <a:chExt cx="2749349" cy="2613748"/>
          </a:xfrm>
        </p:grpSpPr>
        <p:grpSp>
          <p:nvGrpSpPr>
            <p:cNvPr id="1209" name="Google Shape;1209;p76"/>
            <p:cNvGrpSpPr/>
            <p:nvPr/>
          </p:nvGrpSpPr>
          <p:grpSpPr>
            <a:xfrm>
              <a:off x="5249119" y="3161612"/>
              <a:ext cx="2033720" cy="2009224"/>
              <a:chOff x="964913" y="2012573"/>
              <a:chExt cx="1684798" cy="2015270"/>
            </a:xfrm>
          </p:grpSpPr>
          <p:sp>
            <p:nvSpPr>
              <p:cNvPr id="1210" name="Google Shape;1210;p76"/>
              <p:cNvSpPr/>
              <p:nvPr/>
            </p:nvSpPr>
            <p:spPr>
              <a:xfrm>
                <a:off x="964913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1" name="Google Shape;1211;p76"/>
              <p:cNvSpPr/>
              <p:nvPr/>
            </p:nvSpPr>
            <p:spPr>
              <a:xfrm>
                <a:off x="1867311" y="2012573"/>
                <a:ext cx="7824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2" name="Google Shape;1212;p76"/>
              <p:cNvSpPr/>
              <p:nvPr/>
            </p:nvSpPr>
            <p:spPr>
              <a:xfrm>
                <a:off x="1867311" y="3080443"/>
                <a:ext cx="7824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3" name="Google Shape;1213;p76"/>
              <p:cNvSpPr/>
              <p:nvPr/>
            </p:nvSpPr>
            <p:spPr>
              <a:xfrm>
                <a:off x="964913" y="3080443"/>
                <a:ext cx="894600" cy="947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214" name="Google Shape;1214;p76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15" name="Google Shape;1215;p76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6" name="Google Shape;1216;p76"/>
            <p:cNvSpPr txBox="1"/>
            <p:nvPr/>
          </p:nvSpPr>
          <p:spPr>
            <a:xfrm>
              <a:off x="5716455" y="2557088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17" name="Google Shape;1217;p76"/>
            <p:cNvCxnSpPr/>
            <p:nvPr/>
          </p:nvCxnSpPr>
          <p:spPr>
            <a:xfrm>
              <a:off x="5249120" y="3083564"/>
              <a:ext cx="106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18" name="Google Shape;1218;p76"/>
            <p:cNvCxnSpPr/>
            <p:nvPr/>
          </p:nvCxnSpPr>
          <p:spPr>
            <a:xfrm>
              <a:off x="6370331" y="3083555"/>
              <a:ext cx="91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19" name="Google Shape;1219;p76"/>
            <p:cNvCxnSpPr/>
            <p:nvPr/>
          </p:nvCxnSpPr>
          <p:spPr>
            <a:xfrm flipH="1">
              <a:off x="5127328" y="4214575"/>
              <a:ext cx="0" cy="91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20" name="Google Shape;1220;p76"/>
            <p:cNvSpPr txBox="1"/>
            <p:nvPr/>
          </p:nvSpPr>
          <p:spPr>
            <a:xfrm>
              <a:off x="4876607" y="454020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21" name="Google Shape;1221;p76"/>
          <p:cNvGrpSpPr/>
          <p:nvPr/>
        </p:nvGrpSpPr>
        <p:grpSpPr>
          <a:xfrm>
            <a:off x="7170752" y="3514747"/>
            <a:ext cx="1281720" cy="1280240"/>
            <a:chOff x="7170752" y="3514747"/>
            <a:chExt cx="1281720" cy="1280240"/>
          </a:xfrm>
        </p:grpSpPr>
        <p:sp>
          <p:nvSpPr>
            <p:cNvPr id="1222" name="Google Shape;1222;p76"/>
            <p:cNvSpPr/>
            <p:nvPr/>
          </p:nvSpPr>
          <p:spPr>
            <a:xfrm>
              <a:off x="7170752" y="3514747"/>
              <a:ext cx="6837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9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9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23" name="Google Shape;1223;p76"/>
            <p:cNvSpPr/>
            <p:nvPr/>
          </p:nvSpPr>
          <p:spPr>
            <a:xfrm>
              <a:off x="7170753" y="4197087"/>
              <a:ext cx="6837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24" name="Google Shape;1224;p76"/>
            <p:cNvSpPr/>
            <p:nvPr/>
          </p:nvSpPr>
          <p:spPr>
            <a:xfrm>
              <a:off x="7854573" y="4197087"/>
              <a:ext cx="597900" cy="597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19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25" name="Google Shape;1225;p76"/>
            <p:cNvSpPr/>
            <p:nvPr/>
          </p:nvSpPr>
          <p:spPr>
            <a:xfrm>
              <a:off x="7854573" y="3514747"/>
              <a:ext cx="597900" cy="68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9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9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26" name="Google Shape;1226;p76"/>
          <p:cNvSpPr txBox="1"/>
          <p:nvPr/>
        </p:nvSpPr>
        <p:spPr>
          <a:xfrm>
            <a:off x="414450" y="377951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7" name="Google Shape;1227;p76"/>
          <p:cNvSpPr txBox="1"/>
          <p:nvPr/>
        </p:nvSpPr>
        <p:spPr>
          <a:xfrm>
            <a:off x="4756750" y="3836513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8" name="Google Shape;1228;p76"/>
          <p:cNvSpPr/>
          <p:nvPr/>
        </p:nvSpPr>
        <p:spPr>
          <a:xfrm>
            <a:off x="368800" y="3240000"/>
            <a:ext cx="1440000" cy="90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76"/>
          <p:cNvSpPr/>
          <p:nvPr/>
        </p:nvSpPr>
        <p:spPr>
          <a:xfrm>
            <a:off x="4711950" y="1589200"/>
            <a:ext cx="1440000" cy="90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3" name="Shape 1233"/>
        <p:cNvGrpSpPr/>
        <p:nvPr/>
      </p:nvGrpSpPr>
      <p:grpSpPr>
        <a:xfrm>
          <a:off x="0" y="0"/>
          <a:ext cx="0" cy="0"/>
        </a:xfrm>
      </p:grpSpPr>
      <p:sp>
        <p:nvSpPr>
          <p:cNvPr id="1234" name="Google Shape;123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235" name="Google Shape;1235;p77"/>
          <p:cNvSpPr txBox="1"/>
          <p:nvPr>
            <p:ph type="body" idx="1"/>
          </p:nvPr>
        </p:nvSpPr>
        <p:spPr>
          <a:xfrm>
            <a:off x="324000" y="759300"/>
            <a:ext cx="8237700" cy="5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of these products of two binomials can be simplified to an expression with two terms?</a:t>
            </a:r>
            <a:endParaRPr sz="1800"/>
          </a:p>
        </p:txBody>
      </p:sp>
      <p:sp>
        <p:nvSpPr>
          <p:cNvPr id="1236" name="Google Shape;1236;p77"/>
          <p:cNvSpPr txBox="1"/>
          <p:nvPr/>
        </p:nvSpPr>
        <p:spPr>
          <a:xfrm>
            <a:off x="400200" y="1620000"/>
            <a:ext cx="139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7" name="Google Shape;1237;p77"/>
          <p:cNvSpPr txBox="1"/>
          <p:nvPr/>
        </p:nvSpPr>
        <p:spPr>
          <a:xfrm>
            <a:off x="324000" y="2160000"/>
            <a:ext cx="2006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− 16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8" name="Google Shape;1238;p77"/>
          <p:cNvSpPr txBox="1"/>
          <p:nvPr/>
        </p:nvSpPr>
        <p:spPr>
          <a:xfrm>
            <a:off x="324000" y="3293700"/>
            <a:ext cx="139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9" name="Google Shape;1239;p77"/>
          <p:cNvSpPr txBox="1"/>
          <p:nvPr/>
        </p:nvSpPr>
        <p:spPr>
          <a:xfrm>
            <a:off x="3592650" y="1620000"/>
            <a:ext cx="139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0" name="Google Shape;1240;p77"/>
          <p:cNvSpPr txBox="1"/>
          <p:nvPr/>
        </p:nvSpPr>
        <p:spPr>
          <a:xfrm>
            <a:off x="324000" y="2624325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− 16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1" name="Google Shape;1241;p77"/>
          <p:cNvSpPr txBox="1"/>
          <p:nvPr/>
        </p:nvSpPr>
        <p:spPr>
          <a:xfrm>
            <a:off x="3592650" y="3293700"/>
            <a:ext cx="139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2" name="Google Shape;1242;p77"/>
          <p:cNvSpPr txBox="1"/>
          <p:nvPr/>
        </p:nvSpPr>
        <p:spPr>
          <a:xfrm>
            <a:off x="6785100" y="1620000"/>
            <a:ext cx="139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3" name="Google Shape;1243;p77"/>
          <p:cNvSpPr txBox="1"/>
          <p:nvPr/>
        </p:nvSpPr>
        <p:spPr>
          <a:xfrm>
            <a:off x="6785100" y="3293700"/>
            <a:ext cx="139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4" name="Google Shape;1244;p77"/>
          <p:cNvSpPr txBox="1"/>
          <p:nvPr/>
        </p:nvSpPr>
        <p:spPr>
          <a:xfrm>
            <a:off x="3600600" y="2160000"/>
            <a:ext cx="2006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5" name="Google Shape;1245;p77"/>
          <p:cNvSpPr txBox="1"/>
          <p:nvPr/>
        </p:nvSpPr>
        <p:spPr>
          <a:xfrm>
            <a:off x="3600600" y="2624325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6" name="Google Shape;1246;p77"/>
          <p:cNvSpPr txBox="1"/>
          <p:nvPr/>
        </p:nvSpPr>
        <p:spPr>
          <a:xfrm>
            <a:off x="6801000" y="2160000"/>
            <a:ext cx="2006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+ 16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7" name="Google Shape;1247;p77"/>
          <p:cNvSpPr txBox="1"/>
          <p:nvPr/>
        </p:nvSpPr>
        <p:spPr>
          <a:xfrm>
            <a:off x="6801000" y="2624325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8" name="Google Shape;1248;p77"/>
          <p:cNvSpPr txBox="1"/>
          <p:nvPr/>
        </p:nvSpPr>
        <p:spPr>
          <a:xfrm>
            <a:off x="324000" y="3780000"/>
            <a:ext cx="2006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9" name="Google Shape;1249;p77"/>
          <p:cNvSpPr txBox="1"/>
          <p:nvPr/>
        </p:nvSpPr>
        <p:spPr>
          <a:xfrm>
            <a:off x="324000" y="4244325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0" name="Google Shape;1250;p77"/>
          <p:cNvSpPr txBox="1"/>
          <p:nvPr/>
        </p:nvSpPr>
        <p:spPr>
          <a:xfrm>
            <a:off x="3600600" y="3780000"/>
            <a:ext cx="2006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1" name="Google Shape;1251;p77"/>
          <p:cNvSpPr txBox="1"/>
          <p:nvPr/>
        </p:nvSpPr>
        <p:spPr>
          <a:xfrm>
            <a:off x="3600600" y="4244325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2" name="Google Shape;1252;p77"/>
          <p:cNvSpPr txBox="1"/>
          <p:nvPr/>
        </p:nvSpPr>
        <p:spPr>
          <a:xfrm>
            <a:off x="6801000" y="3780000"/>
            <a:ext cx="2006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3" name="Google Shape;1253;p77"/>
          <p:cNvSpPr txBox="1"/>
          <p:nvPr/>
        </p:nvSpPr>
        <p:spPr>
          <a:xfrm>
            <a:off x="6801000" y="4244325"/>
            <a:ext cx="1659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54" name="Google Shape;125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483" y="162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1983" y="32937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9" name="Shape 1259"/>
        <p:cNvGrpSpPr/>
        <p:nvPr/>
      </p:nvGrpSpPr>
      <p:grpSpPr>
        <a:xfrm>
          <a:off x="0" y="0"/>
          <a:ext cx="0" cy="0"/>
        </a:xfrm>
      </p:grpSpPr>
      <p:sp>
        <p:nvSpPr>
          <p:cNvPr id="1260" name="Google Shape;1260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261" name="Google Shape;1261;p78"/>
          <p:cNvSpPr txBox="1"/>
          <p:nvPr>
            <p:ph type="body" idx="1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Fill in the area models for these products of two binomials. Write your answer as a simplified expression </a:t>
            </a:r>
            <a:endParaRPr sz="1800"/>
          </a:p>
        </p:txBody>
      </p:sp>
      <p:sp>
        <p:nvSpPr>
          <p:cNvPr id="1262" name="Google Shape;1262;p78"/>
          <p:cNvSpPr/>
          <p:nvPr/>
        </p:nvSpPr>
        <p:spPr>
          <a:xfrm>
            <a:off x="7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3" name="Google Shape;1263;p78"/>
          <p:cNvCxnSpPr/>
          <p:nvPr/>
        </p:nvCxnSpPr>
        <p:spPr>
          <a:xfrm flipH="1">
            <a:off x="688031" y="1707129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64" name="Google Shape;1264;p78"/>
          <p:cNvSpPr txBox="1"/>
          <p:nvPr/>
        </p:nvSpPr>
        <p:spPr>
          <a:xfrm>
            <a:off x="524875" y="2011142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5" name="Google Shape;1265;p78"/>
          <p:cNvSpPr txBox="1"/>
          <p:nvPr/>
        </p:nvSpPr>
        <p:spPr>
          <a:xfrm>
            <a:off x="1193256" y="1305462"/>
            <a:ext cx="9831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66" name="Google Shape;1266;p78"/>
          <p:cNvCxnSpPr/>
          <p:nvPr/>
        </p:nvCxnSpPr>
        <p:spPr>
          <a:xfrm>
            <a:off x="790439" y="1626311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67" name="Google Shape;1267;p78"/>
          <p:cNvCxnSpPr/>
          <p:nvPr/>
        </p:nvCxnSpPr>
        <p:spPr>
          <a:xfrm>
            <a:off x="1647587" y="1626317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268" name="Google Shape;1268;p78"/>
          <p:cNvGrpSpPr/>
          <p:nvPr/>
        </p:nvGrpSpPr>
        <p:grpSpPr>
          <a:xfrm>
            <a:off x="798090" y="1706970"/>
            <a:ext cx="1274469" cy="1281348"/>
            <a:chOff x="964912" y="2012575"/>
            <a:chExt cx="2022645" cy="1986586"/>
          </a:xfrm>
        </p:grpSpPr>
        <p:sp>
          <p:nvSpPr>
            <p:cNvPr id="1269" name="Google Shape;1269;p78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78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7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78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73" name="Google Shape;1273;p78"/>
          <p:cNvCxnSpPr/>
          <p:nvPr/>
        </p:nvCxnSpPr>
        <p:spPr>
          <a:xfrm flipH="1">
            <a:off x="688026" y="2517535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74" name="Google Shape;1274;p78"/>
          <p:cNvSpPr txBox="1"/>
          <p:nvPr/>
        </p:nvSpPr>
        <p:spPr>
          <a:xfrm>
            <a:off x="469288" y="2618274"/>
            <a:ext cx="1605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5" name="Google Shape;1275;p78"/>
          <p:cNvSpPr txBox="1"/>
          <p:nvPr/>
        </p:nvSpPr>
        <p:spPr>
          <a:xfrm>
            <a:off x="2175425" y="1950350"/>
            <a:ext cx="20655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        </a:t>
            </a: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6" name="Google Shape;1276;p78"/>
          <p:cNvSpPr txBox="1"/>
          <p:nvPr/>
        </p:nvSpPr>
        <p:spPr>
          <a:xfrm>
            <a:off x="3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78"/>
          <p:cNvSpPr/>
          <p:nvPr/>
        </p:nvSpPr>
        <p:spPr>
          <a:xfrm>
            <a:off x="8553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8" name="Google Shape;1278;p78"/>
          <p:cNvCxnSpPr/>
          <p:nvPr/>
        </p:nvCxnSpPr>
        <p:spPr>
          <a:xfrm flipH="1">
            <a:off x="745331" y="3488336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79" name="Google Shape;1279;p78"/>
          <p:cNvSpPr txBox="1"/>
          <p:nvPr/>
        </p:nvSpPr>
        <p:spPr>
          <a:xfrm>
            <a:off x="582175" y="3792349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0" name="Google Shape;1280;p78"/>
          <p:cNvSpPr txBox="1"/>
          <p:nvPr/>
        </p:nvSpPr>
        <p:spPr>
          <a:xfrm>
            <a:off x="1193243" y="3044250"/>
            <a:ext cx="9831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81" name="Google Shape;1281;p78"/>
          <p:cNvCxnSpPr/>
          <p:nvPr/>
        </p:nvCxnSpPr>
        <p:spPr>
          <a:xfrm>
            <a:off x="847739" y="3407518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82" name="Google Shape;1282;p78"/>
          <p:cNvCxnSpPr/>
          <p:nvPr/>
        </p:nvCxnSpPr>
        <p:spPr>
          <a:xfrm>
            <a:off x="1704887" y="3407524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283" name="Google Shape;1283;p78"/>
          <p:cNvGrpSpPr/>
          <p:nvPr/>
        </p:nvGrpSpPr>
        <p:grpSpPr>
          <a:xfrm>
            <a:off x="855390" y="3488177"/>
            <a:ext cx="1274469" cy="1281348"/>
            <a:chOff x="964912" y="2012575"/>
            <a:chExt cx="2022645" cy="1986586"/>
          </a:xfrm>
        </p:grpSpPr>
        <p:sp>
          <p:nvSpPr>
            <p:cNvPr id="1284" name="Google Shape;1284;p78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78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7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78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88" name="Google Shape;1288;p78"/>
          <p:cNvCxnSpPr/>
          <p:nvPr/>
        </p:nvCxnSpPr>
        <p:spPr>
          <a:xfrm flipH="1">
            <a:off x="745326" y="4298742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9" name="Google Shape;1289;p78"/>
          <p:cNvSpPr txBox="1"/>
          <p:nvPr/>
        </p:nvSpPr>
        <p:spPr>
          <a:xfrm>
            <a:off x="345496" y="4363657"/>
            <a:ext cx="4575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10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0" name="Google Shape;1290;p78"/>
          <p:cNvSpPr txBox="1"/>
          <p:nvPr/>
        </p:nvSpPr>
        <p:spPr>
          <a:xfrm>
            <a:off x="2232725" y="3731575"/>
            <a:ext cx="183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0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1" name="Google Shape;1291;p78"/>
          <p:cNvSpPr txBox="1"/>
          <p:nvPr/>
        </p:nvSpPr>
        <p:spPr>
          <a:xfrm>
            <a:off x="3813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78"/>
          <p:cNvSpPr/>
          <p:nvPr/>
        </p:nvSpPr>
        <p:spPr>
          <a:xfrm>
            <a:off x="52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3" name="Google Shape;1293;p78"/>
          <p:cNvCxnSpPr/>
          <p:nvPr/>
        </p:nvCxnSpPr>
        <p:spPr>
          <a:xfrm flipH="1">
            <a:off x="5188031" y="1707129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94" name="Google Shape;1294;p78"/>
          <p:cNvSpPr txBox="1"/>
          <p:nvPr/>
        </p:nvSpPr>
        <p:spPr>
          <a:xfrm>
            <a:off x="5024875" y="2011142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5" name="Google Shape;1295;p78"/>
          <p:cNvSpPr txBox="1"/>
          <p:nvPr/>
        </p:nvSpPr>
        <p:spPr>
          <a:xfrm>
            <a:off x="5690475" y="1254450"/>
            <a:ext cx="9831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96" name="Google Shape;1296;p78"/>
          <p:cNvCxnSpPr/>
          <p:nvPr/>
        </p:nvCxnSpPr>
        <p:spPr>
          <a:xfrm>
            <a:off x="5290439" y="1626311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97" name="Google Shape;1297;p78"/>
          <p:cNvCxnSpPr/>
          <p:nvPr/>
        </p:nvCxnSpPr>
        <p:spPr>
          <a:xfrm>
            <a:off x="6147587" y="1626317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298" name="Google Shape;1298;p78"/>
          <p:cNvGrpSpPr/>
          <p:nvPr/>
        </p:nvGrpSpPr>
        <p:grpSpPr>
          <a:xfrm>
            <a:off x="5298090" y="1706970"/>
            <a:ext cx="1274469" cy="1281348"/>
            <a:chOff x="964912" y="2012575"/>
            <a:chExt cx="2022645" cy="1986586"/>
          </a:xfrm>
        </p:grpSpPr>
        <p:sp>
          <p:nvSpPr>
            <p:cNvPr id="1299" name="Google Shape;1299;p78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78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7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78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03" name="Google Shape;1303;p78"/>
          <p:cNvCxnSpPr/>
          <p:nvPr/>
        </p:nvCxnSpPr>
        <p:spPr>
          <a:xfrm flipH="1">
            <a:off x="5188026" y="2517535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04" name="Google Shape;1304;p78"/>
          <p:cNvSpPr txBox="1"/>
          <p:nvPr/>
        </p:nvSpPr>
        <p:spPr>
          <a:xfrm>
            <a:off x="4813986" y="2618275"/>
            <a:ext cx="3660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5" name="Google Shape;1305;p78"/>
          <p:cNvSpPr txBox="1"/>
          <p:nvPr/>
        </p:nvSpPr>
        <p:spPr>
          <a:xfrm>
            <a:off x="6675426" y="1950362"/>
            <a:ext cx="1462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0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6" name="Google Shape;1306;p78"/>
          <p:cNvSpPr txBox="1"/>
          <p:nvPr/>
        </p:nvSpPr>
        <p:spPr>
          <a:xfrm>
            <a:off x="48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78"/>
          <p:cNvSpPr/>
          <p:nvPr/>
        </p:nvSpPr>
        <p:spPr>
          <a:xfrm>
            <a:off x="52980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8" name="Google Shape;1308;p78"/>
          <p:cNvCxnSpPr/>
          <p:nvPr/>
        </p:nvCxnSpPr>
        <p:spPr>
          <a:xfrm flipH="1">
            <a:off x="5188031" y="3488336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09" name="Google Shape;1309;p78"/>
          <p:cNvSpPr txBox="1"/>
          <p:nvPr/>
        </p:nvSpPr>
        <p:spPr>
          <a:xfrm>
            <a:off x="5024875" y="3792349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0" name="Google Shape;1310;p78"/>
          <p:cNvSpPr txBox="1"/>
          <p:nvPr/>
        </p:nvSpPr>
        <p:spPr>
          <a:xfrm>
            <a:off x="5690481" y="3044247"/>
            <a:ext cx="9831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−0.5</a:t>
            </a:r>
            <a:r>
              <a:rPr lang="en-GB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11" name="Google Shape;1311;p78"/>
          <p:cNvCxnSpPr/>
          <p:nvPr/>
        </p:nvCxnSpPr>
        <p:spPr>
          <a:xfrm>
            <a:off x="5290439" y="3407518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12" name="Google Shape;1312;p78"/>
          <p:cNvCxnSpPr/>
          <p:nvPr/>
        </p:nvCxnSpPr>
        <p:spPr>
          <a:xfrm>
            <a:off x="6147587" y="3407524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13" name="Google Shape;1313;p78"/>
          <p:cNvGrpSpPr/>
          <p:nvPr/>
        </p:nvGrpSpPr>
        <p:grpSpPr>
          <a:xfrm>
            <a:off x="5298090" y="3488177"/>
            <a:ext cx="1274469" cy="1281348"/>
            <a:chOff x="964912" y="2012575"/>
            <a:chExt cx="2022645" cy="1986586"/>
          </a:xfrm>
        </p:grpSpPr>
        <p:sp>
          <p:nvSpPr>
            <p:cNvPr id="1314" name="Google Shape;1314;p78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78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6" name="Google Shape;1316;p7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7" name="Google Shape;1317;p78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18" name="Google Shape;1318;p78"/>
          <p:cNvCxnSpPr/>
          <p:nvPr/>
        </p:nvCxnSpPr>
        <p:spPr>
          <a:xfrm flipH="1">
            <a:off x="5188026" y="4298742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19" name="Google Shape;1319;p78"/>
          <p:cNvSpPr txBox="1"/>
          <p:nvPr/>
        </p:nvSpPr>
        <p:spPr>
          <a:xfrm>
            <a:off x="4847178" y="4399475"/>
            <a:ext cx="3660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0.5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0" name="Google Shape;1320;p78"/>
          <p:cNvSpPr txBox="1"/>
          <p:nvPr/>
        </p:nvSpPr>
        <p:spPr>
          <a:xfrm>
            <a:off x="6675425" y="3731575"/>
            <a:ext cx="1949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− 0.5)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1" name="Google Shape;1321;p78"/>
          <p:cNvSpPr txBox="1"/>
          <p:nvPr/>
        </p:nvSpPr>
        <p:spPr>
          <a:xfrm>
            <a:off x="48240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5" name="Shape 1325"/>
        <p:cNvGrpSpPr/>
        <p:nvPr/>
      </p:nvGrpSpPr>
      <p:grpSpPr>
        <a:xfrm>
          <a:off x="0" y="0"/>
          <a:ext cx="0" cy="0"/>
        </a:xfrm>
      </p:grpSpPr>
      <p:sp>
        <p:nvSpPr>
          <p:cNvPr id="1326" name="Google Shape;1326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327" name="Google Shape;1327;p79"/>
          <p:cNvSpPr txBox="1"/>
          <p:nvPr>
            <p:ph type="body" idx="1"/>
          </p:nvPr>
        </p:nvSpPr>
        <p:spPr>
          <a:xfrm>
            <a:off x="324000" y="759300"/>
            <a:ext cx="8496000" cy="73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Which of these products of two binomials can be simplified to an expression with exactly two terms? </a:t>
            </a:r>
            <a:endParaRPr sz="1800"/>
          </a:p>
        </p:txBody>
      </p:sp>
      <p:sp>
        <p:nvSpPr>
          <p:cNvPr id="1328" name="Google Shape;1328;p79"/>
          <p:cNvSpPr txBox="1"/>
          <p:nvPr/>
        </p:nvSpPr>
        <p:spPr>
          <a:xfrm>
            <a:off x="9026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9)(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13)(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329" name="Google Shape;1329;p79"/>
          <p:cNvGraphicFramePr>
            <a:graphicFrameLocks noGrp="1"/>
          </p:cNvGraphicFramePr>
          <p:nvPr/>
        </p:nvGraphicFramePr>
        <p:xfrm>
          <a:off x="388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30" name="Google Shape;1330;p79"/>
          <p:cNvSpPr txBox="1"/>
          <p:nvPr/>
        </p:nvSpPr>
        <p:spPr>
          <a:xfrm>
            <a:off x="60108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− 5.5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0.8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− 0.37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 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1.85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1" name="Google Shape;1331;p79"/>
          <p:cNvSpPr txBox="1"/>
          <p:nvPr/>
        </p:nvSpPr>
        <p:spPr>
          <a:xfrm>
            <a:off x="34567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2.4)(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+ 2.4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+ 5.5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32" name="Google Shape;1332;p79" descr="&lt;math xmlns=&quot;http://www.w3.org/1998/Math/MathML&quot; display=&quot;block&quot; data-is-equatio=&quot;1&quot; data-latex=&quot;\frac{11}{2}&quot;&gt;&lt;mfrac&gt;&lt;mn&gt;11&lt;/mn&gt;&lt;mn&gt;2&lt;/mn&gt;&lt;/mfrac&gt;&lt;/math&gt;" title="el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098" y="1442253"/>
            <a:ext cx="257300" cy="463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79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5950" y="2261479"/>
            <a:ext cx="143259" cy="46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79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1307" y="3070155"/>
            <a:ext cx="143250" cy="47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79" descr="&lt;math xmlns=&quot;http://www.w3.org/1998/Math/MathML&quot; display=&quot;block&quot; data-is-equatio=&quot;1&quot; data-latex=&quot;\frac{17}{20}&quot;&gt;&lt;mfrac&gt;&lt;mn&gt;17&lt;/mn&gt;&lt;mn&gt;20&lt;/mn&gt;&lt;/mfrac&gt;&lt;/math&gt;" title="1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5766" y="3884284"/>
            <a:ext cx="257300" cy="4739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6" name="Google Shape;1336;p79"/>
          <p:cNvGraphicFramePr>
            <a:graphicFrameLocks noGrp="1"/>
          </p:cNvGraphicFramePr>
          <p:nvPr/>
        </p:nvGraphicFramePr>
        <p:xfrm>
          <a:off x="3055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337" name="Google Shape;1337;p79"/>
          <p:cNvGraphicFramePr>
            <a:graphicFrameLocks noGrp="1"/>
          </p:cNvGraphicFramePr>
          <p:nvPr/>
        </p:nvGraphicFramePr>
        <p:xfrm>
          <a:off x="559352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591150"/>
              </a:tblGrid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1" name="Shape 1341"/>
        <p:cNvGrpSpPr/>
        <p:nvPr/>
      </p:nvGrpSpPr>
      <p:grpSpPr>
        <a:xfrm>
          <a:off x="0" y="0"/>
          <a:ext cx="0" cy="0"/>
        </a:xfrm>
      </p:grpSpPr>
      <p:sp>
        <p:nvSpPr>
          <p:cNvPr id="1342" name="Google Shape;1342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343" name="Google Shape;1343;p80"/>
          <p:cNvSpPr txBox="1"/>
          <p:nvPr>
            <p:ph type="body" idx="1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Match a binomial in the left column with a binomial in the middle column and find its product in the end column. </a:t>
            </a:r>
            <a:endParaRPr sz="1800"/>
          </a:p>
        </p:txBody>
      </p:sp>
      <p:graphicFrame>
        <p:nvGraphicFramePr>
          <p:cNvPr id="1344" name="Google Shape;1344;p80"/>
          <p:cNvGraphicFramePr>
            <a:graphicFrameLocks noGrp="1"/>
          </p:cNvGraphicFramePr>
          <p:nvPr/>
        </p:nvGraphicFramePr>
        <p:xfrm>
          <a:off x="297425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7725"/>
                <a:gridCol w="1594050"/>
                <a:gridCol w="467900"/>
                <a:gridCol w="1594125"/>
                <a:gridCol w="467900"/>
                <a:gridCol w="2570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6)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− 49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7)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− 10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+ 9)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8" name="Shape 1348"/>
        <p:cNvGrpSpPr/>
        <p:nvPr/>
      </p:nvGrpSpPr>
      <p:grpSpPr>
        <a:xfrm>
          <a:off x="0" y="0"/>
          <a:ext cx="0" cy="0"/>
        </a:xfrm>
      </p:grpSpPr>
      <p:sp>
        <p:nvSpPr>
          <p:cNvPr id="1349" name="Google Shape;1349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350" name="Google Shape;1350;p81"/>
          <p:cNvSpPr txBox="1"/>
          <p:nvPr>
            <p:ph type="body" idx="1"/>
          </p:nvPr>
        </p:nvSpPr>
        <p:spPr>
          <a:xfrm>
            <a:off x="324000" y="759300"/>
            <a:ext cx="8237700" cy="25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Fill in the area models for these products of two binomials. Write your answer as a simplified expression </a:t>
            </a:r>
            <a:endParaRPr sz="1800"/>
          </a:p>
        </p:txBody>
      </p:sp>
      <p:sp>
        <p:nvSpPr>
          <p:cNvPr id="1351" name="Google Shape;1351;p81"/>
          <p:cNvSpPr/>
          <p:nvPr/>
        </p:nvSpPr>
        <p:spPr>
          <a:xfrm>
            <a:off x="7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2" name="Google Shape;1352;p81"/>
          <p:cNvCxnSpPr/>
          <p:nvPr/>
        </p:nvCxnSpPr>
        <p:spPr>
          <a:xfrm flipH="1">
            <a:off x="688031" y="1707129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53" name="Google Shape;1353;p81"/>
          <p:cNvSpPr txBox="1"/>
          <p:nvPr/>
        </p:nvSpPr>
        <p:spPr>
          <a:xfrm>
            <a:off x="524875" y="2011142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4" name="Google Shape;1354;p81"/>
          <p:cNvSpPr txBox="1"/>
          <p:nvPr/>
        </p:nvSpPr>
        <p:spPr>
          <a:xfrm>
            <a:off x="1193256" y="1282525"/>
            <a:ext cx="9831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55" name="Google Shape;1355;p81"/>
          <p:cNvCxnSpPr/>
          <p:nvPr/>
        </p:nvCxnSpPr>
        <p:spPr>
          <a:xfrm>
            <a:off x="790439" y="1626311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56" name="Google Shape;1356;p81"/>
          <p:cNvCxnSpPr/>
          <p:nvPr/>
        </p:nvCxnSpPr>
        <p:spPr>
          <a:xfrm>
            <a:off x="1647587" y="1626317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57" name="Google Shape;1357;p81"/>
          <p:cNvGrpSpPr/>
          <p:nvPr/>
        </p:nvGrpSpPr>
        <p:grpSpPr>
          <a:xfrm>
            <a:off x="798090" y="1706970"/>
            <a:ext cx="1274469" cy="1281348"/>
            <a:chOff x="964912" y="2012575"/>
            <a:chExt cx="2022645" cy="1986586"/>
          </a:xfrm>
        </p:grpSpPr>
        <p:sp>
          <p:nvSpPr>
            <p:cNvPr id="1358" name="Google Shape;1358;p8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9" name="Google Shape;1359;p81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8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8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62" name="Google Shape;1362;p81"/>
          <p:cNvCxnSpPr/>
          <p:nvPr/>
        </p:nvCxnSpPr>
        <p:spPr>
          <a:xfrm flipH="1">
            <a:off x="688026" y="2517535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3" name="Google Shape;1363;p81"/>
          <p:cNvSpPr txBox="1"/>
          <p:nvPr/>
        </p:nvSpPr>
        <p:spPr>
          <a:xfrm>
            <a:off x="469288" y="2618274"/>
            <a:ext cx="1605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4" name="Google Shape;1364;p81"/>
          <p:cNvSpPr txBox="1"/>
          <p:nvPr/>
        </p:nvSpPr>
        <p:spPr>
          <a:xfrm>
            <a:off x="2182625" y="1713625"/>
            <a:ext cx="20655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5" name="Google Shape;1365;p81"/>
          <p:cNvSpPr txBox="1"/>
          <p:nvPr/>
        </p:nvSpPr>
        <p:spPr>
          <a:xfrm>
            <a:off x="3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1"/>
          <p:cNvSpPr/>
          <p:nvPr/>
        </p:nvSpPr>
        <p:spPr>
          <a:xfrm>
            <a:off x="8553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7" name="Google Shape;1367;p81"/>
          <p:cNvCxnSpPr/>
          <p:nvPr/>
        </p:nvCxnSpPr>
        <p:spPr>
          <a:xfrm flipH="1">
            <a:off x="745331" y="3488336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8" name="Google Shape;1368;p81"/>
          <p:cNvSpPr txBox="1"/>
          <p:nvPr/>
        </p:nvSpPr>
        <p:spPr>
          <a:xfrm>
            <a:off x="582175" y="3792349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9" name="Google Shape;1369;p81"/>
          <p:cNvSpPr txBox="1"/>
          <p:nvPr/>
        </p:nvSpPr>
        <p:spPr>
          <a:xfrm>
            <a:off x="1190468" y="3044250"/>
            <a:ext cx="9831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70" name="Google Shape;1370;p81"/>
          <p:cNvCxnSpPr/>
          <p:nvPr/>
        </p:nvCxnSpPr>
        <p:spPr>
          <a:xfrm>
            <a:off x="847739" y="3407518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71" name="Google Shape;1371;p81"/>
          <p:cNvCxnSpPr/>
          <p:nvPr/>
        </p:nvCxnSpPr>
        <p:spPr>
          <a:xfrm>
            <a:off x="1704887" y="3407524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72" name="Google Shape;1372;p81"/>
          <p:cNvGrpSpPr/>
          <p:nvPr/>
        </p:nvGrpSpPr>
        <p:grpSpPr>
          <a:xfrm>
            <a:off x="855390" y="3488177"/>
            <a:ext cx="1274469" cy="1281348"/>
            <a:chOff x="964912" y="2012575"/>
            <a:chExt cx="2022645" cy="1986586"/>
          </a:xfrm>
        </p:grpSpPr>
        <p:sp>
          <p:nvSpPr>
            <p:cNvPr id="1373" name="Google Shape;1373;p8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8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5" name="Google Shape;1375;p8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8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77" name="Google Shape;1377;p81"/>
          <p:cNvCxnSpPr/>
          <p:nvPr/>
        </p:nvCxnSpPr>
        <p:spPr>
          <a:xfrm flipH="1">
            <a:off x="745326" y="4298742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78" name="Google Shape;1378;p81"/>
          <p:cNvSpPr txBox="1"/>
          <p:nvPr/>
        </p:nvSpPr>
        <p:spPr>
          <a:xfrm>
            <a:off x="345496" y="4363657"/>
            <a:ext cx="4575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10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9" name="Google Shape;1379;p81"/>
          <p:cNvSpPr txBox="1"/>
          <p:nvPr/>
        </p:nvSpPr>
        <p:spPr>
          <a:xfrm>
            <a:off x="2233188" y="3488375"/>
            <a:ext cx="2488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0" name="Google Shape;1380;p81"/>
          <p:cNvSpPr txBox="1"/>
          <p:nvPr/>
        </p:nvSpPr>
        <p:spPr>
          <a:xfrm>
            <a:off x="3813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1"/>
          <p:cNvSpPr/>
          <p:nvPr/>
        </p:nvSpPr>
        <p:spPr>
          <a:xfrm>
            <a:off x="52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2" name="Google Shape;1382;p81"/>
          <p:cNvCxnSpPr/>
          <p:nvPr/>
        </p:nvCxnSpPr>
        <p:spPr>
          <a:xfrm flipH="1">
            <a:off x="5188031" y="1707129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83" name="Google Shape;1383;p81"/>
          <p:cNvSpPr txBox="1"/>
          <p:nvPr/>
        </p:nvSpPr>
        <p:spPr>
          <a:xfrm>
            <a:off x="5024875" y="2011142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4" name="Google Shape;1384;p81"/>
          <p:cNvSpPr txBox="1"/>
          <p:nvPr/>
        </p:nvSpPr>
        <p:spPr>
          <a:xfrm>
            <a:off x="5699525" y="1236463"/>
            <a:ext cx="9831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85" name="Google Shape;1385;p81"/>
          <p:cNvCxnSpPr/>
          <p:nvPr/>
        </p:nvCxnSpPr>
        <p:spPr>
          <a:xfrm>
            <a:off x="5290439" y="1626311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86" name="Google Shape;1386;p81"/>
          <p:cNvCxnSpPr/>
          <p:nvPr/>
        </p:nvCxnSpPr>
        <p:spPr>
          <a:xfrm>
            <a:off x="6147587" y="1626317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87" name="Google Shape;1387;p81"/>
          <p:cNvGrpSpPr/>
          <p:nvPr/>
        </p:nvGrpSpPr>
        <p:grpSpPr>
          <a:xfrm>
            <a:off x="5298090" y="1706970"/>
            <a:ext cx="1274469" cy="1281348"/>
            <a:chOff x="964912" y="2012575"/>
            <a:chExt cx="2022645" cy="1986586"/>
          </a:xfrm>
        </p:grpSpPr>
        <p:sp>
          <p:nvSpPr>
            <p:cNvPr id="1388" name="Google Shape;1388;p8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8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8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92" name="Google Shape;1392;p81"/>
          <p:cNvCxnSpPr/>
          <p:nvPr/>
        </p:nvCxnSpPr>
        <p:spPr>
          <a:xfrm flipH="1">
            <a:off x="5188026" y="2517535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93" name="Google Shape;1393;p81"/>
          <p:cNvSpPr txBox="1"/>
          <p:nvPr/>
        </p:nvSpPr>
        <p:spPr>
          <a:xfrm>
            <a:off x="4813986" y="2618275"/>
            <a:ext cx="3660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4" name="Google Shape;1394;p81"/>
          <p:cNvSpPr txBox="1"/>
          <p:nvPr/>
        </p:nvSpPr>
        <p:spPr>
          <a:xfrm>
            <a:off x="6682625" y="1713625"/>
            <a:ext cx="23724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2000" u="sng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5" name="Google Shape;1395;p81"/>
          <p:cNvSpPr txBox="1"/>
          <p:nvPr/>
        </p:nvSpPr>
        <p:spPr>
          <a:xfrm>
            <a:off x="48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81"/>
          <p:cNvSpPr/>
          <p:nvPr/>
        </p:nvSpPr>
        <p:spPr>
          <a:xfrm>
            <a:off x="49932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7" name="Google Shape;1397;p81"/>
          <p:cNvCxnSpPr/>
          <p:nvPr/>
        </p:nvCxnSpPr>
        <p:spPr>
          <a:xfrm flipH="1">
            <a:off x="4883231" y="3488336"/>
            <a:ext cx="0" cy="79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98" name="Google Shape;1398;p81"/>
          <p:cNvSpPr txBox="1"/>
          <p:nvPr/>
        </p:nvSpPr>
        <p:spPr>
          <a:xfrm>
            <a:off x="4720075" y="3792349"/>
            <a:ext cx="2352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9" name="Google Shape;1399;p81"/>
          <p:cNvSpPr txBox="1"/>
          <p:nvPr/>
        </p:nvSpPr>
        <p:spPr>
          <a:xfrm>
            <a:off x="5443531" y="3044247"/>
            <a:ext cx="9831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−0.5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00" name="Google Shape;1400;p81"/>
          <p:cNvCxnSpPr/>
          <p:nvPr/>
        </p:nvCxnSpPr>
        <p:spPr>
          <a:xfrm>
            <a:off x="4985639" y="3407518"/>
            <a:ext cx="85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01" name="Google Shape;1401;p81"/>
          <p:cNvCxnSpPr/>
          <p:nvPr/>
        </p:nvCxnSpPr>
        <p:spPr>
          <a:xfrm>
            <a:off x="5842787" y="3407524"/>
            <a:ext cx="3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402" name="Google Shape;1402;p81"/>
          <p:cNvGrpSpPr/>
          <p:nvPr/>
        </p:nvGrpSpPr>
        <p:grpSpPr>
          <a:xfrm>
            <a:off x="4993290" y="3488177"/>
            <a:ext cx="1274469" cy="1281348"/>
            <a:chOff x="964912" y="2012575"/>
            <a:chExt cx="2022645" cy="1986586"/>
          </a:xfrm>
        </p:grpSpPr>
        <p:sp>
          <p:nvSpPr>
            <p:cNvPr id="1403" name="Google Shape;1403;p8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4" name="Google Shape;1404;p8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5" name="Google Shape;1405;p8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6" name="Google Shape;1406;p8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407" name="Google Shape;1407;p81"/>
          <p:cNvCxnSpPr/>
          <p:nvPr/>
        </p:nvCxnSpPr>
        <p:spPr>
          <a:xfrm flipH="1">
            <a:off x="4883226" y="4298742"/>
            <a:ext cx="0" cy="45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08" name="Google Shape;1408;p81"/>
          <p:cNvSpPr txBox="1"/>
          <p:nvPr/>
        </p:nvSpPr>
        <p:spPr>
          <a:xfrm>
            <a:off x="4542378" y="4399475"/>
            <a:ext cx="3660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0.5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9" name="Google Shape;1409;p81"/>
          <p:cNvSpPr txBox="1"/>
          <p:nvPr/>
        </p:nvSpPr>
        <p:spPr>
          <a:xfrm>
            <a:off x="6335275" y="3488375"/>
            <a:ext cx="26436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− 0.5)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0.5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0.5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− 0.25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− 0.25</a:t>
            </a:r>
            <a:endParaRPr sz="2000" u="sng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0" name="Google Shape;1410;p81"/>
          <p:cNvSpPr txBox="1"/>
          <p:nvPr/>
        </p:nvSpPr>
        <p:spPr>
          <a:xfrm>
            <a:off x="45192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1"/>
          <p:cNvSpPr/>
          <p:nvPr/>
        </p:nvSpPr>
        <p:spPr>
          <a:xfrm>
            <a:off x="1632989" y="170375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2" name="Google Shape;1412;p81"/>
          <p:cNvSpPr/>
          <p:nvPr/>
        </p:nvSpPr>
        <p:spPr>
          <a:xfrm>
            <a:off x="792689" y="253175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3" name="Google Shape;1413;p81"/>
          <p:cNvSpPr/>
          <p:nvPr/>
        </p:nvSpPr>
        <p:spPr>
          <a:xfrm>
            <a:off x="1625825" y="253175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1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4" name="Google Shape;1414;p81"/>
          <p:cNvSpPr/>
          <p:nvPr/>
        </p:nvSpPr>
        <p:spPr>
          <a:xfrm>
            <a:off x="6130464" y="1713627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5" name="Google Shape;1415;p81"/>
          <p:cNvSpPr/>
          <p:nvPr/>
        </p:nvSpPr>
        <p:spPr>
          <a:xfrm>
            <a:off x="5290164" y="2541625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6" name="Google Shape;1416;p81"/>
          <p:cNvSpPr/>
          <p:nvPr/>
        </p:nvSpPr>
        <p:spPr>
          <a:xfrm>
            <a:off x="6123300" y="2541625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7" name="Google Shape;1417;p81"/>
          <p:cNvSpPr/>
          <p:nvPr/>
        </p:nvSpPr>
        <p:spPr>
          <a:xfrm>
            <a:off x="1687764" y="348700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8" name="Google Shape;1418;p81"/>
          <p:cNvSpPr/>
          <p:nvPr/>
        </p:nvSpPr>
        <p:spPr>
          <a:xfrm>
            <a:off x="847464" y="431500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9" name="Google Shape;1419;p81"/>
          <p:cNvSpPr/>
          <p:nvPr/>
        </p:nvSpPr>
        <p:spPr>
          <a:xfrm>
            <a:off x="1680600" y="431500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−100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0" name="Google Shape;1420;p81"/>
          <p:cNvSpPr/>
          <p:nvPr/>
        </p:nvSpPr>
        <p:spPr>
          <a:xfrm>
            <a:off x="5825664" y="348700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−0.5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1" name="Google Shape;1421;p81"/>
          <p:cNvSpPr/>
          <p:nvPr/>
        </p:nvSpPr>
        <p:spPr>
          <a:xfrm>
            <a:off x="4985364" y="431500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2" name="Google Shape;1422;p81"/>
          <p:cNvSpPr/>
          <p:nvPr/>
        </p:nvSpPr>
        <p:spPr>
          <a:xfrm>
            <a:off x="5818500" y="431500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−0.25</a:t>
            </a:r>
            <a:endParaRPr sz="13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sp>
        <p:nvSpPr>
          <p:cNvPr id="1427" name="Google Shape;1427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428" name="Google Shape;1428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Which of these products of two binomials can be simplified to an expression with exactly two terms? </a:t>
            </a:r>
            <a:endParaRPr sz="1800"/>
          </a:p>
        </p:txBody>
      </p:sp>
      <p:sp>
        <p:nvSpPr>
          <p:cNvPr id="1429" name="Google Shape;1429;p82"/>
          <p:cNvSpPr txBox="1"/>
          <p:nvPr/>
        </p:nvSpPr>
        <p:spPr>
          <a:xfrm>
            <a:off x="9026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9)(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13)(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430" name="Google Shape;1430;p82"/>
          <p:cNvGraphicFramePr>
            <a:graphicFrameLocks noGrp="1"/>
          </p:cNvGraphicFramePr>
          <p:nvPr/>
        </p:nvGraphicFramePr>
        <p:xfrm>
          <a:off x="388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31" name="Google Shape;1431;p82"/>
          <p:cNvSpPr txBox="1"/>
          <p:nvPr/>
        </p:nvSpPr>
        <p:spPr>
          <a:xfrm>
            <a:off x="60108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− 5.5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0.8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− 0.37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1.85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2" name="Google Shape;1432;p82"/>
          <p:cNvSpPr txBox="1"/>
          <p:nvPr/>
        </p:nvSpPr>
        <p:spPr>
          <a:xfrm>
            <a:off x="34567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2.4)(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+ 2.4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+ 5.5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433" name="Google Shape;1433;p82" descr="&lt;math xmlns=&quot;http://www.w3.org/1998/Math/MathML&quot; display=&quot;block&quot; data-is-equatio=&quot;1&quot; data-latex=&quot;\frac{11}{2}&quot;&gt;&lt;mfrac&gt;&lt;mn&gt;11&lt;/mn&gt;&lt;mn&gt;2&lt;/mn&gt;&lt;/mfrac&gt;&lt;/math&gt;" title="el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098" y="1442253"/>
            <a:ext cx="257300" cy="463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82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5950" y="2261479"/>
            <a:ext cx="143259" cy="46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82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1307" y="3070155"/>
            <a:ext cx="143250" cy="47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82" descr="&lt;math xmlns=&quot;http://www.w3.org/1998/Math/MathML&quot; display=&quot;block&quot; data-is-equatio=&quot;1&quot; data-latex=&quot;\frac{17}{20}&quot;&gt;&lt;mfrac&gt;&lt;mn&gt;17&lt;/mn&gt;&lt;mn&gt;20&lt;/mn&gt;&lt;/mfrac&gt;&lt;/math&gt;" title="1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5766" y="3884284"/>
            <a:ext cx="257300" cy="4739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7" name="Google Shape;1437;p82"/>
          <p:cNvGraphicFramePr>
            <a:graphicFrameLocks noGrp="1"/>
          </p:cNvGraphicFramePr>
          <p:nvPr/>
        </p:nvGraphicFramePr>
        <p:xfrm>
          <a:off x="3055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438" name="Google Shape;1438;p82"/>
          <p:cNvGraphicFramePr>
            <a:graphicFrameLocks noGrp="1"/>
          </p:cNvGraphicFramePr>
          <p:nvPr/>
        </p:nvGraphicFramePr>
        <p:xfrm>
          <a:off x="559352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591150"/>
              </a:tblGrid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39" name="Google Shape;1439;p82"/>
          <p:cNvSpPr/>
          <p:nvPr/>
        </p:nvSpPr>
        <p:spPr>
          <a:xfrm>
            <a:off x="315200" y="3884275"/>
            <a:ext cx="23646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82"/>
          <p:cNvSpPr/>
          <p:nvPr/>
        </p:nvSpPr>
        <p:spPr>
          <a:xfrm>
            <a:off x="2901013" y="2256388"/>
            <a:ext cx="23646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82"/>
          <p:cNvSpPr/>
          <p:nvPr/>
        </p:nvSpPr>
        <p:spPr>
          <a:xfrm>
            <a:off x="2902288" y="3070175"/>
            <a:ext cx="23646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2"/>
          <p:cNvSpPr/>
          <p:nvPr/>
        </p:nvSpPr>
        <p:spPr>
          <a:xfrm>
            <a:off x="5533300" y="1382575"/>
            <a:ext cx="2364600" cy="580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2"/>
          <p:cNvSpPr/>
          <p:nvPr/>
        </p:nvSpPr>
        <p:spPr>
          <a:xfrm>
            <a:off x="5499450" y="2226362"/>
            <a:ext cx="2364600" cy="580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7" name="Shape 1447"/>
        <p:cNvGrpSpPr/>
        <p:nvPr/>
      </p:nvGrpSpPr>
      <p:grpSpPr>
        <a:xfrm>
          <a:off x="0" y="0"/>
          <a:ext cx="0" cy="0"/>
        </a:xfrm>
      </p:grpSpPr>
      <p:sp>
        <p:nvSpPr>
          <p:cNvPr id="1448" name="Google Shape;1448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449" name="Google Shape;1449;p83"/>
          <p:cNvSpPr txBox="1"/>
          <p:nvPr>
            <p:ph type="body" idx="1"/>
          </p:nvPr>
        </p:nvSpPr>
        <p:spPr>
          <a:xfrm>
            <a:off x="324000" y="759300"/>
            <a:ext cx="8237700" cy="75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Match a binomial in the left column with a binomial in the middle column and find its product in the end column. </a:t>
            </a:r>
            <a:endParaRPr sz="1800"/>
          </a:p>
        </p:txBody>
      </p:sp>
      <p:graphicFrame>
        <p:nvGraphicFramePr>
          <p:cNvPr id="1450" name="Google Shape;1450;p83"/>
          <p:cNvGraphicFramePr>
            <a:graphicFrameLocks noGrp="1"/>
          </p:cNvGraphicFramePr>
          <p:nvPr/>
        </p:nvGraphicFramePr>
        <p:xfrm>
          <a:off x="297425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7725"/>
                <a:gridCol w="1594050"/>
                <a:gridCol w="467900"/>
                <a:gridCol w="1594125"/>
                <a:gridCol w="467900"/>
                <a:gridCol w="2570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6)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− 10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7)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− 49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+ 9)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 baseline="30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4" name="Shape 1454"/>
        <p:cNvGrpSpPr/>
        <p:nvPr/>
      </p:nvGrpSpPr>
      <p:grpSpPr>
        <a:xfrm>
          <a:off x="0" y="0"/>
          <a:ext cx="0" cy="0"/>
        </a:xfrm>
      </p:grpSpPr>
      <p:sp>
        <p:nvSpPr>
          <p:cNvPr id="1455" name="Google Shape;1455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</a:t>
            </a:r>
            <a:endParaRPr/>
          </a:p>
        </p:txBody>
      </p:sp>
      <p:sp>
        <p:nvSpPr>
          <p:cNvPr id="1456" name="Google Shape;1456;p8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457" name="Google Shape;1457;p8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pic>
        <p:nvPicPr>
          <p:cNvPr id="1458" name="Google Shape;145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0" y="29853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2" name="Shape 1462"/>
        <p:cNvGrpSpPr/>
        <p:nvPr/>
      </p:nvGrpSpPr>
      <p:grpSpPr>
        <a:xfrm>
          <a:off x="0" y="0"/>
          <a:ext cx="0" cy="0"/>
        </a:xfrm>
      </p:grpSpPr>
      <p:sp>
        <p:nvSpPr>
          <p:cNvPr id="1463" name="Google Shape;146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grpSp>
        <p:nvGrpSpPr>
          <p:cNvPr id="1464" name="Google Shape;1464;p85"/>
          <p:cNvGrpSpPr/>
          <p:nvPr/>
        </p:nvGrpSpPr>
        <p:grpSpPr>
          <a:xfrm>
            <a:off x="100743" y="725100"/>
            <a:ext cx="4049766" cy="1945395"/>
            <a:chOff x="100743" y="725100"/>
            <a:chExt cx="4049766" cy="1945395"/>
          </a:xfrm>
        </p:grpSpPr>
        <p:pic>
          <p:nvPicPr>
            <p:cNvPr id="1465" name="Google Shape;1465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328" y="1652825"/>
              <a:ext cx="522885" cy="653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6" name="Google Shape;1466;p85"/>
            <p:cNvSpPr txBox="1"/>
            <p:nvPr/>
          </p:nvSpPr>
          <p:spPr>
            <a:xfrm flipH="1">
              <a:off x="100743" y="2248995"/>
              <a:ext cx="10122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67" name="Google Shape;1467;p85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636877" y="851400"/>
              <a:ext cx="3491973" cy="10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8" name="Google Shape;1468;p85"/>
            <p:cNvSpPr txBox="1"/>
            <p:nvPr/>
          </p:nvSpPr>
          <p:spPr>
            <a:xfrm>
              <a:off x="858009" y="725100"/>
              <a:ext cx="3292500" cy="11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Could I multiply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+ 3)(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+ 3)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using an area model?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9" name="Google Shape;1469;p85"/>
          <p:cNvSpPr txBox="1"/>
          <p:nvPr>
            <p:ph type="body" idx="1"/>
          </p:nvPr>
        </p:nvSpPr>
        <p:spPr>
          <a:xfrm>
            <a:off x="4231675" y="1007325"/>
            <a:ext cx="4572000" cy="10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Jun wants to find the product of two binomials so an area model can be used.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470" name="Google Shape;1470;p85"/>
          <p:cNvGrpSpPr/>
          <p:nvPr/>
        </p:nvGrpSpPr>
        <p:grpSpPr>
          <a:xfrm>
            <a:off x="324000" y="2479938"/>
            <a:ext cx="2814059" cy="2025138"/>
            <a:chOff x="4876550" y="2712938"/>
            <a:chExt cx="2814059" cy="2025138"/>
          </a:xfrm>
        </p:grpSpPr>
        <p:grpSp>
          <p:nvGrpSpPr>
            <p:cNvPr id="1471" name="Google Shape;1471;p85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1472" name="Google Shape;1472;p85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3" name="Google Shape;1473;p85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4" name="Google Shape;1474;p85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5" name="Google Shape;1475;p85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76" name="Google Shape;1476;p85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77" name="Google Shape;1477;p85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78" name="Google Shape;1478;p85"/>
            <p:cNvSpPr txBox="1"/>
            <p:nvPr/>
          </p:nvSpPr>
          <p:spPr>
            <a:xfrm>
              <a:off x="5735643" y="2712938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79" name="Google Shape;1479;p85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80" name="Google Shape;1480;p85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81" name="Google Shape;1481;p85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82" name="Google Shape;1482;p85"/>
            <p:cNvSpPr txBox="1"/>
            <p:nvPr/>
          </p:nvSpPr>
          <p:spPr>
            <a:xfrm>
              <a:off x="48765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83" name="Google Shape;1483;p85"/>
          <p:cNvSpPr/>
          <p:nvPr/>
        </p:nvSpPr>
        <p:spPr>
          <a:xfrm>
            <a:off x="696575" y="2928612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xy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4" name="Google Shape;1484;p85"/>
          <p:cNvSpPr/>
          <p:nvPr/>
        </p:nvSpPr>
        <p:spPr>
          <a:xfrm>
            <a:off x="1776450" y="2929463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5" name="Google Shape;1485;p85"/>
          <p:cNvSpPr/>
          <p:nvPr/>
        </p:nvSpPr>
        <p:spPr>
          <a:xfrm>
            <a:off x="696577" y="4010988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6" name="Google Shape;1486;p85"/>
          <p:cNvSpPr/>
          <p:nvPr/>
        </p:nvSpPr>
        <p:spPr>
          <a:xfrm>
            <a:off x="1776450" y="4010988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7" name="Google Shape;1487;p85"/>
          <p:cNvSpPr txBox="1"/>
          <p:nvPr/>
        </p:nvSpPr>
        <p:spPr>
          <a:xfrm>
            <a:off x="3369600" y="39981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+ 9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8" name="Google Shape;1488;p85"/>
          <p:cNvSpPr txBox="1"/>
          <p:nvPr/>
        </p:nvSpPr>
        <p:spPr>
          <a:xfrm>
            <a:off x="3369600" y="2474100"/>
            <a:ext cx="136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9" name="Google Shape;1489;p85"/>
          <p:cNvSpPr txBox="1"/>
          <p:nvPr/>
        </p:nvSpPr>
        <p:spPr>
          <a:xfrm>
            <a:off x="3369600" y="2855100"/>
            <a:ext cx="136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3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0" name="Google Shape;1490;p85"/>
          <p:cNvSpPr txBox="1"/>
          <p:nvPr/>
        </p:nvSpPr>
        <p:spPr>
          <a:xfrm>
            <a:off x="3369600" y="3236100"/>
            <a:ext cx="136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3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1" name="Google Shape;1491;p85"/>
          <p:cNvSpPr txBox="1"/>
          <p:nvPr/>
        </p:nvSpPr>
        <p:spPr>
          <a:xfrm>
            <a:off x="3369600" y="3633000"/>
            <a:ext cx="136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×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9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2" name="Google Shape;1492;p85"/>
          <p:cNvSpPr txBox="1"/>
          <p:nvPr>
            <p:ph type="body" idx="1"/>
          </p:nvPr>
        </p:nvSpPr>
        <p:spPr>
          <a:xfrm>
            <a:off x="3369600" y="4503000"/>
            <a:ext cx="39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None of these are like terms.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493" name="Google Shape;1493;p85"/>
          <p:cNvGrpSpPr/>
          <p:nvPr/>
        </p:nvGrpSpPr>
        <p:grpSpPr>
          <a:xfrm>
            <a:off x="5007404" y="2087330"/>
            <a:ext cx="3583371" cy="1975768"/>
            <a:chOff x="5007404" y="2087330"/>
            <a:chExt cx="3583371" cy="1975768"/>
          </a:xfrm>
        </p:grpSpPr>
        <p:pic>
          <p:nvPicPr>
            <p:cNvPr id="1494" name="Google Shape;1494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8027945" y="2998031"/>
              <a:ext cx="374400" cy="716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5" name="Google Shape;1495;p85"/>
            <p:cNvSpPr txBox="1"/>
            <p:nvPr/>
          </p:nvSpPr>
          <p:spPr>
            <a:xfrm flipH="1">
              <a:off x="7679975" y="3673098"/>
              <a:ext cx="910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96" name="Google Shape;1496;p85"/>
            <p:cNvGrpSpPr/>
            <p:nvPr/>
          </p:nvGrpSpPr>
          <p:grpSpPr>
            <a:xfrm flipH="1">
              <a:off x="5007404" y="2087330"/>
              <a:ext cx="3020548" cy="1302424"/>
              <a:chOff x="1807240" y="1612125"/>
              <a:chExt cx="1901629" cy="931500"/>
            </a:xfrm>
          </p:grpSpPr>
          <p:pic>
            <p:nvPicPr>
              <p:cNvPr id="1497" name="Google Shape;1497;p85"/>
              <p:cNvPicPr preferRelativeResize="0"/>
              <p:nvPr/>
            </p:nvPicPr>
            <p:blipFill>
              <a:blip r:embed="rId4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8" name="Google Shape;1498;p85"/>
              <p:cNvSpPr txBox="1"/>
              <p:nvPr/>
            </p:nvSpPr>
            <p:spPr>
              <a:xfrm flipH="1">
                <a:off x="1943098" y="1763817"/>
                <a:ext cx="16440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So this time there are 4 terms in the simplified expression.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2" name="Shape 1502"/>
        <p:cNvGrpSpPr/>
        <p:nvPr/>
      </p:nvGrpSpPr>
      <p:grpSpPr>
        <a:xfrm>
          <a:off x="0" y="0"/>
          <a:ext cx="0" cy="0"/>
        </a:xfrm>
      </p:grpSpPr>
      <p:sp>
        <p:nvSpPr>
          <p:cNvPr id="1503" name="Google Shape;150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504" name="Google Shape;1504;p86"/>
          <p:cNvSpPr txBox="1"/>
          <p:nvPr>
            <p:ph type="body" idx="1"/>
          </p:nvPr>
        </p:nvSpPr>
        <p:spPr>
          <a:xfrm>
            <a:off x="331175" y="838652"/>
            <a:ext cx="8496000" cy="31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multiplying two binomials there are always four partial products.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We have seen examples where these can be simplified to expressions with three terms because two of the terms are alike.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We know that if these two like terms are zero pairs then the expression will have two terms when simplified.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If none of the terms are alike then there will be four terms in the expanded form. 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of these do you think will have four terms in the expanded form? </a:t>
            </a:r>
            <a:endParaRPr sz="1800"/>
          </a:p>
        </p:txBody>
      </p:sp>
      <p:sp>
        <p:nvSpPr>
          <p:cNvPr id="1505" name="Google Shape;1505;p86"/>
          <p:cNvSpPr txBox="1"/>
          <p:nvPr/>
        </p:nvSpPr>
        <p:spPr>
          <a:xfrm>
            <a:off x="324000" y="3940050"/>
            <a:ext cx="19038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6" name="Google Shape;1506;p86"/>
          <p:cNvSpPr txBox="1"/>
          <p:nvPr/>
        </p:nvSpPr>
        <p:spPr>
          <a:xfrm>
            <a:off x="3372000" y="3940050"/>
            <a:ext cx="19038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7" name="Google Shape;1507;p86"/>
          <p:cNvSpPr txBox="1"/>
          <p:nvPr/>
        </p:nvSpPr>
        <p:spPr>
          <a:xfrm>
            <a:off x="6115200" y="3940050"/>
            <a:ext cx="19038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+ 10) 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1" name="Shape 1511"/>
        <p:cNvGrpSpPr/>
        <p:nvPr/>
      </p:nvGrpSpPr>
      <p:grpSpPr>
        <a:xfrm>
          <a:off x="0" y="0"/>
          <a:ext cx="0" cy="0"/>
        </a:xfrm>
      </p:grpSpPr>
      <p:sp>
        <p:nvSpPr>
          <p:cNvPr id="1512" name="Google Shape;151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513" name="Google Shape;1513;p87"/>
          <p:cNvSpPr txBox="1"/>
          <p:nvPr/>
        </p:nvSpPr>
        <p:spPr>
          <a:xfrm>
            <a:off x="324000" y="851400"/>
            <a:ext cx="1903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4" name="Google Shape;1514;p87"/>
          <p:cNvSpPr txBox="1"/>
          <p:nvPr/>
        </p:nvSpPr>
        <p:spPr>
          <a:xfrm>
            <a:off x="3368100" y="829650"/>
            <a:ext cx="19038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5" name="Google Shape;1515;p87"/>
          <p:cNvSpPr txBox="1"/>
          <p:nvPr/>
        </p:nvSpPr>
        <p:spPr>
          <a:xfrm>
            <a:off x="324000" y="3410725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3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6" name="Google Shape;1516;p87"/>
          <p:cNvSpPr txBox="1"/>
          <p:nvPr/>
        </p:nvSpPr>
        <p:spPr>
          <a:xfrm>
            <a:off x="324000" y="39425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 terms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7"/>
          <p:cNvSpPr txBox="1"/>
          <p:nvPr/>
        </p:nvSpPr>
        <p:spPr>
          <a:xfrm>
            <a:off x="3372000" y="39425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 terms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7"/>
          <p:cNvSpPr txBox="1"/>
          <p:nvPr/>
        </p:nvSpPr>
        <p:spPr>
          <a:xfrm>
            <a:off x="3372000" y="34000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3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19" name="Google Shape;1519;p87"/>
          <p:cNvGrpSpPr/>
          <p:nvPr/>
        </p:nvGrpSpPr>
        <p:grpSpPr>
          <a:xfrm>
            <a:off x="324036" y="1376082"/>
            <a:ext cx="1734678" cy="1823568"/>
            <a:chOff x="324036" y="1376082"/>
            <a:chExt cx="1734678" cy="1823568"/>
          </a:xfrm>
        </p:grpSpPr>
        <p:cxnSp>
          <p:nvCxnSpPr>
            <p:cNvPr id="1520" name="Google Shape;1520;p87"/>
            <p:cNvCxnSpPr/>
            <p:nvPr/>
          </p:nvCxnSpPr>
          <p:spPr>
            <a:xfrm flipH="1">
              <a:off x="613447" y="1860864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21" name="Google Shape;1521;p87"/>
            <p:cNvSpPr txBox="1"/>
            <p:nvPr/>
          </p:nvSpPr>
          <p:spPr>
            <a:xfrm>
              <a:off x="436148" y="2023955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22" name="Google Shape;1522;p87"/>
            <p:cNvSpPr txBox="1"/>
            <p:nvPr/>
          </p:nvSpPr>
          <p:spPr>
            <a:xfrm>
              <a:off x="952502" y="1376082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−10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23" name="Google Shape;1523;p87"/>
            <p:cNvCxnSpPr/>
            <p:nvPr/>
          </p:nvCxnSpPr>
          <p:spPr>
            <a:xfrm>
              <a:off x="724732" y="1793442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24" name="Google Shape;1524;p87"/>
            <p:cNvCxnSpPr/>
            <p:nvPr/>
          </p:nvCxnSpPr>
          <p:spPr>
            <a:xfrm>
              <a:off x="1355525" y="1793575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525" name="Google Shape;1525;p87"/>
            <p:cNvGrpSpPr/>
            <p:nvPr/>
          </p:nvGrpSpPr>
          <p:grpSpPr>
            <a:xfrm>
              <a:off x="733050" y="1860774"/>
              <a:ext cx="1325664" cy="1317316"/>
              <a:chOff x="964903" y="2012560"/>
              <a:chExt cx="2167534" cy="1986603"/>
            </a:xfrm>
          </p:grpSpPr>
          <p:sp>
            <p:nvSpPr>
              <p:cNvPr id="1526" name="Google Shape;1526;p87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7" name="Google Shape;1527;p87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8" name="Google Shape;1528;p87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9" name="Google Shape;1529;p87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30" name="Google Shape;1530;p87"/>
            <p:cNvCxnSpPr/>
            <p:nvPr/>
          </p:nvCxnSpPr>
          <p:spPr>
            <a:xfrm flipH="1">
              <a:off x="613450" y="2514450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31" name="Google Shape;1531;p87"/>
            <p:cNvSpPr txBox="1"/>
            <p:nvPr/>
          </p:nvSpPr>
          <p:spPr>
            <a:xfrm>
              <a:off x="324036" y="2728418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10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32" name="Google Shape;1532;p87"/>
          <p:cNvGrpSpPr/>
          <p:nvPr/>
        </p:nvGrpSpPr>
        <p:grpSpPr>
          <a:xfrm>
            <a:off x="735900" y="1860787"/>
            <a:ext cx="1317264" cy="1315016"/>
            <a:chOff x="735900" y="1860787"/>
            <a:chExt cx="1317264" cy="1315016"/>
          </a:xfrm>
        </p:grpSpPr>
        <p:sp>
          <p:nvSpPr>
            <p:cNvPr id="1533" name="Google Shape;1533;p87"/>
            <p:cNvSpPr/>
            <p:nvPr/>
          </p:nvSpPr>
          <p:spPr>
            <a:xfrm>
              <a:off x="735900" y="1860787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4" name="Google Shape;1534;p87"/>
            <p:cNvSpPr/>
            <p:nvPr/>
          </p:nvSpPr>
          <p:spPr>
            <a:xfrm>
              <a:off x="735900" y="2463602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5" name="Google Shape;1535;p87"/>
            <p:cNvSpPr/>
            <p:nvPr/>
          </p:nvSpPr>
          <p:spPr>
            <a:xfrm>
              <a:off x="1342464" y="1861175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6" name="Google Shape;1536;p87"/>
            <p:cNvSpPr/>
            <p:nvPr/>
          </p:nvSpPr>
          <p:spPr>
            <a:xfrm>
              <a:off x="1342464" y="2463602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−100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37" name="Google Shape;1537;p87"/>
          <p:cNvSpPr txBox="1"/>
          <p:nvPr/>
        </p:nvSpPr>
        <p:spPr>
          <a:xfrm>
            <a:off x="3657150" y="1376075"/>
            <a:ext cx="1325700" cy="1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38" name="Google Shape;1538;p87"/>
          <p:cNvGrpSpPr/>
          <p:nvPr/>
        </p:nvGrpSpPr>
        <p:grpSpPr>
          <a:xfrm>
            <a:off x="3143436" y="1793442"/>
            <a:ext cx="1985789" cy="1406208"/>
            <a:chOff x="3143436" y="1793442"/>
            <a:chExt cx="1985789" cy="1406208"/>
          </a:xfrm>
        </p:grpSpPr>
        <p:cxnSp>
          <p:nvCxnSpPr>
            <p:cNvPr id="1539" name="Google Shape;1539;p87"/>
            <p:cNvCxnSpPr/>
            <p:nvPr/>
          </p:nvCxnSpPr>
          <p:spPr>
            <a:xfrm flipH="1">
              <a:off x="3356647" y="1860864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40" name="Google Shape;1540;p87"/>
            <p:cNvSpPr txBox="1"/>
            <p:nvPr/>
          </p:nvSpPr>
          <p:spPr>
            <a:xfrm>
              <a:off x="3179348" y="2023955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41" name="Google Shape;1541;p87"/>
            <p:cNvCxnSpPr/>
            <p:nvPr/>
          </p:nvCxnSpPr>
          <p:spPr>
            <a:xfrm>
              <a:off x="3467932" y="1793442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42" name="Google Shape;1542;p87"/>
            <p:cNvCxnSpPr/>
            <p:nvPr/>
          </p:nvCxnSpPr>
          <p:spPr>
            <a:xfrm>
              <a:off x="4098725" y="1793575"/>
              <a:ext cx="1030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543" name="Google Shape;1543;p87"/>
            <p:cNvGrpSpPr/>
            <p:nvPr/>
          </p:nvGrpSpPr>
          <p:grpSpPr>
            <a:xfrm>
              <a:off x="3476275" y="1860775"/>
              <a:ext cx="1645784" cy="1319228"/>
              <a:chOff x="964902" y="2012573"/>
              <a:chExt cx="2167502" cy="1989485"/>
            </a:xfrm>
          </p:grpSpPr>
          <p:sp>
            <p:nvSpPr>
              <p:cNvPr id="1544" name="Google Shape;1544;p87"/>
              <p:cNvSpPr/>
              <p:nvPr/>
            </p:nvSpPr>
            <p:spPr>
              <a:xfrm>
                <a:off x="964902" y="2012573"/>
                <a:ext cx="8061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45" name="Google Shape;1545;p87"/>
              <p:cNvSpPr/>
              <p:nvPr/>
            </p:nvSpPr>
            <p:spPr>
              <a:xfrm>
                <a:off x="1771004" y="2013478"/>
                <a:ext cx="13614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46" name="Google Shape;1546;p87"/>
              <p:cNvSpPr/>
              <p:nvPr/>
            </p:nvSpPr>
            <p:spPr>
              <a:xfrm>
                <a:off x="964937" y="2937773"/>
                <a:ext cx="8061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47" name="Google Shape;1547;p87"/>
              <p:cNvSpPr/>
              <p:nvPr/>
            </p:nvSpPr>
            <p:spPr>
              <a:xfrm>
                <a:off x="1770345" y="2927158"/>
                <a:ext cx="1361400" cy="1074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48" name="Google Shape;1548;p87"/>
            <p:cNvCxnSpPr/>
            <p:nvPr/>
          </p:nvCxnSpPr>
          <p:spPr>
            <a:xfrm flipH="1">
              <a:off x="3356650" y="2514450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49" name="Google Shape;1549;p87"/>
            <p:cNvSpPr txBox="1"/>
            <p:nvPr/>
          </p:nvSpPr>
          <p:spPr>
            <a:xfrm>
              <a:off x="3143436" y="2728418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50" name="Google Shape;1550;p87"/>
          <p:cNvGrpSpPr/>
          <p:nvPr/>
        </p:nvGrpSpPr>
        <p:grpSpPr>
          <a:xfrm>
            <a:off x="3479100" y="1860787"/>
            <a:ext cx="1643075" cy="1315016"/>
            <a:chOff x="3479100" y="1860787"/>
            <a:chExt cx="1643075" cy="1315016"/>
          </a:xfrm>
        </p:grpSpPr>
        <p:sp>
          <p:nvSpPr>
            <p:cNvPr id="1551" name="Google Shape;1551;p87"/>
            <p:cNvSpPr/>
            <p:nvPr/>
          </p:nvSpPr>
          <p:spPr>
            <a:xfrm>
              <a:off x="3479100" y="1860787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2" name="Google Shape;1552;p87"/>
            <p:cNvSpPr/>
            <p:nvPr/>
          </p:nvSpPr>
          <p:spPr>
            <a:xfrm>
              <a:off x="3479100" y="2463602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xy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3" name="Google Shape;1553;p87"/>
            <p:cNvSpPr/>
            <p:nvPr/>
          </p:nvSpPr>
          <p:spPr>
            <a:xfrm>
              <a:off x="4085675" y="1861175"/>
              <a:ext cx="10365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4" name="Google Shape;1554;p87"/>
            <p:cNvSpPr/>
            <p:nvPr/>
          </p:nvSpPr>
          <p:spPr>
            <a:xfrm>
              <a:off x="4085675" y="2463600"/>
              <a:ext cx="10365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−10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55" name="Google Shape;1555;p87"/>
          <p:cNvSpPr txBox="1"/>
          <p:nvPr/>
        </p:nvSpPr>
        <p:spPr>
          <a:xfrm>
            <a:off x="6191400" y="851250"/>
            <a:ext cx="19038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6" name="Google Shape;1556;p87"/>
          <p:cNvSpPr txBox="1"/>
          <p:nvPr/>
        </p:nvSpPr>
        <p:spPr>
          <a:xfrm>
            <a:off x="6796350" y="1376075"/>
            <a:ext cx="1325700" cy="1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57" name="Google Shape;1557;p87"/>
          <p:cNvGrpSpPr/>
          <p:nvPr/>
        </p:nvGrpSpPr>
        <p:grpSpPr>
          <a:xfrm>
            <a:off x="6115236" y="1793442"/>
            <a:ext cx="1988281" cy="1406208"/>
            <a:chOff x="6115236" y="1793442"/>
            <a:chExt cx="1988281" cy="1406208"/>
          </a:xfrm>
        </p:grpSpPr>
        <p:cxnSp>
          <p:nvCxnSpPr>
            <p:cNvPr id="1558" name="Google Shape;1558;p87"/>
            <p:cNvCxnSpPr/>
            <p:nvPr/>
          </p:nvCxnSpPr>
          <p:spPr>
            <a:xfrm flipH="1">
              <a:off x="6404647" y="1860864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59" name="Google Shape;1559;p87"/>
            <p:cNvSpPr txBox="1"/>
            <p:nvPr/>
          </p:nvSpPr>
          <p:spPr>
            <a:xfrm>
              <a:off x="6227348" y="2023955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60" name="Google Shape;1560;p87"/>
            <p:cNvCxnSpPr/>
            <p:nvPr/>
          </p:nvCxnSpPr>
          <p:spPr>
            <a:xfrm>
              <a:off x="6515932" y="1793442"/>
              <a:ext cx="848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61" name="Google Shape;1561;p87"/>
            <p:cNvCxnSpPr/>
            <p:nvPr/>
          </p:nvCxnSpPr>
          <p:spPr>
            <a:xfrm>
              <a:off x="7410475" y="1793575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562" name="Google Shape;1562;p87"/>
            <p:cNvGrpSpPr/>
            <p:nvPr/>
          </p:nvGrpSpPr>
          <p:grpSpPr>
            <a:xfrm>
              <a:off x="6524250" y="1860800"/>
              <a:ext cx="1579267" cy="1317309"/>
              <a:chOff x="964904" y="2012572"/>
              <a:chExt cx="1629455" cy="1986591"/>
            </a:xfrm>
          </p:grpSpPr>
          <p:sp>
            <p:nvSpPr>
              <p:cNvPr id="1563" name="Google Shape;1563;p87"/>
              <p:cNvSpPr/>
              <p:nvPr/>
            </p:nvSpPr>
            <p:spPr>
              <a:xfrm>
                <a:off x="964904" y="2012572"/>
                <a:ext cx="8862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4" name="Google Shape;1564;p87"/>
              <p:cNvSpPr/>
              <p:nvPr/>
            </p:nvSpPr>
            <p:spPr>
              <a:xfrm>
                <a:off x="1861158" y="2013477"/>
                <a:ext cx="7332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5" name="Google Shape;1565;p87"/>
              <p:cNvSpPr/>
              <p:nvPr/>
            </p:nvSpPr>
            <p:spPr>
              <a:xfrm>
                <a:off x="964940" y="2937764"/>
                <a:ext cx="8934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6" name="Google Shape;1566;p87"/>
              <p:cNvSpPr/>
              <p:nvPr/>
            </p:nvSpPr>
            <p:spPr>
              <a:xfrm>
                <a:off x="1861158" y="2925104"/>
                <a:ext cx="733200" cy="1074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67" name="Google Shape;1567;p87"/>
            <p:cNvCxnSpPr/>
            <p:nvPr/>
          </p:nvCxnSpPr>
          <p:spPr>
            <a:xfrm flipH="1">
              <a:off x="6404650" y="2514450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68" name="Google Shape;1568;p87"/>
            <p:cNvSpPr txBox="1"/>
            <p:nvPr/>
          </p:nvSpPr>
          <p:spPr>
            <a:xfrm>
              <a:off x="6115236" y="2728418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10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69" name="Google Shape;1569;p87"/>
          <p:cNvSpPr txBox="1"/>
          <p:nvPr/>
        </p:nvSpPr>
        <p:spPr>
          <a:xfrm>
            <a:off x="6343800" y="39425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 terms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7"/>
          <p:cNvSpPr txBox="1"/>
          <p:nvPr/>
        </p:nvSpPr>
        <p:spPr>
          <a:xfrm>
            <a:off x="6343800" y="3400000"/>
            <a:ext cx="2552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3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71" name="Google Shape;1571;p87"/>
          <p:cNvGrpSpPr/>
          <p:nvPr/>
        </p:nvGrpSpPr>
        <p:grpSpPr>
          <a:xfrm>
            <a:off x="6527100" y="1860775"/>
            <a:ext cx="1579082" cy="1315027"/>
            <a:chOff x="6527100" y="1860775"/>
            <a:chExt cx="1579082" cy="1315027"/>
          </a:xfrm>
        </p:grpSpPr>
        <p:sp>
          <p:nvSpPr>
            <p:cNvPr id="1572" name="Google Shape;1572;p87"/>
            <p:cNvSpPr/>
            <p:nvPr/>
          </p:nvSpPr>
          <p:spPr>
            <a:xfrm>
              <a:off x="6527100" y="1860775"/>
              <a:ext cx="8658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xy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3" name="Google Shape;1573;p87"/>
            <p:cNvSpPr/>
            <p:nvPr/>
          </p:nvSpPr>
          <p:spPr>
            <a:xfrm>
              <a:off x="6527100" y="2463595"/>
              <a:ext cx="8658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4" name="Google Shape;1574;p87"/>
            <p:cNvSpPr/>
            <p:nvPr/>
          </p:nvSpPr>
          <p:spPr>
            <a:xfrm>
              <a:off x="7395482" y="1861175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5" name="Google Shape;1575;p87"/>
            <p:cNvSpPr/>
            <p:nvPr/>
          </p:nvSpPr>
          <p:spPr>
            <a:xfrm>
              <a:off x="7395482" y="2463602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−100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9" name="Shape 1579"/>
        <p:cNvGrpSpPr/>
        <p:nvPr/>
      </p:nvGrpSpPr>
      <p:grpSpPr>
        <a:xfrm>
          <a:off x="0" y="0"/>
          <a:ext cx="0" cy="0"/>
        </a:xfrm>
      </p:grpSpPr>
      <p:sp>
        <p:nvSpPr>
          <p:cNvPr id="1580" name="Google Shape;158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581" name="Google Shape;1581;p88"/>
          <p:cNvSpPr txBox="1"/>
          <p:nvPr/>
        </p:nvSpPr>
        <p:spPr>
          <a:xfrm>
            <a:off x="3295800" y="825621"/>
            <a:ext cx="1903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82" name="Google Shape;1582;p88"/>
          <p:cNvGrpSpPr/>
          <p:nvPr/>
        </p:nvGrpSpPr>
        <p:grpSpPr>
          <a:xfrm>
            <a:off x="3143436" y="1478182"/>
            <a:ext cx="1658478" cy="1721468"/>
            <a:chOff x="3143436" y="1478182"/>
            <a:chExt cx="1658478" cy="1721468"/>
          </a:xfrm>
        </p:grpSpPr>
        <p:cxnSp>
          <p:nvCxnSpPr>
            <p:cNvPr id="1583" name="Google Shape;1583;p88"/>
            <p:cNvCxnSpPr/>
            <p:nvPr/>
          </p:nvCxnSpPr>
          <p:spPr>
            <a:xfrm flipH="1">
              <a:off x="3356647" y="1860864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84" name="Google Shape;1584;p88"/>
            <p:cNvSpPr txBox="1"/>
            <p:nvPr/>
          </p:nvSpPr>
          <p:spPr>
            <a:xfrm>
              <a:off x="3179348" y="2023955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5" name="Google Shape;1585;p88"/>
            <p:cNvSpPr txBox="1"/>
            <p:nvPr/>
          </p:nvSpPr>
          <p:spPr>
            <a:xfrm>
              <a:off x="3713552" y="1478182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86" name="Google Shape;1586;p88"/>
            <p:cNvCxnSpPr/>
            <p:nvPr/>
          </p:nvCxnSpPr>
          <p:spPr>
            <a:xfrm>
              <a:off x="3467932" y="1793442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87" name="Google Shape;1587;p88"/>
            <p:cNvCxnSpPr/>
            <p:nvPr/>
          </p:nvCxnSpPr>
          <p:spPr>
            <a:xfrm>
              <a:off x="4098725" y="1793575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588" name="Google Shape;1588;p88"/>
            <p:cNvGrpSpPr/>
            <p:nvPr/>
          </p:nvGrpSpPr>
          <p:grpSpPr>
            <a:xfrm>
              <a:off x="3476250" y="1860774"/>
              <a:ext cx="1325664" cy="1317316"/>
              <a:chOff x="964903" y="2012560"/>
              <a:chExt cx="2167534" cy="1986603"/>
            </a:xfrm>
          </p:grpSpPr>
          <p:sp>
            <p:nvSpPr>
              <p:cNvPr id="1589" name="Google Shape;1589;p88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90" name="Google Shape;1590;p88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91" name="Google Shape;1591;p88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92" name="Google Shape;1592;p88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93" name="Google Shape;1593;p88"/>
            <p:cNvCxnSpPr/>
            <p:nvPr/>
          </p:nvCxnSpPr>
          <p:spPr>
            <a:xfrm flipH="1">
              <a:off x="3356650" y="2514450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94" name="Google Shape;1594;p88"/>
            <p:cNvSpPr txBox="1"/>
            <p:nvPr/>
          </p:nvSpPr>
          <p:spPr>
            <a:xfrm>
              <a:off x="3143436" y="2728418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95" name="Google Shape;1595;p88"/>
          <p:cNvGrpSpPr/>
          <p:nvPr/>
        </p:nvGrpSpPr>
        <p:grpSpPr>
          <a:xfrm>
            <a:off x="3479100" y="1860787"/>
            <a:ext cx="1317264" cy="1315016"/>
            <a:chOff x="3479100" y="1860787"/>
            <a:chExt cx="1317264" cy="1315016"/>
          </a:xfrm>
        </p:grpSpPr>
        <p:sp>
          <p:nvSpPr>
            <p:cNvPr id="1596" name="Google Shape;1596;p88"/>
            <p:cNvSpPr/>
            <p:nvPr/>
          </p:nvSpPr>
          <p:spPr>
            <a:xfrm>
              <a:off x="3479100" y="1860787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7" name="Google Shape;1597;p88"/>
            <p:cNvSpPr/>
            <p:nvPr/>
          </p:nvSpPr>
          <p:spPr>
            <a:xfrm>
              <a:off x="3479100" y="2463602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xy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8" name="Google Shape;1598;p88"/>
            <p:cNvSpPr/>
            <p:nvPr/>
          </p:nvSpPr>
          <p:spPr>
            <a:xfrm>
              <a:off x="4085664" y="1861175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xy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9" name="Google Shape;1599;p88"/>
            <p:cNvSpPr/>
            <p:nvPr/>
          </p:nvSpPr>
          <p:spPr>
            <a:xfrm>
              <a:off x="4085664" y="2463602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 baseline="30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00" name="Google Shape;1600;p88"/>
          <p:cNvSpPr txBox="1"/>
          <p:nvPr/>
        </p:nvSpPr>
        <p:spPr>
          <a:xfrm>
            <a:off x="3295800" y="3816154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 terms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88"/>
          <p:cNvSpPr txBox="1"/>
          <p:nvPr/>
        </p:nvSpPr>
        <p:spPr>
          <a:xfrm>
            <a:off x="3295800" y="3323800"/>
            <a:ext cx="2552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3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3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3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3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2" name="Google Shape;1602;p88"/>
          <p:cNvSpPr txBox="1"/>
          <p:nvPr/>
        </p:nvSpPr>
        <p:spPr>
          <a:xfrm>
            <a:off x="476400" y="825621"/>
            <a:ext cx="1903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03" name="Google Shape;1603;p88"/>
          <p:cNvGrpSpPr/>
          <p:nvPr/>
        </p:nvGrpSpPr>
        <p:grpSpPr>
          <a:xfrm>
            <a:off x="324036" y="1478194"/>
            <a:ext cx="1658478" cy="1721456"/>
            <a:chOff x="324036" y="1478194"/>
            <a:chExt cx="1658478" cy="1721456"/>
          </a:xfrm>
        </p:grpSpPr>
        <p:cxnSp>
          <p:nvCxnSpPr>
            <p:cNvPr id="1604" name="Google Shape;1604;p88"/>
            <p:cNvCxnSpPr/>
            <p:nvPr/>
          </p:nvCxnSpPr>
          <p:spPr>
            <a:xfrm flipH="1">
              <a:off x="537247" y="1860864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05" name="Google Shape;1605;p88"/>
            <p:cNvSpPr txBox="1"/>
            <p:nvPr/>
          </p:nvSpPr>
          <p:spPr>
            <a:xfrm>
              <a:off x="359948" y="2023955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06" name="Google Shape;1606;p88"/>
            <p:cNvSpPr txBox="1"/>
            <p:nvPr/>
          </p:nvSpPr>
          <p:spPr>
            <a:xfrm>
              <a:off x="894152" y="1478194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07" name="Google Shape;1607;p88"/>
            <p:cNvCxnSpPr/>
            <p:nvPr/>
          </p:nvCxnSpPr>
          <p:spPr>
            <a:xfrm>
              <a:off x="648532" y="1793442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08" name="Google Shape;1608;p88"/>
            <p:cNvCxnSpPr/>
            <p:nvPr/>
          </p:nvCxnSpPr>
          <p:spPr>
            <a:xfrm>
              <a:off x="1279325" y="1793575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609" name="Google Shape;1609;p88"/>
            <p:cNvGrpSpPr/>
            <p:nvPr/>
          </p:nvGrpSpPr>
          <p:grpSpPr>
            <a:xfrm>
              <a:off x="656850" y="1860774"/>
              <a:ext cx="1325664" cy="1317316"/>
              <a:chOff x="964903" y="2012560"/>
              <a:chExt cx="2167534" cy="1986603"/>
            </a:xfrm>
          </p:grpSpPr>
          <p:sp>
            <p:nvSpPr>
              <p:cNvPr id="1610" name="Google Shape;1610;p88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1" name="Google Shape;1611;p88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2" name="Google Shape;1612;p88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3" name="Google Shape;1613;p88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14" name="Google Shape;1614;p88"/>
            <p:cNvCxnSpPr/>
            <p:nvPr/>
          </p:nvCxnSpPr>
          <p:spPr>
            <a:xfrm flipH="1">
              <a:off x="537250" y="2514450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15" name="Google Shape;1615;p88"/>
            <p:cNvSpPr txBox="1"/>
            <p:nvPr/>
          </p:nvSpPr>
          <p:spPr>
            <a:xfrm>
              <a:off x="324036" y="2728418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16" name="Google Shape;1616;p88"/>
          <p:cNvGrpSpPr/>
          <p:nvPr/>
        </p:nvGrpSpPr>
        <p:grpSpPr>
          <a:xfrm>
            <a:off x="659700" y="1860787"/>
            <a:ext cx="1317264" cy="1315016"/>
            <a:chOff x="659700" y="1860787"/>
            <a:chExt cx="1317264" cy="1315016"/>
          </a:xfrm>
        </p:grpSpPr>
        <p:sp>
          <p:nvSpPr>
            <p:cNvPr id="1617" name="Google Shape;1617;p88"/>
            <p:cNvSpPr/>
            <p:nvPr/>
          </p:nvSpPr>
          <p:spPr>
            <a:xfrm>
              <a:off x="659700" y="1860787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8" name="Google Shape;1618;p88"/>
            <p:cNvSpPr/>
            <p:nvPr/>
          </p:nvSpPr>
          <p:spPr>
            <a:xfrm>
              <a:off x="659700" y="2463602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xy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9" name="Google Shape;1619;p88"/>
            <p:cNvSpPr/>
            <p:nvPr/>
          </p:nvSpPr>
          <p:spPr>
            <a:xfrm>
              <a:off x="1266264" y="1861175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xy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20" name="Google Shape;1620;p88"/>
            <p:cNvSpPr/>
            <p:nvPr/>
          </p:nvSpPr>
          <p:spPr>
            <a:xfrm>
              <a:off x="1266264" y="2463602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 baseline="30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21" name="Google Shape;1621;p88"/>
          <p:cNvSpPr txBox="1"/>
          <p:nvPr/>
        </p:nvSpPr>
        <p:spPr>
          <a:xfrm>
            <a:off x="476400" y="3816154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 terms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88"/>
          <p:cNvSpPr txBox="1"/>
          <p:nvPr/>
        </p:nvSpPr>
        <p:spPr>
          <a:xfrm>
            <a:off x="476400" y="3323800"/>
            <a:ext cx="2552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3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3" name="Google Shape;1623;p88"/>
          <p:cNvSpPr txBox="1"/>
          <p:nvPr/>
        </p:nvSpPr>
        <p:spPr>
          <a:xfrm>
            <a:off x="5229600" y="1808300"/>
            <a:ext cx="3590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The number of terms depended on the nature of the like terms. </a:t>
            </a:r>
            <a:endParaRPr sz="18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We are going to focus on the cases which had two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  <p:cond evt="onBegin" delay="0">
                          <p:tn val="8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  <p:cond evt="onBegin" delay="0">
                          <p:tn val="16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  <p:cond evt="onBegin" delay="0">
                          <p:tn val="20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  <p:cond evt="onBegin" delay="0">
                          <p:tn val="28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  <p:cond evt="onBegin" delay="0">
                          <p:tn val="3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  <p:cond evt="onBegin" delay="0">
                          <p:tn val="36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  <p:cond evt="onBegin" delay="0">
                          <p:tn val="40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7" name="Shape 1627"/>
        <p:cNvGrpSpPr/>
        <p:nvPr/>
      </p:nvGrpSpPr>
      <p:grpSpPr>
        <a:xfrm>
          <a:off x="0" y="0"/>
          <a:ext cx="0" cy="0"/>
        </a:xfrm>
      </p:grpSpPr>
      <p:sp>
        <p:nvSpPr>
          <p:cNvPr id="1628" name="Google Shape;162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grpSp>
        <p:nvGrpSpPr>
          <p:cNvPr id="1629" name="Google Shape;1629;p89"/>
          <p:cNvGrpSpPr/>
          <p:nvPr/>
        </p:nvGrpSpPr>
        <p:grpSpPr>
          <a:xfrm>
            <a:off x="100743" y="851400"/>
            <a:ext cx="4130932" cy="1819095"/>
            <a:chOff x="100743" y="851400"/>
            <a:chExt cx="4130932" cy="1819095"/>
          </a:xfrm>
        </p:grpSpPr>
        <p:pic>
          <p:nvPicPr>
            <p:cNvPr id="1630" name="Google Shape;1630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328" y="1652825"/>
              <a:ext cx="522885" cy="653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1" name="Google Shape;1631;p89"/>
            <p:cNvSpPr txBox="1"/>
            <p:nvPr/>
          </p:nvSpPr>
          <p:spPr>
            <a:xfrm flipH="1">
              <a:off x="100743" y="2248995"/>
              <a:ext cx="10122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32" name="Google Shape;1632;p89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636877" y="851400"/>
              <a:ext cx="3594798" cy="115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3" name="Google Shape;1633;p89"/>
            <p:cNvSpPr txBox="1"/>
            <p:nvPr/>
          </p:nvSpPr>
          <p:spPr>
            <a:xfrm>
              <a:off x="858000" y="924100"/>
              <a:ext cx="3270900" cy="81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squaring a binomial will give a product that can simplify to two terms?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4" name="Google Shape;1634;p89"/>
          <p:cNvSpPr txBox="1"/>
          <p:nvPr>
            <p:ph type="body" idx="1"/>
          </p:nvPr>
        </p:nvSpPr>
        <p:spPr>
          <a:xfrm>
            <a:off x="4572000" y="967125"/>
            <a:ext cx="4267200" cy="81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agree?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5" name="Google Shape;1635;p89"/>
          <p:cNvSpPr txBox="1"/>
          <p:nvPr>
            <p:ph type="body" idx="1"/>
          </p:nvPr>
        </p:nvSpPr>
        <p:spPr>
          <a:xfrm>
            <a:off x="324000" y="2667725"/>
            <a:ext cx="39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+ 4)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36" name="Google Shape;1636;p89"/>
          <p:cNvGrpSpPr/>
          <p:nvPr/>
        </p:nvGrpSpPr>
        <p:grpSpPr>
          <a:xfrm>
            <a:off x="503111" y="2978232"/>
            <a:ext cx="1734678" cy="1777431"/>
            <a:chOff x="503111" y="2978232"/>
            <a:chExt cx="1734678" cy="1777431"/>
          </a:xfrm>
        </p:grpSpPr>
        <p:cxnSp>
          <p:nvCxnSpPr>
            <p:cNvPr id="1637" name="Google Shape;1637;p89"/>
            <p:cNvCxnSpPr/>
            <p:nvPr/>
          </p:nvCxnSpPr>
          <p:spPr>
            <a:xfrm flipH="1">
              <a:off x="792522" y="341687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38" name="Google Shape;1638;p89"/>
            <p:cNvSpPr txBox="1"/>
            <p:nvPr/>
          </p:nvSpPr>
          <p:spPr>
            <a:xfrm>
              <a:off x="615223" y="3579967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9" name="Google Shape;1639;p89"/>
            <p:cNvSpPr txBox="1"/>
            <p:nvPr/>
          </p:nvSpPr>
          <p:spPr>
            <a:xfrm>
              <a:off x="1150652" y="2978232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4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40" name="Google Shape;1640;p89"/>
            <p:cNvCxnSpPr/>
            <p:nvPr/>
          </p:nvCxnSpPr>
          <p:spPr>
            <a:xfrm>
              <a:off x="903807" y="334945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41" name="Google Shape;1641;p89"/>
            <p:cNvCxnSpPr/>
            <p:nvPr/>
          </p:nvCxnSpPr>
          <p:spPr>
            <a:xfrm>
              <a:off x="1534600" y="3349588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642" name="Google Shape;1642;p89"/>
            <p:cNvGrpSpPr/>
            <p:nvPr/>
          </p:nvGrpSpPr>
          <p:grpSpPr>
            <a:xfrm>
              <a:off x="912125" y="3416787"/>
              <a:ext cx="1325664" cy="1317316"/>
              <a:chOff x="964903" y="2012560"/>
              <a:chExt cx="2167534" cy="1986603"/>
            </a:xfrm>
          </p:grpSpPr>
          <p:sp>
            <p:nvSpPr>
              <p:cNvPr id="1643" name="Google Shape;1643;p89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4" name="Google Shape;1644;p89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5" name="Google Shape;1645;p89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6" name="Google Shape;1646;p89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47" name="Google Shape;1647;p89"/>
            <p:cNvCxnSpPr/>
            <p:nvPr/>
          </p:nvCxnSpPr>
          <p:spPr>
            <a:xfrm flipH="1">
              <a:off x="792525" y="4070463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48" name="Google Shape;1648;p89"/>
            <p:cNvSpPr txBox="1"/>
            <p:nvPr/>
          </p:nvSpPr>
          <p:spPr>
            <a:xfrm>
              <a:off x="503111" y="4284430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4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49" name="Google Shape;1649;p89"/>
          <p:cNvGrpSpPr/>
          <p:nvPr/>
        </p:nvGrpSpPr>
        <p:grpSpPr>
          <a:xfrm>
            <a:off x="914975" y="3416799"/>
            <a:ext cx="1317264" cy="1315016"/>
            <a:chOff x="914975" y="3416799"/>
            <a:chExt cx="1317264" cy="1315016"/>
          </a:xfrm>
        </p:grpSpPr>
        <p:sp>
          <p:nvSpPr>
            <p:cNvPr id="1650" name="Google Shape;1650;p89"/>
            <p:cNvSpPr/>
            <p:nvPr/>
          </p:nvSpPr>
          <p:spPr>
            <a:xfrm>
              <a:off x="914975" y="3416799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1" name="Google Shape;1651;p89"/>
            <p:cNvSpPr/>
            <p:nvPr/>
          </p:nvSpPr>
          <p:spPr>
            <a:xfrm>
              <a:off x="914975" y="4019615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2" name="Google Shape;1652;p89"/>
            <p:cNvSpPr/>
            <p:nvPr/>
          </p:nvSpPr>
          <p:spPr>
            <a:xfrm>
              <a:off x="1521539" y="3417188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3" name="Google Shape;1653;p89"/>
            <p:cNvSpPr/>
            <p:nvPr/>
          </p:nvSpPr>
          <p:spPr>
            <a:xfrm>
              <a:off x="1521539" y="4019615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16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54" name="Google Shape;1654;p89"/>
          <p:cNvSpPr txBox="1"/>
          <p:nvPr>
            <p:ph type="body" idx="1"/>
          </p:nvPr>
        </p:nvSpPr>
        <p:spPr>
          <a:xfrm>
            <a:off x="2793700" y="2667725"/>
            <a:ext cx="162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+ 16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55" name="Google Shape;1655;p89"/>
          <p:cNvSpPr txBox="1"/>
          <p:nvPr>
            <p:ph type="body" idx="1"/>
          </p:nvPr>
        </p:nvSpPr>
        <p:spPr>
          <a:xfrm>
            <a:off x="2600325" y="4438325"/>
            <a:ext cx="4572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is incorrect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6" name="Google Shape;1656;p89"/>
          <p:cNvSpPr txBox="1"/>
          <p:nvPr>
            <p:ph type="body" idx="1"/>
          </p:nvPr>
        </p:nvSpPr>
        <p:spPr>
          <a:xfrm>
            <a:off x="4743600" y="2667725"/>
            <a:ext cx="39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57" name="Google Shape;1657;p89"/>
          <p:cNvGrpSpPr/>
          <p:nvPr/>
        </p:nvGrpSpPr>
        <p:grpSpPr>
          <a:xfrm>
            <a:off x="5034823" y="2978219"/>
            <a:ext cx="1622566" cy="1777443"/>
            <a:chOff x="5034823" y="2978219"/>
            <a:chExt cx="1622566" cy="1777443"/>
          </a:xfrm>
        </p:grpSpPr>
        <p:cxnSp>
          <p:nvCxnSpPr>
            <p:cNvPr id="1658" name="Google Shape;1658;p89"/>
            <p:cNvCxnSpPr/>
            <p:nvPr/>
          </p:nvCxnSpPr>
          <p:spPr>
            <a:xfrm flipH="1">
              <a:off x="5212122" y="341687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59" name="Google Shape;1659;p89"/>
            <p:cNvSpPr txBox="1"/>
            <p:nvPr/>
          </p:nvSpPr>
          <p:spPr>
            <a:xfrm>
              <a:off x="5034823" y="3579967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0" name="Google Shape;1660;p89"/>
            <p:cNvSpPr txBox="1"/>
            <p:nvPr/>
          </p:nvSpPr>
          <p:spPr>
            <a:xfrm>
              <a:off x="5566602" y="2978219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b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61" name="Google Shape;1661;p89"/>
            <p:cNvCxnSpPr/>
            <p:nvPr/>
          </p:nvCxnSpPr>
          <p:spPr>
            <a:xfrm>
              <a:off x="5323407" y="334945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62" name="Google Shape;1662;p89"/>
            <p:cNvCxnSpPr/>
            <p:nvPr/>
          </p:nvCxnSpPr>
          <p:spPr>
            <a:xfrm>
              <a:off x="5954200" y="3349588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663" name="Google Shape;1663;p89"/>
            <p:cNvGrpSpPr/>
            <p:nvPr/>
          </p:nvGrpSpPr>
          <p:grpSpPr>
            <a:xfrm>
              <a:off x="5331725" y="3416787"/>
              <a:ext cx="1325664" cy="1317316"/>
              <a:chOff x="964903" y="2012560"/>
              <a:chExt cx="2167534" cy="1986603"/>
            </a:xfrm>
          </p:grpSpPr>
          <p:sp>
            <p:nvSpPr>
              <p:cNvPr id="1664" name="Google Shape;1664;p89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5" name="Google Shape;1665;p89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6" name="Google Shape;1666;p89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7" name="Google Shape;1667;p89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68" name="Google Shape;1668;p89"/>
            <p:cNvCxnSpPr/>
            <p:nvPr/>
          </p:nvCxnSpPr>
          <p:spPr>
            <a:xfrm flipH="1">
              <a:off x="5212125" y="4070463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69" name="Google Shape;1669;p89"/>
            <p:cNvSpPr txBox="1"/>
            <p:nvPr/>
          </p:nvSpPr>
          <p:spPr>
            <a:xfrm>
              <a:off x="5034825" y="4284425"/>
              <a:ext cx="143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70" name="Google Shape;1670;p89"/>
          <p:cNvGrpSpPr/>
          <p:nvPr/>
        </p:nvGrpSpPr>
        <p:grpSpPr>
          <a:xfrm>
            <a:off x="5334575" y="3416799"/>
            <a:ext cx="1317264" cy="1315016"/>
            <a:chOff x="5334575" y="3416799"/>
            <a:chExt cx="1317264" cy="1315016"/>
          </a:xfrm>
        </p:grpSpPr>
        <p:sp>
          <p:nvSpPr>
            <p:cNvPr id="1671" name="Google Shape;1671;p89"/>
            <p:cNvSpPr/>
            <p:nvPr/>
          </p:nvSpPr>
          <p:spPr>
            <a:xfrm>
              <a:off x="5334575" y="3416799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0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2" name="Google Shape;1672;p89"/>
            <p:cNvSpPr/>
            <p:nvPr/>
          </p:nvSpPr>
          <p:spPr>
            <a:xfrm>
              <a:off x="5334575" y="4019615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ab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3" name="Google Shape;1673;p89"/>
            <p:cNvSpPr/>
            <p:nvPr/>
          </p:nvSpPr>
          <p:spPr>
            <a:xfrm>
              <a:off x="5941139" y="3417188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4" name="Google Shape;1674;p89"/>
            <p:cNvSpPr/>
            <p:nvPr/>
          </p:nvSpPr>
          <p:spPr>
            <a:xfrm>
              <a:off x="5941139" y="4019615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20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75" name="Google Shape;1675;p89"/>
          <p:cNvSpPr txBox="1"/>
          <p:nvPr>
            <p:ph type="body" idx="1"/>
          </p:nvPr>
        </p:nvSpPr>
        <p:spPr>
          <a:xfrm>
            <a:off x="7213300" y="2667725"/>
            <a:ext cx="162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900" b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9" name="Shape 1679"/>
        <p:cNvGrpSpPr/>
        <p:nvPr/>
      </p:nvGrpSpPr>
      <p:grpSpPr>
        <a:xfrm>
          <a:off x="0" y="0"/>
          <a:ext cx="0" cy="0"/>
        </a:xfrm>
      </p:grpSpPr>
      <p:sp>
        <p:nvSpPr>
          <p:cNvPr id="1680" name="Google Shape;168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681" name="Google Shape;1681;p90"/>
          <p:cNvSpPr txBox="1"/>
          <p:nvPr>
            <p:ph type="body" idx="1"/>
          </p:nvPr>
        </p:nvSpPr>
        <p:spPr>
          <a:xfrm>
            <a:off x="4572000" y="967125"/>
            <a:ext cx="4267200" cy="81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agree?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2" name="Google Shape;1682;p90"/>
          <p:cNvSpPr txBox="1"/>
          <p:nvPr>
            <p:ph type="body" idx="1"/>
          </p:nvPr>
        </p:nvSpPr>
        <p:spPr>
          <a:xfrm>
            <a:off x="1278025" y="2011063"/>
            <a:ext cx="39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4)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83" name="Google Shape;1683;p90"/>
          <p:cNvGrpSpPr/>
          <p:nvPr/>
        </p:nvGrpSpPr>
        <p:grpSpPr>
          <a:xfrm>
            <a:off x="1022136" y="2328844"/>
            <a:ext cx="1734678" cy="1780631"/>
            <a:chOff x="1022136" y="2328844"/>
            <a:chExt cx="1734678" cy="1780631"/>
          </a:xfrm>
        </p:grpSpPr>
        <p:cxnSp>
          <p:nvCxnSpPr>
            <p:cNvPr id="1684" name="Google Shape;1684;p90"/>
            <p:cNvCxnSpPr/>
            <p:nvPr/>
          </p:nvCxnSpPr>
          <p:spPr>
            <a:xfrm flipH="1">
              <a:off x="1311547" y="2770689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85" name="Google Shape;1685;p90"/>
            <p:cNvSpPr txBox="1"/>
            <p:nvPr/>
          </p:nvSpPr>
          <p:spPr>
            <a:xfrm>
              <a:off x="1134248" y="2933780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86" name="Google Shape;1686;p90"/>
            <p:cNvSpPr txBox="1"/>
            <p:nvPr/>
          </p:nvSpPr>
          <p:spPr>
            <a:xfrm>
              <a:off x="1684802" y="2328844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−4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87" name="Google Shape;1687;p90"/>
            <p:cNvCxnSpPr/>
            <p:nvPr/>
          </p:nvCxnSpPr>
          <p:spPr>
            <a:xfrm>
              <a:off x="1422832" y="2703267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88" name="Google Shape;1688;p90"/>
            <p:cNvCxnSpPr/>
            <p:nvPr/>
          </p:nvCxnSpPr>
          <p:spPr>
            <a:xfrm>
              <a:off x="2053625" y="2703400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689" name="Google Shape;1689;p90"/>
            <p:cNvGrpSpPr/>
            <p:nvPr/>
          </p:nvGrpSpPr>
          <p:grpSpPr>
            <a:xfrm>
              <a:off x="1431150" y="2770599"/>
              <a:ext cx="1325664" cy="1317316"/>
              <a:chOff x="964903" y="2012560"/>
              <a:chExt cx="2167534" cy="1986603"/>
            </a:xfrm>
          </p:grpSpPr>
          <p:sp>
            <p:nvSpPr>
              <p:cNvPr id="1690" name="Google Shape;1690;p90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1" name="Google Shape;1691;p90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2" name="Google Shape;1692;p90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3" name="Google Shape;1693;p90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94" name="Google Shape;1694;p90"/>
            <p:cNvCxnSpPr/>
            <p:nvPr/>
          </p:nvCxnSpPr>
          <p:spPr>
            <a:xfrm flipH="1">
              <a:off x="1311550" y="3424275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95" name="Google Shape;1695;p90"/>
            <p:cNvSpPr txBox="1"/>
            <p:nvPr/>
          </p:nvSpPr>
          <p:spPr>
            <a:xfrm>
              <a:off x="1022136" y="3638243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4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96" name="Google Shape;1696;p90"/>
          <p:cNvGrpSpPr/>
          <p:nvPr/>
        </p:nvGrpSpPr>
        <p:grpSpPr>
          <a:xfrm>
            <a:off x="1434000" y="2770612"/>
            <a:ext cx="1317264" cy="1315016"/>
            <a:chOff x="1434000" y="2770612"/>
            <a:chExt cx="1317264" cy="1315016"/>
          </a:xfrm>
        </p:grpSpPr>
        <p:sp>
          <p:nvSpPr>
            <p:cNvPr id="1697" name="Google Shape;1697;p90"/>
            <p:cNvSpPr/>
            <p:nvPr/>
          </p:nvSpPr>
          <p:spPr>
            <a:xfrm>
              <a:off x="1434000" y="2770612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98" name="Google Shape;1698;p90"/>
            <p:cNvSpPr/>
            <p:nvPr/>
          </p:nvSpPr>
          <p:spPr>
            <a:xfrm>
              <a:off x="1434000" y="3373427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99" name="Google Shape;1699;p90"/>
            <p:cNvSpPr/>
            <p:nvPr/>
          </p:nvSpPr>
          <p:spPr>
            <a:xfrm>
              <a:off x="2040564" y="2771000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00" name="Google Shape;1700;p90"/>
            <p:cNvSpPr/>
            <p:nvPr/>
          </p:nvSpPr>
          <p:spPr>
            <a:xfrm>
              <a:off x="2040564" y="3373427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−16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01" name="Google Shape;1701;p90"/>
          <p:cNvSpPr txBox="1"/>
          <p:nvPr>
            <p:ph type="body" idx="1"/>
          </p:nvPr>
        </p:nvSpPr>
        <p:spPr>
          <a:xfrm>
            <a:off x="2680250" y="2011063"/>
            <a:ext cx="162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16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2" name="Google Shape;1702;p90"/>
          <p:cNvSpPr txBox="1"/>
          <p:nvPr>
            <p:ph type="body" idx="1"/>
          </p:nvPr>
        </p:nvSpPr>
        <p:spPr>
          <a:xfrm>
            <a:off x="322350" y="4175575"/>
            <a:ext cx="8109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is almost correct- one term must be the same in each bracket and the others must be a zero pair.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3" name="Google Shape;1703;p90"/>
          <p:cNvSpPr txBox="1"/>
          <p:nvPr>
            <p:ph type="body" idx="1"/>
          </p:nvPr>
        </p:nvSpPr>
        <p:spPr>
          <a:xfrm>
            <a:off x="4824000" y="2008950"/>
            <a:ext cx="39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4)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04" name="Google Shape;1704;p90"/>
          <p:cNvGrpSpPr/>
          <p:nvPr/>
        </p:nvGrpSpPr>
        <p:grpSpPr>
          <a:xfrm>
            <a:off x="4886623" y="2328832"/>
            <a:ext cx="1622566" cy="1782331"/>
            <a:chOff x="4886623" y="2328832"/>
            <a:chExt cx="1622566" cy="1782331"/>
          </a:xfrm>
        </p:grpSpPr>
        <p:cxnSp>
          <p:nvCxnSpPr>
            <p:cNvPr id="1705" name="Google Shape;1705;p90"/>
            <p:cNvCxnSpPr/>
            <p:nvPr/>
          </p:nvCxnSpPr>
          <p:spPr>
            <a:xfrm flipH="1">
              <a:off x="5063922" y="277237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06" name="Google Shape;1706;p90"/>
            <p:cNvSpPr txBox="1"/>
            <p:nvPr/>
          </p:nvSpPr>
          <p:spPr>
            <a:xfrm>
              <a:off x="4886623" y="2935467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07" name="Google Shape;1707;p90"/>
            <p:cNvSpPr txBox="1"/>
            <p:nvPr/>
          </p:nvSpPr>
          <p:spPr>
            <a:xfrm>
              <a:off x="5418402" y="2328832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708" name="Google Shape;1708;p90"/>
            <p:cNvCxnSpPr/>
            <p:nvPr/>
          </p:nvCxnSpPr>
          <p:spPr>
            <a:xfrm>
              <a:off x="5175207" y="270495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709" name="Google Shape;1709;p90"/>
            <p:cNvCxnSpPr/>
            <p:nvPr/>
          </p:nvCxnSpPr>
          <p:spPr>
            <a:xfrm>
              <a:off x="5806000" y="2705088"/>
              <a:ext cx="680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710" name="Google Shape;1710;p90"/>
            <p:cNvGrpSpPr/>
            <p:nvPr/>
          </p:nvGrpSpPr>
          <p:grpSpPr>
            <a:xfrm>
              <a:off x="5183525" y="2772287"/>
              <a:ext cx="1325664" cy="1317316"/>
              <a:chOff x="964903" y="2012560"/>
              <a:chExt cx="2167534" cy="1986603"/>
            </a:xfrm>
          </p:grpSpPr>
          <p:sp>
            <p:nvSpPr>
              <p:cNvPr id="1711" name="Google Shape;1711;p90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2" name="Google Shape;1712;p90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3" name="Google Shape;1713;p90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4" name="Google Shape;1714;p90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715" name="Google Shape;1715;p90"/>
            <p:cNvCxnSpPr/>
            <p:nvPr/>
          </p:nvCxnSpPr>
          <p:spPr>
            <a:xfrm flipH="1">
              <a:off x="5063925" y="3425963"/>
              <a:ext cx="0" cy="685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16" name="Google Shape;1716;p90"/>
            <p:cNvSpPr txBox="1"/>
            <p:nvPr/>
          </p:nvSpPr>
          <p:spPr>
            <a:xfrm>
              <a:off x="4886625" y="3639925"/>
              <a:ext cx="143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4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717" name="Google Shape;1717;p90"/>
          <p:cNvGrpSpPr/>
          <p:nvPr/>
        </p:nvGrpSpPr>
        <p:grpSpPr>
          <a:xfrm>
            <a:off x="5186375" y="2772299"/>
            <a:ext cx="1317264" cy="1315016"/>
            <a:chOff x="5186375" y="2772299"/>
            <a:chExt cx="1317264" cy="1315016"/>
          </a:xfrm>
        </p:grpSpPr>
        <p:sp>
          <p:nvSpPr>
            <p:cNvPr id="1718" name="Google Shape;1718;p90"/>
            <p:cNvSpPr/>
            <p:nvPr/>
          </p:nvSpPr>
          <p:spPr>
            <a:xfrm>
              <a:off x="5186375" y="2772299"/>
              <a:ext cx="612000" cy="61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ab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19" name="Google Shape;1719;p90"/>
            <p:cNvSpPr/>
            <p:nvPr/>
          </p:nvSpPr>
          <p:spPr>
            <a:xfrm>
              <a:off x="5186375" y="3375115"/>
              <a:ext cx="6120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0" name="Google Shape;1720;p90"/>
            <p:cNvSpPr/>
            <p:nvPr/>
          </p:nvSpPr>
          <p:spPr>
            <a:xfrm>
              <a:off x="5792939" y="2772688"/>
              <a:ext cx="710700" cy="613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1" name="Google Shape;1721;p90"/>
            <p:cNvSpPr/>
            <p:nvPr/>
          </p:nvSpPr>
          <p:spPr>
            <a:xfrm>
              <a:off x="5792939" y="3375115"/>
              <a:ext cx="710700" cy="712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−16</a:t>
              </a:r>
              <a:endParaRPr sz="2300" i="1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22" name="Google Shape;1722;p90"/>
          <p:cNvSpPr txBox="1"/>
          <p:nvPr>
            <p:ph type="body" idx="1"/>
          </p:nvPr>
        </p:nvSpPr>
        <p:spPr>
          <a:xfrm>
            <a:off x="6412550" y="2033900"/>
            <a:ext cx="2121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ab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16</a:t>
            </a:r>
            <a:endParaRPr sz="1900" b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23" name="Google Shape;1723;p90"/>
          <p:cNvGrpSpPr/>
          <p:nvPr/>
        </p:nvGrpSpPr>
        <p:grpSpPr>
          <a:xfrm>
            <a:off x="215450" y="851400"/>
            <a:ext cx="4244825" cy="1905468"/>
            <a:chOff x="215450" y="851400"/>
            <a:chExt cx="4244825" cy="1905468"/>
          </a:xfrm>
        </p:grpSpPr>
        <p:pic>
          <p:nvPicPr>
            <p:cNvPr id="1724" name="Google Shape;1724;p90"/>
            <p:cNvPicPr preferRelativeResize="0"/>
            <p:nvPr/>
          </p:nvPicPr>
          <p:blipFill>
            <a:blip r:embed="rId3">
              <a:alphaModFix/>
            </a:blip>
            <a:srcRect r="57905" b="43690"/>
            <a:stretch>
              <a:fillRect/>
            </a:stretch>
          </p:blipFill>
          <p:spPr>
            <a:xfrm flipH="1">
              <a:off x="865477" y="851400"/>
              <a:ext cx="3594798" cy="115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5" name="Google Shape;1725;p90"/>
            <p:cNvSpPr txBox="1"/>
            <p:nvPr/>
          </p:nvSpPr>
          <p:spPr>
            <a:xfrm>
              <a:off x="1086600" y="924100"/>
              <a:ext cx="3270900" cy="81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two of the terms must be the additive inverses of each other.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26" name="Google Shape;1726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0152" y="1615350"/>
              <a:ext cx="406731" cy="778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7" name="Google Shape;1727;p90"/>
            <p:cNvSpPr txBox="1"/>
            <p:nvPr/>
          </p:nvSpPr>
          <p:spPr>
            <a:xfrm>
              <a:off x="215450" y="2333268"/>
              <a:ext cx="989400" cy="4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1" name="Shape 1731"/>
        <p:cNvGrpSpPr/>
        <p:nvPr/>
      </p:nvGrpSpPr>
      <p:grpSpPr>
        <a:xfrm>
          <a:off x="0" y="0"/>
          <a:ext cx="0" cy="0"/>
        </a:xfrm>
      </p:grpSpPr>
      <p:sp>
        <p:nvSpPr>
          <p:cNvPr id="1732" name="Google Shape;173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733" name="Google Shape;1733;p91"/>
          <p:cNvSpPr txBox="1"/>
          <p:nvPr>
            <p:ph type="body" idx="1"/>
          </p:nvPr>
        </p:nvSpPr>
        <p:spPr>
          <a:xfrm>
            <a:off x="324000" y="819600"/>
            <a:ext cx="8496000" cy="81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are some of the examples we have seen so far.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4" name="Google Shape;1734;p91"/>
          <p:cNvSpPr txBox="1"/>
          <p:nvPr/>
        </p:nvSpPr>
        <p:spPr>
          <a:xfrm>
            <a:off x="324000" y="18666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5" name="Google Shape;1735;p91"/>
          <p:cNvSpPr txBox="1"/>
          <p:nvPr/>
        </p:nvSpPr>
        <p:spPr>
          <a:xfrm>
            <a:off x="324000" y="1315188"/>
            <a:ext cx="188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6" name="Google Shape;1736;p91"/>
          <p:cNvSpPr txBox="1"/>
          <p:nvPr/>
        </p:nvSpPr>
        <p:spPr>
          <a:xfrm>
            <a:off x="3425938" y="1315200"/>
            <a:ext cx="1903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7" name="Google Shape;1737;p91"/>
          <p:cNvSpPr txBox="1"/>
          <p:nvPr/>
        </p:nvSpPr>
        <p:spPr>
          <a:xfrm>
            <a:off x="3436588" y="1866600"/>
            <a:ext cx="232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8" name="Google Shape;1738;p91"/>
          <p:cNvSpPr txBox="1"/>
          <p:nvPr/>
        </p:nvSpPr>
        <p:spPr>
          <a:xfrm>
            <a:off x="6549175" y="1315196"/>
            <a:ext cx="1903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9" name="Google Shape;1739;p91"/>
          <p:cNvSpPr txBox="1"/>
          <p:nvPr/>
        </p:nvSpPr>
        <p:spPr>
          <a:xfrm>
            <a:off x="6549175" y="1866600"/>
            <a:ext cx="2552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0" name="Google Shape;1740;p91"/>
          <p:cNvSpPr txBox="1"/>
          <p:nvPr>
            <p:ph type="body" idx="1"/>
          </p:nvPr>
        </p:nvSpPr>
        <p:spPr>
          <a:xfrm>
            <a:off x="324000" y="2547600"/>
            <a:ext cx="8496000" cy="4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do you notice?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1" name="Google Shape;1741;p91"/>
          <p:cNvSpPr txBox="1"/>
          <p:nvPr>
            <p:ph type="body" idx="1"/>
          </p:nvPr>
        </p:nvSpPr>
        <p:spPr>
          <a:xfrm>
            <a:off x="324000" y="3027300"/>
            <a:ext cx="8496000" cy="107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these examples have an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because each binomial has a term of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second term in the expanded form is negative.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 and 100 are square numbers.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5" name="Shape 1745"/>
        <p:cNvGrpSpPr/>
        <p:nvPr/>
      </p:nvGrpSpPr>
      <p:grpSpPr>
        <a:xfrm>
          <a:off x="0" y="0"/>
          <a:ext cx="0" cy="0"/>
        </a:xfrm>
      </p:grpSpPr>
      <p:sp>
        <p:nvSpPr>
          <p:cNvPr id="1746" name="Google Shape;174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747" name="Google Shape;1747;p92"/>
          <p:cNvSpPr txBox="1"/>
          <p:nvPr>
            <p:ph type="body" idx="1"/>
          </p:nvPr>
        </p:nvSpPr>
        <p:spPr>
          <a:xfrm>
            <a:off x="324000" y="810000"/>
            <a:ext cx="8496000" cy="28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use algebra to generalise this and explore the structure of these special cases.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If a product of two binomials is in the form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where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/>
              <a:t> are any terms.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This can be written as: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48" name="Google Shape;1748;p92"/>
          <p:cNvSpPr txBox="1"/>
          <p:nvPr>
            <p:ph type="body" idx="1"/>
          </p:nvPr>
        </p:nvSpPr>
        <p:spPr>
          <a:xfrm>
            <a:off x="324000" y="3780000"/>
            <a:ext cx="8496000" cy="37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This form of expression can be called the </a:t>
            </a:r>
            <a:r>
              <a:rPr lang="en-GB" sz="1800">
                <a:solidFill>
                  <a:schemeClr val="accent5"/>
                </a:solidFill>
              </a:rPr>
              <a:t>difference of two squares</a:t>
            </a:r>
            <a:r>
              <a:rPr lang="en-GB" sz="1800"/>
              <a:t>.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49" name="Google Shape;1749;p92"/>
          <p:cNvSpPr txBox="1"/>
          <p:nvPr>
            <p:ph type="body" idx="1"/>
          </p:nvPr>
        </p:nvSpPr>
        <p:spPr>
          <a:xfrm>
            <a:off x="324000" y="4237200"/>
            <a:ext cx="8496000" cy="37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It expresses the difference between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750" name="Google Shape;1750;p92"/>
          <p:cNvGrpSpPr/>
          <p:nvPr/>
        </p:nvGrpSpPr>
        <p:grpSpPr>
          <a:xfrm>
            <a:off x="768475" y="3309600"/>
            <a:ext cx="2562775" cy="1246500"/>
            <a:chOff x="768475" y="3309600"/>
            <a:chExt cx="2562775" cy="1246500"/>
          </a:xfrm>
        </p:grpSpPr>
        <p:sp>
          <p:nvSpPr>
            <p:cNvPr id="1751" name="Google Shape;1751;p92"/>
            <p:cNvSpPr/>
            <p:nvPr/>
          </p:nvSpPr>
          <p:spPr>
            <a:xfrm>
              <a:off x="2120450" y="4255200"/>
              <a:ext cx="1210800" cy="3009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2" name="Google Shape;1752;p92"/>
            <p:cNvSpPr/>
            <p:nvPr/>
          </p:nvSpPr>
          <p:spPr>
            <a:xfrm>
              <a:off x="768475" y="3309600"/>
              <a:ext cx="205800" cy="3009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3" name="Google Shape;1753;p92"/>
          <p:cNvGrpSpPr/>
          <p:nvPr/>
        </p:nvGrpSpPr>
        <p:grpSpPr>
          <a:xfrm>
            <a:off x="506870" y="3280945"/>
            <a:ext cx="4092275" cy="1275155"/>
            <a:chOff x="506870" y="3280945"/>
            <a:chExt cx="4092275" cy="1275155"/>
          </a:xfrm>
        </p:grpSpPr>
        <p:sp>
          <p:nvSpPr>
            <p:cNvPr id="1754" name="Google Shape;1754;p92"/>
            <p:cNvSpPr/>
            <p:nvPr/>
          </p:nvSpPr>
          <p:spPr>
            <a:xfrm>
              <a:off x="4337545" y="4255200"/>
              <a:ext cx="261600" cy="3009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92"/>
            <p:cNvSpPr/>
            <p:nvPr/>
          </p:nvSpPr>
          <p:spPr>
            <a:xfrm>
              <a:off x="506870" y="3280945"/>
              <a:ext cx="261600" cy="3009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6" name="Google Shape;1756;p92"/>
          <p:cNvGrpSpPr/>
          <p:nvPr/>
        </p:nvGrpSpPr>
        <p:grpSpPr>
          <a:xfrm>
            <a:off x="964070" y="3280945"/>
            <a:ext cx="4397000" cy="1257150"/>
            <a:chOff x="964070" y="3280945"/>
            <a:chExt cx="4397000" cy="1257150"/>
          </a:xfrm>
        </p:grpSpPr>
        <p:sp>
          <p:nvSpPr>
            <p:cNvPr id="1757" name="Google Shape;1757;p92"/>
            <p:cNvSpPr/>
            <p:nvPr/>
          </p:nvSpPr>
          <p:spPr>
            <a:xfrm>
              <a:off x="964070" y="3280945"/>
              <a:ext cx="261600" cy="3009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8" name="Google Shape;1758;p92"/>
            <p:cNvSpPr/>
            <p:nvPr/>
          </p:nvSpPr>
          <p:spPr>
            <a:xfrm>
              <a:off x="5099470" y="4237195"/>
              <a:ext cx="261600" cy="3009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2" name="Shape 1762"/>
        <p:cNvGrpSpPr/>
        <p:nvPr/>
      </p:nvGrpSpPr>
      <p:grpSpPr>
        <a:xfrm>
          <a:off x="0" y="0"/>
          <a:ext cx="0" cy="0"/>
        </a:xfrm>
      </p:grpSpPr>
      <p:sp>
        <p:nvSpPr>
          <p:cNvPr id="1763" name="Google Shape;1763;p93"/>
          <p:cNvSpPr/>
          <p:nvPr/>
        </p:nvSpPr>
        <p:spPr>
          <a:xfrm>
            <a:off x="6162745" y="2659650"/>
            <a:ext cx="1860600" cy="1437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765" name="Google Shape;1765;p93"/>
          <p:cNvSpPr txBox="1"/>
          <p:nvPr>
            <p:ph type="body" idx="1"/>
          </p:nvPr>
        </p:nvSpPr>
        <p:spPr>
          <a:xfrm>
            <a:off x="324000" y="810000"/>
            <a:ext cx="8496000" cy="6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Which of these has a product which can be written as the </a:t>
            </a:r>
            <a:r>
              <a:rPr lang="en-GB" sz="1800">
                <a:solidFill>
                  <a:schemeClr val="accent5"/>
                </a:solidFill>
              </a:rPr>
              <a:t>difference of two squares</a:t>
            </a:r>
            <a:r>
              <a:rPr lang="en-GB" sz="1800"/>
              <a:t>? </a:t>
            </a: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− 3)                 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                 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sp>
        <p:nvSpPr>
          <p:cNvPr id="1766" name="Google Shape;1766;p93"/>
          <p:cNvSpPr txBox="1"/>
          <p:nvPr>
            <p:ph type="body" idx="1"/>
          </p:nvPr>
        </p:nvSpPr>
        <p:spPr>
          <a:xfrm>
            <a:off x="3344400" y="1620000"/>
            <a:ext cx="1936800" cy="10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67" name="Google Shape;1767;p93"/>
          <p:cNvSpPr txBox="1"/>
          <p:nvPr>
            <p:ph type="body" idx="1"/>
          </p:nvPr>
        </p:nvSpPr>
        <p:spPr>
          <a:xfrm>
            <a:off x="6232025" y="1620000"/>
            <a:ext cx="1936800" cy="10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768" name="Google Shape;1768;p93"/>
          <p:cNvGrpSpPr/>
          <p:nvPr/>
        </p:nvGrpSpPr>
        <p:grpSpPr>
          <a:xfrm>
            <a:off x="324000" y="1540175"/>
            <a:ext cx="7620607" cy="963550"/>
            <a:chOff x="324000" y="1540175"/>
            <a:chExt cx="7620607" cy="963550"/>
          </a:xfrm>
        </p:grpSpPr>
        <p:sp>
          <p:nvSpPr>
            <p:cNvPr id="1769" name="Google Shape;1769;p93"/>
            <p:cNvSpPr/>
            <p:nvPr/>
          </p:nvSpPr>
          <p:spPr>
            <a:xfrm>
              <a:off x="324000" y="1540175"/>
              <a:ext cx="1495500" cy="3867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0" name="Google Shape;1770;p93"/>
            <p:cNvSpPr/>
            <p:nvPr/>
          </p:nvSpPr>
          <p:spPr>
            <a:xfrm>
              <a:off x="3369600" y="2117025"/>
              <a:ext cx="1495500" cy="3867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1" name="Google Shape;1771;p93"/>
            <p:cNvSpPr/>
            <p:nvPr/>
          </p:nvSpPr>
          <p:spPr>
            <a:xfrm>
              <a:off x="6196207" y="1588875"/>
              <a:ext cx="1748400" cy="3867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2" name="Google Shape;1772;p93"/>
          <p:cNvSpPr txBox="1"/>
          <p:nvPr>
            <p:ph type="body" idx="1"/>
          </p:nvPr>
        </p:nvSpPr>
        <p:spPr>
          <a:xfrm>
            <a:off x="378709" y="2701150"/>
            <a:ext cx="1936800" cy="14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9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73" name="Google Shape;1773;p93"/>
          <p:cNvSpPr txBox="1"/>
          <p:nvPr>
            <p:ph type="body" idx="1"/>
          </p:nvPr>
        </p:nvSpPr>
        <p:spPr>
          <a:xfrm>
            <a:off x="3369600" y="2721600"/>
            <a:ext cx="1936800" cy="14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74" name="Google Shape;1774;p93"/>
          <p:cNvSpPr txBox="1"/>
          <p:nvPr>
            <p:ph type="body" idx="1"/>
          </p:nvPr>
        </p:nvSpPr>
        <p:spPr>
          <a:xfrm>
            <a:off x="6272400" y="2721600"/>
            <a:ext cx="1936800" cy="14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(2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75" name="Google Shape;1775;p93"/>
          <p:cNvSpPr txBox="1"/>
          <p:nvPr>
            <p:ph type="body" idx="1"/>
          </p:nvPr>
        </p:nvSpPr>
        <p:spPr>
          <a:xfrm>
            <a:off x="324000" y="4162800"/>
            <a:ext cx="8496000" cy="6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An area model is still recommended to make sure no partial products are missed.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76" name="Google Shape;1776;p93"/>
          <p:cNvSpPr/>
          <p:nvPr/>
        </p:nvSpPr>
        <p:spPr>
          <a:xfrm>
            <a:off x="324000" y="2659650"/>
            <a:ext cx="1610100" cy="1437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93"/>
          <p:cNvSpPr/>
          <p:nvPr/>
        </p:nvSpPr>
        <p:spPr>
          <a:xfrm>
            <a:off x="3288636" y="2659650"/>
            <a:ext cx="1610100" cy="1437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1" name="Shape 1781"/>
        <p:cNvGrpSpPr/>
        <p:nvPr/>
      </p:nvGrpSpPr>
      <p:grpSpPr>
        <a:xfrm>
          <a:off x="0" y="0"/>
          <a:ext cx="0" cy="0"/>
        </a:xfrm>
      </p:grpSpPr>
      <p:sp>
        <p:nvSpPr>
          <p:cNvPr id="1782" name="Google Shape;1782;p94"/>
          <p:cNvSpPr txBox="1"/>
          <p:nvPr>
            <p:ph type="subTitle" idx="1"/>
          </p:nvPr>
        </p:nvSpPr>
        <p:spPr>
          <a:xfrm>
            <a:off x="337825" y="810000"/>
            <a:ext cx="39822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product of these two binomials.</a:t>
            </a:r>
            <a:endParaRPr/>
          </a:p>
        </p:txBody>
      </p:sp>
      <p:sp>
        <p:nvSpPr>
          <p:cNvPr id="1783" name="Google Shape;178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784" name="Google Shape;1784;p94"/>
          <p:cNvSpPr txBox="1"/>
          <p:nvPr>
            <p:ph type="body" idx="4294967295"/>
          </p:nvPr>
        </p:nvSpPr>
        <p:spPr>
          <a:xfrm>
            <a:off x="337825" y="157455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785" name="Google Shape;1785;p94"/>
          <p:cNvGrpSpPr/>
          <p:nvPr/>
        </p:nvGrpSpPr>
        <p:grpSpPr>
          <a:xfrm>
            <a:off x="337823" y="1955069"/>
            <a:ext cx="1936916" cy="1927543"/>
            <a:chOff x="337823" y="1955069"/>
            <a:chExt cx="1936916" cy="1927543"/>
          </a:xfrm>
        </p:grpSpPr>
        <p:cxnSp>
          <p:nvCxnSpPr>
            <p:cNvPr id="1786" name="Google Shape;1786;p94"/>
            <p:cNvCxnSpPr/>
            <p:nvPr/>
          </p:nvCxnSpPr>
          <p:spPr>
            <a:xfrm flipH="1">
              <a:off x="667522" y="239172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87" name="Google Shape;1787;p94"/>
            <p:cNvSpPr txBox="1"/>
            <p:nvPr/>
          </p:nvSpPr>
          <p:spPr>
            <a:xfrm>
              <a:off x="337823" y="2554817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88" name="Google Shape;1788;p94"/>
            <p:cNvSpPr txBox="1"/>
            <p:nvPr/>
          </p:nvSpPr>
          <p:spPr>
            <a:xfrm>
              <a:off x="963383" y="1955069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b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789" name="Google Shape;1789;p94"/>
            <p:cNvCxnSpPr/>
            <p:nvPr/>
          </p:nvCxnSpPr>
          <p:spPr>
            <a:xfrm>
              <a:off x="778807" y="232430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790" name="Google Shape;1790;p94"/>
            <p:cNvCxnSpPr/>
            <p:nvPr/>
          </p:nvCxnSpPr>
          <p:spPr>
            <a:xfrm>
              <a:off x="1409600" y="2324438"/>
              <a:ext cx="85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791" name="Google Shape;1791;p94"/>
            <p:cNvGrpSpPr/>
            <p:nvPr/>
          </p:nvGrpSpPr>
          <p:grpSpPr>
            <a:xfrm>
              <a:off x="787160" y="2391524"/>
              <a:ext cx="1487579" cy="1478033"/>
              <a:chOff x="964903" y="2012560"/>
              <a:chExt cx="2167534" cy="1986603"/>
            </a:xfrm>
          </p:grpSpPr>
          <p:sp>
            <p:nvSpPr>
              <p:cNvPr id="1792" name="Google Shape;1792;p94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3" name="Google Shape;1793;p94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4" name="Google Shape;1794;p94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5" name="Google Shape;1795;p94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796" name="Google Shape;1796;p94"/>
            <p:cNvCxnSpPr/>
            <p:nvPr/>
          </p:nvCxnSpPr>
          <p:spPr>
            <a:xfrm flipH="1">
              <a:off x="667525" y="3045313"/>
              <a:ext cx="0" cy="83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97" name="Google Shape;1797;p94"/>
            <p:cNvSpPr txBox="1"/>
            <p:nvPr/>
          </p:nvSpPr>
          <p:spPr>
            <a:xfrm>
              <a:off x="337825" y="3259275"/>
              <a:ext cx="296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98" name="Google Shape;1798;p94"/>
          <p:cNvSpPr/>
          <p:nvPr/>
        </p:nvSpPr>
        <p:spPr>
          <a:xfrm>
            <a:off x="790323" y="2391638"/>
            <a:ext cx="686700" cy="686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9" name="Google Shape;1799;p94"/>
          <p:cNvSpPr/>
          <p:nvPr/>
        </p:nvSpPr>
        <p:spPr>
          <a:xfrm>
            <a:off x="790323" y="3068043"/>
            <a:ext cx="6867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ab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0" name="Google Shape;1800;p94"/>
          <p:cNvSpPr/>
          <p:nvPr/>
        </p:nvSpPr>
        <p:spPr>
          <a:xfrm>
            <a:off x="1470935" y="2392073"/>
            <a:ext cx="797400" cy="688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1" name="Google Shape;1801;p94"/>
          <p:cNvSpPr/>
          <p:nvPr/>
        </p:nvSpPr>
        <p:spPr>
          <a:xfrm>
            <a:off x="1470935" y="3064368"/>
            <a:ext cx="7974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2" name="Google Shape;1802;p94"/>
          <p:cNvSpPr txBox="1"/>
          <p:nvPr>
            <p:ph type="body" idx="4294967295"/>
          </p:nvPr>
        </p:nvSpPr>
        <p:spPr>
          <a:xfrm>
            <a:off x="337825" y="403540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803" name="Google Shape;1803;p94"/>
          <p:cNvSpPr txBox="1"/>
          <p:nvPr>
            <p:ph type="subTitle" idx="1"/>
          </p:nvPr>
        </p:nvSpPr>
        <p:spPr>
          <a:xfrm>
            <a:off x="4833625" y="810000"/>
            <a:ext cx="39822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product of these two binomials.</a:t>
            </a:r>
            <a:endParaRPr/>
          </a:p>
        </p:txBody>
      </p:sp>
      <p:sp>
        <p:nvSpPr>
          <p:cNvPr id="1804" name="Google Shape;1804;p94"/>
          <p:cNvSpPr txBox="1"/>
          <p:nvPr>
            <p:ph type="body" idx="4294967295"/>
          </p:nvPr>
        </p:nvSpPr>
        <p:spPr>
          <a:xfrm>
            <a:off x="4833625" y="157455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805" name="Google Shape;1805;p94"/>
          <p:cNvGrpSpPr/>
          <p:nvPr/>
        </p:nvGrpSpPr>
        <p:grpSpPr>
          <a:xfrm>
            <a:off x="4833625" y="1955069"/>
            <a:ext cx="1936914" cy="1927543"/>
            <a:chOff x="4833625" y="1955069"/>
            <a:chExt cx="1936914" cy="1927543"/>
          </a:xfrm>
        </p:grpSpPr>
        <p:cxnSp>
          <p:nvCxnSpPr>
            <p:cNvPr id="1806" name="Google Shape;1806;p94"/>
            <p:cNvCxnSpPr/>
            <p:nvPr/>
          </p:nvCxnSpPr>
          <p:spPr>
            <a:xfrm flipH="1">
              <a:off x="5163322" y="239172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07" name="Google Shape;1807;p94"/>
            <p:cNvSpPr txBox="1"/>
            <p:nvPr/>
          </p:nvSpPr>
          <p:spPr>
            <a:xfrm>
              <a:off x="4909823" y="2554817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8" name="Google Shape;1808;p94"/>
            <p:cNvSpPr txBox="1"/>
            <p:nvPr/>
          </p:nvSpPr>
          <p:spPr>
            <a:xfrm>
              <a:off x="5515708" y="1955069"/>
              <a:ext cx="1068300" cy="1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09" name="Google Shape;1809;p94"/>
            <p:cNvCxnSpPr/>
            <p:nvPr/>
          </p:nvCxnSpPr>
          <p:spPr>
            <a:xfrm>
              <a:off x="5274607" y="232430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10" name="Google Shape;1810;p94"/>
            <p:cNvCxnSpPr/>
            <p:nvPr/>
          </p:nvCxnSpPr>
          <p:spPr>
            <a:xfrm>
              <a:off x="5905400" y="2324438"/>
              <a:ext cx="85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811" name="Google Shape;1811;p94"/>
            <p:cNvGrpSpPr/>
            <p:nvPr/>
          </p:nvGrpSpPr>
          <p:grpSpPr>
            <a:xfrm>
              <a:off x="5282960" y="2391524"/>
              <a:ext cx="1487579" cy="1478033"/>
              <a:chOff x="964903" y="2012560"/>
              <a:chExt cx="2167534" cy="1986603"/>
            </a:xfrm>
          </p:grpSpPr>
          <p:sp>
            <p:nvSpPr>
              <p:cNvPr id="1812" name="Google Shape;1812;p94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3" name="Google Shape;1813;p94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4" name="Google Shape;1814;p94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5" name="Google Shape;1815;p94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816" name="Google Shape;1816;p94"/>
            <p:cNvCxnSpPr/>
            <p:nvPr/>
          </p:nvCxnSpPr>
          <p:spPr>
            <a:xfrm flipH="1">
              <a:off x="5163325" y="3045313"/>
              <a:ext cx="0" cy="83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17" name="Google Shape;1817;p94"/>
            <p:cNvSpPr txBox="1"/>
            <p:nvPr/>
          </p:nvSpPr>
          <p:spPr>
            <a:xfrm>
              <a:off x="4833625" y="3259275"/>
              <a:ext cx="296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18" name="Google Shape;1818;p94"/>
          <p:cNvSpPr/>
          <p:nvPr/>
        </p:nvSpPr>
        <p:spPr>
          <a:xfrm>
            <a:off x="5286123" y="2391638"/>
            <a:ext cx="686700" cy="686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9" name="Google Shape;1819;p94"/>
          <p:cNvSpPr/>
          <p:nvPr/>
        </p:nvSpPr>
        <p:spPr>
          <a:xfrm>
            <a:off x="5286123" y="3068043"/>
            <a:ext cx="6867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0" name="Google Shape;1820;p94"/>
          <p:cNvSpPr/>
          <p:nvPr/>
        </p:nvSpPr>
        <p:spPr>
          <a:xfrm>
            <a:off x="5966735" y="2392073"/>
            <a:ext cx="797400" cy="688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1" name="Google Shape;1821;p94"/>
          <p:cNvSpPr/>
          <p:nvPr/>
        </p:nvSpPr>
        <p:spPr>
          <a:xfrm>
            <a:off x="5966735" y="3064368"/>
            <a:ext cx="7974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2" name="Google Shape;1822;p94"/>
          <p:cNvSpPr txBox="1"/>
          <p:nvPr>
            <p:ph type="body" idx="4294967295"/>
          </p:nvPr>
        </p:nvSpPr>
        <p:spPr>
          <a:xfrm>
            <a:off x="4833625" y="403540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6" name="Shape 1826"/>
        <p:cNvGrpSpPr/>
        <p:nvPr/>
      </p:nvGrpSpPr>
      <p:grpSpPr>
        <a:xfrm>
          <a:off x="0" y="0"/>
          <a:ext cx="0" cy="0"/>
        </a:xfrm>
      </p:grpSpPr>
      <p:sp>
        <p:nvSpPr>
          <p:cNvPr id="1827" name="Google Shape;1827;p95"/>
          <p:cNvSpPr txBox="1"/>
          <p:nvPr>
            <p:ph type="subTitle" idx="1"/>
          </p:nvPr>
        </p:nvSpPr>
        <p:spPr>
          <a:xfrm>
            <a:off x="337825" y="810000"/>
            <a:ext cx="39822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product of these two binomials.</a:t>
            </a:r>
            <a:endParaRPr/>
          </a:p>
        </p:txBody>
      </p:sp>
      <p:sp>
        <p:nvSpPr>
          <p:cNvPr id="1828" name="Google Shape;182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829" name="Google Shape;1829;p95"/>
          <p:cNvSpPr txBox="1"/>
          <p:nvPr>
            <p:ph type="body" idx="4294967295"/>
          </p:nvPr>
        </p:nvSpPr>
        <p:spPr>
          <a:xfrm>
            <a:off x="337825" y="157455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830" name="Google Shape;1830;p95"/>
          <p:cNvGrpSpPr/>
          <p:nvPr/>
        </p:nvGrpSpPr>
        <p:grpSpPr>
          <a:xfrm>
            <a:off x="337823" y="1897504"/>
            <a:ext cx="1936916" cy="1985109"/>
            <a:chOff x="337823" y="1897504"/>
            <a:chExt cx="1936916" cy="1985109"/>
          </a:xfrm>
        </p:grpSpPr>
        <p:cxnSp>
          <p:nvCxnSpPr>
            <p:cNvPr id="1831" name="Google Shape;1831;p95"/>
            <p:cNvCxnSpPr/>
            <p:nvPr/>
          </p:nvCxnSpPr>
          <p:spPr>
            <a:xfrm flipH="1">
              <a:off x="667522" y="239172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32" name="Google Shape;1832;p95"/>
            <p:cNvSpPr txBox="1"/>
            <p:nvPr/>
          </p:nvSpPr>
          <p:spPr>
            <a:xfrm>
              <a:off x="337823" y="2554817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33" name="Google Shape;1833;p95"/>
            <p:cNvSpPr txBox="1"/>
            <p:nvPr/>
          </p:nvSpPr>
          <p:spPr>
            <a:xfrm>
              <a:off x="1019900" y="1897504"/>
              <a:ext cx="10683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b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34" name="Google Shape;1834;p95"/>
            <p:cNvCxnSpPr/>
            <p:nvPr/>
          </p:nvCxnSpPr>
          <p:spPr>
            <a:xfrm>
              <a:off x="778807" y="232430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35" name="Google Shape;1835;p95"/>
            <p:cNvCxnSpPr/>
            <p:nvPr/>
          </p:nvCxnSpPr>
          <p:spPr>
            <a:xfrm>
              <a:off x="1409600" y="2324438"/>
              <a:ext cx="85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836" name="Google Shape;1836;p95"/>
            <p:cNvGrpSpPr/>
            <p:nvPr/>
          </p:nvGrpSpPr>
          <p:grpSpPr>
            <a:xfrm>
              <a:off x="787160" y="2391524"/>
              <a:ext cx="1487579" cy="1478033"/>
              <a:chOff x="964903" y="2012560"/>
              <a:chExt cx="2167534" cy="1986603"/>
            </a:xfrm>
          </p:grpSpPr>
          <p:sp>
            <p:nvSpPr>
              <p:cNvPr id="1837" name="Google Shape;1837;p95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8" name="Google Shape;1838;p95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9" name="Google Shape;1839;p95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0" name="Google Shape;1840;p95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841" name="Google Shape;1841;p95"/>
            <p:cNvCxnSpPr/>
            <p:nvPr/>
          </p:nvCxnSpPr>
          <p:spPr>
            <a:xfrm flipH="1">
              <a:off x="667525" y="3045313"/>
              <a:ext cx="0" cy="83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42" name="Google Shape;1842;p95"/>
            <p:cNvSpPr txBox="1"/>
            <p:nvPr/>
          </p:nvSpPr>
          <p:spPr>
            <a:xfrm>
              <a:off x="337825" y="3259275"/>
              <a:ext cx="296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43" name="Google Shape;1843;p95"/>
          <p:cNvSpPr/>
          <p:nvPr/>
        </p:nvSpPr>
        <p:spPr>
          <a:xfrm>
            <a:off x="790323" y="2391638"/>
            <a:ext cx="686700" cy="686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4" name="Google Shape;1844;p95"/>
          <p:cNvSpPr/>
          <p:nvPr/>
        </p:nvSpPr>
        <p:spPr>
          <a:xfrm>
            <a:off x="790323" y="3068043"/>
            <a:ext cx="6867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ab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5" name="Google Shape;1845;p95"/>
          <p:cNvSpPr/>
          <p:nvPr/>
        </p:nvSpPr>
        <p:spPr>
          <a:xfrm>
            <a:off x="1470935" y="2392073"/>
            <a:ext cx="797400" cy="688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6" name="Google Shape;1846;p95"/>
          <p:cNvSpPr/>
          <p:nvPr/>
        </p:nvSpPr>
        <p:spPr>
          <a:xfrm>
            <a:off x="1470935" y="3064368"/>
            <a:ext cx="7974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7" name="Google Shape;1847;p95"/>
          <p:cNvSpPr txBox="1"/>
          <p:nvPr>
            <p:ph type="body" idx="4294967295"/>
          </p:nvPr>
        </p:nvSpPr>
        <p:spPr>
          <a:xfrm>
            <a:off x="337825" y="403540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Or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848" name="Google Shape;1848;p95"/>
          <p:cNvSpPr txBox="1"/>
          <p:nvPr>
            <p:ph type="subTitle" idx="1"/>
          </p:nvPr>
        </p:nvSpPr>
        <p:spPr>
          <a:xfrm>
            <a:off x="4833625" y="810000"/>
            <a:ext cx="39822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product of these two binomials.</a:t>
            </a:r>
            <a:endParaRPr/>
          </a:p>
        </p:txBody>
      </p:sp>
      <p:sp>
        <p:nvSpPr>
          <p:cNvPr id="1849" name="Google Shape;1849;p95"/>
          <p:cNvSpPr txBox="1"/>
          <p:nvPr>
            <p:ph type="body" idx="4294967295"/>
          </p:nvPr>
        </p:nvSpPr>
        <p:spPr>
          <a:xfrm>
            <a:off x="4833625" y="157455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850" name="Google Shape;1850;p95"/>
          <p:cNvGrpSpPr/>
          <p:nvPr/>
        </p:nvGrpSpPr>
        <p:grpSpPr>
          <a:xfrm>
            <a:off x="4833623" y="1897504"/>
            <a:ext cx="1936916" cy="1985108"/>
            <a:chOff x="4833623" y="1897504"/>
            <a:chExt cx="1936916" cy="1985108"/>
          </a:xfrm>
        </p:grpSpPr>
        <p:cxnSp>
          <p:nvCxnSpPr>
            <p:cNvPr id="1851" name="Google Shape;1851;p95"/>
            <p:cNvCxnSpPr/>
            <p:nvPr/>
          </p:nvCxnSpPr>
          <p:spPr>
            <a:xfrm flipH="1">
              <a:off x="5163322" y="2391726"/>
              <a:ext cx="0" cy="58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52" name="Google Shape;1852;p95"/>
            <p:cNvSpPr txBox="1"/>
            <p:nvPr/>
          </p:nvSpPr>
          <p:spPr>
            <a:xfrm>
              <a:off x="4833623" y="2554817"/>
              <a:ext cx="255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53" name="Google Shape;1853;p95"/>
            <p:cNvSpPr txBox="1"/>
            <p:nvPr/>
          </p:nvSpPr>
          <p:spPr>
            <a:xfrm>
              <a:off x="5487450" y="1897504"/>
              <a:ext cx="10683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54" name="Google Shape;1854;p95"/>
            <p:cNvCxnSpPr/>
            <p:nvPr/>
          </p:nvCxnSpPr>
          <p:spPr>
            <a:xfrm>
              <a:off x="5274607" y="2324305"/>
              <a:ext cx="60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55" name="Google Shape;1855;p95"/>
            <p:cNvCxnSpPr/>
            <p:nvPr/>
          </p:nvCxnSpPr>
          <p:spPr>
            <a:xfrm>
              <a:off x="5905400" y="2324438"/>
              <a:ext cx="85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856" name="Google Shape;1856;p95"/>
            <p:cNvGrpSpPr/>
            <p:nvPr/>
          </p:nvGrpSpPr>
          <p:grpSpPr>
            <a:xfrm>
              <a:off x="5282960" y="2391524"/>
              <a:ext cx="1487579" cy="1478033"/>
              <a:chOff x="964903" y="2012560"/>
              <a:chExt cx="2167534" cy="1986603"/>
            </a:xfrm>
          </p:grpSpPr>
          <p:sp>
            <p:nvSpPr>
              <p:cNvPr id="1857" name="Google Shape;1857;p95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8" name="Google Shape;1858;p95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9" name="Google Shape;1859;p95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0" name="Google Shape;1860;p95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861" name="Google Shape;1861;p95"/>
            <p:cNvCxnSpPr/>
            <p:nvPr/>
          </p:nvCxnSpPr>
          <p:spPr>
            <a:xfrm flipH="1">
              <a:off x="5163325" y="3045313"/>
              <a:ext cx="0" cy="83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62" name="Google Shape;1862;p95"/>
            <p:cNvSpPr txBox="1"/>
            <p:nvPr/>
          </p:nvSpPr>
          <p:spPr>
            <a:xfrm>
              <a:off x="4833625" y="3259275"/>
              <a:ext cx="296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63" name="Google Shape;1863;p95"/>
          <p:cNvSpPr/>
          <p:nvPr/>
        </p:nvSpPr>
        <p:spPr>
          <a:xfrm>
            <a:off x="5286123" y="2391638"/>
            <a:ext cx="686700" cy="686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4" name="Google Shape;1864;p95"/>
          <p:cNvSpPr/>
          <p:nvPr/>
        </p:nvSpPr>
        <p:spPr>
          <a:xfrm>
            <a:off x="5286123" y="3068043"/>
            <a:ext cx="6867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5" name="Google Shape;1865;p95"/>
          <p:cNvSpPr/>
          <p:nvPr/>
        </p:nvSpPr>
        <p:spPr>
          <a:xfrm>
            <a:off x="5966735" y="2392073"/>
            <a:ext cx="797400" cy="688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endParaRPr sz="19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6" name="Google Shape;1866;p95"/>
          <p:cNvSpPr/>
          <p:nvPr/>
        </p:nvSpPr>
        <p:spPr>
          <a:xfrm>
            <a:off x="5966735" y="3064368"/>
            <a:ext cx="797400" cy="79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7" name="Google Shape;1867;p95"/>
          <p:cNvSpPr txBox="1"/>
          <p:nvPr>
            <p:ph type="body" idx="4294967295"/>
          </p:nvPr>
        </p:nvSpPr>
        <p:spPr>
          <a:xfrm>
            <a:off x="4833625" y="403540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Or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1" name="Shape 1871"/>
        <p:cNvGrpSpPr/>
        <p:nvPr/>
      </p:nvGrpSpPr>
      <p:grpSpPr>
        <a:xfrm>
          <a:off x="0" y="0"/>
          <a:ext cx="0" cy="0"/>
        </a:xfrm>
      </p:grpSpPr>
      <p:sp>
        <p:nvSpPr>
          <p:cNvPr id="1872" name="Google Shape;1872;p96"/>
          <p:cNvSpPr txBox="1"/>
          <p:nvPr>
            <p:ph type="subTitle" idx="1"/>
          </p:nvPr>
        </p:nvSpPr>
        <p:spPr>
          <a:xfrm>
            <a:off x="337825" y="810000"/>
            <a:ext cx="39822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product of these two binomials.</a:t>
            </a:r>
            <a:endParaRPr/>
          </a:p>
        </p:txBody>
      </p:sp>
      <p:sp>
        <p:nvSpPr>
          <p:cNvPr id="1873" name="Google Shape;187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874" name="Google Shape;1874;p96"/>
          <p:cNvSpPr txBox="1"/>
          <p:nvPr>
            <p:ph type="body" idx="4294967295"/>
          </p:nvPr>
        </p:nvSpPr>
        <p:spPr>
          <a:xfrm>
            <a:off x="320700" y="1514350"/>
            <a:ext cx="27282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875" name="Google Shape;1875;p96"/>
          <p:cNvGrpSpPr/>
          <p:nvPr/>
        </p:nvGrpSpPr>
        <p:grpSpPr>
          <a:xfrm>
            <a:off x="337825" y="1774408"/>
            <a:ext cx="2426626" cy="2174698"/>
            <a:chOff x="337825" y="1774408"/>
            <a:chExt cx="2426626" cy="2174698"/>
          </a:xfrm>
        </p:grpSpPr>
        <p:cxnSp>
          <p:nvCxnSpPr>
            <p:cNvPr id="1876" name="Google Shape;1876;p96"/>
            <p:cNvCxnSpPr/>
            <p:nvPr/>
          </p:nvCxnSpPr>
          <p:spPr>
            <a:xfrm flipH="1">
              <a:off x="870938" y="2193186"/>
              <a:ext cx="0" cy="693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77" name="Google Shape;1877;p96"/>
            <p:cNvSpPr txBox="1"/>
            <p:nvPr/>
          </p:nvSpPr>
          <p:spPr>
            <a:xfrm>
              <a:off x="482608" y="2385281"/>
              <a:ext cx="301500" cy="1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78" name="Google Shape;1878;p96"/>
            <p:cNvSpPr txBox="1"/>
            <p:nvPr/>
          </p:nvSpPr>
          <p:spPr>
            <a:xfrm>
              <a:off x="1199575" y="1774408"/>
              <a:ext cx="1372500" cy="1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79" name="Google Shape;1879;p96"/>
            <p:cNvCxnSpPr/>
            <p:nvPr/>
          </p:nvCxnSpPr>
          <p:spPr>
            <a:xfrm>
              <a:off x="1002012" y="2113774"/>
              <a:ext cx="707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80" name="Google Shape;1880;p96"/>
            <p:cNvCxnSpPr/>
            <p:nvPr/>
          </p:nvCxnSpPr>
          <p:spPr>
            <a:xfrm>
              <a:off x="1744980" y="2113931"/>
              <a:ext cx="1005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881" name="Google Shape;1881;p96"/>
            <p:cNvGrpSpPr/>
            <p:nvPr/>
          </p:nvGrpSpPr>
          <p:grpSpPr>
            <a:xfrm>
              <a:off x="1012000" y="2192924"/>
              <a:ext cx="1752452" cy="1740860"/>
              <a:chOff x="964903" y="2012560"/>
              <a:chExt cx="2167534" cy="1986603"/>
            </a:xfrm>
          </p:grpSpPr>
          <p:sp>
            <p:nvSpPr>
              <p:cNvPr id="1882" name="Google Shape;1882;p96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3" name="Google Shape;1883;p96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4" name="Google Shape;1884;p96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5" name="Google Shape;1885;p96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886" name="Google Shape;1886;p96"/>
            <p:cNvCxnSpPr/>
            <p:nvPr/>
          </p:nvCxnSpPr>
          <p:spPr>
            <a:xfrm flipH="1">
              <a:off x="870941" y="2963005"/>
              <a:ext cx="0" cy="986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87" name="Google Shape;1887;p96"/>
            <p:cNvSpPr txBox="1"/>
            <p:nvPr/>
          </p:nvSpPr>
          <p:spPr>
            <a:xfrm>
              <a:off x="337825" y="3291219"/>
              <a:ext cx="493800" cy="1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b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88" name="Google Shape;1888;p96"/>
          <p:cNvSpPr/>
          <p:nvPr/>
        </p:nvSpPr>
        <p:spPr>
          <a:xfrm>
            <a:off x="1015576" y="2193082"/>
            <a:ext cx="808800" cy="808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36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9" name="Google Shape;1889;p96"/>
          <p:cNvSpPr/>
          <p:nvPr/>
        </p:nvSpPr>
        <p:spPr>
          <a:xfrm>
            <a:off x="1015576" y="2989779"/>
            <a:ext cx="808800" cy="941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−30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ab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0" name="Google Shape;1890;p96"/>
          <p:cNvSpPr/>
          <p:nvPr/>
        </p:nvSpPr>
        <p:spPr>
          <a:xfrm>
            <a:off x="1817223" y="2193595"/>
            <a:ext cx="939000" cy="811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b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1" name="Google Shape;1891;p96"/>
          <p:cNvSpPr/>
          <p:nvPr/>
        </p:nvSpPr>
        <p:spPr>
          <a:xfrm>
            <a:off x="1817223" y="2985450"/>
            <a:ext cx="939000" cy="941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−25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2" name="Google Shape;1892;p96"/>
          <p:cNvSpPr txBox="1"/>
          <p:nvPr>
            <p:ph type="body" idx="4294967295"/>
          </p:nvPr>
        </p:nvSpPr>
        <p:spPr>
          <a:xfrm>
            <a:off x="337825" y="403540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36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− 25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Or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(5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893" name="Google Shape;1893;p96"/>
          <p:cNvSpPr txBox="1"/>
          <p:nvPr>
            <p:ph type="subTitle" idx="1"/>
          </p:nvPr>
        </p:nvSpPr>
        <p:spPr>
          <a:xfrm>
            <a:off x="4833625" y="810000"/>
            <a:ext cx="39822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product of these two binomials.</a:t>
            </a:r>
            <a:endParaRPr/>
          </a:p>
        </p:txBody>
      </p:sp>
      <p:sp>
        <p:nvSpPr>
          <p:cNvPr id="1894" name="Google Shape;1894;p96"/>
          <p:cNvSpPr txBox="1"/>
          <p:nvPr>
            <p:ph type="body" idx="4294967295"/>
          </p:nvPr>
        </p:nvSpPr>
        <p:spPr>
          <a:xfrm>
            <a:off x="4833625" y="157455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895" name="Google Shape;1895;p96"/>
          <p:cNvSpPr txBox="1"/>
          <p:nvPr>
            <p:ph type="body" idx="4294967295"/>
          </p:nvPr>
        </p:nvSpPr>
        <p:spPr>
          <a:xfrm>
            <a:off x="4833625" y="4035400"/>
            <a:ext cx="1936800" cy="7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Or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(2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9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896" name="Google Shape;1896;p96"/>
          <p:cNvGrpSpPr/>
          <p:nvPr/>
        </p:nvGrpSpPr>
        <p:grpSpPr>
          <a:xfrm>
            <a:off x="4833625" y="1791672"/>
            <a:ext cx="2426626" cy="2157434"/>
            <a:chOff x="4833625" y="1791672"/>
            <a:chExt cx="2426626" cy="2157434"/>
          </a:xfrm>
        </p:grpSpPr>
        <p:cxnSp>
          <p:nvCxnSpPr>
            <p:cNvPr id="1897" name="Google Shape;1897;p96"/>
            <p:cNvCxnSpPr/>
            <p:nvPr/>
          </p:nvCxnSpPr>
          <p:spPr>
            <a:xfrm flipH="1">
              <a:off x="5366738" y="2193186"/>
              <a:ext cx="0" cy="693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98" name="Google Shape;1898;p96"/>
            <p:cNvSpPr txBox="1"/>
            <p:nvPr/>
          </p:nvSpPr>
          <p:spPr>
            <a:xfrm>
              <a:off x="4978408" y="2385281"/>
              <a:ext cx="301500" cy="1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9" name="Google Shape;1899;p96"/>
            <p:cNvSpPr txBox="1"/>
            <p:nvPr/>
          </p:nvSpPr>
          <p:spPr>
            <a:xfrm>
              <a:off x="5709525" y="1791672"/>
              <a:ext cx="1372500" cy="1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00" name="Google Shape;1900;p96"/>
            <p:cNvCxnSpPr/>
            <p:nvPr/>
          </p:nvCxnSpPr>
          <p:spPr>
            <a:xfrm>
              <a:off x="5497812" y="2113774"/>
              <a:ext cx="707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01" name="Google Shape;1901;p96"/>
            <p:cNvCxnSpPr/>
            <p:nvPr/>
          </p:nvCxnSpPr>
          <p:spPr>
            <a:xfrm>
              <a:off x="6240780" y="2113931"/>
              <a:ext cx="1005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902" name="Google Shape;1902;p96"/>
            <p:cNvGrpSpPr/>
            <p:nvPr/>
          </p:nvGrpSpPr>
          <p:grpSpPr>
            <a:xfrm>
              <a:off x="5507800" y="2192924"/>
              <a:ext cx="1752452" cy="1740860"/>
              <a:chOff x="964903" y="2012560"/>
              <a:chExt cx="2167534" cy="1986603"/>
            </a:xfrm>
          </p:grpSpPr>
          <p:sp>
            <p:nvSpPr>
              <p:cNvPr id="1903" name="Google Shape;1903;p96"/>
              <p:cNvSpPr/>
              <p:nvPr/>
            </p:nvSpPr>
            <p:spPr>
              <a:xfrm>
                <a:off x="964903" y="2012560"/>
                <a:ext cx="1000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4" name="Google Shape;1904;p96"/>
              <p:cNvSpPr/>
              <p:nvPr/>
            </p:nvSpPr>
            <p:spPr>
              <a:xfrm>
                <a:off x="1978638" y="2013460"/>
                <a:ext cx="1153800" cy="925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5" name="Google Shape;1905;p96"/>
              <p:cNvSpPr/>
              <p:nvPr/>
            </p:nvSpPr>
            <p:spPr>
              <a:xfrm>
                <a:off x="964944" y="2937763"/>
                <a:ext cx="10089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6" name="Google Shape;1906;p96"/>
              <p:cNvSpPr/>
              <p:nvPr/>
            </p:nvSpPr>
            <p:spPr>
              <a:xfrm>
                <a:off x="1978638" y="2937761"/>
                <a:ext cx="1153800" cy="10614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907" name="Google Shape;1907;p96"/>
            <p:cNvCxnSpPr/>
            <p:nvPr/>
          </p:nvCxnSpPr>
          <p:spPr>
            <a:xfrm flipH="1">
              <a:off x="5366741" y="2963005"/>
              <a:ext cx="0" cy="986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908" name="Google Shape;1908;p96"/>
            <p:cNvSpPr txBox="1"/>
            <p:nvPr/>
          </p:nvSpPr>
          <p:spPr>
            <a:xfrm>
              <a:off x="4833625" y="3291219"/>
              <a:ext cx="493800" cy="1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−2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09" name="Google Shape;1909;p96"/>
          <p:cNvSpPr/>
          <p:nvPr/>
        </p:nvSpPr>
        <p:spPr>
          <a:xfrm>
            <a:off x="5511376" y="2193082"/>
            <a:ext cx="808800" cy="808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0" name="Google Shape;1910;p96"/>
          <p:cNvSpPr/>
          <p:nvPr/>
        </p:nvSpPr>
        <p:spPr>
          <a:xfrm>
            <a:off x="5511376" y="2989779"/>
            <a:ext cx="808800" cy="941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endParaRPr sz="18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1" name="Google Shape;1911;p96"/>
          <p:cNvSpPr/>
          <p:nvPr/>
        </p:nvSpPr>
        <p:spPr>
          <a:xfrm>
            <a:off x="6313023" y="2193595"/>
            <a:ext cx="939000" cy="811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2" name="Google Shape;1912;p96"/>
          <p:cNvSpPr/>
          <p:nvPr/>
        </p:nvSpPr>
        <p:spPr>
          <a:xfrm>
            <a:off x="6313023" y="2985450"/>
            <a:ext cx="939000" cy="941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800" i="1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6" name="Shape 1916"/>
        <p:cNvGrpSpPr/>
        <p:nvPr/>
      </p:nvGrpSpPr>
      <p:grpSpPr>
        <a:xfrm>
          <a:off x="0" y="0"/>
          <a:ext cx="0" cy="0"/>
        </a:xfrm>
      </p:grpSpPr>
      <p:sp>
        <p:nvSpPr>
          <p:cNvPr id="1917" name="Google Shape;1917;p97"/>
          <p:cNvSpPr txBox="1"/>
          <p:nvPr>
            <p:ph type="title"/>
          </p:nvPr>
        </p:nvSpPr>
        <p:spPr>
          <a:xfrm>
            <a:off x="1479300" y="75475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918" name="Google Shape;1918;p9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Which of these products of two binomials can be written as the difference of two squares?</a:t>
            </a:r>
            <a:endParaRPr sz="1800"/>
          </a:p>
        </p:txBody>
      </p:sp>
      <p:sp>
        <p:nvSpPr>
          <p:cNvPr id="1919" name="Google Shape;1919;p97"/>
          <p:cNvSpPr txBox="1"/>
          <p:nvPr/>
        </p:nvSpPr>
        <p:spPr>
          <a:xfrm>
            <a:off x="8264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46)(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+ 46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920" name="Google Shape;1920;p97"/>
          <p:cNvGraphicFramePr>
            <a:graphicFrameLocks noGrp="1"/>
          </p:cNvGraphicFramePr>
          <p:nvPr/>
        </p:nvGraphicFramePr>
        <p:xfrm>
          <a:off x="388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1229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29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6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21" name="Google Shape;1921;p97"/>
          <p:cNvSpPr txBox="1"/>
          <p:nvPr/>
        </p:nvSpPr>
        <p:spPr>
          <a:xfrm>
            <a:off x="60108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2" name="Google Shape;1922;p97"/>
          <p:cNvSpPr txBox="1"/>
          <p:nvPr/>
        </p:nvSpPr>
        <p:spPr>
          <a:xfrm>
            <a:off x="34567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)(10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923" name="Google Shape;1923;p97"/>
          <p:cNvGraphicFramePr>
            <a:graphicFrameLocks noGrp="1"/>
          </p:cNvGraphicFramePr>
          <p:nvPr/>
        </p:nvGraphicFramePr>
        <p:xfrm>
          <a:off x="3055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4" name="Google Shape;1924;p97"/>
          <p:cNvGraphicFramePr>
            <a:graphicFrameLocks noGrp="1"/>
          </p:cNvGraphicFramePr>
          <p:nvPr/>
        </p:nvGraphicFramePr>
        <p:xfrm>
          <a:off x="559352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591150"/>
              </a:tblGrid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8" name="Shape 1928"/>
        <p:cNvGrpSpPr/>
        <p:nvPr/>
      </p:nvGrpSpPr>
      <p:grpSpPr>
        <a:xfrm>
          <a:off x="0" y="0"/>
          <a:ext cx="0" cy="0"/>
        </a:xfrm>
      </p:grpSpPr>
      <p:sp>
        <p:nvSpPr>
          <p:cNvPr id="1929" name="Google Shape;1929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930" name="Google Shape;1930;p9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Fill in the area models for these products of two binomials. Write your answer as the difference of two squares. </a:t>
            </a:r>
            <a:endParaRPr sz="1800"/>
          </a:p>
        </p:txBody>
      </p:sp>
      <p:sp>
        <p:nvSpPr>
          <p:cNvPr id="1931" name="Google Shape;1931;p98"/>
          <p:cNvSpPr/>
          <p:nvPr/>
        </p:nvSpPr>
        <p:spPr>
          <a:xfrm>
            <a:off x="7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2" name="Google Shape;1932;p98"/>
          <p:cNvGrpSpPr/>
          <p:nvPr/>
        </p:nvGrpSpPr>
        <p:grpSpPr>
          <a:xfrm>
            <a:off x="798090" y="1706970"/>
            <a:ext cx="1274469" cy="1281348"/>
            <a:chOff x="964912" y="2012575"/>
            <a:chExt cx="2022645" cy="1986586"/>
          </a:xfrm>
        </p:grpSpPr>
        <p:sp>
          <p:nvSpPr>
            <p:cNvPr id="1933" name="Google Shape;1933;p98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2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4" name="Google Shape;1934;p98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5" name="Google Shape;1935;p9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6" name="Google Shape;1936;p98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7" name="Google Shape;1937;p98"/>
          <p:cNvSpPr txBox="1"/>
          <p:nvPr/>
        </p:nvSpPr>
        <p:spPr>
          <a:xfrm>
            <a:off x="2182625" y="1713625"/>
            <a:ext cx="20655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8" name="Google Shape;1938;p98"/>
          <p:cNvSpPr txBox="1"/>
          <p:nvPr/>
        </p:nvSpPr>
        <p:spPr>
          <a:xfrm>
            <a:off x="3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98"/>
          <p:cNvSpPr/>
          <p:nvPr/>
        </p:nvSpPr>
        <p:spPr>
          <a:xfrm>
            <a:off x="855325" y="3488374"/>
            <a:ext cx="8397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0" name="Google Shape;1940;p98"/>
          <p:cNvGrpSpPr/>
          <p:nvPr/>
        </p:nvGrpSpPr>
        <p:grpSpPr>
          <a:xfrm>
            <a:off x="855410" y="3488734"/>
            <a:ext cx="1274447" cy="1280781"/>
            <a:chOff x="964943" y="2013438"/>
            <a:chExt cx="2022611" cy="1985707"/>
          </a:xfrm>
        </p:grpSpPr>
        <p:sp>
          <p:nvSpPr>
            <p:cNvPr id="1941" name="Google Shape;1941;p98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2" name="Google Shape;1942;p9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3" name="Google Shape;1943;p98"/>
            <p:cNvSpPr/>
            <p:nvPr/>
          </p:nvSpPr>
          <p:spPr>
            <a:xfrm>
              <a:off x="2287655" y="3297145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44" name="Google Shape;1944;p98"/>
          <p:cNvSpPr txBox="1"/>
          <p:nvPr/>
        </p:nvSpPr>
        <p:spPr>
          <a:xfrm>
            <a:off x="2233188" y="3488375"/>
            <a:ext cx="2488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5" name="Google Shape;1945;p98"/>
          <p:cNvSpPr txBox="1"/>
          <p:nvPr/>
        </p:nvSpPr>
        <p:spPr>
          <a:xfrm>
            <a:off x="3813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98"/>
          <p:cNvSpPr/>
          <p:nvPr/>
        </p:nvSpPr>
        <p:spPr>
          <a:xfrm>
            <a:off x="49932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98"/>
          <p:cNvSpPr txBox="1"/>
          <p:nvPr/>
        </p:nvSpPr>
        <p:spPr>
          <a:xfrm>
            <a:off x="6377825" y="1713625"/>
            <a:ext cx="23724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8" name="Google Shape;1948;p98"/>
          <p:cNvSpPr txBox="1"/>
          <p:nvPr/>
        </p:nvSpPr>
        <p:spPr>
          <a:xfrm>
            <a:off x="45192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98"/>
          <p:cNvSpPr/>
          <p:nvPr/>
        </p:nvSpPr>
        <p:spPr>
          <a:xfrm>
            <a:off x="49932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0" name="Google Shape;1950;p98"/>
          <p:cNvGrpSpPr/>
          <p:nvPr/>
        </p:nvGrpSpPr>
        <p:grpSpPr>
          <a:xfrm>
            <a:off x="4993290" y="3488177"/>
            <a:ext cx="1274469" cy="1281348"/>
            <a:chOff x="964912" y="2012575"/>
            <a:chExt cx="2022645" cy="1986586"/>
          </a:xfrm>
        </p:grpSpPr>
        <p:sp>
          <p:nvSpPr>
            <p:cNvPr id="1951" name="Google Shape;1951;p98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2" name="Google Shape;1952;p98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3" name="Google Shape;1953;p9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4" name="Google Shape;1954;p98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5" name="Google Shape;1955;p98"/>
          <p:cNvGrpSpPr/>
          <p:nvPr/>
        </p:nvGrpSpPr>
        <p:grpSpPr>
          <a:xfrm>
            <a:off x="4993290" y="1706970"/>
            <a:ext cx="1274469" cy="1281348"/>
            <a:chOff x="964912" y="2012575"/>
            <a:chExt cx="2022645" cy="1986586"/>
          </a:xfrm>
        </p:grpSpPr>
        <p:sp>
          <p:nvSpPr>
            <p:cNvPr id="1956" name="Google Shape;1956;p98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7" name="Google Shape;1957;p98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8" name="Google Shape;1958;p98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9" name="Google Shape;1959;p98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7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7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7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60" name="Google Shape;1960;p98"/>
          <p:cNvSpPr txBox="1"/>
          <p:nvPr/>
        </p:nvSpPr>
        <p:spPr>
          <a:xfrm>
            <a:off x="6335275" y="3488375"/>
            <a:ext cx="26436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1" name="Google Shape;1961;p98"/>
          <p:cNvSpPr txBox="1"/>
          <p:nvPr/>
        </p:nvSpPr>
        <p:spPr>
          <a:xfrm>
            <a:off x="45192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98"/>
          <p:cNvSpPr/>
          <p:nvPr/>
        </p:nvSpPr>
        <p:spPr>
          <a:xfrm>
            <a:off x="1625825" y="253175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600">
                <a:latin typeface="Times"/>
                <a:ea typeface="Times"/>
                <a:cs typeface="Times"/>
                <a:sym typeface="Times"/>
              </a:rPr>
              <a:t>400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3" name="Google Shape;1963;p98"/>
          <p:cNvSpPr/>
          <p:nvPr/>
        </p:nvSpPr>
        <p:spPr>
          <a:xfrm>
            <a:off x="1695099" y="3487000"/>
            <a:ext cx="4356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4" name="Google Shape;1964;p98"/>
          <p:cNvSpPr/>
          <p:nvPr/>
        </p:nvSpPr>
        <p:spPr>
          <a:xfrm>
            <a:off x="855400" y="4315000"/>
            <a:ext cx="8397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8" name="Shape 1968"/>
        <p:cNvGrpSpPr/>
        <p:nvPr/>
      </p:nvGrpSpPr>
      <p:grpSpPr>
        <a:xfrm>
          <a:off x="0" y="0"/>
          <a:ext cx="0" cy="0"/>
        </a:xfrm>
      </p:grpSpPr>
      <p:sp>
        <p:nvSpPr>
          <p:cNvPr id="1969" name="Google Shape;1969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1970" name="Google Shape;1970;p9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Fill in the area models for these products of two binomials. Write your answer as the difference of two squares. </a:t>
            </a:r>
            <a:endParaRPr sz="1800"/>
          </a:p>
        </p:txBody>
      </p:sp>
      <p:sp>
        <p:nvSpPr>
          <p:cNvPr id="1971" name="Google Shape;1971;p99"/>
          <p:cNvSpPr/>
          <p:nvPr/>
        </p:nvSpPr>
        <p:spPr>
          <a:xfrm>
            <a:off x="7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2" name="Google Shape;1972;p99"/>
          <p:cNvGrpSpPr/>
          <p:nvPr/>
        </p:nvGrpSpPr>
        <p:grpSpPr>
          <a:xfrm>
            <a:off x="798090" y="1706970"/>
            <a:ext cx="1274467" cy="1281345"/>
            <a:chOff x="964912" y="2012575"/>
            <a:chExt cx="2022643" cy="1986581"/>
          </a:xfrm>
        </p:grpSpPr>
        <p:sp>
          <p:nvSpPr>
            <p:cNvPr id="1973" name="Google Shape;1973;p99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74" name="Google Shape;1974;p99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</a:t>
              </a:r>
              <a:r>
                <a:rPr lang="en-GB" sz="19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5" name="Google Shape;1975;p99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6" name="Google Shape;1976;p99"/>
            <p:cNvSpPr/>
            <p:nvPr/>
          </p:nvSpPr>
          <p:spPr>
            <a:xfrm>
              <a:off x="2276286" y="3297156"/>
              <a:ext cx="7026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7" name="Google Shape;1977;p99"/>
          <p:cNvSpPr txBox="1"/>
          <p:nvPr/>
        </p:nvSpPr>
        <p:spPr>
          <a:xfrm>
            <a:off x="2182625" y="1713625"/>
            <a:ext cx="20655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8" name="Google Shape;1978;p99"/>
          <p:cNvSpPr txBox="1"/>
          <p:nvPr/>
        </p:nvSpPr>
        <p:spPr>
          <a:xfrm>
            <a:off x="3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99"/>
          <p:cNvSpPr/>
          <p:nvPr/>
        </p:nvSpPr>
        <p:spPr>
          <a:xfrm>
            <a:off x="855324" y="34121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0" name="Google Shape;1980;p99"/>
          <p:cNvGrpSpPr/>
          <p:nvPr/>
        </p:nvGrpSpPr>
        <p:grpSpPr>
          <a:xfrm>
            <a:off x="855390" y="3411977"/>
            <a:ext cx="1274469" cy="1281348"/>
            <a:chOff x="964912" y="2012575"/>
            <a:chExt cx="2022645" cy="1986586"/>
          </a:xfrm>
        </p:grpSpPr>
        <p:sp>
          <p:nvSpPr>
            <p:cNvPr id="1981" name="Google Shape;1981;p99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2" name="Google Shape;1982;p99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3" name="Google Shape;1983;p99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4" name="Google Shape;1984;p99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5" name="Google Shape;1985;p99"/>
          <p:cNvSpPr txBox="1"/>
          <p:nvPr/>
        </p:nvSpPr>
        <p:spPr>
          <a:xfrm>
            <a:off x="2242275" y="3411975"/>
            <a:ext cx="24882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</a:t>
            </a:r>
            <a:r>
              <a:rPr lang="en-GB" sz="20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6" name="Google Shape;1986;p99"/>
          <p:cNvSpPr txBox="1"/>
          <p:nvPr/>
        </p:nvSpPr>
        <p:spPr>
          <a:xfrm>
            <a:off x="3813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99"/>
          <p:cNvSpPr/>
          <p:nvPr/>
        </p:nvSpPr>
        <p:spPr>
          <a:xfrm>
            <a:off x="49932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8" name="Google Shape;1988;p99"/>
          <p:cNvGrpSpPr/>
          <p:nvPr/>
        </p:nvGrpSpPr>
        <p:grpSpPr>
          <a:xfrm>
            <a:off x="4993290" y="1706970"/>
            <a:ext cx="1274469" cy="1281348"/>
            <a:chOff x="964912" y="2012575"/>
            <a:chExt cx="2022645" cy="1986586"/>
          </a:xfrm>
        </p:grpSpPr>
        <p:sp>
          <p:nvSpPr>
            <p:cNvPr id="1989" name="Google Shape;1989;p99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0" name="Google Shape;1990;p99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1" name="Google Shape;1991;p99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2" name="Google Shape;1992;p99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16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93" name="Google Shape;1993;p99"/>
          <p:cNvSpPr txBox="1"/>
          <p:nvPr/>
        </p:nvSpPr>
        <p:spPr>
          <a:xfrm>
            <a:off x="6377825" y="1713625"/>
            <a:ext cx="2372400" cy="14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− 16 </a:t>
            </a:r>
            <a:endParaRPr sz="2000" u="sng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4" name="Google Shape;1994;p99"/>
          <p:cNvSpPr txBox="1"/>
          <p:nvPr/>
        </p:nvSpPr>
        <p:spPr>
          <a:xfrm>
            <a:off x="45192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99"/>
          <p:cNvSpPr/>
          <p:nvPr/>
        </p:nvSpPr>
        <p:spPr>
          <a:xfrm>
            <a:off x="49932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6" name="Google Shape;1996;p99"/>
          <p:cNvGrpSpPr/>
          <p:nvPr/>
        </p:nvGrpSpPr>
        <p:grpSpPr>
          <a:xfrm>
            <a:off x="4993290" y="3488177"/>
            <a:ext cx="1274469" cy="1281348"/>
            <a:chOff x="964912" y="2012575"/>
            <a:chExt cx="2022645" cy="1986586"/>
          </a:xfrm>
        </p:grpSpPr>
        <p:sp>
          <p:nvSpPr>
            <p:cNvPr id="1997" name="Google Shape;1997;p99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25</a:t>
              </a: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8" name="Google Shape;1998;p99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9" name="Google Shape;1999;p99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0" name="Google Shape;2000;p99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1" name="Google Shape;2001;p99"/>
          <p:cNvSpPr txBox="1"/>
          <p:nvPr/>
        </p:nvSpPr>
        <p:spPr>
          <a:xfrm>
            <a:off x="6335275" y="3488375"/>
            <a:ext cx="26436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25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u="sng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2" name="Google Shape;2002;p99"/>
          <p:cNvSpPr txBox="1"/>
          <p:nvPr/>
        </p:nvSpPr>
        <p:spPr>
          <a:xfrm>
            <a:off x="45192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99"/>
          <p:cNvSpPr/>
          <p:nvPr/>
        </p:nvSpPr>
        <p:spPr>
          <a:xfrm>
            <a:off x="792700" y="2531750"/>
            <a:ext cx="8280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4" name="Google Shape;2004;p99"/>
          <p:cNvSpPr/>
          <p:nvPr/>
        </p:nvSpPr>
        <p:spPr>
          <a:xfrm>
            <a:off x="5825664" y="348700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5" name="Google Shape;2005;p99"/>
          <p:cNvSpPr/>
          <p:nvPr/>
        </p:nvSpPr>
        <p:spPr>
          <a:xfrm>
            <a:off x="5818500" y="431500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3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9" name="Shape 2009"/>
        <p:cNvGrpSpPr/>
        <p:nvPr/>
      </p:nvGrpSpPr>
      <p:grpSpPr>
        <a:xfrm>
          <a:off x="0" y="0"/>
          <a:ext cx="0" cy="0"/>
        </a:xfrm>
      </p:grpSpPr>
      <p:sp>
        <p:nvSpPr>
          <p:cNvPr id="2010" name="Google Shape;2010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2011" name="Google Shape;2011;p10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Which of these products of two binomials can be written as the difference of two squares?</a:t>
            </a:r>
            <a:endParaRPr sz="1800"/>
          </a:p>
        </p:txBody>
      </p:sp>
      <p:sp>
        <p:nvSpPr>
          <p:cNvPr id="2012" name="Google Shape;2012;p100"/>
          <p:cNvSpPr txBox="1"/>
          <p:nvPr/>
        </p:nvSpPr>
        <p:spPr>
          <a:xfrm>
            <a:off x="8264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46)(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+ 46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013" name="Google Shape;2013;p100"/>
          <p:cNvGraphicFramePr>
            <a:graphicFrameLocks noGrp="1"/>
          </p:cNvGraphicFramePr>
          <p:nvPr/>
        </p:nvGraphicFramePr>
        <p:xfrm>
          <a:off x="388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9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14" name="Google Shape;2014;p100"/>
          <p:cNvSpPr txBox="1"/>
          <p:nvPr/>
        </p:nvSpPr>
        <p:spPr>
          <a:xfrm>
            <a:off x="60108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5" name="Google Shape;2015;p100"/>
          <p:cNvSpPr txBox="1"/>
          <p:nvPr/>
        </p:nvSpPr>
        <p:spPr>
          <a:xfrm>
            <a:off x="3456700" y="149730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)(10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016" name="Google Shape;2016;p100"/>
          <p:cNvGraphicFramePr>
            <a:graphicFrameLocks noGrp="1"/>
          </p:cNvGraphicFramePr>
          <p:nvPr/>
        </p:nvGraphicFramePr>
        <p:xfrm>
          <a:off x="305547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462200"/>
              </a:tblGrid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17" name="Google Shape;2017;p100"/>
          <p:cNvGraphicFramePr>
            <a:graphicFrameLocks noGrp="1"/>
          </p:cNvGraphicFramePr>
          <p:nvPr/>
        </p:nvGraphicFramePr>
        <p:xfrm>
          <a:off x="5593525" y="150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{5FA8D8EF-D591-4665-9FDC-C33690B07864}</a:tableStyleId>
              </a:tblPr>
              <a:tblGrid>
                <a:gridCol w="591150"/>
              </a:tblGrid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13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18" name="Google Shape;2018;p100"/>
          <p:cNvSpPr/>
          <p:nvPr/>
        </p:nvSpPr>
        <p:spPr>
          <a:xfrm>
            <a:off x="324000" y="3845988"/>
            <a:ext cx="23646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00"/>
          <p:cNvSpPr/>
          <p:nvPr/>
        </p:nvSpPr>
        <p:spPr>
          <a:xfrm>
            <a:off x="2919225" y="1448113"/>
            <a:ext cx="23646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100"/>
          <p:cNvSpPr/>
          <p:nvPr/>
        </p:nvSpPr>
        <p:spPr>
          <a:xfrm>
            <a:off x="2919225" y="3845988"/>
            <a:ext cx="23646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100"/>
          <p:cNvSpPr/>
          <p:nvPr/>
        </p:nvSpPr>
        <p:spPr>
          <a:xfrm>
            <a:off x="5501975" y="1448125"/>
            <a:ext cx="25302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00"/>
          <p:cNvSpPr txBox="1"/>
          <p:nvPr/>
        </p:nvSpPr>
        <p:spPr>
          <a:xfrm>
            <a:off x="2989775" y="4368300"/>
            <a:ext cx="2550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100 −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3" name="Google Shape;2023;p100"/>
          <p:cNvSpPr txBox="1"/>
          <p:nvPr/>
        </p:nvSpPr>
        <p:spPr>
          <a:xfrm>
            <a:off x="5774400" y="3211345"/>
            <a:ext cx="30456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of the terms in each bracket needs to be the same and the other two should be a zero pair. Both of these are zero pairs.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27" name="Shape 2027"/>
        <p:cNvGrpSpPr/>
        <p:nvPr/>
      </p:nvGrpSpPr>
      <p:grpSpPr>
        <a:xfrm>
          <a:off x="0" y="0"/>
          <a:ext cx="0" cy="0"/>
        </a:xfrm>
      </p:grpSpPr>
      <p:sp>
        <p:nvSpPr>
          <p:cNvPr id="2028" name="Google Shape;2028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2029" name="Google Shape;2029;p101"/>
          <p:cNvSpPr txBox="1"/>
          <p:nvPr>
            <p:ph type="body" idx="1"/>
          </p:nvPr>
        </p:nvSpPr>
        <p:spPr>
          <a:xfrm>
            <a:off x="324000" y="759300"/>
            <a:ext cx="8237700" cy="6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Fill in the area models for these products of two binomials. Write your answer as the difference of two squares. </a:t>
            </a:r>
            <a:endParaRPr sz="1800"/>
          </a:p>
        </p:txBody>
      </p:sp>
      <p:sp>
        <p:nvSpPr>
          <p:cNvPr id="2030" name="Google Shape;2030;p101"/>
          <p:cNvSpPr/>
          <p:nvPr/>
        </p:nvSpPr>
        <p:spPr>
          <a:xfrm>
            <a:off x="7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1" name="Google Shape;2031;p101"/>
          <p:cNvGrpSpPr/>
          <p:nvPr/>
        </p:nvGrpSpPr>
        <p:grpSpPr>
          <a:xfrm>
            <a:off x="798090" y="1706970"/>
            <a:ext cx="1274469" cy="1281348"/>
            <a:chOff x="964912" y="2012575"/>
            <a:chExt cx="2022645" cy="1986586"/>
          </a:xfrm>
        </p:grpSpPr>
        <p:sp>
          <p:nvSpPr>
            <p:cNvPr id="2032" name="Google Shape;2032;p10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2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33" name="Google Shape;2033;p101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4" name="Google Shape;2034;p10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5" name="Google Shape;2035;p10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6" name="Google Shape;2036;p101"/>
          <p:cNvSpPr txBox="1"/>
          <p:nvPr/>
        </p:nvSpPr>
        <p:spPr>
          <a:xfrm>
            <a:off x="2182625" y="1713625"/>
            <a:ext cx="20655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− 400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7" name="Google Shape;2037;p101"/>
          <p:cNvSpPr txBox="1"/>
          <p:nvPr/>
        </p:nvSpPr>
        <p:spPr>
          <a:xfrm>
            <a:off x="3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101"/>
          <p:cNvSpPr/>
          <p:nvPr/>
        </p:nvSpPr>
        <p:spPr>
          <a:xfrm>
            <a:off x="8553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9" name="Google Shape;2039;p101"/>
          <p:cNvGrpSpPr/>
          <p:nvPr/>
        </p:nvGrpSpPr>
        <p:grpSpPr>
          <a:xfrm>
            <a:off x="855390" y="3488177"/>
            <a:ext cx="1274469" cy="1281348"/>
            <a:chOff x="964912" y="2012575"/>
            <a:chExt cx="2022645" cy="1986586"/>
          </a:xfrm>
        </p:grpSpPr>
        <p:sp>
          <p:nvSpPr>
            <p:cNvPr id="2040" name="Google Shape;2040;p10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1" name="Google Shape;2041;p10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2" name="Google Shape;2042;p10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3" name="Google Shape;2043;p10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4" name="Google Shape;2044;p101"/>
          <p:cNvSpPr txBox="1"/>
          <p:nvPr/>
        </p:nvSpPr>
        <p:spPr>
          <a:xfrm>
            <a:off x="2233188" y="3488375"/>
            <a:ext cx="2488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lang="en-GB" sz="2000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5" name="Google Shape;2045;p101"/>
          <p:cNvSpPr txBox="1"/>
          <p:nvPr/>
        </p:nvSpPr>
        <p:spPr>
          <a:xfrm>
            <a:off x="3813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101"/>
          <p:cNvSpPr/>
          <p:nvPr/>
        </p:nvSpPr>
        <p:spPr>
          <a:xfrm>
            <a:off x="49932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7" name="Google Shape;2047;p101"/>
          <p:cNvGrpSpPr/>
          <p:nvPr/>
        </p:nvGrpSpPr>
        <p:grpSpPr>
          <a:xfrm>
            <a:off x="4993290" y="1706970"/>
            <a:ext cx="1274469" cy="1281348"/>
            <a:chOff x="964912" y="2012575"/>
            <a:chExt cx="2022645" cy="1986586"/>
          </a:xfrm>
        </p:grpSpPr>
        <p:sp>
          <p:nvSpPr>
            <p:cNvPr id="2048" name="Google Shape;2048;p10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9" name="Google Shape;2049;p10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0" name="Google Shape;2050;p10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1" name="Google Shape;2051;p10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2" name="Google Shape;2052;p101"/>
          <p:cNvSpPr txBox="1"/>
          <p:nvPr/>
        </p:nvSpPr>
        <p:spPr>
          <a:xfrm>
            <a:off x="6377825" y="1713625"/>
            <a:ext cx="23724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 u="sng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3" name="Google Shape;2053;p101"/>
          <p:cNvSpPr txBox="1"/>
          <p:nvPr/>
        </p:nvSpPr>
        <p:spPr>
          <a:xfrm>
            <a:off x="45192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101"/>
          <p:cNvSpPr/>
          <p:nvPr/>
        </p:nvSpPr>
        <p:spPr>
          <a:xfrm>
            <a:off x="49932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5" name="Google Shape;2055;p101"/>
          <p:cNvGrpSpPr/>
          <p:nvPr/>
        </p:nvGrpSpPr>
        <p:grpSpPr>
          <a:xfrm>
            <a:off x="4993290" y="3488177"/>
            <a:ext cx="1274469" cy="1281348"/>
            <a:chOff x="964912" y="2012575"/>
            <a:chExt cx="2022645" cy="1986586"/>
          </a:xfrm>
        </p:grpSpPr>
        <p:sp>
          <p:nvSpPr>
            <p:cNvPr id="2056" name="Google Shape;2056;p101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7" name="Google Shape;2057;p10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8" name="Google Shape;2058;p101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9" name="Google Shape;2059;p101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60" name="Google Shape;2060;p101"/>
          <p:cNvSpPr txBox="1"/>
          <p:nvPr/>
        </p:nvSpPr>
        <p:spPr>
          <a:xfrm>
            <a:off x="6335275" y="3488375"/>
            <a:ext cx="26436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u="sng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1" name="Google Shape;2061;p101"/>
          <p:cNvSpPr txBox="1"/>
          <p:nvPr/>
        </p:nvSpPr>
        <p:spPr>
          <a:xfrm>
            <a:off x="45192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101"/>
          <p:cNvSpPr/>
          <p:nvPr/>
        </p:nvSpPr>
        <p:spPr>
          <a:xfrm>
            <a:off x="1632989" y="170375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3" name="Google Shape;2063;p101"/>
          <p:cNvSpPr/>
          <p:nvPr/>
        </p:nvSpPr>
        <p:spPr>
          <a:xfrm>
            <a:off x="792689" y="253175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4" name="Google Shape;2064;p101"/>
          <p:cNvSpPr/>
          <p:nvPr/>
        </p:nvSpPr>
        <p:spPr>
          <a:xfrm>
            <a:off x="1625825" y="253175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600">
                <a:latin typeface="Times"/>
                <a:ea typeface="Times"/>
                <a:cs typeface="Times"/>
                <a:sym typeface="Times"/>
              </a:rPr>
              <a:t>400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5" name="Google Shape;2065;p101"/>
          <p:cNvSpPr/>
          <p:nvPr/>
        </p:nvSpPr>
        <p:spPr>
          <a:xfrm>
            <a:off x="5825664" y="1713627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xy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6" name="Google Shape;2066;p101"/>
          <p:cNvSpPr/>
          <p:nvPr/>
        </p:nvSpPr>
        <p:spPr>
          <a:xfrm>
            <a:off x="4993300" y="2541625"/>
            <a:ext cx="8397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xy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7" name="Google Shape;2067;p101"/>
          <p:cNvSpPr/>
          <p:nvPr/>
        </p:nvSpPr>
        <p:spPr>
          <a:xfrm>
            <a:off x="5818500" y="2541625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3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3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8" name="Google Shape;2068;p101"/>
          <p:cNvSpPr/>
          <p:nvPr/>
        </p:nvSpPr>
        <p:spPr>
          <a:xfrm>
            <a:off x="1687764" y="348700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9" name="Google Shape;2069;p101"/>
          <p:cNvSpPr/>
          <p:nvPr/>
        </p:nvSpPr>
        <p:spPr>
          <a:xfrm>
            <a:off x="847464" y="431500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0" name="Google Shape;2070;p101"/>
          <p:cNvSpPr/>
          <p:nvPr/>
        </p:nvSpPr>
        <p:spPr>
          <a:xfrm>
            <a:off x="1680600" y="431500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−100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1" name="Google Shape;2071;p101"/>
          <p:cNvSpPr/>
          <p:nvPr/>
        </p:nvSpPr>
        <p:spPr>
          <a:xfrm>
            <a:off x="5825664" y="348700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2" name="Google Shape;2072;p101"/>
          <p:cNvSpPr/>
          <p:nvPr/>
        </p:nvSpPr>
        <p:spPr>
          <a:xfrm>
            <a:off x="4993175" y="4315000"/>
            <a:ext cx="8397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3" name="Google Shape;2073;p101"/>
          <p:cNvSpPr/>
          <p:nvPr/>
        </p:nvSpPr>
        <p:spPr>
          <a:xfrm>
            <a:off x="5818500" y="431500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3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7" name="Shape 2077"/>
        <p:cNvGrpSpPr/>
        <p:nvPr/>
      </p:nvGrpSpPr>
      <p:grpSpPr>
        <a:xfrm>
          <a:off x="0" y="0"/>
          <a:ext cx="0" cy="0"/>
        </a:xfrm>
      </p:grpSpPr>
      <p:sp>
        <p:nvSpPr>
          <p:cNvPr id="2078" name="Google Shape;2078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difference of two squares</a:t>
            </a:r>
            <a:endParaRPr/>
          </a:p>
        </p:txBody>
      </p:sp>
      <p:sp>
        <p:nvSpPr>
          <p:cNvPr id="2079" name="Google Shape;2079;p102"/>
          <p:cNvSpPr txBox="1"/>
          <p:nvPr>
            <p:ph type="body" idx="1"/>
          </p:nvPr>
        </p:nvSpPr>
        <p:spPr>
          <a:xfrm>
            <a:off x="324000" y="759300"/>
            <a:ext cx="8237700" cy="75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Fill in the area models for these products of two binomials. Write your answer as the difference of two squares.</a:t>
            </a:r>
            <a:endParaRPr sz="1800"/>
          </a:p>
        </p:txBody>
      </p:sp>
      <p:sp>
        <p:nvSpPr>
          <p:cNvPr id="2080" name="Google Shape;2080;p102"/>
          <p:cNvSpPr/>
          <p:nvPr/>
        </p:nvSpPr>
        <p:spPr>
          <a:xfrm>
            <a:off x="7980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1" name="Google Shape;2081;p102"/>
          <p:cNvGrpSpPr/>
          <p:nvPr/>
        </p:nvGrpSpPr>
        <p:grpSpPr>
          <a:xfrm>
            <a:off x="798090" y="1706970"/>
            <a:ext cx="1274469" cy="1281348"/>
            <a:chOff x="964912" y="2012575"/>
            <a:chExt cx="2022645" cy="1986586"/>
          </a:xfrm>
        </p:grpSpPr>
        <p:sp>
          <p:nvSpPr>
            <p:cNvPr id="2082" name="Google Shape;2082;p10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83" name="Google Shape;2083;p102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4" name="Google Shape;2084;p10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5" name="Google Shape;2085;p10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6" name="Google Shape;2086;p102"/>
          <p:cNvSpPr txBox="1"/>
          <p:nvPr/>
        </p:nvSpPr>
        <p:spPr>
          <a:xfrm>
            <a:off x="2182625" y="1713625"/>
            <a:ext cx="20655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7" name="Google Shape;2087;p102"/>
          <p:cNvSpPr txBox="1"/>
          <p:nvPr/>
        </p:nvSpPr>
        <p:spPr>
          <a:xfrm>
            <a:off x="3240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02"/>
          <p:cNvSpPr/>
          <p:nvPr/>
        </p:nvSpPr>
        <p:spPr>
          <a:xfrm>
            <a:off x="855324" y="34121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9" name="Google Shape;2089;p102"/>
          <p:cNvGrpSpPr/>
          <p:nvPr/>
        </p:nvGrpSpPr>
        <p:grpSpPr>
          <a:xfrm>
            <a:off x="855390" y="3411977"/>
            <a:ext cx="1274469" cy="1281348"/>
            <a:chOff x="964912" y="2012575"/>
            <a:chExt cx="2022645" cy="1986586"/>
          </a:xfrm>
        </p:grpSpPr>
        <p:sp>
          <p:nvSpPr>
            <p:cNvPr id="2090" name="Google Shape;2090;p10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1" name="Google Shape;2091;p10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2" name="Google Shape;2092;p10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3" name="Google Shape;2093;p10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4" name="Google Shape;2094;p102"/>
          <p:cNvSpPr txBox="1"/>
          <p:nvPr/>
        </p:nvSpPr>
        <p:spPr>
          <a:xfrm>
            <a:off x="2242275" y="3366500"/>
            <a:ext cx="2488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5" name="Google Shape;2095;p102"/>
          <p:cNvSpPr txBox="1"/>
          <p:nvPr/>
        </p:nvSpPr>
        <p:spPr>
          <a:xfrm>
            <a:off x="3813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02"/>
          <p:cNvSpPr/>
          <p:nvPr/>
        </p:nvSpPr>
        <p:spPr>
          <a:xfrm>
            <a:off x="4993224" y="1707164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7" name="Google Shape;2097;p102"/>
          <p:cNvGrpSpPr/>
          <p:nvPr/>
        </p:nvGrpSpPr>
        <p:grpSpPr>
          <a:xfrm>
            <a:off x="4993290" y="1706970"/>
            <a:ext cx="1274469" cy="1281348"/>
            <a:chOff x="964912" y="2012575"/>
            <a:chExt cx="2022645" cy="1986586"/>
          </a:xfrm>
        </p:grpSpPr>
        <p:sp>
          <p:nvSpPr>
            <p:cNvPr id="2098" name="Google Shape;2098;p10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9" name="Google Shape;2099;p10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0" name="Google Shape;2100;p10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1" name="Google Shape;2101;p10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2" name="Google Shape;2102;p102"/>
          <p:cNvSpPr txBox="1"/>
          <p:nvPr/>
        </p:nvSpPr>
        <p:spPr>
          <a:xfrm>
            <a:off x="6377825" y="1713625"/>
            <a:ext cx="23724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− 16 </a:t>
            </a:r>
            <a:endParaRPr sz="2000" u="sng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3" name="Google Shape;2103;p102"/>
          <p:cNvSpPr txBox="1"/>
          <p:nvPr/>
        </p:nvSpPr>
        <p:spPr>
          <a:xfrm>
            <a:off x="4519200" y="1585301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02"/>
          <p:cNvSpPr/>
          <p:nvPr/>
        </p:nvSpPr>
        <p:spPr>
          <a:xfrm>
            <a:off x="4993224" y="3488370"/>
            <a:ext cx="1274100" cy="113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5" name="Google Shape;2105;p102"/>
          <p:cNvGrpSpPr/>
          <p:nvPr/>
        </p:nvGrpSpPr>
        <p:grpSpPr>
          <a:xfrm>
            <a:off x="4993290" y="3488177"/>
            <a:ext cx="1274469" cy="1281348"/>
            <a:chOff x="964912" y="2012575"/>
            <a:chExt cx="2022645" cy="1986586"/>
          </a:xfrm>
        </p:grpSpPr>
        <p:sp>
          <p:nvSpPr>
            <p:cNvPr id="2106" name="Google Shape;2106;p10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25</a:t>
              </a: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200" baseline="30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7" name="Google Shape;2107;p10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8" name="Google Shape;2108;p10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9" name="Google Shape;2109;p10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0" name="Google Shape;2110;p102"/>
          <p:cNvSpPr txBox="1"/>
          <p:nvPr/>
        </p:nvSpPr>
        <p:spPr>
          <a:xfrm>
            <a:off x="6335275" y="3488375"/>
            <a:ext cx="26436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25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u="sng" baseline="30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1" name="Google Shape;2111;p102"/>
          <p:cNvSpPr txBox="1"/>
          <p:nvPr/>
        </p:nvSpPr>
        <p:spPr>
          <a:xfrm>
            <a:off x="4519200" y="3366508"/>
            <a:ext cx="2562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02"/>
          <p:cNvSpPr/>
          <p:nvPr/>
        </p:nvSpPr>
        <p:spPr>
          <a:xfrm>
            <a:off x="1632989" y="170375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3" name="Google Shape;2113;p102"/>
          <p:cNvSpPr/>
          <p:nvPr/>
        </p:nvSpPr>
        <p:spPr>
          <a:xfrm>
            <a:off x="792689" y="253175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4" name="Google Shape;2114;p102"/>
          <p:cNvSpPr/>
          <p:nvPr/>
        </p:nvSpPr>
        <p:spPr>
          <a:xfrm>
            <a:off x="1625825" y="253175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5" name="Google Shape;2115;p102"/>
          <p:cNvSpPr/>
          <p:nvPr/>
        </p:nvSpPr>
        <p:spPr>
          <a:xfrm>
            <a:off x="5825664" y="1713627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6" name="Google Shape;2116;p102"/>
          <p:cNvSpPr/>
          <p:nvPr/>
        </p:nvSpPr>
        <p:spPr>
          <a:xfrm>
            <a:off x="4992527" y="2541625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7" name="Google Shape;2117;p102"/>
          <p:cNvSpPr/>
          <p:nvPr/>
        </p:nvSpPr>
        <p:spPr>
          <a:xfrm>
            <a:off x="5818500" y="2541625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−16</a:t>
            </a:r>
            <a:endParaRPr sz="16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8" name="Google Shape;2118;p102"/>
          <p:cNvSpPr/>
          <p:nvPr/>
        </p:nvSpPr>
        <p:spPr>
          <a:xfrm>
            <a:off x="1687764" y="341080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xy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9" name="Google Shape;2119;p102"/>
          <p:cNvSpPr/>
          <p:nvPr/>
        </p:nvSpPr>
        <p:spPr>
          <a:xfrm>
            <a:off x="855314" y="423880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xy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0" name="Google Shape;2120;p102"/>
          <p:cNvSpPr/>
          <p:nvPr/>
        </p:nvSpPr>
        <p:spPr>
          <a:xfrm>
            <a:off x="1680600" y="423880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sz="16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6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5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1" name="Google Shape;2121;p102"/>
          <p:cNvSpPr/>
          <p:nvPr/>
        </p:nvSpPr>
        <p:spPr>
          <a:xfrm>
            <a:off x="5825664" y="3487002"/>
            <a:ext cx="442800" cy="8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2" name="Google Shape;2122;p102"/>
          <p:cNvSpPr/>
          <p:nvPr/>
        </p:nvSpPr>
        <p:spPr>
          <a:xfrm>
            <a:off x="4992527" y="4315000"/>
            <a:ext cx="8475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−15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3" name="Google Shape;2123;p102"/>
          <p:cNvSpPr/>
          <p:nvPr/>
        </p:nvSpPr>
        <p:spPr>
          <a:xfrm>
            <a:off x="5818500" y="4315000"/>
            <a:ext cx="442800" cy="455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3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7" name="Shape 2127"/>
        <p:cNvGrpSpPr/>
        <p:nvPr/>
      </p:nvGrpSpPr>
      <p:grpSpPr>
        <a:xfrm>
          <a:off x="0" y="0"/>
          <a:ext cx="0" cy="0"/>
        </a:xfrm>
      </p:grpSpPr>
      <p:sp>
        <p:nvSpPr>
          <p:cNvPr id="2128" name="Google Shape;2128;p103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product of two binomials always produces four partial products.</a:t>
            </a:r>
            <a:endParaRPr sz="2000"/>
          </a:p>
          <a:p>
            <a:pPr marL="0" lvl="0" indent="0" algn="l" rtl="0"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/>
              <a:t>Often these can be simplified into three terms.</a:t>
            </a:r>
            <a:endParaRPr sz="2000"/>
          </a:p>
          <a:p>
            <a:pPr marL="0" lvl="0" indent="0" algn="l" rtl="0"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2000"/>
              <a:t>There are cases where two of the terms are zero pairs so the partial products can be simplified into two terms.</a:t>
            </a:r>
            <a:endParaRPr sz="2000"/>
          </a:p>
          <a:p>
            <a:pPr marL="0" lvl="0" indent="0" algn="l" rt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/>
              <a:t>If one term in each binomial is the same and the other two terms are zero pairs then the product is the difference of two squares. </a:t>
            </a:r>
            <a:endParaRPr sz="2000"/>
          </a:p>
        </p:txBody>
      </p:sp>
      <p:sp>
        <p:nvSpPr>
          <p:cNvPr id="2129" name="Google Shape;2129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3" name="Shape 2133"/>
        <p:cNvGrpSpPr/>
        <p:nvPr/>
      </p:nvGrpSpPr>
      <p:grpSpPr>
        <a:xfrm>
          <a:off x="0" y="0"/>
          <a:ext cx="0" cy="0"/>
        </a:xfrm>
      </p:grpSpPr>
      <p:sp>
        <p:nvSpPr>
          <p:cNvPr id="2134" name="Google Shape;2134;p10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35" name="Google Shape;2135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741</Paragraphs>
  <Slides>42</Slides>
  <Notes>42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baseType="lpstr" size="52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Times New Roman</vt:lpstr>
      <vt:lpstr>simple-light-2</vt:lpstr>
      <vt:lpstr>Difference of two squares</vt:lpstr>
      <vt:lpstr>PowerPoint Presentation</vt:lpstr>
      <vt:lpstr>PowerPoint Presentation</vt:lpstr>
      <vt:lpstr>PowerPoint Presentation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Multiplying binomials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Identifying difference of two squares</vt:lpstr>
      <vt:lpstr>Difference of two squares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2024-02-06T11:38:10.952</cp:lastPrinted>
  <dcterms:created xsi:type="dcterms:W3CDTF">2024-02-06T11:38:10Z</dcterms:created>
  <dcterms:modified xsi:type="dcterms:W3CDTF">2024-02-06T11:38:28Z</dcterms:modified>
</cp:coreProperties>
</file>