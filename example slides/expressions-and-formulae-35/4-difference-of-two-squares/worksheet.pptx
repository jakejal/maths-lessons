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47F38BC0-1EAD-4D29-B6EE-2E34B16A89A6}">
  <a:tblStyle styleId="{47F38BC0-1EAD-4D29-B6EE-2E34B16A89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g2b42bdd2fab_0_89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b42bdd2fab_0_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Difference of two squares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5030277" y="6621750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− 5.5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− 0.8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− 0.37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− 1.85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37837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Multiplying binomials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398550" y="1837375"/>
            <a:ext cx="6237000" cy="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area models for these products of two binomials. Write your answer as a simplified expression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757447" y="2707429"/>
            <a:ext cx="964800" cy="856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 flipH="1">
            <a:off x="674168" y="2707403"/>
            <a:ext cx="0" cy="600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6" name="Google Shape;166;p20"/>
          <p:cNvSpPr txBox="1"/>
          <p:nvPr/>
        </p:nvSpPr>
        <p:spPr>
          <a:xfrm>
            <a:off x="550638" y="2937579"/>
            <a:ext cx="178200" cy="1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1056688" y="2385923"/>
            <a:ext cx="744300" cy="1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68" name="Google Shape;168;p20"/>
          <p:cNvCxnSpPr/>
          <p:nvPr/>
        </p:nvCxnSpPr>
        <p:spPr>
          <a:xfrm>
            <a:off x="751704" y="2646213"/>
            <a:ext cx="649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9" name="Google Shape;169;p20"/>
          <p:cNvCxnSpPr/>
          <p:nvPr/>
        </p:nvCxnSpPr>
        <p:spPr>
          <a:xfrm>
            <a:off x="1400675" y="2646218"/>
            <a:ext cx="30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70" name="Google Shape;170;p20"/>
          <p:cNvGrpSpPr/>
          <p:nvPr/>
        </p:nvGrpSpPr>
        <p:grpSpPr>
          <a:xfrm>
            <a:off x="757529" y="2707187"/>
            <a:ext cx="965004" cy="970050"/>
            <a:chOff x="964912" y="2012575"/>
            <a:chExt cx="2022645" cy="1986586"/>
          </a:xfrm>
        </p:grpSpPr>
        <p:sp>
          <p:nvSpPr>
            <p:cNvPr id="171" name="Google Shape;171;p20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2287655" y="2013435"/>
              <a:ext cx="6999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" name="Google Shape;174;p20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75" name="Google Shape;175;p20"/>
          <p:cNvCxnSpPr/>
          <p:nvPr/>
        </p:nvCxnSpPr>
        <p:spPr>
          <a:xfrm flipH="1">
            <a:off x="674164" y="3320983"/>
            <a:ext cx="0" cy="345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6" name="Google Shape;176;p20"/>
          <p:cNvSpPr txBox="1"/>
          <p:nvPr/>
        </p:nvSpPr>
        <p:spPr>
          <a:xfrm>
            <a:off x="508551" y="3397255"/>
            <a:ext cx="121500" cy="1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1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1805766" y="2712321"/>
            <a:ext cx="1563900" cy="10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98550" y="2615163"/>
            <a:ext cx="1941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800830" y="4360829"/>
            <a:ext cx="964800" cy="856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 flipH="1">
            <a:off x="717551" y="4360804"/>
            <a:ext cx="0" cy="600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1" name="Google Shape;181;p20"/>
          <p:cNvSpPr txBox="1"/>
          <p:nvPr/>
        </p:nvSpPr>
        <p:spPr>
          <a:xfrm>
            <a:off x="594022" y="4590980"/>
            <a:ext cx="178200" cy="1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054576" y="4100774"/>
            <a:ext cx="744300" cy="1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>
            <a:off x="795087" y="4299614"/>
            <a:ext cx="649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4" name="Google Shape;184;p20"/>
          <p:cNvCxnSpPr/>
          <p:nvPr/>
        </p:nvCxnSpPr>
        <p:spPr>
          <a:xfrm>
            <a:off x="1444058" y="4299618"/>
            <a:ext cx="30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85" name="Google Shape;185;p20"/>
          <p:cNvGrpSpPr/>
          <p:nvPr/>
        </p:nvGrpSpPr>
        <p:grpSpPr>
          <a:xfrm>
            <a:off x="800913" y="4360588"/>
            <a:ext cx="965004" cy="970050"/>
            <a:chOff x="964912" y="2012575"/>
            <a:chExt cx="2022645" cy="1986586"/>
          </a:xfrm>
        </p:grpSpPr>
        <p:sp>
          <p:nvSpPr>
            <p:cNvPr id="186" name="Google Shape;186;p20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90" name="Google Shape;190;p20"/>
          <p:cNvCxnSpPr/>
          <p:nvPr/>
        </p:nvCxnSpPr>
        <p:spPr>
          <a:xfrm flipH="1">
            <a:off x="717548" y="4974384"/>
            <a:ext cx="0" cy="345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1" name="Google Shape;191;p20"/>
          <p:cNvSpPr txBox="1"/>
          <p:nvPr/>
        </p:nvSpPr>
        <p:spPr>
          <a:xfrm>
            <a:off x="414825" y="5023533"/>
            <a:ext cx="346500" cy="1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10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844050" y="4360822"/>
            <a:ext cx="18840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41933" y="4268564"/>
            <a:ext cx="1941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4164521" y="2707429"/>
            <a:ext cx="964800" cy="856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" name="Google Shape;195;p20"/>
          <p:cNvCxnSpPr/>
          <p:nvPr/>
        </p:nvCxnSpPr>
        <p:spPr>
          <a:xfrm flipH="1">
            <a:off x="4081242" y="2707403"/>
            <a:ext cx="0" cy="600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6" name="Google Shape;196;p20"/>
          <p:cNvSpPr txBox="1"/>
          <p:nvPr/>
        </p:nvSpPr>
        <p:spPr>
          <a:xfrm>
            <a:off x="3957712" y="2937579"/>
            <a:ext cx="178200" cy="1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468508" y="2351048"/>
            <a:ext cx="744300" cy="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8" name="Google Shape;198;p20"/>
          <p:cNvCxnSpPr/>
          <p:nvPr/>
        </p:nvCxnSpPr>
        <p:spPr>
          <a:xfrm>
            <a:off x="4158778" y="2646213"/>
            <a:ext cx="649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9" name="Google Shape;199;p20"/>
          <p:cNvCxnSpPr/>
          <p:nvPr/>
        </p:nvCxnSpPr>
        <p:spPr>
          <a:xfrm>
            <a:off x="4807749" y="2646218"/>
            <a:ext cx="30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00" name="Google Shape;200;p20"/>
          <p:cNvGrpSpPr/>
          <p:nvPr/>
        </p:nvGrpSpPr>
        <p:grpSpPr>
          <a:xfrm>
            <a:off x="4164603" y="2707187"/>
            <a:ext cx="965004" cy="970050"/>
            <a:chOff x="964912" y="2012575"/>
            <a:chExt cx="2022645" cy="1986586"/>
          </a:xfrm>
        </p:grpSpPr>
        <p:sp>
          <p:nvSpPr>
            <p:cNvPr id="201" name="Google Shape;201;p20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05" name="Google Shape;205;p20"/>
          <p:cNvCxnSpPr/>
          <p:nvPr/>
        </p:nvCxnSpPr>
        <p:spPr>
          <a:xfrm flipH="1">
            <a:off x="4081239" y="3320983"/>
            <a:ext cx="0" cy="345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6" name="Google Shape;206;p20"/>
          <p:cNvSpPr txBox="1"/>
          <p:nvPr/>
        </p:nvSpPr>
        <p:spPr>
          <a:xfrm>
            <a:off x="3798043" y="3397256"/>
            <a:ext cx="277200" cy="1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5212840" y="2712321"/>
            <a:ext cx="17961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u="sng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3805624" y="2615163"/>
            <a:ext cx="1941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4162348" y="4360829"/>
            <a:ext cx="964800" cy="856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" name="Google Shape;210;p20"/>
          <p:cNvCxnSpPr/>
          <p:nvPr/>
        </p:nvCxnSpPr>
        <p:spPr>
          <a:xfrm flipH="1">
            <a:off x="4079070" y="4360804"/>
            <a:ext cx="0" cy="600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1" name="Google Shape;211;p20"/>
          <p:cNvSpPr txBox="1"/>
          <p:nvPr/>
        </p:nvSpPr>
        <p:spPr>
          <a:xfrm>
            <a:off x="3955540" y="4590980"/>
            <a:ext cx="178200" cy="1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503288" y="4100772"/>
            <a:ext cx="744300" cy="1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−0.5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13" name="Google Shape;213;p20"/>
          <p:cNvCxnSpPr/>
          <p:nvPr/>
        </p:nvCxnSpPr>
        <p:spPr>
          <a:xfrm>
            <a:off x="4156605" y="4299614"/>
            <a:ext cx="649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4" name="Google Shape;214;p20"/>
          <p:cNvCxnSpPr/>
          <p:nvPr/>
        </p:nvCxnSpPr>
        <p:spPr>
          <a:xfrm>
            <a:off x="4805576" y="4299618"/>
            <a:ext cx="30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15" name="Google Shape;215;p20"/>
          <p:cNvGrpSpPr/>
          <p:nvPr/>
        </p:nvGrpSpPr>
        <p:grpSpPr>
          <a:xfrm>
            <a:off x="4162431" y="4360588"/>
            <a:ext cx="965004" cy="970050"/>
            <a:chOff x="964912" y="2012575"/>
            <a:chExt cx="2022645" cy="1986586"/>
          </a:xfrm>
        </p:grpSpPr>
        <p:sp>
          <p:nvSpPr>
            <p:cNvPr id="216" name="Google Shape;216;p20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20" name="Google Shape;220;p20"/>
          <p:cNvCxnSpPr/>
          <p:nvPr/>
        </p:nvCxnSpPr>
        <p:spPr>
          <a:xfrm flipH="1">
            <a:off x="4079066" y="4974384"/>
            <a:ext cx="0" cy="345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1" name="Google Shape;221;p20"/>
          <p:cNvSpPr txBox="1"/>
          <p:nvPr/>
        </p:nvSpPr>
        <p:spPr>
          <a:xfrm>
            <a:off x="3821000" y="5050652"/>
            <a:ext cx="277200" cy="1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0.5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178452" y="4360833"/>
            <a:ext cx="20016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0.5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− 0.5)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u="sng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3803452" y="4268564"/>
            <a:ext cx="1941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1389621" y="2704846"/>
            <a:ext cx="335400" cy="627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753407" y="3331746"/>
            <a:ext cx="641700" cy="345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1384198" y="3331746"/>
            <a:ext cx="335400" cy="345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4794784" y="2712323"/>
            <a:ext cx="335400" cy="627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4158570" y="3339222"/>
            <a:ext cx="641700" cy="345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4789360" y="3339222"/>
            <a:ext cx="335400" cy="345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1431093" y="4359794"/>
            <a:ext cx="335400" cy="627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794879" y="4986694"/>
            <a:ext cx="641700" cy="345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1425669" y="4986694"/>
            <a:ext cx="335400" cy="345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792611" y="4359794"/>
            <a:ext cx="335400" cy="627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4156397" y="4986694"/>
            <a:ext cx="641700" cy="345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4787188" y="4986694"/>
            <a:ext cx="335400" cy="345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486475" y="6112350"/>
            <a:ext cx="66240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Which of these products of two binomials can be simplified to an expression with exactly two terms?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1065077" y="6621750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− 8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9)(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13)(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+ 13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38" name="Google Shape;238;p20"/>
          <p:cNvGraphicFramePr>
            <a:graphicFrameLocks noGrp="1"/>
          </p:cNvGraphicFramePr>
          <p:nvPr/>
        </p:nvGraphicFramePr>
        <p:xfrm>
          <a:off x="550952" y="6628922"/>
          <a:ext cx="462200" cy="2156375"/>
        </p:xfrm>
        <a:graphic>
          <a:graphicData uri="http://schemas.openxmlformats.org/drawingml/2006/table">
            <a:tbl>
              <a:tblPr>
                <a:noFill/>
                <a:tableStyleId>{47F38BC0-1EAD-4D29-B6EE-2E34B16A89A6}</a:tableStyleId>
              </a:tblPr>
              <a:tblGrid>
                <a:gridCol w="462200"/>
              </a:tblGrid>
              <a:tr h="556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6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6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87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9" name="Google Shape;239;p20"/>
          <p:cNvSpPr txBox="1"/>
          <p:nvPr/>
        </p:nvSpPr>
        <p:spPr>
          <a:xfrm>
            <a:off x="2933377" y="6621750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+ 7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+ 11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− 11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2.4)(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+ 2.4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5)(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+ 5.5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40" name="Google Shape;240;p20" descr="&lt;math xmlns=&quot;http://www.w3.org/1998/Math/MathML&quot; display=&quot;block&quot; data-is-equatio=&quot;1&quot; data-latex=&quot;\frac{11}{2}&quot;&gt;&lt;mfrac&gt;&lt;mn&gt;11&lt;/mn&gt;&lt;mn&gt;2&lt;/mn&gt;&lt;/mfrac&gt;&lt;/math&gt;" title="eleven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6890" y="6566701"/>
            <a:ext cx="183859" cy="331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 descr="&lt;math xmlns=&quot;http://www.w3.org/1998/Math/MathML&quot; display=&quot;block&quot; data-is-equatio=&quot;1&quot; data-latex=&quot;\frac{4}{5}&quot;&gt;&lt;mfrac&gt;&lt;mn&gt;4&lt;/mn&gt;&lt;mn&gt;5&lt;/mn&gt;&lt;/mfrac&gt;&lt;/math&gt;" title="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5374" y="7117281"/>
            <a:ext cx="102350" cy="331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2045" y="7653777"/>
            <a:ext cx="102362" cy="33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 descr="&lt;math xmlns=&quot;http://www.w3.org/1998/Math/MathML&quot; display=&quot;block&quot; data-is-equatio=&quot;1&quot; data-latex=&quot;\frac{17}{20}&quot;&gt;&lt;mfrac&gt;&lt;mn&gt;17&lt;/mn&gt;&lt;mn&gt;20&lt;/mn&gt;&lt;/mfrac&gt;&lt;/math&gt;" title="17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6649" y="8235542"/>
            <a:ext cx="183859" cy="33869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4" name="Google Shape;244;p20"/>
          <p:cNvGraphicFramePr>
            <a:graphicFrameLocks noGrp="1"/>
          </p:cNvGraphicFramePr>
          <p:nvPr/>
        </p:nvGraphicFramePr>
        <p:xfrm>
          <a:off x="2532152" y="6628922"/>
          <a:ext cx="462200" cy="2156375"/>
        </p:xfrm>
        <a:graphic>
          <a:graphicData uri="http://schemas.openxmlformats.org/drawingml/2006/table">
            <a:tbl>
              <a:tblPr>
                <a:noFill/>
                <a:tableStyleId>{47F38BC0-1EAD-4D29-B6EE-2E34B16A89A6}</a:tableStyleId>
              </a:tblPr>
              <a:tblGrid>
                <a:gridCol w="462200"/>
              </a:tblGrid>
              <a:tr h="5562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62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62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87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45" name="Google Shape;245;p20"/>
          <p:cNvGraphicFramePr>
            <a:graphicFrameLocks noGrp="1"/>
          </p:cNvGraphicFramePr>
          <p:nvPr/>
        </p:nvGraphicFramePr>
        <p:xfrm>
          <a:off x="4613002" y="6628922"/>
          <a:ext cx="591150" cy="2156375"/>
        </p:xfrm>
        <a:graphic>
          <a:graphicData uri="http://schemas.openxmlformats.org/drawingml/2006/table">
            <a:tbl>
              <a:tblPr>
                <a:noFill/>
                <a:tableStyleId>{47F38BC0-1EAD-4D29-B6EE-2E34B16A89A6}</a:tableStyleId>
              </a:tblPr>
              <a:tblGrid>
                <a:gridCol w="591150"/>
              </a:tblGrid>
              <a:tr h="5562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62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62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87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Difference of two squares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468000" y="720000"/>
            <a:ext cx="66240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Match a binomial in the left column with a binomial in the middle column and find its product in the end column.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2" name="Google Shape;252;p21"/>
          <p:cNvCxnSpPr/>
          <p:nvPr/>
        </p:nvCxnSpPr>
        <p:spPr>
          <a:xfrm>
            <a:off x="474757" y="53518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21"/>
          <p:cNvSpPr txBox="1"/>
          <p:nvPr/>
        </p:nvSpPr>
        <p:spPr>
          <a:xfrm>
            <a:off x="474750" y="53968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Identifying difference of two squares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68000" y="57796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Which of these products of two binomials can be written as the difference of two squares?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970400" y="6517625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46)(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+ 46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56" name="Google Shape;256;p21"/>
          <p:cNvGraphicFramePr>
            <a:graphicFrameLocks noGrp="1"/>
          </p:cNvGraphicFramePr>
          <p:nvPr/>
        </p:nvGraphicFramePr>
        <p:xfrm>
          <a:off x="532475" y="65247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{47F38BC0-1EAD-4D29-B6EE-2E34B16A89A6}</a:tableStyleId>
              </a:tblPr>
              <a:tblGrid>
                <a:gridCol w="462200"/>
              </a:tblGrid>
              <a:tr h="470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7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7" name="Google Shape;257;p21"/>
          <p:cNvSpPr txBox="1"/>
          <p:nvPr/>
        </p:nvSpPr>
        <p:spPr>
          <a:xfrm>
            <a:off x="4935600" y="6517625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2914900" y="6517625"/>
            <a:ext cx="224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(10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)(10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59" name="Google Shape;259;p21"/>
          <p:cNvGraphicFramePr>
            <a:graphicFrameLocks noGrp="1"/>
          </p:cNvGraphicFramePr>
          <p:nvPr/>
        </p:nvGraphicFramePr>
        <p:xfrm>
          <a:off x="2513675" y="65247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{47F38BC0-1EAD-4D29-B6EE-2E34B16A89A6}</a:tableStyleId>
              </a:tblPr>
              <a:tblGrid>
                <a:gridCol w="462200"/>
              </a:tblGrid>
              <a:tr h="465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5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9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0" name="Google Shape;260;p21"/>
          <p:cNvGraphicFramePr>
            <a:graphicFrameLocks noGrp="1"/>
          </p:cNvGraphicFramePr>
          <p:nvPr/>
        </p:nvGraphicFramePr>
        <p:xfrm>
          <a:off x="4518325" y="65247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{47F38BC0-1EAD-4D29-B6EE-2E34B16A89A6}</a:tableStyleId>
              </a:tblPr>
              <a:tblGrid>
                <a:gridCol w="591150"/>
              </a:tblGrid>
              <a:tr h="465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5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9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1" name="Google Shape;261;p21"/>
          <p:cNvGraphicFramePr>
            <a:graphicFrameLocks noGrp="1"/>
          </p:cNvGraphicFramePr>
          <p:nvPr/>
        </p:nvGraphicFramePr>
        <p:xfrm>
          <a:off x="785575" y="129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{47F38BC0-1EAD-4D29-B6EE-2E34B16A89A6}</a:tableStyleId>
              </a:tblPr>
              <a:tblGrid>
                <a:gridCol w="391125"/>
                <a:gridCol w="1332975"/>
                <a:gridCol w="391275"/>
                <a:gridCol w="1333050"/>
                <a:gridCol w="391275"/>
                <a:gridCol w="2149150"/>
              </a:tblGrid>
              <a:tr h="318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6)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 baseline="300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− 49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7)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+ 5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− 36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− 1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+ 2)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− 10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+ 25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+ 4)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1)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− 36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+ 9)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+ 6)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− 36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5" name="Shape 265"/>
        <p:cNvGrpSpPr/>
        <p:nvPr/>
      </p:nvGrpSpPr>
      <p:grpSpPr>
        <a:xfrm>
          <a:off x="0" y="0"/>
          <a:ext cx="0" cy="0"/>
        </a:xfrm>
      </p:grpSpPr>
      <p:sp>
        <p:nvSpPr>
          <p:cNvPr id="266" name="Google Shape;266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67" name="Google Shape;267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Difference of two squares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836595" y="3973768"/>
            <a:ext cx="975000" cy="865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1" name="Google Shape;271;p22"/>
          <p:cNvGrpSpPr/>
          <p:nvPr/>
        </p:nvGrpSpPr>
        <p:grpSpPr>
          <a:xfrm>
            <a:off x="836601" y="3973720"/>
            <a:ext cx="975319" cy="980778"/>
            <a:chOff x="964912" y="2012575"/>
            <a:chExt cx="2022645" cy="1986586"/>
          </a:xfrm>
        </p:grpSpPr>
        <p:sp>
          <p:nvSpPr>
            <p:cNvPr id="272" name="Google Shape;272;p2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9</a:t>
              </a:r>
              <a:endParaRPr sz="12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3" name="Google Shape;273;p22"/>
            <p:cNvSpPr/>
            <p:nvPr/>
          </p:nvSpPr>
          <p:spPr>
            <a:xfrm>
              <a:off x="2287655" y="2013435"/>
              <a:ext cx="6999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" name="Google Shape;274;p2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6" name="Google Shape;276;p22"/>
          <p:cNvSpPr txBox="1"/>
          <p:nvPr/>
        </p:nvSpPr>
        <p:spPr>
          <a:xfrm>
            <a:off x="1896298" y="3978713"/>
            <a:ext cx="1580700" cy="10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baseline="30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473801" y="3880500"/>
            <a:ext cx="1962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880450" y="5278693"/>
            <a:ext cx="975000" cy="865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1941951" y="5243740"/>
            <a:ext cx="1904400" cy="5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baseline="30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517656" y="5243745"/>
            <a:ext cx="1962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3818787" y="3973768"/>
            <a:ext cx="975000" cy="865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2" name="Google Shape;282;p22"/>
          <p:cNvGrpSpPr/>
          <p:nvPr/>
        </p:nvGrpSpPr>
        <p:grpSpPr>
          <a:xfrm>
            <a:off x="3818793" y="3973720"/>
            <a:ext cx="975319" cy="980778"/>
            <a:chOff x="964912" y="2012575"/>
            <a:chExt cx="2022645" cy="1986586"/>
          </a:xfrm>
        </p:grpSpPr>
        <p:sp>
          <p:nvSpPr>
            <p:cNvPr id="283" name="Google Shape;283;p2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 baseline="30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7" name="Google Shape;287;p22"/>
          <p:cNvSpPr txBox="1"/>
          <p:nvPr/>
        </p:nvSpPr>
        <p:spPr>
          <a:xfrm>
            <a:off x="4878490" y="3978713"/>
            <a:ext cx="18156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− 16 </a:t>
            </a:r>
            <a:endParaRPr sz="1200" u="sng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88" name="Google Shape;288;p22"/>
          <p:cNvGrpSpPr/>
          <p:nvPr/>
        </p:nvGrpSpPr>
        <p:grpSpPr>
          <a:xfrm>
            <a:off x="880455" y="5278646"/>
            <a:ext cx="975319" cy="980778"/>
            <a:chOff x="964912" y="2012575"/>
            <a:chExt cx="2022645" cy="1986586"/>
          </a:xfrm>
        </p:grpSpPr>
        <p:sp>
          <p:nvSpPr>
            <p:cNvPr id="289" name="Google Shape;289;p2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0" name="Google Shape;290;p22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3" name="Google Shape;293;p22"/>
          <p:cNvSpPr txBox="1"/>
          <p:nvPr/>
        </p:nvSpPr>
        <p:spPr>
          <a:xfrm>
            <a:off x="3455993" y="3880500"/>
            <a:ext cx="1962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3818787" y="5337013"/>
            <a:ext cx="975000" cy="865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5" name="Google Shape;295;p22"/>
          <p:cNvGrpSpPr/>
          <p:nvPr/>
        </p:nvGrpSpPr>
        <p:grpSpPr>
          <a:xfrm>
            <a:off x="3818793" y="5336965"/>
            <a:ext cx="975319" cy="980778"/>
            <a:chOff x="964912" y="2012575"/>
            <a:chExt cx="2022645" cy="1986586"/>
          </a:xfrm>
        </p:grpSpPr>
        <p:sp>
          <p:nvSpPr>
            <p:cNvPr id="296" name="Google Shape;296;p2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25</a:t>
              </a:r>
              <a:r>
                <a:rPr lang="en-GB" sz="12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a</a:t>
              </a:r>
              <a:r>
                <a:rPr lang="en-GB" sz="1200" baseline="30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" name="Google Shape;298;p2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" name="Google Shape;299;p2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00" name="Google Shape;300;p22"/>
          <p:cNvSpPr txBox="1"/>
          <p:nvPr/>
        </p:nvSpPr>
        <p:spPr>
          <a:xfrm>
            <a:off x="4845925" y="5337025"/>
            <a:ext cx="2149200" cy="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u="sng"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(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25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u="sng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3455993" y="5243745"/>
            <a:ext cx="1962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1475634" y="3971157"/>
            <a:ext cx="339000" cy="633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832512" y="4604864"/>
            <a:ext cx="648600" cy="348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1470152" y="4604864"/>
            <a:ext cx="339000" cy="348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4455894" y="3978715"/>
            <a:ext cx="339000" cy="633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3818254" y="4612422"/>
            <a:ext cx="648600" cy="348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4450411" y="4612422"/>
            <a:ext cx="339000" cy="348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−16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4455894" y="5335966"/>
            <a:ext cx="339000" cy="633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3818254" y="5969673"/>
            <a:ext cx="648600" cy="348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4450411" y="5969673"/>
            <a:ext cx="339000" cy="348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−9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1" name="Google Shape;311;p22"/>
          <p:cNvSpPr txBox="1"/>
          <p:nvPr/>
        </p:nvSpPr>
        <p:spPr>
          <a:xfrm>
            <a:off x="468000" y="720000"/>
            <a:ext cx="66240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area models for these products of two binomials. Write your answer as the difference of two squares.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1517556" y="5277646"/>
            <a:ext cx="339000" cy="633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799084" y="1382039"/>
            <a:ext cx="890100" cy="790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4" name="Google Shape;314;p22"/>
          <p:cNvGrpSpPr/>
          <p:nvPr/>
        </p:nvGrpSpPr>
        <p:grpSpPr>
          <a:xfrm>
            <a:off x="799134" y="1382100"/>
            <a:ext cx="890166" cy="895156"/>
            <a:chOff x="964912" y="2012575"/>
            <a:chExt cx="2022645" cy="1986586"/>
          </a:xfrm>
        </p:grpSpPr>
        <p:sp>
          <p:nvSpPr>
            <p:cNvPr id="315" name="Google Shape;315;p2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200" baseline="300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200" baseline="30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2287655" y="2013435"/>
              <a:ext cx="6999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19" name="Google Shape;319;p22"/>
          <p:cNvSpPr txBox="1"/>
          <p:nvPr/>
        </p:nvSpPr>
        <p:spPr>
          <a:xfrm>
            <a:off x="1994762" y="1386552"/>
            <a:ext cx="1442700" cy="9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− 20)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468000" y="1296923"/>
            <a:ext cx="1791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839105" y="2626129"/>
            <a:ext cx="890100" cy="790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2" name="Google Shape;322;p22"/>
          <p:cNvGrpSpPr/>
          <p:nvPr/>
        </p:nvGrpSpPr>
        <p:grpSpPr>
          <a:xfrm>
            <a:off x="839155" y="2626190"/>
            <a:ext cx="890166" cy="895156"/>
            <a:chOff x="964912" y="2012575"/>
            <a:chExt cx="2022645" cy="1986586"/>
          </a:xfrm>
        </p:grpSpPr>
        <p:sp>
          <p:nvSpPr>
            <p:cNvPr id="323" name="Google Shape;323;p2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27" name="Google Shape;327;p22"/>
          <p:cNvSpPr txBox="1"/>
          <p:nvPr/>
        </p:nvSpPr>
        <p:spPr>
          <a:xfrm>
            <a:off x="2030078" y="2626132"/>
            <a:ext cx="17376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508021" y="2541013"/>
            <a:ext cx="1791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3805434" y="1382039"/>
            <a:ext cx="890100" cy="790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0" name="Google Shape;330;p22"/>
          <p:cNvGrpSpPr/>
          <p:nvPr/>
        </p:nvGrpSpPr>
        <p:grpSpPr>
          <a:xfrm>
            <a:off x="3805484" y="1382100"/>
            <a:ext cx="890166" cy="895156"/>
            <a:chOff x="964912" y="2012575"/>
            <a:chExt cx="2022645" cy="1986586"/>
          </a:xfrm>
        </p:grpSpPr>
        <p:sp>
          <p:nvSpPr>
            <p:cNvPr id="331" name="Google Shape;331;p2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5" name="Google Shape;335;p22"/>
          <p:cNvSpPr txBox="1"/>
          <p:nvPr/>
        </p:nvSpPr>
        <p:spPr>
          <a:xfrm>
            <a:off x="4772512" y="1386552"/>
            <a:ext cx="1656900" cy="6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3474350" y="1296923"/>
            <a:ext cx="1791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3805434" y="2626129"/>
            <a:ext cx="890100" cy="790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8" name="Google Shape;338;p22"/>
          <p:cNvGrpSpPr/>
          <p:nvPr/>
        </p:nvGrpSpPr>
        <p:grpSpPr>
          <a:xfrm>
            <a:off x="3805484" y="2626190"/>
            <a:ext cx="890166" cy="895156"/>
            <a:chOff x="964912" y="2012575"/>
            <a:chExt cx="2022645" cy="1986586"/>
          </a:xfrm>
        </p:grpSpPr>
        <p:sp>
          <p:nvSpPr>
            <p:cNvPr id="339" name="Google Shape;339;p22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43" name="Google Shape;343;p22"/>
          <p:cNvSpPr txBox="1"/>
          <p:nvPr/>
        </p:nvSpPr>
        <p:spPr>
          <a:xfrm>
            <a:off x="4742793" y="2626132"/>
            <a:ext cx="18465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u="sng" baseline="30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3474350" y="2541013"/>
            <a:ext cx="1791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1384637" y="1379650"/>
            <a:ext cx="454800" cy="578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795357" y="1957974"/>
            <a:ext cx="591900" cy="31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1377279" y="1957972"/>
            <a:ext cx="454800" cy="31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400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8" name="Google Shape;348;p22"/>
          <p:cNvSpPr/>
          <p:nvPr/>
        </p:nvSpPr>
        <p:spPr>
          <a:xfrm>
            <a:off x="4386854" y="1386553"/>
            <a:ext cx="309300" cy="578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3805487" y="1964871"/>
            <a:ext cx="586500" cy="31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0" name="Google Shape;350;p22"/>
          <p:cNvSpPr/>
          <p:nvPr/>
        </p:nvSpPr>
        <p:spPr>
          <a:xfrm>
            <a:off x="4381850" y="1964871"/>
            <a:ext cx="309300" cy="31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1" name="Google Shape;351;p22"/>
          <p:cNvSpPr/>
          <p:nvPr/>
        </p:nvSpPr>
        <p:spPr>
          <a:xfrm>
            <a:off x="1422157" y="2625175"/>
            <a:ext cx="409800" cy="578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833615" y="3203491"/>
            <a:ext cx="591900" cy="31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−10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1415526" y="3203497"/>
            <a:ext cx="409800" cy="31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4386854" y="2625173"/>
            <a:ext cx="309300" cy="578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3805399" y="3203491"/>
            <a:ext cx="586500" cy="31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6" name="Google Shape;356;p22"/>
          <p:cNvSpPr/>
          <p:nvPr/>
        </p:nvSpPr>
        <p:spPr>
          <a:xfrm>
            <a:off x="4381850" y="3203491"/>
            <a:ext cx="309300" cy="31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99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Difference of two squares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2024-02-06T11:37:58.259</cp:lastPrinted>
  <dcterms:created xsi:type="dcterms:W3CDTF">2024-02-06T11:37:58Z</dcterms:created>
  <dcterms:modified xsi:type="dcterms:W3CDTF">2024-02-06T11:41:21Z</dcterms:modified>
</cp:coreProperties>
</file>