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9E3570B-7C18-4990-9FA7-2EBF0ECDCD10}">
  <a:tblStyle styleId="{E9E3570B-7C18-4990-9FA7-2EBF0ECDCD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3" name="Shape 263"/>
        <p:cNvGrpSpPr/>
        <p:nvPr/>
      </p:nvGrpSpPr>
      <p:grpSpPr>
        <a:xfrm>
          <a:off x="0" y="0"/>
          <a:ext cx="0" cy="0"/>
        </a:xfrm>
      </p:grpSpPr>
      <p:sp>
        <p:nvSpPr>
          <p:cNvPr id="264" name="Google Shape;264;g2b42e900059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b42e900059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sp>
        <p:nvSpPr>
          <p:cNvPr id="286" name="Google Shape;28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5030277" y="662175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− 5.5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− 0.8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− 0.37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− 1.85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4552775" y="6507025"/>
            <a:ext cx="1796100" cy="474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4" name="Google Shape;174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Difference of two squares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3783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Multiplying binomials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98550" y="1837375"/>
            <a:ext cx="62370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area models for these products of two binomials. Write your answer as a simplified expression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57447" y="2707429"/>
            <a:ext cx="964800" cy="856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 flipH="1">
            <a:off x="674168" y="2707403"/>
            <a:ext cx="0" cy="600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9" name="Google Shape;179;p20"/>
          <p:cNvSpPr txBox="1"/>
          <p:nvPr/>
        </p:nvSpPr>
        <p:spPr>
          <a:xfrm>
            <a:off x="550638" y="2937579"/>
            <a:ext cx="1782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056688" y="2385923"/>
            <a:ext cx="744300" cy="1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>
            <a:off x="751704" y="2646213"/>
            <a:ext cx="64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1400675" y="2646218"/>
            <a:ext cx="30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83" name="Google Shape;183;p20"/>
          <p:cNvGrpSpPr/>
          <p:nvPr/>
        </p:nvGrpSpPr>
        <p:grpSpPr>
          <a:xfrm>
            <a:off x="757529" y="2707187"/>
            <a:ext cx="965004" cy="970050"/>
            <a:chOff x="964912" y="2012575"/>
            <a:chExt cx="2022645" cy="1986586"/>
          </a:xfrm>
        </p:grpSpPr>
        <p:sp>
          <p:nvSpPr>
            <p:cNvPr id="184" name="Google Shape;184;p20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2287655" y="2013435"/>
              <a:ext cx="6999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8" name="Google Shape;188;p20"/>
          <p:cNvCxnSpPr/>
          <p:nvPr/>
        </p:nvCxnSpPr>
        <p:spPr>
          <a:xfrm flipH="1">
            <a:off x="674164" y="3320983"/>
            <a:ext cx="0" cy="345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9" name="Google Shape;189;p20"/>
          <p:cNvSpPr txBox="1"/>
          <p:nvPr/>
        </p:nvSpPr>
        <p:spPr>
          <a:xfrm>
            <a:off x="508551" y="3397255"/>
            <a:ext cx="1215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805766" y="2712321"/>
            <a:ext cx="1563900" cy="10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98550" y="2615163"/>
            <a:ext cx="1941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800830" y="4360829"/>
            <a:ext cx="964800" cy="856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 flipH="1">
            <a:off x="717551" y="4360804"/>
            <a:ext cx="0" cy="600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4" name="Google Shape;194;p20"/>
          <p:cNvSpPr txBox="1"/>
          <p:nvPr/>
        </p:nvSpPr>
        <p:spPr>
          <a:xfrm>
            <a:off x="594022" y="4590980"/>
            <a:ext cx="1782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054576" y="4100774"/>
            <a:ext cx="744300" cy="1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>
            <a:off x="795087" y="4299614"/>
            <a:ext cx="64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7" name="Google Shape;197;p20"/>
          <p:cNvCxnSpPr/>
          <p:nvPr/>
        </p:nvCxnSpPr>
        <p:spPr>
          <a:xfrm>
            <a:off x="1444058" y="4299618"/>
            <a:ext cx="30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98" name="Google Shape;198;p20"/>
          <p:cNvGrpSpPr/>
          <p:nvPr/>
        </p:nvGrpSpPr>
        <p:grpSpPr>
          <a:xfrm>
            <a:off x="800913" y="4360588"/>
            <a:ext cx="965004" cy="970050"/>
            <a:chOff x="964912" y="2012575"/>
            <a:chExt cx="2022645" cy="1986586"/>
          </a:xfrm>
        </p:grpSpPr>
        <p:sp>
          <p:nvSpPr>
            <p:cNvPr id="199" name="Google Shape;199;p20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3" name="Google Shape;203;p20"/>
          <p:cNvCxnSpPr/>
          <p:nvPr/>
        </p:nvCxnSpPr>
        <p:spPr>
          <a:xfrm flipH="1">
            <a:off x="717548" y="4974384"/>
            <a:ext cx="0" cy="345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4" name="Google Shape;204;p20"/>
          <p:cNvSpPr txBox="1"/>
          <p:nvPr/>
        </p:nvSpPr>
        <p:spPr>
          <a:xfrm>
            <a:off x="414825" y="5023533"/>
            <a:ext cx="3465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844049" y="4360833"/>
            <a:ext cx="1884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− 100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− 100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41933" y="4268564"/>
            <a:ext cx="1941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164521" y="2707429"/>
            <a:ext cx="964800" cy="856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 flipH="1">
            <a:off x="4081242" y="2707403"/>
            <a:ext cx="0" cy="600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9" name="Google Shape;209;p20"/>
          <p:cNvSpPr txBox="1"/>
          <p:nvPr/>
        </p:nvSpPr>
        <p:spPr>
          <a:xfrm>
            <a:off x="3957712" y="2937579"/>
            <a:ext cx="1782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468508" y="2351048"/>
            <a:ext cx="7443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1" name="Google Shape;211;p20"/>
          <p:cNvCxnSpPr/>
          <p:nvPr/>
        </p:nvCxnSpPr>
        <p:spPr>
          <a:xfrm>
            <a:off x="4158778" y="2646213"/>
            <a:ext cx="64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2" name="Google Shape;212;p20"/>
          <p:cNvCxnSpPr/>
          <p:nvPr/>
        </p:nvCxnSpPr>
        <p:spPr>
          <a:xfrm>
            <a:off x="4807749" y="2646218"/>
            <a:ext cx="30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13" name="Google Shape;213;p20"/>
          <p:cNvGrpSpPr/>
          <p:nvPr/>
        </p:nvGrpSpPr>
        <p:grpSpPr>
          <a:xfrm>
            <a:off x="4164603" y="2707187"/>
            <a:ext cx="965004" cy="970050"/>
            <a:chOff x="964912" y="2012575"/>
            <a:chExt cx="2022645" cy="1986586"/>
          </a:xfrm>
        </p:grpSpPr>
        <p:sp>
          <p:nvSpPr>
            <p:cNvPr id="214" name="Google Shape;214;p20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18" name="Google Shape;218;p20"/>
          <p:cNvCxnSpPr/>
          <p:nvPr/>
        </p:nvCxnSpPr>
        <p:spPr>
          <a:xfrm flipH="1">
            <a:off x="4081239" y="3320983"/>
            <a:ext cx="0" cy="345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9" name="Google Shape;219;p20"/>
          <p:cNvSpPr txBox="1"/>
          <p:nvPr/>
        </p:nvSpPr>
        <p:spPr>
          <a:xfrm>
            <a:off x="3798043" y="3397256"/>
            <a:ext cx="2772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365240" y="2712321"/>
            <a:ext cx="17961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 sz="1200" u="sng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3805624" y="2615163"/>
            <a:ext cx="1941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162348" y="4360829"/>
            <a:ext cx="964800" cy="856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" name="Google Shape;223;p20"/>
          <p:cNvCxnSpPr/>
          <p:nvPr/>
        </p:nvCxnSpPr>
        <p:spPr>
          <a:xfrm flipH="1">
            <a:off x="4079070" y="4360804"/>
            <a:ext cx="0" cy="600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4" name="Google Shape;224;p20"/>
          <p:cNvSpPr txBox="1"/>
          <p:nvPr/>
        </p:nvSpPr>
        <p:spPr>
          <a:xfrm>
            <a:off x="3955540" y="4590980"/>
            <a:ext cx="1782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503288" y="4100772"/>
            <a:ext cx="744300" cy="1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−0.5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6" name="Google Shape;226;p20"/>
          <p:cNvCxnSpPr/>
          <p:nvPr/>
        </p:nvCxnSpPr>
        <p:spPr>
          <a:xfrm>
            <a:off x="4156605" y="4299614"/>
            <a:ext cx="64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7" name="Google Shape;227;p20"/>
          <p:cNvCxnSpPr/>
          <p:nvPr/>
        </p:nvCxnSpPr>
        <p:spPr>
          <a:xfrm>
            <a:off x="4805576" y="4299618"/>
            <a:ext cx="30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28" name="Google Shape;228;p20"/>
          <p:cNvGrpSpPr/>
          <p:nvPr/>
        </p:nvGrpSpPr>
        <p:grpSpPr>
          <a:xfrm>
            <a:off x="4162431" y="4360588"/>
            <a:ext cx="965004" cy="970050"/>
            <a:chOff x="964912" y="2012575"/>
            <a:chExt cx="2022645" cy="1986586"/>
          </a:xfrm>
        </p:grpSpPr>
        <p:sp>
          <p:nvSpPr>
            <p:cNvPr id="229" name="Google Shape;229;p20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33" name="Google Shape;233;p20"/>
          <p:cNvCxnSpPr/>
          <p:nvPr/>
        </p:nvCxnSpPr>
        <p:spPr>
          <a:xfrm flipH="1">
            <a:off x="4079066" y="4974384"/>
            <a:ext cx="0" cy="345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4" name="Google Shape;234;p20"/>
          <p:cNvSpPr txBox="1"/>
          <p:nvPr/>
        </p:nvSpPr>
        <p:spPr>
          <a:xfrm>
            <a:off x="3821000" y="5050652"/>
            <a:ext cx="2772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0.5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5330852" y="4360833"/>
            <a:ext cx="2001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0.5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− 0.5)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+ 0.5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− 0.25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− 0.25</a:t>
            </a:r>
            <a:endParaRPr sz="1200" u="sng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3803452" y="4268564"/>
            <a:ext cx="1941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1389621" y="2704846"/>
            <a:ext cx="335400" cy="627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753407" y="3331746"/>
            <a:ext cx="6417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1384198" y="3331746"/>
            <a:ext cx="3354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796585" y="2712325"/>
            <a:ext cx="447600" cy="627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158570" y="3339222"/>
            <a:ext cx="6417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789347" y="3339225"/>
            <a:ext cx="4476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1431093" y="4359794"/>
            <a:ext cx="335400" cy="627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794879" y="4986694"/>
            <a:ext cx="6417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1425669" y="4986694"/>
            <a:ext cx="3354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−100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794559" y="4359800"/>
            <a:ext cx="454800" cy="627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−0.5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4156397" y="4986694"/>
            <a:ext cx="6417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0.5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787203" y="4986700"/>
            <a:ext cx="4548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−0.25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486475" y="6112350"/>
            <a:ext cx="6624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of these products of two binomials can be simplified to an expression with exactly two terms?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1065077" y="662175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9)(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13)(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51" name="Google Shape;251;p20"/>
          <p:cNvGraphicFramePr>
            <a:graphicFrameLocks noGrp="1"/>
          </p:cNvGraphicFramePr>
          <p:nvPr/>
        </p:nvGraphicFramePr>
        <p:xfrm>
          <a:off x="550952" y="6628922"/>
          <a:ext cx="462200" cy="2156375"/>
        </p:xfrm>
        <a:graphic>
          <a:graphicData uri="http://schemas.openxmlformats.org/drawingml/2006/table">
            <a:tbl>
              <a:tblPr>
                <a:noFill/>
                <a:tableStyleId>{E9E3570B-7C18-4990-9FA7-2EBF0ECDCD10}</a:tableStyleId>
              </a:tblPr>
              <a:tblGrid>
                <a:gridCol w="462200"/>
              </a:tblGrid>
              <a:tr h="556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7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2" name="Google Shape;252;p20"/>
          <p:cNvSpPr txBox="1"/>
          <p:nvPr/>
        </p:nvSpPr>
        <p:spPr>
          <a:xfrm>
            <a:off x="2933377" y="662175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2.4)(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+ 2.4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+ 5.5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53" name="Google Shape;253;p20" descr="&lt;math xmlns=&quot;http://www.w3.org/1998/Math/MathML&quot; display=&quot;block&quot; data-is-equatio=&quot;1&quot; data-latex=&quot;\frac{11}{2}&quot;&gt;&lt;mfrac&gt;&lt;mn&gt;11&lt;/mn&gt;&lt;mn&gt;2&lt;/mn&gt;&lt;/mfrac&gt;&lt;/math&gt;" title="eleven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6890" y="6566701"/>
            <a:ext cx="183859" cy="33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&lt;math xmlns=&quot;http://www.w3.org/1998/Math/MathML&quot; display=&quot;block&quot; data-is-equatio=&quot;1&quot; data-latex=&quot;\frac{4}{5}&quot;&gt;&lt;mfrac&gt;&lt;mn&gt;4&lt;/mn&gt;&lt;mn&gt;5&lt;/mn&gt;&lt;/mfrac&gt;&lt;/math&gt;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5374" y="7117281"/>
            <a:ext cx="102350" cy="331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2045" y="7653777"/>
            <a:ext cx="102362" cy="33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&lt;math xmlns=&quot;http://www.w3.org/1998/Math/MathML&quot; display=&quot;block&quot; data-is-equatio=&quot;1&quot; data-latex=&quot;\frac{17}{20}&quot;&gt;&lt;mfrac&gt;&lt;mn&gt;17&lt;/mn&gt;&lt;mn&gt;20&lt;/mn&gt;&lt;/mfrac&gt;&lt;/math&gt;" title="1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6649" y="8235542"/>
            <a:ext cx="183859" cy="33869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7" name="Google Shape;257;p20"/>
          <p:cNvGraphicFramePr>
            <a:graphicFrameLocks noGrp="1"/>
          </p:cNvGraphicFramePr>
          <p:nvPr/>
        </p:nvGraphicFramePr>
        <p:xfrm>
          <a:off x="2532152" y="6628922"/>
          <a:ext cx="462200" cy="2156375"/>
        </p:xfrm>
        <a:graphic>
          <a:graphicData uri="http://schemas.openxmlformats.org/drawingml/2006/table">
            <a:tbl>
              <a:tblPr>
                <a:noFill/>
                <a:tableStyleId>{E9E3570B-7C18-4990-9FA7-2EBF0ECDCD10}</a:tableStyleId>
              </a:tblPr>
              <a:tblGrid>
                <a:gridCol w="462200"/>
              </a:tblGrid>
              <a:tr h="556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7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8" name="Google Shape;258;p20"/>
          <p:cNvGraphicFramePr>
            <a:graphicFrameLocks noGrp="1"/>
          </p:cNvGraphicFramePr>
          <p:nvPr/>
        </p:nvGraphicFramePr>
        <p:xfrm>
          <a:off x="4613002" y="6628922"/>
          <a:ext cx="591150" cy="2156375"/>
        </p:xfrm>
        <a:graphic>
          <a:graphicData uri="http://schemas.openxmlformats.org/drawingml/2006/table">
            <a:tbl>
              <a:tblPr>
                <a:noFill/>
                <a:tableStyleId>{E9E3570B-7C18-4990-9FA7-2EBF0ECDCD10}</a:tableStyleId>
              </a:tblPr>
              <a:tblGrid>
                <a:gridCol w="591150"/>
              </a:tblGrid>
              <a:tr h="556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7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9" name="Google Shape;259;p20"/>
          <p:cNvSpPr/>
          <p:nvPr/>
        </p:nvSpPr>
        <p:spPr>
          <a:xfrm>
            <a:off x="477701" y="8148600"/>
            <a:ext cx="1678800" cy="474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2377697" y="7076050"/>
            <a:ext cx="1796100" cy="474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4549505" y="7023950"/>
            <a:ext cx="1796100" cy="463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2378972" y="7585025"/>
            <a:ext cx="1796100" cy="474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6" name="Shape 266"/>
        <p:cNvGrpSpPr/>
        <p:nvPr/>
      </p:nvGrpSpPr>
      <p:grpSpPr>
        <a:xfrm>
          <a:off x="0" y="0"/>
          <a:ext cx="0" cy="0"/>
        </a:xfrm>
      </p:grpSpPr>
      <p:sp>
        <p:nvSpPr>
          <p:cNvPr id="267" name="Google Shape;26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Difference of two squares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468000" y="720000"/>
            <a:ext cx="66240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Match a binomial in the left column with a binomial in the middle column and find its product in the end column.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9" name="Google Shape;269;p21"/>
          <p:cNvGraphicFramePr>
            <a:graphicFrameLocks noGrp="1"/>
          </p:cNvGraphicFramePr>
          <p:nvPr/>
        </p:nvGraphicFramePr>
        <p:xfrm>
          <a:off x="785588" y="129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{E9E3570B-7C18-4990-9FA7-2EBF0ECDCD10}</a:tableStyleId>
              </a:tblPr>
              <a:tblGrid>
                <a:gridCol w="391125"/>
                <a:gridCol w="1332975"/>
                <a:gridCol w="391275"/>
                <a:gridCol w="1333025"/>
                <a:gridCol w="391275"/>
                <a:gridCol w="2149150"/>
              </a:tblGrid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6)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+ 6)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− 10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1)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+ 4)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− 36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7)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− 49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+ 9)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− 36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70" name="Google Shape;270;p21"/>
          <p:cNvCxnSpPr/>
          <p:nvPr/>
        </p:nvCxnSpPr>
        <p:spPr>
          <a:xfrm>
            <a:off x="474757" y="53434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1" name="Google Shape;271;p21"/>
          <p:cNvSpPr txBox="1"/>
          <p:nvPr/>
        </p:nvSpPr>
        <p:spPr>
          <a:xfrm>
            <a:off x="474750" y="53968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Identifying difference of two squares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68000" y="57796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of these products of two binomials can be written as the difference of two squares?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970400" y="6517625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46)(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+ 46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74" name="Google Shape;274;p21"/>
          <p:cNvGraphicFramePr>
            <a:graphicFrameLocks noGrp="1"/>
          </p:cNvGraphicFramePr>
          <p:nvPr/>
        </p:nvGraphicFramePr>
        <p:xfrm>
          <a:off x="532475" y="65247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{E9E3570B-7C18-4990-9FA7-2EBF0ECDCD10}</a:tableStyleId>
              </a:tblPr>
              <a:tblGrid>
                <a:gridCol w="462200"/>
              </a:tblGrid>
              <a:tr h="470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7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5" name="Google Shape;275;p21"/>
          <p:cNvSpPr txBox="1"/>
          <p:nvPr/>
        </p:nvSpPr>
        <p:spPr>
          <a:xfrm>
            <a:off x="4935600" y="6517625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2914900" y="6517625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(10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)(10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77" name="Google Shape;277;p21"/>
          <p:cNvGraphicFramePr>
            <a:graphicFrameLocks noGrp="1"/>
          </p:cNvGraphicFramePr>
          <p:nvPr/>
        </p:nvGraphicFramePr>
        <p:xfrm>
          <a:off x="2513675" y="65247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{E9E3570B-7C18-4990-9FA7-2EBF0ECDCD10}</a:tableStyleId>
              </a:tblPr>
              <a:tblGrid>
                <a:gridCol w="462200"/>
              </a:tblGrid>
              <a:tr h="46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9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8" name="Google Shape;278;p21"/>
          <p:cNvGraphicFramePr>
            <a:graphicFrameLocks noGrp="1"/>
          </p:cNvGraphicFramePr>
          <p:nvPr/>
        </p:nvGraphicFramePr>
        <p:xfrm>
          <a:off x="4518325" y="65247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{E9E3570B-7C18-4990-9FA7-2EBF0ECDCD10}</a:tableStyleId>
              </a:tblPr>
              <a:tblGrid>
                <a:gridCol w="591150"/>
              </a:tblGrid>
              <a:tr h="465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5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9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21"/>
          <p:cNvSpPr/>
          <p:nvPr/>
        </p:nvSpPr>
        <p:spPr>
          <a:xfrm>
            <a:off x="468000" y="7371322"/>
            <a:ext cx="1671900" cy="372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2377425" y="6468450"/>
            <a:ext cx="1532100" cy="372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2412000" y="7357325"/>
            <a:ext cx="1532100" cy="372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4426775" y="6468450"/>
            <a:ext cx="1671900" cy="372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2864550" y="7743925"/>
            <a:ext cx="2550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10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≡ 100 −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953600" y="7357325"/>
            <a:ext cx="2145300" cy="9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One of the terms in each bracket needs to be the same and the other two should be a zero pair. Both of these are zero pairs.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sp>
        <p:nvSpPr>
          <p:cNvPr id="289" name="Google Shape;289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90" name="Google Shape;290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Difference of two squares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836595" y="3973768"/>
            <a:ext cx="975000" cy="865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4" name="Google Shape;294;p22"/>
          <p:cNvGrpSpPr/>
          <p:nvPr/>
        </p:nvGrpSpPr>
        <p:grpSpPr>
          <a:xfrm>
            <a:off x="836601" y="3973720"/>
            <a:ext cx="975319" cy="980778"/>
            <a:chOff x="964912" y="2012575"/>
            <a:chExt cx="2022645" cy="1986586"/>
          </a:xfrm>
        </p:grpSpPr>
        <p:sp>
          <p:nvSpPr>
            <p:cNvPr id="295" name="Google Shape;295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12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2287655" y="2013435"/>
              <a:ext cx="6999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9" name="Google Shape;299;p22"/>
          <p:cNvSpPr txBox="1"/>
          <p:nvPr/>
        </p:nvSpPr>
        <p:spPr>
          <a:xfrm>
            <a:off x="1896298" y="3978713"/>
            <a:ext cx="1580700" cy="10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473801" y="3880500"/>
            <a:ext cx="1962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880450" y="5278693"/>
            <a:ext cx="975000" cy="865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2" name="Google Shape;302;p22"/>
          <p:cNvGrpSpPr/>
          <p:nvPr/>
        </p:nvGrpSpPr>
        <p:grpSpPr>
          <a:xfrm>
            <a:off x="880455" y="5278646"/>
            <a:ext cx="975319" cy="980778"/>
            <a:chOff x="964912" y="2012575"/>
            <a:chExt cx="2022645" cy="1986586"/>
          </a:xfrm>
        </p:grpSpPr>
        <p:sp>
          <p:nvSpPr>
            <p:cNvPr id="303" name="Google Shape;303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2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7" name="Google Shape;307;p22"/>
          <p:cNvSpPr txBox="1"/>
          <p:nvPr/>
        </p:nvSpPr>
        <p:spPr>
          <a:xfrm>
            <a:off x="1941951" y="5243740"/>
            <a:ext cx="19044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(3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517656" y="5243745"/>
            <a:ext cx="1962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4123587" y="3973768"/>
            <a:ext cx="975000" cy="865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0" name="Google Shape;310;p22"/>
          <p:cNvGrpSpPr/>
          <p:nvPr/>
        </p:nvGrpSpPr>
        <p:grpSpPr>
          <a:xfrm>
            <a:off x="4123593" y="3973720"/>
            <a:ext cx="975319" cy="980778"/>
            <a:chOff x="964912" y="2012575"/>
            <a:chExt cx="2022645" cy="1986586"/>
          </a:xfrm>
        </p:grpSpPr>
        <p:sp>
          <p:nvSpPr>
            <p:cNvPr id="311" name="Google Shape;311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5" name="Google Shape;315;p22"/>
          <p:cNvSpPr txBox="1"/>
          <p:nvPr/>
        </p:nvSpPr>
        <p:spPr>
          <a:xfrm>
            <a:off x="5183290" y="3978713"/>
            <a:ext cx="18156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− 16 </a:t>
            </a:r>
            <a:endParaRPr sz="1200" u="sng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3760793" y="3880500"/>
            <a:ext cx="1962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4123587" y="5337013"/>
            <a:ext cx="975000" cy="865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8" name="Google Shape;318;p22"/>
          <p:cNvGrpSpPr/>
          <p:nvPr/>
        </p:nvGrpSpPr>
        <p:grpSpPr>
          <a:xfrm>
            <a:off x="4123593" y="5336965"/>
            <a:ext cx="975319" cy="980778"/>
            <a:chOff x="964912" y="2012575"/>
            <a:chExt cx="2022645" cy="1986586"/>
          </a:xfrm>
        </p:grpSpPr>
        <p:sp>
          <p:nvSpPr>
            <p:cNvPr id="319" name="Google Shape;319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25</a:t>
              </a: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2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3" name="Google Shape;323;p22"/>
          <p:cNvSpPr txBox="1"/>
          <p:nvPr/>
        </p:nvSpPr>
        <p:spPr>
          <a:xfrm>
            <a:off x="5150725" y="5337017"/>
            <a:ext cx="20232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(3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25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u="sng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3760793" y="5243745"/>
            <a:ext cx="1962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1475634" y="3971157"/>
            <a:ext cx="339000" cy="633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832512" y="4604864"/>
            <a:ext cx="6486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1470152" y="4604864"/>
            <a:ext cx="3390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4760694" y="3978715"/>
            <a:ext cx="339000" cy="633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4123054" y="4612422"/>
            <a:ext cx="6486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4755211" y="4612422"/>
            <a:ext cx="3390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−16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1517556" y="5277646"/>
            <a:ext cx="339000" cy="633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xy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880442" y="5911354"/>
            <a:ext cx="6486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xy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1512074" y="5911354"/>
            <a:ext cx="3390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−9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4760694" y="5335966"/>
            <a:ext cx="339000" cy="633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4123054" y="5969673"/>
            <a:ext cx="6486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4755211" y="5969673"/>
            <a:ext cx="3390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−9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468000" y="720000"/>
            <a:ext cx="66240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area models for these products of two binomials. Write your answer as the difference of two squares.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799084" y="1382039"/>
            <a:ext cx="890100" cy="790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9" name="Google Shape;339;p22"/>
          <p:cNvGrpSpPr/>
          <p:nvPr/>
        </p:nvGrpSpPr>
        <p:grpSpPr>
          <a:xfrm>
            <a:off x="799134" y="1382100"/>
            <a:ext cx="890166" cy="895156"/>
            <a:chOff x="964912" y="2012575"/>
            <a:chExt cx="2022645" cy="1986586"/>
          </a:xfrm>
        </p:grpSpPr>
        <p:sp>
          <p:nvSpPr>
            <p:cNvPr id="340" name="Google Shape;340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2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2287655" y="2013435"/>
              <a:ext cx="6999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44" name="Google Shape;344;p22"/>
          <p:cNvSpPr txBox="1"/>
          <p:nvPr/>
        </p:nvSpPr>
        <p:spPr>
          <a:xfrm>
            <a:off x="1994762" y="1386552"/>
            <a:ext cx="14427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− 20)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− 20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− 400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468000" y="1296923"/>
            <a:ext cx="179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839105" y="2626129"/>
            <a:ext cx="890100" cy="790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7" name="Google Shape;347;p22"/>
          <p:cNvGrpSpPr/>
          <p:nvPr/>
        </p:nvGrpSpPr>
        <p:grpSpPr>
          <a:xfrm>
            <a:off x="839155" y="2626190"/>
            <a:ext cx="890166" cy="895156"/>
            <a:chOff x="964912" y="2012575"/>
            <a:chExt cx="2022645" cy="1986586"/>
          </a:xfrm>
        </p:grpSpPr>
        <p:sp>
          <p:nvSpPr>
            <p:cNvPr id="348" name="Google Shape;348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52" name="Google Shape;352;p22"/>
          <p:cNvSpPr txBox="1"/>
          <p:nvPr/>
        </p:nvSpPr>
        <p:spPr>
          <a:xfrm>
            <a:off x="2030078" y="2626132"/>
            <a:ext cx="17376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r>
              <a:rPr lang="en-GB" sz="1200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− 100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508021" y="2541013"/>
            <a:ext cx="179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4110234" y="1382039"/>
            <a:ext cx="890100" cy="790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5" name="Google Shape;355;p22"/>
          <p:cNvGrpSpPr/>
          <p:nvPr/>
        </p:nvGrpSpPr>
        <p:grpSpPr>
          <a:xfrm>
            <a:off x="4110284" y="1382100"/>
            <a:ext cx="890166" cy="895156"/>
            <a:chOff x="964912" y="2012575"/>
            <a:chExt cx="2022645" cy="1986586"/>
          </a:xfrm>
        </p:grpSpPr>
        <p:sp>
          <p:nvSpPr>
            <p:cNvPr id="356" name="Google Shape;356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60" name="Google Shape;360;p22"/>
          <p:cNvSpPr txBox="1"/>
          <p:nvPr/>
        </p:nvSpPr>
        <p:spPr>
          <a:xfrm>
            <a:off x="5077312" y="1386552"/>
            <a:ext cx="1656900" cy="6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(2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 u="sng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3779150" y="1296923"/>
            <a:ext cx="179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4110234" y="2626129"/>
            <a:ext cx="890100" cy="790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3" name="Google Shape;363;p22"/>
          <p:cNvGrpSpPr/>
          <p:nvPr/>
        </p:nvGrpSpPr>
        <p:grpSpPr>
          <a:xfrm>
            <a:off x="4110284" y="2626190"/>
            <a:ext cx="890166" cy="895156"/>
            <a:chOff x="964912" y="2012575"/>
            <a:chExt cx="2022645" cy="1986586"/>
          </a:xfrm>
        </p:grpSpPr>
        <p:sp>
          <p:nvSpPr>
            <p:cNvPr id="364" name="Google Shape;364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2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68" name="Google Shape;368;p22"/>
          <p:cNvSpPr txBox="1"/>
          <p:nvPr/>
        </p:nvSpPr>
        <p:spPr>
          <a:xfrm>
            <a:off x="5047593" y="2626132"/>
            <a:ext cx="18465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(3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u="sng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3779150" y="2541013"/>
            <a:ext cx="179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1384637" y="1379650"/>
            <a:ext cx="454800" cy="578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795357" y="1957974"/>
            <a:ext cx="5919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1377279" y="1957972"/>
            <a:ext cx="4548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400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4691654" y="1386553"/>
            <a:ext cx="309300" cy="578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xy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4110287" y="1964871"/>
            <a:ext cx="5865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xy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4686650" y="1964871"/>
            <a:ext cx="3093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1422157" y="2625175"/>
            <a:ext cx="409800" cy="578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833615" y="3203491"/>
            <a:ext cx="5919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1415526" y="3203497"/>
            <a:ext cx="4098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−100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4691654" y="2625173"/>
            <a:ext cx="309300" cy="578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4110199" y="3203491"/>
            <a:ext cx="5865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4686650" y="3203491"/>
            <a:ext cx="3093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−9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147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Difference of two squares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2024-02-06T11:41:13.143</cp:lastPrinted>
  <dcterms:created xsi:type="dcterms:W3CDTF">2024-02-06T11:41:13Z</dcterms:created>
  <dcterms:modified xsi:type="dcterms:W3CDTF">2024-02-06T11:41:23Z</dcterms:modified>
</cp:coreProperties>
</file>