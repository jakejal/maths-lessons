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Evaluating expressions without changing the subject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69285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4750" y="1427875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Rearranging in order to solve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569" y="2200700"/>
            <a:ext cx="1302823" cy="20175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0"/>
          <p:cNvCxnSpPr/>
          <p:nvPr/>
        </p:nvCxnSpPr>
        <p:spPr>
          <a:xfrm>
            <a:off x="5601472" y="4054019"/>
            <a:ext cx="304800" cy="168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5" name="Google Shape;165;p20"/>
          <p:cNvCxnSpPr/>
          <p:nvPr/>
        </p:nvCxnSpPr>
        <p:spPr>
          <a:xfrm rot="10800000" flipH="1">
            <a:off x="6017888" y="3749009"/>
            <a:ext cx="829800" cy="46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6" name="Google Shape;166;p20"/>
          <p:cNvCxnSpPr/>
          <p:nvPr/>
        </p:nvCxnSpPr>
        <p:spPr>
          <a:xfrm rot="10800000" flipH="1">
            <a:off x="6866393" y="2362405"/>
            <a:ext cx="0" cy="1301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7" name="Google Shape;167;p20"/>
          <p:cNvSpPr txBox="1"/>
          <p:nvPr/>
        </p:nvSpPr>
        <p:spPr>
          <a:xfrm>
            <a:off x="6899530" y="2926126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6482992" y="3959122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559815" y="4111520"/>
            <a:ext cx="185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8000" y="1810675"/>
            <a:ext cx="59328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formula for volume of a cuboid can be written as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lwh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2062300"/>
            <a:ext cx="627240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Rearrange the formula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 Then evaluate to find the width of a cuboid with length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height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2.25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volume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1.44 cm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4600438"/>
            <a:ext cx="59328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formula for the area of a circle is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4882238"/>
            <a:ext cx="5720100" cy="7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Rearrange the formula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subject. Then evaluate to find the radius of a circle with area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 cm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946650" y="5031124"/>
            <a:ext cx="1138500" cy="11388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5972373" y="5449912"/>
            <a:ext cx="504600" cy="138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76" name="Google Shape;176;p20"/>
          <p:cNvSpPr/>
          <p:nvPr/>
        </p:nvSpPr>
        <p:spPr>
          <a:xfrm>
            <a:off x="6497512" y="5582031"/>
            <a:ext cx="36600" cy="366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135836" y="5522854"/>
            <a:ext cx="1302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7394014"/>
            <a:ext cx="38934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Missing dimensions in a trapezium.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4750" y="7061725"/>
            <a:ext cx="6610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Evaluating without changing the subject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7659596"/>
            <a:ext cx="48618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 trapezium has area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95 cm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lower base length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 cm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an upper base length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0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6795" y="8727214"/>
            <a:ext cx="1320446" cy="4065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20"/>
          <p:cNvGrpSpPr/>
          <p:nvPr/>
        </p:nvGrpSpPr>
        <p:grpSpPr>
          <a:xfrm>
            <a:off x="5623515" y="7746519"/>
            <a:ext cx="1087240" cy="684675"/>
            <a:chOff x="3858850" y="3948492"/>
            <a:chExt cx="1155900" cy="691242"/>
          </a:xfrm>
        </p:grpSpPr>
        <p:cxnSp>
          <p:nvCxnSpPr>
            <p:cNvPr id="183" name="Google Shape;183;p20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20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20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20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7" name="Google Shape;187;p20"/>
          <p:cNvSpPr txBox="1"/>
          <p:nvPr/>
        </p:nvSpPr>
        <p:spPr>
          <a:xfrm>
            <a:off x="6077316" y="8414564"/>
            <a:ext cx="184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021225" y="7505532"/>
            <a:ext cx="184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389931" y="7935175"/>
            <a:ext cx="1845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 flipH="1">
            <a:off x="5550801" y="7740046"/>
            <a:ext cx="0" cy="696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468000" y="8133574"/>
            <a:ext cx="50883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Substitute without rearranging to find the height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668" y="8442925"/>
            <a:ext cx="950521" cy="292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8" name="Google Shape;19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Evaluating expressions without changing the subject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grpSp>
        <p:nvGrpSpPr>
          <p:cNvPr id="201" name="Google Shape;201;p21"/>
          <p:cNvGrpSpPr/>
          <p:nvPr/>
        </p:nvGrpSpPr>
        <p:grpSpPr>
          <a:xfrm>
            <a:off x="5852115" y="960969"/>
            <a:ext cx="1087240" cy="684675"/>
            <a:chOff x="3858850" y="3948492"/>
            <a:chExt cx="1155900" cy="691242"/>
          </a:xfrm>
        </p:grpSpPr>
        <p:cxnSp>
          <p:nvCxnSpPr>
            <p:cNvPr id="202" name="Google Shape;202;p21"/>
            <p:cNvCxnSpPr/>
            <p:nvPr/>
          </p:nvCxnSpPr>
          <p:spPr>
            <a:xfrm>
              <a:off x="4082604" y="3963855"/>
              <a:ext cx="4815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21"/>
            <p:cNvCxnSpPr/>
            <p:nvPr/>
          </p:nvCxnSpPr>
          <p:spPr>
            <a:xfrm>
              <a:off x="3858850" y="4633450"/>
              <a:ext cx="11559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21"/>
            <p:cNvCxnSpPr/>
            <p:nvPr/>
          </p:nvCxnSpPr>
          <p:spPr>
            <a:xfrm>
              <a:off x="4543620" y="3948492"/>
              <a:ext cx="4608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21"/>
            <p:cNvCxnSpPr/>
            <p:nvPr/>
          </p:nvCxnSpPr>
          <p:spPr>
            <a:xfrm flipH="1">
              <a:off x="3862500" y="3958734"/>
              <a:ext cx="227100" cy="681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6" name="Google Shape;206;p21"/>
          <p:cNvSpPr txBox="1"/>
          <p:nvPr/>
        </p:nvSpPr>
        <p:spPr>
          <a:xfrm>
            <a:off x="6305916" y="1629039"/>
            <a:ext cx="184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6249825" y="720002"/>
            <a:ext cx="1845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5618531" y="1149647"/>
            <a:ext cx="1845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9" name="Google Shape;209;p21"/>
          <p:cNvCxnSpPr/>
          <p:nvPr/>
        </p:nvCxnSpPr>
        <p:spPr>
          <a:xfrm flipH="1">
            <a:off x="5779401" y="954518"/>
            <a:ext cx="0" cy="696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0" name="Google Shape;210;p21"/>
          <p:cNvSpPr txBox="1"/>
          <p:nvPr/>
        </p:nvSpPr>
        <p:spPr>
          <a:xfrm>
            <a:off x="468000" y="856125"/>
            <a:ext cx="50301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trapezium has area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88 cm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lower base length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cm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1367075"/>
            <a:ext cx="50301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Substitute without rearranging to find the upper base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" name="Google Shape;212;p21"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title="A equals one half times open paren a plus b close paren times 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875" y="1796023"/>
            <a:ext cx="965891" cy="29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 flipH="1">
            <a:off x="468002" y="3728775"/>
            <a:ext cx="6624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Compare the approaches in parts a) and b)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4431025"/>
            <a:ext cx="6624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right triangle has hypotenuse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one shorter length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4719658"/>
            <a:ext cx="46131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Substitute and evaluate without rearranging to find the remaining shorter length.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973374" y="4706805"/>
            <a:ext cx="951000" cy="635400"/>
          </a:xfrm>
          <a:prstGeom prst="rtTriangle">
            <a:avLst/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973377" y="5192507"/>
            <a:ext cx="137700" cy="149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>
            <a:off x="5884549" y="4704816"/>
            <a:ext cx="3000" cy="642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9" name="Google Shape;219;p21"/>
          <p:cNvCxnSpPr/>
          <p:nvPr/>
        </p:nvCxnSpPr>
        <p:spPr>
          <a:xfrm>
            <a:off x="5966732" y="5423131"/>
            <a:ext cx="964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0" name="Google Shape;220;p21"/>
          <p:cNvCxnSpPr/>
          <p:nvPr/>
        </p:nvCxnSpPr>
        <p:spPr>
          <a:xfrm rot="10800000">
            <a:off x="6026449" y="4616487"/>
            <a:ext cx="947400" cy="629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1" name="Google Shape;221;p21"/>
          <p:cNvSpPr txBox="1"/>
          <p:nvPr/>
        </p:nvSpPr>
        <p:spPr>
          <a:xfrm>
            <a:off x="6350880" y="5403281"/>
            <a:ext cx="1548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6503403" y="4719308"/>
            <a:ext cx="1548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754649" y="4938742"/>
            <a:ext cx="154800" cy="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21" descr="&lt;math xmlns=&quot;http://www.w3.org/1998/Math/MathML&quot; display=&quot;block&quot; data-is-equatio=&quot;1&quot; data-latex=&quot;a^2+b^2=c^2&quot;&gt;&lt;msup&gt;&lt;mi&gt;a&lt;/mi&gt;&lt;mn&gt;2&lt;/mn&gt;&lt;/msup&gt;&lt;mo&gt;+&lt;/mo&gt;&lt;msup&gt;&lt;mi&gt;b&lt;/mi&gt;&lt;mn&gt;2&lt;/mn&gt;&lt;/msup&gt;&lt;mo&gt;=&lt;/mo&gt;&lt;msup&gt;&lt;mi&gt;c&lt;/mi&gt;&lt;mn&gt;2&lt;/mn&gt;&lt;/msup&gt;&lt;/math&gt;" title="a squared plus b squared equals c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7874" y="5677617"/>
            <a:ext cx="941205" cy="17764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480300" y="6855100"/>
            <a:ext cx="66240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Rearrange to make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subject, then substitute to find the remaining shorter length.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6" name="Google Shape;226;p21" descr="&lt;math xmlns=&quot;http://www.w3.org/1998/Math/MathML&quot; display=&quot;block&quot; data-is-equatio=&quot;1&quot; data-latex=&quot;a^2+b^2=c^2&quot;&gt;&lt;msup&gt;&lt;mi&gt;a&lt;/mi&gt;&lt;mn&gt;2&lt;/mn&gt;&lt;/msup&gt;&lt;mo&gt;+&lt;/mo&gt;&lt;msup&gt;&lt;mi&gt;b&lt;/mi&gt;&lt;mn&gt;2&lt;/mn&gt;&lt;/msup&gt;&lt;mo&gt;=&lt;/mo&gt;&lt;msup&gt;&lt;mi&gt;c&lt;/mi&gt;&lt;mn&gt;2&lt;/mn&gt;&lt;/msup&gt;&lt;/math&gt;" title="a squared plus b squared equals c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3797" y="7282410"/>
            <a:ext cx="1083328" cy="20447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480300" y="9130500"/>
            <a:ext cx="66240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Compare the approaches in parts a) and 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Evaluating expressions without changing the subject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2024-02-06T11:44:18.135</cp:lastPrinted>
  <dcterms:created xsi:type="dcterms:W3CDTF">2024-02-06T11:44:18Z</dcterms:created>
  <dcterms:modified xsi:type="dcterms:W3CDTF">2024-02-06T11:44:28Z</dcterms:modified>
</cp:coreProperties>
</file>