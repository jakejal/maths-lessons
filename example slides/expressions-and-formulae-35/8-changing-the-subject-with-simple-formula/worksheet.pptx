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1" Type="http://schemas.openxmlformats.org/officeDocument/2006/relationships/image" Target="../media/image15.png"/><Relationship Id="rId10" Type="http://schemas.openxmlformats.org/officeDocument/2006/relationships/image" Target="../media/image10.png"/><Relationship Id="rId12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with simple formula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C}{\pi}=d&quot;&gt;&lt;mfrac&gt;&lt;mi&gt;C&lt;/mi&gt;&lt;mi&gt;π&lt;/mi&gt;&lt;/mfrac&gt;&lt;mo&gt;=&lt;/mo&gt;&lt;mi&gt;d&lt;/mi&gt;&lt;/math&gt;" id="161" name="Google Shape;161;p20" title="C over pi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532" y="2882337"/>
            <a:ext cx="707688" cy="5317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68000" y="17874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of these formula/equations.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4750" y="1454575"/>
            <a:ext cx="66240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Identifying the subject of the formula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2230992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3007489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756689" y="3007489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765605" y="2230992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3834115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756689" y="3834115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id="170" name="Google Shape;170;p20" title="A equal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1043" y="2871942"/>
            <a:ext cx="975051" cy="53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=\frac{A}{b}&quot;&gt;&lt;mi&gt;h&lt;/mi&gt;&lt;mo&gt;=&lt;/mo&gt;&lt;mfrac&gt;&lt;mi&gt;A&lt;/mi&gt;&lt;mi&gt;b&lt;/mi&gt;&lt;/mfrac&gt;&lt;/math&gt;" id="171" name="Google Shape;171;p20" title="h equals A over b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6532" y="3698568"/>
            <a:ext cx="715562" cy="550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=\pi d&quot;&gt;&lt;mi&gt;C&lt;/mi&gt;&lt;mo&gt;=&lt;/mo&gt;&lt;mi&gt;π&lt;/mi&gt;&lt;mi&gt;d&lt;/mi&gt;&lt;/math&gt;" id="172" name="Google Shape;172;p20" title="C equals pi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6532" y="2276385"/>
            <a:ext cx="723425" cy="165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P=2\left(b+h\right)&quot;&gt;&lt;mi&gt;P&lt;/mi&gt;&lt;mo&gt;=&lt;/mo&gt;&lt;mn&gt;2&lt;/mn&gt;&lt;mrow data-mjx-texclass=&quot;INNER&quot;&gt;&lt;mo data-mjx-texclass=&quot;OPEN&quot;&gt;(&lt;/mo&gt;&lt;mi&gt;b&lt;/mi&gt;&lt;mo&gt;+&lt;/mo&gt;&lt;mi&gt;h&lt;/mi&gt;&lt;mo data-mjx-texclass=&quot;CLOSE&quot;&gt;)&lt;/mo&gt;&lt;/mrow&gt;&lt;/math&gt;" id="173" name="Google Shape;173;p20" title="P equals 2 times open paren b plus h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39960" y="4704509"/>
            <a:ext cx="1411465" cy="231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7x-5&quot;&gt;&lt;mi&gt;y&lt;/mi&gt;&lt;mo&gt;=&lt;/mo&gt;&lt;mn&gt;7&lt;/mn&gt;&lt;mi&gt;x&lt;/mi&gt;&lt;mo&gt;−&lt;/mo&gt;&lt;mn&gt;5&lt;/mn&gt;&lt;/math&gt;" id="174" name="Google Shape;174;p20" title="y equals 7 x minus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9960" y="2267468"/>
            <a:ext cx="1014368" cy="204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F}{m}=a&quot;&gt;&lt;mfrac&gt;&lt;mi&gt;F&lt;/mi&gt;&lt;mi&gt;m&lt;/mi&gt;&lt;/mfrac&gt;&lt;mo&gt;=&lt;/mo&gt;&lt;mi&gt;a&lt;/mi&gt;&lt;/math&gt;" id="175" name="Google Shape;175;p20" title="F over m equals a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39960" y="3698568"/>
            <a:ext cx="707698" cy="53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s\ \times t&quot;&gt;&lt;mi&gt;d&lt;/mi&gt;&lt;mo&gt;=&lt;/mo&gt;&lt;mi&gt;s&lt;/mi&gt;&lt;mtext&gt;&lt;/mtext&gt;&lt;mo&gt;×&lt;/mo&gt;&lt;mi&gt;t&lt;/mi&gt;&lt;/math&gt;" id="176" name="Google Shape;176;p20" title="d equals s times 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6532" y="4697412"/>
            <a:ext cx="1093565" cy="20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4696406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756689" y="4696406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 txBox="1"/>
          <p:nvPr/>
        </p:nvSpPr>
        <p:spPr>
          <a:xfrm>
            <a:off x="463958" y="5189950"/>
            <a:ext cx="532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is solving the equation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3958" y="5615084"/>
            <a:ext cx="52560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equation can be rearranged in these forms: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538820" y="6040219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846698" y="6040219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538820" y="6498573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= 17 + 3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861575" y="6498573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= 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3150" y="7485313"/>
            <a:ext cx="496826" cy="93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 rotWithShape="1">
          <a:blip r:embed="rId12">
            <a:alphaModFix/>
          </a:blip>
          <a:srcRect b="43690" l="0" r="57905" t="0"/>
          <a:stretch/>
        </p:blipFill>
        <p:spPr>
          <a:xfrm flipH="1">
            <a:off x="837727" y="6866125"/>
            <a:ext cx="2751498" cy="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 flipH="1">
            <a:off x="1086119" y="6890726"/>
            <a:ext cx="2623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form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best rearrangement because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idx="2" type="subTitle"/>
          </p:nvPr>
        </p:nvSpPr>
        <p:spPr>
          <a:xfrm>
            <a:off x="39518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1255200"/>
            <a:ext cx="6624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equation/formula change the 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instructed.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8724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Changing the subject of simple formula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1652692"/>
            <a:ext cx="288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Make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890081" y="1652692"/>
            <a:ext cx="24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Make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70826" y="3425709"/>
            <a:ext cx="32358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Make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890081" y="3412426"/>
            <a:ext cx="27813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Make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5957729"/>
            <a:ext cx="30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Make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058738" y="5932851"/>
            <a:ext cx="30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Make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7560300"/>
            <a:ext cx="3286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Rearrange this formula as instructed.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709900" y="7873650"/>
            <a:ext cx="17496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8312458"/>
            <a:ext cx="2165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Make 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800800" y="8316591"/>
            <a:ext cx="186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Make 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829700" y="8316600"/>
            <a:ext cx="226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Make 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376435" y="2005583"/>
            <a:ext cx="1170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986800" y="1987604"/>
            <a:ext cx="1900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− 2.7 = 8.1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288728" y="3775748"/>
            <a:ext cx="1170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× 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34396" y="3772512"/>
            <a:ext cx="2034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281555" y="6231713"/>
            <a:ext cx="1085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52555" y="6243220"/>
            <a:ext cx="12699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