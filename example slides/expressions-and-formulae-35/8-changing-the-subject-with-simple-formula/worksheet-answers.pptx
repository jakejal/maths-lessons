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Relationship Id="rId5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pic>
        <p:nvPicPr>
          <p:cNvPr id="173" name="Google Shape;173;p20" descr="&lt;math xmlns=&quot;http://www.w3.org/1998/Math/MathML&quot; display=&quot;block&quot; data-is-equatio=&quot;1&quot; data-latex=&quot;\frac{C}{\pi}=d&quot;&gt;&lt;mfrac&gt;&lt;mi&gt;C&lt;/mi&gt;&lt;mi&gt;π&lt;/mi&gt;&lt;/mfrac&gt;&lt;mo&gt;=&lt;/mo&gt;&lt;mi&gt;d&lt;/mi&gt;&lt;/math&gt;" title="C over pi equals 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532" y="2882337"/>
            <a:ext cx="707688" cy="531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68000" y="17874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of these formula/equations.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4750" y="1454575"/>
            <a:ext cx="66240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Identifying the subject of the formula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230992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3007489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756689" y="3007489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65605" y="2230992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3834115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756689" y="3834115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1043" y="2871942"/>
            <a:ext cx="975051" cy="53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h=\frac{A}{b}&quot;&gt;&lt;mi&gt;h&lt;/mi&gt;&lt;mo&gt;=&lt;/mo&gt;&lt;mfrac&gt;&lt;mi&gt;A&lt;/mi&gt;&lt;mi&gt;b&lt;/mi&gt;&lt;/mfrac&gt;&lt;/math&gt;" title="h equals A over b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532" y="3698568"/>
            <a:ext cx="715562" cy="550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C=\pi d&quot;&gt;&lt;mi&gt;C&lt;/mi&gt;&lt;mo&gt;=&lt;/mo&gt;&lt;mi&gt;π&lt;/mi&gt;&lt;mi&gt;d&lt;/mi&gt;&lt;/math&gt;" title="C equals pi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6532" y="2276385"/>
            <a:ext cx="723425" cy="16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P=2\left(b+h\right)&quot;&gt;&lt;mi&gt;P&lt;/mi&gt;&lt;mo&gt;=&lt;/mo&gt;&lt;mn&gt;2&lt;/mn&gt;&lt;mrow data-mjx-texclass=&quot;INNER&quot;&gt;&lt;mo data-mjx-texclass=&quot;OPEN&quot;&gt;(&lt;/mo&gt;&lt;mi&gt;b&lt;/mi&gt;&lt;mo&gt;+&lt;/mo&gt;&lt;mi&gt;h&lt;/mi&gt;&lt;mo data-mjx-texclass=&quot;CLOSE&quot;&gt;)&lt;/mo&gt;&lt;/mrow&gt;&lt;/math&gt;" title="P equals 2 times open paren b plus h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39960" y="4704509"/>
            <a:ext cx="1411465" cy="231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y=7x-5&quot;&gt;&lt;mi&gt;y&lt;/mi&gt;&lt;mo&gt;=&lt;/mo&gt;&lt;mn&gt;7&lt;/mn&gt;&lt;mi&gt;x&lt;/mi&gt;&lt;mo&gt;−&lt;/mo&gt;&lt;mn&gt;5&lt;/mn&gt;&lt;/math&gt;" title="y equals 7 x minus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9960" y="2267468"/>
            <a:ext cx="1014368" cy="204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F}{m}=a&quot;&gt;&lt;mfrac&gt;&lt;mi&gt;F&lt;/mi&gt;&lt;mi&gt;m&lt;/mi&gt;&lt;/mfrac&gt;&lt;mo&gt;=&lt;/mo&gt;&lt;mi&gt;a&lt;/mi&gt;&lt;/math&gt;" title="F over m equals a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9960" y="3698568"/>
            <a:ext cx="707698" cy="538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d=s\ \times t&quot;&gt;&lt;mi&gt;d&lt;/mi&gt;&lt;mo&gt;=&lt;/mo&gt;&lt;mi&gt;s&lt;/mi&gt;&lt;mtext&gt;&lt;/mtext&gt;&lt;mo&gt;×&lt;/mo&gt;&lt;mi&gt;t&lt;/mi&gt;&lt;/math&gt;" title="d equals s times 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6532" y="4697412"/>
            <a:ext cx="1093565" cy="20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68000" y="4696406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756689" y="4696406"/>
            <a:ext cx="25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66671" y="2203699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037270" y="2203699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433741" y="2998029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064019" y="2998029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43291" y="3824655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622172" y="3824655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61123" y="4651280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067387" y="4642364"/>
            <a:ext cx="344400" cy="3351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0"/>
          <p:cNvSpPr txBox="1"/>
          <p:nvPr/>
        </p:nvSpPr>
        <p:spPr>
          <a:xfrm>
            <a:off x="463958" y="5189950"/>
            <a:ext cx="53295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is solving the equation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3958" y="5615084"/>
            <a:ext cx="52560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equation can be rearranged in these forms: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538820" y="6040219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846698" y="6040219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538820" y="6498573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= 17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861575" y="6498573"/>
            <a:ext cx="14133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3150" y="7485313"/>
            <a:ext cx="496826" cy="93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861573" y="6890487"/>
            <a:ext cx="3225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Whilst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the best form from which to solve we can not call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because the coefficient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not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12">
            <a:alphaModFix/>
          </a:blip>
          <a:srcRect r="57905" b="43690"/>
          <a:stretch>
            <a:fillRect/>
          </a:stretch>
        </p:blipFill>
        <p:spPr>
          <a:xfrm flipH="1">
            <a:off x="837727" y="6866125"/>
            <a:ext cx="2751498" cy="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 flipH="1">
            <a:off x="1086119" y="6890726"/>
            <a:ext cx="26235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form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85 − 17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best rearrangement because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5" name="Google Shape;21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simple formula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1102800"/>
            <a:ext cx="6624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equation/formula change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instructed.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Changing the subject of simple formula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800600" y="2095687"/>
            <a:ext cx="17127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l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203287" y="2090486"/>
            <a:ext cx="2649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− 2.7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+ 2.7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8.1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+ 2.7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1347892"/>
            <a:ext cx="288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890081" y="1347892"/>
            <a:ext cx="248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940133" y="2448871"/>
            <a:ext cx="12087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8.1 + 2.7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940137" y="2807248"/>
            <a:ext cx="941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10.8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\frac{P}{3}=l&quot;&gt;&lt;mfrac&gt;&lt;mi&gt;P&lt;/mi&gt;&lt;mn&gt;3&lt;/mn&gt;&lt;/mfrac&gt;&lt;mo&gt;=&lt;/mo&gt;&lt;mi&gt;l&lt;/mi&gt;&lt;/math&gt;" title="P over 3 equals 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284" y="2480150"/>
            <a:ext cx="369794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037587" y="1737301"/>
            <a:ext cx="9897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568834" y="1732100"/>
            <a:ext cx="13257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− 2.7 = 8.1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930184" y="3412006"/>
            <a:ext cx="10548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× 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569316" y="3332890"/>
            <a:ext cx="18330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0826" y="3044709"/>
            <a:ext cx="32358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890081" y="3031426"/>
            <a:ext cx="2781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340716" y="3758553"/>
            <a:ext cx="18330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728281" y="3892599"/>
            <a:ext cx="18330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× w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 descr="&lt;math xmlns=&quot;http://www.w3.org/1998/Math/MathML&quot; display=&quot;block&quot; data-is-equatio=&quot;1&quot; data-latex=&quot;\frac{A}{l}=w&quot;&gt;&lt;mfrac&gt;&lt;mi&gt;A&lt;/mi&gt;&lt;mi&gt;l&lt;/mi&gt;&lt;/mfrac&gt;&lt;mo&gt;=&lt;/mo&gt;&lt;mi&gt;w&lt;/mi&gt;&lt;/math&gt;" title="A over l equals w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281" y="4357868"/>
            <a:ext cx="688443" cy="47714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1797916" y="4184216"/>
            <a:ext cx="12108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= 4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569316" y="4609878"/>
            <a:ext cx="198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569316" y="5035541"/>
            <a:ext cx="1281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17 − 4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1797916" y="5461203"/>
            <a:ext cx="6885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122184" y="6177158"/>
            <a:ext cx="916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428317" y="6263067"/>
            <a:ext cx="1071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5805329"/>
            <a:ext cx="303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058738" y="5780451"/>
            <a:ext cx="303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152473" y="6648834"/>
            <a:ext cx="1953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152473" y="7098890"/>
            <a:ext cx="1953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71150" y="6601766"/>
            <a:ext cx="203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2π</a:t>
            </a:r>
            <a:endParaRPr sz="1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 descr="&lt;math xmlns=&quot;http://www.w3.org/1998/Math/MathML&quot; display=&quot;block&quot; data-is-equatio=&quot;1&quot; data-latex=&quot;\frac{C}{2\pi}=r&quot;&gt;&lt;mfrac&gt;&lt;mi&gt;C&lt;/mi&gt;&lt;mrow&gt;&lt;mn&gt;2&lt;/mn&gt;&lt;mi&gt;π&lt;/mi&gt;&lt;/mrow&gt;&lt;/mfrac&gt;&lt;mo&gt;=&lt;/mo&gt;&lt;mi&gt;r&lt;/mi&gt;&lt;/math&gt;" title="C over 2 pi equals 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1753" y="6997227"/>
            <a:ext cx="483300" cy="33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468000" y="7407900"/>
            <a:ext cx="32862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Rearrange this formula as instructed.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108052" y="7616630"/>
            <a:ext cx="11154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8000" y="7931458"/>
            <a:ext cx="2165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800800" y="7935591"/>
            <a:ext cx="1861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002923" y="8211234"/>
            <a:ext cx="20859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7999" y="8500763"/>
            <a:ext cx="25176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1492657" y="8804167"/>
            <a:ext cx="10857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309172" y="8303781"/>
            <a:ext cx="20859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791487" y="8593310"/>
            <a:ext cx="25176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812255" y="8896714"/>
            <a:ext cx="10857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829700" y="7935600"/>
            <a:ext cx="226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213915" y="8297450"/>
            <a:ext cx="17937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953000" y="8586893"/>
            <a:ext cx="21651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478543" y="8876337"/>
            <a:ext cx="15759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241492" y="9165780"/>
            <a:ext cx="15759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241492" y="9455223"/>
            <a:ext cx="15759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Changing the subject with simple formula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2024-02-06T11:39:29.907</cp:lastPrinted>
  <dcterms:created xsi:type="dcterms:W3CDTF">2024-02-06T11:39:29Z</dcterms:created>
  <dcterms:modified xsi:type="dcterms:W3CDTF">2024-02-06T11:39:40Z</dcterms:modified>
</cp:coreProperties>
</file>