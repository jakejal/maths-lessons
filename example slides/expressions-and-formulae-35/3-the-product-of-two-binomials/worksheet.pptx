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34AE8D3F-354F-44AE-9324-0CE8A7E88DAC}">
  <a:tblStyle styleId="{34AE8D3F-354F-44AE-9324-0CE8A7E88DA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85" name="Shape 285"/>
        <p:cNvGrpSpPr/>
        <p:nvPr/>
      </p:nvGrpSpPr>
      <p:grpSpPr>
        <a:xfrm>
          <a:off x="0" y="0"/>
          <a:ext cx="0" cy="0"/>
        </a:xfrm>
      </p:grpSpPr>
      <p:sp>
        <p:nvSpPr>
          <p:cNvPr id="286" name="Google Shape;286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product of two binomials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62" name="Google Shape;162;p20"/>
          <p:cNvGrpSpPr/>
          <p:nvPr/>
        </p:nvGrpSpPr>
        <p:grpSpPr>
          <a:xfrm>
            <a:off x="4407625" y="3965140"/>
            <a:ext cx="976339" cy="970272"/>
            <a:chOff x="964919" y="1992734"/>
            <a:chExt cx="1562143" cy="1744465"/>
          </a:xfrm>
        </p:grpSpPr>
        <p:sp>
          <p:nvSpPr>
            <p:cNvPr id="163" name="Google Shape;163;p20"/>
            <p:cNvSpPr/>
            <p:nvPr/>
          </p:nvSpPr>
          <p:spPr>
            <a:xfrm>
              <a:off x="964919" y="2012588"/>
              <a:ext cx="13155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4" name="Google Shape;164;p20"/>
            <p:cNvSpPr/>
            <p:nvPr/>
          </p:nvSpPr>
          <p:spPr>
            <a:xfrm>
              <a:off x="2272062" y="1992734"/>
              <a:ext cx="2550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" name="Google Shape;165;p20"/>
            <p:cNvSpPr/>
            <p:nvPr/>
          </p:nvSpPr>
          <p:spPr>
            <a:xfrm>
              <a:off x="964921" y="3460599"/>
              <a:ext cx="1560900" cy="276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" name="Google Shape;166;p20"/>
            <p:cNvSpPr/>
            <p:nvPr/>
          </p:nvSpPr>
          <p:spPr>
            <a:xfrm>
              <a:off x="2272053" y="3460599"/>
              <a:ext cx="255000" cy="276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7" name="Google Shape;167;p20"/>
          <p:cNvSpPr txBox="1"/>
          <p:nvPr/>
        </p:nvSpPr>
        <p:spPr>
          <a:xfrm>
            <a:off x="474750" y="14279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Exploring the product of two binomials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68000" y="1810700"/>
            <a:ext cx="6624000" cy="2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information given to fill in these area models and missing terms.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9" name="Google Shape;169;p20"/>
          <p:cNvCxnSpPr/>
          <p:nvPr/>
        </p:nvCxnSpPr>
        <p:spPr>
          <a:xfrm flipH="1">
            <a:off x="4307566" y="3966111"/>
            <a:ext cx="0" cy="77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0" name="Google Shape;170;p20"/>
          <p:cNvSpPr txBox="1"/>
          <p:nvPr/>
        </p:nvSpPr>
        <p:spPr>
          <a:xfrm>
            <a:off x="4148195" y="4263073"/>
            <a:ext cx="2298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728942" y="3699707"/>
            <a:ext cx="1416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72" name="Google Shape;172;p20"/>
          <p:cNvCxnSpPr/>
          <p:nvPr/>
        </p:nvCxnSpPr>
        <p:spPr>
          <a:xfrm>
            <a:off x="4407598" y="3887167"/>
            <a:ext cx="837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3" name="Google Shape;173;p20"/>
          <p:cNvCxnSpPr/>
          <p:nvPr/>
        </p:nvCxnSpPr>
        <p:spPr>
          <a:xfrm rot="10800000" flipH="1">
            <a:off x="5188994" y="3884438"/>
            <a:ext cx="233100" cy="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4" name="Google Shape;174;p20"/>
          <p:cNvSpPr/>
          <p:nvPr/>
        </p:nvSpPr>
        <p:spPr>
          <a:xfrm>
            <a:off x="4415002" y="3966143"/>
            <a:ext cx="809400" cy="8094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/>
          </a:p>
        </p:txBody>
      </p:sp>
      <p:sp>
        <p:nvSpPr>
          <p:cNvPr id="175" name="Google Shape;175;p20"/>
          <p:cNvSpPr txBox="1"/>
          <p:nvPr/>
        </p:nvSpPr>
        <p:spPr>
          <a:xfrm>
            <a:off x="5644980" y="4005471"/>
            <a:ext cx="13698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+ 1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4015564" y="4724788"/>
            <a:ext cx="229800" cy="24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845A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190641" y="3586457"/>
            <a:ext cx="229800" cy="24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845A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78" name="Google Shape;178;p20"/>
          <p:cNvCxnSpPr/>
          <p:nvPr/>
        </p:nvCxnSpPr>
        <p:spPr>
          <a:xfrm rot="-5400000" flipH="1">
            <a:off x="4189542" y="4845114"/>
            <a:ext cx="233100" cy="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9" name="Google Shape;179;p20"/>
          <p:cNvSpPr/>
          <p:nvPr/>
        </p:nvSpPr>
        <p:spPr>
          <a:xfrm>
            <a:off x="4408826" y="2287526"/>
            <a:ext cx="1158000" cy="1028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" name="Google Shape;180;p20"/>
          <p:cNvCxnSpPr/>
          <p:nvPr/>
        </p:nvCxnSpPr>
        <p:spPr>
          <a:xfrm flipH="1">
            <a:off x="4308851" y="2287495"/>
            <a:ext cx="0" cy="720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1" name="Google Shape;181;p20"/>
          <p:cNvSpPr txBox="1"/>
          <p:nvPr/>
        </p:nvSpPr>
        <p:spPr>
          <a:xfrm>
            <a:off x="4160555" y="2563821"/>
            <a:ext cx="2139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841739" y="2010041"/>
            <a:ext cx="893700" cy="1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83" name="Google Shape;183;p20"/>
          <p:cNvCxnSpPr/>
          <p:nvPr/>
        </p:nvCxnSpPr>
        <p:spPr>
          <a:xfrm>
            <a:off x="4401932" y="2214037"/>
            <a:ext cx="779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4" name="Google Shape;184;p20"/>
          <p:cNvCxnSpPr/>
          <p:nvPr/>
        </p:nvCxnSpPr>
        <p:spPr>
          <a:xfrm>
            <a:off x="5181012" y="2214042"/>
            <a:ext cx="362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85" name="Google Shape;185;p20"/>
          <p:cNvGrpSpPr/>
          <p:nvPr/>
        </p:nvGrpSpPr>
        <p:grpSpPr>
          <a:xfrm>
            <a:off x="4408875" y="2287433"/>
            <a:ext cx="1158369" cy="1164736"/>
            <a:chOff x="964912" y="2012575"/>
            <a:chExt cx="2022645" cy="1986586"/>
          </a:xfrm>
        </p:grpSpPr>
        <p:sp>
          <p:nvSpPr>
            <p:cNvPr id="186" name="Google Shape;186;p20"/>
            <p:cNvSpPr/>
            <p:nvPr/>
          </p:nvSpPr>
          <p:spPr>
            <a:xfrm>
              <a:off x="964912" y="2012575"/>
              <a:ext cx="1315500" cy="1284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" name="Google Shape;187;p20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" name="Google Shape;188;p20"/>
            <p:cNvSpPr/>
            <p:nvPr/>
          </p:nvSpPr>
          <p:spPr>
            <a:xfrm>
              <a:off x="964943" y="3292644"/>
              <a:ext cx="2022600" cy="70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" name="Google Shape;189;p20"/>
            <p:cNvSpPr/>
            <p:nvPr/>
          </p:nvSpPr>
          <p:spPr>
            <a:xfrm>
              <a:off x="2287657" y="3297161"/>
              <a:ext cx="699900" cy="702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90" name="Google Shape;190;p20"/>
          <p:cNvCxnSpPr/>
          <p:nvPr/>
        </p:nvCxnSpPr>
        <p:spPr>
          <a:xfrm flipH="1">
            <a:off x="4308847" y="3024096"/>
            <a:ext cx="0" cy="414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1" name="Google Shape;191;p20"/>
          <p:cNvSpPr txBox="1"/>
          <p:nvPr/>
        </p:nvSpPr>
        <p:spPr>
          <a:xfrm>
            <a:off x="4110031" y="3115660"/>
            <a:ext cx="1461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3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660776" y="2508576"/>
            <a:ext cx="1329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+ 3)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940305" y="3914973"/>
            <a:ext cx="1244700" cy="1105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4" name="Google Shape;194;p20"/>
          <p:cNvCxnSpPr/>
          <p:nvPr/>
        </p:nvCxnSpPr>
        <p:spPr>
          <a:xfrm flipH="1">
            <a:off x="832864" y="3914939"/>
            <a:ext cx="0" cy="77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5" name="Google Shape;195;p20"/>
          <p:cNvSpPr txBox="1"/>
          <p:nvPr/>
        </p:nvSpPr>
        <p:spPr>
          <a:xfrm>
            <a:off x="673493" y="4211901"/>
            <a:ext cx="2298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96" name="Google Shape;196;p20"/>
          <p:cNvCxnSpPr/>
          <p:nvPr/>
        </p:nvCxnSpPr>
        <p:spPr>
          <a:xfrm>
            <a:off x="932896" y="3835995"/>
            <a:ext cx="837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7" name="Google Shape;197;p20"/>
          <p:cNvCxnSpPr/>
          <p:nvPr/>
        </p:nvCxnSpPr>
        <p:spPr>
          <a:xfrm rot="10800000" flipH="1">
            <a:off x="1770161" y="3829101"/>
            <a:ext cx="551400" cy="6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98" name="Google Shape;198;p20"/>
          <p:cNvGrpSpPr/>
          <p:nvPr/>
        </p:nvGrpSpPr>
        <p:grpSpPr>
          <a:xfrm>
            <a:off x="940379" y="3914819"/>
            <a:ext cx="1244928" cy="1104905"/>
            <a:chOff x="964919" y="2012588"/>
            <a:chExt cx="2022628" cy="1986525"/>
          </a:xfrm>
        </p:grpSpPr>
        <p:sp>
          <p:nvSpPr>
            <p:cNvPr id="199" name="Google Shape;199;p20"/>
            <p:cNvSpPr/>
            <p:nvPr/>
          </p:nvSpPr>
          <p:spPr>
            <a:xfrm>
              <a:off x="964919" y="2012588"/>
              <a:ext cx="13155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" name="Google Shape;200;p20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" name="Google Shape;201;p20"/>
            <p:cNvSpPr/>
            <p:nvPr/>
          </p:nvSpPr>
          <p:spPr>
            <a:xfrm>
              <a:off x="964931" y="3460613"/>
              <a:ext cx="20226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2287647" y="3460613"/>
              <a:ext cx="6999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03" name="Google Shape;203;p20"/>
          <p:cNvCxnSpPr/>
          <p:nvPr/>
        </p:nvCxnSpPr>
        <p:spPr>
          <a:xfrm flipH="1">
            <a:off x="832859" y="4706550"/>
            <a:ext cx="0" cy="308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4" name="Google Shape;204;p20"/>
          <p:cNvSpPr txBox="1"/>
          <p:nvPr/>
        </p:nvSpPr>
        <p:spPr>
          <a:xfrm>
            <a:off x="682581" y="4770900"/>
            <a:ext cx="1569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  </a:t>
            </a: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05" name="Google Shape;205;p20"/>
          <p:cNvGrpSpPr/>
          <p:nvPr/>
        </p:nvGrpSpPr>
        <p:grpSpPr>
          <a:xfrm>
            <a:off x="1749955" y="3914747"/>
            <a:ext cx="430966" cy="813401"/>
            <a:chOff x="6646950" y="2189263"/>
            <a:chExt cx="768484" cy="1441179"/>
          </a:xfrm>
        </p:grpSpPr>
        <p:sp>
          <p:nvSpPr>
            <p:cNvPr id="206" name="Google Shape;206;p20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2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7" name="Google Shape;207;p20"/>
            <p:cNvSpPr/>
            <p:nvPr/>
          </p:nvSpPr>
          <p:spPr>
            <a:xfrm rot="-5400000">
              <a:off x="6309635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2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8" name="Google Shape;208;p20"/>
            <p:cNvSpPr/>
            <p:nvPr/>
          </p:nvSpPr>
          <p:spPr>
            <a:xfrm rot="-5400000">
              <a:off x="6568834" y="2783841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2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09" name="Google Shape;209;p20"/>
          <p:cNvSpPr/>
          <p:nvPr/>
        </p:nvSpPr>
        <p:spPr>
          <a:xfrm>
            <a:off x="940300" y="3914971"/>
            <a:ext cx="809400" cy="8094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/>
          </a:p>
        </p:txBody>
      </p:sp>
      <p:grpSp>
        <p:nvGrpSpPr>
          <p:cNvPr id="210" name="Google Shape;210;p20"/>
          <p:cNvGrpSpPr/>
          <p:nvPr/>
        </p:nvGrpSpPr>
        <p:grpSpPr>
          <a:xfrm>
            <a:off x="1750112" y="4722494"/>
            <a:ext cx="428526" cy="297269"/>
            <a:chOff x="6642476" y="3629200"/>
            <a:chExt cx="770730" cy="526700"/>
          </a:xfrm>
        </p:grpSpPr>
        <p:sp>
          <p:nvSpPr>
            <p:cNvPr id="211" name="Google Shape;211;p20"/>
            <p:cNvSpPr/>
            <p:nvPr/>
          </p:nvSpPr>
          <p:spPr>
            <a:xfrm>
              <a:off x="66425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2" name="Google Shape;212;p20"/>
            <p:cNvSpPr/>
            <p:nvPr/>
          </p:nvSpPr>
          <p:spPr>
            <a:xfrm>
              <a:off x="689697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3" name="Google Shape;213;p20"/>
            <p:cNvSpPr/>
            <p:nvPr/>
          </p:nvSpPr>
          <p:spPr>
            <a:xfrm>
              <a:off x="7158806" y="3629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4" name="Google Shape;214;p20"/>
            <p:cNvSpPr/>
            <p:nvPr/>
          </p:nvSpPr>
          <p:spPr>
            <a:xfrm>
              <a:off x="66424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5" name="Google Shape;215;p20"/>
            <p:cNvSpPr/>
            <p:nvPr/>
          </p:nvSpPr>
          <p:spPr>
            <a:xfrm>
              <a:off x="689687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6" name="Google Shape;216;p20"/>
            <p:cNvSpPr/>
            <p:nvPr/>
          </p:nvSpPr>
          <p:spPr>
            <a:xfrm>
              <a:off x="7158706" y="3898200"/>
              <a:ext cx="254400" cy="257700"/>
            </a:xfrm>
            <a:prstGeom prst="rect">
              <a:avLst/>
            </a:prstGeom>
            <a:solidFill>
              <a:srgbClr val="FFF2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17" name="Google Shape;217;p20"/>
          <p:cNvSpPr txBox="1"/>
          <p:nvPr/>
        </p:nvSpPr>
        <p:spPr>
          <a:xfrm>
            <a:off x="2520300" y="3914738"/>
            <a:ext cx="15243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+ 8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8" name="Google Shape;218;p20"/>
          <p:cNvSpPr/>
          <p:nvPr/>
        </p:nvSpPr>
        <p:spPr>
          <a:xfrm rot="-5400000">
            <a:off x="1843746" y="4246953"/>
            <a:ext cx="809400" cy="1452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90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2181418" y="4719625"/>
            <a:ext cx="141600" cy="145500"/>
          </a:xfrm>
          <a:prstGeom prst="rect">
            <a:avLst/>
          </a:prstGeom>
          <a:solidFill>
            <a:srgbClr val="FFF2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1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2179332" y="4878607"/>
            <a:ext cx="141600" cy="145500"/>
          </a:xfrm>
          <a:prstGeom prst="rect">
            <a:avLst/>
          </a:prstGeom>
          <a:solidFill>
            <a:srgbClr val="FFF2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1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1931092" y="3497575"/>
            <a:ext cx="229800" cy="24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845A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1236726" y="3497575"/>
            <a:ext cx="229800" cy="24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845A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512012" y="4144774"/>
            <a:ext cx="229800" cy="24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845A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512012" y="4722777"/>
            <a:ext cx="229800" cy="24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845A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981134" y="2364407"/>
            <a:ext cx="1101000" cy="952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6" name="Google Shape;226;p20"/>
          <p:cNvCxnSpPr/>
          <p:nvPr/>
        </p:nvCxnSpPr>
        <p:spPr>
          <a:xfrm flipH="1">
            <a:off x="873699" y="2364375"/>
            <a:ext cx="0" cy="77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7" name="Google Shape;227;p20"/>
          <p:cNvSpPr txBox="1"/>
          <p:nvPr/>
        </p:nvSpPr>
        <p:spPr>
          <a:xfrm>
            <a:off x="714327" y="2601926"/>
            <a:ext cx="2298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1371274" y="2086806"/>
            <a:ext cx="9606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29" name="Google Shape;229;p20"/>
          <p:cNvCxnSpPr/>
          <p:nvPr/>
        </p:nvCxnSpPr>
        <p:spPr>
          <a:xfrm>
            <a:off x="973731" y="2285431"/>
            <a:ext cx="837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0" name="Google Shape;230;p20"/>
          <p:cNvCxnSpPr/>
          <p:nvPr/>
        </p:nvCxnSpPr>
        <p:spPr>
          <a:xfrm rot="10800000" flipH="1">
            <a:off x="1810996" y="2282737"/>
            <a:ext cx="283500" cy="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31" name="Google Shape;231;p20"/>
          <p:cNvGrpSpPr/>
          <p:nvPr/>
        </p:nvGrpSpPr>
        <p:grpSpPr>
          <a:xfrm>
            <a:off x="981189" y="2364192"/>
            <a:ext cx="1100916" cy="952939"/>
            <a:chOff x="964920" y="2012571"/>
            <a:chExt cx="2022628" cy="1986531"/>
          </a:xfrm>
        </p:grpSpPr>
        <p:sp>
          <p:nvSpPr>
            <p:cNvPr id="232" name="Google Shape;232;p20"/>
            <p:cNvSpPr/>
            <p:nvPr/>
          </p:nvSpPr>
          <p:spPr>
            <a:xfrm>
              <a:off x="964920" y="2012571"/>
              <a:ext cx="14868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" name="Google Shape;233;p20"/>
            <p:cNvSpPr/>
            <p:nvPr/>
          </p:nvSpPr>
          <p:spPr>
            <a:xfrm>
              <a:off x="2287648" y="2013438"/>
              <a:ext cx="699900" cy="14400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4" name="Google Shape;234;p20"/>
            <p:cNvSpPr/>
            <p:nvPr/>
          </p:nvSpPr>
          <p:spPr>
            <a:xfrm>
              <a:off x="964923" y="3678294"/>
              <a:ext cx="2022600" cy="320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5" name="Google Shape;235;p20"/>
            <p:cNvSpPr/>
            <p:nvPr/>
          </p:nvSpPr>
          <p:spPr>
            <a:xfrm>
              <a:off x="2452528" y="3460602"/>
              <a:ext cx="534900" cy="538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36" name="Google Shape;236;p20"/>
          <p:cNvCxnSpPr/>
          <p:nvPr/>
        </p:nvCxnSpPr>
        <p:spPr>
          <a:xfrm flipH="1">
            <a:off x="873694" y="3155985"/>
            <a:ext cx="0" cy="200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37" name="Google Shape;237;p20"/>
          <p:cNvSpPr txBox="1"/>
          <p:nvPr/>
        </p:nvSpPr>
        <p:spPr>
          <a:xfrm>
            <a:off x="681408" y="3123611"/>
            <a:ext cx="1569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1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981135" y="2364406"/>
            <a:ext cx="809400" cy="8094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/>
          </a:p>
        </p:txBody>
      </p:sp>
      <p:grpSp>
        <p:nvGrpSpPr>
          <p:cNvPr id="239" name="Google Shape;239;p20"/>
          <p:cNvGrpSpPr/>
          <p:nvPr/>
        </p:nvGrpSpPr>
        <p:grpSpPr>
          <a:xfrm>
            <a:off x="1790790" y="2364182"/>
            <a:ext cx="291192" cy="809350"/>
            <a:chOff x="6646950" y="2189263"/>
            <a:chExt cx="519244" cy="1434000"/>
          </a:xfrm>
        </p:grpSpPr>
        <p:sp>
          <p:nvSpPr>
            <p:cNvPr id="240" name="Google Shape;240;p20"/>
            <p:cNvSpPr/>
            <p:nvPr/>
          </p:nvSpPr>
          <p:spPr>
            <a:xfrm rot="-5400000">
              <a:off x="6059550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2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41" name="Google Shape;241;p20"/>
            <p:cNvSpPr/>
            <p:nvPr/>
          </p:nvSpPr>
          <p:spPr>
            <a:xfrm rot="-5400000">
              <a:off x="6319594" y="2776663"/>
              <a:ext cx="1434000" cy="259200"/>
            </a:xfrm>
            <a:prstGeom prst="rect">
              <a:avLst/>
            </a:prstGeom>
            <a:solidFill>
              <a:srgbClr val="D9EAD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90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200"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42" name="Google Shape;242;p20"/>
          <p:cNvSpPr txBox="1"/>
          <p:nvPr/>
        </p:nvSpPr>
        <p:spPr>
          <a:xfrm>
            <a:off x="2255683" y="2364173"/>
            <a:ext cx="15243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+ 1)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510375" y="2176762"/>
            <a:ext cx="2331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3977975" y="2176762"/>
            <a:ext cx="2331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510375" y="3662020"/>
            <a:ext cx="2331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3977975" y="3662020"/>
            <a:ext cx="2331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468000" y="5461447"/>
            <a:ext cx="65325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an area model to expand and simplify these products of two binomials.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468000" y="6246987"/>
            <a:ext cx="2032500" cy="5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4) 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u="sng"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468000" y="7428628"/>
            <a:ext cx="2032500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3) 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4199209" y="6143977"/>
            <a:ext cx="2032500" cy="5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1) 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4199209" y="7412927"/>
            <a:ext cx="2032500" cy="5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2)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1751202" y="8632604"/>
            <a:ext cx="295200" cy="1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53" name="Google Shape;253;p20"/>
          <p:cNvCxnSpPr/>
          <p:nvPr/>
        </p:nvCxnSpPr>
        <p:spPr>
          <a:xfrm flipH="1">
            <a:off x="1970574" y="6206624"/>
            <a:ext cx="0" cy="868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54" name="Google Shape;254;p20"/>
          <p:cNvSpPr txBox="1"/>
          <p:nvPr/>
        </p:nvSpPr>
        <p:spPr>
          <a:xfrm>
            <a:off x="1766489" y="6513968"/>
            <a:ext cx="2667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2540556" y="5908700"/>
            <a:ext cx="1115400" cy="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56" name="Google Shape;256;p20"/>
          <p:cNvCxnSpPr/>
          <p:nvPr/>
        </p:nvCxnSpPr>
        <p:spPr>
          <a:xfrm>
            <a:off x="2086746" y="6127746"/>
            <a:ext cx="972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7" name="Google Shape;257;p20"/>
          <p:cNvCxnSpPr/>
          <p:nvPr/>
        </p:nvCxnSpPr>
        <p:spPr>
          <a:xfrm>
            <a:off x="3059101" y="6127752"/>
            <a:ext cx="756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8" name="Google Shape;258;p20"/>
          <p:cNvCxnSpPr/>
          <p:nvPr/>
        </p:nvCxnSpPr>
        <p:spPr>
          <a:xfrm flipH="1">
            <a:off x="1968233" y="7074610"/>
            <a:ext cx="0" cy="329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59" name="Google Shape;259;p20"/>
          <p:cNvSpPr txBox="1"/>
          <p:nvPr/>
        </p:nvSpPr>
        <p:spPr>
          <a:xfrm>
            <a:off x="1598800" y="7092452"/>
            <a:ext cx="2988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2238952" y="7809103"/>
            <a:ext cx="1544700" cy="981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1" name="Google Shape;261;p20"/>
          <p:cNvGrpSpPr/>
          <p:nvPr/>
        </p:nvGrpSpPr>
        <p:grpSpPr>
          <a:xfrm>
            <a:off x="2238942" y="7809191"/>
            <a:ext cx="1544872" cy="986525"/>
            <a:chOff x="964915" y="2012580"/>
            <a:chExt cx="2022613" cy="1997014"/>
          </a:xfrm>
        </p:grpSpPr>
        <p:sp>
          <p:nvSpPr>
            <p:cNvPr id="262" name="Google Shape;262;p20"/>
            <p:cNvSpPr/>
            <p:nvPr/>
          </p:nvSpPr>
          <p:spPr>
            <a:xfrm>
              <a:off x="964915" y="2012580"/>
              <a:ext cx="1314000" cy="166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" name="Google Shape;263;p20"/>
            <p:cNvSpPr/>
            <p:nvPr/>
          </p:nvSpPr>
          <p:spPr>
            <a:xfrm>
              <a:off x="2291829" y="2013463"/>
              <a:ext cx="695700" cy="166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4" name="Google Shape;264;p20"/>
            <p:cNvSpPr/>
            <p:nvPr/>
          </p:nvSpPr>
          <p:spPr>
            <a:xfrm>
              <a:off x="964947" y="3679060"/>
              <a:ext cx="1314000" cy="3201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5" name="Google Shape;265;p20"/>
            <p:cNvSpPr/>
            <p:nvPr/>
          </p:nvSpPr>
          <p:spPr>
            <a:xfrm>
              <a:off x="2291703" y="3689494"/>
              <a:ext cx="695700" cy="3201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66" name="Google Shape;266;p20"/>
          <p:cNvCxnSpPr/>
          <p:nvPr/>
        </p:nvCxnSpPr>
        <p:spPr>
          <a:xfrm flipH="1">
            <a:off x="2118501" y="7793516"/>
            <a:ext cx="0" cy="822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67" name="Google Shape;267;p20"/>
          <p:cNvSpPr txBox="1"/>
          <p:nvPr/>
        </p:nvSpPr>
        <p:spPr>
          <a:xfrm>
            <a:off x="1916873" y="8084643"/>
            <a:ext cx="263700" cy="1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2747249" y="7511325"/>
            <a:ext cx="1010400" cy="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   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69" name="Google Shape;269;p20"/>
          <p:cNvCxnSpPr/>
          <p:nvPr/>
        </p:nvCxnSpPr>
        <p:spPr>
          <a:xfrm>
            <a:off x="2233275" y="7718800"/>
            <a:ext cx="960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0" name="Google Shape;270;p20"/>
          <p:cNvCxnSpPr/>
          <p:nvPr/>
        </p:nvCxnSpPr>
        <p:spPr>
          <a:xfrm>
            <a:off x="3193926" y="7718806"/>
            <a:ext cx="579600" cy="3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71" name="Google Shape;271;p20"/>
          <p:cNvGrpSpPr/>
          <p:nvPr/>
        </p:nvGrpSpPr>
        <p:grpSpPr>
          <a:xfrm>
            <a:off x="5747310" y="6144055"/>
            <a:ext cx="1187525" cy="1139261"/>
            <a:chOff x="964886" y="2012568"/>
            <a:chExt cx="2022696" cy="1986506"/>
          </a:xfrm>
        </p:grpSpPr>
        <p:sp>
          <p:nvSpPr>
            <p:cNvPr id="272" name="Google Shape;272;p20"/>
            <p:cNvSpPr/>
            <p:nvPr/>
          </p:nvSpPr>
          <p:spPr>
            <a:xfrm>
              <a:off x="964886" y="2012568"/>
              <a:ext cx="1713900" cy="14931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2679782" y="2013463"/>
              <a:ext cx="307800" cy="1666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964969" y="3469840"/>
              <a:ext cx="1713900" cy="529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2679754" y="3469875"/>
              <a:ext cx="307800" cy="5292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76" name="Google Shape;276;p20"/>
          <p:cNvCxnSpPr/>
          <p:nvPr/>
        </p:nvCxnSpPr>
        <p:spPr>
          <a:xfrm>
            <a:off x="5747392" y="6055742"/>
            <a:ext cx="969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7" name="Google Shape;277;p20"/>
          <p:cNvCxnSpPr/>
          <p:nvPr/>
        </p:nvCxnSpPr>
        <p:spPr>
          <a:xfrm rot="10800000">
            <a:off x="6663654" y="6061416"/>
            <a:ext cx="179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8" name="Google Shape;278;p20"/>
          <p:cNvCxnSpPr/>
          <p:nvPr/>
        </p:nvCxnSpPr>
        <p:spPr>
          <a:xfrm flipH="1">
            <a:off x="5615344" y="6183872"/>
            <a:ext cx="0" cy="822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79" name="Google Shape;279;p20"/>
          <p:cNvSpPr txBox="1"/>
          <p:nvPr/>
        </p:nvSpPr>
        <p:spPr>
          <a:xfrm>
            <a:off x="5411990" y="6474996"/>
            <a:ext cx="265800" cy="1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80" name="Google Shape;280;p20"/>
          <p:cNvCxnSpPr/>
          <p:nvPr/>
        </p:nvCxnSpPr>
        <p:spPr>
          <a:xfrm flipH="1">
            <a:off x="5613011" y="7006048"/>
            <a:ext cx="0" cy="279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81" name="Google Shape;281;p20"/>
          <p:cNvSpPr txBox="1"/>
          <p:nvPr/>
        </p:nvSpPr>
        <p:spPr>
          <a:xfrm>
            <a:off x="5244901" y="7054972"/>
            <a:ext cx="297900" cy="1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82" name="Google Shape;282;p20"/>
          <p:cNvCxnSpPr/>
          <p:nvPr/>
        </p:nvCxnSpPr>
        <p:spPr>
          <a:xfrm rot="-5400000" flipH="1">
            <a:off x="2004494" y="8731020"/>
            <a:ext cx="233100" cy="3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aphicFrame>
        <p:nvGraphicFramePr>
          <p:cNvPr id="283" name="Google Shape;283;p20"/>
          <p:cNvGraphicFramePr>
            <a:graphicFrameLocks noGrp="1"/>
          </p:cNvGraphicFramePr>
          <p:nvPr/>
        </p:nvGraphicFramePr>
        <p:xfrm>
          <a:off x="2068300" y="6210364"/>
          <a:ext cx="1711700" cy="1218250"/>
        </p:xfrm>
        <a:graphic>
          <a:graphicData uri="http://schemas.openxmlformats.org/drawingml/2006/table">
            <a:tbl>
              <a:tblPr>
                <a:noFill/>
                <a:tableStyleId>{34AE8D3F-354F-44AE-9324-0CE8A7E88DAC}</a:tableStyleId>
              </a:tblPr>
              <a:tblGrid>
                <a:gridCol w="974125"/>
                <a:gridCol w="737575"/>
              </a:tblGrid>
              <a:tr h="814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42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84" name="Google Shape;284;p20"/>
          <p:cNvSpPr txBox="1"/>
          <p:nvPr/>
        </p:nvSpPr>
        <p:spPr>
          <a:xfrm>
            <a:off x="6255894" y="5804875"/>
            <a:ext cx="876300" cy="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sp>
        <p:nvSpPr>
          <p:cNvPr id="289" name="Google Shape;28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90" name="Google Shape;290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product of two binomials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468000" y="7200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Multiplying binomials efficiently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468000" y="1102800"/>
            <a:ext cx="82377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each of these products of two binomials in expanded form.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5" name="Google Shape;295;p21"/>
          <p:cNvGrpSpPr/>
          <p:nvPr/>
        </p:nvGrpSpPr>
        <p:grpSpPr>
          <a:xfrm>
            <a:off x="1944296" y="1380735"/>
            <a:ext cx="1797035" cy="1430600"/>
            <a:chOff x="4291843" y="2307951"/>
            <a:chExt cx="2126669" cy="2077548"/>
          </a:xfrm>
        </p:grpSpPr>
        <p:sp>
          <p:nvSpPr>
            <p:cNvPr id="296" name="Google Shape;296;p21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7" name="Google Shape;297;p21"/>
            <p:cNvCxnSpPr/>
            <p:nvPr/>
          </p:nvCxnSpPr>
          <p:spPr>
            <a:xfrm flipH="1">
              <a:off x="4532521" y="2740755"/>
              <a:ext cx="0" cy="1017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98" name="Google Shape;298;p21"/>
            <p:cNvSpPr txBox="1"/>
            <p:nvPr/>
          </p:nvSpPr>
          <p:spPr>
            <a:xfrm>
              <a:off x="4323082" y="3131009"/>
              <a:ext cx="3018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99" name="Google Shape;299;p21"/>
            <p:cNvSpPr txBox="1"/>
            <p:nvPr/>
          </p:nvSpPr>
          <p:spPr>
            <a:xfrm>
              <a:off x="5156412" y="2307951"/>
              <a:ext cx="1262100" cy="20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  11</a:t>
              </a:r>
              <a:endParaRPr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300" name="Google Shape;300;p21"/>
            <p:cNvCxnSpPr/>
            <p:nvPr/>
          </p:nvCxnSpPr>
          <p:spPr>
            <a:xfrm>
              <a:off x="4663979" y="2637011"/>
              <a:ext cx="8688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01" name="Google Shape;301;p21"/>
            <p:cNvCxnSpPr/>
            <p:nvPr/>
          </p:nvCxnSpPr>
          <p:spPr>
            <a:xfrm>
              <a:off x="5581564" y="2637032"/>
              <a:ext cx="6951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302" name="Google Shape;302;p21"/>
            <p:cNvGrpSpPr/>
            <p:nvPr/>
          </p:nvGrpSpPr>
          <p:grpSpPr>
            <a:xfrm>
              <a:off x="4673855" y="2740608"/>
              <a:ext cx="1636125" cy="1644891"/>
              <a:chOff x="964911" y="2012573"/>
              <a:chExt cx="2022654" cy="1986584"/>
            </a:xfrm>
          </p:grpSpPr>
          <p:sp>
            <p:nvSpPr>
              <p:cNvPr id="303" name="Google Shape;303;p21"/>
              <p:cNvSpPr/>
              <p:nvPr/>
            </p:nvSpPr>
            <p:spPr>
              <a:xfrm>
                <a:off x="964911" y="2012573"/>
                <a:ext cx="1073100" cy="1284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4" name="Google Shape;304;p21"/>
              <p:cNvSpPr/>
              <p:nvPr/>
            </p:nvSpPr>
            <p:spPr>
              <a:xfrm>
                <a:off x="2037987" y="2013420"/>
                <a:ext cx="949500" cy="1284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latin typeface="Times"/>
                    <a:ea typeface="Times"/>
                    <a:cs typeface="Times"/>
                    <a:sym typeface="Times"/>
                  </a:rPr>
                  <a:t>11</a:t>
                </a:r>
                <a:r>
                  <a:rPr lang="en-GB" sz="12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305" name="Google Shape;305;p21"/>
              <p:cNvSpPr/>
              <p:nvPr/>
            </p:nvSpPr>
            <p:spPr>
              <a:xfrm>
                <a:off x="964942" y="3292657"/>
                <a:ext cx="1073100" cy="706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latin typeface="Times"/>
                    <a:ea typeface="Times"/>
                    <a:cs typeface="Times"/>
                    <a:sym typeface="Times"/>
                  </a:rPr>
                  <a:t>6</a:t>
                </a:r>
                <a:r>
                  <a:rPr lang="en-GB" sz="12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306" name="Google Shape;306;p21"/>
              <p:cNvSpPr/>
              <p:nvPr/>
            </p:nvSpPr>
            <p:spPr>
              <a:xfrm>
                <a:off x="2038065" y="3297152"/>
                <a:ext cx="949500" cy="702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cxnSp>
          <p:nvCxnSpPr>
            <p:cNvPr id="307" name="Google Shape;307;p21"/>
            <p:cNvCxnSpPr/>
            <p:nvPr/>
          </p:nvCxnSpPr>
          <p:spPr>
            <a:xfrm flipH="1">
              <a:off x="4532515" y="3781054"/>
              <a:ext cx="0" cy="584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08" name="Google Shape;308;p21"/>
            <p:cNvSpPr txBox="1"/>
            <p:nvPr/>
          </p:nvSpPr>
          <p:spPr>
            <a:xfrm>
              <a:off x="4291843" y="3910371"/>
              <a:ext cx="3669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309" name="Google Shape;309;p21"/>
          <p:cNvSpPr txBox="1"/>
          <p:nvPr/>
        </p:nvSpPr>
        <p:spPr>
          <a:xfrm>
            <a:off x="468000" y="1647350"/>
            <a:ext cx="1382400" cy="7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+ 6)(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+ 11)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i="1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r>
              <a:rPr lang="en-GB" sz="1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310" name="Google Shape;310;p21"/>
          <p:cNvGrpSpPr/>
          <p:nvPr/>
        </p:nvGrpSpPr>
        <p:grpSpPr>
          <a:xfrm>
            <a:off x="2166413" y="3017986"/>
            <a:ext cx="1477854" cy="1433832"/>
            <a:chOff x="4272340" y="2307951"/>
            <a:chExt cx="2146172" cy="2082242"/>
          </a:xfrm>
        </p:grpSpPr>
        <p:sp>
          <p:nvSpPr>
            <p:cNvPr id="311" name="Google Shape;311;p21"/>
            <p:cNvSpPr/>
            <p:nvPr/>
          </p:nvSpPr>
          <p:spPr>
            <a:xfrm>
              <a:off x="4673727" y="2740793"/>
              <a:ext cx="1490100" cy="16494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2" name="Google Shape;312;p21"/>
            <p:cNvCxnSpPr/>
            <p:nvPr/>
          </p:nvCxnSpPr>
          <p:spPr>
            <a:xfrm flipH="1">
              <a:off x="4532521" y="2740755"/>
              <a:ext cx="0" cy="1017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13" name="Google Shape;313;p21"/>
            <p:cNvSpPr txBox="1"/>
            <p:nvPr/>
          </p:nvSpPr>
          <p:spPr>
            <a:xfrm>
              <a:off x="4323082" y="3131009"/>
              <a:ext cx="3018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14" name="Google Shape;314;p21"/>
            <p:cNvSpPr txBox="1"/>
            <p:nvPr/>
          </p:nvSpPr>
          <p:spPr>
            <a:xfrm>
              <a:off x="5156412" y="2307951"/>
              <a:ext cx="1262100" cy="20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        </a:t>
              </a:r>
              <a:r>
                <a:rPr lang="en-GB" sz="20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r>
                <a:rPr lang="en-GB"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315" name="Google Shape;315;p21"/>
            <p:cNvCxnSpPr/>
            <p:nvPr/>
          </p:nvCxnSpPr>
          <p:spPr>
            <a:xfrm>
              <a:off x="4663979" y="2637011"/>
              <a:ext cx="1100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16" name="Google Shape;316;p21"/>
            <p:cNvCxnSpPr/>
            <p:nvPr/>
          </p:nvCxnSpPr>
          <p:spPr>
            <a:xfrm>
              <a:off x="5764279" y="2637018"/>
              <a:ext cx="512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317" name="Google Shape;317;p21"/>
            <p:cNvGrpSpPr/>
            <p:nvPr/>
          </p:nvGrpSpPr>
          <p:grpSpPr>
            <a:xfrm>
              <a:off x="4673856" y="2740609"/>
              <a:ext cx="1490027" cy="1644893"/>
              <a:chOff x="964912" y="2012575"/>
              <a:chExt cx="1842041" cy="1986585"/>
            </a:xfrm>
          </p:grpSpPr>
          <p:sp>
            <p:nvSpPr>
              <p:cNvPr id="318" name="Google Shape;318;p21"/>
              <p:cNvSpPr/>
              <p:nvPr/>
            </p:nvSpPr>
            <p:spPr>
              <a:xfrm>
                <a:off x="964912" y="2012575"/>
                <a:ext cx="1315500" cy="1284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" name="Google Shape;319;p21"/>
              <p:cNvSpPr/>
              <p:nvPr/>
            </p:nvSpPr>
            <p:spPr>
              <a:xfrm>
                <a:off x="2287652" y="2013444"/>
                <a:ext cx="519300" cy="12846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320" name="Google Shape;320;p21"/>
              <p:cNvSpPr/>
              <p:nvPr/>
            </p:nvSpPr>
            <p:spPr>
              <a:xfrm>
                <a:off x="964937" y="3292629"/>
                <a:ext cx="1315500" cy="706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321" name="Google Shape;321;p21"/>
              <p:cNvSpPr/>
              <p:nvPr/>
            </p:nvSpPr>
            <p:spPr>
              <a:xfrm>
                <a:off x="2287653" y="3297160"/>
                <a:ext cx="519300" cy="7020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cxnSp>
          <p:nvCxnSpPr>
            <p:cNvPr id="322" name="Google Shape;322;p21"/>
            <p:cNvCxnSpPr/>
            <p:nvPr/>
          </p:nvCxnSpPr>
          <p:spPr>
            <a:xfrm flipH="1">
              <a:off x="4532515" y="3781054"/>
              <a:ext cx="0" cy="584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23" name="Google Shape;323;p21"/>
            <p:cNvSpPr txBox="1"/>
            <p:nvPr/>
          </p:nvSpPr>
          <p:spPr>
            <a:xfrm>
              <a:off x="4272340" y="3910371"/>
              <a:ext cx="3669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7</a:t>
              </a: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324" name="Google Shape;324;p21"/>
          <p:cNvSpPr txBox="1"/>
          <p:nvPr/>
        </p:nvSpPr>
        <p:spPr>
          <a:xfrm>
            <a:off x="468000" y="3147250"/>
            <a:ext cx="13191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+ 7)(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i="1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r>
              <a:rPr lang="en-GB" sz="1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>
            <a:off x="3967800" y="1647350"/>
            <a:ext cx="13191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+ 4)(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+ 15)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i="1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r>
              <a:rPr lang="en-GB" sz="1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>
            <a:off x="3967800" y="3147250"/>
            <a:ext cx="11802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+ 4)(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− 15)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i="1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r>
              <a:rPr lang="en-GB" sz="1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327" name="Google Shape;327;p21"/>
          <p:cNvGrpSpPr/>
          <p:nvPr/>
        </p:nvGrpSpPr>
        <p:grpSpPr>
          <a:xfrm>
            <a:off x="5585016" y="1607456"/>
            <a:ext cx="1501958" cy="1071835"/>
            <a:chOff x="4532509" y="2637011"/>
            <a:chExt cx="1777465" cy="1748508"/>
          </a:xfrm>
        </p:grpSpPr>
        <p:sp>
          <p:nvSpPr>
            <p:cNvPr id="328" name="Google Shape;328;p21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29" name="Google Shape;329;p21"/>
            <p:cNvCxnSpPr/>
            <p:nvPr/>
          </p:nvCxnSpPr>
          <p:spPr>
            <a:xfrm flipH="1">
              <a:off x="4532521" y="2740755"/>
              <a:ext cx="0" cy="1158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30" name="Google Shape;330;p21"/>
            <p:cNvCxnSpPr/>
            <p:nvPr/>
          </p:nvCxnSpPr>
          <p:spPr>
            <a:xfrm>
              <a:off x="4663979" y="2637011"/>
              <a:ext cx="8688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31" name="Google Shape;331;p21"/>
            <p:cNvCxnSpPr/>
            <p:nvPr/>
          </p:nvCxnSpPr>
          <p:spPr>
            <a:xfrm>
              <a:off x="5581564" y="2637032"/>
              <a:ext cx="6951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332" name="Google Shape;332;p21"/>
            <p:cNvGrpSpPr/>
            <p:nvPr/>
          </p:nvGrpSpPr>
          <p:grpSpPr>
            <a:xfrm>
              <a:off x="4673855" y="2740608"/>
              <a:ext cx="1636119" cy="1644911"/>
              <a:chOff x="964911" y="2012573"/>
              <a:chExt cx="2022647" cy="1986607"/>
            </a:xfrm>
          </p:grpSpPr>
          <p:sp>
            <p:nvSpPr>
              <p:cNvPr id="333" name="Google Shape;333;p21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4" name="Google Shape;334;p21"/>
              <p:cNvSpPr/>
              <p:nvPr/>
            </p:nvSpPr>
            <p:spPr>
              <a:xfrm>
                <a:off x="2037998" y="2013403"/>
                <a:ext cx="9495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335" name="Google Shape;335;p21"/>
              <p:cNvSpPr/>
              <p:nvPr/>
            </p:nvSpPr>
            <p:spPr>
              <a:xfrm>
                <a:off x="964936" y="3455280"/>
                <a:ext cx="1073100" cy="5439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336" name="Google Shape;336;p21"/>
              <p:cNvSpPr/>
              <p:nvPr/>
            </p:nvSpPr>
            <p:spPr>
              <a:xfrm>
                <a:off x="2038058" y="3455239"/>
                <a:ext cx="949500" cy="5439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cxnSp>
          <p:nvCxnSpPr>
            <p:cNvPr id="337" name="Google Shape;337;p21"/>
            <p:cNvCxnSpPr/>
            <p:nvPr/>
          </p:nvCxnSpPr>
          <p:spPr>
            <a:xfrm flipH="1">
              <a:off x="4532509" y="3946541"/>
              <a:ext cx="0" cy="419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338" name="Google Shape;338;p21"/>
          <p:cNvGrpSpPr/>
          <p:nvPr/>
        </p:nvGrpSpPr>
        <p:grpSpPr>
          <a:xfrm>
            <a:off x="5585016" y="3357351"/>
            <a:ext cx="1501958" cy="1071835"/>
            <a:chOff x="4532509" y="2637011"/>
            <a:chExt cx="1777465" cy="1748508"/>
          </a:xfrm>
        </p:grpSpPr>
        <p:sp>
          <p:nvSpPr>
            <p:cNvPr id="339" name="Google Shape;339;p21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40" name="Google Shape;340;p21"/>
            <p:cNvCxnSpPr/>
            <p:nvPr/>
          </p:nvCxnSpPr>
          <p:spPr>
            <a:xfrm flipH="1">
              <a:off x="4532521" y="2740755"/>
              <a:ext cx="0" cy="1158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41" name="Google Shape;341;p21"/>
            <p:cNvCxnSpPr/>
            <p:nvPr/>
          </p:nvCxnSpPr>
          <p:spPr>
            <a:xfrm>
              <a:off x="4663979" y="2637011"/>
              <a:ext cx="8688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42" name="Google Shape;342;p21"/>
            <p:cNvCxnSpPr/>
            <p:nvPr/>
          </p:nvCxnSpPr>
          <p:spPr>
            <a:xfrm>
              <a:off x="5581564" y="2637032"/>
              <a:ext cx="6951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343" name="Google Shape;343;p21"/>
            <p:cNvGrpSpPr/>
            <p:nvPr/>
          </p:nvGrpSpPr>
          <p:grpSpPr>
            <a:xfrm>
              <a:off x="4673855" y="2740608"/>
              <a:ext cx="1636119" cy="1644911"/>
              <a:chOff x="964911" y="2012573"/>
              <a:chExt cx="2022647" cy="1986607"/>
            </a:xfrm>
          </p:grpSpPr>
          <p:sp>
            <p:nvSpPr>
              <p:cNvPr id="344" name="Google Shape;344;p21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5" name="Google Shape;345;p21"/>
              <p:cNvSpPr/>
              <p:nvPr/>
            </p:nvSpPr>
            <p:spPr>
              <a:xfrm>
                <a:off x="2037998" y="2013403"/>
                <a:ext cx="9495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346" name="Google Shape;346;p21"/>
              <p:cNvSpPr/>
              <p:nvPr/>
            </p:nvSpPr>
            <p:spPr>
              <a:xfrm>
                <a:off x="964936" y="3455280"/>
                <a:ext cx="1073100" cy="5439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9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347" name="Google Shape;347;p21"/>
              <p:cNvSpPr/>
              <p:nvPr/>
            </p:nvSpPr>
            <p:spPr>
              <a:xfrm>
                <a:off x="2038058" y="3455239"/>
                <a:ext cx="949500" cy="5439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348" name="Google Shape;348;p21"/>
            <p:cNvCxnSpPr/>
            <p:nvPr/>
          </p:nvCxnSpPr>
          <p:spPr>
            <a:xfrm flipH="1">
              <a:off x="4532509" y="3946541"/>
              <a:ext cx="0" cy="419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349" name="Google Shape;349;p21"/>
          <p:cNvSpPr/>
          <p:nvPr/>
        </p:nvSpPr>
        <p:spPr>
          <a:xfrm>
            <a:off x="2270791" y="1681266"/>
            <a:ext cx="728100" cy="724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2446656" y="3315600"/>
            <a:ext cx="728100" cy="724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5709488" y="1681266"/>
            <a:ext cx="728100" cy="724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6437556" y="1677216"/>
            <a:ext cx="649200" cy="7326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3" name="Google Shape;353;p21"/>
          <p:cNvSpPr txBox="1"/>
          <p:nvPr/>
        </p:nvSpPr>
        <p:spPr>
          <a:xfrm>
            <a:off x="6025400" y="1338600"/>
            <a:ext cx="10665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   1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5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5934709" y="3117718"/>
            <a:ext cx="10665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  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5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355" name="Google Shape;355;p21"/>
          <p:cNvGrpSpPr/>
          <p:nvPr/>
        </p:nvGrpSpPr>
        <p:grpSpPr>
          <a:xfrm>
            <a:off x="5369073" y="1886725"/>
            <a:ext cx="252647" cy="682034"/>
            <a:chOff x="4323533" y="3131009"/>
            <a:chExt cx="366900" cy="990465"/>
          </a:xfrm>
        </p:grpSpPr>
        <p:sp>
          <p:nvSpPr>
            <p:cNvPr id="356" name="Google Shape;356;p21"/>
            <p:cNvSpPr txBox="1"/>
            <p:nvPr/>
          </p:nvSpPr>
          <p:spPr>
            <a:xfrm>
              <a:off x="4357211" y="3131009"/>
              <a:ext cx="3018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57" name="Google Shape;357;p21"/>
            <p:cNvSpPr txBox="1"/>
            <p:nvPr/>
          </p:nvSpPr>
          <p:spPr>
            <a:xfrm>
              <a:off x="4323533" y="3884774"/>
              <a:ext cx="3669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358" name="Google Shape;358;p21"/>
          <p:cNvGrpSpPr/>
          <p:nvPr/>
        </p:nvGrpSpPr>
        <p:grpSpPr>
          <a:xfrm>
            <a:off x="5369073" y="3636620"/>
            <a:ext cx="252647" cy="682034"/>
            <a:chOff x="4323533" y="3131009"/>
            <a:chExt cx="366900" cy="990465"/>
          </a:xfrm>
        </p:grpSpPr>
        <p:sp>
          <p:nvSpPr>
            <p:cNvPr id="359" name="Google Shape;359;p21"/>
            <p:cNvSpPr txBox="1"/>
            <p:nvPr/>
          </p:nvSpPr>
          <p:spPr>
            <a:xfrm>
              <a:off x="4357211" y="3131009"/>
              <a:ext cx="3018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60" name="Google Shape;360;p21"/>
            <p:cNvSpPr txBox="1"/>
            <p:nvPr/>
          </p:nvSpPr>
          <p:spPr>
            <a:xfrm>
              <a:off x="4323533" y="3884774"/>
              <a:ext cx="366900" cy="23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1200">
                  <a:latin typeface="Times"/>
                  <a:ea typeface="Times"/>
                  <a:cs typeface="Times"/>
                  <a:sym typeface="Times"/>
                </a:rPr>
                <a:t>  </a:t>
              </a:r>
              <a:endParaRPr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361" name="Google Shape;361;p21"/>
          <p:cNvSpPr/>
          <p:nvPr/>
        </p:nvSpPr>
        <p:spPr>
          <a:xfrm>
            <a:off x="5709488" y="3425954"/>
            <a:ext cx="728100" cy="724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6437556" y="3421905"/>
            <a:ext cx="649200" cy="7326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363" name="Google Shape;363;p21"/>
          <p:cNvGrpSpPr/>
          <p:nvPr/>
        </p:nvGrpSpPr>
        <p:grpSpPr>
          <a:xfrm>
            <a:off x="5709467" y="4154344"/>
            <a:ext cx="1382462" cy="276050"/>
            <a:chOff x="964936" y="3455239"/>
            <a:chExt cx="2022622" cy="543942"/>
          </a:xfrm>
        </p:grpSpPr>
        <p:sp>
          <p:nvSpPr>
            <p:cNvPr id="364" name="Google Shape;364;p21"/>
            <p:cNvSpPr/>
            <p:nvPr/>
          </p:nvSpPr>
          <p:spPr>
            <a:xfrm>
              <a:off x="964936" y="3455280"/>
              <a:ext cx="1073100" cy="543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65" name="Google Shape;365;p21"/>
            <p:cNvSpPr/>
            <p:nvPr/>
          </p:nvSpPr>
          <p:spPr>
            <a:xfrm>
              <a:off x="2038058" y="3455239"/>
              <a:ext cx="949500" cy="543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366" name="Google Shape;366;p21"/>
          <p:cNvSpPr txBox="1"/>
          <p:nvPr/>
        </p:nvSpPr>
        <p:spPr>
          <a:xfrm>
            <a:off x="468000" y="4810423"/>
            <a:ext cx="19521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+ 9)(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− 12)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 u="sng"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i="1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7" name="Google Shape;367;p21"/>
          <p:cNvSpPr txBox="1"/>
          <p:nvPr/>
        </p:nvSpPr>
        <p:spPr>
          <a:xfrm>
            <a:off x="468000" y="5879450"/>
            <a:ext cx="15729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f)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− 5)(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− 6)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i="1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r>
              <a:rPr lang="en-GB" sz="1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>
            <a:off x="468000" y="6909475"/>
            <a:ext cx="1477800" cy="6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g)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+ 6)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i="1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r>
              <a:rPr lang="en-GB" sz="1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369" name="Google Shape;369;p21"/>
          <p:cNvGrpSpPr/>
          <p:nvPr/>
        </p:nvGrpSpPr>
        <p:grpSpPr>
          <a:xfrm>
            <a:off x="2315348" y="5917327"/>
            <a:ext cx="1111839" cy="810596"/>
            <a:chOff x="4673716" y="2740608"/>
            <a:chExt cx="1636260" cy="1644878"/>
          </a:xfrm>
        </p:grpSpPr>
        <p:sp>
          <p:nvSpPr>
            <p:cNvPr id="370" name="Google Shape;370;p21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371" name="Google Shape;371;p21"/>
            <p:cNvGrpSpPr/>
            <p:nvPr/>
          </p:nvGrpSpPr>
          <p:grpSpPr>
            <a:xfrm>
              <a:off x="4673855" y="2740608"/>
              <a:ext cx="1636122" cy="1644878"/>
              <a:chOff x="964911" y="2012573"/>
              <a:chExt cx="2022650" cy="1986568"/>
            </a:xfrm>
          </p:grpSpPr>
          <p:sp>
            <p:nvSpPr>
              <p:cNvPr id="372" name="Google Shape;372;p21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73" name="Google Shape;373;p21"/>
              <p:cNvSpPr/>
              <p:nvPr/>
            </p:nvSpPr>
            <p:spPr>
              <a:xfrm>
                <a:off x="2037998" y="2013403"/>
                <a:ext cx="9495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374" name="Google Shape;374;p21"/>
              <p:cNvSpPr/>
              <p:nvPr/>
            </p:nvSpPr>
            <p:spPr>
              <a:xfrm>
                <a:off x="964934" y="3313593"/>
                <a:ext cx="10731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375" name="Google Shape;375;p21"/>
              <p:cNvSpPr/>
              <p:nvPr/>
            </p:nvSpPr>
            <p:spPr>
              <a:xfrm>
                <a:off x="2038061" y="3313641"/>
                <a:ext cx="9495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376" name="Google Shape;376;p21"/>
          <p:cNvGrpSpPr/>
          <p:nvPr/>
        </p:nvGrpSpPr>
        <p:grpSpPr>
          <a:xfrm>
            <a:off x="2315348" y="6936409"/>
            <a:ext cx="1111839" cy="810596"/>
            <a:chOff x="4673716" y="2740608"/>
            <a:chExt cx="1636260" cy="1644878"/>
          </a:xfrm>
        </p:grpSpPr>
        <p:sp>
          <p:nvSpPr>
            <p:cNvPr id="377" name="Google Shape;377;p21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378" name="Google Shape;378;p21"/>
            <p:cNvGrpSpPr/>
            <p:nvPr/>
          </p:nvGrpSpPr>
          <p:grpSpPr>
            <a:xfrm>
              <a:off x="4673855" y="2740608"/>
              <a:ext cx="1636122" cy="1644878"/>
              <a:chOff x="964911" y="2012573"/>
              <a:chExt cx="2022650" cy="1986568"/>
            </a:xfrm>
          </p:grpSpPr>
          <p:sp>
            <p:nvSpPr>
              <p:cNvPr id="379" name="Google Shape;379;p21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80" name="Google Shape;380;p21"/>
              <p:cNvSpPr/>
              <p:nvPr/>
            </p:nvSpPr>
            <p:spPr>
              <a:xfrm>
                <a:off x="2037998" y="2013403"/>
                <a:ext cx="9495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381" name="Google Shape;381;p21"/>
              <p:cNvSpPr/>
              <p:nvPr/>
            </p:nvSpPr>
            <p:spPr>
              <a:xfrm>
                <a:off x="964934" y="3313593"/>
                <a:ext cx="10731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382" name="Google Shape;382;p21"/>
              <p:cNvSpPr/>
              <p:nvPr/>
            </p:nvSpPr>
            <p:spPr>
              <a:xfrm>
                <a:off x="2038061" y="3313641"/>
                <a:ext cx="9495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383" name="Google Shape;383;p21"/>
          <p:cNvSpPr txBox="1"/>
          <p:nvPr/>
        </p:nvSpPr>
        <p:spPr>
          <a:xfrm>
            <a:off x="4127286" y="4810423"/>
            <a:ext cx="19521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h)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− 6)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i="1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r>
              <a:rPr lang="en-GB" sz="1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4127275" y="5879450"/>
            <a:ext cx="1637700" cy="6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i)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</a:t>
            </a:r>
            <a:r>
              <a:rPr lang="en-GB" sz="1200" i="1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i="1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1200" i="1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i="1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r>
              <a:rPr lang="en-GB" sz="1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4127275" y="6909475"/>
            <a:ext cx="1704300" cy="6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j)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i="1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i="1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i="1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r>
              <a:rPr lang="en-GB" sz="1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386" name="Google Shape;386;p21"/>
          <p:cNvGrpSpPr/>
          <p:nvPr/>
        </p:nvGrpSpPr>
        <p:grpSpPr>
          <a:xfrm>
            <a:off x="2315353" y="4857697"/>
            <a:ext cx="1111834" cy="810688"/>
            <a:chOff x="4673724" y="2740620"/>
            <a:chExt cx="1636253" cy="1645065"/>
          </a:xfrm>
        </p:grpSpPr>
        <p:sp>
          <p:nvSpPr>
            <p:cNvPr id="387" name="Google Shape;387;p21"/>
            <p:cNvSpPr/>
            <p:nvPr/>
          </p:nvSpPr>
          <p:spPr>
            <a:xfrm>
              <a:off x="4673724" y="2740785"/>
              <a:ext cx="1635600" cy="1644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388" name="Google Shape;388;p21"/>
            <p:cNvGrpSpPr/>
            <p:nvPr/>
          </p:nvGrpSpPr>
          <p:grpSpPr>
            <a:xfrm>
              <a:off x="4673844" y="2740620"/>
              <a:ext cx="1636133" cy="1644865"/>
              <a:chOff x="964897" y="2012589"/>
              <a:chExt cx="2022664" cy="1986552"/>
            </a:xfrm>
          </p:grpSpPr>
          <p:sp>
            <p:nvSpPr>
              <p:cNvPr id="389" name="Google Shape;389;p21"/>
              <p:cNvSpPr/>
              <p:nvPr/>
            </p:nvSpPr>
            <p:spPr>
              <a:xfrm>
                <a:off x="964897" y="2012589"/>
                <a:ext cx="1073100" cy="13011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 baseline="30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390" name="Google Shape;390;p21"/>
              <p:cNvSpPr/>
              <p:nvPr/>
            </p:nvSpPr>
            <p:spPr>
              <a:xfrm>
                <a:off x="964934" y="3313593"/>
                <a:ext cx="10731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391" name="Google Shape;391;p21"/>
              <p:cNvSpPr/>
              <p:nvPr/>
            </p:nvSpPr>
            <p:spPr>
              <a:xfrm>
                <a:off x="2038061" y="3313641"/>
                <a:ext cx="9495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392" name="Google Shape;392;p21"/>
          <p:cNvGrpSpPr/>
          <p:nvPr/>
        </p:nvGrpSpPr>
        <p:grpSpPr>
          <a:xfrm>
            <a:off x="5974634" y="4857691"/>
            <a:ext cx="1111839" cy="810596"/>
            <a:chOff x="4673716" y="2740608"/>
            <a:chExt cx="1636260" cy="1644878"/>
          </a:xfrm>
        </p:grpSpPr>
        <p:sp>
          <p:nvSpPr>
            <p:cNvPr id="393" name="Google Shape;393;p21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394" name="Google Shape;394;p21"/>
            <p:cNvGrpSpPr/>
            <p:nvPr/>
          </p:nvGrpSpPr>
          <p:grpSpPr>
            <a:xfrm>
              <a:off x="4673855" y="2740608"/>
              <a:ext cx="1636122" cy="1644878"/>
              <a:chOff x="964911" y="2012573"/>
              <a:chExt cx="2022650" cy="1986568"/>
            </a:xfrm>
          </p:grpSpPr>
          <p:sp>
            <p:nvSpPr>
              <p:cNvPr id="395" name="Google Shape;395;p21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96" name="Google Shape;396;p21"/>
              <p:cNvSpPr/>
              <p:nvPr/>
            </p:nvSpPr>
            <p:spPr>
              <a:xfrm>
                <a:off x="2037998" y="2013403"/>
                <a:ext cx="9495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397" name="Google Shape;397;p21"/>
              <p:cNvSpPr/>
              <p:nvPr/>
            </p:nvSpPr>
            <p:spPr>
              <a:xfrm>
                <a:off x="964934" y="3313593"/>
                <a:ext cx="10731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398" name="Google Shape;398;p21"/>
              <p:cNvSpPr/>
              <p:nvPr/>
            </p:nvSpPr>
            <p:spPr>
              <a:xfrm>
                <a:off x="2038061" y="3313641"/>
                <a:ext cx="9495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399" name="Google Shape;399;p21"/>
          <p:cNvGrpSpPr/>
          <p:nvPr/>
        </p:nvGrpSpPr>
        <p:grpSpPr>
          <a:xfrm>
            <a:off x="5974634" y="5917327"/>
            <a:ext cx="1111839" cy="810596"/>
            <a:chOff x="4673716" y="2740608"/>
            <a:chExt cx="1636260" cy="1644878"/>
          </a:xfrm>
        </p:grpSpPr>
        <p:sp>
          <p:nvSpPr>
            <p:cNvPr id="400" name="Google Shape;400;p21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401" name="Google Shape;401;p21"/>
            <p:cNvGrpSpPr/>
            <p:nvPr/>
          </p:nvGrpSpPr>
          <p:grpSpPr>
            <a:xfrm>
              <a:off x="4673855" y="2740608"/>
              <a:ext cx="1636122" cy="1644878"/>
              <a:chOff x="964911" y="2012573"/>
              <a:chExt cx="2022650" cy="1986568"/>
            </a:xfrm>
          </p:grpSpPr>
          <p:sp>
            <p:nvSpPr>
              <p:cNvPr id="402" name="Google Shape;402;p21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03" name="Google Shape;403;p21"/>
              <p:cNvSpPr/>
              <p:nvPr/>
            </p:nvSpPr>
            <p:spPr>
              <a:xfrm>
                <a:off x="2037987" y="2013389"/>
                <a:ext cx="949500" cy="13002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latin typeface="Times"/>
                    <a:ea typeface="Times"/>
                    <a:cs typeface="Times"/>
                    <a:sym typeface="Times"/>
                  </a:rPr>
                  <a:t>9</a:t>
                </a:r>
                <a:r>
                  <a:rPr lang="en-GB" sz="12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404" name="Google Shape;404;p21"/>
              <p:cNvSpPr/>
              <p:nvPr/>
            </p:nvSpPr>
            <p:spPr>
              <a:xfrm>
                <a:off x="964934" y="3313593"/>
                <a:ext cx="10731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latin typeface="Times"/>
                    <a:ea typeface="Times"/>
                    <a:cs typeface="Times"/>
                    <a:sym typeface="Times"/>
                  </a:rPr>
                  <a:t>3</a:t>
                </a:r>
                <a:r>
                  <a:rPr lang="en-GB" sz="12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405" name="Google Shape;405;p21"/>
              <p:cNvSpPr/>
              <p:nvPr/>
            </p:nvSpPr>
            <p:spPr>
              <a:xfrm>
                <a:off x="2038061" y="3313641"/>
                <a:ext cx="9495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</p:grpSp>
      <p:grpSp>
        <p:nvGrpSpPr>
          <p:cNvPr id="406" name="Google Shape;406;p21"/>
          <p:cNvGrpSpPr/>
          <p:nvPr/>
        </p:nvGrpSpPr>
        <p:grpSpPr>
          <a:xfrm>
            <a:off x="5974634" y="6936409"/>
            <a:ext cx="1111839" cy="810596"/>
            <a:chOff x="4673716" y="2740608"/>
            <a:chExt cx="1636260" cy="1644878"/>
          </a:xfrm>
        </p:grpSpPr>
        <p:sp>
          <p:nvSpPr>
            <p:cNvPr id="407" name="Google Shape;407;p21"/>
            <p:cNvSpPr/>
            <p:nvPr/>
          </p:nvSpPr>
          <p:spPr>
            <a:xfrm>
              <a:off x="4673716" y="2740799"/>
              <a:ext cx="1635600" cy="14526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408" name="Google Shape;408;p21"/>
            <p:cNvGrpSpPr/>
            <p:nvPr/>
          </p:nvGrpSpPr>
          <p:grpSpPr>
            <a:xfrm>
              <a:off x="4673855" y="2740608"/>
              <a:ext cx="1636122" cy="1644878"/>
              <a:chOff x="964911" y="2012573"/>
              <a:chExt cx="2022650" cy="1986568"/>
            </a:xfrm>
          </p:grpSpPr>
          <p:sp>
            <p:nvSpPr>
              <p:cNvPr id="409" name="Google Shape;409;p21"/>
              <p:cNvSpPr/>
              <p:nvPr/>
            </p:nvSpPr>
            <p:spPr>
              <a:xfrm>
                <a:off x="964911" y="2012573"/>
                <a:ext cx="1073100" cy="1442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10" name="Google Shape;410;p21"/>
              <p:cNvSpPr/>
              <p:nvPr/>
            </p:nvSpPr>
            <p:spPr>
              <a:xfrm>
                <a:off x="2037987" y="2013390"/>
                <a:ext cx="949500" cy="12858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411" name="Google Shape;411;p21"/>
              <p:cNvSpPr/>
              <p:nvPr/>
            </p:nvSpPr>
            <p:spPr>
              <a:xfrm>
                <a:off x="964934" y="3313593"/>
                <a:ext cx="10731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1200">
                    <a:latin typeface="Times"/>
                    <a:ea typeface="Times"/>
                    <a:cs typeface="Times"/>
                    <a:sym typeface="Times"/>
                  </a:rPr>
                  <a:t>3</a:t>
                </a:r>
                <a:r>
                  <a:rPr lang="en-GB" sz="1200" i="1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sz="1200" i="1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412" name="Google Shape;412;p21"/>
              <p:cNvSpPr/>
              <p:nvPr/>
            </p:nvSpPr>
            <p:spPr>
              <a:xfrm>
                <a:off x="2038061" y="3313641"/>
                <a:ext cx="949500" cy="6855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latin typeface="Times"/>
                    <a:ea typeface="Times"/>
                    <a:cs typeface="Times"/>
                    <a:sym typeface="Times"/>
                  </a:rPr>
                  <a:t>24</a:t>
                </a:r>
                <a:endParaRPr sz="1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</p:grpSp>
      <p:sp>
        <p:nvSpPr>
          <p:cNvPr id="413" name="Google Shape;413;p21"/>
          <p:cNvSpPr/>
          <p:nvPr/>
        </p:nvSpPr>
        <p:spPr>
          <a:xfrm>
            <a:off x="2905815" y="4857793"/>
            <a:ext cx="521400" cy="524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14" name="Google Shape;414;p21"/>
          <p:cNvSpPr/>
          <p:nvPr/>
        </p:nvSpPr>
        <p:spPr>
          <a:xfrm>
            <a:off x="2315224" y="5918874"/>
            <a:ext cx="589800" cy="530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15" name="Google Shape;415;p21"/>
          <p:cNvSpPr/>
          <p:nvPr/>
        </p:nvSpPr>
        <p:spPr>
          <a:xfrm>
            <a:off x="2315224" y="6936511"/>
            <a:ext cx="589800" cy="530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16" name="Google Shape;416;p21"/>
          <p:cNvSpPr/>
          <p:nvPr/>
        </p:nvSpPr>
        <p:spPr>
          <a:xfrm>
            <a:off x="5980736" y="4854741"/>
            <a:ext cx="589800" cy="530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17" name="Google Shape;417;p21"/>
          <p:cNvSpPr/>
          <p:nvPr/>
        </p:nvSpPr>
        <p:spPr>
          <a:xfrm>
            <a:off x="5980736" y="5918874"/>
            <a:ext cx="589800" cy="530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18" name="Google Shape;418;p21"/>
          <p:cNvSpPr/>
          <p:nvPr/>
        </p:nvSpPr>
        <p:spPr>
          <a:xfrm>
            <a:off x="5980736" y="6936511"/>
            <a:ext cx="589800" cy="530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19" name="Google Shape;419;p21"/>
          <p:cNvSpPr/>
          <p:nvPr/>
        </p:nvSpPr>
        <p:spPr>
          <a:xfrm>
            <a:off x="2905815" y="5921927"/>
            <a:ext cx="521400" cy="524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420" name="Google Shape;420;p21"/>
          <p:cNvGrpSpPr/>
          <p:nvPr/>
        </p:nvGrpSpPr>
        <p:grpSpPr>
          <a:xfrm>
            <a:off x="2315210" y="6446804"/>
            <a:ext cx="1111636" cy="279772"/>
            <a:chOff x="964934" y="3313593"/>
            <a:chExt cx="2022627" cy="685548"/>
          </a:xfrm>
        </p:grpSpPr>
        <p:sp>
          <p:nvSpPr>
            <p:cNvPr id="421" name="Google Shape;421;p21"/>
            <p:cNvSpPr/>
            <p:nvPr/>
          </p:nvSpPr>
          <p:spPr>
            <a:xfrm>
              <a:off x="964934" y="3313593"/>
              <a:ext cx="1073100" cy="685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22" name="Google Shape;422;p21"/>
            <p:cNvSpPr/>
            <p:nvPr/>
          </p:nvSpPr>
          <p:spPr>
            <a:xfrm>
              <a:off x="2038061" y="3313641"/>
              <a:ext cx="949500" cy="6855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23" name="Google Shape;423;p21"/>
          <p:cNvSpPr/>
          <p:nvPr/>
        </p:nvSpPr>
        <p:spPr>
          <a:xfrm>
            <a:off x="2905815" y="6939564"/>
            <a:ext cx="521400" cy="524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4" name="Google Shape;424;p21"/>
          <p:cNvSpPr/>
          <p:nvPr/>
        </p:nvSpPr>
        <p:spPr>
          <a:xfrm>
            <a:off x="2315095" y="7464315"/>
            <a:ext cx="589800" cy="279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5" name="Google Shape;425;p21"/>
          <p:cNvSpPr/>
          <p:nvPr/>
        </p:nvSpPr>
        <p:spPr>
          <a:xfrm>
            <a:off x="2905570" y="7464314"/>
            <a:ext cx="521700" cy="279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6" name="Google Shape;426;p21"/>
          <p:cNvSpPr/>
          <p:nvPr/>
        </p:nvSpPr>
        <p:spPr>
          <a:xfrm>
            <a:off x="6570432" y="4857793"/>
            <a:ext cx="521400" cy="524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7" name="Google Shape;427;p21"/>
          <p:cNvSpPr/>
          <p:nvPr/>
        </p:nvSpPr>
        <p:spPr>
          <a:xfrm>
            <a:off x="5980607" y="5382544"/>
            <a:ext cx="589800" cy="279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8" name="Google Shape;428;p21"/>
          <p:cNvSpPr/>
          <p:nvPr/>
        </p:nvSpPr>
        <p:spPr>
          <a:xfrm>
            <a:off x="6570187" y="5382544"/>
            <a:ext cx="521700" cy="279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106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The product of two binomials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2024-02-06T11:37:29.006</cp:lastPrinted>
  <dcterms:created xsi:type="dcterms:W3CDTF">2024-02-06T11:37:29Z</dcterms:created>
  <dcterms:modified xsi:type="dcterms:W3CDTF">2024-02-06T11:37:40Z</dcterms:modified>
</cp:coreProperties>
</file>