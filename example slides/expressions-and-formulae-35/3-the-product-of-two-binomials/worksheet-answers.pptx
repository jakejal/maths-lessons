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82" name="Shape 382"/>
        <p:cNvGrpSpPr/>
        <p:nvPr/>
      </p:nvGrpSpPr>
      <p:grpSpPr>
        <a:xfrm>
          <a:off x="0" y="0"/>
          <a:ext cx="0" cy="0"/>
        </a:xfrm>
      </p:grpSpPr>
      <p:sp>
        <p:nvSpPr>
          <p:cNvPr id="383" name="Google Shape;38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1751202" y="8632604"/>
            <a:ext cx="2952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product of two binomials</a:t>
            </a:r>
            <a:endParaRPr/>
          </a:p>
        </p:txBody>
      </p:sp>
      <p:cxnSp>
        <p:nvCxnSpPr>
          <p:cNvPr id="174" name="Google Shape;174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5" name="Google Shape;175;p20"/>
          <p:cNvGrpSpPr/>
          <p:nvPr/>
        </p:nvGrpSpPr>
        <p:grpSpPr>
          <a:xfrm>
            <a:off x="4407625" y="3965140"/>
            <a:ext cx="976339" cy="970272"/>
            <a:chOff x="964919" y="1992734"/>
            <a:chExt cx="1562143" cy="1744465"/>
          </a:xfrm>
        </p:grpSpPr>
        <p:sp>
          <p:nvSpPr>
            <p:cNvPr id="176" name="Google Shape;176;p20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2272062" y="1992734"/>
              <a:ext cx="2550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964921" y="3460599"/>
              <a:ext cx="1560900" cy="27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2272053" y="3460599"/>
              <a:ext cx="255000" cy="27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0" name="Google Shape;180;p20"/>
          <p:cNvSpPr txBox="1"/>
          <p:nvPr/>
        </p:nvSpPr>
        <p:spPr>
          <a:xfrm>
            <a:off x="474750" y="14279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Exploring the product of two binomials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1810700"/>
            <a:ext cx="66240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information given to fill in these area models and missing terms.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 flipH="1">
            <a:off x="4307566" y="3966111"/>
            <a:ext cx="0" cy="77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3" name="Google Shape;183;p20"/>
          <p:cNvSpPr txBox="1"/>
          <p:nvPr/>
        </p:nvSpPr>
        <p:spPr>
          <a:xfrm>
            <a:off x="4148195" y="4263073"/>
            <a:ext cx="2298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28942" y="3699707"/>
            <a:ext cx="1416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>
            <a:off x="4407598" y="3887167"/>
            <a:ext cx="837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6" name="Google Shape;186;p20"/>
          <p:cNvCxnSpPr/>
          <p:nvPr/>
        </p:nvCxnSpPr>
        <p:spPr>
          <a:xfrm rot="10800000" flipH="1">
            <a:off x="5188994" y="3884438"/>
            <a:ext cx="2331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7" name="Google Shape;187;p20"/>
          <p:cNvSpPr/>
          <p:nvPr/>
        </p:nvSpPr>
        <p:spPr>
          <a:xfrm>
            <a:off x="4415002" y="3966143"/>
            <a:ext cx="809400" cy="8094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/>
          </a:p>
        </p:txBody>
      </p:sp>
      <p:sp>
        <p:nvSpPr>
          <p:cNvPr id="188" name="Google Shape;188;p20"/>
          <p:cNvSpPr txBox="1"/>
          <p:nvPr/>
        </p:nvSpPr>
        <p:spPr>
          <a:xfrm>
            <a:off x="5644980" y="4005471"/>
            <a:ext cx="13698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015564" y="4724788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190641" y="3586457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 rot="-5400000" flipH="1">
            <a:off x="4189542" y="4845114"/>
            <a:ext cx="2331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2" name="Google Shape;192;p20"/>
          <p:cNvSpPr/>
          <p:nvPr/>
        </p:nvSpPr>
        <p:spPr>
          <a:xfrm>
            <a:off x="4408826" y="2287526"/>
            <a:ext cx="1158000" cy="1028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 flipH="1">
            <a:off x="4308851" y="2287495"/>
            <a:ext cx="0" cy="720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4" name="Google Shape;194;p20"/>
          <p:cNvSpPr txBox="1"/>
          <p:nvPr/>
        </p:nvSpPr>
        <p:spPr>
          <a:xfrm>
            <a:off x="4160555" y="2563821"/>
            <a:ext cx="2139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841739" y="2010041"/>
            <a:ext cx="893700" cy="1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>
            <a:off x="4401932" y="2214037"/>
            <a:ext cx="77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7" name="Google Shape;197;p20"/>
          <p:cNvCxnSpPr/>
          <p:nvPr/>
        </p:nvCxnSpPr>
        <p:spPr>
          <a:xfrm>
            <a:off x="5181012" y="2214042"/>
            <a:ext cx="362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98" name="Google Shape;198;p20"/>
          <p:cNvGrpSpPr/>
          <p:nvPr/>
        </p:nvGrpSpPr>
        <p:grpSpPr>
          <a:xfrm>
            <a:off x="4408875" y="2287433"/>
            <a:ext cx="1158369" cy="1164736"/>
            <a:chOff x="964912" y="2012575"/>
            <a:chExt cx="2022645" cy="1986586"/>
          </a:xfrm>
        </p:grpSpPr>
        <p:sp>
          <p:nvSpPr>
            <p:cNvPr id="199" name="Google Shape;199;p20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3" name="Google Shape;203;p20"/>
          <p:cNvCxnSpPr/>
          <p:nvPr/>
        </p:nvCxnSpPr>
        <p:spPr>
          <a:xfrm flipH="1">
            <a:off x="4308847" y="3024096"/>
            <a:ext cx="0" cy="41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4" name="Google Shape;204;p20"/>
          <p:cNvSpPr txBox="1"/>
          <p:nvPr/>
        </p:nvSpPr>
        <p:spPr>
          <a:xfrm>
            <a:off x="4110031" y="3115660"/>
            <a:ext cx="1461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660776" y="2508576"/>
            <a:ext cx="132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940305" y="3914973"/>
            <a:ext cx="1244700" cy="1105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 flipH="1">
            <a:off x="832864" y="3914939"/>
            <a:ext cx="0" cy="77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8" name="Google Shape;208;p20"/>
          <p:cNvSpPr txBox="1"/>
          <p:nvPr/>
        </p:nvSpPr>
        <p:spPr>
          <a:xfrm>
            <a:off x="673493" y="4211901"/>
            <a:ext cx="2298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>
            <a:off x="932896" y="3835995"/>
            <a:ext cx="837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0" name="Google Shape;210;p20"/>
          <p:cNvCxnSpPr/>
          <p:nvPr/>
        </p:nvCxnSpPr>
        <p:spPr>
          <a:xfrm rot="10800000" flipH="1">
            <a:off x="1770161" y="3829101"/>
            <a:ext cx="551400" cy="6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11" name="Google Shape;211;p20"/>
          <p:cNvGrpSpPr/>
          <p:nvPr/>
        </p:nvGrpSpPr>
        <p:grpSpPr>
          <a:xfrm>
            <a:off x="940379" y="3914819"/>
            <a:ext cx="1244928" cy="1104905"/>
            <a:chOff x="964919" y="2012588"/>
            <a:chExt cx="2022628" cy="1986525"/>
          </a:xfrm>
        </p:grpSpPr>
        <p:sp>
          <p:nvSpPr>
            <p:cNvPr id="212" name="Google Shape;212;p20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6" name="Google Shape;216;p20"/>
          <p:cNvCxnSpPr/>
          <p:nvPr/>
        </p:nvCxnSpPr>
        <p:spPr>
          <a:xfrm flipH="1">
            <a:off x="832859" y="4706550"/>
            <a:ext cx="0" cy="308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7" name="Google Shape;217;p20"/>
          <p:cNvSpPr txBox="1"/>
          <p:nvPr/>
        </p:nvSpPr>
        <p:spPr>
          <a:xfrm>
            <a:off x="682581" y="4770900"/>
            <a:ext cx="1569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18" name="Google Shape;218;p20"/>
          <p:cNvGrpSpPr/>
          <p:nvPr/>
        </p:nvGrpSpPr>
        <p:grpSpPr>
          <a:xfrm>
            <a:off x="1749955" y="3914747"/>
            <a:ext cx="430966" cy="813401"/>
            <a:chOff x="6646950" y="2189263"/>
            <a:chExt cx="768484" cy="1441179"/>
          </a:xfrm>
        </p:grpSpPr>
        <p:sp>
          <p:nvSpPr>
            <p:cNvPr id="219" name="Google Shape;219;p20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 rot="-5400000">
              <a:off x="6568834" y="2783841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22" name="Google Shape;222;p20"/>
          <p:cNvSpPr/>
          <p:nvPr/>
        </p:nvSpPr>
        <p:spPr>
          <a:xfrm>
            <a:off x="940300" y="3914971"/>
            <a:ext cx="809400" cy="8094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/>
          </a:p>
        </p:txBody>
      </p:sp>
      <p:grpSp>
        <p:nvGrpSpPr>
          <p:cNvPr id="223" name="Google Shape;223;p20"/>
          <p:cNvGrpSpPr/>
          <p:nvPr/>
        </p:nvGrpSpPr>
        <p:grpSpPr>
          <a:xfrm>
            <a:off x="1750112" y="4722494"/>
            <a:ext cx="428526" cy="297269"/>
            <a:chOff x="6642476" y="3629200"/>
            <a:chExt cx="770730" cy="526700"/>
          </a:xfrm>
        </p:grpSpPr>
        <p:sp>
          <p:nvSpPr>
            <p:cNvPr id="224" name="Google Shape;224;p20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30" name="Google Shape;230;p20"/>
          <p:cNvSpPr txBox="1"/>
          <p:nvPr/>
        </p:nvSpPr>
        <p:spPr>
          <a:xfrm>
            <a:off x="2520300" y="3914738"/>
            <a:ext cx="1524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 i="1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0"/>
          <p:cNvSpPr/>
          <p:nvPr/>
        </p:nvSpPr>
        <p:spPr>
          <a:xfrm rot="-5400000">
            <a:off x="1843746" y="4246953"/>
            <a:ext cx="809400" cy="1452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2181418" y="4719625"/>
            <a:ext cx="141600" cy="1455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2179332" y="4878607"/>
            <a:ext cx="141600" cy="1455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1931092" y="3497575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4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1236726" y="3497575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12012" y="4144774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12012" y="4722777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981134" y="2364407"/>
            <a:ext cx="1101000" cy="952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" name="Google Shape;239;p20"/>
          <p:cNvCxnSpPr/>
          <p:nvPr/>
        </p:nvCxnSpPr>
        <p:spPr>
          <a:xfrm flipH="1">
            <a:off x="873699" y="2364375"/>
            <a:ext cx="0" cy="77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0" name="Google Shape;240;p20"/>
          <p:cNvSpPr txBox="1"/>
          <p:nvPr/>
        </p:nvSpPr>
        <p:spPr>
          <a:xfrm>
            <a:off x="714327" y="2601926"/>
            <a:ext cx="2298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1371274" y="2086806"/>
            <a:ext cx="9606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42" name="Google Shape;242;p20"/>
          <p:cNvCxnSpPr/>
          <p:nvPr/>
        </p:nvCxnSpPr>
        <p:spPr>
          <a:xfrm>
            <a:off x="973731" y="2285431"/>
            <a:ext cx="837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3" name="Google Shape;243;p20"/>
          <p:cNvCxnSpPr/>
          <p:nvPr/>
        </p:nvCxnSpPr>
        <p:spPr>
          <a:xfrm rot="10800000" flipH="1">
            <a:off x="1810996" y="2282737"/>
            <a:ext cx="2835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44" name="Google Shape;244;p20"/>
          <p:cNvGrpSpPr/>
          <p:nvPr/>
        </p:nvGrpSpPr>
        <p:grpSpPr>
          <a:xfrm>
            <a:off x="981189" y="2364192"/>
            <a:ext cx="1100916" cy="952939"/>
            <a:chOff x="964920" y="2012571"/>
            <a:chExt cx="2022628" cy="1986531"/>
          </a:xfrm>
        </p:grpSpPr>
        <p:sp>
          <p:nvSpPr>
            <p:cNvPr id="245" name="Google Shape;245;p20"/>
            <p:cNvSpPr/>
            <p:nvPr/>
          </p:nvSpPr>
          <p:spPr>
            <a:xfrm>
              <a:off x="964920" y="2012571"/>
              <a:ext cx="14868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964923" y="3678294"/>
              <a:ext cx="2022600" cy="320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2452528" y="3460602"/>
              <a:ext cx="534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49" name="Google Shape;249;p20"/>
          <p:cNvCxnSpPr/>
          <p:nvPr/>
        </p:nvCxnSpPr>
        <p:spPr>
          <a:xfrm flipH="1">
            <a:off x="873694" y="3155985"/>
            <a:ext cx="0" cy="20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0" name="Google Shape;250;p20"/>
          <p:cNvSpPr txBox="1"/>
          <p:nvPr/>
        </p:nvSpPr>
        <p:spPr>
          <a:xfrm>
            <a:off x="681408" y="3123611"/>
            <a:ext cx="1569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981135" y="2364406"/>
            <a:ext cx="809400" cy="8094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/>
          </a:p>
        </p:txBody>
      </p:sp>
      <p:grpSp>
        <p:nvGrpSpPr>
          <p:cNvPr id="252" name="Google Shape;252;p20"/>
          <p:cNvGrpSpPr/>
          <p:nvPr/>
        </p:nvGrpSpPr>
        <p:grpSpPr>
          <a:xfrm>
            <a:off x="1790790" y="2364182"/>
            <a:ext cx="291192" cy="809350"/>
            <a:chOff x="6646950" y="2189263"/>
            <a:chExt cx="519244" cy="1434000"/>
          </a:xfrm>
        </p:grpSpPr>
        <p:sp>
          <p:nvSpPr>
            <p:cNvPr id="253" name="Google Shape;253;p20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 rot="-5400000">
              <a:off x="6319594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55" name="Google Shape;255;p20"/>
          <p:cNvSpPr txBox="1"/>
          <p:nvPr/>
        </p:nvSpPr>
        <p:spPr>
          <a:xfrm>
            <a:off x="2255683" y="2364173"/>
            <a:ext cx="1524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510375" y="2176762"/>
            <a:ext cx="2331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3977975" y="2176762"/>
            <a:ext cx="2331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510375" y="3662020"/>
            <a:ext cx="2331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3977975" y="3662020"/>
            <a:ext cx="2331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982170" y="3170203"/>
            <a:ext cx="809400" cy="1461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61" name="Google Shape;261;p20"/>
          <p:cNvGrpSpPr/>
          <p:nvPr/>
        </p:nvGrpSpPr>
        <p:grpSpPr>
          <a:xfrm>
            <a:off x="1795170" y="3171045"/>
            <a:ext cx="282893" cy="145446"/>
            <a:chOff x="6642576" y="3629200"/>
            <a:chExt cx="508800" cy="257700"/>
          </a:xfrm>
        </p:grpSpPr>
        <p:sp>
          <p:nvSpPr>
            <p:cNvPr id="262" name="Google Shape;262;p20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64" name="Google Shape;264;p20"/>
          <p:cNvSpPr/>
          <p:nvPr/>
        </p:nvSpPr>
        <p:spPr>
          <a:xfrm>
            <a:off x="4406750" y="2280477"/>
            <a:ext cx="779100" cy="7791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/>
          </a:p>
        </p:txBody>
      </p:sp>
      <p:grpSp>
        <p:nvGrpSpPr>
          <p:cNvPr id="265" name="Google Shape;265;p20"/>
          <p:cNvGrpSpPr/>
          <p:nvPr/>
        </p:nvGrpSpPr>
        <p:grpSpPr>
          <a:xfrm>
            <a:off x="5185855" y="2280512"/>
            <a:ext cx="381248" cy="774217"/>
            <a:chOff x="6646950" y="2189263"/>
            <a:chExt cx="769110" cy="1434000"/>
          </a:xfrm>
        </p:grpSpPr>
        <p:sp>
          <p:nvSpPr>
            <p:cNvPr id="266" name="Google Shape;266;p20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69" name="Google Shape;269;p20"/>
          <p:cNvGrpSpPr/>
          <p:nvPr/>
        </p:nvGrpSpPr>
        <p:grpSpPr>
          <a:xfrm rot="5400000">
            <a:off x="4605735" y="2869157"/>
            <a:ext cx="381248" cy="774217"/>
            <a:chOff x="6646950" y="2189263"/>
            <a:chExt cx="769110" cy="1434000"/>
          </a:xfrm>
        </p:grpSpPr>
        <p:sp>
          <p:nvSpPr>
            <p:cNvPr id="270" name="Google Shape;270;p20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 rot="-5400000">
              <a:off x="656946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73" name="Google Shape;273;p20"/>
          <p:cNvGrpSpPr/>
          <p:nvPr/>
        </p:nvGrpSpPr>
        <p:grpSpPr>
          <a:xfrm>
            <a:off x="5196736" y="3065297"/>
            <a:ext cx="362783" cy="251710"/>
            <a:chOff x="6642476" y="3629200"/>
            <a:chExt cx="770730" cy="526700"/>
          </a:xfrm>
        </p:grpSpPr>
        <p:sp>
          <p:nvSpPr>
            <p:cNvPr id="274" name="Google Shape;274;p20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80" name="Google Shape;280;p20"/>
          <p:cNvGrpSpPr/>
          <p:nvPr/>
        </p:nvGrpSpPr>
        <p:grpSpPr>
          <a:xfrm>
            <a:off x="5196736" y="3329429"/>
            <a:ext cx="362736" cy="123155"/>
            <a:chOff x="6642476" y="3898200"/>
            <a:chExt cx="770630" cy="257700"/>
          </a:xfrm>
        </p:grpSpPr>
        <p:sp>
          <p:nvSpPr>
            <p:cNvPr id="281" name="Google Shape;281;p20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84" name="Google Shape;284;p20"/>
          <p:cNvSpPr/>
          <p:nvPr/>
        </p:nvSpPr>
        <p:spPr>
          <a:xfrm>
            <a:off x="946933" y="4719733"/>
            <a:ext cx="809400" cy="1452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946933" y="4875623"/>
            <a:ext cx="809400" cy="1452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6" name="Google Shape;286;p20"/>
          <p:cNvSpPr/>
          <p:nvPr/>
        </p:nvSpPr>
        <p:spPr>
          <a:xfrm rot="-5400000">
            <a:off x="4900766" y="4299738"/>
            <a:ext cx="809400" cy="1452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4416060" y="4786852"/>
            <a:ext cx="809400" cy="1461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5244146" y="4790845"/>
            <a:ext cx="141600" cy="1455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468000" y="5461447"/>
            <a:ext cx="65325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an area model to expand and simplify these products of two binomials.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468000" y="6246987"/>
            <a:ext cx="20325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468000" y="7657228"/>
            <a:ext cx="20325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3)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4199209" y="6143977"/>
            <a:ext cx="20325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4199209" y="7641527"/>
            <a:ext cx="20325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2092492" y="6223079"/>
            <a:ext cx="1723500" cy="1035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5" name="Google Shape;295;p20"/>
          <p:cNvGrpSpPr/>
          <p:nvPr/>
        </p:nvGrpSpPr>
        <p:grpSpPr>
          <a:xfrm>
            <a:off x="2092367" y="6223137"/>
            <a:ext cx="1723374" cy="1036001"/>
            <a:chOff x="964924" y="2012565"/>
            <a:chExt cx="2022739" cy="1986579"/>
          </a:xfrm>
        </p:grpSpPr>
        <p:sp>
          <p:nvSpPr>
            <p:cNvPr id="296" name="Google Shape;296;p20"/>
            <p:cNvSpPr/>
            <p:nvPr/>
          </p:nvSpPr>
          <p:spPr>
            <a:xfrm>
              <a:off x="964924" y="2012565"/>
              <a:ext cx="11856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2155763" y="2013448"/>
              <a:ext cx="8319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964953" y="3679044"/>
              <a:ext cx="1185600" cy="320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2155649" y="3699994"/>
              <a:ext cx="831900" cy="299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00" name="Google Shape;300;p20"/>
          <p:cNvCxnSpPr/>
          <p:nvPr/>
        </p:nvCxnSpPr>
        <p:spPr>
          <a:xfrm flipH="1">
            <a:off x="1970574" y="6206624"/>
            <a:ext cx="0" cy="868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1" name="Google Shape;301;p20"/>
          <p:cNvSpPr txBox="1"/>
          <p:nvPr/>
        </p:nvSpPr>
        <p:spPr>
          <a:xfrm>
            <a:off x="1766489" y="6513968"/>
            <a:ext cx="2667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2540556" y="5908700"/>
            <a:ext cx="1115400" cy="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03" name="Google Shape;303;p20"/>
          <p:cNvCxnSpPr/>
          <p:nvPr/>
        </p:nvCxnSpPr>
        <p:spPr>
          <a:xfrm>
            <a:off x="2086746" y="6127746"/>
            <a:ext cx="972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4" name="Google Shape;304;p20"/>
          <p:cNvCxnSpPr/>
          <p:nvPr/>
        </p:nvCxnSpPr>
        <p:spPr>
          <a:xfrm>
            <a:off x="3059101" y="6127752"/>
            <a:ext cx="756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5" name="Google Shape;305;p20"/>
          <p:cNvCxnSpPr/>
          <p:nvPr/>
        </p:nvCxnSpPr>
        <p:spPr>
          <a:xfrm flipH="1">
            <a:off x="1968233" y="7074610"/>
            <a:ext cx="0" cy="329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6" name="Google Shape;306;p20"/>
          <p:cNvSpPr txBox="1"/>
          <p:nvPr/>
        </p:nvSpPr>
        <p:spPr>
          <a:xfrm>
            <a:off x="1598800" y="7092452"/>
            <a:ext cx="2988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2238952" y="7809103"/>
            <a:ext cx="1544700" cy="98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8" name="Google Shape;308;p20"/>
          <p:cNvGrpSpPr/>
          <p:nvPr/>
        </p:nvGrpSpPr>
        <p:grpSpPr>
          <a:xfrm>
            <a:off x="2238942" y="7809191"/>
            <a:ext cx="1544872" cy="986525"/>
            <a:chOff x="964915" y="2012580"/>
            <a:chExt cx="2022613" cy="1997014"/>
          </a:xfrm>
        </p:grpSpPr>
        <p:sp>
          <p:nvSpPr>
            <p:cNvPr id="309" name="Google Shape;309;p20"/>
            <p:cNvSpPr/>
            <p:nvPr/>
          </p:nvSpPr>
          <p:spPr>
            <a:xfrm>
              <a:off x="964915" y="2012580"/>
              <a:ext cx="13140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2291829" y="2013463"/>
              <a:ext cx="6957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964947" y="3679060"/>
              <a:ext cx="1314000" cy="320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2291703" y="3689494"/>
              <a:ext cx="695700" cy="320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13" name="Google Shape;313;p20"/>
          <p:cNvCxnSpPr/>
          <p:nvPr/>
        </p:nvCxnSpPr>
        <p:spPr>
          <a:xfrm flipH="1">
            <a:off x="2118501" y="7793516"/>
            <a:ext cx="0" cy="82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4" name="Google Shape;314;p20"/>
          <p:cNvSpPr txBox="1"/>
          <p:nvPr/>
        </p:nvSpPr>
        <p:spPr>
          <a:xfrm>
            <a:off x="1916873" y="8084643"/>
            <a:ext cx="2637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2747249" y="7511325"/>
            <a:ext cx="10104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16" name="Google Shape;316;p20"/>
          <p:cNvCxnSpPr/>
          <p:nvPr/>
        </p:nvCxnSpPr>
        <p:spPr>
          <a:xfrm>
            <a:off x="2233275" y="7718800"/>
            <a:ext cx="960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7" name="Google Shape;317;p20"/>
          <p:cNvCxnSpPr/>
          <p:nvPr/>
        </p:nvCxnSpPr>
        <p:spPr>
          <a:xfrm>
            <a:off x="3193926" y="7718806"/>
            <a:ext cx="579600" cy="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18" name="Google Shape;318;p20"/>
          <p:cNvGrpSpPr/>
          <p:nvPr/>
        </p:nvGrpSpPr>
        <p:grpSpPr>
          <a:xfrm>
            <a:off x="5747310" y="6144055"/>
            <a:ext cx="1187525" cy="1139261"/>
            <a:chOff x="964886" y="2012568"/>
            <a:chExt cx="2022696" cy="1986506"/>
          </a:xfrm>
        </p:grpSpPr>
        <p:sp>
          <p:nvSpPr>
            <p:cNvPr id="319" name="Google Shape;319;p20"/>
            <p:cNvSpPr/>
            <p:nvPr/>
          </p:nvSpPr>
          <p:spPr>
            <a:xfrm>
              <a:off x="964886" y="2012568"/>
              <a:ext cx="1713900" cy="1493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2679782" y="2013463"/>
              <a:ext cx="3078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964969" y="3469840"/>
              <a:ext cx="17139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2679754" y="3469875"/>
              <a:ext cx="3078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3" name="Google Shape;323;p20"/>
          <p:cNvSpPr txBox="1"/>
          <p:nvPr/>
        </p:nvSpPr>
        <p:spPr>
          <a:xfrm>
            <a:off x="6255894" y="5804875"/>
            <a:ext cx="8763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24" name="Google Shape;324;p20"/>
          <p:cNvCxnSpPr/>
          <p:nvPr/>
        </p:nvCxnSpPr>
        <p:spPr>
          <a:xfrm>
            <a:off x="5747392" y="6055742"/>
            <a:ext cx="969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5" name="Google Shape;325;p20"/>
          <p:cNvCxnSpPr/>
          <p:nvPr/>
        </p:nvCxnSpPr>
        <p:spPr>
          <a:xfrm rot="10800000">
            <a:off x="6663654" y="6061416"/>
            <a:ext cx="179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6" name="Google Shape;326;p20"/>
          <p:cNvCxnSpPr/>
          <p:nvPr/>
        </p:nvCxnSpPr>
        <p:spPr>
          <a:xfrm flipH="1">
            <a:off x="5615344" y="6183872"/>
            <a:ext cx="0" cy="82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7" name="Google Shape;327;p20"/>
          <p:cNvSpPr txBox="1"/>
          <p:nvPr/>
        </p:nvSpPr>
        <p:spPr>
          <a:xfrm>
            <a:off x="5411990" y="6474996"/>
            <a:ext cx="2658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28" name="Google Shape;328;p20"/>
          <p:cNvCxnSpPr/>
          <p:nvPr/>
        </p:nvCxnSpPr>
        <p:spPr>
          <a:xfrm flipH="1">
            <a:off x="5613011" y="7006048"/>
            <a:ext cx="0" cy="27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9" name="Google Shape;329;p20"/>
          <p:cNvSpPr txBox="1"/>
          <p:nvPr/>
        </p:nvSpPr>
        <p:spPr>
          <a:xfrm>
            <a:off x="5244901" y="7054972"/>
            <a:ext cx="2979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30" name="Google Shape;330;p20"/>
          <p:cNvGrpSpPr/>
          <p:nvPr/>
        </p:nvGrpSpPr>
        <p:grpSpPr>
          <a:xfrm>
            <a:off x="3102792" y="6226393"/>
            <a:ext cx="537862" cy="869004"/>
            <a:chOff x="6646950" y="2189263"/>
            <a:chExt cx="768484" cy="1434000"/>
          </a:xfrm>
        </p:grpSpPr>
        <p:sp>
          <p:nvSpPr>
            <p:cNvPr id="331" name="Google Shape;331;p20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32" name="Google Shape;332;p20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33" name="Google Shape;333;p20"/>
            <p:cNvSpPr/>
            <p:nvPr/>
          </p:nvSpPr>
          <p:spPr>
            <a:xfrm rot="-5400000">
              <a:off x="6568834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334" name="Google Shape;334;p20"/>
          <p:cNvSpPr/>
          <p:nvPr/>
        </p:nvSpPr>
        <p:spPr>
          <a:xfrm>
            <a:off x="2092432" y="6226718"/>
            <a:ext cx="1010400" cy="8691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/>
          </a:p>
        </p:txBody>
      </p:sp>
      <p:sp>
        <p:nvSpPr>
          <p:cNvPr id="335" name="Google Shape;335;p20"/>
          <p:cNvSpPr/>
          <p:nvPr/>
        </p:nvSpPr>
        <p:spPr>
          <a:xfrm rot="-5400000">
            <a:off x="3290392" y="6570706"/>
            <a:ext cx="869100" cy="1809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2092429" y="7095706"/>
            <a:ext cx="1010400" cy="1557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37" name="Google Shape;337;p20"/>
          <p:cNvGrpSpPr/>
          <p:nvPr/>
        </p:nvGrpSpPr>
        <p:grpSpPr>
          <a:xfrm>
            <a:off x="3103068" y="7101047"/>
            <a:ext cx="715061" cy="156222"/>
            <a:chOff x="1968317" y="4414103"/>
            <a:chExt cx="734828" cy="186600"/>
          </a:xfrm>
        </p:grpSpPr>
        <p:grpSp>
          <p:nvGrpSpPr>
            <p:cNvPr id="338" name="Google Shape;338;p20"/>
            <p:cNvGrpSpPr/>
            <p:nvPr/>
          </p:nvGrpSpPr>
          <p:grpSpPr>
            <a:xfrm>
              <a:off x="1968317" y="4414103"/>
              <a:ext cx="549536" cy="186549"/>
              <a:chOff x="6642576" y="3629200"/>
              <a:chExt cx="770630" cy="257700"/>
            </a:xfrm>
          </p:grpSpPr>
          <p:sp>
            <p:nvSpPr>
              <p:cNvPr id="339" name="Google Shape;339;p20"/>
              <p:cNvSpPr/>
              <p:nvPr/>
            </p:nvSpPr>
            <p:spPr>
              <a:xfrm>
                <a:off x="66425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40" name="Google Shape;340;p20"/>
              <p:cNvSpPr/>
              <p:nvPr/>
            </p:nvSpPr>
            <p:spPr>
              <a:xfrm>
                <a:off x="68969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41" name="Google Shape;341;p20"/>
              <p:cNvSpPr/>
              <p:nvPr/>
            </p:nvSpPr>
            <p:spPr>
              <a:xfrm>
                <a:off x="715880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342" name="Google Shape;342;p20"/>
            <p:cNvSpPr/>
            <p:nvPr/>
          </p:nvSpPr>
          <p:spPr>
            <a:xfrm>
              <a:off x="2521645" y="4414103"/>
              <a:ext cx="181500" cy="1866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343" name="Google Shape;343;p20"/>
          <p:cNvSpPr/>
          <p:nvPr/>
        </p:nvSpPr>
        <p:spPr>
          <a:xfrm>
            <a:off x="2245779" y="7810971"/>
            <a:ext cx="998100" cy="8232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/>
          </a:p>
        </p:txBody>
      </p:sp>
      <p:sp>
        <p:nvSpPr>
          <p:cNvPr id="344" name="Google Shape;344;p20"/>
          <p:cNvSpPr/>
          <p:nvPr/>
        </p:nvSpPr>
        <p:spPr>
          <a:xfrm rot="-5400000">
            <a:off x="2934041" y="8138808"/>
            <a:ext cx="823200" cy="1788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5" name="Google Shape;345;p20"/>
          <p:cNvSpPr/>
          <p:nvPr/>
        </p:nvSpPr>
        <p:spPr>
          <a:xfrm rot="-5400000">
            <a:off x="3101214" y="8138808"/>
            <a:ext cx="823200" cy="1788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6" name="Google Shape;346;p20"/>
          <p:cNvSpPr/>
          <p:nvPr/>
        </p:nvSpPr>
        <p:spPr>
          <a:xfrm rot="-5400000">
            <a:off x="3268387" y="8138808"/>
            <a:ext cx="823200" cy="1788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2238890" y="8645132"/>
            <a:ext cx="998100" cy="1476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48" name="Google Shape;348;p20"/>
          <p:cNvGrpSpPr/>
          <p:nvPr/>
        </p:nvGrpSpPr>
        <p:grpSpPr>
          <a:xfrm>
            <a:off x="3253541" y="8649641"/>
            <a:ext cx="519944" cy="145600"/>
            <a:chOff x="6642476" y="3898200"/>
            <a:chExt cx="770630" cy="257700"/>
          </a:xfrm>
        </p:grpSpPr>
        <p:sp>
          <p:nvSpPr>
            <p:cNvPr id="349" name="Google Shape;349;p20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352" name="Google Shape;352;p20"/>
          <p:cNvSpPr/>
          <p:nvPr/>
        </p:nvSpPr>
        <p:spPr>
          <a:xfrm>
            <a:off x="5747383" y="6149575"/>
            <a:ext cx="1006500" cy="8232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/>
          </a:p>
        </p:txBody>
      </p:sp>
      <p:sp>
        <p:nvSpPr>
          <p:cNvPr id="353" name="Google Shape;353;p20"/>
          <p:cNvSpPr/>
          <p:nvPr/>
        </p:nvSpPr>
        <p:spPr>
          <a:xfrm>
            <a:off x="5747404" y="6977280"/>
            <a:ext cx="1006500" cy="1476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5747404" y="7130156"/>
            <a:ext cx="1006500" cy="1476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5" name="Google Shape;355;p20"/>
          <p:cNvSpPr/>
          <p:nvPr/>
        </p:nvSpPr>
        <p:spPr>
          <a:xfrm rot="-5400000">
            <a:off x="6427672" y="6469950"/>
            <a:ext cx="823200" cy="1806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6751283" y="6977156"/>
            <a:ext cx="176100" cy="147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6751283" y="7120732"/>
            <a:ext cx="176100" cy="1479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58" name="Google Shape;358;p20"/>
          <p:cNvGrpSpPr/>
          <p:nvPr/>
        </p:nvGrpSpPr>
        <p:grpSpPr>
          <a:xfrm>
            <a:off x="5787195" y="7468747"/>
            <a:ext cx="1106252" cy="1139255"/>
            <a:chOff x="964899" y="2012580"/>
            <a:chExt cx="2022768" cy="1986495"/>
          </a:xfrm>
        </p:grpSpPr>
        <p:sp>
          <p:nvSpPr>
            <p:cNvPr id="359" name="Google Shape;359;p20"/>
            <p:cNvSpPr/>
            <p:nvPr/>
          </p:nvSpPr>
          <p:spPr>
            <a:xfrm>
              <a:off x="964899" y="2012580"/>
              <a:ext cx="1505100" cy="1493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469867" y="2013479"/>
              <a:ext cx="517800" cy="143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964969" y="3469840"/>
              <a:ext cx="17139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2679754" y="3469875"/>
              <a:ext cx="3078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63" name="Google Shape;363;p20"/>
          <p:cNvSpPr/>
          <p:nvPr/>
        </p:nvSpPr>
        <p:spPr>
          <a:xfrm>
            <a:off x="5787215" y="7474260"/>
            <a:ext cx="823200" cy="8232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/>
          </a:p>
        </p:txBody>
      </p:sp>
      <p:sp>
        <p:nvSpPr>
          <p:cNvPr id="364" name="Google Shape;364;p20"/>
          <p:cNvSpPr/>
          <p:nvPr/>
        </p:nvSpPr>
        <p:spPr>
          <a:xfrm>
            <a:off x="5787233" y="8301960"/>
            <a:ext cx="823200" cy="1476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5787233" y="8454835"/>
            <a:ext cx="823200" cy="1476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66" name="Google Shape;366;p20"/>
          <p:cNvGrpSpPr/>
          <p:nvPr/>
        </p:nvGrpSpPr>
        <p:grpSpPr>
          <a:xfrm>
            <a:off x="6610187" y="8303283"/>
            <a:ext cx="283147" cy="145601"/>
            <a:chOff x="6642476" y="3898200"/>
            <a:chExt cx="508800" cy="257700"/>
          </a:xfrm>
        </p:grpSpPr>
        <p:sp>
          <p:nvSpPr>
            <p:cNvPr id="367" name="Google Shape;367;p20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369" name="Google Shape;369;p20"/>
          <p:cNvGrpSpPr/>
          <p:nvPr/>
        </p:nvGrpSpPr>
        <p:grpSpPr>
          <a:xfrm>
            <a:off x="6610912" y="8457461"/>
            <a:ext cx="287282" cy="145600"/>
            <a:chOff x="6896876" y="3898200"/>
            <a:chExt cx="516230" cy="257700"/>
          </a:xfrm>
        </p:grpSpPr>
        <p:sp>
          <p:nvSpPr>
            <p:cNvPr id="370" name="Google Shape;370;p2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372" name="Google Shape;372;p20"/>
          <p:cNvSpPr/>
          <p:nvPr/>
        </p:nvSpPr>
        <p:spPr>
          <a:xfrm rot="-5400000">
            <a:off x="6271322" y="7814538"/>
            <a:ext cx="823200" cy="1476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3" name="Google Shape;373;p20"/>
          <p:cNvSpPr/>
          <p:nvPr/>
        </p:nvSpPr>
        <p:spPr>
          <a:xfrm rot="-5400000">
            <a:off x="6409217" y="7814538"/>
            <a:ext cx="823200" cy="1476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2092429" y="7257100"/>
            <a:ext cx="1010400" cy="1557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75" name="Google Shape;375;p20"/>
          <p:cNvGrpSpPr/>
          <p:nvPr/>
        </p:nvGrpSpPr>
        <p:grpSpPr>
          <a:xfrm>
            <a:off x="3103068" y="7256443"/>
            <a:ext cx="715061" cy="156222"/>
            <a:chOff x="1968317" y="4414103"/>
            <a:chExt cx="734828" cy="186600"/>
          </a:xfrm>
        </p:grpSpPr>
        <p:grpSp>
          <p:nvGrpSpPr>
            <p:cNvPr id="376" name="Google Shape;376;p20"/>
            <p:cNvGrpSpPr/>
            <p:nvPr/>
          </p:nvGrpSpPr>
          <p:grpSpPr>
            <a:xfrm>
              <a:off x="1968317" y="4414103"/>
              <a:ext cx="549536" cy="186549"/>
              <a:chOff x="6642576" y="3629200"/>
              <a:chExt cx="770630" cy="257700"/>
            </a:xfrm>
          </p:grpSpPr>
          <p:sp>
            <p:nvSpPr>
              <p:cNvPr id="377" name="Google Shape;377;p20"/>
              <p:cNvSpPr/>
              <p:nvPr/>
            </p:nvSpPr>
            <p:spPr>
              <a:xfrm>
                <a:off x="66425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78" name="Google Shape;378;p20"/>
              <p:cNvSpPr/>
              <p:nvPr/>
            </p:nvSpPr>
            <p:spPr>
              <a:xfrm>
                <a:off x="689697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>
                <a:off x="7158806" y="3629200"/>
                <a:ext cx="254400" cy="257700"/>
              </a:xfrm>
              <a:prstGeom prst="rect">
                <a:avLst/>
              </a:prstGeom>
              <a:solidFill>
                <a:srgbClr val="F4CCCC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380" name="Google Shape;380;p20"/>
            <p:cNvSpPr/>
            <p:nvPr/>
          </p:nvSpPr>
          <p:spPr>
            <a:xfrm>
              <a:off x="2521645" y="4414103"/>
              <a:ext cx="181500" cy="186600"/>
            </a:xfrm>
            <a:prstGeom prst="rect">
              <a:avLst/>
            </a:prstGeom>
            <a:solidFill>
              <a:srgbClr val="F4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cxnSp>
        <p:nvCxnSpPr>
          <p:cNvPr id="381" name="Google Shape;381;p20"/>
          <p:cNvCxnSpPr/>
          <p:nvPr/>
        </p:nvCxnSpPr>
        <p:spPr>
          <a:xfrm rot="-5400000" flipH="1">
            <a:off x="2004494" y="8731020"/>
            <a:ext cx="233100" cy="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85" name="Shape 385"/>
        <p:cNvGrpSpPr/>
        <p:nvPr/>
      </p:nvGrpSpPr>
      <p:grpSpPr>
        <a:xfrm>
          <a:off x="0" y="0"/>
          <a:ext cx="0" cy="0"/>
        </a:xfrm>
      </p:grpSpPr>
      <p:sp>
        <p:nvSpPr>
          <p:cNvPr id="386" name="Google Shape;38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87" name="Google Shape;38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product of two binomials</a:t>
            </a:r>
            <a:endParaRPr/>
          </a:p>
        </p:txBody>
      </p:sp>
      <p:sp>
        <p:nvSpPr>
          <p:cNvPr id="388" name="Google Shape;38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90" name="Google Shape;390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Multiplying binomials efficiently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468000" y="1102800"/>
            <a:ext cx="8237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each of these products of two binomials in expanded form.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2" name="Google Shape;392;p21"/>
          <p:cNvGrpSpPr/>
          <p:nvPr/>
        </p:nvGrpSpPr>
        <p:grpSpPr>
          <a:xfrm>
            <a:off x="1944296" y="1380735"/>
            <a:ext cx="1797035" cy="1430600"/>
            <a:chOff x="4291843" y="2307951"/>
            <a:chExt cx="2126669" cy="2077548"/>
          </a:xfrm>
        </p:grpSpPr>
        <p:sp>
          <p:nvSpPr>
            <p:cNvPr id="393" name="Google Shape;393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94" name="Google Shape;394;p21"/>
            <p:cNvCxnSpPr/>
            <p:nvPr/>
          </p:nvCxnSpPr>
          <p:spPr>
            <a:xfrm flipH="1">
              <a:off x="4532521" y="2740755"/>
              <a:ext cx="0" cy="101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95" name="Google Shape;395;p21"/>
            <p:cNvSpPr txBox="1"/>
            <p:nvPr/>
          </p:nvSpPr>
          <p:spPr>
            <a:xfrm>
              <a:off x="4323082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96" name="Google Shape;396;p21"/>
            <p:cNvSpPr txBox="1"/>
            <p:nvPr/>
          </p:nvSpPr>
          <p:spPr>
            <a:xfrm>
              <a:off x="5156412" y="2307951"/>
              <a:ext cx="12621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11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97" name="Google Shape;397;p21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98" name="Google Shape;398;p21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399" name="Google Shape;399;p21"/>
            <p:cNvGrpSpPr/>
            <p:nvPr/>
          </p:nvGrpSpPr>
          <p:grpSpPr>
            <a:xfrm>
              <a:off x="4673855" y="2740608"/>
              <a:ext cx="1636125" cy="1644891"/>
              <a:chOff x="964911" y="2012573"/>
              <a:chExt cx="2022654" cy="1986584"/>
            </a:xfrm>
          </p:grpSpPr>
          <p:sp>
            <p:nvSpPr>
              <p:cNvPr id="400" name="Google Shape;400;p21"/>
              <p:cNvSpPr/>
              <p:nvPr/>
            </p:nvSpPr>
            <p:spPr>
              <a:xfrm>
                <a:off x="964911" y="2012573"/>
                <a:ext cx="10731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1" name="Google Shape;401;p21"/>
              <p:cNvSpPr/>
              <p:nvPr/>
            </p:nvSpPr>
            <p:spPr>
              <a:xfrm>
                <a:off x="2037987" y="2013420"/>
                <a:ext cx="9495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11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02" name="Google Shape;402;p21"/>
              <p:cNvSpPr/>
              <p:nvPr/>
            </p:nvSpPr>
            <p:spPr>
              <a:xfrm>
                <a:off x="964942" y="3292657"/>
                <a:ext cx="1073100" cy="70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6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03" name="Google Shape;403;p21"/>
              <p:cNvSpPr/>
              <p:nvPr/>
            </p:nvSpPr>
            <p:spPr>
              <a:xfrm>
                <a:off x="2038065" y="3297152"/>
                <a:ext cx="949500" cy="702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66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cxnSp>
          <p:nvCxnSpPr>
            <p:cNvPr id="404" name="Google Shape;404;p21"/>
            <p:cNvCxnSpPr/>
            <p:nvPr/>
          </p:nvCxnSpPr>
          <p:spPr>
            <a:xfrm flipH="1">
              <a:off x="4532515" y="3781054"/>
              <a:ext cx="0" cy="58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05" name="Google Shape;405;p21"/>
            <p:cNvSpPr txBox="1"/>
            <p:nvPr/>
          </p:nvSpPr>
          <p:spPr>
            <a:xfrm>
              <a:off x="4291843" y="3910371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406" name="Google Shape;406;p21"/>
          <p:cNvSpPr txBox="1"/>
          <p:nvPr/>
        </p:nvSpPr>
        <p:spPr>
          <a:xfrm>
            <a:off x="468000" y="1647350"/>
            <a:ext cx="1382400" cy="7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+ 11)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+ 66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407" name="Google Shape;407;p21"/>
          <p:cNvGrpSpPr/>
          <p:nvPr/>
        </p:nvGrpSpPr>
        <p:grpSpPr>
          <a:xfrm>
            <a:off x="2166413" y="3017986"/>
            <a:ext cx="1477854" cy="1433832"/>
            <a:chOff x="4272340" y="2307951"/>
            <a:chExt cx="2146172" cy="2082242"/>
          </a:xfrm>
        </p:grpSpPr>
        <p:sp>
          <p:nvSpPr>
            <p:cNvPr id="408" name="Google Shape;408;p21"/>
            <p:cNvSpPr/>
            <p:nvPr/>
          </p:nvSpPr>
          <p:spPr>
            <a:xfrm>
              <a:off x="4673727" y="2740793"/>
              <a:ext cx="1490100" cy="16494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9" name="Google Shape;409;p21"/>
            <p:cNvCxnSpPr/>
            <p:nvPr/>
          </p:nvCxnSpPr>
          <p:spPr>
            <a:xfrm flipH="1">
              <a:off x="4532521" y="2740755"/>
              <a:ext cx="0" cy="101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10" name="Google Shape;410;p21"/>
            <p:cNvSpPr txBox="1"/>
            <p:nvPr/>
          </p:nvSpPr>
          <p:spPr>
            <a:xfrm>
              <a:off x="4323082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11" name="Google Shape;411;p21"/>
            <p:cNvSpPr txBox="1"/>
            <p:nvPr/>
          </p:nvSpPr>
          <p:spPr>
            <a:xfrm>
              <a:off x="5156412" y="2307951"/>
              <a:ext cx="12621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</a:t>
              </a:r>
              <a:r>
                <a:rPr lang="en-GB" sz="2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12" name="Google Shape;412;p21"/>
            <p:cNvCxnSpPr/>
            <p:nvPr/>
          </p:nvCxnSpPr>
          <p:spPr>
            <a:xfrm>
              <a:off x="4663979" y="2637011"/>
              <a:ext cx="110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13" name="Google Shape;413;p21"/>
            <p:cNvCxnSpPr/>
            <p:nvPr/>
          </p:nvCxnSpPr>
          <p:spPr>
            <a:xfrm>
              <a:off x="5764279" y="2637018"/>
              <a:ext cx="512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414" name="Google Shape;414;p21"/>
            <p:cNvGrpSpPr/>
            <p:nvPr/>
          </p:nvGrpSpPr>
          <p:grpSpPr>
            <a:xfrm>
              <a:off x="4673856" y="2740609"/>
              <a:ext cx="1490027" cy="1644893"/>
              <a:chOff x="964912" y="2012575"/>
              <a:chExt cx="1842041" cy="1986585"/>
            </a:xfrm>
          </p:grpSpPr>
          <p:sp>
            <p:nvSpPr>
              <p:cNvPr id="415" name="Google Shape;415;p21"/>
              <p:cNvSpPr/>
              <p:nvPr/>
            </p:nvSpPr>
            <p:spPr>
              <a:xfrm>
                <a:off x="964912" y="2012575"/>
                <a:ext cx="13155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6" name="Google Shape;416;p21"/>
              <p:cNvSpPr/>
              <p:nvPr/>
            </p:nvSpPr>
            <p:spPr>
              <a:xfrm>
                <a:off x="2287652" y="2013444"/>
                <a:ext cx="5193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17" name="Google Shape;417;p21"/>
              <p:cNvSpPr/>
              <p:nvPr/>
            </p:nvSpPr>
            <p:spPr>
              <a:xfrm>
                <a:off x="964937" y="3292629"/>
                <a:ext cx="1315500" cy="70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7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18" name="Google Shape;418;p21"/>
              <p:cNvSpPr/>
              <p:nvPr/>
            </p:nvSpPr>
            <p:spPr>
              <a:xfrm>
                <a:off x="2287653" y="3297160"/>
                <a:ext cx="519300" cy="702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7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cxnSp>
          <p:nvCxnSpPr>
            <p:cNvPr id="419" name="Google Shape;419;p21"/>
            <p:cNvCxnSpPr/>
            <p:nvPr/>
          </p:nvCxnSpPr>
          <p:spPr>
            <a:xfrm flipH="1">
              <a:off x="4532515" y="3781054"/>
              <a:ext cx="0" cy="58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20" name="Google Shape;420;p21"/>
            <p:cNvSpPr txBox="1"/>
            <p:nvPr/>
          </p:nvSpPr>
          <p:spPr>
            <a:xfrm>
              <a:off x="4272340" y="3910371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421" name="Google Shape;421;p21"/>
          <p:cNvSpPr txBox="1"/>
          <p:nvPr/>
        </p:nvSpPr>
        <p:spPr>
          <a:xfrm>
            <a:off x="468000" y="3147250"/>
            <a:ext cx="13191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+ 7)(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3967799" y="1647341"/>
            <a:ext cx="19668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+ 15)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+ 60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3967799" y="3147251"/>
            <a:ext cx="19668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− 15)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11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424" name="Google Shape;424;p21"/>
          <p:cNvGrpSpPr/>
          <p:nvPr/>
        </p:nvGrpSpPr>
        <p:grpSpPr>
          <a:xfrm>
            <a:off x="5585016" y="1607456"/>
            <a:ext cx="1501958" cy="1071835"/>
            <a:chOff x="4532509" y="2637011"/>
            <a:chExt cx="1777465" cy="1748508"/>
          </a:xfrm>
        </p:grpSpPr>
        <p:sp>
          <p:nvSpPr>
            <p:cNvPr id="425" name="Google Shape;425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26" name="Google Shape;426;p21"/>
            <p:cNvCxnSpPr/>
            <p:nvPr/>
          </p:nvCxnSpPr>
          <p:spPr>
            <a:xfrm flipH="1">
              <a:off x="4532521" y="2740755"/>
              <a:ext cx="0" cy="1158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27" name="Google Shape;427;p21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28" name="Google Shape;428;p21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429" name="Google Shape;429;p21"/>
            <p:cNvGrpSpPr/>
            <p:nvPr/>
          </p:nvGrpSpPr>
          <p:grpSpPr>
            <a:xfrm>
              <a:off x="4673855" y="2740608"/>
              <a:ext cx="1636119" cy="1644911"/>
              <a:chOff x="964911" y="2012573"/>
              <a:chExt cx="2022647" cy="1986607"/>
            </a:xfrm>
          </p:grpSpPr>
          <p:sp>
            <p:nvSpPr>
              <p:cNvPr id="430" name="Google Shape;430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1" name="Google Shape;431;p2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32" name="Google Shape;432;p21"/>
              <p:cNvSpPr/>
              <p:nvPr/>
            </p:nvSpPr>
            <p:spPr>
              <a:xfrm>
                <a:off x="964936" y="3455280"/>
                <a:ext cx="10731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4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33" name="Google Shape;433;p21"/>
              <p:cNvSpPr/>
              <p:nvPr/>
            </p:nvSpPr>
            <p:spPr>
              <a:xfrm>
                <a:off x="2038058" y="3455239"/>
                <a:ext cx="9495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60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cxnSp>
          <p:nvCxnSpPr>
            <p:cNvPr id="434" name="Google Shape;434;p21"/>
            <p:cNvCxnSpPr/>
            <p:nvPr/>
          </p:nvCxnSpPr>
          <p:spPr>
            <a:xfrm flipH="1">
              <a:off x="4532509" y="3946541"/>
              <a:ext cx="0" cy="419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435" name="Google Shape;435;p21"/>
          <p:cNvGrpSpPr/>
          <p:nvPr/>
        </p:nvGrpSpPr>
        <p:grpSpPr>
          <a:xfrm>
            <a:off x="5585016" y="3357351"/>
            <a:ext cx="1501958" cy="1071835"/>
            <a:chOff x="4532509" y="2637011"/>
            <a:chExt cx="1777465" cy="1748508"/>
          </a:xfrm>
        </p:grpSpPr>
        <p:sp>
          <p:nvSpPr>
            <p:cNvPr id="436" name="Google Shape;436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37" name="Google Shape;437;p21"/>
            <p:cNvCxnSpPr/>
            <p:nvPr/>
          </p:nvCxnSpPr>
          <p:spPr>
            <a:xfrm flipH="1">
              <a:off x="4532521" y="2740755"/>
              <a:ext cx="0" cy="1158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38" name="Google Shape;438;p21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39" name="Google Shape;439;p21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440" name="Google Shape;440;p21"/>
            <p:cNvGrpSpPr/>
            <p:nvPr/>
          </p:nvGrpSpPr>
          <p:grpSpPr>
            <a:xfrm>
              <a:off x="4673855" y="2740608"/>
              <a:ext cx="1636119" cy="1644911"/>
              <a:chOff x="964911" y="2012573"/>
              <a:chExt cx="2022647" cy="1986607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964936" y="3455280"/>
                <a:ext cx="10731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2038058" y="3455239"/>
                <a:ext cx="9495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445" name="Google Shape;445;p21"/>
            <p:cNvCxnSpPr/>
            <p:nvPr/>
          </p:nvCxnSpPr>
          <p:spPr>
            <a:xfrm flipH="1">
              <a:off x="4532509" y="3946541"/>
              <a:ext cx="0" cy="419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46" name="Google Shape;446;p21"/>
          <p:cNvSpPr/>
          <p:nvPr/>
        </p:nvSpPr>
        <p:spPr>
          <a:xfrm>
            <a:off x="2270791" y="1681266"/>
            <a:ext cx="728100" cy="724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2446656" y="3315600"/>
            <a:ext cx="728100" cy="724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48" name="Google Shape;448;p21"/>
          <p:cNvSpPr/>
          <p:nvPr/>
        </p:nvSpPr>
        <p:spPr>
          <a:xfrm>
            <a:off x="5709488" y="1681266"/>
            <a:ext cx="728100" cy="724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6437556" y="1677216"/>
            <a:ext cx="649200" cy="732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6025400" y="1338600"/>
            <a:ext cx="10665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 1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5934709" y="3117718"/>
            <a:ext cx="10665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452" name="Google Shape;452;p21"/>
          <p:cNvGrpSpPr/>
          <p:nvPr/>
        </p:nvGrpSpPr>
        <p:grpSpPr>
          <a:xfrm>
            <a:off x="5369073" y="1886725"/>
            <a:ext cx="252647" cy="682034"/>
            <a:chOff x="4323533" y="3131009"/>
            <a:chExt cx="366900" cy="990465"/>
          </a:xfrm>
        </p:grpSpPr>
        <p:sp>
          <p:nvSpPr>
            <p:cNvPr id="453" name="Google Shape;453;p21"/>
            <p:cNvSpPr txBox="1"/>
            <p:nvPr/>
          </p:nvSpPr>
          <p:spPr>
            <a:xfrm>
              <a:off x="4357211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54" name="Google Shape;454;p21"/>
            <p:cNvSpPr txBox="1"/>
            <p:nvPr/>
          </p:nvSpPr>
          <p:spPr>
            <a:xfrm>
              <a:off x="4323533" y="3884774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455" name="Google Shape;455;p21"/>
          <p:cNvGrpSpPr/>
          <p:nvPr/>
        </p:nvGrpSpPr>
        <p:grpSpPr>
          <a:xfrm>
            <a:off x="5369073" y="3636620"/>
            <a:ext cx="252647" cy="682034"/>
            <a:chOff x="4323533" y="3131009"/>
            <a:chExt cx="366900" cy="990465"/>
          </a:xfrm>
        </p:grpSpPr>
        <p:sp>
          <p:nvSpPr>
            <p:cNvPr id="456" name="Google Shape;456;p21"/>
            <p:cNvSpPr txBox="1"/>
            <p:nvPr/>
          </p:nvSpPr>
          <p:spPr>
            <a:xfrm>
              <a:off x="4357211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57" name="Google Shape;457;p21"/>
            <p:cNvSpPr txBox="1"/>
            <p:nvPr/>
          </p:nvSpPr>
          <p:spPr>
            <a:xfrm>
              <a:off x="4323533" y="3884774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458" name="Google Shape;458;p21"/>
          <p:cNvSpPr/>
          <p:nvPr/>
        </p:nvSpPr>
        <p:spPr>
          <a:xfrm>
            <a:off x="5709488" y="3425954"/>
            <a:ext cx="728100" cy="724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6437556" y="3421905"/>
            <a:ext cx="649200" cy="732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460" name="Google Shape;460;p21"/>
          <p:cNvGrpSpPr/>
          <p:nvPr/>
        </p:nvGrpSpPr>
        <p:grpSpPr>
          <a:xfrm>
            <a:off x="5709467" y="4154344"/>
            <a:ext cx="1382462" cy="276050"/>
            <a:chOff x="964936" y="3455239"/>
            <a:chExt cx="2022622" cy="543942"/>
          </a:xfrm>
        </p:grpSpPr>
        <p:sp>
          <p:nvSpPr>
            <p:cNvPr id="461" name="Google Shape;461;p21"/>
            <p:cNvSpPr/>
            <p:nvPr/>
          </p:nvSpPr>
          <p:spPr>
            <a:xfrm>
              <a:off x="964936" y="3455280"/>
              <a:ext cx="1073100" cy="543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2" name="Google Shape;462;p21"/>
            <p:cNvSpPr/>
            <p:nvPr/>
          </p:nvSpPr>
          <p:spPr>
            <a:xfrm>
              <a:off x="2038058" y="3455239"/>
              <a:ext cx="949500" cy="543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60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463" name="Google Shape;463;p21"/>
          <p:cNvSpPr txBox="1"/>
          <p:nvPr/>
        </p:nvSpPr>
        <p:spPr>
          <a:xfrm>
            <a:off x="468000" y="4810423"/>
            <a:ext cx="1952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+ 9)(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− 12)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108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64" name="Google Shape;464;p21"/>
          <p:cNvSpPr txBox="1"/>
          <p:nvPr/>
        </p:nvSpPr>
        <p:spPr>
          <a:xfrm>
            <a:off x="468000" y="5879439"/>
            <a:ext cx="19521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− 5)(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− 6)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11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468000" y="6909469"/>
            <a:ext cx="19521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g)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466" name="Google Shape;466;p21"/>
          <p:cNvGrpSpPr/>
          <p:nvPr/>
        </p:nvGrpSpPr>
        <p:grpSpPr>
          <a:xfrm>
            <a:off x="2315353" y="4857697"/>
            <a:ext cx="1111834" cy="810688"/>
            <a:chOff x="4673724" y="2740620"/>
            <a:chExt cx="1636253" cy="1645065"/>
          </a:xfrm>
        </p:grpSpPr>
        <p:sp>
          <p:nvSpPr>
            <p:cNvPr id="467" name="Google Shape;467;p21"/>
            <p:cNvSpPr/>
            <p:nvPr/>
          </p:nvSpPr>
          <p:spPr>
            <a:xfrm>
              <a:off x="4673724" y="2740785"/>
              <a:ext cx="1635600" cy="1644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68" name="Google Shape;468;p21"/>
            <p:cNvGrpSpPr/>
            <p:nvPr/>
          </p:nvGrpSpPr>
          <p:grpSpPr>
            <a:xfrm>
              <a:off x="4673844" y="2740620"/>
              <a:ext cx="1636133" cy="1644865"/>
              <a:chOff x="964897" y="2012589"/>
              <a:chExt cx="2022664" cy="1986552"/>
            </a:xfrm>
          </p:grpSpPr>
          <p:sp>
            <p:nvSpPr>
              <p:cNvPr id="469" name="Google Shape;469;p21"/>
              <p:cNvSpPr/>
              <p:nvPr/>
            </p:nvSpPr>
            <p:spPr>
              <a:xfrm>
                <a:off x="964897" y="2012589"/>
                <a:ext cx="1073100" cy="13011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1200" baseline="30000">
                    <a:latin typeface="Times"/>
                    <a:ea typeface="Times"/>
                    <a:cs typeface="Times"/>
                    <a:sym typeface="Times"/>
                  </a:rPr>
                  <a:t>2</a:t>
                </a:r>
                <a:endParaRPr sz="1200" baseline="30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70" name="Google Shape;470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9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71" name="Google Shape;471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−108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472" name="Google Shape;472;p21"/>
          <p:cNvGrpSpPr/>
          <p:nvPr/>
        </p:nvGrpSpPr>
        <p:grpSpPr>
          <a:xfrm>
            <a:off x="2315348" y="5917327"/>
            <a:ext cx="1111839" cy="810596"/>
            <a:chOff x="4673716" y="2740608"/>
            <a:chExt cx="1636260" cy="1644878"/>
          </a:xfrm>
        </p:grpSpPr>
        <p:sp>
          <p:nvSpPr>
            <p:cNvPr id="473" name="Google Shape;473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74" name="Google Shape;474;p2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475" name="Google Shape;475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6" name="Google Shape;476;p2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77" name="Google Shape;477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78" name="Google Shape;478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479" name="Google Shape;479;p21"/>
          <p:cNvGrpSpPr/>
          <p:nvPr/>
        </p:nvGrpSpPr>
        <p:grpSpPr>
          <a:xfrm>
            <a:off x="2315348" y="6936409"/>
            <a:ext cx="1111839" cy="810596"/>
            <a:chOff x="4673716" y="2740608"/>
            <a:chExt cx="1636260" cy="1644878"/>
          </a:xfrm>
        </p:grpSpPr>
        <p:sp>
          <p:nvSpPr>
            <p:cNvPr id="480" name="Google Shape;480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81" name="Google Shape;481;p2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482" name="Google Shape;482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3" name="Google Shape;483;p2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84" name="Google Shape;484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85" name="Google Shape;485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486" name="Google Shape;486;p21"/>
          <p:cNvSpPr txBox="1"/>
          <p:nvPr/>
        </p:nvSpPr>
        <p:spPr>
          <a:xfrm>
            <a:off x="4127286" y="4810423"/>
            <a:ext cx="1952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h)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− 6)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87" name="Google Shape;487;p21"/>
          <p:cNvSpPr txBox="1"/>
          <p:nvPr/>
        </p:nvSpPr>
        <p:spPr>
          <a:xfrm>
            <a:off x="4127286" y="5879439"/>
            <a:ext cx="19521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+ 3)(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+ 9)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88" name="Google Shape;488;p21"/>
          <p:cNvSpPr txBox="1"/>
          <p:nvPr/>
        </p:nvSpPr>
        <p:spPr>
          <a:xfrm>
            <a:off x="4127286" y="6909469"/>
            <a:ext cx="19521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j)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11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489" name="Google Shape;489;p21"/>
          <p:cNvGrpSpPr/>
          <p:nvPr/>
        </p:nvGrpSpPr>
        <p:grpSpPr>
          <a:xfrm>
            <a:off x="5974634" y="4857691"/>
            <a:ext cx="1111839" cy="810596"/>
            <a:chOff x="4673716" y="2740608"/>
            <a:chExt cx="1636260" cy="1644878"/>
          </a:xfrm>
        </p:grpSpPr>
        <p:sp>
          <p:nvSpPr>
            <p:cNvPr id="490" name="Google Shape;490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91" name="Google Shape;491;p2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492" name="Google Shape;492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3" name="Google Shape;493;p2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94" name="Google Shape;494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95" name="Google Shape;495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496" name="Google Shape;496;p21"/>
          <p:cNvGrpSpPr/>
          <p:nvPr/>
        </p:nvGrpSpPr>
        <p:grpSpPr>
          <a:xfrm>
            <a:off x="5974634" y="5917327"/>
            <a:ext cx="1111839" cy="810596"/>
            <a:chOff x="4673716" y="2740608"/>
            <a:chExt cx="1636260" cy="1644878"/>
          </a:xfrm>
        </p:grpSpPr>
        <p:sp>
          <p:nvSpPr>
            <p:cNvPr id="497" name="Google Shape;497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98" name="Google Shape;498;p2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499" name="Google Shape;499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0" name="Google Shape;500;p21"/>
              <p:cNvSpPr/>
              <p:nvPr/>
            </p:nvSpPr>
            <p:spPr>
              <a:xfrm>
                <a:off x="2037987" y="2013389"/>
                <a:ext cx="949500" cy="1300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9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501" name="Google Shape;501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3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502" name="Google Shape;502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27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grpSp>
        <p:nvGrpSpPr>
          <p:cNvPr id="503" name="Google Shape;503;p21"/>
          <p:cNvGrpSpPr/>
          <p:nvPr/>
        </p:nvGrpSpPr>
        <p:grpSpPr>
          <a:xfrm>
            <a:off x="5974634" y="6936409"/>
            <a:ext cx="1111839" cy="810596"/>
            <a:chOff x="4673716" y="2740608"/>
            <a:chExt cx="1636260" cy="1644878"/>
          </a:xfrm>
        </p:grpSpPr>
        <p:sp>
          <p:nvSpPr>
            <p:cNvPr id="504" name="Google Shape;504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505" name="Google Shape;505;p2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506" name="Google Shape;506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7" name="Google Shape;507;p21"/>
              <p:cNvSpPr/>
              <p:nvPr/>
            </p:nvSpPr>
            <p:spPr>
              <a:xfrm>
                <a:off x="2037987" y="2013390"/>
                <a:ext cx="949500" cy="1285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8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508" name="Google Shape;508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3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509" name="Google Shape;509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24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510" name="Google Shape;510;p21"/>
          <p:cNvSpPr/>
          <p:nvPr/>
        </p:nvSpPr>
        <p:spPr>
          <a:xfrm>
            <a:off x="2905815" y="4857793"/>
            <a:ext cx="521400" cy="52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2315224" y="5918874"/>
            <a:ext cx="589800" cy="530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2315224" y="6936511"/>
            <a:ext cx="589800" cy="530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5980736" y="4854741"/>
            <a:ext cx="589800" cy="530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5980736" y="5918874"/>
            <a:ext cx="589800" cy="530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5980736" y="6936511"/>
            <a:ext cx="589800" cy="530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2905815" y="5921927"/>
            <a:ext cx="521400" cy="52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517" name="Google Shape;517;p21"/>
          <p:cNvGrpSpPr/>
          <p:nvPr/>
        </p:nvGrpSpPr>
        <p:grpSpPr>
          <a:xfrm>
            <a:off x="2315210" y="6446804"/>
            <a:ext cx="1111636" cy="279772"/>
            <a:chOff x="964934" y="3313593"/>
            <a:chExt cx="2022627" cy="685548"/>
          </a:xfrm>
        </p:grpSpPr>
        <p:sp>
          <p:nvSpPr>
            <p:cNvPr id="518" name="Google Shape;518;p21"/>
            <p:cNvSpPr/>
            <p:nvPr/>
          </p:nvSpPr>
          <p:spPr>
            <a:xfrm>
              <a:off x="964934" y="3313593"/>
              <a:ext cx="1073100" cy="685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−5</a:t>
              </a: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2038061" y="3313641"/>
              <a:ext cx="949500" cy="685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30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20" name="Google Shape;520;p21"/>
          <p:cNvSpPr/>
          <p:nvPr/>
        </p:nvSpPr>
        <p:spPr>
          <a:xfrm>
            <a:off x="2905815" y="6939564"/>
            <a:ext cx="521400" cy="52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2315095" y="7464315"/>
            <a:ext cx="589800" cy="27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2905570" y="7464314"/>
            <a:ext cx="521700" cy="27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6570432" y="4857793"/>
            <a:ext cx="521400" cy="52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5980607" y="5382544"/>
            <a:ext cx="589800" cy="27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6570187" y="5382544"/>
            <a:ext cx="521700" cy="27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208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The product of two binomials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2024-02-06T11:37:35.222</cp:lastPrinted>
  <dcterms:created xsi:type="dcterms:W3CDTF">2024-02-06T11:37:35Z</dcterms:created>
  <dcterms:modified xsi:type="dcterms:W3CDTF">2024-02-06T11:37:46Z</dcterms:modified>
</cp:coreProperties>
</file>