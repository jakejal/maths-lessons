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69" r:id="rId1"/>
    <p:sldMasterId id="2147483770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</p:sldIdLst>
  <p:sldSz cx="9144000" cy="5143500"/>
  <p:notesSz cx="6858000" cy="9144000"/>
  <p:embeddedFontLst>
    <p:embeddedFont>
      <p:font typeface="Lexend" panose="00000000000000000000"/>
      <p:regular r:id="rId48"/>
    </p:embeddedFont>
    <p:embeddedFont>
      <p:font typeface="Lexend Medium" panose="00000000000000000000"/>
      <p:regular r:id="rId49"/>
    </p:embeddedFont>
    <p:embeddedFont>
      <p:font typeface="Kalam" panose="02000000000000000000"/>
      <p:regular r:id="rId50"/>
    </p:embeddedFont>
    <p:embeddedFont>
      <p:font typeface="Lexend Light" panose="00000000000000000000"/>
      <p:regular r:id="rId51"/>
    </p:embeddedFont>
  </p:embeddedFontLst>
  <p:custDataLst>
    <p:tags r:id="rId4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7.xml" /><Relationship Id="rId11" Type="http://schemas.openxmlformats.org/officeDocument/2006/relationships/slide" Target="slides/slide8.xml" /><Relationship Id="rId12" Type="http://schemas.openxmlformats.org/officeDocument/2006/relationships/slide" Target="slides/slide9.xml" /><Relationship Id="rId13" Type="http://schemas.openxmlformats.org/officeDocument/2006/relationships/slide" Target="slides/slide10.xml" /><Relationship Id="rId14" Type="http://schemas.openxmlformats.org/officeDocument/2006/relationships/slide" Target="slides/slide11.xml" /><Relationship Id="rId15" Type="http://schemas.openxmlformats.org/officeDocument/2006/relationships/slide" Target="slides/slide12.xml" /><Relationship Id="rId16" Type="http://schemas.openxmlformats.org/officeDocument/2006/relationships/slide" Target="slides/slide13.xml" /><Relationship Id="rId17" Type="http://schemas.openxmlformats.org/officeDocument/2006/relationships/slide" Target="slides/slide14.xml" /><Relationship Id="rId18" Type="http://schemas.openxmlformats.org/officeDocument/2006/relationships/slide" Target="slides/slide15.xml" /><Relationship Id="rId19" Type="http://schemas.openxmlformats.org/officeDocument/2006/relationships/slide" Target="slides/slide16.xml" /><Relationship Id="rId2" Type="http://schemas.openxmlformats.org/officeDocument/2006/relationships/slideMaster" Target="slideMasters/slideMaster2.xml" /><Relationship Id="rId20" Type="http://schemas.openxmlformats.org/officeDocument/2006/relationships/slide" Target="slides/slide17.xml" /><Relationship Id="rId21" Type="http://schemas.openxmlformats.org/officeDocument/2006/relationships/slide" Target="slides/slide18.xml" /><Relationship Id="rId22" Type="http://schemas.openxmlformats.org/officeDocument/2006/relationships/slide" Target="slides/slide19.xml" /><Relationship Id="rId23" Type="http://schemas.openxmlformats.org/officeDocument/2006/relationships/slide" Target="slides/slide20.xml" /><Relationship Id="rId24" Type="http://schemas.openxmlformats.org/officeDocument/2006/relationships/slide" Target="slides/slide21.xml" /><Relationship Id="rId25" Type="http://schemas.openxmlformats.org/officeDocument/2006/relationships/slide" Target="slides/slide22.xml" /><Relationship Id="rId26" Type="http://schemas.openxmlformats.org/officeDocument/2006/relationships/slide" Target="slides/slide23.xml" /><Relationship Id="rId27" Type="http://schemas.openxmlformats.org/officeDocument/2006/relationships/slide" Target="slides/slide24.xml" /><Relationship Id="rId28" Type="http://schemas.openxmlformats.org/officeDocument/2006/relationships/slide" Target="slides/slide25.xml" /><Relationship Id="rId29" Type="http://schemas.openxmlformats.org/officeDocument/2006/relationships/slide" Target="slides/slide26.xml" /><Relationship Id="rId3" Type="http://schemas.openxmlformats.org/officeDocument/2006/relationships/notesMaster" Target="notesMasters/notesMaster1.xml" /><Relationship Id="rId30" Type="http://schemas.openxmlformats.org/officeDocument/2006/relationships/slide" Target="slides/slide27.xml" /><Relationship Id="rId31" Type="http://schemas.openxmlformats.org/officeDocument/2006/relationships/slide" Target="slides/slide28.xml" /><Relationship Id="rId32" Type="http://schemas.openxmlformats.org/officeDocument/2006/relationships/slide" Target="slides/slide29.xml" /><Relationship Id="rId33" Type="http://schemas.openxmlformats.org/officeDocument/2006/relationships/slide" Target="slides/slide30.xml" /><Relationship Id="rId34" Type="http://schemas.openxmlformats.org/officeDocument/2006/relationships/slide" Target="slides/slide31.xml" /><Relationship Id="rId35" Type="http://schemas.openxmlformats.org/officeDocument/2006/relationships/slide" Target="slides/slide32.xml" /><Relationship Id="rId36" Type="http://schemas.openxmlformats.org/officeDocument/2006/relationships/slide" Target="slides/slide33.xml" /><Relationship Id="rId37" Type="http://schemas.openxmlformats.org/officeDocument/2006/relationships/slide" Target="slides/slide34.xml" /><Relationship Id="rId38" Type="http://schemas.openxmlformats.org/officeDocument/2006/relationships/slide" Target="slides/slide35.xml" /><Relationship Id="rId39" Type="http://schemas.openxmlformats.org/officeDocument/2006/relationships/slide" Target="slides/slide36.xml" /><Relationship Id="rId4" Type="http://schemas.openxmlformats.org/officeDocument/2006/relationships/slide" Target="slides/slide1.xml" /><Relationship Id="rId40" Type="http://schemas.openxmlformats.org/officeDocument/2006/relationships/slide" Target="slides/slide37.xml" /><Relationship Id="rId41" Type="http://schemas.openxmlformats.org/officeDocument/2006/relationships/slide" Target="slides/slide38.xml" /><Relationship Id="rId42" Type="http://schemas.openxmlformats.org/officeDocument/2006/relationships/slide" Target="slides/slide39.xml" /><Relationship Id="rId43" Type="http://schemas.openxmlformats.org/officeDocument/2006/relationships/slide" Target="slides/slide40.xml" /><Relationship Id="rId44" Type="http://schemas.openxmlformats.org/officeDocument/2006/relationships/slide" Target="slides/slide41.xml" /><Relationship Id="rId45" Type="http://schemas.openxmlformats.org/officeDocument/2006/relationships/slide" Target="slides/slide42.xml" /><Relationship Id="rId46" Type="http://schemas.openxmlformats.org/officeDocument/2006/relationships/slide" Target="slides/slide43.xml" /><Relationship Id="rId47" Type="http://schemas.openxmlformats.org/officeDocument/2006/relationships/tags" Target="tags/tag1.xml" /><Relationship Id="rId48" Type="http://schemas.openxmlformats.org/officeDocument/2006/relationships/font" Target="fonts/font1.fntdata" /><Relationship Id="rId49" Type="http://schemas.openxmlformats.org/officeDocument/2006/relationships/font" Target="fonts/font2.fntdata" /><Relationship Id="rId5" Type="http://schemas.openxmlformats.org/officeDocument/2006/relationships/slide" Target="slides/slide2.xml" /><Relationship Id="rId50" Type="http://schemas.openxmlformats.org/officeDocument/2006/relationships/font" Target="fonts/font3.fntdata" /><Relationship Id="rId51" Type="http://schemas.openxmlformats.org/officeDocument/2006/relationships/font" Target="fonts/font4.fntdata" /><Relationship Id="rId52" Type="http://schemas.openxmlformats.org/officeDocument/2006/relationships/presProps" Target="presProps.xml" /><Relationship Id="rId53" Type="http://schemas.openxmlformats.org/officeDocument/2006/relationships/viewProps" Target="viewProps.xml" /><Relationship Id="rId54" Type="http://schemas.openxmlformats.org/officeDocument/2006/relationships/theme" Target="theme/theme1.xml" /><Relationship Id="rId55" Type="http://schemas.openxmlformats.org/officeDocument/2006/relationships/tableStyles" Target="tableStyles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slide" Target="slides/slide5.xml" /><Relationship Id="rId9" Type="http://schemas.openxmlformats.org/officeDocument/2006/relationships/slide" Target="slides/slide6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_rels/notesSlide4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1.xml" /><Relationship Id="rId2" Type="http://schemas.openxmlformats.org/officeDocument/2006/relationships/notesMaster" Target="../notesMasters/notesMaster1.xml" /></Relationships>
</file>

<file path=ppt/notesSlides/_rels/notesSlide4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2.xml" /><Relationship Id="rId2" Type="http://schemas.openxmlformats.org/officeDocument/2006/relationships/notesMaster" Target="../notesMasters/notesMaster1.xml" /></Relationships>
</file>

<file path=ppt/notesSlides/_rels/notesSlide4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87" name="Shape 1487"/>
        <p:cNvGrpSpPr/>
        <p:nvPr/>
      </p:nvGrpSpPr>
      <p:grpSpPr>
        <a:xfrm>
          <a:off x="0" y="0"/>
          <a:ext cx="0" cy="0"/>
        </a:xfrm>
      </p:grpSpPr>
      <p:sp>
        <p:nvSpPr>
          <p:cNvPr id="1488" name="Google Shape;1488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93" name="Shape 1493"/>
        <p:cNvGrpSpPr/>
        <p:nvPr/>
      </p:nvGrpSpPr>
      <p:grpSpPr>
        <a:xfrm>
          <a:off x="0" y="0"/>
          <a:ext cx="0" cy="0"/>
        </a:xfrm>
      </p:grpSpPr>
      <p:sp>
        <p:nvSpPr>
          <p:cNvPr id="1494" name="Google Shape;1494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98" name="Shape 1498"/>
        <p:cNvGrpSpPr/>
        <p:nvPr/>
      </p:nvGrpSpPr>
      <p:grpSpPr>
        <a:xfrm>
          <a:off x="0" y="0"/>
          <a:ext cx="0" cy="0"/>
        </a:xfrm>
      </p:grpSpPr>
      <p:sp>
        <p:nvSpPr>
          <p:cNvPr id="1499" name="Google Shape;1499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0" name="Google Shape;1500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03" name="Shape 1503"/>
        <p:cNvGrpSpPr/>
        <p:nvPr/>
      </p:nvGrpSpPr>
      <p:grpSpPr>
        <a:xfrm>
          <a:off x="0" y="0"/>
          <a:ext cx="0" cy="0"/>
        </a:xfrm>
      </p:grpSpPr>
      <p:sp>
        <p:nvSpPr>
          <p:cNvPr id="1504" name="Google Shape;1504;g2b2d70ae031_0_76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2b2d70ae031_0_76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12" name="Shape 1512"/>
        <p:cNvGrpSpPr/>
        <p:nvPr/>
      </p:nvGrpSpPr>
      <p:grpSpPr>
        <a:xfrm>
          <a:off x="0" y="0"/>
          <a:ext cx="0" cy="0"/>
        </a:xfrm>
      </p:grpSpPr>
      <p:sp>
        <p:nvSpPr>
          <p:cNvPr id="1513" name="Google Shape;1513;g2b2d70ae031_0_15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2b2d70ae031_0_15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20" name="Shape 1520"/>
        <p:cNvGrpSpPr/>
        <p:nvPr/>
      </p:nvGrpSpPr>
      <p:grpSpPr>
        <a:xfrm>
          <a:off x="0" y="0"/>
          <a:ext cx="0" cy="0"/>
        </a:xfrm>
      </p:grpSpPr>
      <p:sp>
        <p:nvSpPr>
          <p:cNvPr id="1521" name="Google Shape;1521;g2b2d70ae031_0_15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2" name="Google Shape;1522;g2b2d70ae031_0_15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38" name="Shape 1538"/>
        <p:cNvGrpSpPr/>
        <p:nvPr/>
      </p:nvGrpSpPr>
      <p:grpSpPr>
        <a:xfrm>
          <a:off x="0" y="0"/>
          <a:ext cx="0" cy="0"/>
        </a:xfrm>
      </p:grpSpPr>
      <p:sp>
        <p:nvSpPr>
          <p:cNvPr id="1539" name="Google Shape;1539;g2b2d70ae031_0_15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0" name="Google Shape;1540;g2b2d70ae031_0_15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2" name="Shape 1552"/>
        <p:cNvGrpSpPr/>
        <p:nvPr/>
      </p:nvGrpSpPr>
      <p:grpSpPr>
        <a:xfrm>
          <a:off x="0" y="0"/>
          <a:ext cx="0" cy="0"/>
        </a:xfrm>
      </p:grpSpPr>
      <p:sp>
        <p:nvSpPr>
          <p:cNvPr id="1553" name="Google Shape;1553;g2b2d70ae031_0_15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4" name="Google Shape;1554;g2b2d70ae031_0_15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67" name="Shape 1567"/>
        <p:cNvGrpSpPr/>
        <p:nvPr/>
      </p:nvGrpSpPr>
      <p:grpSpPr>
        <a:xfrm>
          <a:off x="0" y="0"/>
          <a:ext cx="0" cy="0"/>
        </a:xfrm>
      </p:grpSpPr>
      <p:sp>
        <p:nvSpPr>
          <p:cNvPr id="1568" name="Google Shape;1568;g2b2d70ae031_0_15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9" name="Google Shape;1569;g2b2d70ae031_0_15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81" name="Shape 1581"/>
        <p:cNvGrpSpPr/>
        <p:nvPr/>
      </p:nvGrpSpPr>
      <p:grpSpPr>
        <a:xfrm>
          <a:off x="0" y="0"/>
          <a:ext cx="0" cy="0"/>
        </a:xfrm>
      </p:grpSpPr>
      <p:sp>
        <p:nvSpPr>
          <p:cNvPr id="1582" name="Google Shape;1582;g2b2d70ae031_0_16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3" name="Google Shape;1583;g2b2d70ae031_0_16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96" name="Shape 1596"/>
        <p:cNvGrpSpPr/>
        <p:nvPr/>
      </p:nvGrpSpPr>
      <p:grpSpPr>
        <a:xfrm>
          <a:off x="0" y="0"/>
          <a:ext cx="0" cy="0"/>
        </a:xfrm>
      </p:grpSpPr>
      <p:sp>
        <p:nvSpPr>
          <p:cNvPr id="1597" name="Google Shape;1597;g2b2d70ae031_0_16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8" name="Google Shape;1598;g2b2d70ae031_0_16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04" name="Shape 1604"/>
        <p:cNvGrpSpPr/>
        <p:nvPr/>
      </p:nvGrpSpPr>
      <p:grpSpPr>
        <a:xfrm>
          <a:off x="0" y="0"/>
          <a:ext cx="0" cy="0"/>
        </a:xfrm>
      </p:grpSpPr>
      <p:sp>
        <p:nvSpPr>
          <p:cNvPr id="1605" name="Google Shape;1605;g2b2d70ae031_0_164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2b2d70ae031_0_164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14" name="Shape 1614"/>
        <p:cNvGrpSpPr/>
        <p:nvPr/>
      </p:nvGrpSpPr>
      <p:grpSpPr>
        <a:xfrm>
          <a:off x="0" y="0"/>
          <a:ext cx="0" cy="0"/>
        </a:xfrm>
      </p:grpSpPr>
      <p:sp>
        <p:nvSpPr>
          <p:cNvPr id="1615" name="Google Shape;1615;g2b2d70ae031_0_16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6" name="Google Shape;1616;g2b2d70ae031_0_16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25" name="Shape 1625"/>
        <p:cNvGrpSpPr/>
        <p:nvPr/>
      </p:nvGrpSpPr>
      <p:grpSpPr>
        <a:xfrm>
          <a:off x="0" y="0"/>
          <a:ext cx="0" cy="0"/>
        </a:xfrm>
      </p:grpSpPr>
      <p:sp>
        <p:nvSpPr>
          <p:cNvPr id="1626" name="Google Shape;1626;g2b2d70ae031_0_166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7" name="Google Shape;1627;g2b2d70ae031_0_166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36" name="Shape 1636"/>
        <p:cNvGrpSpPr/>
        <p:nvPr/>
      </p:nvGrpSpPr>
      <p:grpSpPr>
        <a:xfrm>
          <a:off x="0" y="0"/>
          <a:ext cx="0" cy="0"/>
        </a:xfrm>
      </p:grpSpPr>
      <p:sp>
        <p:nvSpPr>
          <p:cNvPr id="1637" name="Google Shape;1637;g2b2d70ae031_0_168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8" name="Google Shape;1638;g2b2d70ae031_0_168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54" name="Shape 1654"/>
        <p:cNvGrpSpPr/>
        <p:nvPr/>
      </p:nvGrpSpPr>
      <p:grpSpPr>
        <a:xfrm>
          <a:off x="0" y="0"/>
          <a:ext cx="0" cy="0"/>
        </a:xfrm>
      </p:grpSpPr>
      <p:sp>
        <p:nvSpPr>
          <p:cNvPr id="1655" name="Google Shape;1655;g2b31736a0b0_1_1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6" name="Google Shape;1656;g2b31736a0b0_1_1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66" name="Shape 1666"/>
        <p:cNvGrpSpPr/>
        <p:nvPr/>
      </p:nvGrpSpPr>
      <p:grpSpPr>
        <a:xfrm>
          <a:off x="0" y="0"/>
          <a:ext cx="0" cy="0"/>
        </a:xfrm>
      </p:grpSpPr>
      <p:sp>
        <p:nvSpPr>
          <p:cNvPr id="1667" name="Google Shape;1667;g2b31736a0b0_1_1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8" name="Google Shape;1668;g2b31736a0b0_1_1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86" name="Shape 1686"/>
        <p:cNvGrpSpPr/>
        <p:nvPr/>
      </p:nvGrpSpPr>
      <p:grpSpPr>
        <a:xfrm>
          <a:off x="0" y="0"/>
          <a:ext cx="0" cy="0"/>
        </a:xfrm>
      </p:grpSpPr>
      <p:sp>
        <p:nvSpPr>
          <p:cNvPr id="1687" name="Google Shape;1687;g2b31736a0b0_1_1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g2b31736a0b0_1_1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02" name="Shape 1702"/>
        <p:cNvGrpSpPr/>
        <p:nvPr/>
      </p:nvGrpSpPr>
      <p:grpSpPr>
        <a:xfrm>
          <a:off x="0" y="0"/>
          <a:ext cx="0" cy="0"/>
        </a:xfrm>
      </p:grpSpPr>
      <p:sp>
        <p:nvSpPr>
          <p:cNvPr id="1703" name="Google Shape;1703;g2b31736a0b0_1_19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4" name="Google Shape;1704;g2b31736a0b0_1_19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13" name="Shape 1713"/>
        <p:cNvGrpSpPr/>
        <p:nvPr/>
      </p:nvGrpSpPr>
      <p:grpSpPr>
        <a:xfrm>
          <a:off x="0" y="0"/>
          <a:ext cx="0" cy="0"/>
        </a:xfrm>
      </p:grpSpPr>
      <p:sp>
        <p:nvSpPr>
          <p:cNvPr id="1714" name="Google Shape;1714;g2b31736a0b0_1_20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5" name="Google Shape;1715;g2b31736a0b0_1_20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24" name="Shape 1724"/>
        <p:cNvGrpSpPr/>
        <p:nvPr/>
      </p:nvGrpSpPr>
      <p:grpSpPr>
        <a:xfrm>
          <a:off x="0" y="0"/>
          <a:ext cx="0" cy="0"/>
        </a:xfrm>
      </p:grpSpPr>
      <p:sp>
        <p:nvSpPr>
          <p:cNvPr id="1725" name="Google Shape;1725;g2b31736a0b0_1_2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6" name="Google Shape;1726;g2b31736a0b0_1_2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37" name="Shape 1737"/>
        <p:cNvGrpSpPr/>
        <p:nvPr/>
      </p:nvGrpSpPr>
      <p:grpSpPr>
        <a:xfrm>
          <a:off x="0" y="0"/>
          <a:ext cx="0" cy="0"/>
        </a:xfrm>
      </p:grpSpPr>
      <p:sp>
        <p:nvSpPr>
          <p:cNvPr id="1738" name="Google Shape;1738;g2b31736a0b0_1_25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9" name="Google Shape;1739;g2b31736a0b0_1_25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48" name="Shape 1748"/>
        <p:cNvGrpSpPr/>
        <p:nvPr/>
      </p:nvGrpSpPr>
      <p:grpSpPr>
        <a:xfrm>
          <a:off x="0" y="0"/>
          <a:ext cx="0" cy="0"/>
        </a:xfrm>
      </p:grpSpPr>
      <p:sp>
        <p:nvSpPr>
          <p:cNvPr id="1749" name="Google Shape;1749;g2b2eb002105_0_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0" name="Google Shape;1750;g2b2eb002105_0_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67" name="Shape 1767"/>
        <p:cNvGrpSpPr/>
        <p:nvPr/>
      </p:nvGrpSpPr>
      <p:grpSpPr>
        <a:xfrm>
          <a:off x="0" y="0"/>
          <a:ext cx="0" cy="0"/>
        </a:xfrm>
      </p:grpSpPr>
      <p:sp>
        <p:nvSpPr>
          <p:cNvPr id="1768" name="Google Shape;1768;g2b2eb002105_0_2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9" name="Google Shape;1769;g2b2eb002105_0_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81" name="Shape 1781"/>
        <p:cNvGrpSpPr/>
        <p:nvPr/>
      </p:nvGrpSpPr>
      <p:grpSpPr>
        <a:xfrm>
          <a:off x="0" y="0"/>
          <a:ext cx="0" cy="0"/>
        </a:xfrm>
      </p:grpSpPr>
      <p:sp>
        <p:nvSpPr>
          <p:cNvPr id="1782" name="Google Shape;1782;g2b2eb002105_0_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3" name="Google Shape;1783;g2b2eb002105_0_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96" name="Shape 1796"/>
        <p:cNvGrpSpPr/>
        <p:nvPr/>
      </p:nvGrpSpPr>
      <p:grpSpPr>
        <a:xfrm>
          <a:off x="0" y="0"/>
          <a:ext cx="0" cy="0"/>
        </a:xfrm>
      </p:grpSpPr>
      <p:sp>
        <p:nvSpPr>
          <p:cNvPr id="1797" name="Google Shape;1797;g2b2eb002105_0_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8" name="Google Shape;1798;g2b2eb002105_0_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12" name="Shape 1812"/>
        <p:cNvGrpSpPr/>
        <p:nvPr/>
      </p:nvGrpSpPr>
      <p:grpSpPr>
        <a:xfrm>
          <a:off x="0" y="0"/>
          <a:ext cx="0" cy="0"/>
        </a:xfrm>
      </p:grpSpPr>
      <p:sp>
        <p:nvSpPr>
          <p:cNvPr id="1813" name="Google Shape;1813;g2b2eb002105_0_10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4" name="Google Shape;1814;g2b2eb002105_0_10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28" name="Shape 1828"/>
        <p:cNvGrpSpPr/>
        <p:nvPr/>
      </p:nvGrpSpPr>
      <p:grpSpPr>
        <a:xfrm>
          <a:off x="0" y="0"/>
          <a:ext cx="0" cy="0"/>
        </a:xfrm>
      </p:grpSpPr>
      <p:sp>
        <p:nvSpPr>
          <p:cNvPr id="1829" name="Google Shape;1829;g2b2eb002105_0_1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0" name="Google Shape;1830;g2b2eb002105_0_1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44" name="Shape 1844"/>
        <p:cNvGrpSpPr/>
        <p:nvPr/>
      </p:nvGrpSpPr>
      <p:grpSpPr>
        <a:xfrm>
          <a:off x="0" y="0"/>
          <a:ext cx="0" cy="0"/>
        </a:xfrm>
      </p:grpSpPr>
      <p:sp>
        <p:nvSpPr>
          <p:cNvPr id="1845" name="Google Shape;1845;g2b2eb002105_0_14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6" name="Google Shape;1846;g2b2eb002105_0_14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52" name="Shape 1852"/>
        <p:cNvGrpSpPr/>
        <p:nvPr/>
      </p:nvGrpSpPr>
      <p:grpSpPr>
        <a:xfrm>
          <a:off x="0" y="0"/>
          <a:ext cx="0" cy="0"/>
        </a:xfrm>
      </p:grpSpPr>
      <p:sp>
        <p:nvSpPr>
          <p:cNvPr id="1853" name="Google Shape;1853;g2b31736a0b0_0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4" name="Google Shape;1854;g2b31736a0b0_0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76" name="Shape 1876"/>
        <p:cNvGrpSpPr/>
        <p:nvPr/>
      </p:nvGrpSpPr>
      <p:grpSpPr>
        <a:xfrm>
          <a:off x="0" y="0"/>
          <a:ext cx="0" cy="0"/>
        </a:xfrm>
      </p:grpSpPr>
      <p:sp>
        <p:nvSpPr>
          <p:cNvPr id="1877" name="Google Shape;1877;g2b31736a0b0_0_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8" name="Google Shape;1878;g2b31736a0b0_0_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92" name="Shape 1892"/>
        <p:cNvGrpSpPr/>
        <p:nvPr/>
      </p:nvGrpSpPr>
      <p:grpSpPr>
        <a:xfrm>
          <a:off x="0" y="0"/>
          <a:ext cx="0" cy="0"/>
        </a:xfrm>
      </p:grpSpPr>
      <p:sp>
        <p:nvSpPr>
          <p:cNvPr id="1893" name="Google Shape;1893;g2b31736a0b0_0_6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2b31736a0b0_0_6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10" name="Shape 1910"/>
        <p:cNvGrpSpPr/>
        <p:nvPr/>
      </p:nvGrpSpPr>
      <p:grpSpPr>
        <a:xfrm>
          <a:off x="0" y="0"/>
          <a:ext cx="0" cy="0"/>
        </a:xfrm>
      </p:grpSpPr>
      <p:sp>
        <p:nvSpPr>
          <p:cNvPr id="1911" name="Google Shape;1911;g2b31736a0b0_0_1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2" name="Google Shape;1912;g2b31736a0b0_0_1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29" name="Shape 1929"/>
        <p:cNvGrpSpPr/>
        <p:nvPr/>
      </p:nvGrpSpPr>
      <p:grpSpPr>
        <a:xfrm>
          <a:off x="0" y="0"/>
          <a:ext cx="0" cy="0"/>
        </a:xfrm>
      </p:grpSpPr>
      <p:sp>
        <p:nvSpPr>
          <p:cNvPr id="1930" name="Google Shape;1930;g2b31736a0b0_0_1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1" name="Google Shape;1931;g2b31736a0b0_0_1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52" name="Shape 1952"/>
        <p:cNvGrpSpPr/>
        <p:nvPr/>
      </p:nvGrpSpPr>
      <p:grpSpPr>
        <a:xfrm>
          <a:off x="0" y="0"/>
          <a:ext cx="0" cy="0"/>
        </a:xfrm>
      </p:grpSpPr>
      <p:sp>
        <p:nvSpPr>
          <p:cNvPr id="1953" name="Google Shape;1953;g2b31736a0b0_1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4" name="Google Shape;1954;g2b31736a0b0_1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64" name="Shape 1964"/>
        <p:cNvGrpSpPr/>
        <p:nvPr/>
      </p:nvGrpSpPr>
      <p:grpSpPr>
        <a:xfrm>
          <a:off x="0" y="0"/>
          <a:ext cx="0" cy="0"/>
        </a:xfrm>
      </p:grpSpPr>
      <p:sp>
        <p:nvSpPr>
          <p:cNvPr id="1965" name="Google Shape;1965;g2b31736a0b0_1_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6" name="Google Shape;1966;g2b31736a0b0_1_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83" name="Shape 1983"/>
        <p:cNvGrpSpPr/>
        <p:nvPr/>
      </p:nvGrpSpPr>
      <p:grpSpPr>
        <a:xfrm>
          <a:off x="0" y="0"/>
          <a:ext cx="0" cy="0"/>
        </a:xfrm>
      </p:grpSpPr>
      <p:sp>
        <p:nvSpPr>
          <p:cNvPr id="1984" name="Google Shape;1984;g2b31736a0b0_1_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5" name="Google Shape;1985;g2b31736a0b0_1_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92" name="Shape 1992"/>
        <p:cNvGrpSpPr/>
        <p:nvPr/>
      </p:nvGrpSpPr>
      <p:grpSpPr>
        <a:xfrm>
          <a:off x="0" y="0"/>
          <a:ext cx="0" cy="0"/>
        </a:xfrm>
      </p:grpSpPr>
      <p:sp>
        <p:nvSpPr>
          <p:cNvPr id="1993" name="Google Shape;1993;g2b31736a0b0_1_5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4" name="Google Shape;1994;g2b31736a0b0_1_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99" name="Shape 1999"/>
        <p:cNvGrpSpPr/>
        <p:nvPr/>
      </p:nvGrpSpPr>
      <p:grpSpPr>
        <a:xfrm>
          <a:off x="0" y="0"/>
          <a:ext cx="0" cy="0"/>
        </a:xfrm>
      </p:grpSpPr>
      <p:sp>
        <p:nvSpPr>
          <p:cNvPr id="2000" name="Google Shape;2000;g2b31736a0b0_1_5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1" name="Google Shape;2001;g2b31736a0b0_1_5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17" name="Shape 2017"/>
        <p:cNvGrpSpPr/>
        <p:nvPr/>
      </p:nvGrpSpPr>
      <p:grpSpPr>
        <a:xfrm>
          <a:off x="0" y="0"/>
          <a:ext cx="0" cy="0"/>
        </a:xfrm>
      </p:grpSpPr>
      <p:sp>
        <p:nvSpPr>
          <p:cNvPr id="2018" name="Google Shape;2018;g2b31736a0b0_1_8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9" name="Google Shape;2019;g2b31736a0b0_1_8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29" name="Shape 2029"/>
        <p:cNvGrpSpPr/>
        <p:nvPr/>
      </p:nvGrpSpPr>
      <p:grpSpPr>
        <a:xfrm>
          <a:off x="0" y="0"/>
          <a:ext cx="0" cy="0"/>
        </a:xfrm>
      </p:grpSpPr>
      <p:sp>
        <p:nvSpPr>
          <p:cNvPr id="2030" name="Google Shape;2030;g2b31736a0b0_1_10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1" name="Google Shape;2031;g2b31736a0b0_1_1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42" name="Shape 2042"/>
        <p:cNvGrpSpPr/>
        <p:nvPr/>
      </p:nvGrpSpPr>
      <p:grpSpPr>
        <a:xfrm>
          <a:off x="0" y="0"/>
          <a:ext cx="0" cy="0"/>
        </a:xfrm>
      </p:grpSpPr>
      <p:sp>
        <p:nvSpPr>
          <p:cNvPr id="2043" name="Google Shape;2043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4" name="Google Shape;2044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48" name="Shape 2048"/>
        <p:cNvGrpSpPr/>
        <p:nvPr/>
      </p:nvGrpSpPr>
      <p:grpSpPr>
        <a:xfrm>
          <a:off x="0" y="0"/>
          <a:ext cx="0" cy="0"/>
        </a:xfrm>
      </p:grpSpPr>
      <p:sp>
        <p:nvSpPr>
          <p:cNvPr id="2049" name="Google Shape;2049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0" name="Google Shape;2050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2.xml" /></Relationships>
</file>

<file path=ppt/slideLayouts/_rels/slideLayout6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2.xml" /></Relationships>
</file>

<file path=ppt/slideLayouts/_rels/slideLayout6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2.xml" /></Relationships>
</file>

<file path=ppt/slideLayouts/_rels/slideLayout6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2.xml" /></Relationships>
</file>

<file path=ppt/slideLayouts/_rels/slideLayout6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2.xml" /></Relationships>
</file>

<file path=ppt/slideLayouts/_rels/slideLayout6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2.xml" /></Relationships>
</file>

<file path=ppt/slideLayouts/_rels/slideLayout6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2.xml" /></Relationships>
</file>

<file path=ppt/slideLayouts/_rels/slideLayout6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2.xml" /></Relationships>
</file>

<file path=ppt/slideLayouts/_rels/slideLayout7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2.xml" /></Relationships>
</file>

<file path=ppt/slideLayouts/_rels/slideLayout7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2.xml" /></Relationships>
</file>

<file path=ppt/slideLayouts/_rels/slideLayout7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2.xml" /></Relationships>
</file>

<file path=ppt/slideLayouts/_rels/slideLayout7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2.xml" /></Relationships>
</file>

<file path=ppt/slideLayouts/_rels/slideLayout7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2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7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8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8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8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8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2.xml" /></Relationships>
</file>

<file path=ppt/slideLayouts/_rels/slideLayout8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2.xml" /></Relationships>
</file>

<file path=ppt/slideLayouts/_rels/slideLayout8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2.xml" /></Relationships>
</file>

<file path=ppt/slideLayouts/_rels/slideLayout9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2.xml" /></Relationships>
</file>

<file path=ppt/slideLayouts/_rels/slideLayout9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0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0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0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0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0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0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1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1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2.xml" /></Relationships>
</file>

<file path=ppt/slideLayouts/_rels/slideLayout1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2.xml" /></Relationships>
</file>

<file path=ppt/slideLayouts/_rels/slideLayout1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</a:xfrm>
      </p:grpSpPr>
      <p:pic>
        <p:nvPicPr>
          <p:cNvPr id="165" name="Google Shape;165;p18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</a:xfrm>
      </p:grpSpPr>
      <p:pic>
        <p:nvPicPr>
          <p:cNvPr id="183" name="Google Shape;183;p1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7" name="Google Shape;207;p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</a:xfrm>
      </p:grpSpPr>
      <p:pic>
        <p:nvPicPr>
          <p:cNvPr id="212" name="Google Shape;212;p2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4" name="Google Shape;214;p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</a:xfrm>
      </p:grpSpPr>
      <p:pic>
        <p:nvPicPr>
          <p:cNvPr id="219" name="Google Shape;219;p2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1" name="Google Shape;22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</a:xfrm>
      </p:grpSpPr>
      <p:pic>
        <p:nvPicPr>
          <p:cNvPr id="226" name="Google Shape;22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8" name="Google Shape;22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6" name="Google Shape;236;p24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9" name="Google Shape;249;p2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2" name="Google Shape;262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5" name="Google Shape;275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</a:xfrm>
      </p:grpSpPr>
      <p:pic>
        <p:nvPicPr>
          <p:cNvPr id="308" name="Google Shape;308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</a:xfrm>
      </p:grpSpPr>
      <p:pic>
        <p:nvPicPr>
          <p:cNvPr id="331" name="Google Shape;331;p3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</a:xfrm>
      </p:grpSpPr>
      <p:pic>
        <p:nvPicPr>
          <p:cNvPr id="354" name="Google Shape;354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</a:xfrm>
      </p:grpSpPr>
      <p:pic>
        <p:nvPicPr>
          <p:cNvPr id="396" name="Google Shape;396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</a:xfrm>
      </p:grpSpPr>
      <p:pic>
        <p:nvPicPr>
          <p:cNvPr id="415" name="Google Shape;415;p3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</a:xfrm>
      </p:grpSpPr>
      <p:pic>
        <p:nvPicPr>
          <p:cNvPr id="434" name="Google Shape;434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</a:xfrm>
      </p:grpSpPr>
      <p:pic>
        <p:nvPicPr>
          <p:cNvPr id="476" name="Google Shape;476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</a:xfrm>
      </p:grpSpPr>
      <p:pic>
        <p:nvPicPr>
          <p:cNvPr id="499" name="Google Shape;499;p3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</a:xfrm>
      </p:grpSpPr>
      <p:pic>
        <p:nvPicPr>
          <p:cNvPr id="522" name="Google Shape;522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2" name="Google Shape;552;p40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3" name="Google Shape;553;p40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</a:xfrm>
      </p:grpSpPr>
      <p:pic>
        <p:nvPicPr>
          <p:cNvPr id="564" name="Google Shape;564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1" name="Google Shape;571;p4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2" name="Google Shape;572;p4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</a:xfrm>
      </p:grpSpPr>
      <p:pic>
        <p:nvPicPr>
          <p:cNvPr id="583" name="Google Shape;583;p4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0" name="Google Shape;590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1" name="Google Shape;591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</a:xfrm>
      </p:grpSpPr>
      <p:pic>
        <p:nvPicPr>
          <p:cNvPr id="602" name="Google Shape;602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09" name="Google Shape;609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0" name="Google Shape;610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3" name="Google Shape;623;p4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</a:xfrm>
      </p:grpSpPr>
      <p:pic>
        <p:nvPicPr>
          <p:cNvPr id="628" name="Google Shape;628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0" name="Google Shape;630;p4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</a:xfrm>
      </p:grpSpPr>
      <p:pic>
        <p:nvPicPr>
          <p:cNvPr id="635" name="Google Shape;635;p4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7" name="Google Shape;63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</a:xfrm>
      </p:grpSpPr>
      <p:pic>
        <p:nvPicPr>
          <p:cNvPr id="642" name="Google Shape;64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4" name="Google Shape;64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1" name="Google Shape;65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</a:xfrm>
      </p:grpSpPr>
      <p:pic>
        <p:nvPicPr>
          <p:cNvPr id="657" name="Google Shape;657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9" name="Google Shape;659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</a:xfrm>
      </p:grpSpPr>
      <p:pic>
        <p:nvPicPr>
          <p:cNvPr id="665" name="Google Shape;665;p5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7" name="Google Shape;667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</a:xfrm>
      </p:grpSpPr>
      <p:pic>
        <p:nvPicPr>
          <p:cNvPr id="673" name="Google Shape;673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5" name="Google Shape;675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3" name="Google Shape;683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</a:xfrm>
      </p:grpSpPr>
      <p:pic>
        <p:nvPicPr>
          <p:cNvPr id="689" name="Google Shape;689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1" name="Google Shape;691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</a:xfrm>
      </p:grpSpPr>
      <p:pic>
        <p:nvPicPr>
          <p:cNvPr id="697" name="Google Shape;697;p5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9" name="Google Shape;699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</a:xfrm>
      </p:grpSpPr>
      <p:pic>
        <p:nvPicPr>
          <p:cNvPr id="705" name="Google Shape;705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7" name="Google Shape;707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pic>
        <p:nvPicPr>
          <p:cNvPr id="747" name="Google Shape;747;p63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9" name="Google Shape;749;p6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0" name="Google Shape;750;p63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1" name="Google Shape;751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</a:xfrm>
      </p:grpSpPr>
      <p:pic>
        <p:nvPicPr>
          <p:cNvPr id="755" name="Google Shape;755;p6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7" name="Google Shape;757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8" name="Google Shape;758;p6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9" name="Google Shape;759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1" name="Google Shape;761;p64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pic>
        <p:nvPicPr>
          <p:cNvPr id="763" name="Google Shape;763;p6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6" name="Google Shape;766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7" name="Google Shape;767;p65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8" name="Google Shape;76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6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</a:xfrm>
      </p:grpSpPr>
      <p:pic>
        <p:nvPicPr>
          <p:cNvPr id="771" name="Google Shape;771;p66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3" name="Google Shape;773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4" name="Google Shape;774;p66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5" name="Google Shape;775;p6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77" name="Google Shape;777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78" name="Google Shape;778;p6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9" name="Google Shape;779;p66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780" name="Google Shape;780;p6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6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</a:xfrm>
      </p:grpSpPr>
      <p:pic>
        <p:nvPicPr>
          <p:cNvPr id="782" name="Google Shape;782;p6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4" name="Google Shape;784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67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6" name="Google Shape;786;p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8" name="Google Shape;788;p67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</a:xfrm>
      </p:grpSpPr>
      <p:sp>
        <p:nvSpPr>
          <p:cNvPr id="790" name="Google Shape;790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1" name="Google Shape;791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8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3" name="Google Shape;793;p6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5" name="Google Shape;795;p68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6" name="Google Shape;796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7" name="Google Shape;797;p6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8" name="Google Shape;798;p6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799" name="Google Shape;799;p6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6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</a:xfrm>
      </p:grpSpPr>
      <p:pic>
        <p:nvPicPr>
          <p:cNvPr id="801" name="Google Shape;801;p6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4" name="Google Shape;804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69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6" name="Google Shape;80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6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</a:xfrm>
      </p:grpSpPr>
      <p:pic>
        <p:nvPicPr>
          <p:cNvPr id="809" name="Google Shape;809;p7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1" name="Google Shape;811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70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3" name="Google Shape;813;p7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5" name="Google Shape;815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6" name="Google Shape;816;p7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7" name="Google Shape;817;p70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8" name="Google Shape;818;p7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6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19" name="Shape 819"/>
        <p:cNvGrpSpPr/>
        <p:nvPr/>
      </p:nvGrpSpPr>
      <p:grpSpPr>
        <a:xfrm>
          <a:off x="0" y="0"/>
          <a:ext cx="0" cy="0"/>
        </a:xfrm>
      </p:grpSpPr>
      <p:pic>
        <p:nvPicPr>
          <p:cNvPr id="820" name="Google Shape;820;p71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3" name="Google Shape;823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1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5" name="Google Shape;825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7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</a:xfrm>
      </p:grpSpPr>
      <p:pic>
        <p:nvPicPr>
          <p:cNvPr id="828" name="Google Shape;828;p7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2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831" name="Shape 831"/>
        <p:cNvGrpSpPr/>
        <p:nvPr/>
      </p:nvGrpSpPr>
      <p:grpSpPr>
        <a:xfrm>
          <a:off x="0" y="0"/>
          <a:ext cx="0" cy="0"/>
        </a:xfrm>
      </p:grpSpPr>
      <p:sp>
        <p:nvSpPr>
          <p:cNvPr id="832" name="Google Shape;832;p73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3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7" name="Google Shape;837;p73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838" name="Google Shape;838;p73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839" name="Google Shape;839;p7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840" name="Google Shape;840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841" name="Google Shape;841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2" name="Google Shape;842;p73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44" name="Google Shape;844;p7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7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845" name="Shape 845"/>
        <p:cNvGrpSpPr/>
        <p:nvPr/>
      </p:nvGrpSpPr>
      <p:grpSpPr>
        <a:xfrm>
          <a:off x="0" y="0"/>
          <a:ext cx="0" cy="0"/>
        </a:xfrm>
      </p:grpSpPr>
      <p:sp>
        <p:nvSpPr>
          <p:cNvPr id="846" name="Google Shape;846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47" name="Google Shape;847;p7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7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1" name="Google Shape;851;p74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2" name="Google Shape;852;p74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3" name="Google Shape;853;p74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4" name="Google Shape;854;p74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855" name="Shape 855"/>
        <p:cNvGrpSpPr/>
        <p:nvPr/>
      </p:nvGrpSpPr>
      <p:grpSpPr>
        <a:xfrm>
          <a:off x="0" y="0"/>
          <a:ext cx="0" cy="0"/>
        </a:xfrm>
      </p:grpSpPr>
      <p:sp>
        <p:nvSpPr>
          <p:cNvPr id="856" name="Google Shape;856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57" name="Google Shape;857;p7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7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0" name="Google Shape;860;p7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1" name="Google Shape;861;p75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2" name="Google Shape;862;p75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3" name="Google Shape;863;p75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5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5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75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867" name="Shape 867"/>
        <p:cNvGrpSpPr/>
        <p:nvPr/>
      </p:nvGrpSpPr>
      <p:grpSpPr>
        <a:xfrm>
          <a:off x="0" y="0"/>
          <a:ext cx="0" cy="0"/>
        </a:xfrm>
      </p:grpSpPr>
      <p:sp>
        <p:nvSpPr>
          <p:cNvPr id="868" name="Google Shape;868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69" name="Google Shape;869;p7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7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6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76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5" name="Google Shape;875;p76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6" name="Google Shape;876;p76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7" name="Google Shape;877;p76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8" name="Google Shape;878;p76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6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6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881" name="Shape 881"/>
        <p:cNvGrpSpPr/>
        <p:nvPr/>
      </p:nvGrpSpPr>
      <p:grpSpPr>
        <a:xfrm>
          <a:off x="0" y="0"/>
          <a:ext cx="0" cy="0"/>
        </a:xfrm>
      </p:grpSpPr>
      <p:sp>
        <p:nvSpPr>
          <p:cNvPr id="882" name="Google Shape;882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83" name="Google Shape;883;p7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77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6" name="Google Shape;886;p77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7" name="Google Shape;887;p77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7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889" name="Shape 889"/>
        <p:cNvGrpSpPr/>
        <p:nvPr/>
      </p:nvGrpSpPr>
      <p:grpSpPr>
        <a:xfrm>
          <a:off x="0" y="0"/>
          <a:ext cx="0" cy="0"/>
        </a:xfrm>
      </p:grpSpPr>
      <p:sp>
        <p:nvSpPr>
          <p:cNvPr id="890" name="Google Shape;890;p7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91" name="Google Shape;891;p78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78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78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4" name="Google Shape;894;p78"/>
          <p:cNvCxnSpPr>
            <a:endCxn id="895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96" name="Google Shape;896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7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98" name="Google Shape;898;p78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95" name="Google Shape;895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78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7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8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902" name="Shape 902"/>
        <p:cNvGrpSpPr/>
        <p:nvPr/>
      </p:nvGrpSpPr>
      <p:grpSpPr>
        <a:xfrm>
          <a:off x="0" y="0"/>
          <a:ext cx="0" cy="0"/>
        </a:xfrm>
      </p:grpSpPr>
      <p:pic>
        <p:nvPicPr>
          <p:cNvPr id="903" name="Google Shape;903;p7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7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79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7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7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7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9" name="Google Shape;909;p79"/>
          <p:cNvCxnSpPr>
            <a:endCxn id="910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0" name="Google Shape;910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7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3" name="Google Shape;913;p79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79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5" name="Google Shape;915;p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7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17" name="Google Shape;917;p79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7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9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920" name="Shape 920"/>
        <p:cNvGrpSpPr/>
        <p:nvPr/>
      </p:nvGrpSpPr>
      <p:grpSpPr>
        <a:xfrm>
          <a:off x="0" y="0"/>
          <a:ext cx="0" cy="0"/>
        </a:xfrm>
      </p:grpSpPr>
      <p:pic>
        <p:nvPicPr>
          <p:cNvPr id="921" name="Google Shape;921;p8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8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80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8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8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8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0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9" name="Google Shape;929;p80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30" name="Google Shape;930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80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4" name="Google Shape;934;p80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5" name="Google Shape;935;p80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6" name="Google Shape;936;p80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37" name="Google Shape;937;p8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8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39" name="Google Shape;939;p80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8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80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942" name="Shape 942"/>
        <p:cNvGrpSpPr/>
        <p:nvPr/>
      </p:nvGrpSpPr>
      <p:grpSpPr>
        <a:xfrm>
          <a:off x="0" y="0"/>
          <a:ext cx="0" cy="0"/>
        </a:xfrm>
      </p:grpSpPr>
      <p:pic>
        <p:nvPicPr>
          <p:cNvPr id="943" name="Google Shape;943;p8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1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45" name="Google Shape;945;p8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46" name="Google Shape;946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47" name="Google Shape;947;p8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8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8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949" name="Shape 949"/>
        <p:cNvGrpSpPr/>
        <p:nvPr/>
      </p:nvGrpSpPr>
      <p:grpSpPr>
        <a:xfrm>
          <a:off x="0" y="0"/>
          <a:ext cx="0" cy="0"/>
        </a:xfrm>
      </p:grpSpPr>
      <p:pic>
        <p:nvPicPr>
          <p:cNvPr id="950" name="Google Shape;950;p8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2" name="Google Shape;952;p8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3" name="Google Shape;953;p8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5" name="Google Shape;955;p8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8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956" name="Shape 956"/>
        <p:cNvGrpSpPr/>
        <p:nvPr/>
      </p:nvGrpSpPr>
      <p:grpSpPr>
        <a:xfrm>
          <a:off x="0" y="0"/>
          <a:ext cx="0" cy="0"/>
        </a:xfrm>
      </p:grpSpPr>
      <p:pic>
        <p:nvPicPr>
          <p:cNvPr id="957" name="Google Shape;957;p8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8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9" name="Google Shape;959;p8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0" name="Google Shape;960;p8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2" name="Google Shape;962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8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963" name="Shape 963"/>
        <p:cNvGrpSpPr/>
        <p:nvPr/>
      </p:nvGrpSpPr>
      <p:grpSpPr>
        <a:xfrm>
          <a:off x="0" y="0"/>
          <a:ext cx="0" cy="0"/>
        </a:xfrm>
      </p:grpSpPr>
      <p:pic>
        <p:nvPicPr>
          <p:cNvPr id="964" name="Google Shape;964;p8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8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66" name="Google Shape;966;p8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7" name="Google Shape;967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9" name="Google Shape;969;p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8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0" name="Shape 970"/>
        <p:cNvGrpSpPr/>
        <p:nvPr/>
      </p:nvGrpSpPr>
      <p:grpSpPr>
        <a:xfrm>
          <a:off x="0" y="0"/>
          <a:ext cx="0" cy="0"/>
        </a:xfrm>
      </p:grpSpPr>
      <p:sp>
        <p:nvSpPr>
          <p:cNvPr id="971" name="Google Shape;971;p8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72" name="Google Shape;972;p8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74" name="Google Shape;974;p8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5" name="Google Shape;975;p8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6" name="Google Shape;976;p8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77" name="Google Shape;977;p8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78" name="Google Shape;978;p8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9" name="Google Shape;979;p8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0" name="Google Shape;980;p8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1" name="Google Shape;981;p8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2" name="Google Shape;982;p8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83" name="Shape 983"/>
        <p:cNvGrpSpPr/>
        <p:nvPr/>
      </p:nvGrpSpPr>
      <p:grpSpPr>
        <a:xfrm>
          <a:off x="0" y="0"/>
          <a:ext cx="0" cy="0"/>
        </a:xfrm>
      </p:grpSpPr>
      <p:sp>
        <p:nvSpPr>
          <p:cNvPr id="984" name="Google Shape;984;p8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85" name="Google Shape;985;p8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8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87" name="Google Shape;987;p8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8" name="Google Shape;988;p8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9" name="Google Shape;989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0" name="Google Shape;990;p8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1" name="Google Shape;991;p8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2" name="Google Shape;992;p8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3" name="Google Shape;993;p8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4" name="Google Shape;994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5" name="Google Shape;995;p8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996" name="Shape 996"/>
        <p:cNvGrpSpPr/>
        <p:nvPr/>
      </p:nvGrpSpPr>
      <p:grpSpPr>
        <a:xfrm>
          <a:off x="0" y="0"/>
          <a:ext cx="0" cy="0"/>
        </a:xfrm>
      </p:grpSpPr>
      <p:sp>
        <p:nvSpPr>
          <p:cNvPr id="997" name="Google Shape;997;p87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98" name="Google Shape;998;p8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0" name="Google Shape;1000;p8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1" name="Google Shape;1001;p8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2" name="Google Shape;1002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3" name="Google Shape;1003;p8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4" name="Google Shape;1004;p8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5" name="Google Shape;1005;p8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6" name="Google Shape;1006;p8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07" name="Google Shape;1007;p8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8" name="Google Shape;1008;p8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09" name="Shape 1009"/>
        <p:cNvGrpSpPr/>
        <p:nvPr/>
      </p:nvGrpSpPr>
      <p:grpSpPr>
        <a:xfrm>
          <a:off x="0" y="0"/>
          <a:ext cx="0" cy="0"/>
        </a:xfrm>
      </p:grpSpPr>
      <p:sp>
        <p:nvSpPr>
          <p:cNvPr id="1010" name="Google Shape;1010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11" name="Google Shape;1011;p8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8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13" name="Google Shape;1013;p8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4" name="Google Shape;1014;p8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5" name="Google Shape;101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6" name="Google Shape;1016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17" name="Google Shape;1017;p8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8" name="Google Shape;1018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9" name="Google Shape;1019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0" name="Google Shape;1020;p8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1" name="Google Shape;1021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2" name="Shape 1022"/>
        <p:cNvGrpSpPr/>
        <p:nvPr/>
      </p:nvGrpSpPr>
      <p:grpSpPr>
        <a:xfrm>
          <a:off x="0" y="0"/>
          <a:ext cx="0" cy="0"/>
        </a:xfrm>
      </p:grpSpPr>
      <p:pic>
        <p:nvPicPr>
          <p:cNvPr id="1023" name="Google Shape;1023;p8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8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5" name="Google Shape;1025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27" name="Google Shape;1027;p8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8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8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89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1" name="Google Shape;1031;p89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2" name="Google Shape;1032;p8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33" name="Google Shape;1033;p8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4" name="Google Shape;1034;p8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8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6" name="Google Shape;1036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8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39" name="Google Shape;1039;p8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0" name="Google Shape;1040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1" name="Google Shape;1041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2" name="Google Shape;1042;p8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43" name="Google Shape;1043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4" name="Google Shape;1044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45" name="Shape 1045"/>
        <p:cNvGrpSpPr/>
        <p:nvPr/>
      </p:nvGrpSpPr>
      <p:grpSpPr>
        <a:xfrm>
          <a:off x="0" y="0"/>
          <a:ext cx="0" cy="0"/>
        </a:xfrm>
      </p:grpSpPr>
      <p:pic>
        <p:nvPicPr>
          <p:cNvPr id="1046" name="Google Shape;1046;p9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48" name="Google Shape;1048;p9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9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9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9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2" name="Google Shape;1052;p9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53" name="Google Shape;1053;p9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9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6" name="Google Shape;1056;p9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7" name="Google Shape;1057;p9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58" name="Google Shape;1058;p9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59" name="Google Shape;1059;p9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0" name="Google Shape;1060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1" name="Google Shape;1061;p9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2" name="Google Shape;1062;p9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3" name="Google Shape;1063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4" name="Google Shape;1064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9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9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8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</a:xfrm>
      </p:grpSpPr>
      <p:pic>
        <p:nvPicPr>
          <p:cNvPr id="1069" name="Google Shape;1069;p9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71" name="Google Shape;1071;p9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9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9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9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5" name="Google Shape;1075;p9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76" name="Google Shape;1076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9" name="Google Shape;1079;p9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0" name="Google Shape;1080;p9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1" name="Google Shape;1081;p9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2" name="Google Shape;1082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3" name="Google Shape;1083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4" name="Google Shape;1084;p9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85" name="Google Shape;1085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87" name="Google Shape;1087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9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9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9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1" name="Shape 1091"/>
        <p:cNvGrpSpPr/>
        <p:nvPr/>
      </p:nvGrpSpPr>
      <p:grpSpPr>
        <a:xfrm>
          <a:off x="0" y="0"/>
          <a:ext cx="0" cy="0"/>
        </a:xfrm>
      </p:grpSpPr>
      <p:pic>
        <p:nvPicPr>
          <p:cNvPr id="1092" name="Google Shape;1092;p9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9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4" name="Google Shape;1094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9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8" name="Google Shape;1098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99" name="Google Shape;1099;p9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2" name="Google Shape;1102;p9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3" name="Google Shape;1103;p9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4" name="Google Shape;1104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05" name="Google Shape;1105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6" name="Google Shape;1106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7" name="Google Shape;1107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08" name="Google Shape;1108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9" name="Google Shape;1109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0" name="Google Shape;1110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9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14" name="Shape 1114"/>
        <p:cNvGrpSpPr/>
        <p:nvPr/>
      </p:nvGrpSpPr>
      <p:grpSpPr>
        <a:xfrm>
          <a:off x="0" y="0"/>
          <a:ext cx="0" cy="0"/>
        </a:xfrm>
      </p:grpSpPr>
      <p:pic>
        <p:nvPicPr>
          <p:cNvPr id="1115" name="Google Shape;1115;p9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17" name="Google Shape;1117;p9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18" name="Google Shape;1118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9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1" name="Google Shape;1121;p9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2" name="Google Shape;1122;p9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3" name="Google Shape;1123;p9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4" name="Google Shape;1124;p9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25" name="Google Shape;1125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6" name="Google Shape;1126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7" name="Google Shape;1127;p9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28" name="Google Shape;1128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9" name="Google Shape;1129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0" name="Google Shape;1130;p9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1" name="Google Shape;1131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2" name="Google Shape;1132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33" name="Shape 1133"/>
        <p:cNvGrpSpPr/>
        <p:nvPr/>
      </p:nvGrpSpPr>
      <p:grpSpPr>
        <a:xfrm>
          <a:off x="0" y="0"/>
          <a:ext cx="0" cy="0"/>
        </a:xfrm>
      </p:grpSpPr>
      <p:pic>
        <p:nvPicPr>
          <p:cNvPr id="1134" name="Google Shape;1134;p9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36" name="Google Shape;1136;p9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37" name="Google Shape;1137;p9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9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0" name="Google Shape;1140;p9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1" name="Google Shape;1141;p9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2" name="Google Shape;1142;p9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3" name="Google Shape;1143;p9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44" name="Google Shape;1144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5" name="Google Shape;1145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6" name="Google Shape;1146;p9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47" name="Google Shape;1147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8" name="Google Shape;1148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9" name="Google Shape;1149;p9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0" name="Google Shape;1150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1" name="Google Shape;1151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2" name="Shape 1152"/>
        <p:cNvGrpSpPr/>
        <p:nvPr/>
      </p:nvGrpSpPr>
      <p:grpSpPr>
        <a:xfrm>
          <a:off x="0" y="0"/>
          <a:ext cx="0" cy="0"/>
        </a:xfrm>
      </p:grpSpPr>
      <p:pic>
        <p:nvPicPr>
          <p:cNvPr id="1153" name="Google Shape;1153;p9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55" name="Google Shape;1155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56" name="Google Shape;1156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9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9" name="Google Shape;1159;p9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0" name="Google Shape;1160;p9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1" name="Google Shape;1161;p9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2" name="Google Shape;1162;p9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63" name="Google Shape;1163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4" name="Google Shape;1164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5" name="Google Shape;1165;p9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66" name="Google Shape;1166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7" name="Google Shape;1167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8" name="Google Shape;1168;p9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69" name="Google Shape;1169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0" name="Google Shape;117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1" name="Shape 1171"/>
        <p:cNvGrpSpPr/>
        <p:nvPr/>
      </p:nvGrpSpPr>
      <p:grpSpPr>
        <a:xfrm>
          <a:off x="0" y="0"/>
          <a:ext cx="0" cy="0"/>
        </a:xfrm>
      </p:grpSpPr>
      <p:pic>
        <p:nvPicPr>
          <p:cNvPr id="1172" name="Google Shape;1172;p9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3" name="Google Shape;1173;p9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74" name="Google Shape;1174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5" name="Google Shape;1175;p9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9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8" name="Google Shape;1178;p9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9" name="Google Shape;1179;p9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0" name="Google Shape;1180;p9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1" name="Google Shape;1181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2" name="Google Shape;1182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3" name="Google Shape;1183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4" name="Google Shape;1184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85" name="Google Shape;1185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6" name="Google Shape;1186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7" name="Google Shape;1187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88" name="Google Shape;1188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9" name="Google Shape;1189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0" name="Shape 1190"/>
        <p:cNvGrpSpPr/>
        <p:nvPr/>
      </p:nvGrpSpPr>
      <p:grpSpPr>
        <a:xfrm>
          <a:off x="0" y="0"/>
          <a:ext cx="0" cy="0"/>
        </a:xfrm>
      </p:grpSpPr>
      <p:pic>
        <p:nvPicPr>
          <p:cNvPr id="1191" name="Google Shape;1191;p9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3" name="Google Shape;1193;p9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4" name="Google Shape;1194;p9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9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7" name="Google Shape;1197;p9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8" name="Google Shape;1198;p9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9" name="Google Shape;1199;p9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0" name="Google Shape;1200;p9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1" name="Google Shape;1201;p9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2" name="Google Shape;1202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3" name="Google Shape;1203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4" name="Google Shape;1204;p9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05" name="Google Shape;1205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6" name="Google Shape;1206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7" name="Google Shape;1207;p9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08" name="Google Shape;1208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9" name="Google Shape;1209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0" name="Google Shape;1210;p9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1" name="Google Shape;1211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2" name="Google Shape;1212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13" name="Shape 1213"/>
        <p:cNvGrpSpPr/>
        <p:nvPr/>
      </p:nvGrpSpPr>
      <p:grpSpPr>
        <a:xfrm>
          <a:off x="0" y="0"/>
          <a:ext cx="0" cy="0"/>
        </a:xfrm>
      </p:grpSpPr>
      <p:pic>
        <p:nvPicPr>
          <p:cNvPr id="1214" name="Google Shape;1214;p9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16" name="Google Shape;1216;p9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17" name="Google Shape;1217;p9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9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0" name="Google Shape;1220;p9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1" name="Google Shape;1221;p9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2" name="Google Shape;1222;p9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3" name="Google Shape;1223;p9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4" name="Google Shape;1224;p9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25" name="Google Shape;1225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6" name="Google Shape;1226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7" name="Google Shape;1227;p9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28" name="Google Shape;1228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9" name="Google Shape;1229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0" name="Google Shape;1230;p9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1" name="Google Shape;1231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2" name="Google Shape;1232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3" name="Google Shape;1233;p9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34" name="Google Shape;1234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5" name="Google Shape;1235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36" name="Shape 1236"/>
        <p:cNvGrpSpPr/>
        <p:nvPr/>
      </p:nvGrpSpPr>
      <p:grpSpPr>
        <a:xfrm>
          <a:off x="0" y="0"/>
          <a:ext cx="0" cy="0"/>
        </a:xfrm>
      </p:grpSpPr>
      <p:pic>
        <p:nvPicPr>
          <p:cNvPr id="1237" name="Google Shape;1237;p9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38" name="Google Shape;1238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39" name="Google Shape;1239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0" name="Google Shape;1240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9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3" name="Google Shape;1243;p9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4" name="Google Shape;1244;p9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5" name="Google Shape;1245;p9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6" name="Google Shape;1246;p9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47" name="Google Shape;1247;p9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48" name="Google Shape;1248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9" name="Google Shape;1249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0" name="Google Shape;1250;p9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1" name="Google Shape;1251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2" name="Google Shape;1252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3" name="Google Shape;1253;p9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54" name="Google Shape;1254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5" name="Google Shape;1255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6" name="Google Shape;1256;p9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57" name="Google Shape;1257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8" name="Google Shape;1258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59" name="Shape 1259"/>
        <p:cNvGrpSpPr/>
        <p:nvPr/>
      </p:nvGrpSpPr>
      <p:grpSpPr>
        <a:xfrm>
          <a:off x="0" y="0"/>
          <a:ext cx="0" cy="0"/>
        </a:xfrm>
      </p:grpSpPr>
      <p:pic>
        <p:nvPicPr>
          <p:cNvPr id="1260" name="Google Shape;1260;p10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1" name="Google Shape;1261;p10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62" name="Google Shape;1262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3" name="Google Shape;1263;p10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10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6" name="Google Shape;1266;p10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7" name="Google Shape;1267;p10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8" name="Google Shape;1268;p10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9" name="Google Shape;1269;p10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0" name="Google Shape;1270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1" name="Google Shape;1271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2" name="Google Shape;127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3" name="Google Shape;1273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74" name="Google Shape;1274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5" name="Google Shape;1275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6" name="Google Shape;1276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77" name="Google Shape;1277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8" name="Google Shape;1278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9" name="Google Shape;1279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0" name="Google Shape;1280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1" name="Google Shape;1281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2" name="Shape 1282"/>
        <p:cNvGrpSpPr/>
        <p:nvPr/>
      </p:nvGrpSpPr>
      <p:grpSpPr>
        <a:xfrm>
          <a:off x="0" y="0"/>
          <a:ext cx="0" cy="0"/>
        </a:xfrm>
      </p:grpSpPr>
      <p:pic>
        <p:nvPicPr>
          <p:cNvPr id="1283" name="Google Shape;1283;p10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85" name="Google Shape;1285;p10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86" name="Google Shape;1286;p10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7" name="Google Shape;1287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10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9" name="Google Shape;1289;p10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290" name="Google Shape;1290;p10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291" name="Google Shape;1291;p10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292" name="Google Shape;1292;p10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93" name="Google Shape;1293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4" name="Google Shape;1294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5" name="Google Shape;1295;p10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96" name="Google Shape;1296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7" name="Google Shape;1297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8" name="Google Shape;1298;p10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99" name="Google Shape;1299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0" name="Google Shape;1300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1" name="Shape 1301"/>
        <p:cNvGrpSpPr/>
        <p:nvPr/>
      </p:nvGrpSpPr>
      <p:grpSpPr>
        <a:xfrm>
          <a:off x="0" y="0"/>
          <a:ext cx="0" cy="0"/>
        </a:xfrm>
      </p:grpSpPr>
      <p:pic>
        <p:nvPicPr>
          <p:cNvPr id="1302" name="Google Shape;1302;p10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3" name="Google Shape;1303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04" name="Google Shape;1304;p10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05" name="Google Shape;1305;p10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Google Shape;1306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10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8" name="Google Shape;1308;p10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09" name="Google Shape;1309;p10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10" name="Google Shape;1310;p10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311" name="Google Shape;1311;p10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2" name="Google Shape;1312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3" name="Google Shape;1313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4" name="Google Shape;1314;p10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15" name="Google Shape;1315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6" name="Google Shape;131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7" name="Google Shape;1317;p10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18" name="Google Shape;1318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9" name="Google Shape;131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0" name="Shape 1320"/>
        <p:cNvGrpSpPr/>
        <p:nvPr/>
      </p:nvGrpSpPr>
      <p:grpSpPr>
        <a:xfrm>
          <a:off x="0" y="0"/>
          <a:ext cx="0" cy="0"/>
        </a:xfrm>
      </p:grpSpPr>
      <p:pic>
        <p:nvPicPr>
          <p:cNvPr id="1321" name="Google Shape;1321;p10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2" name="Google Shape;1322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23" name="Google Shape;1323;p10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24" name="Google Shape;1324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10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7" name="Google Shape;1327;p10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28" name="Google Shape;1328;p10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29" name="Google Shape;1329;p10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330" name="Google Shape;1330;p10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1" name="Google Shape;1331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2" name="Google Shape;1332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3" name="Google Shape;1333;p10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34" name="Google Shape;1334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5" name="Google Shape;1335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6" name="Google Shape;1336;p10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37" name="Google Shape;1337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8" name="Google Shape;1338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39" name="Shape 1339"/>
        <p:cNvGrpSpPr/>
        <p:nvPr/>
      </p:nvGrpSpPr>
      <p:grpSpPr>
        <a:xfrm>
          <a:off x="0" y="0"/>
          <a:ext cx="0" cy="0"/>
        </a:xfrm>
      </p:grpSpPr>
      <p:pic>
        <p:nvPicPr>
          <p:cNvPr id="1340" name="Google Shape;1340;p10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p10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42" name="Google Shape;1342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3" name="Google Shape;1343;p10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10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6" name="Google Shape;1346;p10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47" name="Google Shape;1347;p10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48" name="Google Shape;1348;p10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349" name="Google Shape;1349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0" name="Google Shape;1350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1" name="Google Shape;1351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2" name="Google Shape;1352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53" name="Google Shape;1353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4" name="Google Shape;1354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5" name="Google Shape;1355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56" name="Google Shape;1356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58" name="Shape 1358"/>
        <p:cNvGrpSpPr/>
        <p:nvPr/>
      </p:nvGrpSpPr>
      <p:grpSpPr>
        <a:xfrm>
          <a:off x="0" y="0"/>
          <a:ext cx="0" cy="0"/>
        </a:xfrm>
      </p:grpSpPr>
      <p:pic>
        <p:nvPicPr>
          <p:cNvPr id="1359" name="Google Shape;1359;p10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0" name="Google Shape;1360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61" name="Google Shape;1361;p10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2" name="Google Shape;1362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1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0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65" name="Shape 1365"/>
        <p:cNvGrpSpPr/>
        <p:nvPr/>
      </p:nvGrpSpPr>
      <p:grpSpPr>
        <a:xfrm>
          <a:off x="0" y="0"/>
          <a:ext cx="0" cy="0"/>
        </a:xfrm>
      </p:grpSpPr>
      <p:pic>
        <p:nvPicPr>
          <p:cNvPr id="1366" name="Google Shape;1366;p10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68" name="Google Shape;1368;p10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9" name="Google Shape;1369;p10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10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0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72" name="Shape 1372"/>
        <p:cNvGrpSpPr/>
        <p:nvPr/>
      </p:nvGrpSpPr>
      <p:grpSpPr>
        <a:xfrm>
          <a:off x="0" y="0"/>
          <a:ext cx="0" cy="0"/>
        </a:xfrm>
      </p:grpSpPr>
      <p:pic>
        <p:nvPicPr>
          <p:cNvPr id="1373" name="Google Shape;1373;p10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75" name="Google Shape;1375;p10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6" name="Google Shape;1376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0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79" name="Shape 1379"/>
        <p:cNvGrpSpPr/>
        <p:nvPr/>
      </p:nvGrpSpPr>
      <p:grpSpPr>
        <a:xfrm>
          <a:off x="0" y="0"/>
          <a:ext cx="0" cy="0"/>
        </a:xfrm>
      </p:grpSpPr>
      <p:pic>
        <p:nvPicPr>
          <p:cNvPr id="1380" name="Google Shape;1380;p10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0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82" name="Google Shape;1382;p10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3" name="Google Shape;1383;p10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0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1386" name="Shape 1386"/>
        <p:cNvGrpSpPr/>
        <p:nvPr/>
      </p:nvGrpSpPr>
      <p:grpSpPr>
        <a:xfrm>
          <a:off x="0" y="0"/>
          <a:ext cx="0" cy="0"/>
        </a:xfrm>
      </p:grpSpPr>
      <p:pic>
        <p:nvPicPr>
          <p:cNvPr id="1387" name="Google Shape;1387;p10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89" name="Google Shape;1389;p10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0" name="Google Shape;1390;p10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10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3" name="Google Shape;1393;p10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0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1394" name="Shape 1394"/>
        <p:cNvGrpSpPr/>
        <p:nvPr/>
      </p:nvGrpSpPr>
      <p:grpSpPr>
        <a:xfrm>
          <a:off x="0" y="0"/>
          <a:ext cx="0" cy="0"/>
        </a:xfrm>
      </p:grpSpPr>
      <p:pic>
        <p:nvPicPr>
          <p:cNvPr id="1395" name="Google Shape;1395;p11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97" name="Google Shape;1397;p11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8" name="Google Shape;1398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99" name="Google Shape;1399;p1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11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1" name="Google Shape;1401;p11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0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1402" name="Shape 1402"/>
        <p:cNvGrpSpPr/>
        <p:nvPr/>
      </p:nvGrpSpPr>
      <p:grpSpPr>
        <a:xfrm>
          <a:off x="0" y="0"/>
          <a:ext cx="0" cy="0"/>
        </a:xfrm>
      </p:grpSpPr>
      <p:pic>
        <p:nvPicPr>
          <p:cNvPr id="1403" name="Google Shape;1403;p11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05" name="Google Shape;1405;p11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6" name="Google Shape;1406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7" name="Google Shape;1407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11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9" name="Google Shape;1409;p11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1410" name="Shape 1410"/>
        <p:cNvGrpSpPr/>
        <p:nvPr/>
      </p:nvGrpSpPr>
      <p:grpSpPr>
        <a:xfrm>
          <a:off x="0" y="0"/>
          <a:ext cx="0" cy="0"/>
        </a:xfrm>
      </p:grpSpPr>
      <p:pic>
        <p:nvPicPr>
          <p:cNvPr id="1411" name="Google Shape;1411;p11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p11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13" name="Google Shape;1413;p11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4" name="Google Shape;1414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5" name="Google Shape;1415;p1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p11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7" name="Google Shape;1417;p11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18" name="Shape 1418"/>
        <p:cNvGrpSpPr/>
        <p:nvPr/>
      </p:nvGrpSpPr>
      <p:grpSpPr>
        <a:xfrm>
          <a:off x="0" y="0"/>
          <a:ext cx="0" cy="0"/>
        </a:xfrm>
      </p:grpSpPr>
      <p:pic>
        <p:nvPicPr>
          <p:cNvPr id="1419" name="Google Shape;1419;p1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0" name="Google Shape;1420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21" name="Google Shape;1421;p11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422" name="Google Shape;1422;p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3" name="Google Shape;1423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11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5" name="Google Shape;1425;p11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26" name="Shape 1426"/>
        <p:cNvGrpSpPr/>
        <p:nvPr/>
      </p:nvGrpSpPr>
      <p:grpSpPr>
        <a:xfrm>
          <a:off x="0" y="0"/>
          <a:ext cx="0" cy="0"/>
        </a:xfrm>
      </p:grpSpPr>
      <p:pic>
        <p:nvPicPr>
          <p:cNvPr id="1427" name="Google Shape;1427;p11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29" name="Google Shape;1429;p11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0" name="Google Shape;1430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1" name="Google Shape;1431;p1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2" name="Google Shape;1432;p11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3" name="Google Shape;1433;p11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34" name="Shape 1434"/>
        <p:cNvGrpSpPr/>
        <p:nvPr/>
      </p:nvGrpSpPr>
      <p:grpSpPr>
        <a:xfrm>
          <a:off x="0" y="0"/>
          <a:ext cx="0" cy="0"/>
        </a:xfrm>
      </p:grpSpPr>
      <p:pic>
        <p:nvPicPr>
          <p:cNvPr id="1435" name="Google Shape;1435;p11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37" name="Google Shape;1437;p11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8" name="Google Shape;1438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9" name="Google Shape;1439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11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1" name="Google Shape;1441;p11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42" name="Shape 1442"/>
        <p:cNvGrpSpPr/>
        <p:nvPr/>
      </p:nvGrpSpPr>
      <p:grpSpPr>
        <a:xfrm>
          <a:off x="0" y="0"/>
          <a:ext cx="0" cy="0"/>
        </a:xfrm>
      </p:grpSpPr>
      <p:pic>
        <p:nvPicPr>
          <p:cNvPr id="1443" name="Google Shape;1443;p11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4" name="Google Shape;1444;p1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45" name="Google Shape;1445;p11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6" name="Google Shape;1446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7" name="Google Shape;1447;p1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8" name="Google Shape;1448;p11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9" name="Google Shape;1449;p11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1450" name="Shape 1450"/>
        <p:cNvGrpSpPr/>
        <p:nvPr/>
      </p:nvGrpSpPr>
      <p:grpSpPr>
        <a:xfrm>
          <a:off x="0" y="0"/>
          <a:ext cx="0" cy="0"/>
        </a:xfrm>
      </p:grpSpPr>
      <p:sp>
        <p:nvSpPr>
          <p:cNvPr id="1451" name="Google Shape;1451;p117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52" name="Google Shape;1452;p11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3" name="Google Shape;1453;p11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4" name="Google Shape;1454;p11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11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1456" name="Shape 1456"/>
        <p:cNvGrpSpPr/>
        <p:nvPr/>
      </p:nvGrpSpPr>
      <p:grpSpPr>
        <a:xfrm>
          <a:off x="0" y="0"/>
          <a:ext cx="0" cy="0"/>
        </a:xfrm>
      </p:grpSpPr>
      <p:sp>
        <p:nvSpPr>
          <p:cNvPr id="1457" name="Google Shape;1457;p118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58" name="Google Shape;1458;p11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9" name="Google Shape;1459;p11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0" name="Google Shape;1460;p11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11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1462" name="Shape 1462"/>
        <p:cNvGrpSpPr/>
        <p:nvPr/>
      </p:nvGrpSpPr>
      <p:grpSpPr>
        <a:xfrm>
          <a:off x="0" y="0"/>
          <a:ext cx="0" cy="0"/>
        </a:xfrm>
      </p:grpSpPr>
      <p:pic>
        <p:nvPicPr>
          <p:cNvPr id="1463" name="Google Shape;1463;p1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64" name="Google Shape;1464;p119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1465" name="Shape 1465"/>
        <p:cNvGrpSpPr/>
        <p:nvPr/>
      </p:nvGrpSpPr>
      <p:grpSpPr>
        <a:xfrm>
          <a:off x="0" y="0"/>
          <a:ext cx="0" cy="0"/>
        </a:xfrm>
      </p:grpSpPr>
      <p:sp>
        <p:nvSpPr>
          <p:cNvPr id="1466" name="Google Shape;1466;p120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7" name="Google Shape;1467;p120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120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9" name="Google Shape;1469;p120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120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120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120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120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0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1475" name="Shape 1475"/>
        <p:cNvGrpSpPr/>
        <p:nvPr/>
      </p:nvGrpSpPr>
      <p:grpSpPr>
        <a:xfrm>
          <a:off x="0" y="0"/>
          <a:ext cx="0" cy="0"/>
        </a:xfrm>
      </p:grpSpPr>
      <p:pic>
        <p:nvPicPr>
          <p:cNvPr id="1476" name="Google Shape;1476;p12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77" name="Google Shape;1477;p121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1478" name="Shape 1478"/>
        <p:cNvGrpSpPr/>
        <p:nvPr/>
      </p:nvGrpSpPr>
      <p:grpSpPr>
        <a:xfrm>
          <a:off x="0" y="0"/>
          <a:ext cx="0" cy="0"/>
        </a:xfrm>
      </p:grpSpPr>
      <p:sp>
        <p:nvSpPr>
          <p:cNvPr id="1479" name="Google Shape;1479;p12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_2">
    <p:spTree>
      <p:nvGrpSpPr>
        <p:cNvPr id="1480" name="Shape 1480"/>
        <p:cNvGrpSpPr/>
        <p:nvPr/>
      </p:nvGrpSpPr>
      <p:grpSpPr>
        <a:xfrm>
          <a:off x="0" y="0"/>
          <a:ext cx="0" cy="0"/>
        </a:xfrm>
      </p:grpSpPr>
      <p:sp>
        <p:nvSpPr>
          <p:cNvPr id="1481" name="Google Shape;1481;p1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2" name="Google Shape;1482;p12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83" name="Google Shape;1483;p12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123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5" name="Google Shape;1485;p123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6" name="Google Shape;1486;p123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image" Target="../media/image42.png" /><Relationship Id="rId62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10" Type="http://schemas.openxmlformats.org/officeDocument/2006/relationships/slideLayout" Target="../slideLayouts/slideLayout70.xml" /><Relationship Id="rId11" Type="http://schemas.openxmlformats.org/officeDocument/2006/relationships/slideLayout" Target="../slideLayouts/slideLayout71.xml" /><Relationship Id="rId12" Type="http://schemas.openxmlformats.org/officeDocument/2006/relationships/slideLayout" Target="../slideLayouts/slideLayout72.xml" /><Relationship Id="rId13" Type="http://schemas.openxmlformats.org/officeDocument/2006/relationships/slideLayout" Target="../slideLayouts/slideLayout73.xml" /><Relationship Id="rId14" Type="http://schemas.openxmlformats.org/officeDocument/2006/relationships/slideLayout" Target="../slideLayouts/slideLayout74.xml" /><Relationship Id="rId15" Type="http://schemas.openxmlformats.org/officeDocument/2006/relationships/slideLayout" Target="../slideLayouts/slideLayout75.xml" /><Relationship Id="rId16" Type="http://schemas.openxmlformats.org/officeDocument/2006/relationships/slideLayout" Target="../slideLayouts/slideLayout76.xml" /><Relationship Id="rId17" Type="http://schemas.openxmlformats.org/officeDocument/2006/relationships/slideLayout" Target="../slideLayouts/slideLayout77.xml" /><Relationship Id="rId18" Type="http://schemas.openxmlformats.org/officeDocument/2006/relationships/slideLayout" Target="../slideLayouts/slideLayout78.xml" /><Relationship Id="rId19" Type="http://schemas.openxmlformats.org/officeDocument/2006/relationships/slideLayout" Target="../slideLayouts/slideLayout79.xml" /><Relationship Id="rId2" Type="http://schemas.openxmlformats.org/officeDocument/2006/relationships/slideLayout" Target="../slideLayouts/slideLayout62.xml" /><Relationship Id="rId20" Type="http://schemas.openxmlformats.org/officeDocument/2006/relationships/slideLayout" Target="../slideLayouts/slideLayout80.xml" /><Relationship Id="rId21" Type="http://schemas.openxmlformats.org/officeDocument/2006/relationships/slideLayout" Target="../slideLayouts/slideLayout81.xml" /><Relationship Id="rId22" Type="http://schemas.openxmlformats.org/officeDocument/2006/relationships/slideLayout" Target="../slideLayouts/slideLayout82.xml" /><Relationship Id="rId23" Type="http://schemas.openxmlformats.org/officeDocument/2006/relationships/slideLayout" Target="../slideLayouts/slideLayout83.xml" /><Relationship Id="rId24" Type="http://schemas.openxmlformats.org/officeDocument/2006/relationships/slideLayout" Target="../slideLayouts/slideLayout84.xml" /><Relationship Id="rId25" Type="http://schemas.openxmlformats.org/officeDocument/2006/relationships/slideLayout" Target="../slideLayouts/slideLayout85.xml" /><Relationship Id="rId26" Type="http://schemas.openxmlformats.org/officeDocument/2006/relationships/slideLayout" Target="../slideLayouts/slideLayout86.xml" /><Relationship Id="rId27" Type="http://schemas.openxmlformats.org/officeDocument/2006/relationships/slideLayout" Target="../slideLayouts/slideLayout87.xml" /><Relationship Id="rId28" Type="http://schemas.openxmlformats.org/officeDocument/2006/relationships/slideLayout" Target="../slideLayouts/slideLayout88.xml" /><Relationship Id="rId29" Type="http://schemas.openxmlformats.org/officeDocument/2006/relationships/slideLayout" Target="../slideLayouts/slideLayout89.xml" /><Relationship Id="rId3" Type="http://schemas.openxmlformats.org/officeDocument/2006/relationships/slideLayout" Target="../slideLayouts/slideLayout63.xml" /><Relationship Id="rId30" Type="http://schemas.openxmlformats.org/officeDocument/2006/relationships/slideLayout" Target="../slideLayouts/slideLayout90.xml" /><Relationship Id="rId31" Type="http://schemas.openxmlformats.org/officeDocument/2006/relationships/slideLayout" Target="../slideLayouts/slideLayout91.xml" /><Relationship Id="rId32" Type="http://schemas.openxmlformats.org/officeDocument/2006/relationships/slideLayout" Target="../slideLayouts/slideLayout92.xml" /><Relationship Id="rId33" Type="http://schemas.openxmlformats.org/officeDocument/2006/relationships/slideLayout" Target="../slideLayouts/slideLayout93.xml" /><Relationship Id="rId34" Type="http://schemas.openxmlformats.org/officeDocument/2006/relationships/slideLayout" Target="../slideLayouts/slideLayout94.xml" /><Relationship Id="rId35" Type="http://schemas.openxmlformats.org/officeDocument/2006/relationships/slideLayout" Target="../slideLayouts/slideLayout95.xml" /><Relationship Id="rId36" Type="http://schemas.openxmlformats.org/officeDocument/2006/relationships/slideLayout" Target="../slideLayouts/slideLayout96.xml" /><Relationship Id="rId37" Type="http://schemas.openxmlformats.org/officeDocument/2006/relationships/slideLayout" Target="../slideLayouts/slideLayout97.xml" /><Relationship Id="rId38" Type="http://schemas.openxmlformats.org/officeDocument/2006/relationships/slideLayout" Target="../slideLayouts/slideLayout98.xml" /><Relationship Id="rId39" Type="http://schemas.openxmlformats.org/officeDocument/2006/relationships/slideLayout" Target="../slideLayouts/slideLayout99.xml" /><Relationship Id="rId4" Type="http://schemas.openxmlformats.org/officeDocument/2006/relationships/slideLayout" Target="../slideLayouts/slideLayout64.xml" /><Relationship Id="rId40" Type="http://schemas.openxmlformats.org/officeDocument/2006/relationships/slideLayout" Target="../slideLayouts/slideLayout100.xml" /><Relationship Id="rId41" Type="http://schemas.openxmlformats.org/officeDocument/2006/relationships/slideLayout" Target="../slideLayouts/slideLayout101.xml" /><Relationship Id="rId42" Type="http://schemas.openxmlformats.org/officeDocument/2006/relationships/slideLayout" Target="../slideLayouts/slideLayout102.xml" /><Relationship Id="rId43" Type="http://schemas.openxmlformats.org/officeDocument/2006/relationships/slideLayout" Target="../slideLayouts/slideLayout103.xml" /><Relationship Id="rId44" Type="http://schemas.openxmlformats.org/officeDocument/2006/relationships/slideLayout" Target="../slideLayouts/slideLayout104.xml" /><Relationship Id="rId45" Type="http://schemas.openxmlformats.org/officeDocument/2006/relationships/slideLayout" Target="../slideLayouts/slideLayout105.xml" /><Relationship Id="rId46" Type="http://schemas.openxmlformats.org/officeDocument/2006/relationships/slideLayout" Target="../slideLayouts/slideLayout106.xml" /><Relationship Id="rId47" Type="http://schemas.openxmlformats.org/officeDocument/2006/relationships/slideLayout" Target="../slideLayouts/slideLayout107.xml" /><Relationship Id="rId48" Type="http://schemas.openxmlformats.org/officeDocument/2006/relationships/slideLayout" Target="../slideLayouts/slideLayout108.xml" /><Relationship Id="rId49" Type="http://schemas.openxmlformats.org/officeDocument/2006/relationships/slideLayout" Target="../slideLayouts/slideLayout109.xml" /><Relationship Id="rId5" Type="http://schemas.openxmlformats.org/officeDocument/2006/relationships/slideLayout" Target="../slideLayouts/slideLayout65.xml" /><Relationship Id="rId50" Type="http://schemas.openxmlformats.org/officeDocument/2006/relationships/slideLayout" Target="../slideLayouts/slideLayout110.xml" /><Relationship Id="rId51" Type="http://schemas.openxmlformats.org/officeDocument/2006/relationships/slideLayout" Target="../slideLayouts/slideLayout111.xml" /><Relationship Id="rId52" Type="http://schemas.openxmlformats.org/officeDocument/2006/relationships/slideLayout" Target="../slideLayouts/slideLayout112.xml" /><Relationship Id="rId53" Type="http://schemas.openxmlformats.org/officeDocument/2006/relationships/slideLayout" Target="../slideLayouts/slideLayout113.xml" /><Relationship Id="rId54" Type="http://schemas.openxmlformats.org/officeDocument/2006/relationships/slideLayout" Target="../slideLayouts/slideLayout114.xml" /><Relationship Id="rId55" Type="http://schemas.openxmlformats.org/officeDocument/2006/relationships/slideLayout" Target="../slideLayouts/slideLayout115.xml" /><Relationship Id="rId56" Type="http://schemas.openxmlformats.org/officeDocument/2006/relationships/slideLayout" Target="../slideLayouts/slideLayout116.xml" /><Relationship Id="rId57" Type="http://schemas.openxmlformats.org/officeDocument/2006/relationships/slideLayout" Target="../slideLayouts/slideLayout117.xml" /><Relationship Id="rId58" Type="http://schemas.openxmlformats.org/officeDocument/2006/relationships/slideLayout" Target="../slideLayouts/slideLayout118.xml" /><Relationship Id="rId59" Type="http://schemas.openxmlformats.org/officeDocument/2006/relationships/slideLayout" Target="../slideLayouts/slideLayout119.xml" /><Relationship Id="rId6" Type="http://schemas.openxmlformats.org/officeDocument/2006/relationships/slideLayout" Target="../slideLayouts/slideLayout66.xml" /><Relationship Id="rId60" Type="http://schemas.openxmlformats.org/officeDocument/2006/relationships/slideLayout" Target="../slideLayouts/slideLayout120.xml" /><Relationship Id="rId61" Type="http://schemas.openxmlformats.org/officeDocument/2006/relationships/slideLayout" Target="../slideLayouts/slideLayout121.xml" /><Relationship Id="rId62" Type="http://schemas.openxmlformats.org/officeDocument/2006/relationships/image" Target="../media/image42.png" /><Relationship Id="rId63" Type="http://schemas.openxmlformats.org/officeDocument/2006/relationships/theme" Target="../theme/theme2.xml" /><Relationship Id="rId7" Type="http://schemas.openxmlformats.org/officeDocument/2006/relationships/slideLayout" Target="../slideLayouts/slideLayout67.xml" /><Relationship Id="rId8" Type="http://schemas.openxmlformats.org/officeDocument/2006/relationships/slideLayout" Target="../slideLayouts/slideLayout68.xml" /><Relationship Id="rId9" Type="http://schemas.openxmlformats.org/officeDocument/2006/relationships/slideLayout" Target="../slideLayouts/slideLayout6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</a:xfrm>
      </p:grpSpPr>
      <p:sp>
        <p:nvSpPr>
          <p:cNvPr id="743" name="Google Shape;743;p6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4" name="Google Shape;744;p62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5" name="Google Shape;745;p62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725" r:id="rId18"/>
    <p:sldLayoutId id="2147483726" r:id="rId19"/>
    <p:sldLayoutId id="2147483727" r:id="rId20"/>
    <p:sldLayoutId id="2147483728" r:id="rId21"/>
    <p:sldLayoutId id="2147483729" r:id="rId22"/>
    <p:sldLayoutId id="2147483730" r:id="rId23"/>
    <p:sldLayoutId id="2147483731" r:id="rId24"/>
    <p:sldLayoutId id="2147483732" r:id="rId25"/>
    <p:sldLayoutId id="2147483733" r:id="rId26"/>
    <p:sldLayoutId id="2147483734" r:id="rId27"/>
    <p:sldLayoutId id="2147483735" r:id="rId28"/>
    <p:sldLayoutId id="2147483736" r:id="rId29"/>
    <p:sldLayoutId id="2147483737" r:id="rId30"/>
    <p:sldLayoutId id="2147483738" r:id="rId31"/>
    <p:sldLayoutId id="2147483739" r:id="rId32"/>
    <p:sldLayoutId id="2147483740" r:id="rId33"/>
    <p:sldLayoutId id="2147483741" r:id="rId34"/>
    <p:sldLayoutId id="2147483742" r:id="rId35"/>
    <p:sldLayoutId id="2147483743" r:id="rId36"/>
    <p:sldLayoutId id="2147483744" r:id="rId37"/>
    <p:sldLayoutId id="2147483745" r:id="rId38"/>
    <p:sldLayoutId id="2147483746" r:id="rId39"/>
    <p:sldLayoutId id="2147483747" r:id="rId40"/>
    <p:sldLayoutId id="2147483748" r:id="rId41"/>
    <p:sldLayoutId id="2147483749" r:id="rId42"/>
    <p:sldLayoutId id="2147483750" r:id="rId43"/>
    <p:sldLayoutId id="2147483751" r:id="rId44"/>
    <p:sldLayoutId id="2147483752" r:id="rId45"/>
    <p:sldLayoutId id="2147483753" r:id="rId46"/>
    <p:sldLayoutId id="2147483754" r:id="rId47"/>
    <p:sldLayoutId id="2147483755" r:id="rId48"/>
    <p:sldLayoutId id="2147483756" r:id="rId49"/>
    <p:sldLayoutId id="2147483757" r:id="rId50"/>
    <p:sldLayoutId id="2147483758" r:id="rId51"/>
    <p:sldLayoutId id="2147483759" r:id="rId52"/>
    <p:sldLayoutId id="2147483760" r:id="rId53"/>
    <p:sldLayoutId id="2147483761" r:id="rId54"/>
    <p:sldLayoutId id="2147483762" r:id="rId55"/>
    <p:sldLayoutId id="2147483763" r:id="rId56"/>
    <p:sldLayoutId id="2147483764" r:id="rId57"/>
    <p:sldLayoutId id="2147483765" r:id="rId58"/>
    <p:sldLayoutId id="2147483766" r:id="rId59"/>
    <p:sldLayoutId id="2147483767" r:id="rId60"/>
    <p:sldLayoutId id="2147483768" r:id="rId61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1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43.png" /><Relationship Id="rId4" Type="http://schemas.openxmlformats.org/officeDocument/2006/relationships/image" Target="../media/image4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6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Relationship Id="rId5" Type="http://schemas.openxmlformats.org/officeDocument/2006/relationships/image" Target="../media/image48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11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49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49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49.png" /><Relationship Id="rId4" Type="http://schemas.openxmlformats.org/officeDocument/2006/relationships/image" Target="../media/image50.png" /><Relationship Id="rId5" Type="http://schemas.openxmlformats.org/officeDocument/2006/relationships/image" Target="../media/image51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1.xml" /><Relationship Id="rId10" Type="http://schemas.openxmlformats.org/officeDocument/2006/relationships/image" Target="../media/image56.png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49.png" /><Relationship Id="rId4" Type="http://schemas.openxmlformats.org/officeDocument/2006/relationships/image" Target="../media/image50.png" /><Relationship Id="rId5" Type="http://schemas.openxmlformats.org/officeDocument/2006/relationships/image" Target="../media/image52.png" /><Relationship Id="rId6" Type="http://schemas.openxmlformats.org/officeDocument/2006/relationships/image" Target="../media/image53.png" /><Relationship Id="rId7" Type="http://schemas.openxmlformats.org/officeDocument/2006/relationships/image" Target="../media/image54.png" /><Relationship Id="rId8" Type="http://schemas.openxmlformats.org/officeDocument/2006/relationships/image" Target="../media/image55.png" /><Relationship Id="rId9" Type="http://schemas.openxmlformats.org/officeDocument/2006/relationships/image" Target="../media/image51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16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17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18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57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57.png" /><Relationship Id="rId4" Type="http://schemas.openxmlformats.org/officeDocument/2006/relationships/image" Target="../media/image58.png" /><Relationship Id="rId5" Type="http://schemas.openxmlformats.org/officeDocument/2006/relationships/image" Target="../media/image59.png" /><Relationship Id="rId6" Type="http://schemas.openxmlformats.org/officeDocument/2006/relationships/image" Target="../media/image60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60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3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57.png" /><Relationship Id="rId4" Type="http://schemas.openxmlformats.org/officeDocument/2006/relationships/image" Target="../media/image58.png" /><Relationship Id="rId5" Type="http://schemas.openxmlformats.org/officeDocument/2006/relationships/image" Target="../media/image59.png" /><Relationship Id="rId6" Type="http://schemas.openxmlformats.org/officeDocument/2006/relationships/image" Target="../media/image60.png" /><Relationship Id="rId7" Type="http://schemas.openxmlformats.org/officeDocument/2006/relationships/image" Target="../media/image61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7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62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7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63.png" /><Relationship Id="rId4" Type="http://schemas.openxmlformats.org/officeDocument/2006/relationships/image" Target="../media/image64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1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65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1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62.png" /><Relationship Id="rId4" Type="http://schemas.openxmlformats.org/officeDocument/2006/relationships/image" Target="../media/image66.png" /><Relationship Id="rId5" Type="http://schemas.openxmlformats.org/officeDocument/2006/relationships/image" Target="../media/image67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1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63.png" /><Relationship Id="rId4" Type="http://schemas.openxmlformats.org/officeDocument/2006/relationships/image" Target="../media/image68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1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64.png" /><Relationship Id="rId4" Type="http://schemas.openxmlformats.org/officeDocument/2006/relationships/image" Target="../media/image69.png" /><Relationship Id="rId5" Type="http://schemas.openxmlformats.org/officeDocument/2006/relationships/image" Target="../media/image70.png" /><Relationship Id="rId6" Type="http://schemas.openxmlformats.org/officeDocument/2006/relationships/image" Target="../media/image71.png" /><Relationship Id="rId7" Type="http://schemas.openxmlformats.org/officeDocument/2006/relationships/image" Target="../media/image72.png" /><Relationship Id="rId8" Type="http://schemas.openxmlformats.org/officeDocument/2006/relationships/image" Target="../media/image73.png" /><Relationship Id="rId9" Type="http://schemas.openxmlformats.org/officeDocument/2006/relationships/image" Target="../media/image74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6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45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0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75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0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75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0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76.png" /><Relationship Id="rId4" Type="http://schemas.openxmlformats.org/officeDocument/2006/relationships/image" Target="../media/image77.png" /><Relationship Id="rId5" Type="http://schemas.openxmlformats.org/officeDocument/2006/relationships/image" Target="../media/image78.png" /><Relationship Id="rId6" Type="http://schemas.openxmlformats.org/officeDocument/2006/relationships/image" Target="../media/image79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0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76.png" /><Relationship Id="rId4" Type="http://schemas.openxmlformats.org/officeDocument/2006/relationships/image" Target="../media/image77.png" /><Relationship Id="rId5" Type="http://schemas.openxmlformats.org/officeDocument/2006/relationships/image" Target="../media/image79.png" /><Relationship Id="rId6" Type="http://schemas.openxmlformats.org/officeDocument/2006/relationships/image" Target="../media/image78.png" /><Relationship Id="rId7" Type="http://schemas.openxmlformats.org/officeDocument/2006/relationships/image" Target="../media/image80.png" /><Relationship Id="rId8" Type="http://schemas.openxmlformats.org/officeDocument/2006/relationships/image" Target="../media/image81.png" /><Relationship Id="rId9" Type="http://schemas.openxmlformats.org/officeDocument/2006/relationships/image" Target="../media/image82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0.xml" /><Relationship Id="rId2" Type="http://schemas.openxmlformats.org/officeDocument/2006/relationships/notesSlide" Target="../notesSlides/notesSlide34.xml" /><Relationship Id="rId3" Type="http://schemas.openxmlformats.org/officeDocument/2006/relationships/image" Target="../media/image83.png" /><Relationship Id="rId4" Type="http://schemas.openxmlformats.org/officeDocument/2006/relationships/image" Target="../media/image80.png" /><Relationship Id="rId5" Type="http://schemas.openxmlformats.org/officeDocument/2006/relationships/image" Target="../media/image81.png" /><Relationship Id="rId6" Type="http://schemas.openxmlformats.org/officeDocument/2006/relationships/image" Target="../media/image82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4.xml" /><Relationship Id="rId2" Type="http://schemas.openxmlformats.org/officeDocument/2006/relationships/notesSlide" Target="../notesSlides/notesSlide35.xml" /><Relationship Id="rId3" Type="http://schemas.openxmlformats.org/officeDocument/2006/relationships/image" Target="../media/image84.png" /><Relationship Id="rId4" Type="http://schemas.openxmlformats.org/officeDocument/2006/relationships/image" Target="../media/image85.png" /><Relationship Id="rId5" Type="http://schemas.openxmlformats.org/officeDocument/2006/relationships/image" Target="../media/image86.pn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4.xml" /><Relationship Id="rId2" Type="http://schemas.openxmlformats.org/officeDocument/2006/relationships/notesSlide" Target="../notesSlides/notesSlide36.xml" /><Relationship Id="rId3" Type="http://schemas.openxmlformats.org/officeDocument/2006/relationships/image" Target="../media/image87.png" /><Relationship Id="rId4" Type="http://schemas.openxmlformats.org/officeDocument/2006/relationships/image" Target="../media/image86.png" /><Relationship Id="rId5" Type="http://schemas.openxmlformats.org/officeDocument/2006/relationships/image" Target="../media/image88.png" /><Relationship Id="rId6" Type="http://schemas.openxmlformats.org/officeDocument/2006/relationships/image" Target="../media/image89.png" /><Relationship Id="rId7" Type="http://schemas.openxmlformats.org/officeDocument/2006/relationships/image" Target="../media/image84.png" /><Relationship Id="rId8" Type="http://schemas.openxmlformats.org/officeDocument/2006/relationships/image" Target="../media/image85.png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8.xml" /><Relationship Id="rId2" Type="http://schemas.openxmlformats.org/officeDocument/2006/relationships/notesSlide" Target="../notesSlides/notesSlide37.xml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8.xml" /><Relationship Id="rId2" Type="http://schemas.openxmlformats.org/officeDocument/2006/relationships/notesSlide" Target="../notesSlides/notesSlide38.xml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2.xml" /><Relationship Id="rId2" Type="http://schemas.openxmlformats.org/officeDocument/2006/relationships/notesSlide" Target="../notesSlides/notesSlide39.xml" /><Relationship Id="rId3" Type="http://schemas.openxmlformats.org/officeDocument/2006/relationships/image" Target="../media/image90.png" /><Relationship Id="rId4" Type="http://schemas.openxmlformats.org/officeDocument/2006/relationships/image" Target="../media/image91.png" /><Relationship Id="rId5" Type="http://schemas.openxmlformats.org/officeDocument/2006/relationships/image" Target="../media/image92.png" /><Relationship Id="rId6" Type="http://schemas.openxmlformats.org/officeDocument/2006/relationships/image" Target="../media/image93.png" /><Relationship Id="rId7" Type="http://schemas.openxmlformats.org/officeDocument/2006/relationships/image" Target="../media/image94.png" /><Relationship Id="rId8" Type="http://schemas.openxmlformats.org/officeDocument/2006/relationships/image" Target="../media/image95.png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2.xml" /><Relationship Id="rId2" Type="http://schemas.openxmlformats.org/officeDocument/2006/relationships/notesSlide" Target="../notesSlides/notesSlide40.xml" /><Relationship Id="rId3" Type="http://schemas.openxmlformats.org/officeDocument/2006/relationships/image" Target="../media/image96.png" /><Relationship Id="rId4" Type="http://schemas.openxmlformats.org/officeDocument/2006/relationships/image" Target="../media/image97.png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2.xml" /><Relationship Id="rId2" Type="http://schemas.openxmlformats.org/officeDocument/2006/relationships/notesSlide" Target="../notesSlides/notesSlide41.xml" /><Relationship Id="rId3" Type="http://schemas.openxmlformats.org/officeDocument/2006/relationships/image" Target="../media/image98.png" /><Relationship Id="rId4" Type="http://schemas.openxmlformats.org/officeDocument/2006/relationships/image" Target="../media/image99.png" /><Relationship Id="rId5" Type="http://schemas.openxmlformats.org/officeDocument/2006/relationships/image" Target="../media/image100.png" /><Relationship Id="rId6" Type="http://schemas.openxmlformats.org/officeDocument/2006/relationships/image" Target="../media/image101.png" /></Relationships>
</file>

<file path=ppt/slides/_rels/slide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 /><Relationship Id="rId2" Type="http://schemas.openxmlformats.org/officeDocument/2006/relationships/notesSlide" Target="../notesSlides/notesSlide42.xml" /></Relationships>
</file>

<file path=ppt/slides/_rels/slide4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 /><Relationship Id="rId2" Type="http://schemas.openxmlformats.org/officeDocument/2006/relationships/notesSlide" Target="../notesSlides/notesSlide43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102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90" name="Shape 1490"/>
        <p:cNvGrpSpPr/>
        <p:nvPr/>
      </p:nvGrpSpPr>
      <p:grpSpPr>
        <a:xfrm>
          <a:off x="0" y="0"/>
          <a:ext cx="0" cy="0"/>
        </a:xfrm>
      </p:grpSpPr>
      <p:sp>
        <p:nvSpPr>
          <p:cNvPr id="1491" name="Google Shape;1491;p12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Changing the subject to suit the context</a:t>
            </a:r>
            <a:endParaRPr/>
          </a:p>
        </p:txBody>
      </p:sp>
      <p:sp>
        <p:nvSpPr>
          <p:cNvPr id="1492" name="Google Shape;1492;p12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Expressions and formulae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1496" name="Shape 1496"/>
        <p:cNvGrpSpPr/>
        <p:nvPr/>
      </p:nvGrpSpPr>
      <p:grpSpPr>
        <a:xfrm>
          <a:off x="0" y="0"/>
          <a:ext cx="0" cy="0"/>
        </a:xfrm>
      </p:grpSpPr>
      <p:sp>
        <p:nvSpPr>
          <p:cNvPr id="1497" name="Google Shape;1497;p125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01" name="Shape 1501"/>
        <p:cNvGrpSpPr/>
        <p:nvPr/>
      </p:nvGrpSpPr>
      <p:grpSpPr>
        <a:xfrm>
          <a:off x="0" y="0"/>
          <a:ext cx="0" cy="0"/>
        </a:xfrm>
      </p:grpSpPr>
      <p:sp>
        <p:nvSpPr>
          <p:cNvPr id="1502" name="Google Shape;1502;p126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evaluate different problems to ascertain when rearranging a formula is beneficial.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06" name="Shape 1506"/>
        <p:cNvGrpSpPr/>
        <p:nvPr/>
      </p:nvGrpSpPr>
      <p:grpSpPr>
        <a:xfrm>
          <a:off x="0" y="0"/>
          <a:ext cx="0" cy="0"/>
        </a:xfrm>
      </p:grpSpPr>
      <p:sp>
        <p:nvSpPr>
          <p:cNvPr id="1507" name="Google Shape;1507;p127"/>
          <p:cNvSpPr txBox="1"/>
          <p:nvPr>
            <p:ph type="subTitle" idx="1"/>
          </p:nvPr>
        </p:nvSpPr>
        <p:spPr>
          <a:xfrm>
            <a:off x="324000" y="2551372"/>
            <a:ext cx="6042300" cy="37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For example,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/>
              <a:t> is the subject of this formula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08" name="Google Shape;1508;p127"/>
          <p:cNvSpPr txBox="1"/>
          <p:nvPr>
            <p:ph type="subTitle" idx="1"/>
          </p:nvPr>
        </p:nvSpPr>
        <p:spPr>
          <a:xfrm>
            <a:off x="324000" y="1092072"/>
            <a:ext cx="8496000" cy="90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subject of an equation/a formula is a variable that is expressed in terms of other variables. It should have an exponent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/>
              <a:t> and a coefficient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/>
              <a:t>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09" name="Google Shape;1509;p127"/>
          <p:cNvSpPr txBox="1"/>
          <p:nvPr>
            <p:ph type="subTitle" idx="1"/>
          </p:nvPr>
        </p:nvSpPr>
        <p:spPr>
          <a:xfrm>
            <a:off x="324000" y="3172475"/>
            <a:ext cx="6042300" cy="48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but,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/>
              <a:t> is not the subject of this formula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10" name="Google Shape;1510;p127" descr="&lt;math xmlns=&quot;http://www.w3.org/1998/Math/MathML&quot; display=&quot;block&quot; data-is-equatio=&quot;1&quot; data-latex=&quot;a^2=c^2-b^2&quot;&gt;&lt;msup&gt;&lt;mi&gt;a&lt;/mi&gt;&lt;mn&gt;2&lt;/mn&gt;&lt;/msup&gt;&lt;mo&gt;=&lt;/mo&gt;&lt;msup&gt;&lt;mi&gt;c&lt;/mi&gt;&lt;mn&gt;2&lt;/mn&gt;&lt;/msup&gt;&lt;mo&gt;−&lt;/mo&gt;&lt;msup&gt;&lt;mi&gt;b&lt;/mi&gt;&lt;mn&gt;2&lt;/mn&gt;&lt;/msup&gt;&lt;/math&gt;" title="a squared equals c squared minus b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7906" y="3171575"/>
            <a:ext cx="1549157" cy="28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1" name="Google Shape;1511;p127" descr="&lt;math xmlns=&quot;http://www.w3.org/1998/Math/MathML&quot; display=&quot;block&quot; data-is-equatio=&quot;1&quot; data-latex=&quot;a=\sqrt{c^2-b^2}&quot;&gt;&lt;mi&gt;a&lt;/mi&gt;&lt;mo&gt;=&lt;/mo&gt;&lt;msqrt&gt;&lt;msup&gt;&lt;mi&gt;c&lt;/mi&gt;&lt;mn&gt;2&lt;/mn&gt;&lt;/msup&gt;&lt;mo&gt;−&lt;/mo&gt;&lt;msup&gt;&lt;mi&gt;b&lt;/mi&gt;&lt;mn&gt;2&lt;/mn&gt;&lt;/msup&gt;&lt;/msqrt&gt;&lt;/math&gt;" title="a equals the square root of c squared minus b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3151" y="2521901"/>
            <a:ext cx="1656880" cy="374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15" name="Shape 1515"/>
        <p:cNvGrpSpPr/>
        <p:nvPr/>
      </p:nvGrpSpPr>
      <p:grpSpPr>
        <a:xfrm>
          <a:off x="0" y="0"/>
          <a:ext cx="0" cy="0"/>
        </a:xfrm>
      </p:grpSpPr>
      <p:sp>
        <p:nvSpPr>
          <p:cNvPr id="1516" name="Google Shape;1516;p12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additive and multiplicative steps</a:t>
            </a:r>
            <a:endParaRPr/>
          </a:p>
        </p:txBody>
      </p:sp>
      <p:sp>
        <p:nvSpPr>
          <p:cNvPr id="1517" name="Google Shape;1517;p128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equations to find the gradient</a:t>
            </a:r>
            <a:endParaRPr/>
          </a:p>
        </p:txBody>
      </p:sp>
      <p:sp>
        <p:nvSpPr>
          <p:cNvPr id="1518" name="Google Shape;1518;p128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Changing the subject to suit the context</a:t>
            </a:r>
            <a:endParaRPr/>
          </a:p>
        </p:txBody>
      </p:sp>
      <p:pic>
        <p:nvPicPr>
          <p:cNvPr id="1519" name="Google Shape;1519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684" y="205434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23" name="Shape 1523"/>
        <p:cNvGrpSpPr/>
        <p:nvPr/>
      </p:nvGrpSpPr>
      <p:grpSpPr>
        <a:xfrm>
          <a:off x="0" y="0"/>
          <a:ext cx="0" cy="0"/>
        </a:xfrm>
      </p:grpSpPr>
      <p:sp>
        <p:nvSpPr>
          <p:cNvPr id="1524" name="Google Shape;1524;p129"/>
          <p:cNvSpPr txBox="1"/>
          <p:nvPr>
            <p:ph type="body" idx="1"/>
          </p:nvPr>
        </p:nvSpPr>
        <p:spPr>
          <a:xfrm>
            <a:off x="324000" y="759300"/>
            <a:ext cx="6905400" cy="80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Multiplicative relationships can be rearranged into a family of facts.</a:t>
            </a:r>
            <a:endParaRPr/>
          </a:p>
        </p:txBody>
      </p:sp>
      <p:sp>
        <p:nvSpPr>
          <p:cNvPr id="1525" name="Google Shape;1525;p1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additive and multiplicative steps</a:t>
            </a:r>
            <a:endParaRPr/>
          </a:p>
        </p:txBody>
      </p:sp>
      <p:sp>
        <p:nvSpPr>
          <p:cNvPr id="1526" name="Google Shape;1526;p129"/>
          <p:cNvSpPr txBox="1"/>
          <p:nvPr/>
        </p:nvSpPr>
        <p:spPr>
          <a:xfrm>
            <a:off x="331166" y="1623325"/>
            <a:ext cx="26358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then…</a:t>
            </a:r>
            <a:endParaRPr/>
          </a:p>
        </p:txBody>
      </p:sp>
      <p:sp>
        <p:nvSpPr>
          <p:cNvPr id="1527" name="Google Shape;1527;p129"/>
          <p:cNvSpPr txBox="1"/>
          <p:nvPr/>
        </p:nvSpPr>
        <p:spPr>
          <a:xfrm>
            <a:off x="647466" y="2138060"/>
            <a:ext cx="14598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4 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8" name="Google Shape;1528;p129"/>
          <p:cNvSpPr txBox="1"/>
          <p:nvPr/>
        </p:nvSpPr>
        <p:spPr>
          <a:xfrm>
            <a:off x="3794680" y="1623326"/>
            <a:ext cx="14598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9" name="Google Shape;1529;p129"/>
          <p:cNvSpPr txBox="1"/>
          <p:nvPr/>
        </p:nvSpPr>
        <p:spPr>
          <a:xfrm>
            <a:off x="3794680" y="2138060"/>
            <a:ext cx="14598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4 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0" name="Google Shape;1530;p129"/>
          <p:cNvSpPr txBox="1"/>
          <p:nvPr>
            <p:ph type="body" idx="1"/>
          </p:nvPr>
        </p:nvSpPr>
        <p:spPr>
          <a:xfrm>
            <a:off x="324000" y="2816700"/>
            <a:ext cx="84960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We can rearrange multiplicative formula in the same way.</a:t>
            </a:r>
            <a:endParaRPr/>
          </a:p>
        </p:txBody>
      </p:sp>
      <p:sp>
        <p:nvSpPr>
          <p:cNvPr id="1531" name="Google Shape;1531;p129"/>
          <p:cNvSpPr txBox="1"/>
          <p:nvPr/>
        </p:nvSpPr>
        <p:spPr>
          <a:xfrm>
            <a:off x="331177" y="3334250"/>
            <a:ext cx="32391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speed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time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distance</a:t>
            </a:r>
            <a:endParaRPr/>
          </a:p>
        </p:txBody>
      </p:sp>
      <p:sp>
        <p:nvSpPr>
          <p:cNvPr id="1532" name="Google Shape;1532;p129"/>
          <p:cNvSpPr txBox="1"/>
          <p:nvPr/>
        </p:nvSpPr>
        <p:spPr>
          <a:xfrm>
            <a:off x="647466" y="3802953"/>
            <a:ext cx="14598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24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3" name="Google Shape;1533;p129"/>
          <p:cNvSpPr txBox="1"/>
          <p:nvPr/>
        </p:nvSpPr>
        <p:spPr>
          <a:xfrm>
            <a:off x="3794680" y="3802953"/>
            <a:ext cx="14598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sz="24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4" name="Google Shape;1534;p129"/>
          <p:cNvSpPr txBox="1"/>
          <p:nvPr/>
        </p:nvSpPr>
        <p:spPr>
          <a:xfrm>
            <a:off x="647466" y="4336353"/>
            <a:ext cx="14598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24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5" name="Google Shape;1535;p129"/>
          <p:cNvSpPr txBox="1"/>
          <p:nvPr/>
        </p:nvSpPr>
        <p:spPr>
          <a:xfrm>
            <a:off x="3794680" y="4336353"/>
            <a:ext cx="14598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36" name="Google Shape;1536;p129" descr="&lt;math xmlns=&quot;http://www.w3.org/1998/Math/MathML&quot; display=&quot;block&quot; data-is-equatio=&quot;1&quot; data-latex=&quot;\frac{d}{t}=s&quot;&gt;&lt;mfrac&gt;&lt;mi&gt;d&lt;/mi&gt;&lt;mi&gt;t&lt;/mi&gt;&lt;/mfrac&gt;&lt;mo&gt;=&lt;/mo&gt;&lt;mi&gt;s&lt;/mi&gt;&lt;/math&gt;" title="d over t equals 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0075" y="3398660"/>
            <a:ext cx="71943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7" name="Google Shape;1537;p129" descr="&lt;math xmlns=&quot;http://www.w3.org/1998/Math/MathML&quot; display=&quot;block&quot; data-is-equatio=&quot;1&quot; data-latex=&quot;\frac{d}{s}=t&quot;&gt;&lt;mfrac&gt;&lt;mi&gt;d&lt;/mi&gt;&lt;mi&gt;s&lt;/mi&gt;&lt;/mfrac&gt;&lt;mo&gt;=&lt;/mo&gt;&lt;mi&gt;t&lt;/mi&gt;&lt;/math&gt;" title="d over s equals 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6160" y="4211034"/>
            <a:ext cx="684120" cy="609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41" name="Shape 1541"/>
        <p:cNvGrpSpPr/>
        <p:nvPr/>
      </p:nvGrpSpPr>
      <p:grpSpPr>
        <a:xfrm>
          <a:off x="0" y="0"/>
          <a:ext cx="0" cy="0"/>
        </a:xfrm>
      </p:grpSpPr>
      <p:sp>
        <p:nvSpPr>
          <p:cNvPr id="1542" name="Google Shape;1542;p1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additive and multiplicative steps</a:t>
            </a:r>
            <a:endParaRPr/>
          </a:p>
        </p:txBody>
      </p:sp>
      <p:sp>
        <p:nvSpPr>
          <p:cNvPr id="1543" name="Google Shape;1543;p130"/>
          <p:cNvSpPr txBox="1"/>
          <p:nvPr>
            <p:ph type="body" idx="1"/>
          </p:nvPr>
        </p:nvSpPr>
        <p:spPr>
          <a:xfrm>
            <a:off x="324000" y="812487"/>
            <a:ext cx="71352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variable we wish to calculate determines which rearrangement we use.</a:t>
            </a:r>
            <a:endParaRPr/>
          </a:p>
        </p:txBody>
      </p:sp>
      <p:sp>
        <p:nvSpPr>
          <p:cNvPr id="1544" name="Google Shape;1544;p130"/>
          <p:cNvSpPr txBox="1"/>
          <p:nvPr/>
        </p:nvSpPr>
        <p:spPr>
          <a:xfrm>
            <a:off x="647466" y="1616166"/>
            <a:ext cx="14598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24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5" name="Google Shape;1545;p130"/>
          <p:cNvSpPr txBox="1"/>
          <p:nvPr/>
        </p:nvSpPr>
        <p:spPr>
          <a:xfrm>
            <a:off x="2880280" y="1616605"/>
            <a:ext cx="14598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24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6" name="Google Shape;1546;p130"/>
          <p:cNvSpPr txBox="1"/>
          <p:nvPr>
            <p:ph type="body" idx="1"/>
          </p:nvPr>
        </p:nvSpPr>
        <p:spPr>
          <a:xfrm>
            <a:off x="324000" y="2565075"/>
            <a:ext cx="8044500" cy="73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 car travels at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50 mph</a:t>
            </a:r>
            <a:r>
              <a:rPr lang="en-GB"/>
              <a:t> for three hours. How far has it travelled?</a:t>
            </a:r>
            <a:endParaRPr/>
          </a:p>
        </p:txBody>
      </p:sp>
      <p:sp>
        <p:nvSpPr>
          <p:cNvPr id="1547" name="Google Shape;1547;p130"/>
          <p:cNvSpPr txBox="1"/>
          <p:nvPr>
            <p:ph type="body" idx="1"/>
          </p:nvPr>
        </p:nvSpPr>
        <p:spPr>
          <a:xfrm>
            <a:off x="324000" y="3403275"/>
            <a:ext cx="84960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We want to know distance so we want a rearrangement whereby distance is the subject.</a:t>
            </a:r>
            <a:endParaRPr/>
          </a:p>
        </p:txBody>
      </p:sp>
      <p:sp>
        <p:nvSpPr>
          <p:cNvPr id="1548" name="Google Shape;1548;p130"/>
          <p:cNvSpPr/>
          <p:nvPr/>
        </p:nvSpPr>
        <p:spPr>
          <a:xfrm>
            <a:off x="5461132" y="2547993"/>
            <a:ext cx="1377000" cy="4323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9" name="Google Shape;1549;p130"/>
          <p:cNvSpPr/>
          <p:nvPr/>
        </p:nvSpPr>
        <p:spPr>
          <a:xfrm>
            <a:off x="508132" y="1610580"/>
            <a:ext cx="1377000" cy="4323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50" name="Google Shape;1550;p130" descr="&lt;math xmlns=&quot;http://www.w3.org/1998/Math/MathML&quot; display=&quot;block&quot; data-is-equatio=&quot;1&quot; data-latex=&quot;\frac{d}{t}=s&quot;&gt;&lt;mfrac&gt;&lt;mi&gt;d&lt;/mi&gt;&lt;mi&gt;t&lt;/mi&gt;&lt;/mfrac&gt;&lt;mo&gt;=&lt;/mo&gt;&lt;mi&gt;s&lt;/mi&gt;&lt;/math&gt;" title="d over t equals 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7462" y="1623046"/>
            <a:ext cx="71943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1" name="Google Shape;1551;p130" descr="&lt;math xmlns=&quot;http://www.w3.org/1998/Math/MathML&quot; display=&quot;block&quot; data-is-equatio=&quot;1&quot; data-latex=&quot;\frac{d}{s}=t&quot;&gt;&lt;mfrac&gt;&lt;mi&gt;d&lt;/mi&gt;&lt;mi&gt;s&lt;/mi&gt;&lt;/mfrac&gt;&lt;mo&gt;=&lt;/mo&gt;&lt;mi&gt;t&lt;/mi&gt;&lt;/math&gt;" title="d over s equals 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2960" y="1620234"/>
            <a:ext cx="684120" cy="609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55" name="Shape 1555"/>
        <p:cNvGrpSpPr/>
        <p:nvPr/>
      </p:nvGrpSpPr>
      <p:grpSpPr>
        <a:xfrm>
          <a:off x="0" y="0"/>
          <a:ext cx="0" cy="0"/>
        </a:xfrm>
      </p:grpSpPr>
      <p:sp>
        <p:nvSpPr>
          <p:cNvPr id="1556" name="Google Shape;1556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additive and multiplicative steps</a:t>
            </a:r>
            <a:endParaRPr/>
          </a:p>
        </p:txBody>
      </p:sp>
      <p:sp>
        <p:nvSpPr>
          <p:cNvPr id="1557" name="Google Shape;1557;p131"/>
          <p:cNvSpPr txBox="1"/>
          <p:nvPr>
            <p:ph type="body" idx="1"/>
          </p:nvPr>
        </p:nvSpPr>
        <p:spPr>
          <a:xfrm>
            <a:off x="324000" y="812487"/>
            <a:ext cx="71352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variable we wish to calculate determines which rearrangement we use.</a:t>
            </a:r>
            <a:endParaRPr/>
          </a:p>
        </p:txBody>
      </p:sp>
      <p:sp>
        <p:nvSpPr>
          <p:cNvPr id="1558" name="Google Shape;1558;p131"/>
          <p:cNvSpPr txBox="1"/>
          <p:nvPr/>
        </p:nvSpPr>
        <p:spPr>
          <a:xfrm>
            <a:off x="647466" y="1616166"/>
            <a:ext cx="14598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24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9" name="Google Shape;1559;p131"/>
          <p:cNvSpPr txBox="1"/>
          <p:nvPr>
            <p:ph type="body" idx="1"/>
          </p:nvPr>
        </p:nvSpPr>
        <p:spPr>
          <a:xfrm>
            <a:off x="324000" y="2565075"/>
            <a:ext cx="84960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 car travels at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50 mph</a:t>
            </a:r>
            <a:r>
              <a:rPr lang="en-GB"/>
              <a:t> for three hours. How far has it travelled?</a:t>
            </a:r>
            <a:endParaRPr/>
          </a:p>
        </p:txBody>
      </p:sp>
      <p:sp>
        <p:nvSpPr>
          <p:cNvPr id="1560" name="Google Shape;1560;p131"/>
          <p:cNvSpPr txBox="1"/>
          <p:nvPr/>
        </p:nvSpPr>
        <p:spPr>
          <a:xfrm>
            <a:off x="4826960" y="3151673"/>
            <a:ext cx="14598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24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1" name="Google Shape;1561;p131"/>
          <p:cNvSpPr txBox="1"/>
          <p:nvPr/>
        </p:nvSpPr>
        <p:spPr>
          <a:xfrm>
            <a:off x="4826960" y="3837473"/>
            <a:ext cx="14598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24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2" name="Google Shape;1562;p131"/>
          <p:cNvSpPr txBox="1"/>
          <p:nvPr/>
        </p:nvSpPr>
        <p:spPr>
          <a:xfrm>
            <a:off x="4826947" y="4458582"/>
            <a:ext cx="18846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150 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miles</a:t>
            </a:r>
            <a:endParaRPr sz="24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3" name="Google Shape;1563;p131"/>
          <p:cNvSpPr/>
          <p:nvPr/>
        </p:nvSpPr>
        <p:spPr>
          <a:xfrm>
            <a:off x="508132" y="1610580"/>
            <a:ext cx="1377000" cy="4323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4" name="Google Shape;1564;p131"/>
          <p:cNvSpPr txBox="1"/>
          <p:nvPr/>
        </p:nvSpPr>
        <p:spPr>
          <a:xfrm>
            <a:off x="2880280" y="1616605"/>
            <a:ext cx="14598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24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65" name="Google Shape;1565;p131" descr="&lt;math xmlns=&quot;http://www.w3.org/1998/Math/MathML&quot; display=&quot;block&quot; data-is-equatio=&quot;1&quot; data-latex=&quot;\frac{d}{t}=s&quot;&gt;&lt;mfrac&gt;&lt;mi&gt;d&lt;/mi&gt;&lt;mi&gt;t&lt;/mi&gt;&lt;/mfrac&gt;&lt;mo&gt;=&lt;/mo&gt;&lt;mi&gt;s&lt;/mi&gt;&lt;/math&gt;" title="d over t equals 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7462" y="1623046"/>
            <a:ext cx="71943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6" name="Google Shape;1566;p131" descr="&lt;math xmlns=&quot;http://www.w3.org/1998/Math/MathML&quot; display=&quot;block&quot; data-is-equatio=&quot;1&quot; data-latex=&quot;\frac{d}{s}=t&quot;&gt;&lt;mfrac&gt;&lt;mi&gt;d&lt;/mi&gt;&lt;mi&gt;s&lt;/mi&gt;&lt;/mfrac&gt;&lt;mo&gt;=&lt;/mo&gt;&lt;mi&gt;t&lt;/mi&gt;&lt;/math&gt;" title="d over s equals 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2960" y="1620234"/>
            <a:ext cx="684120" cy="609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70" name="Shape 1570"/>
        <p:cNvGrpSpPr/>
        <p:nvPr/>
      </p:nvGrpSpPr>
      <p:grpSpPr>
        <a:xfrm>
          <a:off x="0" y="0"/>
          <a:ext cx="0" cy="0"/>
        </a:xfrm>
      </p:grpSpPr>
      <p:sp>
        <p:nvSpPr>
          <p:cNvPr id="1571" name="Google Shape;1571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additive and multiplicative steps</a:t>
            </a:r>
            <a:endParaRPr/>
          </a:p>
        </p:txBody>
      </p:sp>
      <p:sp>
        <p:nvSpPr>
          <p:cNvPr id="1572" name="Google Shape;1572;p132"/>
          <p:cNvSpPr txBox="1"/>
          <p:nvPr>
            <p:ph type="body" idx="1"/>
          </p:nvPr>
        </p:nvSpPr>
        <p:spPr>
          <a:xfrm>
            <a:off x="324000" y="812487"/>
            <a:ext cx="71352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variable we wish to calculate determines which rearrangement we use.</a:t>
            </a:r>
            <a:endParaRPr/>
          </a:p>
        </p:txBody>
      </p:sp>
      <p:sp>
        <p:nvSpPr>
          <p:cNvPr id="1573" name="Google Shape;1573;p132"/>
          <p:cNvSpPr txBox="1"/>
          <p:nvPr/>
        </p:nvSpPr>
        <p:spPr>
          <a:xfrm>
            <a:off x="647466" y="1616166"/>
            <a:ext cx="14598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24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4" name="Google Shape;1574;p132"/>
          <p:cNvSpPr txBox="1"/>
          <p:nvPr>
            <p:ph type="body" idx="1"/>
          </p:nvPr>
        </p:nvSpPr>
        <p:spPr>
          <a:xfrm>
            <a:off x="324000" y="2565075"/>
            <a:ext cx="77682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 plane has to fly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6000 miles</a:t>
            </a:r>
            <a:r>
              <a:rPr lang="en-GB"/>
              <a:t> and will travel at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400 mph</a:t>
            </a:r>
            <a:r>
              <a:rPr lang="en-GB"/>
              <a:t>. How long will the journey take?</a:t>
            </a:r>
            <a:endParaRPr/>
          </a:p>
        </p:txBody>
      </p:sp>
      <p:sp>
        <p:nvSpPr>
          <p:cNvPr id="1575" name="Google Shape;1575;p132"/>
          <p:cNvSpPr txBox="1"/>
          <p:nvPr>
            <p:ph type="body" idx="1"/>
          </p:nvPr>
        </p:nvSpPr>
        <p:spPr>
          <a:xfrm>
            <a:off x="324000" y="3403275"/>
            <a:ext cx="84960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We want to know time so we want a rearrangement whereby time is the subject.</a:t>
            </a:r>
            <a:endParaRPr/>
          </a:p>
        </p:txBody>
      </p:sp>
      <p:sp>
        <p:nvSpPr>
          <p:cNvPr id="1576" name="Google Shape;1576;p132"/>
          <p:cNvSpPr/>
          <p:nvPr/>
        </p:nvSpPr>
        <p:spPr>
          <a:xfrm>
            <a:off x="244999" y="2952007"/>
            <a:ext cx="1459800" cy="4323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7" name="Google Shape;1577;p132"/>
          <p:cNvSpPr/>
          <p:nvPr/>
        </p:nvSpPr>
        <p:spPr>
          <a:xfrm>
            <a:off x="6287818" y="1530025"/>
            <a:ext cx="1102500" cy="8349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8" name="Google Shape;1578;p132"/>
          <p:cNvSpPr txBox="1"/>
          <p:nvPr/>
        </p:nvSpPr>
        <p:spPr>
          <a:xfrm>
            <a:off x="2880280" y="1616605"/>
            <a:ext cx="14598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24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79" name="Google Shape;1579;p132" descr="&lt;math xmlns=&quot;http://www.w3.org/1998/Math/MathML&quot; display=&quot;block&quot; data-is-equatio=&quot;1&quot; data-latex=&quot;\frac{d}{t}=s&quot;&gt;&lt;mfrac&gt;&lt;mi&gt;d&lt;/mi&gt;&lt;mi&gt;t&lt;/mi&gt;&lt;/mfrac&gt;&lt;mo&gt;=&lt;/mo&gt;&lt;mi&gt;s&lt;/mi&gt;&lt;/math&gt;" title="d over t equals 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7462" y="1623046"/>
            <a:ext cx="71943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0" name="Google Shape;1580;p132" descr="&lt;math xmlns=&quot;http://www.w3.org/1998/Math/MathML&quot; display=&quot;block&quot; data-is-equatio=&quot;1&quot; data-latex=&quot;\frac{d}{s}=t&quot;&gt;&lt;mfrac&gt;&lt;mi&gt;d&lt;/mi&gt;&lt;mi&gt;s&lt;/mi&gt;&lt;/mfrac&gt;&lt;mo&gt;=&lt;/mo&gt;&lt;mi&gt;t&lt;/mi&gt;&lt;/math&gt;" title="d over s equals 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2960" y="1620234"/>
            <a:ext cx="684120" cy="609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4" name="Shape 1584"/>
        <p:cNvGrpSpPr/>
        <p:nvPr/>
      </p:nvGrpSpPr>
      <p:grpSpPr>
        <a:xfrm>
          <a:off x="0" y="0"/>
          <a:ext cx="0" cy="0"/>
        </a:xfrm>
      </p:grpSpPr>
      <p:sp>
        <p:nvSpPr>
          <p:cNvPr id="1585" name="Google Shape;1585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additive and multiplicative steps</a:t>
            </a:r>
            <a:endParaRPr/>
          </a:p>
        </p:txBody>
      </p:sp>
      <p:sp>
        <p:nvSpPr>
          <p:cNvPr id="1586" name="Google Shape;1586;p133"/>
          <p:cNvSpPr txBox="1"/>
          <p:nvPr>
            <p:ph type="body" idx="1"/>
          </p:nvPr>
        </p:nvSpPr>
        <p:spPr>
          <a:xfrm>
            <a:off x="324000" y="812487"/>
            <a:ext cx="71352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variable we wish to calculate determines which rearrangement we use.</a:t>
            </a:r>
            <a:endParaRPr/>
          </a:p>
        </p:txBody>
      </p:sp>
      <p:sp>
        <p:nvSpPr>
          <p:cNvPr id="1587" name="Google Shape;1587;p133"/>
          <p:cNvSpPr txBox="1"/>
          <p:nvPr/>
        </p:nvSpPr>
        <p:spPr>
          <a:xfrm>
            <a:off x="647466" y="1616166"/>
            <a:ext cx="14598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24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8" name="Google Shape;1588;p133"/>
          <p:cNvSpPr txBox="1"/>
          <p:nvPr>
            <p:ph type="body" idx="1"/>
          </p:nvPr>
        </p:nvSpPr>
        <p:spPr>
          <a:xfrm>
            <a:off x="324000" y="2565075"/>
            <a:ext cx="77682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 plane has to fly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6000 miles</a:t>
            </a:r>
            <a:r>
              <a:rPr lang="en-GB"/>
              <a:t> and will travel at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400 mph</a:t>
            </a:r>
            <a:r>
              <a:rPr lang="en-GB"/>
              <a:t>. How long will the journey take?</a:t>
            </a:r>
            <a:endParaRPr/>
          </a:p>
        </p:txBody>
      </p:sp>
      <p:sp>
        <p:nvSpPr>
          <p:cNvPr id="1589" name="Google Shape;1589;p133"/>
          <p:cNvSpPr/>
          <p:nvPr/>
        </p:nvSpPr>
        <p:spPr>
          <a:xfrm>
            <a:off x="6287818" y="1530025"/>
            <a:ext cx="1102500" cy="8349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0" name="Google Shape;1590;p133"/>
          <p:cNvSpPr txBox="1"/>
          <p:nvPr/>
        </p:nvSpPr>
        <p:spPr>
          <a:xfrm>
            <a:off x="2880280" y="1616605"/>
            <a:ext cx="14598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24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91" name="Google Shape;1591;p133" descr="&lt;math xmlns=&quot;http://www.w3.org/1998/Math/MathML&quot; display=&quot;block&quot; data-is-equatio=&quot;1&quot; data-latex=&quot;\frac{d}{t}=s&quot;&gt;&lt;mfrac&gt;&lt;mi&gt;d&lt;/mi&gt;&lt;mi&gt;t&lt;/mi&gt;&lt;/mfrac&gt;&lt;mo&gt;=&lt;/mo&gt;&lt;mi&gt;s&lt;/mi&gt;&lt;/math&gt;" title="d over t equals 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7462" y="1623046"/>
            <a:ext cx="71943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2" name="Google Shape;1592;p133" descr="&lt;math xmlns=&quot;http://www.w3.org/1998/Math/MathML&quot; display=&quot;block&quot; data-is-equatio=&quot;1&quot; data-latex=&quot;\frac{d}{s}=t&quot;&gt;&lt;mfrac&gt;&lt;mi&gt;d&lt;/mi&gt;&lt;mi&gt;s&lt;/mi&gt;&lt;/mfrac&gt;&lt;mo&gt;=&lt;/mo&gt;&lt;mi&gt;t&lt;/mi&gt;&lt;/math&gt;" title="d over s equals 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2960" y="1620234"/>
            <a:ext cx="684120" cy="609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3" name="Google Shape;1593;p133" descr="&lt;math xmlns=&quot;http://www.w3.org/1998/Math/MathML&quot; display=&quot;block&quot; data-is-equatio=&quot;1&quot; data-latex=&quot;\frac{d}{s}=t&quot;&gt;&lt;mfrac&gt;&lt;mi&gt;d&lt;/mi&gt;&lt;mi&gt;s&lt;/mi&gt;&lt;/mfrac&gt;&lt;mo&gt;=&lt;/mo&gt;&lt;mi&gt;t&lt;/mi&gt;&lt;/math&gt;" title="d over s equals 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4654" y="2991834"/>
            <a:ext cx="684120" cy="609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133" descr="&lt;math xmlns=&quot;http://www.w3.org/1998/Math/MathML&quot; display=&quot;block&quot; data-is-equatio=&quot;1&quot; data-latex=&quot;\frac{6000}{400}=t&quot;&gt;&lt;mfrac&gt;&lt;mn&gt;6000&lt;/mn&gt;&lt;mn&gt;400&lt;/mn&gt;&lt;/mfrac&gt;&lt;mo&gt;=&lt;/mo&gt;&lt;mi&gt;t&lt;/mi&gt;&lt;/math&gt;" title="6000 over 400 equals 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12764" y="3752080"/>
            <a:ext cx="1102500" cy="608123"/>
          </a:xfrm>
          <a:prstGeom prst="rect">
            <a:avLst/>
          </a:prstGeom>
          <a:noFill/>
          <a:ln>
            <a:noFill/>
          </a:ln>
        </p:spPr>
      </p:pic>
      <p:sp>
        <p:nvSpPr>
          <p:cNvPr id="1595" name="Google Shape;1595;p133"/>
          <p:cNvSpPr txBox="1"/>
          <p:nvPr/>
        </p:nvSpPr>
        <p:spPr>
          <a:xfrm>
            <a:off x="5611967" y="4505050"/>
            <a:ext cx="17949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15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hours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99" name="Shape 1599"/>
        <p:cNvGrpSpPr/>
        <p:nvPr/>
      </p:nvGrpSpPr>
      <p:grpSpPr>
        <a:xfrm>
          <a:off x="0" y="0"/>
          <a:ext cx="0" cy="0"/>
        </a:xfrm>
      </p:grpSpPr>
      <p:sp>
        <p:nvSpPr>
          <p:cNvPr id="1600" name="Google Shape;1600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additive and multiplicative steps</a:t>
            </a:r>
            <a:endParaRPr/>
          </a:p>
        </p:txBody>
      </p:sp>
      <p:sp>
        <p:nvSpPr>
          <p:cNvPr id="1601" name="Google Shape;1601;p134"/>
          <p:cNvSpPr txBox="1"/>
          <p:nvPr>
            <p:ph type="body" idx="1"/>
          </p:nvPr>
        </p:nvSpPr>
        <p:spPr>
          <a:xfrm>
            <a:off x="324000" y="812487"/>
            <a:ext cx="71352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In Physics you may encounter a formula for calculating the acceleration of a particle.</a:t>
            </a:r>
            <a:endParaRPr/>
          </a:p>
        </p:txBody>
      </p:sp>
      <p:sp>
        <p:nvSpPr>
          <p:cNvPr id="1602" name="Google Shape;1602;p134"/>
          <p:cNvSpPr txBox="1"/>
          <p:nvPr>
            <p:ph type="body" idx="1"/>
          </p:nvPr>
        </p:nvSpPr>
        <p:spPr>
          <a:xfrm>
            <a:off x="324000" y="1726875"/>
            <a:ext cx="75612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acceleration = </a:t>
            </a:r>
            <a:r>
              <a:rPr lang="en-GB" u="sng"/>
              <a:t>final velocity − initial velocity</a:t>
            </a:r>
            <a:endParaRPr u="sng"/>
          </a:p>
        </p:txBody>
      </p:sp>
      <p:sp>
        <p:nvSpPr>
          <p:cNvPr id="1603" name="Google Shape;1603;p134"/>
          <p:cNvSpPr txBox="1"/>
          <p:nvPr>
            <p:ph type="body" idx="1"/>
          </p:nvPr>
        </p:nvSpPr>
        <p:spPr>
          <a:xfrm>
            <a:off x="3878028" y="2073363"/>
            <a:ext cx="10038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time</a:t>
            </a:r>
            <a:endParaRPr u="sng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7" name="Shape 1607"/>
        <p:cNvGrpSpPr/>
        <p:nvPr/>
      </p:nvGrpSpPr>
      <p:grpSpPr>
        <a:xfrm>
          <a:off x="0" y="0"/>
          <a:ext cx="0" cy="0"/>
        </a:xfrm>
      </p:grpSpPr>
      <p:sp>
        <p:nvSpPr>
          <p:cNvPr id="1608" name="Google Shape;1608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additive and multiplicative steps</a:t>
            </a:r>
            <a:endParaRPr/>
          </a:p>
        </p:txBody>
      </p:sp>
      <p:sp>
        <p:nvSpPr>
          <p:cNvPr id="1609" name="Google Shape;1609;p135"/>
          <p:cNvSpPr txBox="1"/>
          <p:nvPr>
            <p:ph type="body" idx="1"/>
          </p:nvPr>
        </p:nvSpPr>
        <p:spPr>
          <a:xfrm>
            <a:off x="324000" y="812487"/>
            <a:ext cx="71352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In Physics you may encounter a formula for calculating the acceleration of a particle.</a:t>
            </a:r>
            <a:endParaRPr/>
          </a:p>
        </p:txBody>
      </p:sp>
      <p:pic>
        <p:nvPicPr>
          <p:cNvPr id="1610" name="Google Shape;1610;p135" descr="&lt;math xmlns=&quot;http://www.w3.org/1998/Math/MathML&quot; display=&quot;block&quot; data-is-equatio=&quot;1&quot; data-latex=&quot;a=\frac{v-u}{t}&quot;&gt;&lt;mi&gt;a&lt;/mi&gt;&lt;mo&gt;=&lt;/mo&gt;&lt;mfrac&gt;&lt;mrow&gt;&lt;mi&gt;v&lt;/mi&gt;&lt;mo&gt;−&lt;/mo&gt;&lt;mi&gt;u&lt;/mi&gt;&lt;/mrow&gt;&lt;mi&gt;t&lt;/mi&gt;&lt;/mfrac&gt;&lt;/math&gt;" title="a equals the fraction with numerator v minus u and denominator 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167" y="2828473"/>
            <a:ext cx="1358826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1" name="Google Shape;1611;p135"/>
          <p:cNvSpPr txBox="1"/>
          <p:nvPr>
            <p:ph type="body" idx="1"/>
          </p:nvPr>
        </p:nvSpPr>
        <p:spPr>
          <a:xfrm>
            <a:off x="324000" y="1726875"/>
            <a:ext cx="75612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acceleration (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/>
              <a:t>) = </a:t>
            </a:r>
            <a:r>
              <a:rPr lang="en-GB" u="sng"/>
              <a:t>final velocity (</a:t>
            </a:r>
            <a:r>
              <a:rPr lang="en-GB" sz="2400" i="1" u="sng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u="sng"/>
              <a:t>) − initial velocity (</a:t>
            </a:r>
            <a:r>
              <a:rPr lang="en-GB" sz="2400" i="1" u="sng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GB" u="sng"/>
              <a:t>)</a:t>
            </a:r>
            <a:endParaRPr u="sng"/>
          </a:p>
        </p:txBody>
      </p:sp>
      <p:sp>
        <p:nvSpPr>
          <p:cNvPr id="1612" name="Google Shape;1612;p135"/>
          <p:cNvSpPr txBox="1"/>
          <p:nvPr>
            <p:ph type="body" idx="1"/>
          </p:nvPr>
        </p:nvSpPr>
        <p:spPr>
          <a:xfrm>
            <a:off x="4704722" y="2069016"/>
            <a:ext cx="10038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time (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/>
              <a:t>)</a:t>
            </a:r>
            <a:endParaRPr u="sng"/>
          </a:p>
        </p:txBody>
      </p:sp>
      <p:sp>
        <p:nvSpPr>
          <p:cNvPr id="1613" name="Google Shape;1613;p135"/>
          <p:cNvSpPr txBox="1"/>
          <p:nvPr>
            <p:ph type="body" idx="1"/>
          </p:nvPr>
        </p:nvSpPr>
        <p:spPr>
          <a:xfrm>
            <a:off x="2049249" y="2705975"/>
            <a:ext cx="6771300" cy="158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This format, with acceleration (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/>
              <a:t>) as the subject, is good for calculating acceleration if you know the final velocity (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/>
              <a:t>), the initial velocity (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GB"/>
              <a:t>), and the time (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/>
              <a:t>).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17" name="Shape 1617"/>
        <p:cNvGrpSpPr/>
        <p:nvPr/>
      </p:nvGrpSpPr>
      <p:grpSpPr>
        <a:xfrm>
          <a:off x="0" y="0"/>
          <a:ext cx="0" cy="0"/>
        </a:xfrm>
      </p:grpSpPr>
      <p:sp>
        <p:nvSpPr>
          <p:cNvPr id="1618" name="Google Shape;1618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additive and multiplicative steps</a:t>
            </a:r>
            <a:endParaRPr/>
          </a:p>
        </p:txBody>
      </p:sp>
      <p:sp>
        <p:nvSpPr>
          <p:cNvPr id="1619" name="Google Shape;1619;p136"/>
          <p:cNvSpPr txBox="1"/>
          <p:nvPr>
            <p:ph type="body" idx="1"/>
          </p:nvPr>
        </p:nvSpPr>
        <p:spPr>
          <a:xfrm>
            <a:off x="324000" y="812487"/>
            <a:ext cx="71352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In Physics you may encounter a formula for calculating the acceleration of a particle.</a:t>
            </a:r>
            <a:endParaRPr/>
          </a:p>
        </p:txBody>
      </p:sp>
      <p:pic>
        <p:nvPicPr>
          <p:cNvPr id="1620" name="Google Shape;1620;p136" descr="&lt;math xmlns=&quot;http://www.w3.org/1998/Math/MathML&quot; display=&quot;block&quot; data-is-equatio=&quot;1&quot; data-latex=&quot;a=\frac{v-u}{t}&quot;&gt;&lt;mi&gt;a&lt;/mi&gt;&lt;mo&gt;=&lt;/mo&gt;&lt;mfrac&gt;&lt;mrow&gt;&lt;mi&gt;v&lt;/mi&gt;&lt;mo&gt;−&lt;/mo&gt;&lt;mi&gt;u&lt;/mi&gt;&lt;/mrow&gt;&lt;mi&gt;t&lt;/mi&gt;&lt;/mfrac&gt;&lt;/math&gt;" title="a equals the fraction with numerator v minus u and denominator 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167" y="2828473"/>
            <a:ext cx="1358826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1" name="Google Shape;1621;p136"/>
          <p:cNvSpPr txBox="1"/>
          <p:nvPr>
            <p:ph type="body" idx="1"/>
          </p:nvPr>
        </p:nvSpPr>
        <p:spPr>
          <a:xfrm>
            <a:off x="324000" y="1726875"/>
            <a:ext cx="75612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acceleration (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/>
              <a:t>) = </a:t>
            </a:r>
            <a:r>
              <a:rPr lang="en-GB" u="sng"/>
              <a:t>final velocity (</a:t>
            </a:r>
            <a:r>
              <a:rPr lang="en-GB" sz="2400" i="1" u="sng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u="sng"/>
              <a:t>) − initial velocity (</a:t>
            </a:r>
            <a:r>
              <a:rPr lang="en-GB" sz="2400" i="1" u="sng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GB" u="sng"/>
              <a:t>)</a:t>
            </a:r>
            <a:endParaRPr u="sng"/>
          </a:p>
        </p:txBody>
      </p:sp>
      <p:sp>
        <p:nvSpPr>
          <p:cNvPr id="1622" name="Google Shape;1622;p136"/>
          <p:cNvSpPr txBox="1"/>
          <p:nvPr>
            <p:ph type="body" idx="1"/>
          </p:nvPr>
        </p:nvSpPr>
        <p:spPr>
          <a:xfrm>
            <a:off x="4704722" y="2069016"/>
            <a:ext cx="10038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time (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/>
              <a:t>)</a:t>
            </a:r>
            <a:endParaRPr u="sng"/>
          </a:p>
        </p:txBody>
      </p:sp>
      <p:sp>
        <p:nvSpPr>
          <p:cNvPr id="1623" name="Google Shape;1623;p136"/>
          <p:cNvSpPr txBox="1"/>
          <p:nvPr>
            <p:ph type="body" idx="1"/>
          </p:nvPr>
        </p:nvSpPr>
        <p:spPr>
          <a:xfrm>
            <a:off x="2049250" y="2705975"/>
            <a:ext cx="6771300" cy="82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But what if we knew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/>
              <a:t>,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GB"/>
              <a:t>, and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/>
              <a:t> and wanted to know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/>
              <a:t>, the final velocity?</a:t>
            </a:r>
            <a:endParaRPr/>
          </a:p>
        </p:txBody>
      </p:sp>
      <p:sp>
        <p:nvSpPr>
          <p:cNvPr id="1624" name="Google Shape;1624;p136"/>
          <p:cNvSpPr/>
          <p:nvPr/>
        </p:nvSpPr>
        <p:spPr>
          <a:xfrm>
            <a:off x="866101" y="2711889"/>
            <a:ext cx="402900" cy="3741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28" name="Shape 1628"/>
        <p:cNvGrpSpPr/>
        <p:nvPr/>
      </p:nvGrpSpPr>
      <p:grpSpPr>
        <a:xfrm>
          <a:off x="0" y="0"/>
          <a:ext cx="0" cy="0"/>
        </a:xfrm>
      </p:grpSpPr>
      <p:sp>
        <p:nvSpPr>
          <p:cNvPr id="1629" name="Google Shape;1629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additive and multiplicative steps</a:t>
            </a:r>
            <a:endParaRPr/>
          </a:p>
        </p:txBody>
      </p:sp>
      <p:sp>
        <p:nvSpPr>
          <p:cNvPr id="1630" name="Google Shape;1630;p137"/>
          <p:cNvSpPr txBox="1"/>
          <p:nvPr>
            <p:ph type="body" idx="1"/>
          </p:nvPr>
        </p:nvSpPr>
        <p:spPr>
          <a:xfrm>
            <a:off x="324000" y="812487"/>
            <a:ext cx="71352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We can make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/>
              <a:t> the subject so that it is expressed in terms of the other variables.</a:t>
            </a:r>
            <a:endParaRPr/>
          </a:p>
        </p:txBody>
      </p:sp>
      <p:pic>
        <p:nvPicPr>
          <p:cNvPr id="1631" name="Google Shape;1631;p137" descr="&lt;math xmlns=&quot;http://www.w3.org/1998/Math/MathML&quot; display=&quot;block&quot; data-is-equatio=&quot;1&quot; data-latex=&quot;a=\frac{v-u}{t}&quot;&gt;&lt;mi&gt;a&lt;/mi&gt;&lt;mo&gt;=&lt;/mo&gt;&lt;mfrac&gt;&lt;mrow&gt;&lt;mi&gt;v&lt;/mi&gt;&lt;mo&gt;−&lt;/mo&gt;&lt;mi&gt;u&lt;/mi&gt;&lt;/mrow&gt;&lt;mi&gt;t&lt;/mi&gt;&lt;/mfrac&gt;&lt;/math&gt;" title="a equals the fraction with numerator v minus u and denominator 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7167" y="1380673"/>
            <a:ext cx="135882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2" name="Google Shape;1632;p137" descr="&lt;math xmlns=&quot;http://www.w3.org/1998/Math/MathML&quot; display=&quot;block&quot; data-is-equatio=&quot;1&quot; data-latex=&quot;at+u=v&quot;&gt;&lt;mi&gt;a&lt;/mi&gt;&lt;mi&gt;t&lt;/mi&gt;&lt;mo&gt;+&lt;/mo&gt;&lt;mi&gt;u&lt;/mi&gt;&lt;mo&gt;=&lt;/mo&gt;&lt;mi&gt;v&lt;/mi&gt;&lt;/math&gt;" title="a t plus u equals v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5300" y="3124926"/>
            <a:ext cx="1418100" cy="216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3" name="Google Shape;1633;p137" descr="&lt;math xmlns=&quot;http://www.w3.org/1998/Math/MathML&quot; display=&quot;block&quot; data-is-equatio=&quot;1&quot; data-latex=&quot;at=v-u&quot;&gt;&lt;mi&gt;a&lt;/mi&gt;&lt;mi&gt;t&lt;/mi&gt;&lt;mo&gt;=&lt;/mo&gt;&lt;mi&gt;v&lt;/mi&gt;&lt;mo&gt;−&lt;/mo&gt;&lt;mi&gt;u&lt;/mi&gt;&lt;/math&gt;" title="a t equals v minus u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77275" y="2368751"/>
            <a:ext cx="1418100" cy="20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4" name="Google Shape;1634;p137"/>
          <p:cNvSpPr txBox="1"/>
          <p:nvPr>
            <p:ph type="body" idx="1"/>
          </p:nvPr>
        </p:nvSpPr>
        <p:spPr>
          <a:xfrm>
            <a:off x="324000" y="3784275"/>
            <a:ext cx="84960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/>
              <a:t> is now the subject. We can substitute in the other variables now to quickly find it’s value.</a:t>
            </a:r>
            <a:endParaRPr/>
          </a:p>
        </p:txBody>
      </p:sp>
      <p:sp>
        <p:nvSpPr>
          <p:cNvPr id="1635" name="Google Shape;1635;p137"/>
          <p:cNvSpPr/>
          <p:nvPr/>
        </p:nvSpPr>
        <p:spPr>
          <a:xfrm>
            <a:off x="5731399" y="3028200"/>
            <a:ext cx="525300" cy="4323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39" name="Shape 1639"/>
        <p:cNvGrpSpPr/>
        <p:nvPr/>
      </p:nvGrpSpPr>
      <p:grpSpPr>
        <a:xfrm>
          <a:off x="0" y="0"/>
          <a:ext cx="0" cy="0"/>
        </a:xfrm>
      </p:grpSpPr>
      <p:sp>
        <p:nvSpPr>
          <p:cNvPr id="1640" name="Google Shape;1640;p13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of these rearrangements would be most useful if we knew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/>
              <a:t>,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/>
              <a:t>, and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/>
              <a:t> and wanted to know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GB"/>
              <a:t>, the initial velocity?</a:t>
            </a:r>
            <a:endParaRPr/>
          </a:p>
        </p:txBody>
      </p:sp>
      <p:sp>
        <p:nvSpPr>
          <p:cNvPr id="1641" name="Google Shape;1641;p1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Rearranging additive and multiplicative steps</a:t>
            </a:r>
            <a:endParaRPr/>
          </a:p>
        </p:txBody>
      </p:sp>
      <p:pic>
        <p:nvPicPr>
          <p:cNvPr id="1642" name="Google Shape;1642;p138" descr="&lt;math xmlns=&quot;http://www.w3.org/1998/Math/MathML&quot; display=&quot;block&quot; data-is-equatio=&quot;1&quot; data-latex=&quot;a=\frac{v-u}{t}&quot;&gt;&lt;mi&gt;a&lt;/mi&gt;&lt;mo&gt;=&lt;/mo&gt;&lt;mfrac&gt;&lt;mrow&gt;&lt;mi&gt;v&lt;/mi&gt;&lt;mo&gt;−&lt;/mo&gt;&lt;mi&gt;u&lt;/mi&gt;&lt;/mrow&gt;&lt;mi&gt;t&lt;/mi&gt;&lt;/mfrac&gt;&lt;/math&gt;" title="a equals the fraction with numerator v minus u and denominator 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5074" y="1632286"/>
            <a:ext cx="135882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3" name="Google Shape;1643;p138" descr="&lt;math xmlns=&quot;http://www.w3.org/1998/Math/MathML&quot; display=&quot;block&quot; data-is-equatio=&quot;1&quot; data-latex=&quot;at+u=v&quot;&gt;&lt;mi&gt;a&lt;/mi&gt;&lt;mi&gt;t&lt;/mi&gt;&lt;mo&gt;+&lt;/mo&gt;&lt;mi&gt;u&lt;/mi&gt;&lt;mo&gt;=&lt;/mo&gt;&lt;mi&gt;v&lt;/mi&gt;&lt;/math&gt;" title="a t plus u equals v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3900" y="1912886"/>
            <a:ext cx="1418100" cy="216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4" name="Google Shape;1644;p138" descr="&lt;math xmlns=&quot;http://www.w3.org/1998/Math/MathML&quot; display=&quot;block&quot; data-is-equatio=&quot;1&quot; data-latex=&quot;u=v-at&quot;&gt;&lt;mi&gt;u&lt;/mi&gt;&lt;mo&gt;=&lt;/mo&gt;&lt;mi&gt;v&lt;/mi&gt;&lt;mo&gt;−&lt;/mo&gt;&lt;mi&gt;a&lt;/mi&gt;&lt;mi&gt;t&lt;/mi&gt;&lt;/math&gt;" title="u equals v minus a 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3900" y="2894819"/>
            <a:ext cx="1418100" cy="2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5" name="Google Shape;1645;p138" descr="&lt;math xmlns=&quot;http://www.w3.org/1998/Math/MathML&quot; display=&quot;block&quot; data-is-equatio=&quot;1&quot; data-latex=&quot;u=v+at&quot;&gt;&lt;mi&gt;u&lt;/mi&gt;&lt;mo&gt;=&lt;/mo&gt;&lt;mi&gt;v&lt;/mi&gt;&lt;mo&gt;+&lt;/mo&gt;&lt;mi&gt;a&lt;/mi&gt;&lt;mi&gt;t&lt;/mi&gt;&lt;/math&gt;" title="u equals v plus a 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3900" y="3860134"/>
            <a:ext cx="1418100" cy="216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p1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19433" y="1818125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7" name="Google Shape;1647;p1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09807" y="2826422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8" name="Google Shape;1648;p138"/>
          <p:cNvSpPr txBox="1"/>
          <p:nvPr/>
        </p:nvSpPr>
        <p:spPr>
          <a:xfrm flipH="1">
            <a:off x="3261857" y="1685488"/>
            <a:ext cx="29163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If we want to know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, we want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to be the subject.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649" name="Google Shape;1649;p1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19433" y="3799325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50" name="Google Shape;1650;p138"/>
          <p:cNvSpPr txBox="1"/>
          <p:nvPr/>
        </p:nvSpPr>
        <p:spPr>
          <a:xfrm flipH="1">
            <a:off x="3261850" y="3853614"/>
            <a:ext cx="2916300" cy="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Not a valid rearrangement.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651" name="Google Shape;1651;p138" descr="&lt;math xmlns=&quot;http://www.w3.org/1998/Math/MathML&quot; display=&quot;block&quot; data-is-equatio=&quot;1&quot; data-latex=&quot;at=v-u&quot;&gt;&lt;mi&gt;a&lt;/mi&gt;&lt;mi&gt;t&lt;/mi&gt;&lt;mo&gt;=&lt;/mo&gt;&lt;mi&gt;v&lt;/mi&gt;&lt;mo&gt;−&lt;/mo&gt;&lt;mi&gt;u&lt;/mi&gt;&lt;/math&gt;" title="a t equals v minus u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65182" y="2521151"/>
            <a:ext cx="1418100" cy="20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2" name="Google Shape;1652;p138" descr="&lt;math xmlns=&quot;http://www.w3.org/1998/Math/MathML&quot; display=&quot;block&quot; data-is-equatio=&quot;1&quot; data-latex=&quot;at\ +\ u=v&quot;&gt;&lt;mi&gt;a&lt;/mi&gt;&lt;mi&gt;t&lt;/mi&gt;&lt;mtext&gt;&lt;/mtext&gt;&lt;mo&gt;+&lt;/mo&gt;&lt;mtext&gt;&lt;/mtext&gt;&lt;mi&gt;u&lt;/mi&gt;&lt;mo&gt;=&lt;/mo&gt;&lt;mi&gt;v&lt;/mi&gt;&lt;/math&gt;" title="a t plus u equals v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114680" y="3209807"/>
            <a:ext cx="1627168" cy="21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3" name="Google Shape;1653;p138" descr="&lt;math xmlns=&quot;http://www.w3.org/1998/Math/MathML&quot; display=&quot;block&quot; data-is-equatio=&quot;1&quot; data-latex=&quot;u=v-at&quot;&gt;&lt;mi&gt;u&lt;/mi&gt;&lt;mo&gt;=&lt;/mo&gt;&lt;mi&gt;v&lt;/mi&gt;&lt;mo&gt;−&lt;/mo&gt;&lt;mi&gt;a&lt;/mi&gt;&lt;mi&gt;t&lt;/mi&gt;&lt;/math&gt;" title="u equals v minus a 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0340" y="3871099"/>
            <a:ext cx="1418100" cy="2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57" name="Shape 1657"/>
        <p:cNvGrpSpPr/>
        <p:nvPr/>
      </p:nvGrpSpPr>
      <p:grpSpPr>
        <a:xfrm>
          <a:off x="0" y="0"/>
          <a:ext cx="0" cy="0"/>
        </a:xfrm>
      </p:grpSpPr>
      <p:sp>
        <p:nvSpPr>
          <p:cNvPr id="1658" name="Google Shape;1658;p1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additive and multiplicative steps</a:t>
            </a:r>
            <a:endParaRPr/>
          </a:p>
        </p:txBody>
      </p:sp>
      <p:sp>
        <p:nvSpPr>
          <p:cNvPr id="1659" name="Google Shape;1659;p139"/>
          <p:cNvSpPr txBox="1"/>
          <p:nvPr>
            <p:ph type="body" idx="1"/>
          </p:nvPr>
        </p:nvSpPr>
        <p:spPr>
          <a:xfrm>
            <a:off x="324000" y="812487"/>
            <a:ext cx="71352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/>
              <a:t>It’s not just in maths and physics that we see formulae.</a:t>
            </a:r>
            <a:endParaRPr sz="21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Break-Even is a crucial formula in business, especially for new entrepreneurs.</a:t>
            </a:r>
            <a:endParaRPr sz="2100"/>
          </a:p>
        </p:txBody>
      </p:sp>
      <p:sp>
        <p:nvSpPr>
          <p:cNvPr id="1660" name="Google Shape;1660;p139"/>
          <p:cNvSpPr txBox="1"/>
          <p:nvPr>
            <p:ph type="body" idx="1"/>
          </p:nvPr>
        </p:nvSpPr>
        <p:spPr>
          <a:xfrm>
            <a:off x="324000" y="2301950"/>
            <a:ext cx="31773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Break-Even Quantity =</a:t>
            </a:r>
            <a:endParaRPr u="sng"/>
          </a:p>
        </p:txBody>
      </p:sp>
      <p:sp>
        <p:nvSpPr>
          <p:cNvPr id="1661" name="Google Shape;1661;p139"/>
          <p:cNvSpPr txBox="1"/>
          <p:nvPr>
            <p:ph type="body" idx="1"/>
          </p:nvPr>
        </p:nvSpPr>
        <p:spPr>
          <a:xfrm>
            <a:off x="3541575" y="2572250"/>
            <a:ext cx="49737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selling price − variable cost per unit</a:t>
            </a:r>
            <a:endParaRPr u="sng"/>
          </a:p>
        </p:txBody>
      </p:sp>
      <p:sp>
        <p:nvSpPr>
          <p:cNvPr id="1662" name="Google Shape;1662;p139"/>
          <p:cNvSpPr txBox="1"/>
          <p:nvPr>
            <p:ph type="body" idx="1"/>
          </p:nvPr>
        </p:nvSpPr>
        <p:spPr>
          <a:xfrm>
            <a:off x="5124600" y="2092021"/>
            <a:ext cx="16353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fixed costs</a:t>
            </a:r>
            <a:endParaRPr/>
          </a:p>
        </p:txBody>
      </p:sp>
      <p:cxnSp>
        <p:nvCxnSpPr>
          <p:cNvPr id="1663" name="Google Shape;1663;p139"/>
          <p:cNvCxnSpPr/>
          <p:nvPr/>
        </p:nvCxnSpPr>
        <p:spPr>
          <a:xfrm>
            <a:off x="3560257" y="2496075"/>
            <a:ext cx="4917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64" name="Google Shape;1664;p139"/>
          <p:cNvCxnSpPr/>
          <p:nvPr/>
        </p:nvCxnSpPr>
        <p:spPr>
          <a:xfrm rot="10800000">
            <a:off x="1499850" y="2676055"/>
            <a:ext cx="184800" cy="10857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65" name="Google Shape;1665;p139"/>
          <p:cNvSpPr txBox="1"/>
          <p:nvPr>
            <p:ph type="body" idx="1"/>
          </p:nvPr>
        </p:nvSpPr>
        <p:spPr>
          <a:xfrm>
            <a:off x="628800" y="3825950"/>
            <a:ext cx="72105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/>
              <a:t>The Break-Even Point is the quantity of units a business has to sell in order to start making a profit.</a:t>
            </a:r>
            <a:endParaRPr sz="2100" u="sng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69" name="Shape 1669"/>
        <p:cNvGrpSpPr/>
        <p:nvPr/>
      </p:nvGrpSpPr>
      <p:grpSpPr>
        <a:xfrm>
          <a:off x="0" y="0"/>
          <a:ext cx="0" cy="0"/>
        </a:xfrm>
      </p:grpSpPr>
      <p:sp>
        <p:nvSpPr>
          <p:cNvPr id="1670" name="Google Shape;1670;p1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additive and multiplicative steps</a:t>
            </a:r>
            <a:endParaRPr/>
          </a:p>
        </p:txBody>
      </p:sp>
      <p:sp>
        <p:nvSpPr>
          <p:cNvPr id="1671" name="Google Shape;1671;p140"/>
          <p:cNvSpPr txBox="1"/>
          <p:nvPr>
            <p:ph type="body" idx="1"/>
          </p:nvPr>
        </p:nvSpPr>
        <p:spPr>
          <a:xfrm>
            <a:off x="324000" y="812475"/>
            <a:ext cx="84960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Example, you start a coffee shop with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£16 000</a:t>
            </a:r>
            <a:r>
              <a:rPr lang="en-GB" sz="2000"/>
              <a:t> of set-up costs. Once up and running you sell each coffee for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£3</a:t>
            </a:r>
            <a:r>
              <a:rPr lang="en-GB" sz="2000"/>
              <a:t> and they cost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£1</a:t>
            </a:r>
            <a:r>
              <a:rPr lang="en-GB" sz="2000"/>
              <a:t> each to produce. When do you break-even?</a:t>
            </a:r>
            <a:endParaRPr sz="2000"/>
          </a:p>
        </p:txBody>
      </p:sp>
      <p:sp>
        <p:nvSpPr>
          <p:cNvPr id="1672" name="Google Shape;1672;p140"/>
          <p:cNvSpPr txBox="1"/>
          <p:nvPr>
            <p:ph type="body" idx="1"/>
          </p:nvPr>
        </p:nvSpPr>
        <p:spPr>
          <a:xfrm>
            <a:off x="324000" y="2301950"/>
            <a:ext cx="31773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Break-Even Quantity =</a:t>
            </a:r>
            <a:endParaRPr u="sng"/>
          </a:p>
        </p:txBody>
      </p:sp>
      <p:sp>
        <p:nvSpPr>
          <p:cNvPr id="1673" name="Google Shape;1673;p140"/>
          <p:cNvSpPr txBox="1"/>
          <p:nvPr>
            <p:ph type="body" idx="1"/>
          </p:nvPr>
        </p:nvSpPr>
        <p:spPr>
          <a:xfrm>
            <a:off x="3541575" y="2572250"/>
            <a:ext cx="49737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selling price − variable cost per unit</a:t>
            </a:r>
            <a:endParaRPr u="sng"/>
          </a:p>
        </p:txBody>
      </p:sp>
      <p:sp>
        <p:nvSpPr>
          <p:cNvPr id="1674" name="Google Shape;1674;p140"/>
          <p:cNvSpPr txBox="1"/>
          <p:nvPr>
            <p:ph type="body" idx="1"/>
          </p:nvPr>
        </p:nvSpPr>
        <p:spPr>
          <a:xfrm>
            <a:off x="5124600" y="2092021"/>
            <a:ext cx="16353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fixed costs</a:t>
            </a:r>
            <a:endParaRPr/>
          </a:p>
        </p:txBody>
      </p:sp>
      <p:cxnSp>
        <p:nvCxnSpPr>
          <p:cNvPr id="1675" name="Google Shape;1675;p140"/>
          <p:cNvCxnSpPr/>
          <p:nvPr/>
        </p:nvCxnSpPr>
        <p:spPr>
          <a:xfrm>
            <a:off x="3560257" y="2496075"/>
            <a:ext cx="4917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76" name="Google Shape;1676;p140"/>
          <p:cNvSpPr txBox="1"/>
          <p:nvPr/>
        </p:nvSpPr>
        <p:spPr>
          <a:xfrm>
            <a:off x="3733800" y="3352800"/>
            <a:ext cx="984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£16 000</a:t>
            </a:r>
            <a:endParaRPr/>
          </a:p>
        </p:txBody>
      </p:sp>
      <p:sp>
        <p:nvSpPr>
          <p:cNvPr id="1677" name="Google Shape;1677;p140"/>
          <p:cNvSpPr txBox="1"/>
          <p:nvPr>
            <p:ph type="body" idx="1"/>
          </p:nvPr>
        </p:nvSpPr>
        <p:spPr>
          <a:xfrm>
            <a:off x="324000" y="3521150"/>
            <a:ext cx="31773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Break-Even Quantity =</a:t>
            </a:r>
            <a:endParaRPr u="sng"/>
          </a:p>
        </p:txBody>
      </p:sp>
      <p:cxnSp>
        <p:nvCxnSpPr>
          <p:cNvPr id="1678" name="Google Shape;1678;p140"/>
          <p:cNvCxnSpPr/>
          <p:nvPr/>
        </p:nvCxnSpPr>
        <p:spPr>
          <a:xfrm rot="10800000" flipH="1">
            <a:off x="3698369" y="3716022"/>
            <a:ext cx="1046400" cy="3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79" name="Google Shape;1679;p140"/>
          <p:cNvSpPr txBox="1"/>
          <p:nvPr/>
        </p:nvSpPr>
        <p:spPr>
          <a:xfrm>
            <a:off x="3775480" y="3768320"/>
            <a:ext cx="984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£3 − £1</a:t>
            </a:r>
            <a:endParaRPr/>
          </a:p>
        </p:txBody>
      </p:sp>
      <p:sp>
        <p:nvSpPr>
          <p:cNvPr id="1680" name="Google Shape;1680;p140"/>
          <p:cNvSpPr txBox="1"/>
          <p:nvPr>
            <p:ph type="body" idx="1"/>
          </p:nvPr>
        </p:nvSpPr>
        <p:spPr>
          <a:xfrm>
            <a:off x="4972200" y="3521150"/>
            <a:ext cx="2046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=</a:t>
            </a:r>
            <a:endParaRPr u="sng"/>
          </a:p>
        </p:txBody>
      </p:sp>
      <p:sp>
        <p:nvSpPr>
          <p:cNvPr id="1681" name="Google Shape;1681;p140"/>
          <p:cNvSpPr txBox="1"/>
          <p:nvPr/>
        </p:nvSpPr>
        <p:spPr>
          <a:xfrm>
            <a:off x="5334000" y="3352800"/>
            <a:ext cx="984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£16 000</a:t>
            </a:r>
            <a:endParaRPr/>
          </a:p>
        </p:txBody>
      </p:sp>
      <p:cxnSp>
        <p:nvCxnSpPr>
          <p:cNvPr id="1682" name="Google Shape;1682;p140"/>
          <p:cNvCxnSpPr/>
          <p:nvPr/>
        </p:nvCxnSpPr>
        <p:spPr>
          <a:xfrm rot="10800000" flipH="1">
            <a:off x="5298569" y="3716022"/>
            <a:ext cx="1046400" cy="3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83" name="Google Shape;1683;p140"/>
          <p:cNvSpPr txBox="1"/>
          <p:nvPr/>
        </p:nvSpPr>
        <p:spPr>
          <a:xfrm>
            <a:off x="5604278" y="3768325"/>
            <a:ext cx="37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£2</a:t>
            </a:r>
            <a:endParaRPr/>
          </a:p>
        </p:txBody>
      </p:sp>
      <p:sp>
        <p:nvSpPr>
          <p:cNvPr id="1684" name="Google Shape;1684;p140"/>
          <p:cNvSpPr txBox="1"/>
          <p:nvPr>
            <p:ph type="body" idx="1"/>
          </p:nvPr>
        </p:nvSpPr>
        <p:spPr>
          <a:xfrm>
            <a:off x="6648600" y="3521150"/>
            <a:ext cx="15999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8 000</a:t>
            </a:r>
            <a:r>
              <a:rPr lang="en-GB"/>
              <a:t> </a:t>
            </a:r>
            <a:r>
              <a:rPr lang="en-GB" sz="2000"/>
              <a:t>units</a:t>
            </a:r>
            <a:endParaRPr sz="2000" u="sng"/>
          </a:p>
        </p:txBody>
      </p:sp>
      <p:sp>
        <p:nvSpPr>
          <p:cNvPr id="1685" name="Google Shape;1685;p140"/>
          <p:cNvSpPr txBox="1"/>
          <p:nvPr>
            <p:ph type="body" idx="1"/>
          </p:nvPr>
        </p:nvSpPr>
        <p:spPr>
          <a:xfrm>
            <a:off x="324000" y="4382375"/>
            <a:ext cx="61458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Can you sell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8 000</a:t>
            </a:r>
            <a:r>
              <a:rPr lang="en-GB" sz="2000"/>
              <a:t> coffees? How long will it take?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89" name="Shape 1689"/>
        <p:cNvGrpSpPr/>
        <p:nvPr/>
      </p:nvGrpSpPr>
      <p:grpSpPr>
        <a:xfrm>
          <a:off x="0" y="0"/>
          <a:ext cx="0" cy="0"/>
        </a:xfrm>
      </p:grpSpPr>
      <p:sp>
        <p:nvSpPr>
          <p:cNvPr id="1690" name="Google Shape;1690;p141"/>
          <p:cNvSpPr/>
          <p:nvPr/>
        </p:nvSpPr>
        <p:spPr>
          <a:xfrm>
            <a:off x="221768" y="2231420"/>
            <a:ext cx="3040200" cy="5016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1" name="Google Shape;1691;p141"/>
          <p:cNvSpPr/>
          <p:nvPr/>
        </p:nvSpPr>
        <p:spPr>
          <a:xfrm>
            <a:off x="4881479" y="2014332"/>
            <a:ext cx="2002800" cy="5016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2" name="Google Shape;1692;p141"/>
          <p:cNvSpPr txBox="1"/>
          <p:nvPr>
            <p:ph type="body" idx="1"/>
          </p:nvPr>
        </p:nvSpPr>
        <p:spPr>
          <a:xfrm>
            <a:off x="3541575" y="2572250"/>
            <a:ext cx="49737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4"/>
                </a:solidFill>
              </a:rPr>
              <a:t>selling price</a:t>
            </a:r>
            <a:r>
              <a:rPr lang="en-GB"/>
              <a:t> − variable cost per unit</a:t>
            </a:r>
            <a:endParaRPr u="sng"/>
          </a:p>
        </p:txBody>
      </p:sp>
      <p:sp>
        <p:nvSpPr>
          <p:cNvPr id="1693" name="Google Shape;1693;p1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additive and multiplicative steps</a:t>
            </a:r>
            <a:endParaRPr/>
          </a:p>
        </p:txBody>
      </p:sp>
      <p:sp>
        <p:nvSpPr>
          <p:cNvPr id="1694" name="Google Shape;1694;p141"/>
          <p:cNvSpPr txBox="1"/>
          <p:nvPr>
            <p:ph type="body" idx="1"/>
          </p:nvPr>
        </p:nvSpPr>
        <p:spPr>
          <a:xfrm>
            <a:off x="324000" y="812475"/>
            <a:ext cx="71352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But, what if you knew the quantity of units you could sell?</a:t>
            </a:r>
            <a:endParaRPr sz="2000"/>
          </a:p>
        </p:txBody>
      </p:sp>
      <p:sp>
        <p:nvSpPr>
          <p:cNvPr id="1695" name="Google Shape;1695;p141"/>
          <p:cNvSpPr txBox="1"/>
          <p:nvPr>
            <p:ph type="body" idx="1"/>
          </p:nvPr>
        </p:nvSpPr>
        <p:spPr>
          <a:xfrm>
            <a:off x="324000" y="2301950"/>
            <a:ext cx="31773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Break-Even Quantity =</a:t>
            </a:r>
            <a:endParaRPr u="sng"/>
          </a:p>
        </p:txBody>
      </p:sp>
      <p:sp>
        <p:nvSpPr>
          <p:cNvPr id="1696" name="Google Shape;1696;p141"/>
          <p:cNvSpPr txBox="1"/>
          <p:nvPr>
            <p:ph type="body" idx="1"/>
          </p:nvPr>
        </p:nvSpPr>
        <p:spPr>
          <a:xfrm>
            <a:off x="3541575" y="2572250"/>
            <a:ext cx="49737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selling price − variable cost per unit</a:t>
            </a:r>
            <a:endParaRPr u="sng"/>
          </a:p>
        </p:txBody>
      </p:sp>
      <p:sp>
        <p:nvSpPr>
          <p:cNvPr id="1697" name="Google Shape;1697;p141"/>
          <p:cNvSpPr txBox="1"/>
          <p:nvPr>
            <p:ph type="body" idx="1"/>
          </p:nvPr>
        </p:nvSpPr>
        <p:spPr>
          <a:xfrm>
            <a:off x="5124600" y="2092021"/>
            <a:ext cx="16353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fixed costs</a:t>
            </a:r>
            <a:endParaRPr/>
          </a:p>
        </p:txBody>
      </p:sp>
      <p:cxnSp>
        <p:nvCxnSpPr>
          <p:cNvPr id="1698" name="Google Shape;1698;p141"/>
          <p:cNvCxnSpPr/>
          <p:nvPr/>
        </p:nvCxnSpPr>
        <p:spPr>
          <a:xfrm>
            <a:off x="3560257" y="2496075"/>
            <a:ext cx="4917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9" name="Google Shape;1699;p141"/>
          <p:cNvSpPr txBox="1"/>
          <p:nvPr>
            <p:ph type="body" idx="1"/>
          </p:nvPr>
        </p:nvSpPr>
        <p:spPr>
          <a:xfrm>
            <a:off x="324000" y="3403275"/>
            <a:ext cx="84960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If you knew that quantity, and your fixed costs, and your variable cost per unit, you can then calculate the selling price you would have to charge in order to make a profit.</a:t>
            </a:r>
            <a:endParaRPr sz="2000"/>
          </a:p>
        </p:txBody>
      </p:sp>
      <p:sp>
        <p:nvSpPr>
          <p:cNvPr id="1700" name="Google Shape;1700;p141"/>
          <p:cNvSpPr/>
          <p:nvPr/>
        </p:nvSpPr>
        <p:spPr>
          <a:xfrm>
            <a:off x="5426369" y="2494550"/>
            <a:ext cx="3088800" cy="5016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1" name="Google Shape;1701;p141"/>
          <p:cNvSpPr txBox="1"/>
          <p:nvPr>
            <p:ph type="body" idx="1"/>
          </p:nvPr>
        </p:nvSpPr>
        <p:spPr>
          <a:xfrm>
            <a:off x="324000" y="3403275"/>
            <a:ext cx="84960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If you knew that quantity, and your fixed costs, and your variable cost per unit, you can then calculate the </a:t>
            </a:r>
            <a:r>
              <a:rPr lang="en-GB" sz="2000">
                <a:solidFill>
                  <a:schemeClr val="accent4"/>
                </a:solidFill>
              </a:rPr>
              <a:t>selling price</a:t>
            </a:r>
            <a:r>
              <a:rPr lang="en-GB" sz="2000"/>
              <a:t> you would have to charge in order to make a profit.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5" name="Shape 1705"/>
        <p:cNvGrpSpPr/>
        <p:nvPr/>
      </p:nvGrpSpPr>
      <p:grpSpPr>
        <a:xfrm>
          <a:off x="0" y="0"/>
          <a:ext cx="0" cy="0"/>
        </a:xfrm>
      </p:grpSpPr>
      <p:sp>
        <p:nvSpPr>
          <p:cNvPr id="1706" name="Google Shape;1706;p1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additive and multiplicative steps</a:t>
            </a:r>
            <a:endParaRPr/>
          </a:p>
        </p:txBody>
      </p:sp>
      <p:sp>
        <p:nvSpPr>
          <p:cNvPr id="1707" name="Google Shape;1707;p142"/>
          <p:cNvSpPr txBox="1"/>
          <p:nvPr>
            <p:ph type="body" idx="1"/>
          </p:nvPr>
        </p:nvSpPr>
        <p:spPr>
          <a:xfrm>
            <a:off x="324000" y="812475"/>
            <a:ext cx="71352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/>
              <a:t>In order to do that we need to make ‘selling price’ the subject of the formula.</a:t>
            </a:r>
            <a:endParaRPr sz="2100"/>
          </a:p>
        </p:txBody>
      </p:sp>
      <p:sp>
        <p:nvSpPr>
          <p:cNvPr id="1708" name="Google Shape;1708;p142"/>
          <p:cNvSpPr txBox="1"/>
          <p:nvPr>
            <p:ph type="body" idx="1"/>
          </p:nvPr>
        </p:nvSpPr>
        <p:spPr>
          <a:xfrm>
            <a:off x="324000" y="1920950"/>
            <a:ext cx="31773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Break-Even Quantity =</a:t>
            </a:r>
            <a:endParaRPr u="sng"/>
          </a:p>
        </p:txBody>
      </p:sp>
      <p:sp>
        <p:nvSpPr>
          <p:cNvPr id="1709" name="Google Shape;1709;p142"/>
          <p:cNvSpPr txBox="1"/>
          <p:nvPr>
            <p:ph type="body" idx="1"/>
          </p:nvPr>
        </p:nvSpPr>
        <p:spPr>
          <a:xfrm>
            <a:off x="3541575" y="2191250"/>
            <a:ext cx="49737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selling price − variable cost per unit</a:t>
            </a:r>
            <a:endParaRPr u="sng"/>
          </a:p>
        </p:txBody>
      </p:sp>
      <p:sp>
        <p:nvSpPr>
          <p:cNvPr id="1710" name="Google Shape;1710;p142"/>
          <p:cNvSpPr txBox="1"/>
          <p:nvPr>
            <p:ph type="body" idx="1"/>
          </p:nvPr>
        </p:nvSpPr>
        <p:spPr>
          <a:xfrm>
            <a:off x="5124600" y="1711021"/>
            <a:ext cx="16353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fixed costs</a:t>
            </a:r>
            <a:endParaRPr/>
          </a:p>
        </p:txBody>
      </p:sp>
      <p:cxnSp>
        <p:nvCxnSpPr>
          <p:cNvPr id="1711" name="Google Shape;1711;p142"/>
          <p:cNvCxnSpPr/>
          <p:nvPr/>
        </p:nvCxnSpPr>
        <p:spPr>
          <a:xfrm>
            <a:off x="3560257" y="2115075"/>
            <a:ext cx="4917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12" name="Google Shape;1712;p142" descr="&lt;math xmlns=&quot;http://www.w3.org/1998/Math/MathML&quot; display=&quot;block&quot; data-is-equatio=&quot;1&quot; data-latex=&quot;Q=\frac{f}{s-v}&quot;&gt;&lt;mi&gt;Q&lt;/mi&gt;&lt;mo&gt;=&lt;/mo&gt;&lt;mfrac&gt;&lt;mi&gt;f&lt;/mi&gt;&lt;mrow&gt;&lt;mi&gt;s&lt;/mi&gt;&lt;mo&gt;−&lt;/mo&gt;&lt;mi&gt;v&lt;/mi&gt;&lt;/mrow&gt;&lt;/mfrac&gt;&lt;/math&gt;" title="Q equals the fraction with numerator f and denominator s minus v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5194" y="2915241"/>
            <a:ext cx="1500600" cy="726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16" name="Shape 1716"/>
        <p:cNvGrpSpPr/>
        <p:nvPr/>
      </p:nvGrpSpPr>
      <p:grpSpPr>
        <a:xfrm>
          <a:off x="0" y="0"/>
          <a:ext cx="0" cy="0"/>
        </a:xfrm>
      </p:grpSpPr>
      <p:sp>
        <p:nvSpPr>
          <p:cNvPr id="1717" name="Google Shape;1717;p14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additive and multiplicative steps</a:t>
            </a:r>
            <a:endParaRPr/>
          </a:p>
        </p:txBody>
      </p:sp>
      <p:sp>
        <p:nvSpPr>
          <p:cNvPr id="1718" name="Google Shape;1718;p143"/>
          <p:cNvSpPr txBox="1"/>
          <p:nvPr>
            <p:ph type="body" idx="1"/>
          </p:nvPr>
        </p:nvSpPr>
        <p:spPr>
          <a:xfrm>
            <a:off x="324000" y="812475"/>
            <a:ext cx="71352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/>
              <a:t>In order to do that we need to make ‘selling price’ the subject of the formula.</a:t>
            </a:r>
            <a:endParaRPr sz="2100"/>
          </a:p>
        </p:txBody>
      </p:sp>
      <p:pic>
        <p:nvPicPr>
          <p:cNvPr id="1719" name="Google Shape;1719;p143" descr="&lt;math xmlns=&quot;http://www.w3.org/1998/Math/MathML&quot; display=&quot;block&quot; data-is-equatio=&quot;1&quot; data-latex=&quot;Q=\frac{f}{s-v}&quot;&gt;&lt;mi&gt;Q&lt;/mi&gt;&lt;mo&gt;=&lt;/mo&gt;&lt;mfrac&gt;&lt;mi&gt;f&lt;/mi&gt;&lt;mrow&gt;&lt;mi&gt;s&lt;/mi&gt;&lt;mo&gt;−&lt;/mo&gt;&lt;mi&gt;v&lt;/mi&gt;&lt;/mrow&gt;&lt;/mfrac&gt;&lt;/math&gt;" title="Q equals the fraction with numerator f and denominator s minus v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2994" y="1315041"/>
            <a:ext cx="1500600" cy="726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143" descr="&lt;math xmlns=&quot;http://www.w3.org/1998/Math/MathML&quot; display=&quot;block&quot; data-is-equatio=&quot;1&quot; data-latex=&quot;Q\left(s-v\right)=f&quot;&gt;&lt;mi&gt;Q&lt;/mi&gt;&lt;mrow data-mjx-texclass=&quot;INNER&quot;&gt;&lt;mo data-mjx-texclass=&quot;OPEN&quot;&gt;(&lt;/mo&gt;&lt;mi&gt;s&lt;/mi&gt;&lt;mo&gt;−&lt;/mo&gt;&lt;mi&gt;v&lt;/mi&gt;&lt;mo data-mjx-texclass=&quot;CLOSE&quot;&gt;)&lt;/mo&gt;&lt;/mrow&gt;&lt;mo&gt;=&lt;/mo&gt;&lt;mi&gt;f&lt;/mi&gt;&lt;/math&gt;" title="Q times open paren s minus v close paren equals 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5875" y="2317838"/>
            <a:ext cx="2006778" cy="32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1" name="Google Shape;1721;p143" descr="&lt;math xmlns=&quot;http://www.w3.org/1998/Math/MathML&quot; display=&quot;block&quot; data-is-equatio=&quot;1&quot; data-latex=&quot;s-v=\frac{f}{Q}&quot;&gt;&lt;mi&gt;s&lt;/mi&gt;&lt;mo&gt;−&lt;/mo&gt;&lt;mi&gt;v&lt;/mi&gt;&lt;mo&gt;=&lt;/mo&gt;&lt;mfrac&gt;&lt;mi&gt;f&lt;/mi&gt;&lt;mi&gt;Q&lt;/mi&gt;&lt;/mfrac&gt;&lt;/math&gt;" title="s minus v equals f over Q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05626" y="2918764"/>
            <a:ext cx="1563586" cy="808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2" name="Google Shape;1722;p143" descr="&lt;math xmlns=&quot;http://www.w3.org/1998/Math/MathML&quot; display=&quot;block&quot; data-is-equatio=&quot;1&quot; data-latex=&quot;s=\frac{f}{Q}+v&quot;&gt;&lt;mi&gt;s&lt;/mi&gt;&lt;mo&gt;=&lt;/mo&gt;&lt;mfrac&gt;&lt;mi&gt;f&lt;/mi&gt;&lt;mi&gt;Q&lt;/mi&gt;&lt;/mfrac&gt;&lt;mo&gt;+&lt;/mo&gt;&lt;mi&gt;v&lt;/mi&gt;&lt;/math&gt;" title="s equals f over Q plus v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42573" y="4003882"/>
            <a:ext cx="1601328" cy="808755"/>
          </a:xfrm>
          <a:prstGeom prst="rect">
            <a:avLst/>
          </a:prstGeom>
          <a:noFill/>
          <a:ln>
            <a:noFill/>
          </a:ln>
        </p:spPr>
      </p:pic>
      <p:sp>
        <p:nvSpPr>
          <p:cNvPr id="1723" name="Google Shape;1723;p143"/>
          <p:cNvSpPr txBox="1"/>
          <p:nvPr>
            <p:ph type="body" idx="1"/>
          </p:nvPr>
        </p:nvSpPr>
        <p:spPr>
          <a:xfrm>
            <a:off x="933600" y="4054550"/>
            <a:ext cx="2682600" cy="72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Selling price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/>
              <a:t> is now the subject.</a:t>
            </a:r>
            <a:endParaRPr u="sng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27" name="Shape 1727"/>
        <p:cNvGrpSpPr/>
        <p:nvPr/>
      </p:nvGrpSpPr>
      <p:grpSpPr>
        <a:xfrm>
          <a:off x="0" y="0"/>
          <a:ext cx="0" cy="0"/>
        </a:xfrm>
      </p:grpSpPr>
      <p:sp>
        <p:nvSpPr>
          <p:cNvPr id="1728" name="Google Shape;1728;p1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additive and multiplicative steps</a:t>
            </a:r>
            <a:endParaRPr/>
          </a:p>
        </p:txBody>
      </p:sp>
      <p:sp>
        <p:nvSpPr>
          <p:cNvPr id="1729" name="Google Shape;1729;p144"/>
          <p:cNvSpPr txBox="1"/>
          <p:nvPr>
            <p:ph type="body" idx="1"/>
          </p:nvPr>
        </p:nvSpPr>
        <p:spPr>
          <a:xfrm>
            <a:off x="324000" y="812475"/>
            <a:ext cx="71352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/>
              <a:t>We can now calculate what price we need to sell each unit for in order to start making a profit.</a:t>
            </a:r>
            <a:endParaRPr sz="2100"/>
          </a:p>
        </p:txBody>
      </p:sp>
      <p:pic>
        <p:nvPicPr>
          <p:cNvPr id="1730" name="Google Shape;1730;p144" descr="&lt;math xmlns=&quot;http://www.w3.org/1998/Math/MathML&quot; display=&quot;block&quot; data-is-equatio=&quot;1&quot; data-latex=&quot;s=\frac{f}{Q}+v&quot;&gt;&lt;mi&gt;s&lt;/mi&gt;&lt;mo&gt;=&lt;/mo&gt;&lt;mfrac&gt;&lt;mi&gt;f&lt;/mi&gt;&lt;mi&gt;Q&lt;/mi&gt;&lt;/mfrac&gt;&lt;mo&gt;+&lt;/mo&gt;&lt;mi&gt;v&lt;/mi&gt;&lt;/math&gt;" title="s equals f over Q plus v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2573" y="4003882"/>
            <a:ext cx="1601328" cy="808755"/>
          </a:xfrm>
          <a:prstGeom prst="rect">
            <a:avLst/>
          </a:prstGeom>
          <a:noFill/>
          <a:ln>
            <a:noFill/>
          </a:ln>
        </p:spPr>
      </p:pic>
      <p:sp>
        <p:nvSpPr>
          <p:cNvPr id="1731" name="Google Shape;1731;p144"/>
          <p:cNvSpPr txBox="1"/>
          <p:nvPr>
            <p:ph type="body" idx="1"/>
          </p:nvPr>
        </p:nvSpPr>
        <p:spPr>
          <a:xfrm>
            <a:off x="933600" y="4054550"/>
            <a:ext cx="2682600" cy="72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Selling price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/>
              <a:t> is now the subject.</a:t>
            </a:r>
            <a:endParaRPr u="sng"/>
          </a:p>
        </p:txBody>
      </p:sp>
      <p:sp>
        <p:nvSpPr>
          <p:cNvPr id="1732" name="Google Shape;1732;p144"/>
          <p:cNvSpPr txBox="1"/>
          <p:nvPr>
            <p:ph type="body" idx="1"/>
          </p:nvPr>
        </p:nvSpPr>
        <p:spPr>
          <a:xfrm>
            <a:off x="476400" y="2073350"/>
            <a:ext cx="19548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selling price =</a:t>
            </a:r>
            <a:endParaRPr u="sng"/>
          </a:p>
        </p:txBody>
      </p:sp>
      <p:sp>
        <p:nvSpPr>
          <p:cNvPr id="1733" name="Google Shape;1733;p144"/>
          <p:cNvSpPr txBox="1"/>
          <p:nvPr>
            <p:ph type="body" idx="1"/>
          </p:nvPr>
        </p:nvSpPr>
        <p:spPr>
          <a:xfrm>
            <a:off x="5231225" y="2073355"/>
            <a:ext cx="33513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− variable cost per unit</a:t>
            </a:r>
            <a:endParaRPr u="sng"/>
          </a:p>
        </p:txBody>
      </p:sp>
      <p:sp>
        <p:nvSpPr>
          <p:cNvPr id="1734" name="Google Shape;1734;p144"/>
          <p:cNvSpPr txBox="1"/>
          <p:nvPr>
            <p:ph type="body" idx="1"/>
          </p:nvPr>
        </p:nvSpPr>
        <p:spPr>
          <a:xfrm>
            <a:off x="3013563" y="1821696"/>
            <a:ext cx="16353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fixed costs</a:t>
            </a:r>
            <a:endParaRPr/>
          </a:p>
        </p:txBody>
      </p:sp>
      <p:cxnSp>
        <p:nvCxnSpPr>
          <p:cNvPr id="1735" name="Google Shape;1735;p144"/>
          <p:cNvCxnSpPr/>
          <p:nvPr/>
        </p:nvCxnSpPr>
        <p:spPr>
          <a:xfrm>
            <a:off x="2423325" y="2267925"/>
            <a:ext cx="2696400" cy="3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36" name="Google Shape;1736;p144"/>
          <p:cNvSpPr txBox="1"/>
          <p:nvPr>
            <p:ph type="body" idx="1"/>
          </p:nvPr>
        </p:nvSpPr>
        <p:spPr>
          <a:xfrm>
            <a:off x="2313825" y="2343650"/>
            <a:ext cx="2915400" cy="3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Break-Even Quantity</a:t>
            </a:r>
            <a:endParaRPr u="sng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40" name="Shape 1740"/>
        <p:cNvGrpSpPr/>
        <p:nvPr/>
      </p:nvGrpSpPr>
      <p:grpSpPr>
        <a:xfrm>
          <a:off x="0" y="0"/>
          <a:ext cx="0" cy="0"/>
        </a:xfrm>
      </p:grpSpPr>
      <p:sp>
        <p:nvSpPr>
          <p:cNvPr id="1741" name="Google Shape;1741;p1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additive and multiplicative steps</a:t>
            </a:r>
            <a:endParaRPr/>
          </a:p>
        </p:txBody>
      </p:sp>
      <p:sp>
        <p:nvSpPr>
          <p:cNvPr id="1742" name="Google Shape;1742;p145"/>
          <p:cNvSpPr txBox="1"/>
          <p:nvPr>
            <p:ph type="body" idx="1"/>
          </p:nvPr>
        </p:nvSpPr>
        <p:spPr>
          <a:xfrm>
            <a:off x="324000" y="759300"/>
            <a:ext cx="4248000" cy="127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/>
              <a:t>Cost control is a really important element of business.</a:t>
            </a:r>
            <a:endParaRPr sz="21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Rearrange our break-even formula to make ‘Variable cost per unit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300" i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100"/>
              <a:t>’ the subject.</a:t>
            </a:r>
            <a:endParaRPr sz="2100"/>
          </a:p>
        </p:txBody>
      </p:sp>
      <p:pic>
        <p:nvPicPr>
          <p:cNvPr id="1743" name="Google Shape;1743;p145" descr="&lt;math xmlns=&quot;http://www.w3.org/1998/Math/MathML&quot; display=&quot;block&quot; data-is-equatio=&quot;1&quot; data-latex=&quot;Q=\frac{f}{s-v}&quot;&gt;&lt;mi&gt;Q&lt;/mi&gt;&lt;mo&gt;=&lt;/mo&gt;&lt;mfrac&gt;&lt;mi&gt;f&lt;/mi&gt;&lt;mrow&gt;&lt;mi&gt;s&lt;/mi&gt;&lt;mo&gt;−&lt;/mo&gt;&lt;mi&gt;v&lt;/mi&gt;&lt;/mrow&gt;&lt;/mfrac&gt;&lt;/math&gt;" title="Q equals the fraction with numerator f and denominator s minus v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8762" y="793168"/>
            <a:ext cx="1298317" cy="628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4" name="Google Shape;1744;p145" descr="&lt;math xmlns=&quot;http://www.w3.org/1998/Math/MathML&quot; display=&quot;block&quot; data-is-equatio=&quot;1&quot; data-latex=&quot;Q\left(s-v\right)=f&quot;&gt;&lt;mi&gt;Q&lt;/mi&gt;&lt;mrow data-mjx-texclass=&quot;INNER&quot;&gt;&lt;mo data-mjx-texclass=&quot;OPEN&quot;&gt;(&lt;/mo&gt;&lt;mi&gt;s&lt;/mi&gt;&lt;mo&gt;−&lt;/mo&gt;&lt;mi&gt;v&lt;/mi&gt;&lt;mo data-mjx-texclass=&quot;CLOSE&quot;&gt;)&lt;/mo&gt;&lt;/mrow&gt;&lt;mo&gt;=&lt;/mo&gt;&lt;mi&gt;f&lt;/mi&gt;&lt;/math&gt;" title="Q times open paren s minus v close paren equals 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6840" y="1713280"/>
            <a:ext cx="1736261" cy="280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5" name="Google Shape;1745;p145" descr="&lt;math xmlns=&quot;http://www.w3.org/1998/Math/MathML&quot; display=&quot;block&quot; data-is-equatio=&quot;1&quot; data-latex=&quot;s-v=\frac{f}{Q}&quot;&gt;&lt;mi&gt;s&lt;/mi&gt;&lt;mo&gt;−&lt;/mo&gt;&lt;mi&gt;v&lt;/mi&gt;&lt;mo&gt;=&lt;/mo&gt;&lt;mfrac&gt;&lt;mi&gt;f&lt;/mi&gt;&lt;mi&gt;Q&lt;/mi&gt;&lt;/mfrac&gt;&lt;/math&gt;" title="s minus v equals f over Q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7091" y="2266072"/>
            <a:ext cx="1352812" cy="699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6" name="Google Shape;1746;p145" descr="&lt;math xmlns=&quot;http://www.w3.org/1998/Math/MathML&quot; display=&quot;block&quot; data-is-equatio=&quot;1&quot; data-latex=&quot;s=\frac{f}{Q}+v&quot;&gt;&lt;mi&gt;s&lt;/mi&gt;&lt;mo&gt;=&lt;/mo&gt;&lt;mfrac&gt;&lt;mi&gt;f&lt;/mi&gt;&lt;mi&gt;Q&lt;/mi&gt;&lt;/mfrac&gt;&lt;mo&gt;+&lt;/mo&gt;&lt;mi&gt;v&lt;/mi&gt;&lt;/math&gt;" title="s equals f over Q plus v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3202" y="3248145"/>
            <a:ext cx="1343563" cy="678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7" name="Google Shape;1747;p145" descr="&lt;math xmlns=&quot;http://www.w3.org/1998/Math/MathML&quot; display=&quot;block&quot; data-is-equatio=&quot;1&quot; data-latex=&quot;s-\frac{f}{Q}=v&quot;&gt;&lt;mi&gt;s&lt;/mi&gt;&lt;mo&gt;−&lt;/mo&gt;&lt;mfrac&gt;&lt;mi&gt;f&lt;/mi&gt;&lt;mi&gt;Q&lt;/mi&gt;&lt;/mfrac&gt;&lt;mo&gt;=&lt;/mo&gt;&lt;mi&gt;v&lt;/mi&gt;&lt;/math&gt;" title="s minus f over Q equals v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58399" y="4148865"/>
            <a:ext cx="1343563" cy="67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51" name="Shape 1751"/>
        <p:cNvGrpSpPr/>
        <p:nvPr/>
      </p:nvGrpSpPr>
      <p:grpSpPr>
        <a:xfrm>
          <a:off x="0" y="0"/>
          <a:ext cx="0" cy="0"/>
        </a:xfrm>
      </p:grpSpPr>
      <p:sp>
        <p:nvSpPr>
          <p:cNvPr id="1752" name="Google Shape;1752;p146"/>
          <p:cNvSpPr txBox="1"/>
          <p:nvPr>
            <p:ph type="body" idx="1"/>
          </p:nvPr>
        </p:nvSpPr>
        <p:spPr>
          <a:xfrm>
            <a:off x="324000" y="759300"/>
            <a:ext cx="62496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1) a) Rearrange the formula for circumference of a circle so that it would be more efficient for finding the radius if you knew the circumference.</a:t>
            </a:r>
            <a:endParaRPr sz="2000"/>
          </a:p>
        </p:txBody>
      </p:sp>
      <p:sp>
        <p:nvSpPr>
          <p:cNvPr id="1753" name="Google Shape;1753;p14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additive and multiplicative steps</a:t>
            </a:r>
            <a:endParaRPr/>
          </a:p>
        </p:txBody>
      </p:sp>
      <p:sp>
        <p:nvSpPr>
          <p:cNvPr id="1754" name="Google Shape;1754;p146"/>
          <p:cNvSpPr/>
          <p:nvPr/>
        </p:nvSpPr>
        <p:spPr>
          <a:xfrm>
            <a:off x="6916168" y="885182"/>
            <a:ext cx="1478100" cy="14784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5" name="Google Shape;1755;p146"/>
          <p:cNvCxnSpPr/>
          <p:nvPr/>
        </p:nvCxnSpPr>
        <p:spPr>
          <a:xfrm>
            <a:off x="6949562" y="1428855"/>
            <a:ext cx="655200" cy="180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56" name="Google Shape;1756;p146"/>
          <p:cNvSpPr/>
          <p:nvPr/>
        </p:nvSpPr>
        <p:spPr>
          <a:xfrm>
            <a:off x="7631298" y="1600373"/>
            <a:ext cx="47400" cy="47400"/>
          </a:xfrm>
          <a:prstGeom prst="ellipse">
            <a:avLst/>
          </a:prstGeom>
          <a:solidFill>
            <a:srgbClr val="0000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7" name="Google Shape;1757;p146"/>
          <p:cNvSpPr txBox="1"/>
          <p:nvPr/>
        </p:nvSpPr>
        <p:spPr>
          <a:xfrm>
            <a:off x="7161770" y="1424625"/>
            <a:ext cx="1692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8" name="Google Shape;1758;p146"/>
          <p:cNvSpPr txBox="1"/>
          <p:nvPr/>
        </p:nvSpPr>
        <p:spPr>
          <a:xfrm>
            <a:off x="8265127" y="831750"/>
            <a:ext cx="3810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9" name="Google Shape;1759;p146"/>
          <p:cNvSpPr txBox="1"/>
          <p:nvPr/>
        </p:nvSpPr>
        <p:spPr>
          <a:xfrm>
            <a:off x="3774858" y="1906757"/>
            <a:ext cx="11214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2π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0" name="Google Shape;1760;p146"/>
          <p:cNvSpPr txBox="1"/>
          <p:nvPr>
            <p:ph type="body" idx="1"/>
          </p:nvPr>
        </p:nvSpPr>
        <p:spPr>
          <a:xfrm>
            <a:off x="324000" y="2664300"/>
            <a:ext cx="6030900" cy="9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b) Rearrange the formula for area of a triangle so that it would be more efficient for finding the height if you knew the area and the base.</a:t>
            </a:r>
            <a:endParaRPr sz="2000"/>
          </a:p>
        </p:txBody>
      </p:sp>
      <p:sp>
        <p:nvSpPr>
          <p:cNvPr id="1761" name="Google Shape;1761;p146"/>
          <p:cNvSpPr txBox="1"/>
          <p:nvPr/>
        </p:nvSpPr>
        <p:spPr>
          <a:xfrm>
            <a:off x="6613003" y="3269750"/>
            <a:ext cx="7668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Height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2" name="Google Shape;1762;p146"/>
          <p:cNvSpPr txBox="1"/>
          <p:nvPr/>
        </p:nvSpPr>
        <p:spPr>
          <a:xfrm>
            <a:off x="7737307" y="4159500"/>
            <a:ext cx="5997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Base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3" name="Google Shape;1763;p146"/>
          <p:cNvCxnSpPr/>
          <p:nvPr/>
        </p:nvCxnSpPr>
        <p:spPr>
          <a:xfrm flipH="1">
            <a:off x="7400072" y="2710570"/>
            <a:ext cx="0" cy="1377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64" name="Google Shape;1764;p146"/>
          <p:cNvCxnSpPr/>
          <p:nvPr/>
        </p:nvCxnSpPr>
        <p:spPr>
          <a:xfrm flipH="1">
            <a:off x="7516914" y="4187676"/>
            <a:ext cx="972600" cy="8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65" name="Google Shape;1765;p146"/>
          <p:cNvSpPr/>
          <p:nvPr/>
        </p:nvSpPr>
        <p:spPr>
          <a:xfrm>
            <a:off x="7528537" y="2721862"/>
            <a:ext cx="938100" cy="1342800"/>
          </a:xfrm>
          <a:prstGeom prst="rtTriangle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6" name="Google Shape;1766;p146" descr="&lt;math xmlns=&quot;http://www.w3.org/1998/Math/MathML&quot; display=&quot;block&quot; data-is-equatio=&quot;1&quot; data-latex=&quot;A=\frac{1}{2}bh&quot;&gt;&lt;mi&gt;A&lt;/mi&gt;&lt;mo&gt;=&lt;/mo&gt;&lt;mfrac&gt;&lt;mn&gt;1&lt;/mn&gt;&lt;mn&gt;2&lt;/mn&gt;&lt;/mfrac&gt;&lt;mi&gt;b&lt;/mi&gt;&lt;mi&gt;h&lt;/mi&gt;&lt;/math&gt;" title="A equals one half b 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3800" y="3786600"/>
            <a:ext cx="1214843" cy="67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70" name="Shape 1770"/>
        <p:cNvGrpSpPr/>
        <p:nvPr/>
      </p:nvGrpSpPr>
      <p:grpSpPr>
        <a:xfrm>
          <a:off x="0" y="0"/>
          <a:ext cx="0" cy="0"/>
        </a:xfrm>
      </p:grpSpPr>
      <p:sp>
        <p:nvSpPr>
          <p:cNvPr id="1771" name="Google Shape;1771;p147"/>
          <p:cNvSpPr txBox="1"/>
          <p:nvPr>
            <p:ph type="body" idx="1"/>
          </p:nvPr>
        </p:nvSpPr>
        <p:spPr>
          <a:xfrm>
            <a:off x="324000" y="759300"/>
            <a:ext cx="62496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1) c) Rearrange the formula for surface area of a cylinder so that it would be more efficient for finding the height if you knew the surface area and radius.</a:t>
            </a:r>
            <a:endParaRPr sz="2000"/>
          </a:p>
        </p:txBody>
      </p:sp>
      <p:sp>
        <p:nvSpPr>
          <p:cNvPr id="1772" name="Google Shape;1772;p14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additive and multiplicative steps</a:t>
            </a:r>
            <a:endParaRPr/>
          </a:p>
        </p:txBody>
      </p:sp>
      <p:sp>
        <p:nvSpPr>
          <p:cNvPr id="1773" name="Google Shape;1773;p147"/>
          <p:cNvSpPr txBox="1"/>
          <p:nvPr/>
        </p:nvSpPr>
        <p:spPr>
          <a:xfrm>
            <a:off x="2631843" y="2211550"/>
            <a:ext cx="20853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2π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4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2π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rh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74" name="Google Shape;1774;p147" descr="&lt;math xmlns=&quot;http://www.w3.org/1998/Math/MathML&quot; data-is-equatio=&quot;1&quot; data-equatio-url=&quot;https://equatio-api.texthelp.com/desmos/get/09-11-2023/0d5801b1-7d1e-4358-947e-2588a90f8af8&quot; data-equatio-type=&quot;image&quot;&gt;&lt;mglyph src=&quot;https://equatio-api.texthelp.com/desmos/get/09-11-2023/0d5801b1-7d1e-4358-947e-2588a90f8af8&quot; alt=&quot;Equatio Image&quot;/&gt;&lt;/math&gt;" title="Equatio Image"/>
          <p:cNvPicPr preferRelativeResize="0"/>
          <p:nvPr/>
        </p:nvPicPr>
        <p:blipFill>
          <a:blip r:embed="rId3">
            <a:alphaModFix/>
          </a:blip>
          <a:srcRect l="58827"/>
          <a:stretch>
            <a:fillRect/>
          </a:stretch>
        </p:blipFill>
        <p:spPr>
          <a:xfrm>
            <a:off x="6768670" y="941783"/>
            <a:ext cx="1435650" cy="1643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5" name="Google Shape;1775;p147"/>
          <p:cNvCxnSpPr/>
          <p:nvPr/>
        </p:nvCxnSpPr>
        <p:spPr>
          <a:xfrm flipH="1">
            <a:off x="8274245" y="1102758"/>
            <a:ext cx="0" cy="132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76" name="Google Shape;1776;p147"/>
          <p:cNvCxnSpPr/>
          <p:nvPr/>
        </p:nvCxnSpPr>
        <p:spPr>
          <a:xfrm rot="10800000">
            <a:off x="7567602" y="1106296"/>
            <a:ext cx="606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77" name="Google Shape;1777;p147"/>
          <p:cNvSpPr txBox="1"/>
          <p:nvPr/>
        </p:nvSpPr>
        <p:spPr>
          <a:xfrm>
            <a:off x="7775717" y="665438"/>
            <a:ext cx="1692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8" name="Google Shape;1778;p147"/>
          <p:cNvSpPr txBox="1"/>
          <p:nvPr/>
        </p:nvSpPr>
        <p:spPr>
          <a:xfrm>
            <a:off x="8350797" y="1579838"/>
            <a:ext cx="1692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9" name="Google Shape;1779;p147"/>
          <p:cNvSpPr txBox="1"/>
          <p:nvPr>
            <p:ph type="body" idx="1"/>
          </p:nvPr>
        </p:nvSpPr>
        <p:spPr>
          <a:xfrm>
            <a:off x="324000" y="3003626"/>
            <a:ext cx="8496000" cy="107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2) This is the formula for converting Celsius into Fahrenheit.</a:t>
            </a:r>
            <a:endParaRPr sz="20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Show two ways to rearrange the formula so that it converts Fahrenheit into Celsius.</a:t>
            </a:r>
            <a:endParaRPr sz="2000"/>
          </a:p>
        </p:txBody>
      </p:sp>
      <p:pic>
        <p:nvPicPr>
          <p:cNvPr id="1780" name="Google Shape;1780;p147" descr="&lt;math xmlns=&quot;http://www.w3.org/1998/Math/MathML&quot; display=&quot;block&quot; data-is-equatio=&quot;1&quot; data-latex=&quot;F=\frac{9c}{5}+32&quot;&gt;&lt;mi&gt;F&lt;/mi&gt;&lt;mo&gt;=&lt;/mo&gt;&lt;mfrac&gt;&lt;mrow&gt;&lt;mn&gt;9&lt;/mn&gt;&lt;mi&gt;c&lt;/mi&gt;&lt;/mrow&gt;&lt;mn&gt;5&lt;/mn&gt;&lt;/mfrac&gt;&lt;mo&gt;+&lt;/mo&gt;&lt;mn&gt;32&lt;/mn&gt;&lt;/math&gt;" title="F equals 9 c over 5 plus 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2636" y="4230103"/>
            <a:ext cx="1435650" cy="561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84" name="Shape 1784"/>
        <p:cNvGrpSpPr/>
        <p:nvPr/>
      </p:nvGrpSpPr>
      <p:grpSpPr>
        <a:xfrm>
          <a:off x="0" y="0"/>
          <a:ext cx="0" cy="0"/>
        </a:xfrm>
      </p:grpSpPr>
      <p:sp>
        <p:nvSpPr>
          <p:cNvPr id="1785" name="Google Shape;1785;p148"/>
          <p:cNvSpPr txBox="1"/>
          <p:nvPr>
            <p:ph type="body" idx="1"/>
          </p:nvPr>
        </p:nvSpPr>
        <p:spPr>
          <a:xfrm>
            <a:off x="324000" y="759300"/>
            <a:ext cx="6288900" cy="105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1) a) Rearrange the formula for circumference of a circle so that it would be more efficient for finding the radius if you knew the circumference.</a:t>
            </a:r>
            <a:endParaRPr sz="2000"/>
          </a:p>
        </p:txBody>
      </p:sp>
      <p:sp>
        <p:nvSpPr>
          <p:cNvPr id="1786" name="Google Shape;1786;p1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additive and multiplicative steps</a:t>
            </a:r>
            <a:endParaRPr/>
          </a:p>
        </p:txBody>
      </p:sp>
      <p:sp>
        <p:nvSpPr>
          <p:cNvPr id="1787" name="Google Shape;1787;p148"/>
          <p:cNvSpPr/>
          <p:nvPr/>
        </p:nvSpPr>
        <p:spPr>
          <a:xfrm>
            <a:off x="6916168" y="885182"/>
            <a:ext cx="1478100" cy="14784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88" name="Google Shape;1788;p148"/>
          <p:cNvCxnSpPr/>
          <p:nvPr/>
        </p:nvCxnSpPr>
        <p:spPr>
          <a:xfrm>
            <a:off x="6949562" y="1428855"/>
            <a:ext cx="655200" cy="180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89" name="Google Shape;1789;p148"/>
          <p:cNvSpPr/>
          <p:nvPr/>
        </p:nvSpPr>
        <p:spPr>
          <a:xfrm>
            <a:off x="7631298" y="1600373"/>
            <a:ext cx="47400" cy="47400"/>
          </a:xfrm>
          <a:prstGeom prst="ellipse">
            <a:avLst/>
          </a:prstGeom>
          <a:solidFill>
            <a:srgbClr val="0000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0" name="Google Shape;1790;p148"/>
          <p:cNvSpPr txBox="1"/>
          <p:nvPr/>
        </p:nvSpPr>
        <p:spPr>
          <a:xfrm>
            <a:off x="7161770" y="1424625"/>
            <a:ext cx="1692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1" name="Google Shape;1791;p148"/>
          <p:cNvSpPr txBox="1"/>
          <p:nvPr/>
        </p:nvSpPr>
        <p:spPr>
          <a:xfrm>
            <a:off x="8265127" y="831750"/>
            <a:ext cx="3810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2" name="Google Shape;1792;p148"/>
          <p:cNvSpPr txBox="1"/>
          <p:nvPr/>
        </p:nvSpPr>
        <p:spPr>
          <a:xfrm>
            <a:off x="3774858" y="1906757"/>
            <a:ext cx="11214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2π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93" name="Google Shape;1793;p148" descr="&lt;math xmlns=&quot;http://www.w3.org/1998/Math/MathML&quot; display=&quot;block&quot; data-is-equatio=&quot;1&quot; data-latex=&quot;\frac{C}{2\pi}=r&quot;&gt;&lt;mfrac&gt;&lt;mi&gt;C&lt;/mi&gt;&lt;mrow&gt;&lt;mn&gt;2&lt;/mn&gt;&lt;mi&gt;π&lt;/mi&gt;&lt;/mrow&gt;&lt;/mfrac&gt;&lt;mo&gt;=&lt;/mo&gt;&lt;mi&gt;r&lt;/mi&gt;&lt;/math&gt;" title="C over 2 pi equals 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6700" y="2592550"/>
            <a:ext cx="941179" cy="6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4" name="Google Shape;1794;p148"/>
          <p:cNvSpPr txBox="1"/>
          <p:nvPr/>
        </p:nvSpPr>
        <p:spPr>
          <a:xfrm flipH="1">
            <a:off x="5166857" y="2599888"/>
            <a:ext cx="29163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the unknown we want to find, is now the subject.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5" name="Google Shape;1795;p148"/>
          <p:cNvSpPr txBox="1"/>
          <p:nvPr>
            <p:ph type="body" idx="1"/>
          </p:nvPr>
        </p:nvSpPr>
        <p:spPr>
          <a:xfrm>
            <a:off x="324000" y="759300"/>
            <a:ext cx="6288900" cy="105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1) a) Rearrange the formula for circumference of a circle so that it would be more efficient for </a:t>
            </a:r>
            <a:r>
              <a:rPr lang="en-GB" sz="2000">
                <a:solidFill>
                  <a:schemeClr val="accent4"/>
                </a:solidFill>
              </a:rPr>
              <a:t>finding the radius </a:t>
            </a:r>
            <a:r>
              <a:rPr lang="en-GB" sz="2000"/>
              <a:t>if you knew the circumference.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99" name="Shape 1799"/>
        <p:cNvGrpSpPr/>
        <p:nvPr/>
      </p:nvGrpSpPr>
      <p:grpSpPr>
        <a:xfrm>
          <a:off x="0" y="0"/>
          <a:ext cx="0" cy="0"/>
        </a:xfrm>
      </p:grpSpPr>
      <p:sp>
        <p:nvSpPr>
          <p:cNvPr id="1800" name="Google Shape;1800;p1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additive and multiplicative steps</a:t>
            </a:r>
            <a:endParaRPr/>
          </a:p>
        </p:txBody>
      </p:sp>
      <p:sp>
        <p:nvSpPr>
          <p:cNvPr id="1801" name="Google Shape;1801;p149"/>
          <p:cNvSpPr txBox="1"/>
          <p:nvPr>
            <p:ph type="body" idx="1"/>
          </p:nvPr>
        </p:nvSpPr>
        <p:spPr>
          <a:xfrm>
            <a:off x="324000" y="823993"/>
            <a:ext cx="6140400" cy="9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1) b) Rearrange the formula for area of a triangle so that it would be more efficient for finding the height if you knew the area and the base.</a:t>
            </a:r>
            <a:endParaRPr sz="2000"/>
          </a:p>
        </p:txBody>
      </p:sp>
      <p:sp>
        <p:nvSpPr>
          <p:cNvPr id="1802" name="Google Shape;1802;p149"/>
          <p:cNvSpPr txBox="1"/>
          <p:nvPr/>
        </p:nvSpPr>
        <p:spPr>
          <a:xfrm>
            <a:off x="6613003" y="1429443"/>
            <a:ext cx="7668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Height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3" name="Google Shape;1803;p149"/>
          <p:cNvSpPr txBox="1"/>
          <p:nvPr/>
        </p:nvSpPr>
        <p:spPr>
          <a:xfrm>
            <a:off x="7737307" y="2319193"/>
            <a:ext cx="5997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Base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04" name="Google Shape;1804;p149"/>
          <p:cNvCxnSpPr/>
          <p:nvPr/>
        </p:nvCxnSpPr>
        <p:spPr>
          <a:xfrm flipH="1">
            <a:off x="7400072" y="870264"/>
            <a:ext cx="0" cy="1377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05" name="Google Shape;1805;p149"/>
          <p:cNvCxnSpPr/>
          <p:nvPr/>
        </p:nvCxnSpPr>
        <p:spPr>
          <a:xfrm flipH="1">
            <a:off x="7516914" y="2347369"/>
            <a:ext cx="972600" cy="8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06" name="Google Shape;1806;p149"/>
          <p:cNvSpPr/>
          <p:nvPr/>
        </p:nvSpPr>
        <p:spPr>
          <a:xfrm>
            <a:off x="7528537" y="881555"/>
            <a:ext cx="938100" cy="1342800"/>
          </a:xfrm>
          <a:prstGeom prst="rtTriangle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7" name="Google Shape;1807;p149" descr="&lt;math xmlns=&quot;http://www.w3.org/1998/Math/MathML&quot; display=&quot;block&quot; data-is-equatio=&quot;1&quot; data-latex=&quot;A=\frac{1}{2}bh&quot;&gt;&lt;mi&gt;A&lt;/mi&gt;&lt;mo&gt;=&lt;/mo&gt;&lt;mfrac&gt;&lt;mn&gt;1&lt;/mn&gt;&lt;mn&gt;2&lt;/mn&gt;&lt;/mfrac&gt;&lt;mi&gt;b&lt;/mi&gt;&lt;mi&gt;h&lt;/mi&gt;&lt;/math&gt;" title="A equals one half b 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0" y="1946293"/>
            <a:ext cx="1214843" cy="67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8" name="Google Shape;1808;p149" descr="&lt;math xmlns=&quot;http://www.w3.org/1998/Math/MathML&quot; display=&quot;block&quot; data-is-equatio=&quot;1&quot; data-latex=&quot;2A=bh&quot;&gt;&lt;mn&gt;2&lt;/mn&gt;&lt;mi&gt;A&lt;/mi&gt;&lt;mo&gt;=&lt;/mo&gt;&lt;mi&gt;b&lt;/mi&gt;&lt;mi&gt;h&lt;/mi&gt;&lt;/math&gt;" title="2 A equals b 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6086" y="3078500"/>
            <a:ext cx="1078775" cy="220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9" name="Google Shape;1809;p149" descr="&lt;math xmlns=&quot;http://www.w3.org/1998/Math/MathML&quot; display=&quot;block&quot; data-is-equatio=&quot;1&quot; data-latex=&quot;\frac{2A}{b}=h&quot;&gt;&lt;mfrac&gt;&lt;mrow&gt;&lt;mn&gt;2&lt;/mn&gt;&lt;mi&gt;A&lt;/mi&gt;&lt;/mrow&gt;&lt;mi&gt;b&lt;/mi&gt;&lt;/mfrac&gt;&lt;mo&gt;=&lt;/mo&gt;&lt;mi&gt;h&lt;/mi&gt;&lt;/math&gt;" title="2 A over b equals 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16707" y="3793138"/>
            <a:ext cx="1078773" cy="697739"/>
          </a:xfrm>
          <a:prstGeom prst="rect">
            <a:avLst/>
          </a:prstGeom>
          <a:noFill/>
          <a:ln>
            <a:noFill/>
          </a:ln>
        </p:spPr>
      </p:pic>
      <p:sp>
        <p:nvSpPr>
          <p:cNvPr id="1810" name="Google Shape;1810;p149"/>
          <p:cNvSpPr txBox="1"/>
          <p:nvPr>
            <p:ph type="body" idx="1"/>
          </p:nvPr>
        </p:nvSpPr>
        <p:spPr>
          <a:xfrm>
            <a:off x="324000" y="823993"/>
            <a:ext cx="6140400" cy="9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1) b) Rearrange the formula for area of a triangle so that it would be more efficient for </a:t>
            </a:r>
            <a:r>
              <a:rPr lang="en-GB" sz="2000">
                <a:solidFill>
                  <a:schemeClr val="accent4"/>
                </a:solidFill>
              </a:rPr>
              <a:t>finding the height </a:t>
            </a:r>
            <a:r>
              <a:rPr lang="en-GB" sz="2000"/>
              <a:t>if you knew the area and the base.</a:t>
            </a:r>
            <a:endParaRPr sz="2000"/>
          </a:p>
        </p:txBody>
      </p:sp>
      <p:sp>
        <p:nvSpPr>
          <p:cNvPr id="1811" name="Google Shape;1811;p149"/>
          <p:cNvSpPr txBox="1"/>
          <p:nvPr/>
        </p:nvSpPr>
        <p:spPr>
          <a:xfrm flipH="1">
            <a:off x="5166857" y="3796075"/>
            <a:ext cx="29163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the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unknown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we want to find, is now the subject.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15" name="Shape 1815"/>
        <p:cNvGrpSpPr/>
        <p:nvPr/>
      </p:nvGrpSpPr>
      <p:grpSpPr>
        <a:xfrm>
          <a:off x="0" y="0"/>
          <a:ext cx="0" cy="0"/>
        </a:xfrm>
      </p:grpSpPr>
      <p:sp>
        <p:nvSpPr>
          <p:cNvPr id="1816" name="Google Shape;1816;p150"/>
          <p:cNvSpPr txBox="1"/>
          <p:nvPr>
            <p:ph type="body" idx="1"/>
          </p:nvPr>
        </p:nvSpPr>
        <p:spPr>
          <a:xfrm>
            <a:off x="324000" y="759300"/>
            <a:ext cx="6134400" cy="140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1) c) Rearrange the formula for surface area of a cylinder so that it would be more efficient for finding the height if you knew the surface area and radius.</a:t>
            </a:r>
            <a:endParaRPr sz="2000"/>
          </a:p>
        </p:txBody>
      </p:sp>
      <p:sp>
        <p:nvSpPr>
          <p:cNvPr id="1817" name="Google Shape;1817;p1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additive and multiplicative steps</a:t>
            </a:r>
            <a:endParaRPr/>
          </a:p>
        </p:txBody>
      </p:sp>
      <p:sp>
        <p:nvSpPr>
          <p:cNvPr id="1818" name="Google Shape;1818;p150"/>
          <p:cNvSpPr txBox="1"/>
          <p:nvPr/>
        </p:nvSpPr>
        <p:spPr>
          <a:xfrm>
            <a:off x="2631843" y="2211550"/>
            <a:ext cx="20853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2π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4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2π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rh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19" name="Google Shape;1819;p150" descr="&lt;math xmlns=&quot;http://www.w3.org/1998/Math/MathML&quot; data-is-equatio=&quot;1&quot; data-equatio-url=&quot;https://equatio-api.texthelp.com/desmos/get/09-11-2023/0d5801b1-7d1e-4358-947e-2588a90f8af8&quot; data-equatio-type=&quot;image&quot;&gt;&lt;mglyph src=&quot;https://equatio-api.texthelp.com/desmos/get/09-11-2023/0d5801b1-7d1e-4358-947e-2588a90f8af8&quot; alt=&quot;Equatio Image&quot;/&gt;&lt;/math&gt;" title="Equatio Image"/>
          <p:cNvPicPr preferRelativeResize="0"/>
          <p:nvPr/>
        </p:nvPicPr>
        <p:blipFill>
          <a:blip r:embed="rId3">
            <a:alphaModFix/>
          </a:blip>
          <a:srcRect l="58827"/>
          <a:stretch>
            <a:fillRect/>
          </a:stretch>
        </p:blipFill>
        <p:spPr>
          <a:xfrm>
            <a:off x="6768670" y="941783"/>
            <a:ext cx="1435650" cy="1643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20" name="Google Shape;1820;p150"/>
          <p:cNvCxnSpPr/>
          <p:nvPr/>
        </p:nvCxnSpPr>
        <p:spPr>
          <a:xfrm flipH="1">
            <a:off x="8274245" y="1102758"/>
            <a:ext cx="0" cy="132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21" name="Google Shape;1821;p150"/>
          <p:cNvCxnSpPr/>
          <p:nvPr/>
        </p:nvCxnSpPr>
        <p:spPr>
          <a:xfrm rot="10800000">
            <a:off x="7567602" y="1106296"/>
            <a:ext cx="606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22" name="Google Shape;1822;p150"/>
          <p:cNvSpPr txBox="1"/>
          <p:nvPr/>
        </p:nvSpPr>
        <p:spPr>
          <a:xfrm>
            <a:off x="7775717" y="665438"/>
            <a:ext cx="1692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3" name="Google Shape;1823;p150"/>
          <p:cNvSpPr txBox="1"/>
          <p:nvPr/>
        </p:nvSpPr>
        <p:spPr>
          <a:xfrm>
            <a:off x="8350797" y="1579838"/>
            <a:ext cx="1692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4" name="Google Shape;1824;p150"/>
          <p:cNvSpPr txBox="1"/>
          <p:nvPr/>
        </p:nvSpPr>
        <p:spPr>
          <a:xfrm>
            <a:off x="1793643" y="2855670"/>
            <a:ext cx="20853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2π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4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2π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rh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25" name="Google Shape;1825;p150" descr="&lt;math xmlns=&quot;http://www.w3.org/1998/Math/MathML&quot; display=&quot;block&quot; data-is-equatio=&quot;1&quot; data-latex=&quot;\frac{A\ −\ 2\pi r^2}{2\pi r}=h&quot;&gt;&lt;mfrac&gt;&lt;mrow&gt;&lt;mi&gt;A&lt;/mi&gt;&lt;mtext&gt;&lt;/mtext&gt;&lt;mo&gt;−&lt;/mo&gt;&lt;mtext&gt;&lt;/mtext&gt;&lt;mn&gt;2&lt;/mn&gt;&lt;mi&gt;π&lt;/mi&gt;&lt;msup&gt;&lt;mi&gt;r&lt;/mi&gt;&lt;mn&gt;2&lt;/mn&gt;&lt;/msup&gt;&lt;/mrow&gt;&lt;mrow&gt;&lt;mn&gt;2&lt;/mn&gt;&lt;mi&gt;π&lt;/mi&gt;&lt;mi&gt;r&lt;/mi&gt;&lt;/mrow&gt;&lt;/mfrac&gt;&lt;mo&gt;=&lt;/mo&gt;&lt;mi&gt;h&lt;/mi&gt;&lt;/math&gt;" title="the fraction with numerator A minus 2 pi r squared and denominator 2 pi r equals 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4799" y="3430202"/>
            <a:ext cx="1884725" cy="67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6" name="Google Shape;1826;p150"/>
          <p:cNvSpPr txBox="1"/>
          <p:nvPr/>
        </p:nvSpPr>
        <p:spPr>
          <a:xfrm flipH="1">
            <a:off x="4100057" y="3491275"/>
            <a:ext cx="29163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the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unknown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we want to find, is now the subject.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7" name="Google Shape;1827;p150"/>
          <p:cNvSpPr txBox="1"/>
          <p:nvPr>
            <p:ph type="body" idx="1"/>
          </p:nvPr>
        </p:nvSpPr>
        <p:spPr>
          <a:xfrm>
            <a:off x="324000" y="759300"/>
            <a:ext cx="6134400" cy="140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1) c) Rearrange the formula for surface area of a cylinder so that it would be more efficient for </a:t>
            </a:r>
            <a:r>
              <a:rPr lang="en-GB" sz="2000">
                <a:solidFill>
                  <a:schemeClr val="accent4"/>
                </a:solidFill>
              </a:rPr>
              <a:t>finding the height </a:t>
            </a:r>
            <a:r>
              <a:rPr lang="en-GB" sz="2000"/>
              <a:t>if you knew the surface area and radius.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31" name="Shape 1831"/>
        <p:cNvGrpSpPr/>
        <p:nvPr/>
      </p:nvGrpSpPr>
      <p:grpSpPr>
        <a:xfrm>
          <a:off x="0" y="0"/>
          <a:ext cx="0" cy="0"/>
        </a:xfrm>
      </p:grpSpPr>
      <p:sp>
        <p:nvSpPr>
          <p:cNvPr id="1832" name="Google Shape;1832;p1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additive and multiplicative steps</a:t>
            </a:r>
            <a:endParaRPr/>
          </a:p>
        </p:txBody>
      </p:sp>
      <p:sp>
        <p:nvSpPr>
          <p:cNvPr id="1833" name="Google Shape;1833;p151"/>
          <p:cNvSpPr txBox="1"/>
          <p:nvPr>
            <p:ph type="body" idx="1"/>
          </p:nvPr>
        </p:nvSpPr>
        <p:spPr>
          <a:xfrm>
            <a:off x="324000" y="752140"/>
            <a:ext cx="84960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2) This is the formula for converting Celsius into Fahrenheit.</a:t>
            </a:r>
            <a:endParaRPr sz="20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Show two ways to rearrange the formula so that it converts Fahrenheit into Celsius.</a:t>
            </a:r>
            <a:endParaRPr sz="2000"/>
          </a:p>
        </p:txBody>
      </p:sp>
      <p:pic>
        <p:nvPicPr>
          <p:cNvPr id="1834" name="Google Shape;1834;p151" descr="&lt;math xmlns=&quot;http://www.w3.org/1998/Math/MathML&quot; display=&quot;block&quot; data-is-equatio=&quot;1&quot; data-latex=&quot;F=\frac{9c}{5}+32&quot;&gt;&lt;mi&gt;F&lt;/mi&gt;&lt;mo&gt;=&lt;/mo&gt;&lt;mfrac&gt;&lt;mrow&gt;&lt;mn&gt;9&lt;/mn&gt;&lt;mi&gt;c&lt;/mi&gt;&lt;/mrow&gt;&lt;mn&gt;5&lt;/mn&gt;&lt;/mfrac&gt;&lt;mo&gt;+&lt;/mo&gt;&lt;mn&gt;32&lt;/mn&gt;&lt;/math&gt;" title="F equals 9 c over 5 plus 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2103" y="1971464"/>
            <a:ext cx="1435650" cy="561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5" name="Google Shape;1835;p151" descr="&lt;math xmlns=&quot;http://www.w3.org/1998/Math/MathML&quot; display=&quot;block&quot; data-is-equatio=&quot;1&quot; data-latex=&quot;F=\frac{9c}{5}+32&quot;&gt;&lt;mi&gt;F&lt;/mi&gt;&lt;mo&gt;=&lt;/mo&gt;&lt;mfrac&gt;&lt;mrow&gt;&lt;mn&gt;9&lt;/mn&gt;&lt;mi&gt;c&lt;/mi&gt;&lt;/mrow&gt;&lt;mn&gt;5&lt;/mn&gt;&lt;/mfrac&gt;&lt;mo&gt;+&lt;/mo&gt;&lt;mn&gt;32&lt;/mn&gt;&lt;/math&gt;" title="F equals 9 c over 5 plus 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9983" y="1971464"/>
            <a:ext cx="1435650" cy="561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6" name="Google Shape;1836;p151" descr="&lt;math xmlns=&quot;http://www.w3.org/1998/Math/MathML&quot; display=&quot;block&quot; data-is-equatio=&quot;1&quot; data-latex=&quot;F-32=\frac{9c}{5}&quot;&gt;&lt;mi&gt;F&lt;/mi&gt;&lt;mo&gt;−&lt;/mo&gt;&lt;mn&gt;32&lt;/mn&gt;&lt;mo&gt;=&lt;/mo&gt;&lt;mfrac&gt;&lt;mrow&gt;&lt;mn&gt;9&lt;/mn&gt;&lt;mi&gt;c&lt;/mi&gt;&lt;/mrow&gt;&lt;mn&gt;5&lt;/mn&gt;&lt;/mfrac&gt;&lt;/math&gt;" title="F minus 32 equals 9 c over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0" y="2709588"/>
            <a:ext cx="1540451" cy="613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7" name="Google Shape;1837;p151" descr="&lt;math xmlns=&quot;http://www.w3.org/1998/Math/MathML&quot; display=&quot;block&quot; data-is-equatio=&quot;1&quot; data-latex=&quot;5\left(F-32\right)=9c&quot;&gt;&lt;mn&gt;5&lt;/mn&gt;&lt;mrow data-mjx-texclass=&quot;INNER&quot;&gt;&lt;mo data-mjx-texclass=&quot;OPEN&quot;&gt;(&lt;/mo&gt;&lt;mi&gt;F&lt;/mi&gt;&lt;mo&gt;−&lt;/mo&gt;&lt;mn&gt;32&lt;/mn&gt;&lt;mo data-mjx-texclass=&quot;CLOSE&quot;&gt;)&lt;/mo&gt;&lt;/mrow&gt;&lt;mo&gt;=&lt;/mo&gt;&lt;mn&gt;9&lt;/mn&gt;&lt;mi&gt;c&lt;/mi&gt;&lt;/math&gt;" title="5 times open paren F minus 32 close paren equals 9 c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250" y="3559295"/>
            <a:ext cx="1931244" cy="268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8" name="Google Shape;1838;p151" descr="&lt;math xmlns=&quot;http://www.w3.org/1998/Math/MathML&quot; display=&quot;block&quot; data-is-equatio=&quot;1&quot; data-latex=&quot;\frac{5}{9}\left(F-32\right)=c&quot;&gt;&lt;mfrac&gt;&lt;mn&gt;5&lt;/mn&gt;&lt;mn&gt;9&lt;/mn&gt;&lt;/mfrac&gt;&lt;mrow data-mjx-texclass=&quot;INNER&quot;&gt;&lt;mo data-mjx-texclass=&quot;OPEN&quot;&gt;(&lt;/mo&gt;&lt;mi&gt;F&lt;/mi&gt;&lt;mo&gt;−&lt;/mo&gt;&lt;mn&gt;32&lt;/mn&gt;&lt;mo data-mjx-texclass=&quot;CLOSE&quot;&gt;)&lt;/mo&gt;&lt;/mrow&gt;&lt;mo&gt;=&lt;/mo&gt;&lt;mi&gt;c&lt;/mi&gt;&lt;/math&gt;" title="five ninths times open paren F minus 32 close paren equals c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2450" y="4091375"/>
            <a:ext cx="1690406" cy="595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9" name="Google Shape;1839;p151" descr="&lt;math xmlns=&quot;http://www.w3.org/1998/Math/MathML&quot; display=&quot;block&quot; data-is-equatio=&quot;1&quot; data-latex=&quot;5F=9c+160&quot;&gt;&lt;mn&gt;5&lt;/mn&gt;&lt;mi&gt;F&lt;/mi&gt;&lt;mo&gt;=&lt;/mo&gt;&lt;mn&gt;9&lt;/mn&gt;&lt;mi&gt;c&lt;/mi&gt;&lt;mo&gt;+&lt;/mo&gt;&lt;mn&gt;160&lt;/mn&gt;&lt;/math&gt;" title="5 F equals 9 c plus 16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63564" y="2827473"/>
            <a:ext cx="1766104" cy="216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0" name="Google Shape;1840;p151" descr="&lt;math xmlns=&quot;http://www.w3.org/1998/Math/MathML&quot; display=&quot;block&quot; data-is-equatio=&quot;1&quot; data-latex=&quot;5F-160=9c&quot;&gt;&lt;mn&gt;5&lt;/mn&gt;&lt;mi&gt;F&lt;/mi&gt;&lt;mo&gt;−&lt;/mo&gt;&lt;mn&gt;160&lt;/mn&gt;&lt;mo&gt;=&lt;/mo&gt;&lt;mn&gt;9&lt;/mn&gt;&lt;mi&gt;c&lt;/mi&gt;&lt;/math&gt;" title="5 F minus 160 equals 9 c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90057" y="3447807"/>
            <a:ext cx="1766104" cy="211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1" name="Google Shape;1841;p151" descr="&lt;math xmlns=&quot;http://www.w3.org/1998/Math/MathML&quot; display=&quot;block&quot; data-is-equatio=&quot;1&quot; data-latex=&quot;\frac{5F-160}{9}=c&quot;&gt;&lt;mfrac&gt;&lt;mrow&gt;&lt;mn&gt;5&lt;/mn&gt;&lt;mi&gt;F&lt;/mi&gt;&lt;mo&gt;−&lt;/mo&gt;&lt;mn&gt;160&lt;/mn&gt;&lt;/mrow&gt;&lt;mn&gt;9&lt;/mn&gt;&lt;/mfrac&gt;&lt;mo&gt;=&lt;/mo&gt;&lt;mi&gt;c&lt;/mi&gt;&lt;/math&gt;" title="the fraction with numerator 5 F minus 160 and denominator 9 equals c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279543" y="4044442"/>
            <a:ext cx="1734986" cy="629172"/>
          </a:xfrm>
          <a:prstGeom prst="rect">
            <a:avLst/>
          </a:prstGeom>
          <a:noFill/>
          <a:ln>
            <a:noFill/>
          </a:ln>
        </p:spPr>
      </p:pic>
      <p:sp>
        <p:nvSpPr>
          <p:cNvPr id="1842" name="Google Shape;1842;p151"/>
          <p:cNvSpPr txBox="1"/>
          <p:nvPr/>
        </p:nvSpPr>
        <p:spPr>
          <a:xfrm flipH="1">
            <a:off x="2610573" y="2500675"/>
            <a:ext cx="17661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Step one: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−32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both sides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3" name="Google Shape;1843;p151"/>
          <p:cNvSpPr txBox="1"/>
          <p:nvPr/>
        </p:nvSpPr>
        <p:spPr>
          <a:xfrm flipH="1">
            <a:off x="7335125" y="2348275"/>
            <a:ext cx="14355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Step one: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×5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all terms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47" name="Shape 1847"/>
        <p:cNvGrpSpPr/>
        <p:nvPr/>
      </p:nvGrpSpPr>
      <p:grpSpPr>
        <a:xfrm>
          <a:off x="0" y="0"/>
          <a:ext cx="0" cy="0"/>
        </a:xfrm>
      </p:grpSpPr>
      <p:sp>
        <p:nvSpPr>
          <p:cNvPr id="1848" name="Google Shape;1848;p152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additive and multiplicative steps</a:t>
            </a:r>
            <a:endParaRPr/>
          </a:p>
        </p:txBody>
      </p:sp>
      <p:sp>
        <p:nvSpPr>
          <p:cNvPr id="1849" name="Google Shape;1849;p152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equations to find the gradient</a:t>
            </a:r>
            <a:endParaRPr/>
          </a:p>
        </p:txBody>
      </p:sp>
      <p:sp>
        <p:nvSpPr>
          <p:cNvPr id="1850" name="Google Shape;1850;p152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Changing the subject to suit the context</a:t>
            </a:r>
            <a:endParaRPr/>
          </a:p>
        </p:txBody>
      </p:sp>
      <p:pic>
        <p:nvPicPr>
          <p:cNvPr id="1851" name="Google Shape;1851;p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684" y="299175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55" name="Shape 1855"/>
        <p:cNvGrpSpPr/>
        <p:nvPr/>
      </p:nvGrpSpPr>
      <p:grpSpPr>
        <a:xfrm>
          <a:off x="0" y="0"/>
          <a:ext cx="0" cy="0"/>
        </a:xfrm>
      </p:grpSpPr>
      <p:sp>
        <p:nvSpPr>
          <p:cNvPr id="1856" name="Google Shape;1856;p153"/>
          <p:cNvSpPr txBox="1"/>
          <p:nvPr>
            <p:ph type="body" idx="1"/>
          </p:nvPr>
        </p:nvSpPr>
        <p:spPr>
          <a:xfrm>
            <a:off x="324000" y="759300"/>
            <a:ext cx="71352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If we have a linear equation in the form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mx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/>
              <a:t> there are key features we can quickly spot.</a:t>
            </a:r>
            <a:endParaRPr/>
          </a:p>
        </p:txBody>
      </p:sp>
      <p:sp>
        <p:nvSpPr>
          <p:cNvPr id="1857" name="Google Shape;1857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equations to find the gradient</a:t>
            </a:r>
            <a:endParaRPr/>
          </a:p>
        </p:txBody>
      </p:sp>
      <p:pic>
        <p:nvPicPr>
          <p:cNvPr id="1858" name="Google Shape;1858;p153" descr="&lt;math xmlns=&quot;http://www.w3.org/1998/Math/MathML&quot; data-is-equatio=&quot;1&quot; data-equatio-url=&quot;https://equatio-api.texthelp.com/desmos/get/25-01-2024/6fc2ae43-eb19-4ed7-b598-022318e57b8c&quot; data-equatio-type=&quot;desmos&quot;&gt;&lt;mglyph src=&quot;https://equatio-api.texthelp.com/desmos/get/25-01-2024/6fc2ae43-eb19-4ed7-b598-022318e57b8c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24652" r="26858" b="6916"/>
          <a:stretch>
            <a:fillRect/>
          </a:stretch>
        </p:blipFill>
        <p:spPr>
          <a:xfrm>
            <a:off x="5949220" y="1620000"/>
            <a:ext cx="2200204" cy="316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9" name="Google Shape;1859;p153"/>
          <p:cNvSpPr txBox="1"/>
          <p:nvPr>
            <p:ph type="body" idx="1"/>
          </p:nvPr>
        </p:nvSpPr>
        <p:spPr>
          <a:xfrm>
            <a:off x="7944000" y="3404600"/>
            <a:ext cx="208500" cy="195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860" name="Google Shape;1860;p153"/>
          <p:cNvSpPr txBox="1"/>
          <p:nvPr>
            <p:ph type="body" idx="1"/>
          </p:nvPr>
        </p:nvSpPr>
        <p:spPr>
          <a:xfrm>
            <a:off x="6466027" y="1618116"/>
            <a:ext cx="208500" cy="2595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1861" name="Google Shape;1861;p153"/>
          <p:cNvSpPr txBox="1"/>
          <p:nvPr>
            <p:ph type="body" idx="1"/>
          </p:nvPr>
        </p:nvSpPr>
        <p:spPr>
          <a:xfrm>
            <a:off x="324000" y="1860620"/>
            <a:ext cx="4248000" cy="43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linear equation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/>
          </a:p>
        </p:txBody>
      </p:sp>
      <p:sp>
        <p:nvSpPr>
          <p:cNvPr id="1862" name="Google Shape;1862;p153"/>
          <p:cNvSpPr txBox="1"/>
          <p:nvPr>
            <p:ph type="body" idx="1"/>
          </p:nvPr>
        </p:nvSpPr>
        <p:spPr>
          <a:xfrm>
            <a:off x="324000" y="2576598"/>
            <a:ext cx="2325600" cy="43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 gradient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1863" name="Google Shape;1863;p153"/>
          <p:cNvSpPr txBox="1"/>
          <p:nvPr>
            <p:ph type="body" idx="1"/>
          </p:nvPr>
        </p:nvSpPr>
        <p:spPr>
          <a:xfrm>
            <a:off x="324000" y="3384625"/>
            <a:ext cx="3045600" cy="43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y-</a:t>
            </a:r>
            <a:r>
              <a:rPr lang="en-GB"/>
              <a:t>intercept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(0,−3)</a:t>
            </a:r>
            <a:endParaRPr/>
          </a:p>
        </p:txBody>
      </p:sp>
      <p:grpSp>
        <p:nvGrpSpPr>
          <p:cNvPr id="1864" name="Google Shape;1864;p153"/>
          <p:cNvGrpSpPr/>
          <p:nvPr/>
        </p:nvGrpSpPr>
        <p:grpSpPr>
          <a:xfrm>
            <a:off x="7297249" y="2520725"/>
            <a:ext cx="251106" cy="471623"/>
            <a:chOff x="4477613" y="1973050"/>
            <a:chExt cx="342900" cy="604800"/>
          </a:xfrm>
        </p:grpSpPr>
        <p:cxnSp>
          <p:nvCxnSpPr>
            <p:cNvPr id="1865" name="Google Shape;1865;p153"/>
            <p:cNvCxnSpPr/>
            <p:nvPr/>
          </p:nvCxnSpPr>
          <p:spPr>
            <a:xfrm>
              <a:off x="4477613" y="2573050"/>
              <a:ext cx="338100" cy="48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866" name="Google Shape;1866;p153"/>
            <p:cNvCxnSpPr/>
            <p:nvPr/>
          </p:nvCxnSpPr>
          <p:spPr>
            <a:xfrm rot="10800000" flipH="1">
              <a:off x="4820513" y="1973050"/>
              <a:ext cx="0" cy="6000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867" name="Google Shape;1867;p153"/>
          <p:cNvGrpSpPr/>
          <p:nvPr/>
        </p:nvGrpSpPr>
        <p:grpSpPr>
          <a:xfrm>
            <a:off x="7525849" y="2052019"/>
            <a:ext cx="251106" cy="471623"/>
            <a:chOff x="4477613" y="1973050"/>
            <a:chExt cx="342900" cy="604800"/>
          </a:xfrm>
        </p:grpSpPr>
        <p:cxnSp>
          <p:nvCxnSpPr>
            <p:cNvPr id="1868" name="Google Shape;1868;p153"/>
            <p:cNvCxnSpPr/>
            <p:nvPr/>
          </p:nvCxnSpPr>
          <p:spPr>
            <a:xfrm>
              <a:off x="4477613" y="2573050"/>
              <a:ext cx="338100" cy="48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869" name="Google Shape;1869;p153"/>
            <p:cNvCxnSpPr/>
            <p:nvPr/>
          </p:nvCxnSpPr>
          <p:spPr>
            <a:xfrm rot="10800000" flipH="1">
              <a:off x="4820513" y="1973050"/>
              <a:ext cx="0" cy="6000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870" name="Google Shape;1870;p153"/>
          <p:cNvGrpSpPr/>
          <p:nvPr/>
        </p:nvGrpSpPr>
        <p:grpSpPr>
          <a:xfrm>
            <a:off x="7057142" y="2989432"/>
            <a:ext cx="251106" cy="471623"/>
            <a:chOff x="4477613" y="1973050"/>
            <a:chExt cx="342900" cy="604800"/>
          </a:xfrm>
        </p:grpSpPr>
        <p:cxnSp>
          <p:nvCxnSpPr>
            <p:cNvPr id="1871" name="Google Shape;1871;p153"/>
            <p:cNvCxnSpPr/>
            <p:nvPr/>
          </p:nvCxnSpPr>
          <p:spPr>
            <a:xfrm>
              <a:off x="4477613" y="2573050"/>
              <a:ext cx="338100" cy="48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872" name="Google Shape;1872;p153"/>
            <p:cNvCxnSpPr/>
            <p:nvPr/>
          </p:nvCxnSpPr>
          <p:spPr>
            <a:xfrm rot="10800000" flipH="1">
              <a:off x="4820513" y="1973050"/>
              <a:ext cx="0" cy="6000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873" name="Google Shape;1873;p153"/>
          <p:cNvSpPr/>
          <p:nvPr/>
        </p:nvSpPr>
        <p:spPr>
          <a:xfrm>
            <a:off x="3376351" y="1873690"/>
            <a:ext cx="316200" cy="3765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4" name="Google Shape;1874;p153"/>
          <p:cNvSpPr/>
          <p:nvPr/>
        </p:nvSpPr>
        <p:spPr>
          <a:xfrm>
            <a:off x="3791877" y="1873700"/>
            <a:ext cx="498900" cy="3765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5" name="Google Shape;1875;p153"/>
          <p:cNvSpPr/>
          <p:nvPr/>
        </p:nvSpPr>
        <p:spPr>
          <a:xfrm>
            <a:off x="6611275" y="3813220"/>
            <a:ext cx="316200" cy="2595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79" name="Shape 1879"/>
        <p:cNvGrpSpPr/>
        <p:nvPr/>
      </p:nvGrpSpPr>
      <p:grpSpPr>
        <a:xfrm>
          <a:off x="0" y="0"/>
          <a:ext cx="0" cy="0"/>
        </a:xfrm>
      </p:grpSpPr>
      <p:sp>
        <p:nvSpPr>
          <p:cNvPr id="1880" name="Google Shape;1880;p154"/>
          <p:cNvSpPr txBox="1"/>
          <p:nvPr>
            <p:ph type="body" idx="1"/>
          </p:nvPr>
        </p:nvSpPr>
        <p:spPr>
          <a:xfrm>
            <a:off x="324000" y="759300"/>
            <a:ext cx="71352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If we have a linear equation in the form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mx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/>
              <a:t> there are key features we can quickly spot.</a:t>
            </a:r>
            <a:endParaRPr/>
          </a:p>
        </p:txBody>
      </p:sp>
      <p:sp>
        <p:nvSpPr>
          <p:cNvPr id="1881" name="Google Shape;1881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equations to find the gradient</a:t>
            </a:r>
            <a:endParaRPr/>
          </a:p>
        </p:txBody>
      </p:sp>
      <p:pic>
        <p:nvPicPr>
          <p:cNvPr id="1882" name="Google Shape;1882;p154" descr="&lt;math xmlns=&quot;http://www.w3.org/1998/Math/MathML&quot; data-is-equatio=&quot;1&quot; data-equatio-url=&quot;https://equatio-api.texthelp.com/desmos/get/25-01-2024/6fc2ae43-eb19-4ed7-b598-022318e57b8c&quot; data-equatio-type=&quot;desmos&quot;&gt;&lt;mglyph src=&quot;https://equatio-api.texthelp.com/desmos/get/25-01-2024/6fc2ae43-eb19-4ed7-b598-022318e57b8c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24652" r="26858" b="6916"/>
          <a:stretch>
            <a:fillRect/>
          </a:stretch>
        </p:blipFill>
        <p:spPr>
          <a:xfrm>
            <a:off x="5949220" y="1620000"/>
            <a:ext cx="2200204" cy="316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3" name="Google Shape;1883;p154"/>
          <p:cNvSpPr txBox="1"/>
          <p:nvPr>
            <p:ph type="body" idx="1"/>
          </p:nvPr>
        </p:nvSpPr>
        <p:spPr>
          <a:xfrm>
            <a:off x="7944000" y="3404600"/>
            <a:ext cx="208500" cy="195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884" name="Google Shape;1884;p154"/>
          <p:cNvSpPr txBox="1"/>
          <p:nvPr>
            <p:ph type="body" idx="1"/>
          </p:nvPr>
        </p:nvSpPr>
        <p:spPr>
          <a:xfrm>
            <a:off x="6466027" y="1618116"/>
            <a:ext cx="208500" cy="2595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1885" name="Google Shape;1885;p154"/>
          <p:cNvSpPr txBox="1"/>
          <p:nvPr>
            <p:ph type="body" idx="1"/>
          </p:nvPr>
        </p:nvSpPr>
        <p:spPr>
          <a:xfrm>
            <a:off x="1238400" y="1860625"/>
            <a:ext cx="3326700" cy="43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In the form 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mx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 c</a:t>
            </a:r>
            <a:endParaRPr i="1"/>
          </a:p>
        </p:txBody>
      </p:sp>
      <p:sp>
        <p:nvSpPr>
          <p:cNvPr id="1886" name="Google Shape;1886;p154"/>
          <p:cNvSpPr txBox="1"/>
          <p:nvPr>
            <p:ph type="body" idx="1"/>
          </p:nvPr>
        </p:nvSpPr>
        <p:spPr>
          <a:xfrm>
            <a:off x="2023413" y="2969107"/>
            <a:ext cx="1290000" cy="43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Gradient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7" name="Google Shape;1887;p154"/>
          <p:cNvSpPr txBox="1"/>
          <p:nvPr>
            <p:ph type="body" idx="1"/>
          </p:nvPr>
        </p:nvSpPr>
        <p:spPr>
          <a:xfrm>
            <a:off x="3589093" y="2950438"/>
            <a:ext cx="1554600" cy="43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y-</a:t>
            </a:r>
            <a:r>
              <a:rPr lang="en-GB"/>
              <a:t>intercept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cxnSp>
        <p:nvCxnSpPr>
          <p:cNvPr id="1888" name="Google Shape;1888;p154"/>
          <p:cNvCxnSpPr/>
          <p:nvPr/>
        </p:nvCxnSpPr>
        <p:spPr>
          <a:xfrm rot="10800000" flipH="1">
            <a:off x="3015334" y="2215575"/>
            <a:ext cx="437400" cy="7134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89" name="Google Shape;1889;p154"/>
          <p:cNvCxnSpPr>
            <a:stCxn id="1887" idx="0"/>
          </p:cNvCxnSpPr>
          <p:nvPr/>
        </p:nvCxnSpPr>
        <p:spPr>
          <a:xfrm rot="10800000">
            <a:off x="4161493" y="2215438"/>
            <a:ext cx="204900" cy="7350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90" name="Google Shape;1890;p154"/>
          <p:cNvSpPr/>
          <p:nvPr/>
        </p:nvSpPr>
        <p:spPr>
          <a:xfrm>
            <a:off x="2827097" y="1903863"/>
            <a:ext cx="316200" cy="3765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1" name="Google Shape;1891;p154"/>
          <p:cNvSpPr txBox="1"/>
          <p:nvPr>
            <p:ph type="body" idx="1"/>
          </p:nvPr>
        </p:nvSpPr>
        <p:spPr>
          <a:xfrm>
            <a:off x="2023439" y="4035900"/>
            <a:ext cx="2800500" cy="43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/>
              <a:t>is the subject.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95" name="Shape 1895"/>
        <p:cNvGrpSpPr/>
        <p:nvPr/>
      </p:nvGrpSpPr>
      <p:grpSpPr>
        <a:xfrm>
          <a:off x="0" y="0"/>
          <a:ext cx="0" cy="0"/>
        </a:xfrm>
      </p:grpSpPr>
      <p:pic>
        <p:nvPicPr>
          <p:cNvPr id="1896" name="Google Shape;1896;p155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>
            <a:off x="2452521" y="3136962"/>
            <a:ext cx="3254927" cy="1245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7" name="Google Shape;1897;p155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614539" y="2043223"/>
            <a:ext cx="3043374" cy="1245974"/>
          </a:xfrm>
          <a:prstGeom prst="rect">
            <a:avLst/>
          </a:prstGeom>
          <a:noFill/>
          <a:ln>
            <a:noFill/>
          </a:ln>
        </p:spPr>
      </p:pic>
      <p:sp>
        <p:nvSpPr>
          <p:cNvPr id="1898" name="Google Shape;1898;p155"/>
          <p:cNvSpPr txBox="1"/>
          <p:nvPr>
            <p:ph type="body" idx="1"/>
          </p:nvPr>
        </p:nvSpPr>
        <p:spPr>
          <a:xfrm>
            <a:off x="324000" y="759300"/>
            <a:ext cx="71352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Sometimes we see linear equations in the form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ax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by = c</a:t>
            </a:r>
            <a:endParaRPr sz="2000"/>
          </a:p>
        </p:txBody>
      </p:sp>
      <p:sp>
        <p:nvSpPr>
          <p:cNvPr id="1899" name="Google Shape;1899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equations to find the gradient</a:t>
            </a:r>
            <a:endParaRPr/>
          </a:p>
        </p:txBody>
      </p:sp>
      <p:sp>
        <p:nvSpPr>
          <p:cNvPr id="1900" name="Google Shape;1900;p155"/>
          <p:cNvSpPr txBox="1"/>
          <p:nvPr>
            <p:ph type="body" idx="1"/>
          </p:nvPr>
        </p:nvSpPr>
        <p:spPr>
          <a:xfrm>
            <a:off x="324000" y="1609025"/>
            <a:ext cx="84960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Aisha, Izzy and Alex are discussing the equation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 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 sz="1800"/>
          </a:p>
        </p:txBody>
      </p:sp>
      <p:sp>
        <p:nvSpPr>
          <p:cNvPr id="1901" name="Google Shape;1901;p155"/>
          <p:cNvSpPr txBox="1"/>
          <p:nvPr>
            <p:ph type="body" idx="1"/>
          </p:nvPr>
        </p:nvSpPr>
        <p:spPr>
          <a:xfrm>
            <a:off x="324000" y="1128800"/>
            <a:ext cx="71352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In this form the gradient is not so easy to spot.</a:t>
            </a:r>
            <a:endParaRPr sz="1800"/>
          </a:p>
        </p:txBody>
      </p:sp>
      <p:pic>
        <p:nvPicPr>
          <p:cNvPr id="1902" name="Google Shape;1902;p1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1301" y="3787643"/>
            <a:ext cx="1035350" cy="1001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3" name="Google Shape;1903;p1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187" y="3193512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4" name="Google Shape;1904;p1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46653" y="3150538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905" name="Google Shape;1905;p155"/>
          <p:cNvSpPr txBox="1"/>
          <p:nvPr/>
        </p:nvSpPr>
        <p:spPr>
          <a:xfrm flipH="1">
            <a:off x="903913" y="2089525"/>
            <a:ext cx="27540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the gradient will be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because that’s the coefficient of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6" name="Google Shape;1906;p155"/>
          <p:cNvSpPr txBox="1"/>
          <p:nvPr/>
        </p:nvSpPr>
        <p:spPr>
          <a:xfrm flipH="1">
            <a:off x="2544493" y="3179350"/>
            <a:ext cx="29070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the gradient might be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the coefficient of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time.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07" name="Google Shape;1907;p155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>
            <a:off x="5594900" y="2287243"/>
            <a:ext cx="2906998" cy="896101"/>
          </a:xfrm>
          <a:prstGeom prst="rect">
            <a:avLst/>
          </a:prstGeom>
          <a:noFill/>
          <a:ln>
            <a:noFill/>
          </a:ln>
        </p:spPr>
      </p:pic>
      <p:sp>
        <p:nvSpPr>
          <p:cNvPr id="1908" name="Google Shape;1908;p155"/>
          <p:cNvSpPr txBox="1"/>
          <p:nvPr/>
        </p:nvSpPr>
        <p:spPr>
          <a:xfrm flipH="1">
            <a:off x="5720475" y="2341150"/>
            <a:ext cx="26322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it will be either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40 ÷ 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or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 ÷ 4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9" name="Google Shape;1909;p155"/>
          <p:cNvSpPr txBox="1"/>
          <p:nvPr>
            <p:ph type="body" idx="1"/>
          </p:nvPr>
        </p:nvSpPr>
        <p:spPr>
          <a:xfrm>
            <a:off x="1390800" y="4352225"/>
            <a:ext cx="2632200" cy="32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do you think?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13" name="Shape 1913"/>
        <p:cNvGrpSpPr/>
        <p:nvPr/>
      </p:nvGrpSpPr>
      <p:grpSpPr>
        <a:xfrm>
          <a:off x="0" y="0"/>
          <a:ext cx="0" cy="0"/>
        </a:xfrm>
      </p:grpSpPr>
      <p:pic>
        <p:nvPicPr>
          <p:cNvPr id="1914" name="Google Shape;1914;p156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580028" y="1826132"/>
            <a:ext cx="3254927" cy="1245974"/>
          </a:xfrm>
          <a:prstGeom prst="rect">
            <a:avLst/>
          </a:prstGeom>
          <a:noFill/>
          <a:ln>
            <a:noFill/>
          </a:ln>
        </p:spPr>
      </p:pic>
      <p:sp>
        <p:nvSpPr>
          <p:cNvPr id="1915" name="Google Shape;1915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equations to find the gradient</a:t>
            </a:r>
            <a:endParaRPr/>
          </a:p>
        </p:txBody>
      </p:sp>
      <p:sp>
        <p:nvSpPr>
          <p:cNvPr id="1916" name="Google Shape;1916;p156"/>
          <p:cNvSpPr txBox="1"/>
          <p:nvPr>
            <p:ph type="body" idx="1"/>
          </p:nvPr>
        </p:nvSpPr>
        <p:spPr>
          <a:xfrm>
            <a:off x="324000" y="824012"/>
            <a:ext cx="33339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equation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 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 sz="1800"/>
          </a:p>
        </p:txBody>
      </p:sp>
      <p:pic>
        <p:nvPicPr>
          <p:cNvPr id="1917" name="Google Shape;1917;p1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1301" y="3787643"/>
            <a:ext cx="1035350" cy="1001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8" name="Google Shape;1918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6653" y="3150538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919" name="Google Shape;1919;p156"/>
          <p:cNvSpPr txBox="1"/>
          <p:nvPr/>
        </p:nvSpPr>
        <p:spPr>
          <a:xfrm flipH="1">
            <a:off x="903925" y="1860925"/>
            <a:ext cx="2838900" cy="8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we make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the subject, we’ll know what the gradient is.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20" name="Google Shape;1920;p1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9187" y="3193512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921" name="Google Shape;1921;p156"/>
          <p:cNvSpPr txBox="1"/>
          <p:nvPr>
            <p:ph type="body" idx="1"/>
          </p:nvPr>
        </p:nvSpPr>
        <p:spPr>
          <a:xfrm>
            <a:off x="4842813" y="824000"/>
            <a:ext cx="19908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 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 sz="1800"/>
          </a:p>
        </p:txBody>
      </p:sp>
      <p:sp>
        <p:nvSpPr>
          <p:cNvPr id="1922" name="Google Shape;1922;p156"/>
          <p:cNvSpPr txBox="1"/>
          <p:nvPr>
            <p:ph type="body" idx="1"/>
          </p:nvPr>
        </p:nvSpPr>
        <p:spPr>
          <a:xfrm>
            <a:off x="5410743" y="1350240"/>
            <a:ext cx="15582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 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40 − 4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pic>
        <p:nvPicPr>
          <p:cNvPr id="1923" name="Google Shape;1923;p156" descr="&lt;math xmlns=&quot;http://www.w3.org/1998/Math/MathML&quot; display=&quot;block&quot; data-is-equatio=&quot;1&quot; data-latex=&quot;\frac{1}{5}\times5y=\frac{1}{5}\times\left(40-4x\right)&quot;&gt;&lt;mfrac&gt;&lt;mn&gt;1&lt;/mn&gt;&lt;mn&gt;5&lt;/mn&gt;&lt;/mfrac&gt;&lt;mo&gt;×&lt;/mo&gt;&lt;mn&gt;5&lt;/mn&gt;&lt;mi&gt;y&lt;/mi&gt;&lt;mo&gt;=&lt;/mo&gt;&lt;mfrac&gt;&lt;mn&gt;1&lt;/mn&gt;&lt;mn&gt;5&lt;/mn&gt;&lt;/mfrac&gt;&lt;mo&gt;×&lt;/mo&gt;&lt;mrow data-mjx-texclass=&quot;INNER&quot;&gt;&lt;mo data-mjx-texclass=&quot;OPEN&quot;&gt;(&lt;/mo&gt;&lt;mn&gt;40&lt;/mn&gt;&lt;mo&gt;−&lt;/mo&gt;&lt;mn&gt;4&lt;/mn&gt;&lt;mi&gt;x&lt;/mi&gt;&lt;mo data-mjx-texclass=&quot;CLOSE&quot;&gt;)&lt;/mo&gt;&lt;/mrow&gt;&lt;/math&gt;" title="one fifth times 5 y equals one fifth times open paren 40 minus 4 x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49306" y="1807450"/>
            <a:ext cx="2528774" cy="536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4" name="Google Shape;1924;p156" descr="&lt;math xmlns=&quot;http://www.w3.org/1998/Math/MathML&quot; display=&quot;block&quot; data-is-equatio=&quot;1&quot; data-latex=&quot;y=8-\frac{4}{5}x&quot;&gt;&lt;mi&gt;y&lt;/mi&gt;&lt;mo&gt;=&lt;/mo&gt;&lt;mn&gt;8&lt;/mn&gt;&lt;mo&gt;−&lt;/mo&gt;&lt;mfrac&gt;&lt;mn&gt;4&lt;/mn&gt;&lt;mn&gt;5&lt;/mn&gt;&lt;/mfrac&gt;&lt;mi&gt;x&lt;/mi&gt;&lt;/math&gt;" title="y equals 8 minus four fifths x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61988" y="2512776"/>
            <a:ext cx="1224626" cy="540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5" name="Google Shape;1925;p156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>
            <a:off x="1819427" y="3273925"/>
            <a:ext cx="3430774" cy="104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6" name="Google Shape;1926;p156"/>
          <p:cNvSpPr txBox="1"/>
          <p:nvPr/>
        </p:nvSpPr>
        <p:spPr>
          <a:xfrm flipH="1">
            <a:off x="1894400" y="3308725"/>
            <a:ext cx="2978700" cy="8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With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now the subject, we can see the gradient is 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27" name="Google Shape;1927;p156" descr="&lt;math xmlns=&quot;http://www.w3.org/1998/Math/MathML&quot; display=&quot;block&quot; data-is-equatio=&quot;1&quot; data-latex=&quot;-\frac{4}{5}&quot;&gt;&lt;mo&gt;−&lt;/mo&gt;&lt;mfrac&gt;&lt;mn&gt;4&lt;/mn&gt;&lt;mn&gt;5&lt;/mn&gt;&lt;/mfrac&gt;&lt;/math&gt;" title="negative four fif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72937" y="3603400"/>
            <a:ext cx="300375" cy="4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8" name="Google Shape;1928;p156"/>
          <p:cNvSpPr/>
          <p:nvPr/>
        </p:nvSpPr>
        <p:spPr>
          <a:xfrm>
            <a:off x="6164735" y="2437275"/>
            <a:ext cx="535200" cy="7134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32" name="Shape 1932"/>
        <p:cNvGrpSpPr/>
        <p:nvPr/>
      </p:nvGrpSpPr>
      <p:grpSpPr>
        <a:xfrm>
          <a:off x="0" y="0"/>
          <a:ext cx="0" cy="0"/>
        </a:xfrm>
      </p:grpSpPr>
      <p:pic>
        <p:nvPicPr>
          <p:cNvPr id="1933" name="Google Shape;1933;p157" descr="&lt;math xmlns=&quot;http://www.w3.org/1998/Math/MathML&quot; data-is-equatio=&quot;1&quot; data-equatio-url=&quot;https://equatio-api.texthelp.com/desmos/get/25-01-2024/c73d62aa-0bb8-4962-961f-e9242396dbb6&quot; data-equatio-type=&quot;desmos&quot;&gt;&lt;mglyph src=&quot;https://equatio-api.texthelp.com/desmos/get/25-01-2024/c73d62aa-0bb8-4962-961f-e9242396dbb6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9846" t="10494" r="22154" b="12564"/>
          <a:stretch>
            <a:fillRect/>
          </a:stretch>
        </p:blipFill>
        <p:spPr>
          <a:xfrm>
            <a:off x="1136300" y="1319750"/>
            <a:ext cx="3535382" cy="3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4" name="Google Shape;1934;p1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equations to find the gradient</a:t>
            </a:r>
            <a:endParaRPr/>
          </a:p>
        </p:txBody>
      </p:sp>
      <p:sp>
        <p:nvSpPr>
          <p:cNvPr id="1935" name="Google Shape;1935;p157"/>
          <p:cNvSpPr txBox="1"/>
          <p:nvPr>
            <p:ph type="body" idx="1"/>
          </p:nvPr>
        </p:nvSpPr>
        <p:spPr>
          <a:xfrm>
            <a:off x="324000" y="824012"/>
            <a:ext cx="33339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equation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 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 sz="1800"/>
          </a:p>
        </p:txBody>
      </p:sp>
      <p:sp>
        <p:nvSpPr>
          <p:cNvPr id="1936" name="Google Shape;1936;p157"/>
          <p:cNvSpPr txBox="1"/>
          <p:nvPr>
            <p:ph type="body" idx="1"/>
          </p:nvPr>
        </p:nvSpPr>
        <p:spPr>
          <a:xfrm>
            <a:off x="4842813" y="824000"/>
            <a:ext cx="19908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 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 sz="1800"/>
          </a:p>
        </p:txBody>
      </p:sp>
      <p:sp>
        <p:nvSpPr>
          <p:cNvPr id="1937" name="Google Shape;1937;p157"/>
          <p:cNvSpPr txBox="1"/>
          <p:nvPr>
            <p:ph type="body" idx="1"/>
          </p:nvPr>
        </p:nvSpPr>
        <p:spPr>
          <a:xfrm>
            <a:off x="5410743" y="1350240"/>
            <a:ext cx="15582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 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40 − 4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pic>
        <p:nvPicPr>
          <p:cNvPr id="1938" name="Google Shape;1938;p157" descr="&lt;math xmlns=&quot;http://www.w3.org/1998/Math/MathML&quot; display=&quot;block&quot; data-is-equatio=&quot;1&quot; data-latex=&quot;\frac{1}{5}\times5y=\frac{1}{5}\times\left(40-4x\right)&quot;&gt;&lt;mfrac&gt;&lt;mn&gt;1&lt;/mn&gt;&lt;mn&gt;5&lt;/mn&gt;&lt;/mfrac&gt;&lt;mo&gt;×&lt;/mo&gt;&lt;mn&gt;5&lt;/mn&gt;&lt;mi&gt;y&lt;/mi&gt;&lt;mo&gt;=&lt;/mo&gt;&lt;mfrac&gt;&lt;mn&gt;1&lt;/mn&gt;&lt;mn&gt;5&lt;/mn&gt;&lt;/mfrac&gt;&lt;mo&gt;×&lt;/mo&gt;&lt;mrow data-mjx-texclass=&quot;INNER&quot;&gt;&lt;mo data-mjx-texclass=&quot;OPEN&quot;&gt;(&lt;/mo&gt;&lt;mn&gt;40&lt;/mn&gt;&lt;mo&gt;−&lt;/mo&gt;&lt;mn&gt;4&lt;/mn&gt;&lt;mi&gt;x&lt;/mi&gt;&lt;mo data-mjx-texclass=&quot;CLOSE&quot;&gt;)&lt;/mo&gt;&lt;/mrow&gt;&lt;/math&gt;" title="one fifth times 5 y equals one fifth times open paren 40 minus 4 x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9306" y="1807450"/>
            <a:ext cx="2528774" cy="536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9" name="Google Shape;1939;p157" descr="&lt;math xmlns=&quot;http://www.w3.org/1998/Math/MathML&quot; display=&quot;block&quot; data-is-equatio=&quot;1&quot; data-latex=&quot;y=8-\frac{4}{5}x&quot;&gt;&lt;mi&gt;y&lt;/mi&gt;&lt;mo&gt;=&lt;/mo&gt;&lt;mn&gt;8&lt;/mn&gt;&lt;mo&gt;−&lt;/mo&gt;&lt;mfrac&gt;&lt;mn&gt;4&lt;/mn&gt;&lt;mn&gt;5&lt;/mn&gt;&lt;/mfrac&gt;&lt;mi&gt;x&lt;/mi&gt;&lt;/math&gt;" title="y equals 8 minus four fifths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61988" y="2512776"/>
            <a:ext cx="1224626" cy="540739"/>
          </a:xfrm>
          <a:prstGeom prst="rect">
            <a:avLst/>
          </a:prstGeom>
          <a:noFill/>
          <a:ln>
            <a:noFill/>
          </a:ln>
        </p:spPr>
      </p:pic>
      <p:sp>
        <p:nvSpPr>
          <p:cNvPr id="1940" name="Google Shape;1940;p157"/>
          <p:cNvSpPr/>
          <p:nvPr/>
        </p:nvSpPr>
        <p:spPr>
          <a:xfrm>
            <a:off x="6164735" y="2437275"/>
            <a:ext cx="535200" cy="7134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1" name="Google Shape;1941;p157"/>
          <p:cNvSpPr txBox="1"/>
          <p:nvPr>
            <p:ph type="body" idx="1"/>
          </p:nvPr>
        </p:nvSpPr>
        <p:spPr>
          <a:xfrm>
            <a:off x="1356280" y="1225609"/>
            <a:ext cx="208500" cy="2595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/>
          </a:p>
        </p:txBody>
      </p:sp>
      <p:sp>
        <p:nvSpPr>
          <p:cNvPr id="1942" name="Google Shape;1942;p157"/>
          <p:cNvSpPr txBox="1"/>
          <p:nvPr>
            <p:ph type="body" idx="1"/>
          </p:nvPr>
        </p:nvSpPr>
        <p:spPr>
          <a:xfrm>
            <a:off x="4688879" y="3674880"/>
            <a:ext cx="208500" cy="195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/>
          </a:p>
        </p:txBody>
      </p:sp>
      <p:sp>
        <p:nvSpPr>
          <p:cNvPr id="1943" name="Google Shape;1943;p157"/>
          <p:cNvSpPr txBox="1"/>
          <p:nvPr/>
        </p:nvSpPr>
        <p:spPr>
          <a:xfrm flipH="1">
            <a:off x="5300312" y="3557526"/>
            <a:ext cx="16227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he gradient </a:t>
            </a:r>
            <a:endParaRPr sz="24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44" name="Google Shape;1944;p157" descr="&lt;math xmlns=&quot;http://www.w3.org/1998/Math/MathML&quot; display=&quot;block&quot; data-is-equatio=&quot;1&quot; data-latex=&quot;-\frac{4}{5}&quot;&gt;&lt;mo&gt;−&lt;/mo&gt;&lt;mfrac&gt;&lt;mn&gt;4&lt;/mn&gt;&lt;mn&gt;5&lt;/mn&gt;&lt;/mfrac&gt;&lt;/math&gt;" title="negative four fif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99053" y="3429510"/>
            <a:ext cx="381600" cy="5766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45" name="Google Shape;1945;p157"/>
          <p:cNvCxnSpPr/>
          <p:nvPr/>
        </p:nvCxnSpPr>
        <p:spPr>
          <a:xfrm>
            <a:off x="2911023" y="2800625"/>
            <a:ext cx="1176900" cy="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46" name="Google Shape;1946;p157"/>
          <p:cNvSpPr txBox="1"/>
          <p:nvPr>
            <p:ph type="body" idx="1"/>
          </p:nvPr>
        </p:nvSpPr>
        <p:spPr>
          <a:xfrm>
            <a:off x="3276272" y="2473800"/>
            <a:ext cx="381600" cy="2595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/>
          </a:p>
        </p:txBody>
      </p:sp>
      <p:sp>
        <p:nvSpPr>
          <p:cNvPr id="1947" name="Google Shape;1947;p157"/>
          <p:cNvSpPr txBox="1"/>
          <p:nvPr>
            <p:ph type="body" idx="1"/>
          </p:nvPr>
        </p:nvSpPr>
        <p:spPr>
          <a:xfrm>
            <a:off x="4087599" y="3085600"/>
            <a:ext cx="381600" cy="326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−4</a:t>
            </a:r>
            <a:endParaRPr sz="1800"/>
          </a:p>
        </p:txBody>
      </p:sp>
      <p:cxnSp>
        <p:nvCxnSpPr>
          <p:cNvPr id="1948" name="Google Shape;1948;p157"/>
          <p:cNvCxnSpPr/>
          <p:nvPr/>
        </p:nvCxnSpPr>
        <p:spPr>
          <a:xfrm>
            <a:off x="4059825" y="2826325"/>
            <a:ext cx="3000" cy="8907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49" name="Google Shape;1949;p157"/>
          <p:cNvSpPr txBox="1"/>
          <p:nvPr>
            <p:ph type="body" idx="1"/>
          </p:nvPr>
        </p:nvSpPr>
        <p:spPr>
          <a:xfrm>
            <a:off x="5300025" y="4222825"/>
            <a:ext cx="2631300" cy="43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y-</a:t>
            </a:r>
            <a:r>
              <a:rPr lang="en-GB" sz="2000"/>
              <a:t>intercept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(0, 8)</a:t>
            </a:r>
            <a:endParaRPr/>
          </a:p>
        </p:txBody>
      </p:sp>
      <p:sp>
        <p:nvSpPr>
          <p:cNvPr id="1950" name="Google Shape;1950;p157"/>
          <p:cNvSpPr/>
          <p:nvPr/>
        </p:nvSpPr>
        <p:spPr>
          <a:xfrm>
            <a:off x="5875797" y="2582500"/>
            <a:ext cx="381600" cy="4101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1" name="Google Shape;1951;p157"/>
          <p:cNvSpPr/>
          <p:nvPr/>
        </p:nvSpPr>
        <p:spPr>
          <a:xfrm>
            <a:off x="1479211" y="1672447"/>
            <a:ext cx="381600" cy="4101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55" name="Shape 1955"/>
        <p:cNvGrpSpPr/>
        <p:nvPr/>
      </p:nvGrpSpPr>
      <p:grpSpPr>
        <a:xfrm>
          <a:off x="0" y="0"/>
          <a:ext cx="0" cy="0"/>
        </a:xfrm>
      </p:grpSpPr>
      <p:pic>
        <p:nvPicPr>
          <p:cNvPr id="1956" name="Google Shape;1956;p158" descr="&lt;math xmlns=&quot;http://www.w3.org/1998/Math/MathML&quot; display=&quot;block&quot; data-is-equatio=&quot;1&quot; data-latex=&quot;y=4-\frac{3}{7}x&quot;&gt;&lt;mi&gt;y&lt;/mi&gt;&lt;mo&gt;=&lt;/mo&gt;&lt;mn&gt;4&lt;/mn&gt;&lt;mo&gt;−&lt;/mo&gt;&lt;mfrac&gt;&lt;mn&gt;3&lt;/mn&gt;&lt;mn&gt;7&lt;/mn&gt;&lt;/mfrac&gt;&lt;mi&gt;x&lt;/mi&gt;&lt;/math&gt;" title="y equals 4 minus three sevenths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7649" y="3510225"/>
            <a:ext cx="1111682" cy="485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7" name="Google Shape;1957;p158" descr="&lt;math xmlns=&quot;http://www.w3.org/1998/Math/MathML&quot; display=&quot;block&quot; data-is-equatio=&quot;1&quot; data-latex=&quot;\frac{1}{7}\times7y=\frac{1}{7}\times\left(28-3x\right)&quot;&gt;&lt;mfrac&gt;&lt;mn&gt;1&lt;/mn&gt;&lt;mn&gt;7&lt;/mn&gt;&lt;/mfrac&gt;&lt;mo&gt;×&lt;/mo&gt;&lt;mn&gt;7&lt;/mn&gt;&lt;mi&gt;y&lt;/mi&gt;&lt;mo&gt;=&lt;/mo&gt;&lt;mfrac&gt;&lt;mn&gt;1&lt;/mn&gt;&lt;mn&gt;7&lt;/mn&gt;&lt;/mfrac&gt;&lt;mo&gt;×&lt;/mo&gt;&lt;mrow data-mjx-texclass=&quot;INNER&quot;&gt;&lt;mo data-mjx-texclass=&quot;OPEN&quot;&gt;(&lt;/mo&gt;&lt;mn&gt;28&lt;/mn&gt;&lt;mo&gt;−&lt;/mo&gt;&lt;mn&gt;3&lt;/mn&gt;&lt;mi&gt;x&lt;/mi&gt;&lt;mo data-mjx-texclass=&quot;CLOSE&quot;&gt;)&lt;/mo&gt;&lt;/mrow&gt;&lt;/math&gt;" title="one seventh times 7 y equals one seventh times open paren 28 minus 3 x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5292" y="2933936"/>
            <a:ext cx="2311313" cy="485481"/>
          </a:xfrm>
          <a:prstGeom prst="rect">
            <a:avLst/>
          </a:prstGeom>
          <a:noFill/>
          <a:ln>
            <a:noFill/>
          </a:ln>
        </p:spPr>
      </p:pic>
      <p:sp>
        <p:nvSpPr>
          <p:cNvPr id="1958" name="Google Shape;1958;p158"/>
          <p:cNvSpPr txBox="1"/>
          <p:nvPr>
            <p:ph type="subTitle" idx="1"/>
          </p:nvPr>
        </p:nvSpPr>
        <p:spPr>
          <a:xfrm>
            <a:off x="337825" y="810000"/>
            <a:ext cx="4163100" cy="11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Work out the gradient and the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-intercept of the equation below by rearranging to make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the subject. </a:t>
            </a:r>
            <a:endParaRPr/>
          </a:p>
        </p:txBody>
      </p:sp>
      <p:sp>
        <p:nvSpPr>
          <p:cNvPr id="1959" name="Google Shape;1959;p1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Rearranging equations to find the gradient</a:t>
            </a:r>
            <a:endParaRPr/>
          </a:p>
        </p:txBody>
      </p:sp>
      <p:sp>
        <p:nvSpPr>
          <p:cNvPr id="1960" name="Google Shape;1960;p158"/>
          <p:cNvSpPr txBox="1"/>
          <p:nvPr>
            <p:ph type="subTitle" idx="1"/>
          </p:nvPr>
        </p:nvSpPr>
        <p:spPr>
          <a:xfrm>
            <a:off x="859718" y="2078040"/>
            <a:ext cx="2173800" cy="28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+ 7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28</a:t>
            </a:r>
            <a:endParaRPr/>
          </a:p>
        </p:txBody>
      </p:sp>
      <p:sp>
        <p:nvSpPr>
          <p:cNvPr id="1961" name="Google Shape;1961;p158"/>
          <p:cNvSpPr txBox="1"/>
          <p:nvPr>
            <p:ph type="subTitle" idx="1"/>
          </p:nvPr>
        </p:nvSpPr>
        <p:spPr>
          <a:xfrm>
            <a:off x="1370110" y="2493548"/>
            <a:ext cx="1767000" cy="28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28 − 3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962" name="Google Shape;1962;p158"/>
          <p:cNvSpPr txBox="1"/>
          <p:nvPr/>
        </p:nvSpPr>
        <p:spPr>
          <a:xfrm flipH="1">
            <a:off x="335879" y="4141299"/>
            <a:ext cx="36570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radient      ,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y-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intercept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(0, 4)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63" name="Google Shape;1963;p158" descr="&lt;math xmlns=&quot;http://www.w3.org/1998/Math/MathML&quot; display=&quot;block&quot; data-is-equatio=&quot;1&quot; data-latex=&quot;-\frac{3}{7}&quot;&gt;&lt;mo&gt;−&lt;/mo&gt;&lt;mfrac&gt;&lt;mn&gt;3&lt;/mn&gt;&lt;mn&gt;7&lt;/mn&gt;&lt;/mfrac&gt;&lt;/math&gt;" title="negative three sev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8592" y="4083751"/>
            <a:ext cx="285900" cy="428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67" name="Shape 1967"/>
        <p:cNvGrpSpPr/>
        <p:nvPr/>
      </p:nvGrpSpPr>
      <p:grpSpPr>
        <a:xfrm>
          <a:off x="0" y="0"/>
          <a:ext cx="0" cy="0"/>
        </a:xfrm>
      </p:grpSpPr>
      <p:pic>
        <p:nvPicPr>
          <p:cNvPr id="1968" name="Google Shape;1968;p159" descr="&lt;math xmlns=&quot;http://www.w3.org/1998/Math/MathML&quot; display=&quot;block&quot; data-is-equatio=&quot;1&quot; data-latex=&quot;-\frac{2}{5}&quot;&gt;&lt;mo&gt;−&lt;/mo&gt;&lt;mfrac&gt;&lt;mn&gt;2&lt;/mn&gt;&lt;mn&gt;5&lt;/mn&gt;&lt;/mfrac&gt;&lt;/math&gt;" title="negative two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0065" y="4096324"/>
            <a:ext cx="285900" cy="433669"/>
          </a:xfrm>
          <a:prstGeom prst="rect">
            <a:avLst/>
          </a:prstGeom>
          <a:noFill/>
          <a:ln>
            <a:noFill/>
          </a:ln>
        </p:spPr>
      </p:pic>
      <p:sp>
        <p:nvSpPr>
          <p:cNvPr id="1969" name="Google Shape;1969;p159"/>
          <p:cNvSpPr txBox="1"/>
          <p:nvPr>
            <p:ph type="subTitle" idx="2"/>
          </p:nvPr>
        </p:nvSpPr>
        <p:spPr>
          <a:xfrm>
            <a:off x="4630050" y="810000"/>
            <a:ext cx="4190100" cy="12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Work out the gradient and the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-intercept of the equation below by rearranging to make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the subject.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1970" name="Google Shape;1970;p15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equations to find the gradient</a:t>
            </a:r>
            <a:endParaRPr/>
          </a:p>
        </p:txBody>
      </p:sp>
      <p:sp>
        <p:nvSpPr>
          <p:cNvPr id="1971" name="Google Shape;1971;p159"/>
          <p:cNvSpPr txBox="1"/>
          <p:nvPr>
            <p:ph type="subTitle" idx="1"/>
          </p:nvPr>
        </p:nvSpPr>
        <p:spPr>
          <a:xfrm>
            <a:off x="859718" y="2078040"/>
            <a:ext cx="2173800" cy="28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+ 7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28</a:t>
            </a:r>
            <a:endParaRPr/>
          </a:p>
        </p:txBody>
      </p:sp>
      <p:sp>
        <p:nvSpPr>
          <p:cNvPr id="1972" name="Google Shape;1972;p159"/>
          <p:cNvSpPr txBox="1"/>
          <p:nvPr>
            <p:ph type="subTitle" idx="1"/>
          </p:nvPr>
        </p:nvSpPr>
        <p:spPr>
          <a:xfrm>
            <a:off x="1370110" y="2493548"/>
            <a:ext cx="1767000" cy="28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28 − 3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973" name="Google Shape;1973;p159"/>
          <p:cNvSpPr txBox="1"/>
          <p:nvPr/>
        </p:nvSpPr>
        <p:spPr>
          <a:xfrm flipH="1">
            <a:off x="335879" y="4141299"/>
            <a:ext cx="36570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radient      ,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y-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intercept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(0, 4)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74" name="Google Shape;1974;p159" descr="&lt;math xmlns=&quot;http://www.w3.org/1998/Math/MathML&quot; display=&quot;block&quot; data-is-equatio=&quot;1&quot; data-latex=&quot;-\frac{3}{7}&quot;&gt;&lt;mo&gt;−&lt;/mo&gt;&lt;mfrac&gt;&lt;mn&gt;3&lt;/mn&gt;&lt;mn&gt;7&lt;/mn&gt;&lt;/mfrac&gt;&lt;/math&gt;" title="negative three sev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8592" y="4083751"/>
            <a:ext cx="285900" cy="428879"/>
          </a:xfrm>
          <a:prstGeom prst="rect">
            <a:avLst/>
          </a:prstGeom>
          <a:noFill/>
          <a:ln>
            <a:noFill/>
          </a:ln>
        </p:spPr>
      </p:pic>
      <p:sp>
        <p:nvSpPr>
          <p:cNvPr id="1975" name="Google Shape;1975;p159"/>
          <p:cNvSpPr txBox="1"/>
          <p:nvPr>
            <p:ph type="subTitle" idx="2"/>
          </p:nvPr>
        </p:nvSpPr>
        <p:spPr>
          <a:xfrm>
            <a:off x="5433600" y="2082387"/>
            <a:ext cx="18759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/>
          </a:p>
        </p:txBody>
      </p:sp>
      <p:sp>
        <p:nvSpPr>
          <p:cNvPr id="1976" name="Google Shape;1976;p159"/>
          <p:cNvSpPr txBox="1"/>
          <p:nvPr>
            <p:ph type="subTitle" idx="2"/>
          </p:nvPr>
        </p:nvSpPr>
        <p:spPr>
          <a:xfrm>
            <a:off x="5943987" y="2505055"/>
            <a:ext cx="15771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30 − 2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pic>
        <p:nvPicPr>
          <p:cNvPr id="1977" name="Google Shape;1977;p159" descr="&lt;math xmlns=&quot;http://www.w3.org/1998/Math/MathML&quot; display=&quot;block&quot; data-is-equatio=&quot;1&quot; data-latex=&quot;\frac{1}{5}\times5y=\frac{1}{5}\times\left(30-2x\right)&quot;&gt;&lt;mfrac&gt;&lt;mn&gt;1&lt;/mn&gt;&lt;mn&gt;5&lt;/mn&gt;&lt;/mfrac&gt;&lt;mo&gt;×&lt;/mo&gt;&lt;mn&gt;5&lt;/mn&gt;&lt;mi&gt;y&lt;/mi&gt;&lt;mo&gt;=&lt;/mo&gt;&lt;mfrac&gt;&lt;mn&gt;1&lt;/mn&gt;&lt;mn&gt;5&lt;/mn&gt;&lt;/mfrac&gt;&lt;mo&gt;×&lt;/mo&gt;&lt;mrow data-mjx-texclass=&quot;INNER&quot;&gt;&lt;mo data-mjx-texclass=&quot;OPEN&quot;&gt;(&lt;/mo&gt;&lt;mn&gt;30&lt;/mn&gt;&lt;mo&gt;−&lt;/mo&gt;&lt;mn&gt;2&lt;/mn&gt;&lt;mi&gt;x&lt;/mi&gt;&lt;mo data-mjx-texclass=&quot;CLOSE&quot;&gt;)&lt;/mo&gt;&lt;/mrow&gt;&lt;/math&gt;" title="one fifth times 5 y equals one fifth times open paren 30 minus 2 x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8472" y="2944414"/>
            <a:ext cx="2261080" cy="479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8" name="Google Shape;1978;p159" descr="&lt;math xmlns=&quot;http://www.w3.org/1998/Math/MathML&quot; display=&quot;block&quot; data-is-equatio=&quot;1&quot; data-latex=&quot;y=6-\frac{2}{5}x&quot;&gt;&lt;mi&gt;y&lt;/mi&gt;&lt;mo&gt;=&lt;/mo&gt;&lt;mn&gt;6&lt;/mn&gt;&lt;mo&gt;−&lt;/mo&gt;&lt;mfrac&gt;&lt;mn&gt;2&lt;/mn&gt;&lt;mn&gt;5&lt;/mn&gt;&lt;/mfrac&gt;&lt;mi&gt;x&lt;/mi&gt;&lt;/math&gt;" title="y equals 6 minus two fifths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61207" y="3504256"/>
            <a:ext cx="1087878" cy="479946"/>
          </a:xfrm>
          <a:prstGeom prst="rect">
            <a:avLst/>
          </a:prstGeom>
          <a:noFill/>
          <a:ln>
            <a:noFill/>
          </a:ln>
        </p:spPr>
      </p:pic>
      <p:sp>
        <p:nvSpPr>
          <p:cNvPr id="1979" name="Google Shape;1979;p159"/>
          <p:cNvSpPr txBox="1"/>
          <p:nvPr/>
        </p:nvSpPr>
        <p:spPr>
          <a:xfrm flipH="1">
            <a:off x="4831679" y="4141299"/>
            <a:ext cx="36570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radient      ,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y-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intercept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(0, 6)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0" name="Google Shape;1980;p159"/>
          <p:cNvSpPr txBox="1"/>
          <p:nvPr>
            <p:ph type="subTitle" idx="1"/>
          </p:nvPr>
        </p:nvSpPr>
        <p:spPr>
          <a:xfrm>
            <a:off x="337825" y="810000"/>
            <a:ext cx="4163100" cy="11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Work out the gradient and the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-intercept of the equation below by rearranging to make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the subject. </a:t>
            </a:r>
            <a:endParaRPr/>
          </a:p>
        </p:txBody>
      </p:sp>
      <p:pic>
        <p:nvPicPr>
          <p:cNvPr id="1981" name="Google Shape;1981;p159" descr="&lt;math xmlns=&quot;http://www.w3.org/1998/Math/MathML&quot; display=&quot;block&quot; data-is-equatio=&quot;1&quot; data-latex=&quot;y=4-\frac{3}{7}x&quot;&gt;&lt;mi&gt;y&lt;/mi&gt;&lt;mo&gt;=&lt;/mo&gt;&lt;mn&gt;4&lt;/mn&gt;&lt;mo&gt;−&lt;/mo&gt;&lt;mfrac&gt;&lt;mn&gt;3&lt;/mn&gt;&lt;mn&gt;7&lt;/mn&gt;&lt;/mfrac&gt;&lt;mi&gt;x&lt;/mi&gt;&lt;/math&gt;" title="y equals 4 minus three sevenths x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57649" y="3510225"/>
            <a:ext cx="1111682" cy="485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2" name="Google Shape;1982;p159" descr="&lt;math xmlns=&quot;http://www.w3.org/1998/Math/MathML&quot; display=&quot;block&quot; data-is-equatio=&quot;1&quot; data-latex=&quot;\frac{1}{7}\times7y=\frac{1}{7}\times\left(28-3x\right)&quot;&gt;&lt;mfrac&gt;&lt;mn&gt;1&lt;/mn&gt;&lt;mn&gt;7&lt;/mn&gt;&lt;/mfrac&gt;&lt;mo&gt;×&lt;/mo&gt;&lt;mn&gt;7&lt;/mn&gt;&lt;mi&gt;y&lt;/mi&gt;&lt;mo&gt;=&lt;/mo&gt;&lt;mfrac&gt;&lt;mn&gt;1&lt;/mn&gt;&lt;mn&gt;7&lt;/mn&gt;&lt;/mfrac&gt;&lt;mo&gt;×&lt;/mo&gt;&lt;mrow data-mjx-texclass=&quot;INNER&quot;&gt;&lt;mo data-mjx-texclass=&quot;OPEN&quot;&gt;(&lt;/mo&gt;&lt;mn&gt;28&lt;/mn&gt;&lt;mo&gt;−&lt;/mo&gt;&lt;mn&gt;3&lt;/mn&gt;&lt;mi&gt;x&lt;/mi&gt;&lt;mo data-mjx-texclass=&quot;CLOSE&quot;&gt;)&lt;/mo&gt;&lt;/mrow&gt;&lt;/math&gt;" title="one seventh times 7 y equals one seventh times open paren 28 minus 3 x close pare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05292" y="2933936"/>
            <a:ext cx="2311313" cy="485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86" name="Shape 1986"/>
        <p:cNvGrpSpPr/>
        <p:nvPr/>
      </p:nvGrpSpPr>
      <p:grpSpPr>
        <a:xfrm>
          <a:off x="0" y="0"/>
          <a:ext cx="0" cy="0"/>
        </a:xfrm>
      </p:grpSpPr>
      <p:sp>
        <p:nvSpPr>
          <p:cNvPr id="1987" name="Google Shape;1987;p160"/>
          <p:cNvSpPr txBox="1"/>
          <p:nvPr>
            <p:ph type="body" idx="1"/>
          </p:nvPr>
        </p:nvSpPr>
        <p:spPr>
          <a:xfrm>
            <a:off x="324000" y="759300"/>
            <a:ext cx="84153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1) Work out the gradient and the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-intercept of the lines given by these equations by rearranging to make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the subject.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988" name="Google Shape;1988;p16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equations to find the gradient</a:t>
            </a:r>
            <a:endParaRPr/>
          </a:p>
        </p:txBody>
      </p:sp>
      <p:sp>
        <p:nvSpPr>
          <p:cNvPr id="1989" name="Google Shape;1989;p160"/>
          <p:cNvSpPr txBox="1"/>
          <p:nvPr>
            <p:ph type="body" idx="1"/>
          </p:nvPr>
        </p:nvSpPr>
        <p:spPr>
          <a:xfrm>
            <a:off x="324000" y="1627673"/>
            <a:ext cx="25632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a) 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+ 4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 sz="2600"/>
          </a:p>
        </p:txBody>
      </p:sp>
      <p:sp>
        <p:nvSpPr>
          <p:cNvPr id="1990" name="Google Shape;1990;p160"/>
          <p:cNvSpPr txBox="1"/>
          <p:nvPr>
            <p:ph type="body" idx="1"/>
          </p:nvPr>
        </p:nvSpPr>
        <p:spPr>
          <a:xfrm>
            <a:off x="3360493" y="1627673"/>
            <a:ext cx="25632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b)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+ 6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−18</a:t>
            </a:r>
            <a:endParaRPr sz="2600"/>
          </a:p>
        </p:txBody>
      </p:sp>
      <p:sp>
        <p:nvSpPr>
          <p:cNvPr id="1991" name="Google Shape;1991;p160"/>
          <p:cNvSpPr txBox="1"/>
          <p:nvPr>
            <p:ph type="body" idx="1"/>
          </p:nvPr>
        </p:nvSpPr>
        <p:spPr>
          <a:xfrm>
            <a:off x="6256093" y="1627673"/>
            <a:ext cx="25632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c)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2600"/>
          </a:p>
        </p:txBody>
      </p:sp>
    </p:spTree>
  </p:cSld>
  <p:clrMapOvr>
    <a:masterClrMapping/>
  </p:clrMapOvr>
  <p:transition/>
  <p:timing/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95" name="Shape 1995"/>
        <p:cNvGrpSpPr/>
        <p:nvPr/>
      </p:nvGrpSpPr>
      <p:grpSpPr>
        <a:xfrm>
          <a:off x="0" y="0"/>
          <a:ext cx="0" cy="0"/>
        </a:xfrm>
      </p:grpSpPr>
      <p:sp>
        <p:nvSpPr>
          <p:cNvPr id="1996" name="Google Shape;1996;p161"/>
          <p:cNvSpPr txBox="1"/>
          <p:nvPr>
            <p:ph type="body" idx="1"/>
          </p:nvPr>
        </p:nvSpPr>
        <p:spPr>
          <a:xfrm>
            <a:off x="324000" y="759300"/>
            <a:ext cx="81252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2) Rearrange this general form of a linear equation to make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the subject and find an expression for the gradient and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-intercept when in this form.</a:t>
            </a:r>
            <a:endParaRPr/>
          </a:p>
        </p:txBody>
      </p:sp>
      <p:sp>
        <p:nvSpPr>
          <p:cNvPr id="1997" name="Google Shape;1997;p16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equations to find the gradient</a:t>
            </a:r>
            <a:endParaRPr/>
          </a:p>
        </p:txBody>
      </p:sp>
      <p:sp>
        <p:nvSpPr>
          <p:cNvPr id="1998" name="Google Shape;1998;p161"/>
          <p:cNvSpPr txBox="1"/>
          <p:nvPr>
            <p:ph type="body" idx="1"/>
          </p:nvPr>
        </p:nvSpPr>
        <p:spPr>
          <a:xfrm>
            <a:off x="3360497" y="2161075"/>
            <a:ext cx="14634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ax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by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 c</a:t>
            </a:r>
            <a:endParaRPr sz="2600" i="1"/>
          </a:p>
        </p:txBody>
      </p:sp>
    </p:spTree>
  </p:cSld>
  <p:clrMapOvr>
    <a:masterClrMapping/>
  </p:clrMapOvr>
  <p:transition/>
  <p:timing/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02" name="Shape 2002"/>
        <p:cNvGrpSpPr/>
        <p:nvPr/>
      </p:nvGrpSpPr>
      <p:grpSpPr>
        <a:xfrm>
          <a:off x="0" y="0"/>
          <a:ext cx="0" cy="0"/>
        </a:xfrm>
      </p:grpSpPr>
      <p:sp>
        <p:nvSpPr>
          <p:cNvPr id="2003" name="Google Shape;2003;p16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equations to find the gradient</a:t>
            </a:r>
            <a:endParaRPr/>
          </a:p>
        </p:txBody>
      </p:sp>
      <p:sp>
        <p:nvSpPr>
          <p:cNvPr id="2004" name="Google Shape;2004;p162"/>
          <p:cNvSpPr txBox="1"/>
          <p:nvPr>
            <p:ph type="body" idx="1"/>
          </p:nvPr>
        </p:nvSpPr>
        <p:spPr>
          <a:xfrm>
            <a:off x="324000" y="1627673"/>
            <a:ext cx="25632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a) 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+ 4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 sz="2600"/>
          </a:p>
        </p:txBody>
      </p:sp>
      <p:sp>
        <p:nvSpPr>
          <p:cNvPr id="2005" name="Google Shape;2005;p162"/>
          <p:cNvSpPr txBox="1"/>
          <p:nvPr>
            <p:ph type="body" idx="1"/>
          </p:nvPr>
        </p:nvSpPr>
        <p:spPr>
          <a:xfrm>
            <a:off x="4320920" y="1627673"/>
            <a:ext cx="25632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b)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+ 6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−18</a:t>
            </a:r>
            <a:endParaRPr sz="2600"/>
          </a:p>
        </p:txBody>
      </p:sp>
      <p:sp>
        <p:nvSpPr>
          <p:cNvPr id="2006" name="Google Shape;2006;p162"/>
          <p:cNvSpPr txBox="1"/>
          <p:nvPr>
            <p:ph type="body" idx="1"/>
          </p:nvPr>
        </p:nvSpPr>
        <p:spPr>
          <a:xfrm>
            <a:off x="1203880" y="2237275"/>
            <a:ext cx="15891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12 −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600"/>
          </a:p>
        </p:txBody>
      </p:sp>
      <p:pic>
        <p:nvPicPr>
          <p:cNvPr id="2007" name="Google Shape;2007;p162" descr="&lt;math xmlns=&quot;http://www.w3.org/1998/Math/MathML&quot; display=&quot;block&quot; data-is-equatio=&quot;1&quot; data-latex=&quot;\frac{1}{4}\times4y=\frac{1}{4}\times\left(12-x\right)&quot;&gt;&lt;mfrac&gt;&lt;mn&gt;1&lt;/mn&gt;&lt;mn&gt;4&lt;/mn&gt;&lt;/mfrac&gt;&lt;mo&gt;×&lt;/mo&gt;&lt;mn&gt;4&lt;/mn&gt;&lt;mi&gt;y&lt;/mi&gt;&lt;mo&gt;=&lt;/mo&gt;&lt;mfrac&gt;&lt;mn&gt;1&lt;/mn&gt;&lt;mn&gt;4&lt;/mn&gt;&lt;/mfrac&gt;&lt;mo&gt;×&lt;/mo&gt;&lt;mrow data-mjx-texclass=&quot;INNER&quot;&gt;&lt;mo data-mjx-texclass=&quot;OPEN&quot;&gt;(&lt;/mo&gt;&lt;mn&gt;12&lt;/mn&gt;&lt;mo&gt;−&lt;/mo&gt;&lt;mi&gt;x&lt;/mi&gt;&lt;mo data-mjx-texclass=&quot;CLOSE&quot;&gt;)&lt;/mo&gt;&lt;/mrow&gt;&lt;/math&gt;" title="one fourth times 4 y equals one fourth times open paren 12 minus x close pare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194" y="2851609"/>
            <a:ext cx="2275614" cy="504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8" name="Google Shape;2008;p162" descr="&lt;math xmlns=&quot;http://www.w3.org/1998/Math/MathML&quot; display=&quot;block&quot; data-is-equatio=&quot;1&quot; data-latex=&quot;y=3-\frac{1}{4}x&quot;&gt;&lt;mi&gt;y&lt;/mi&gt;&lt;mo&gt;=&lt;/mo&gt;&lt;mn&gt;3&lt;/mn&gt;&lt;mo&gt;−&lt;/mo&gt;&lt;mfrac&gt;&lt;mn&gt;1&lt;/mn&gt;&lt;mn&gt;4&lt;/mn&gt;&lt;/mfrac&gt;&lt;mi&gt;x&lt;/mi&gt;&lt;/math&gt;" title="y equals 3 minus one fourth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8457" y="3560515"/>
            <a:ext cx="1156263" cy="50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9" name="Google Shape;2009;p162"/>
          <p:cNvSpPr txBox="1"/>
          <p:nvPr/>
        </p:nvSpPr>
        <p:spPr>
          <a:xfrm flipH="1">
            <a:off x="335879" y="4369899"/>
            <a:ext cx="36570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radient      ,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y-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intercept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(0, 3)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10" name="Google Shape;2010;p162" descr="&lt;math xmlns=&quot;http://www.w3.org/1998/Math/MathML&quot; display=&quot;block&quot; data-is-equatio=&quot;1&quot; data-latex=&quot;-\frac{1}{4}&quot;&gt;&lt;mo&gt;−&lt;/mo&gt;&lt;mfrac&gt;&lt;mn&gt;1&lt;/mn&gt;&lt;mn&gt;4&lt;/mn&gt;&lt;/mfrac&gt;&lt;/math&gt;" title="negative one four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72762" y="4320550"/>
            <a:ext cx="302325" cy="451835"/>
          </a:xfrm>
          <a:prstGeom prst="rect">
            <a:avLst/>
          </a:prstGeom>
          <a:noFill/>
          <a:ln>
            <a:noFill/>
          </a:ln>
        </p:spPr>
      </p:pic>
      <p:sp>
        <p:nvSpPr>
          <p:cNvPr id="2011" name="Google Shape;2011;p162"/>
          <p:cNvSpPr txBox="1"/>
          <p:nvPr>
            <p:ph type="body" idx="1"/>
          </p:nvPr>
        </p:nvSpPr>
        <p:spPr>
          <a:xfrm>
            <a:off x="5353205" y="2237275"/>
            <a:ext cx="18783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− 18</a:t>
            </a:r>
            <a:endParaRPr sz="2600"/>
          </a:p>
        </p:txBody>
      </p:sp>
      <p:pic>
        <p:nvPicPr>
          <p:cNvPr id="2012" name="Google Shape;2012;p162" descr="&lt;math xmlns=&quot;http://www.w3.org/1998/Math/MathML&quot; display=&quot;block&quot; data-is-equatio=&quot;1&quot; data-latex=&quot;\frac{1}{6}\times6y=\frac{1}{6}\times\left(-2x-18\right)&quot;&gt;&lt;mfrac&gt;&lt;mn&gt;1&lt;/mn&gt;&lt;mn&gt;6&lt;/mn&gt;&lt;/mfrac&gt;&lt;mo&gt;×&lt;/mo&gt;&lt;mn&gt;6&lt;/mn&gt;&lt;mi&gt;y&lt;/mi&gt;&lt;mo&gt;=&lt;/mo&gt;&lt;mfrac&gt;&lt;mn&gt;1&lt;/mn&gt;&lt;mn&gt;6&lt;/mn&gt;&lt;/mfrac&gt;&lt;mo&gt;×&lt;/mo&gt;&lt;mrow data-mjx-texclass=&quot;INNER&quot;&gt;&lt;mo data-mjx-texclass=&quot;OPEN&quot;&gt;(&lt;/mo&gt;&lt;mo&gt;−&lt;/mo&gt;&lt;mn&gt;2&lt;/mn&gt;&lt;mi&gt;x&lt;/mi&gt;&lt;mo&gt;−&lt;/mo&gt;&lt;mn&gt;18&lt;/mn&gt;&lt;mo data-mjx-texclass=&quot;CLOSE&quot;&gt;)&lt;/mo&gt;&lt;/mrow&gt;&lt;/math&gt;" title="one sixth times 6 y equals one sixth times open paren negative 2 x minus 18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94761" y="2867968"/>
            <a:ext cx="2426066" cy="480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3" name="Google Shape;2013;p162" descr="&lt;math xmlns=&quot;http://www.w3.org/1998/Math/MathML&quot; display=&quot;block&quot; data-is-equatio=&quot;1&quot; data-latex=&quot;y=-\frac{1}{3}x-3&quot;&gt;&lt;mi&gt;y&lt;/mi&gt;&lt;mo&gt;=&lt;/mo&gt;&lt;mo&gt;−&lt;/mo&gt;&lt;mfrac&gt;&lt;mn&gt;1&lt;/mn&gt;&lt;mn&gt;3&lt;/mn&gt;&lt;/mfrac&gt;&lt;mi&gt;x&lt;/mi&gt;&lt;mo&gt;−&lt;/mo&gt;&lt;mn&gt;3&lt;/mn&gt;&lt;/math&gt;" title="y equals negative one third x minus 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26300" y="3569812"/>
            <a:ext cx="1282502" cy="495188"/>
          </a:xfrm>
          <a:prstGeom prst="rect">
            <a:avLst/>
          </a:prstGeom>
          <a:noFill/>
          <a:ln>
            <a:noFill/>
          </a:ln>
        </p:spPr>
      </p:pic>
      <p:sp>
        <p:nvSpPr>
          <p:cNvPr id="2014" name="Google Shape;2014;p162"/>
          <p:cNvSpPr txBox="1"/>
          <p:nvPr/>
        </p:nvSpPr>
        <p:spPr>
          <a:xfrm flipH="1">
            <a:off x="4339775" y="4369900"/>
            <a:ext cx="36030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radient      ,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y-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intercept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(0,−3)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15" name="Google Shape;2015;p162" descr="&lt;math xmlns=&quot;http://www.w3.org/1998/Math/MathML&quot; display=&quot;block&quot; data-is-equatio=&quot;1&quot; data-latex=&quot;-\frac{1}{3}&quot;&gt;&lt;mo&gt;−&lt;/mo&gt;&lt;mfrac&gt;&lt;mn&gt;1&lt;/mn&gt;&lt;mn&gt;3&lt;/mn&gt;&lt;/mfrac&gt;&lt;/math&gt;" title="negative one thir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77714" y="4320364"/>
            <a:ext cx="302350" cy="456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6" name="Google Shape;2016;p162"/>
          <p:cNvSpPr txBox="1"/>
          <p:nvPr>
            <p:ph type="body" idx="1"/>
          </p:nvPr>
        </p:nvSpPr>
        <p:spPr>
          <a:xfrm>
            <a:off x="324000" y="759300"/>
            <a:ext cx="84153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1) Work out the gradient and the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-intercept of the lines given by these equations by rearranging to make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the subject.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20" name="Shape 2020"/>
        <p:cNvGrpSpPr/>
        <p:nvPr/>
      </p:nvGrpSpPr>
      <p:grpSpPr>
        <a:xfrm>
          <a:off x="0" y="0"/>
          <a:ext cx="0" cy="0"/>
        </a:xfrm>
      </p:grpSpPr>
      <p:pic>
        <p:nvPicPr>
          <p:cNvPr id="2021" name="Google Shape;2021;p163" descr="&lt;math xmlns=&quot;http://www.w3.org/1998/Math/MathML&quot; display=&quot;block&quot; data-is-equatio=&quot;1&quot; data-latex=&quot;\left(0,\ -\frac{15}{2}\right)&quot;&gt;&lt;mrow data-mjx-texclass=&quot;INNER&quot;&gt;&lt;mo data-mjx-texclass=&quot;OPEN&quot;&gt;(&lt;/mo&gt;&lt;mn&gt;0&lt;/mn&gt;&lt;mo&gt;,&lt;/mo&gt;&lt;mtext&gt;&lt;/mtext&gt;&lt;mo&gt;−&lt;/mo&gt;&lt;mfrac&gt;&lt;mn&gt;15&lt;/mn&gt;&lt;mn&gt;2&lt;/mn&gt;&lt;/mfrac&gt;&lt;mo data-mjx-texclass=&quot;CLOSE&quot;&gt;)&lt;/mo&gt;&lt;/mrow&gt;&lt;/math&gt;" title="open paren 0 comma negative fifteen halves close pare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6613" y="4209737"/>
            <a:ext cx="1050233" cy="54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2" name="Google Shape;2022;p16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equations to find the gradient</a:t>
            </a:r>
            <a:endParaRPr/>
          </a:p>
        </p:txBody>
      </p:sp>
      <p:sp>
        <p:nvSpPr>
          <p:cNvPr id="2023" name="Google Shape;2023;p163"/>
          <p:cNvSpPr txBox="1"/>
          <p:nvPr>
            <p:ph type="body" idx="1"/>
          </p:nvPr>
        </p:nvSpPr>
        <p:spPr>
          <a:xfrm>
            <a:off x="3372000" y="1627673"/>
            <a:ext cx="25632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c)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2600"/>
          </a:p>
        </p:txBody>
      </p:sp>
      <p:sp>
        <p:nvSpPr>
          <p:cNvPr id="2024" name="Google Shape;2024;p163"/>
          <p:cNvSpPr txBox="1"/>
          <p:nvPr>
            <p:ph type="body" idx="1"/>
          </p:nvPr>
        </p:nvSpPr>
        <p:spPr>
          <a:xfrm>
            <a:off x="4392778" y="2237275"/>
            <a:ext cx="18783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15 + 2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600"/>
          </a:p>
        </p:txBody>
      </p:sp>
      <p:sp>
        <p:nvSpPr>
          <p:cNvPr id="2025" name="Google Shape;2025;p163"/>
          <p:cNvSpPr txBox="1"/>
          <p:nvPr/>
        </p:nvSpPr>
        <p:spPr>
          <a:xfrm flipH="1">
            <a:off x="3379401" y="4293700"/>
            <a:ext cx="30810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radient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y-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intercept 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6" name="Google Shape;2026;p163"/>
          <p:cNvSpPr txBox="1"/>
          <p:nvPr>
            <p:ph type="body" idx="1"/>
          </p:nvPr>
        </p:nvSpPr>
        <p:spPr>
          <a:xfrm>
            <a:off x="3771671" y="2846875"/>
            <a:ext cx="18783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− 15 =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600"/>
          </a:p>
        </p:txBody>
      </p:sp>
      <p:pic>
        <p:nvPicPr>
          <p:cNvPr id="2027" name="Google Shape;2027;p163" descr="&lt;math xmlns=&quot;http://www.w3.org/1998/Math/MathML&quot; display=&quot;block&quot; data-is-equatio=&quot;1&quot; data-latex=&quot;4x-\frac{15}{2}=y&quot;&gt;&lt;mn&gt;4&lt;/mn&gt;&lt;mi&gt;x&lt;/mi&gt;&lt;mo&gt;−&lt;/mo&gt;&lt;mfrac&gt;&lt;mn&gt;15&lt;/mn&gt;&lt;mn&gt;2&lt;/mn&gt;&lt;/mfrac&gt;&lt;mo&gt;=&lt;/mo&gt;&lt;mi&gt;y&lt;/mi&gt;&lt;/math&gt;" title="4 x minus fifteen halves equals 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3980" y="3445775"/>
            <a:ext cx="1376450" cy="54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8" name="Google Shape;2028;p163"/>
          <p:cNvSpPr txBox="1"/>
          <p:nvPr>
            <p:ph type="body" idx="1"/>
          </p:nvPr>
        </p:nvSpPr>
        <p:spPr>
          <a:xfrm>
            <a:off x="324000" y="759300"/>
            <a:ext cx="84153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1) Work out the gradient and the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-intercept of the lines given by these equations by rearranging to make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the subject.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32" name="Shape 2032"/>
        <p:cNvGrpSpPr/>
        <p:nvPr/>
      </p:nvGrpSpPr>
      <p:grpSpPr>
        <a:xfrm>
          <a:off x="0" y="0"/>
          <a:ext cx="0" cy="0"/>
        </a:xfrm>
      </p:grpSpPr>
      <p:pic>
        <p:nvPicPr>
          <p:cNvPr id="2033" name="Google Shape;2033;p164" descr="&lt;math xmlns=&quot;http://www.w3.org/1998/Math/MathML&quot; display=&quot;block&quot; data-is-equatio=&quot;1&quot; data-latex=&quot;\left(0,\frac{c}{b}\right)&quot;&gt;&lt;mrow data-mjx-texclass=&quot;INNER&quot;&gt;&lt;mo data-mjx-texclass=&quot;OPEN&quot;&gt;(&lt;/mo&gt;&lt;mn&gt;0&lt;/mn&gt;&lt;mo&gt;,&lt;/mo&gt;&lt;mfrac&gt;&lt;mi&gt;c&lt;/mi&gt;&lt;mi&gt;b&lt;/mi&gt;&lt;/mfrac&gt;&lt;mo data-mjx-texclass=&quot;CLOSE&quot;&gt;)&lt;/mo&gt;&lt;/mrow&gt;&lt;/math&gt;" title="open paren 0 comma c over b close pare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3848" y="3206196"/>
            <a:ext cx="769264" cy="53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4" name="Google Shape;2034;p164"/>
          <p:cNvSpPr txBox="1"/>
          <p:nvPr>
            <p:ph type="body" idx="1"/>
          </p:nvPr>
        </p:nvSpPr>
        <p:spPr>
          <a:xfrm>
            <a:off x="324000" y="759300"/>
            <a:ext cx="8125200" cy="11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2) Rearrange this general form of a linear equation to make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the subject and find an expression for the gradient and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-intercept when in this form.</a:t>
            </a:r>
            <a:endParaRPr/>
          </a:p>
        </p:txBody>
      </p:sp>
      <p:sp>
        <p:nvSpPr>
          <p:cNvPr id="2035" name="Google Shape;2035;p16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equations to find the gradient</a:t>
            </a:r>
            <a:endParaRPr/>
          </a:p>
        </p:txBody>
      </p:sp>
      <p:sp>
        <p:nvSpPr>
          <p:cNvPr id="2036" name="Google Shape;2036;p164"/>
          <p:cNvSpPr txBox="1"/>
          <p:nvPr>
            <p:ph type="body" idx="1"/>
          </p:nvPr>
        </p:nvSpPr>
        <p:spPr>
          <a:xfrm>
            <a:off x="1386457" y="2084875"/>
            <a:ext cx="14634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ax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by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 c</a:t>
            </a:r>
            <a:endParaRPr sz="2600" i="1"/>
          </a:p>
        </p:txBody>
      </p:sp>
      <p:sp>
        <p:nvSpPr>
          <p:cNvPr id="2037" name="Google Shape;2037;p164"/>
          <p:cNvSpPr txBox="1"/>
          <p:nvPr>
            <p:ph type="body" idx="1"/>
          </p:nvPr>
        </p:nvSpPr>
        <p:spPr>
          <a:xfrm>
            <a:off x="2014728" y="2694475"/>
            <a:ext cx="14634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by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 c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ax</a:t>
            </a:r>
            <a:endParaRPr sz="2600"/>
          </a:p>
        </p:txBody>
      </p:sp>
      <p:pic>
        <p:nvPicPr>
          <p:cNvPr id="2038" name="Google Shape;2038;p164" descr="&lt;math xmlns=&quot;http://www.w3.org/1998/Math/MathML&quot; display=&quot;block&quot; data-is-equatio=&quot;1&quot; data-latex=&quot;\frac{1}{b}\times by=\frac{1}{b}\times\left(c-ax\right)&quot;&gt;&lt;mfrac&gt;&lt;mn&gt;1&lt;/mn&gt;&lt;mi&gt;b&lt;/mi&gt;&lt;/mfrac&gt;&lt;mo&gt;×&lt;/mo&gt;&lt;mi&gt;b&lt;/mi&gt;&lt;mi&gt;y&lt;/mi&gt;&lt;mo&gt;=&lt;/mo&gt;&lt;mfrac&gt;&lt;mn&gt;1&lt;/mn&gt;&lt;mi&gt;b&lt;/mi&gt;&lt;/mfrac&gt;&lt;mo&gt;×&lt;/mo&gt;&lt;mrow data-mjx-texclass=&quot;INNER&quot;&gt;&lt;mo data-mjx-texclass=&quot;OPEN&quot;&gt;(&lt;/mo&gt;&lt;mi&gt;c&lt;/mi&gt;&lt;mo&gt;−&lt;/mo&gt;&lt;mi&gt;a&lt;/mi&gt;&lt;mi&gt;x&lt;/mi&gt;&lt;mo data-mjx-texclass=&quot;CLOSE&quot;&gt;)&lt;/mo&gt;&lt;/mrow&gt;&lt;/math&gt;" title="1 over b times b y equals 1 over b times open paren c minus a x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2283" y="3345755"/>
            <a:ext cx="2587448" cy="5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9" name="Google Shape;2039;p164" descr="&lt;math xmlns=&quot;http://www.w3.org/1998/Math/MathML&quot; display=&quot;block&quot; data-is-equatio=&quot;1&quot; data-latex=&quot;y=\frac{c}{b}-\frac{a}{b}x&quot;&gt;&lt;mi&gt;y&lt;/mi&gt;&lt;mo&gt;=&lt;/mo&gt;&lt;mfrac&gt;&lt;mi&gt;c&lt;/mi&gt;&lt;mi&gt;b&lt;/mi&gt;&lt;/mfrac&gt;&lt;mo&gt;−&lt;/mo&gt;&lt;mfrac&gt;&lt;mi&gt;a&lt;/mi&gt;&lt;mi&gt;b&lt;/mi&gt;&lt;/mfrac&gt;&lt;mi&gt;x&lt;/mi&gt;&lt;/math&gt;" title="y equals c over b minus a over b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3607" y="4169740"/>
            <a:ext cx="1463400" cy="534961"/>
          </a:xfrm>
          <a:prstGeom prst="rect">
            <a:avLst/>
          </a:prstGeom>
          <a:noFill/>
          <a:ln>
            <a:noFill/>
          </a:ln>
        </p:spPr>
      </p:pic>
      <p:sp>
        <p:nvSpPr>
          <p:cNvPr id="2040" name="Google Shape;2040;p164"/>
          <p:cNvSpPr txBox="1"/>
          <p:nvPr/>
        </p:nvSpPr>
        <p:spPr>
          <a:xfrm flipH="1">
            <a:off x="4535600" y="2313750"/>
            <a:ext cx="31080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For the form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the gradient is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and the 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-intercept is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041" name="Google Shape;2041;p164" descr="&lt;math xmlns=&quot;http://www.w3.org/1998/Math/MathML&quot; display=&quot;block&quot; data-is-equatio=&quot;1&quot; data-latex=&quot;-\frac{a}{b}&quot;&gt;&lt;mo&gt;−&lt;/mo&gt;&lt;mfrac&gt;&lt;mi&gt;a&lt;/mi&gt;&lt;mi&gt;b&lt;/mi&gt;&lt;/mfrac&gt;&lt;/math&gt;" title="negative a over b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64645" y="2729201"/>
            <a:ext cx="397883" cy="53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45" name="Shape 2045"/>
        <p:cNvGrpSpPr/>
        <p:nvPr/>
      </p:nvGrpSpPr>
      <p:grpSpPr>
        <a:xfrm>
          <a:off x="0" y="0"/>
          <a:ext cx="0" cy="0"/>
        </a:xfrm>
      </p:grpSpPr>
      <p:sp>
        <p:nvSpPr>
          <p:cNvPr id="2046" name="Google Shape;2046;p165"/>
          <p:cNvSpPr txBox="1"/>
          <p:nvPr>
            <p:ph type="body" idx="1"/>
          </p:nvPr>
        </p:nvSpPr>
        <p:spPr>
          <a:xfrm>
            <a:off x="324000" y="1232400"/>
            <a:ext cx="8496000" cy="108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Rearranging can be beneficial depending upon which unknown in a formula you are trying to find. 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This will change depending on the context.  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Changing the subject requires similar skills to solving an equation. </a:t>
            </a:r>
            <a:endParaRPr sz="2000"/>
          </a:p>
        </p:txBody>
      </p:sp>
      <p:sp>
        <p:nvSpPr>
          <p:cNvPr id="2047" name="Google Shape;2047;p165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Changing the subject to suit the context</a:t>
            </a:r>
            <a:endParaRPr/>
          </a:p>
        </p:txBody>
      </p:sp>
    </p:spTree>
  </p:cSld>
  <p:clrMapOvr>
    <a:masterClrMapping/>
  </p:clrMapOvr>
  <p:transition/>
  <p:timing/>
</p:sld>
</file>

<file path=ppt/slides/slide4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51" name="Shape 2051"/>
        <p:cNvGrpSpPr/>
        <p:nvPr/>
      </p:nvGrpSpPr>
      <p:grpSpPr>
        <a:xfrm>
          <a:off x="0" y="0"/>
          <a:ext cx="0" cy="0"/>
        </a:xfrm>
      </p:grpSpPr>
      <p:sp>
        <p:nvSpPr>
          <p:cNvPr id="2052" name="Google Shape;2052;p166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053" name="Google Shape;2053;p1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250</Paragraphs>
  <Slides>43</Slides>
  <Notes>43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baseType="lpstr" size="53">
      <vt:lpstr>Arial</vt:lpstr>
      <vt:lpstr>Lexend</vt:lpstr>
      <vt:lpstr>Lexend Medium</vt:lpstr>
      <vt:lpstr>Kalam</vt:lpstr>
      <vt:lpstr>Lexend Light</vt:lpstr>
      <vt:lpstr>Calibri</vt:lpstr>
      <vt:lpstr>ABeeZee</vt:lpstr>
      <vt:lpstr>Times New Roman</vt:lpstr>
      <vt:lpstr>Times</vt:lpstr>
      <vt:lpstr>simple-light-2</vt:lpstr>
      <vt:lpstr>Changing the subject to suit the context</vt:lpstr>
      <vt:lpstr>PowerPoint Presentation</vt:lpstr>
      <vt:lpstr>PowerPoint Presentation</vt:lpstr>
      <vt:lpstr>PowerPoint Presentation</vt:lpstr>
      <vt:lpstr>Rearranging additive and multiplicative steps</vt:lpstr>
      <vt:lpstr>Rearranging additive and multiplicative steps</vt:lpstr>
      <vt:lpstr>Rearranging additive and multiplicative steps</vt:lpstr>
      <vt:lpstr>Rearranging additive and multiplicative steps</vt:lpstr>
      <vt:lpstr>Rearranging additive and multiplicative steps</vt:lpstr>
      <vt:lpstr>Rearranging additive and multiplicative steps</vt:lpstr>
      <vt:lpstr>Rearranging additive and multiplicative steps</vt:lpstr>
      <vt:lpstr>Rearranging additive and multiplicative steps</vt:lpstr>
      <vt:lpstr>Rearranging additive and multiplicative steps</vt:lpstr>
      <vt:lpstr>Rearranging additive and multiplicative steps</vt:lpstr>
      <vt:lpstr>Which of these rearrangements would be most useful if we knew a, v, and t and wanted to know u, the initial velocity?</vt:lpstr>
      <vt:lpstr>Rearranging additive and multiplicative steps</vt:lpstr>
      <vt:lpstr>Rearranging additive and multiplicative steps</vt:lpstr>
      <vt:lpstr>Rearranging additive and multiplicative steps</vt:lpstr>
      <vt:lpstr>Rearranging additive and multiplicative steps</vt:lpstr>
      <vt:lpstr>Rearranging additive and multiplicative steps</vt:lpstr>
      <vt:lpstr>Rearranging additive and multiplicative steps</vt:lpstr>
      <vt:lpstr>Rearranging additive and multiplicative steps</vt:lpstr>
      <vt:lpstr>Rearranging additive and multiplicative steps</vt:lpstr>
      <vt:lpstr>Rearranging additive and multiplicative steps</vt:lpstr>
      <vt:lpstr>Rearranging additive and multiplicative steps</vt:lpstr>
      <vt:lpstr>Rearranging additive and multiplicative steps</vt:lpstr>
      <vt:lpstr>Rearranging additive and multiplicative steps</vt:lpstr>
      <vt:lpstr>Rearranging additive and multiplicative steps</vt:lpstr>
      <vt:lpstr>Rearranging additive and multiplicative steps</vt:lpstr>
      <vt:lpstr>Rearranging equations to find the gradient</vt:lpstr>
      <vt:lpstr>Rearranging equations to find the gradient</vt:lpstr>
      <vt:lpstr>Rearranging equations to find the gradient</vt:lpstr>
      <vt:lpstr>Rearranging equations to find the gradient</vt:lpstr>
      <vt:lpstr>Rearranging equations to find the gradient</vt:lpstr>
      <vt:lpstr>Rearranging equations to find the gradient</vt:lpstr>
      <vt:lpstr>Rearranging equations to find the gradient</vt:lpstr>
      <vt:lpstr>Rearranging equations to find the gradient</vt:lpstr>
      <vt:lpstr>Rearranging equations to find the gradient</vt:lpstr>
      <vt:lpstr>Rearranging equations to find the gradient</vt:lpstr>
      <vt:lpstr>Rearranging equations to find the gradient</vt:lpstr>
      <vt:lpstr>Rearranging equations to find the gradient</vt:lpstr>
      <vt:lpstr>Changing the subject to suit the context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2024-02-06T11:43:47.270</cp:lastPrinted>
  <dcterms:created xsi:type="dcterms:W3CDTF">2024-02-06T11:43:47Z</dcterms:created>
  <dcterms:modified xsi:type="dcterms:W3CDTF">2024-02-06T11:44:05Z</dcterms:modified>
</cp:coreProperties>
</file>