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Changing the subject to suit the context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795900"/>
            <a:ext cx="50058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Rearrange the formula for circumference of a circle so that it would be more efficient for finding the radius if you knew the circumference.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4750" y="14360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Rearranging additive and multiplicative steps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715039" y="1896097"/>
            <a:ext cx="1176600" cy="117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5741619" y="2328835"/>
            <a:ext cx="521400" cy="14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6" name="Google Shape;166;p20"/>
          <p:cNvSpPr/>
          <p:nvPr/>
        </p:nvSpPr>
        <p:spPr>
          <a:xfrm>
            <a:off x="6284247" y="2465356"/>
            <a:ext cx="37800" cy="378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910526" y="2401668"/>
            <a:ext cx="134700" cy="1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788743" y="1853567"/>
            <a:ext cx="3033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214712" y="2556823"/>
            <a:ext cx="89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3529850"/>
            <a:ext cx="51498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b) Rearrange the formula for area of a triangle so that it would be more efficient for finding the height if you knew the area and the base.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714101" y="3920875"/>
            <a:ext cx="6060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551219" y="4571716"/>
            <a:ext cx="3873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Base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 flipH="1">
            <a:off x="6333418" y="3559734"/>
            <a:ext cx="0" cy="88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4" name="Google Shape;174;p20"/>
          <p:cNvCxnSpPr/>
          <p:nvPr/>
        </p:nvCxnSpPr>
        <p:spPr>
          <a:xfrm flipH="1">
            <a:off x="6408825" y="4513714"/>
            <a:ext cx="628200" cy="5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5" name="Google Shape;175;p20"/>
          <p:cNvSpPr/>
          <p:nvPr/>
        </p:nvSpPr>
        <p:spPr>
          <a:xfrm>
            <a:off x="6416386" y="3567026"/>
            <a:ext cx="606000" cy="867300"/>
          </a:xfrm>
          <a:prstGeom prst="rtTriangl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 descr="&lt;math xmlns=&quot;http://www.w3.org/1998/Math/MathML&quot; display=&quot;block&quot; data-is-equatio=&quot;1&quot; data-latex=&quot;A=\frac{1}{2}bh&quot;&gt;&lt;mi&gt;A&lt;/mi&gt;&lt;mo&gt;=&lt;/mo&gt;&lt;mfrac&gt;&lt;mn&gt;1&lt;/mn&gt;&lt;mn&gt;2&lt;/mn&gt;&lt;/mfrac&gt;&lt;mi&gt;b&lt;/mi&gt;&lt;mi&gt;h&lt;/mi&gt;&lt;/math&gt;" title="A equals one half b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2415" y="3995506"/>
            <a:ext cx="784596" cy="4334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5784522"/>
            <a:ext cx="5550600" cy="11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c) Rearrange the formula for surface area of a cylinder so that it would be more efficient for finding the height if you knew the surface area and radius.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137360" y="6269171"/>
            <a:ext cx="168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2π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20" descr="&lt;math xmlns=&quot;http://www.w3.org/1998/Math/MathML&quot; data-is-equatio=&quot;1&quot; data-equatio-url=&quot;https://equatio-api.texthelp.com/desmos/get/09-11-2023/0d5801b1-7d1e-4358-947e-2588a90f8af8&quot; data-equatio-type=&quot;image&quot;&gt;&lt;mglyph src=&quot;https://equatio-api.texthelp.com/desmos/get/09-11-2023/0d5801b1-7d1e-4358-947e-2588a90f8af8&quot; alt=&quot;Equatio Image&quot;/&gt;&lt;/math&gt;" title="Equatio Image"/>
          <p:cNvPicPr preferRelativeResize="0"/>
          <p:nvPr/>
        </p:nvPicPr>
        <p:blipFill>
          <a:blip r:embed="rId4">
            <a:alphaModFix/>
          </a:blip>
          <a:srcRect l="58827"/>
          <a:stretch>
            <a:fillRect/>
          </a:stretch>
        </p:blipFill>
        <p:spPr>
          <a:xfrm>
            <a:off x="6018503" y="5878064"/>
            <a:ext cx="880008" cy="1007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0"/>
          <p:cNvCxnSpPr/>
          <p:nvPr/>
        </p:nvCxnSpPr>
        <p:spPr>
          <a:xfrm flipH="1">
            <a:off x="6941373" y="5976737"/>
            <a:ext cx="0" cy="80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" name="Google Shape;181;p20"/>
          <p:cNvCxnSpPr/>
          <p:nvPr/>
        </p:nvCxnSpPr>
        <p:spPr>
          <a:xfrm rot="10800000">
            <a:off x="6507982" y="5978906"/>
            <a:ext cx="37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2" name="Google Shape;182;p20"/>
          <p:cNvSpPr txBox="1"/>
          <p:nvPr/>
        </p:nvSpPr>
        <p:spPr>
          <a:xfrm>
            <a:off x="6635791" y="5708672"/>
            <a:ext cx="103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988296" y="6269175"/>
            <a:ext cx="103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81782" y="7484473"/>
            <a:ext cx="65967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is the formula for converting Celsius into Fahrenheit.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two ways to rearrange the formula so that it converts Fahrenheit into Celsius.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 descr="&lt;math xmlns=&quot;http://www.w3.org/1998/Math/MathML&quot; display=&quot;block&quot; data-is-equatio=&quot;1&quot; data-latex=&quot;F=\frac{9c}{5}+32&quot;&gt;&lt;mi&gt;F&lt;/mi&gt;&lt;mo&gt;=&lt;/mo&gt;&lt;mfrac&gt;&lt;mrow&gt;&lt;mn&gt;9&lt;/mn&gt;&lt;mi&gt;c&lt;/mi&gt;&lt;/mrow&gt;&lt;mn&gt;5&lt;/mn&gt;&lt;/mfrac&gt;&lt;mo&gt;+&lt;/mo&gt;&lt;mn&gt;32&lt;/mn&gt;&lt;/math&gt;" title="F equals 9 c over 5 plus 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8529" y="8050202"/>
            <a:ext cx="960078" cy="375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1" name="Google Shape;19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Changing the subject to suit the context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479875" y="720000"/>
            <a:ext cx="6612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Rearranging equations to find the gradient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588543"/>
            <a:ext cx="20139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3608427" y="1588543"/>
            <a:ext cx="20139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1058650"/>
            <a:ext cx="66120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gradient and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of the lines given by these equations by rearranging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9875" y="3757574"/>
            <a:ext cx="16035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5852173"/>
            <a:ext cx="66120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Rearrange this general form of a linear equation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 and find an expression for the gradient and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when in this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1332590" y="6473678"/>
            <a:ext cx="11910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Changing the subject to suit the context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2024-02-06T11:43:36.324</cp:lastPrinted>
  <dcterms:created xsi:type="dcterms:W3CDTF">2024-02-06T11:43:36Z</dcterms:created>
  <dcterms:modified xsi:type="dcterms:W3CDTF">2024-02-06T11:43:46Z</dcterms:modified>
</cp:coreProperties>
</file>