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C0D14FE-3433-4B74-84F4-E2C189DAF6E3}">
  <a:tblStyle styleId="{9C0D14FE-3433-4B74-84F4-E2C189DAF6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g2b435d93b72_0_9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435d93b72_0_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More complex binomial products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412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equivalent binomials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824000"/>
            <a:ext cx="662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area models to expand and simplify these expressions.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86509" y="2440236"/>
            <a:ext cx="1130400" cy="113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276607" y="2495290"/>
            <a:ext cx="13509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91214" y="2394544"/>
            <a:ext cx="20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256486" y="4008284"/>
            <a:ext cx="1371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36200" y="3912606"/>
            <a:ext cx="20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520345" y="2494377"/>
            <a:ext cx="1545900" cy="1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(15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839091" y="2394653"/>
            <a:ext cx="199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453202" y="3767152"/>
            <a:ext cx="1791300" cy="14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824403" y="3897306"/>
            <a:ext cx="199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886509" y="3935839"/>
            <a:ext cx="1130400" cy="113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171157" y="3920303"/>
            <a:ext cx="1119000" cy="111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230374" y="2439881"/>
            <a:ext cx="1119000" cy="111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53775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these expressions can be written as the difference of two squares.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903700" y="5711470"/>
            <a:ext cx="1720800" cy="1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031200" y="5711470"/>
            <a:ext cx="1857600" cy="16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374975" y="5711469"/>
            <a:ext cx="2472900" cy="14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79" name="Google Shape;179;p20"/>
          <p:cNvGraphicFramePr>
            <a:graphicFrameLocks noGrp="1"/>
          </p:cNvGraphicFramePr>
          <p:nvPr/>
        </p:nvGraphicFramePr>
        <p:xfrm>
          <a:off x="501952" y="5740114"/>
          <a:ext cx="301025" cy="1243780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530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0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2787952" y="5740114"/>
          <a:ext cx="301025" cy="1242025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0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5073952" y="5740114"/>
          <a:ext cx="301025" cy="1242025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0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/>
          <p:nvPr/>
        </p:nvSpPr>
        <p:spPr>
          <a:xfrm>
            <a:off x="466975" y="7741150"/>
            <a:ext cx="1361100" cy="1446000"/>
          </a:xfrm>
          <a:prstGeom prst="roundRect">
            <a:avLst>
              <a:gd name="adj" fmla="val 765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− 81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81 −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82650" y="7462800"/>
            <a:ext cx="6624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Which products of two binomials give the expressions in the box?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869750" y="1317150"/>
            <a:ext cx="23415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Coefficients other than 1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101145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Expand and simplify each product of two binomials.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862675" y="1317150"/>
            <a:ext cx="2515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072475" y="1317150"/>
            <a:ext cx="2596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95" name="Google Shape;195;p21"/>
          <p:cNvGraphicFramePr>
            <a:graphicFrameLocks noGrp="1"/>
          </p:cNvGraphicFramePr>
          <p:nvPr/>
        </p:nvGraphicFramePr>
        <p:xfrm>
          <a:off x="468002" y="1345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138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54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6" name="Google Shape;196;p21"/>
          <p:cNvGraphicFramePr>
            <a:graphicFrameLocks noGrp="1"/>
          </p:cNvGraphicFramePr>
          <p:nvPr/>
        </p:nvGraphicFramePr>
        <p:xfrm>
          <a:off x="2449202" y="133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1392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9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4659002" y="13171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140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07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 txBox="1"/>
          <p:nvPr/>
        </p:nvSpPr>
        <p:spPr>
          <a:xfrm>
            <a:off x="468000" y="3932400"/>
            <a:ext cx="6624000" cy="18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do you notice about your answer to a) and f)? Can you explain why this happens.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60283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Expand and simplify each product of two binomials.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709925" y="6277863"/>
            <a:ext cx="25647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862675" y="6277863"/>
            <a:ext cx="24987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072475" y="6277863"/>
            <a:ext cx="2596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03" name="Google Shape;203;p21"/>
          <p:cNvGraphicFramePr>
            <a:graphicFrameLocks noGrp="1"/>
          </p:cNvGraphicFramePr>
          <p:nvPr/>
        </p:nvGraphicFramePr>
        <p:xfrm>
          <a:off x="468002" y="62778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1083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50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21"/>
          <p:cNvGraphicFramePr>
            <a:graphicFrameLocks noGrp="1"/>
          </p:cNvGraphicFramePr>
          <p:nvPr/>
        </p:nvGraphicFramePr>
        <p:xfrm>
          <a:off x="2449202" y="6277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1090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93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5" name="Google Shape;205;p21"/>
          <p:cNvGraphicFramePr>
            <a:graphicFrameLocks noGrp="1"/>
          </p:cNvGraphicFramePr>
          <p:nvPr/>
        </p:nvGraphicFramePr>
        <p:xfrm>
          <a:off x="4659002" y="6277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{9C0D14FE-3433-4B74-84F4-E2C189DAF6E3}</a:tableStyleId>
              </a:tblPr>
              <a:tblGrid>
                <a:gridCol w="301025"/>
              </a:tblGrid>
              <a:tr h="1075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7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1"/>
          <p:cNvSpPr txBox="1"/>
          <p:nvPr/>
        </p:nvSpPr>
        <p:spPr>
          <a:xfrm>
            <a:off x="468000" y="8514700"/>
            <a:ext cx="6624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What do you notice about your answer to c) and e)? Can you explain why this happens.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grpSp>
        <p:nvGrpSpPr>
          <p:cNvPr id="211" name="Google Shape;211;p22"/>
          <p:cNvGrpSpPr/>
          <p:nvPr/>
        </p:nvGrpSpPr>
        <p:grpSpPr>
          <a:xfrm>
            <a:off x="467999" y="1738025"/>
            <a:ext cx="375515" cy="1126579"/>
            <a:chOff x="256400" y="1620009"/>
            <a:chExt cx="483724" cy="1451216"/>
          </a:xfrm>
        </p:grpSpPr>
        <p:grpSp>
          <p:nvGrpSpPr>
            <p:cNvPr id="212" name="Google Shape;212;p22"/>
            <p:cNvGrpSpPr/>
            <p:nvPr/>
          </p:nvGrpSpPr>
          <p:grpSpPr>
            <a:xfrm>
              <a:off x="256400" y="1620009"/>
              <a:ext cx="483625" cy="1440013"/>
              <a:chOff x="5959200" y="1619988"/>
              <a:chExt cx="483625" cy="1835113"/>
            </a:xfrm>
          </p:grpSpPr>
          <p:cxnSp>
            <p:nvCxnSpPr>
              <p:cNvPr id="213" name="Google Shape;213;p22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14" name="Google Shape;214;p22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15" name="Google Shape;215;p22"/>
              <p:cNvSpPr txBox="1"/>
              <p:nvPr/>
            </p:nvSpPr>
            <p:spPr>
              <a:xfrm>
                <a:off x="5959200" y="1953448"/>
                <a:ext cx="4470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endParaRPr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16" name="Google Shape;216;p22"/>
            <p:cNvSpPr txBox="1"/>
            <p:nvPr/>
          </p:nvSpPr>
          <p:spPr>
            <a:xfrm>
              <a:off x="293124" y="2617625"/>
              <a:ext cx="4470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7" name="Google Shape;21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8" name="Google Shape;218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911348" y="1738027"/>
            <a:ext cx="1117800" cy="1117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486336" y="1807371"/>
            <a:ext cx="13359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23" name="Google Shape;223;p22"/>
          <p:cNvGrpSpPr/>
          <p:nvPr/>
        </p:nvGrpSpPr>
        <p:grpSpPr>
          <a:xfrm>
            <a:off x="933944" y="1470657"/>
            <a:ext cx="1159276" cy="222177"/>
            <a:chOff x="1409600" y="2038350"/>
            <a:chExt cx="1920285" cy="286200"/>
          </a:xfrm>
        </p:grpSpPr>
        <p:sp>
          <p:nvSpPr>
            <p:cNvPr id="224" name="Google Shape;224;p22"/>
            <p:cNvSpPr txBox="1"/>
            <p:nvPr/>
          </p:nvSpPr>
          <p:spPr>
            <a:xfrm>
              <a:off x="1767785" y="2038350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        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5" name="Google Shape;225;p22"/>
            <p:cNvCxnSpPr/>
            <p:nvPr/>
          </p:nvCxnSpPr>
          <p:spPr>
            <a:xfrm>
              <a:off x="2554325" y="2324450"/>
              <a:ext cx="704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6" name="Google Shape;226;p22"/>
            <p:cNvCxnSpPr/>
            <p:nvPr/>
          </p:nvCxnSpPr>
          <p:spPr>
            <a:xfrm>
              <a:off x="1409600" y="2324438"/>
              <a:ext cx="113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27" name="Google Shape;227;p22"/>
          <p:cNvSpPr/>
          <p:nvPr/>
        </p:nvSpPr>
        <p:spPr>
          <a:xfrm>
            <a:off x="900383" y="1741872"/>
            <a:ext cx="666600" cy="668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567126" y="1741870"/>
            <a:ext cx="451200" cy="668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900385" y="2405659"/>
            <a:ext cx="666600" cy="452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1562574" y="2405645"/>
            <a:ext cx="452100" cy="452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496510" y="720000"/>
            <a:ext cx="63951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Izzy wants to find the expanded form of the product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Spot and correct any mistakes she has made.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96510" y="3492589"/>
            <a:ext cx="6595500" cy="9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Can you write two binomials which will have the product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there more than one way?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33" name="Google Shape;2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618" y="759358"/>
            <a:ext cx="634863" cy="2135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More complex binomial products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2024-02-06T11:38:26.737</cp:lastPrinted>
  <dcterms:created xsi:type="dcterms:W3CDTF">2024-02-06T11:38:26Z</dcterms:created>
  <dcterms:modified xsi:type="dcterms:W3CDTF">2024-02-06T11:41:49Z</dcterms:modified>
</cp:coreProperties>
</file>