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g290b3d80466_0_4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0b3d80466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Describing a reflection with formal language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Describing a reflection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630000"/>
            <a:ext cx="33036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descriptions to the reflections.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250" y="1902009"/>
            <a:ext cx="958249" cy="140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011" y="3449980"/>
            <a:ext cx="1251264" cy="1086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1029" y="1902009"/>
            <a:ext cx="1050978" cy="140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0"/>
          <p:cNvGrpSpPr/>
          <p:nvPr/>
        </p:nvGrpSpPr>
        <p:grpSpPr>
          <a:xfrm>
            <a:off x="5102494" y="2506531"/>
            <a:ext cx="197236" cy="197236"/>
            <a:chOff x="1020916" y="1442088"/>
            <a:chExt cx="457200" cy="457200"/>
          </a:xfrm>
        </p:grpSpPr>
        <p:pic>
          <p:nvPicPr>
            <p:cNvPr id="169" name="Google Shape;169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5843801" y="2506530"/>
            <a:ext cx="197236" cy="197236"/>
            <a:chOff x="1020916" y="1442088"/>
            <a:chExt cx="457200" cy="457200"/>
          </a:xfrm>
        </p:grpSpPr>
        <p:pic>
          <p:nvPicPr>
            <p:cNvPr id="172" name="Google Shape;17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" name="Google Shape;174;p20"/>
          <p:cNvGrpSpPr/>
          <p:nvPr/>
        </p:nvGrpSpPr>
        <p:grpSpPr>
          <a:xfrm>
            <a:off x="5391275" y="3894762"/>
            <a:ext cx="197236" cy="197190"/>
            <a:chOff x="1020916" y="1442088"/>
            <a:chExt cx="457200" cy="457200"/>
          </a:xfrm>
        </p:grpSpPr>
        <p:pic>
          <p:nvPicPr>
            <p:cNvPr id="175" name="Google Shape;175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>
            <a:off x="959150" y="2129050"/>
            <a:ext cx="2460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Horizontal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 through the coordinates (2, 5) and (2, 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52750" y="1902000"/>
            <a:ext cx="17253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959150" y="3906192"/>
            <a:ext cx="2460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Vertical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 through the coordinates (2, 5) and (0, 5).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959150" y="3015518"/>
            <a:ext cx="2460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Vertical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 through the coordinates (5, 2) and (0, 2).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52750" y="2790570"/>
            <a:ext cx="17253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52750" y="3679141"/>
            <a:ext cx="17253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4626312"/>
            <a:ext cx="6624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descriptions of these reflections.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5862" y="5848437"/>
            <a:ext cx="1616280" cy="108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00575" y="5848438"/>
            <a:ext cx="1230857" cy="108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67998" y="4898762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5202312"/>
            <a:ext cx="2952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reflection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through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coordinates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5) and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1).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39998" y="4898762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40000" y="5202312"/>
            <a:ext cx="2952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 of reflection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through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coordinates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 (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7239537"/>
            <a:ext cx="66240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full descriptions to these reflections.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7998" y="7511987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139998" y="7511987"/>
            <a:ext cx="1440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Description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6281" y="8337100"/>
            <a:ext cx="1455430" cy="14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00366" y="8337100"/>
            <a:ext cx="2431273" cy="1406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" name="Shape 199"/>
        <p:cNvGrpSpPr/>
        <p:nvPr/>
      </p:nvGrpSpPr>
      <p:grpSpPr>
        <a:xfrm>
          <a:off x="0" y="0"/>
          <a:ext cx="0" cy="0"/>
        </a:xfrm>
      </p:grpSpPr>
      <p:sp>
        <p:nvSpPr>
          <p:cNvPr id="200" name="Google Shape;20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1" name="Google Shape;20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reflection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6825" y="1005725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line of reflection for each of these partially completed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rcRect b="3446"/>
          <a:stretch>
            <a:fillRect/>
          </a:stretch>
        </p:blipFill>
        <p:spPr>
          <a:xfrm>
            <a:off x="815400" y="1226048"/>
            <a:ext cx="5929200" cy="319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466825" y="4731700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line of reflection for each of these partially completed diagrams. You will need to use a ruler.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400" y="5183565"/>
            <a:ext cx="5929200" cy="326389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Applying strategies for finding the mirror line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74750" y="92581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Diagonal reflections and non-reflections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 reflection</a:t>
            </a:r>
            <a:endParaRPr/>
          </a:p>
        </p:txBody>
      </p:sp>
      <p:sp>
        <p:nvSpPr>
          <p:cNvPr id="215" name="Google Shape;21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466825" y="1005725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1a) Which of these is a non-reflection? Draw line segments between corresponding points to find out!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the line of reflection for all diagrams that show a reflection.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80025"/>
            <a:ext cx="6625200" cy="198503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466825" y="4389475"/>
            <a:ext cx="66252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2a) Which of these is a non-reflection? Use a ruler to help you find out!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the line of reflection for all diagrams that show a reflection.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825" y="5075300"/>
            <a:ext cx="6625199" cy="20724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2"/>
          <p:cNvCxnSpPr/>
          <p:nvPr/>
        </p:nvCxnSpPr>
        <p:spPr>
          <a:xfrm>
            <a:off x="474750" y="756075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2023-11-02T14:22:57.497</cp:lastPrinted>
  <dcterms:created xsi:type="dcterms:W3CDTF">2023-11-02T14:22:57Z</dcterms:created>
  <dcterms:modified xsi:type="dcterms:W3CDTF">2023-11-02T14:23:06Z</dcterms:modified>
</cp:coreProperties>
</file>