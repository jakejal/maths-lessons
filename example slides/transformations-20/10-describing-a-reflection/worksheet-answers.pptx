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8" name="Shape 228"/>
        <p:cNvGrpSpPr/>
        <p:nvPr/>
      </p:nvGrpSpPr>
      <p:grpSpPr>
        <a:xfrm>
          <a:off x="0" y="0"/>
          <a:ext cx="0" cy="0"/>
        </a:xfrm>
      </p:grpSpPr>
      <p:sp>
        <p:nvSpPr>
          <p:cNvPr id="229" name="Google Shape;229;g29103136b34_0_67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9103136b34_0_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2" name="Shape 242"/>
        <p:cNvGrpSpPr/>
        <p:nvPr/>
      </p:nvGrpSpPr>
      <p:grpSpPr>
        <a:xfrm>
          <a:off x="0" y="0"/>
          <a:ext cx="0" cy="0"/>
        </a:xfrm>
      </p:grpSpPr>
      <p:sp>
        <p:nvSpPr>
          <p:cNvPr id="243" name="Google Shape;24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5.png" /><Relationship Id="rId4" Type="http://schemas.openxmlformats.org/officeDocument/2006/relationships/image" Target="../media/image16.png" /><Relationship Id="rId5" Type="http://schemas.openxmlformats.org/officeDocument/2006/relationships/image" Target="../media/image17.png" /><Relationship Id="rId6" Type="http://schemas.openxmlformats.org/officeDocument/2006/relationships/image" Target="../media/image18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9.png" /><Relationship Id="rId4" Type="http://schemas.openxmlformats.org/officeDocument/2006/relationships/image" Target="../media/image20.png" /><Relationship Id="rId5" Type="http://schemas.openxmlformats.org/officeDocument/2006/relationships/image" Target="../media/image21.png" /><Relationship Id="rId6" Type="http://schemas.openxmlformats.org/officeDocument/2006/relationships/image" Target="../media/image2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Describing a reflection with formal language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Describing a reflection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630000"/>
            <a:ext cx="33036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descriptions to the reflections.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4250" y="1902009"/>
            <a:ext cx="958249" cy="140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011" y="3449980"/>
            <a:ext cx="1251264" cy="1086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1029" y="1902009"/>
            <a:ext cx="1050978" cy="1406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20"/>
          <p:cNvGrpSpPr/>
          <p:nvPr/>
        </p:nvGrpSpPr>
        <p:grpSpPr>
          <a:xfrm>
            <a:off x="5102494" y="2506531"/>
            <a:ext cx="197236" cy="197236"/>
            <a:chOff x="1020916" y="1442088"/>
            <a:chExt cx="457200" cy="457200"/>
          </a:xfrm>
        </p:grpSpPr>
        <p:pic>
          <p:nvPicPr>
            <p:cNvPr id="179" name="Google Shape;179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" name="Google Shape;181;p20"/>
          <p:cNvGrpSpPr/>
          <p:nvPr/>
        </p:nvGrpSpPr>
        <p:grpSpPr>
          <a:xfrm>
            <a:off x="5843801" y="2506530"/>
            <a:ext cx="197236" cy="197236"/>
            <a:chOff x="1020916" y="1442088"/>
            <a:chExt cx="457200" cy="457200"/>
          </a:xfrm>
        </p:grpSpPr>
        <p:pic>
          <p:nvPicPr>
            <p:cNvPr id="182" name="Google Shape;182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5391275" y="3894762"/>
            <a:ext cx="197236" cy="197190"/>
            <a:chOff x="1020916" y="1442088"/>
            <a:chExt cx="457200" cy="457200"/>
          </a:xfrm>
        </p:grpSpPr>
        <p:pic>
          <p:nvPicPr>
            <p:cNvPr id="185" name="Google Shape;185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7" name="Google Shape;187;p20"/>
          <p:cNvSpPr txBox="1"/>
          <p:nvPr/>
        </p:nvSpPr>
        <p:spPr>
          <a:xfrm>
            <a:off x="959150" y="2129050"/>
            <a:ext cx="24609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Horizontal reflection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 of reflection through the coordinates (2, 5) and (2, 0).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652750" y="1902000"/>
            <a:ext cx="17253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Description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959150" y="3906192"/>
            <a:ext cx="24609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Vertical reflection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 of reflection through the coordinates (2, 5) and (0, 5).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959150" y="3015518"/>
            <a:ext cx="24609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Vertical reflection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 of reflection through the coordinates (5, 2) and (0, 2).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52750" y="2790570"/>
            <a:ext cx="17253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Description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52750" y="3679141"/>
            <a:ext cx="17253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Description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76400" y="4626312"/>
            <a:ext cx="66240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descriptions of these reflections.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5862" y="5848437"/>
            <a:ext cx="1616280" cy="108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00575" y="5848438"/>
            <a:ext cx="1230857" cy="108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467998" y="4898762"/>
            <a:ext cx="14403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Description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68000" y="5202312"/>
            <a:ext cx="29520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reflection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 of reflection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through the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coordinates (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, 5) and (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, 1).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139998" y="4898762"/>
            <a:ext cx="14403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Description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140000" y="5202312"/>
            <a:ext cx="29520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 of reflection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through the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coordinates (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, 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) and (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, 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76400" y="7239537"/>
            <a:ext cx="66240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Write full descriptions to these reflections.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7998" y="7511987"/>
            <a:ext cx="14403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Description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139998" y="7511987"/>
            <a:ext cx="14403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Description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16281" y="8565700"/>
            <a:ext cx="1455430" cy="140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00366" y="8565700"/>
            <a:ext cx="2431273" cy="1406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0"/>
          <p:cNvGrpSpPr/>
          <p:nvPr/>
        </p:nvGrpSpPr>
        <p:grpSpPr>
          <a:xfrm>
            <a:off x="652751" y="2174005"/>
            <a:ext cx="197236" cy="197236"/>
            <a:chOff x="1020916" y="1442088"/>
            <a:chExt cx="457200" cy="457200"/>
          </a:xfrm>
        </p:grpSpPr>
        <p:pic>
          <p:nvPicPr>
            <p:cNvPr id="206" name="Google Shape;206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 b="1" i="0" u="none" strike="noStrike" cap="none">
                  <a:solidFill>
                    <a:srgbClr val="FFFFFF"/>
                  </a:solidFill>
                  <a:latin typeface="Kalam"/>
                  <a:ea typeface="Kalam"/>
                  <a:cs typeface="Kalam"/>
                  <a:sym typeface="Kalam"/>
                </a:rPr>
                <a:t>b</a:t>
              </a:r>
              <a:endParaRPr sz="1200" b="1" i="0" u="none" strike="noStrike" cap="none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652744" y="3937844"/>
            <a:ext cx="197236" cy="197236"/>
            <a:chOff x="1020916" y="1442088"/>
            <a:chExt cx="457200" cy="457200"/>
          </a:xfrm>
        </p:grpSpPr>
        <p:pic>
          <p:nvPicPr>
            <p:cNvPr id="209" name="Google Shape;209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 b="1" i="0" u="none" strike="noStrike" cap="none">
                  <a:solidFill>
                    <a:srgbClr val="FFFFFF"/>
                  </a:solidFill>
                  <a:latin typeface="Kalam"/>
                  <a:ea typeface="Kalam"/>
                  <a:cs typeface="Kalam"/>
                  <a:sym typeface="Kalam"/>
                </a:rPr>
                <a:t>a</a:t>
              </a:r>
              <a:endParaRPr sz="1200" b="1" i="0" u="none" strike="noStrike" cap="none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652750" y="3055950"/>
            <a:ext cx="197236" cy="197190"/>
            <a:chOff x="1020916" y="1442088"/>
            <a:chExt cx="457200" cy="457200"/>
          </a:xfrm>
        </p:grpSpPr>
        <p:pic>
          <p:nvPicPr>
            <p:cNvPr id="212" name="Google Shape;212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 b="1" i="0" u="none" strike="noStrike" cap="none">
                  <a:solidFill>
                    <a:srgbClr val="FFFFFF"/>
                  </a:solidFill>
                  <a:latin typeface="Kalam"/>
                  <a:ea typeface="Kalam"/>
                  <a:cs typeface="Kalam"/>
                  <a:sym typeface="Kalam"/>
                </a:rPr>
                <a:t>c</a:t>
              </a:r>
              <a:endParaRPr sz="1200" b="1" i="0" u="none" strike="noStrike" cap="none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214" name="Google Shape;214;p20"/>
          <p:cNvSpPr txBox="1"/>
          <p:nvPr/>
        </p:nvSpPr>
        <p:spPr>
          <a:xfrm>
            <a:off x="516900" y="5066175"/>
            <a:ext cx="10191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horizontal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1481975" y="5532975"/>
            <a:ext cx="2130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2434475" y="5532975"/>
            <a:ext cx="2130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188608" y="5066175"/>
            <a:ext cx="10191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horizontal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153683" y="5532975"/>
            <a:ext cx="2130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316283" y="5532975"/>
            <a:ext cx="2130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534683" y="5532975"/>
            <a:ext cx="2130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6702883" y="5532975"/>
            <a:ext cx="2130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070400" y="6912322"/>
            <a:ext cx="30300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 and n can be any number.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539926" y="7718475"/>
            <a:ext cx="2880000" cy="1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Vertical reflection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Line of reflection through the coordinates (m, 8) and (n, 8).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68000" y="8335958"/>
            <a:ext cx="2600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 and n can be any number.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211963" y="7718475"/>
            <a:ext cx="2880000" cy="1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Horizontal reflection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Line of reflection through the coordinates (14, a) and (14, b).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4140038" y="8335958"/>
            <a:ext cx="2600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and b can be any number.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7" name="Google Shape;227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1" name="Shape 231"/>
        <p:cNvGrpSpPr/>
        <p:nvPr/>
      </p:nvGrpSpPr>
      <p:grpSpPr>
        <a:xfrm>
          <a:off x="0" y="0"/>
          <a:ext cx="0" cy="0"/>
        </a:xfrm>
      </p:grpSpPr>
      <p:sp>
        <p:nvSpPr>
          <p:cNvPr id="232" name="Google Shape;23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 reflection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466825" y="1005725"/>
            <a:ext cx="66252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line of reflection for each of these partially completed diagrams.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" name="Google Shape;234;p21"/>
          <p:cNvPicPr preferRelativeResize="0"/>
          <p:nvPr/>
        </p:nvPicPr>
        <p:blipFill>
          <a:blip r:embed="rId3">
            <a:alphaModFix/>
          </a:blip>
          <a:srcRect b="3446"/>
          <a:stretch>
            <a:fillRect/>
          </a:stretch>
        </p:blipFill>
        <p:spPr>
          <a:xfrm>
            <a:off x="815400" y="1226048"/>
            <a:ext cx="5929200" cy="319992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466825" y="4731700"/>
            <a:ext cx="66252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the line of reflection for each of these partially completed diagrams. You will need to use a ruler.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" name="Google Shape;2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400" y="5183565"/>
            <a:ext cx="5929200" cy="326389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Applying strategies for finding the mirror line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" name="Google Shape;238;p21"/>
          <p:cNvPicPr preferRelativeResize="0"/>
          <p:nvPr/>
        </p:nvPicPr>
        <p:blipFill>
          <a:blip r:embed="rId5">
            <a:alphaModFix/>
          </a:blip>
          <a:srcRect t="3859" b="6798"/>
          <a:stretch>
            <a:fillRect/>
          </a:stretch>
        </p:blipFill>
        <p:spPr>
          <a:xfrm>
            <a:off x="815400" y="1226050"/>
            <a:ext cx="5929200" cy="3176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4501" y="5183575"/>
            <a:ext cx="6060375" cy="338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466825" y="8796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will be other correct answers, depending on which pairs of corresponding points you chose.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1" name="Google Shape;241;p21"/>
          <p:cNvCxnSpPr/>
          <p:nvPr/>
        </p:nvCxnSpPr>
        <p:spPr>
          <a:xfrm>
            <a:off x="474750" y="925815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pic>
        <p:nvPicPr>
          <p:cNvPr id="246" name="Google Shape;2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25" y="4990750"/>
            <a:ext cx="6625199" cy="209412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0" name="Google Shape;250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 reflection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Diagonal reflections and non-reflections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466825" y="1005725"/>
            <a:ext cx="66252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1a) Which of these is a non-reflection? Draw line segments between corresponding points to find out!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Draw the line of reflection for all diagrams that show a reflection.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3" name="Google Shape;25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880025"/>
            <a:ext cx="6625200" cy="198503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466825" y="4389475"/>
            <a:ext cx="66252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2a) Which of these is a non-reflection? Use a ruler to help you find out!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Draw the line of reflection for all diagrams that show a reflection.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00" y="1880025"/>
            <a:ext cx="6625200" cy="200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3988" y="2373067"/>
            <a:ext cx="396000" cy="419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22"/>
          <p:cNvCxnSpPr/>
          <p:nvPr/>
        </p:nvCxnSpPr>
        <p:spPr>
          <a:xfrm>
            <a:off x="474750" y="756075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60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2023-11-02T14:22:59.131</cp:lastPrinted>
  <dcterms:created xsi:type="dcterms:W3CDTF">2023-11-02T14:22:59Z</dcterms:created>
  <dcterms:modified xsi:type="dcterms:W3CDTF">2023-11-02T14:23:09Z</dcterms:modified>
</cp:coreProperties>
</file>