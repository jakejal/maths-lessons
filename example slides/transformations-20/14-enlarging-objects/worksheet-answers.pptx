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7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Relationship Id="rId8" Type="http://schemas.openxmlformats.org/officeDocument/2006/relationships/image" Target="../media/image15.png" /><Relationship Id="rId9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objects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rcRect l="188" t="405" r="526" b="682"/>
          <a:stretch>
            <a:fillRect/>
          </a:stretch>
        </p:blipFill>
        <p:spPr>
          <a:xfrm>
            <a:off x="468000" y="2535098"/>
            <a:ext cx="2786372" cy="216479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68000" y="1513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Enlarging using an integer scale factor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850294"/>
            <a:ext cx="37182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Enlarge the object by a scale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3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9189" y="2535107"/>
            <a:ext cx="3162812" cy="2164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140000" y="1854775"/>
            <a:ext cx="2952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Enlarge the object by a scale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4 from the point (2, 1).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5325750"/>
            <a:ext cx="36222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Enlarge the object by a scale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2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396300" y="8814183"/>
            <a:ext cx="109200" cy="109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140000" y="5327300"/>
            <a:ext cx="2952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Enlarge the object by a scale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3 from the marked vertex.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5">
            <a:alphaModFix/>
          </a:blip>
          <a:srcRect l="6806" r="65023"/>
          <a:stretch>
            <a:fillRect/>
          </a:stretch>
        </p:blipFill>
        <p:spPr>
          <a:xfrm>
            <a:off x="755650" y="5794300"/>
            <a:ext cx="1364474" cy="350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rcRect l="58764" r="7052"/>
          <a:stretch>
            <a:fillRect/>
          </a:stretch>
        </p:blipFill>
        <p:spPr>
          <a:xfrm>
            <a:off x="4200925" y="5782275"/>
            <a:ext cx="1655724" cy="35085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2200325" y="6625325"/>
            <a:ext cx="12198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Measure and check a = 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 rot="10800000">
            <a:off x="849400" y="8988667"/>
            <a:ext cx="858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5" name="Google Shape;185;p20"/>
          <p:cNvCxnSpPr/>
          <p:nvPr/>
        </p:nvCxnSpPr>
        <p:spPr>
          <a:xfrm rot="10800000" flipH="1">
            <a:off x="713367" y="8010750"/>
            <a:ext cx="5700" cy="852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6" name="Google Shape;186;p20"/>
          <p:cNvSpPr txBox="1"/>
          <p:nvPr/>
        </p:nvSpPr>
        <p:spPr>
          <a:xfrm>
            <a:off x="468000" y="8268300"/>
            <a:ext cx="20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198015" y="8988675"/>
            <a:ext cx="20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 rot="10800000" flipH="1">
            <a:off x="1826846" y="6267100"/>
            <a:ext cx="0" cy="806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9" name="Google Shape;189;p20"/>
          <p:cNvCxnSpPr/>
          <p:nvPr/>
        </p:nvCxnSpPr>
        <p:spPr>
          <a:xfrm rot="10800000" flipH="1">
            <a:off x="1828580" y="7094125"/>
            <a:ext cx="0" cy="858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1911315" y="6501550"/>
            <a:ext cx="20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911315" y="7354675"/>
            <a:ext cx="20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200325" y="8182600"/>
            <a:ext cx="12198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Measure and check c = 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rot="10800000" flipH="1">
            <a:off x="4348796" y="8021825"/>
            <a:ext cx="0" cy="806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 rot="10800000" flipH="1">
            <a:off x="4348796" y="6202760"/>
            <a:ext cx="0" cy="1789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4140040" y="7082100"/>
            <a:ext cx="20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139990" y="8256275"/>
            <a:ext cx="20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856650" y="6625313"/>
            <a:ext cx="12198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Measure and check f = 2e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 rot="10800000">
            <a:off x="4433175" y="8976650"/>
            <a:ext cx="460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9" name="Google Shape;199;p20"/>
          <p:cNvCxnSpPr/>
          <p:nvPr/>
        </p:nvCxnSpPr>
        <p:spPr>
          <a:xfrm rot="10800000">
            <a:off x="4893550" y="8976650"/>
            <a:ext cx="900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0" name="Google Shape;200;p20"/>
          <p:cNvSpPr txBox="1"/>
          <p:nvPr/>
        </p:nvSpPr>
        <p:spPr>
          <a:xfrm>
            <a:off x="4603658" y="8945249"/>
            <a:ext cx="20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265593" y="9000515"/>
            <a:ext cx="20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856650" y="8181038"/>
            <a:ext cx="12198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Measure and check h = 2g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9" name="Google Shape;20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objects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Enlarging using a non-integer scale factor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140000" y="1453213"/>
            <a:ext cx="3943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Enlarge the object by a scale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       from the point (4, 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1488325"/>
            <a:ext cx="324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238" y="2143125"/>
            <a:ext cx="2479761" cy="308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&lt;math xmlns=&quot;http://www.w3.org/1998/Math/MathML&quot; display=&quot;block&quot; data-is-equatio=&quot;1&quot; data-latex=&quot;\times1\frac{1}{2}&quot;&gt;&lt;mo&gt;×&lt;/mo&gt;&lt;mn&gt;1&lt;/mn&gt;&lt;mfrac&gt;&lt;mn&gt;1&lt;/mn&gt;&lt;mn&gt;2&lt;/mn&gt;&lt;/mfrac&gt;&lt;/math&gt;" title="times 1 and one half"/>
          <p:cNvPicPr preferRelativeResize="0"/>
          <p:nvPr/>
        </p:nvPicPr>
        <p:blipFill>
          <a:blip r:embed="rId4">
            <a:alphaModFix/>
          </a:blip>
          <a:srcRect l="34374"/>
          <a:stretch>
            <a:fillRect/>
          </a:stretch>
        </p:blipFill>
        <p:spPr>
          <a:xfrm>
            <a:off x="5027126" y="1711700"/>
            <a:ext cx="19865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5">
            <a:alphaModFix/>
          </a:blip>
          <a:srcRect l="268" t="149" r="169" b="179"/>
          <a:stretch>
            <a:fillRect/>
          </a:stretch>
        </p:blipFill>
        <p:spPr>
          <a:xfrm>
            <a:off x="468000" y="2148744"/>
            <a:ext cx="3078986" cy="3078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772800" y="1488325"/>
            <a:ext cx="39432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Enlarge the object by a scale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   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6083" y="1772278"/>
            <a:ext cx="85800" cy="283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/>
          <p:nvPr/>
        </p:nvSpPr>
        <p:spPr>
          <a:xfrm>
            <a:off x="5634721" y="5069658"/>
            <a:ext cx="82800" cy="82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999" y="6416175"/>
            <a:ext cx="2817656" cy="283018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72800" y="5717925"/>
            <a:ext cx="30072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Enlarge the object by a scale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   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140000" y="5717925"/>
            <a:ext cx="29520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Enlarge the object by a scale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factor of       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8000" y="5717925"/>
            <a:ext cx="324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8">
            <a:alphaModFix/>
          </a:blip>
          <a:srcRect l="377" t="544" r="337" b="484"/>
          <a:stretch>
            <a:fillRect/>
          </a:stretch>
        </p:blipFill>
        <p:spPr>
          <a:xfrm>
            <a:off x="4228085" y="6416175"/>
            <a:ext cx="2863914" cy="2830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27127" y="5971126"/>
            <a:ext cx="198650" cy="3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43468" y="5989866"/>
            <a:ext cx="85800" cy="2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Enlarging objects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2023-11-02T14:25:19.724</cp:lastPrinted>
  <dcterms:created xsi:type="dcterms:W3CDTF">2023-11-02T14:25:19Z</dcterms:created>
  <dcterms:modified xsi:type="dcterms:W3CDTF">2023-11-02T14:25:28Z</dcterms:modified>
</cp:coreProperties>
</file>