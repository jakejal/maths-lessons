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5.png" /><Relationship Id="rId11" Type="http://schemas.openxmlformats.org/officeDocument/2006/relationships/image" Target="../media/image16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Relationship Id="rId6" Type="http://schemas.openxmlformats.org/officeDocument/2006/relationships/image" Target="../media/image11.png" /><Relationship Id="rId7" Type="http://schemas.openxmlformats.org/officeDocument/2006/relationships/image" Target="../media/image12.png" /><Relationship Id="rId8" Type="http://schemas.openxmlformats.org/officeDocument/2006/relationships/image" Target="../media/image13.png" /><Relationship Id="rId9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rcRect r="497" b="457"/>
          <a:stretch>
            <a:fillRect/>
          </a:stretch>
        </p:blipFill>
        <p:spPr>
          <a:xfrm>
            <a:off x="474750" y="2541213"/>
            <a:ext cx="2787428" cy="2164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939" y="2534274"/>
            <a:ext cx="3162811" cy="21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sp>
        <p:nvSpPr>
          <p:cNvPr id="164" name="Google Shape;16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1513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Enlarging using an integer scale factor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1850294"/>
            <a:ext cx="3718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3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140000" y="1854775"/>
            <a:ext cx="2952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4 from the point (2, 1).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5325750"/>
            <a:ext cx="3622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2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396300" y="8814183"/>
            <a:ext cx="109200" cy="10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140000" y="5327300"/>
            <a:ext cx="2952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3 from the marked vertex.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rcRect l="6806" r="65023"/>
          <a:stretch>
            <a:fillRect/>
          </a:stretch>
        </p:blipFill>
        <p:spPr>
          <a:xfrm>
            <a:off x="755650" y="5794300"/>
            <a:ext cx="1364474" cy="350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rcRect l="58764" r="7052"/>
          <a:stretch>
            <a:fillRect/>
          </a:stretch>
        </p:blipFill>
        <p:spPr>
          <a:xfrm>
            <a:off x="4200925" y="5782275"/>
            <a:ext cx="1655724" cy="3508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/>
          <p:nvPr/>
        </p:nvSpPr>
        <p:spPr>
          <a:xfrm>
            <a:off x="817800" y="7905425"/>
            <a:ext cx="984300" cy="10950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407050" y="6072925"/>
            <a:ext cx="1090500" cy="19083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92625" y="7092125"/>
            <a:ext cx="963900" cy="19083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flipH="1">
            <a:off x="4450775" y="7980900"/>
            <a:ext cx="0" cy="89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4450775" y="8877625"/>
            <a:ext cx="442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rcRect l="278" t="367" r="337" b="406"/>
          <a:stretch>
            <a:fillRect/>
          </a:stretch>
        </p:blipFill>
        <p:spPr>
          <a:xfrm>
            <a:off x="4231101" y="6417728"/>
            <a:ext cx="2857954" cy="2825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6412850"/>
            <a:ext cx="2824293" cy="282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6412850"/>
            <a:ext cx="2824293" cy="282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6">
            <a:alphaModFix/>
          </a:blip>
          <a:srcRect l="239" t="258" r="159" b="169"/>
          <a:stretch>
            <a:fillRect/>
          </a:stretch>
        </p:blipFill>
        <p:spPr>
          <a:xfrm>
            <a:off x="468000" y="2181507"/>
            <a:ext cx="3080729" cy="308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0827" y="2148750"/>
            <a:ext cx="2481173" cy="311088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0" name="Google Shape;19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Enlarging using a n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on-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scale factor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140000" y="1453213"/>
            <a:ext cx="3943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   from the point (4,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488325"/>
            <a:ext cx="324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1" descr="&lt;math xmlns=&quot;http://www.w3.org/1998/Math/MathML&quot; display=&quot;block&quot; data-is-equatio=&quot;1&quot; data-latex=&quot;\times1\frac{1}{2}&quot;&gt;&lt;mo&gt;×&lt;/mo&gt;&lt;mn&gt;1&lt;/mn&gt;&lt;mfrac&gt;&lt;mn&gt;1&lt;/mn&gt;&lt;mn&gt;2&lt;/mn&gt;&lt;/mfrac&gt;&lt;/math&gt;" title="times 1 and one half"/>
          <p:cNvPicPr preferRelativeResize="0"/>
          <p:nvPr/>
        </p:nvPicPr>
        <p:blipFill>
          <a:blip r:embed="rId8">
            <a:alphaModFix/>
          </a:blip>
          <a:srcRect l="34374"/>
          <a:stretch>
            <a:fillRect/>
          </a:stretch>
        </p:blipFill>
        <p:spPr>
          <a:xfrm>
            <a:off x="5027126" y="1711700"/>
            <a:ext cx="19865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772800" y="1488325"/>
            <a:ext cx="3943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56083" y="1772278"/>
            <a:ext cx="85800" cy="283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>
            <a:off x="5622221" y="5098383"/>
            <a:ext cx="82800" cy="82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72800" y="5717925"/>
            <a:ext cx="30072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Enlarge the object by a scale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140000" y="5717925"/>
            <a:ext cx="295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5717925"/>
            <a:ext cx="324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27127" y="5971126"/>
            <a:ext cx="198650" cy="3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43468" y="5989866"/>
            <a:ext cx="85800" cy="2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Enlarging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2023-11-02T14:25:19.110</cp:lastPrinted>
  <dcterms:created xsi:type="dcterms:W3CDTF">2023-11-02T14:25:19Z</dcterms:created>
  <dcterms:modified xsi:type="dcterms:W3CDTF">2023-11-02T14:26:09Z</dcterms:modified>
</cp:coreProperties>
</file>