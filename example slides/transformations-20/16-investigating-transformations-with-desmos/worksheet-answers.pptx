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Desmos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865475"/>
            <a:ext cx="6624000" cy="2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any polygon and translate it to the right using a vector.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Click on your object and drag it around the workspace.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happens to the image? Why does it do this?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Click on the end of your vector and drag to make the vector longer.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happens to the image? Why does it do this?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5282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Investigating translation with Desmos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63575" y="4038075"/>
            <a:ext cx="6428400" cy="6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image moves further away from the object. This is because a longer vector means the movement is a greater distance.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663577" y="2674100"/>
            <a:ext cx="6428400" cy="6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image moves with the object. This is because the vector is the same, so the image is always to the right of the object and the same distance away.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4824450"/>
            <a:ext cx="6624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Click on the middle of your vector and drag it around the workspace.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happens to the image? Why does it do this?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83700" y="5402050"/>
            <a:ext cx="6428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image does not move. This is because the vector still has the same size and direction.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>
            <a:off x="474750" y="575575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20"/>
          <p:cNvSpPr txBox="1"/>
          <p:nvPr/>
        </p:nvSpPr>
        <p:spPr>
          <a:xfrm>
            <a:off x="468000" y="6286475"/>
            <a:ext cx="6624000" cy="3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any polygon, rotate it using a slider and set the slider to 270°.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Drag the centre of rotation towards the image.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What happens to the image? Why does it do this?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Is it possible for the centre of rotation to be inside the image?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If so, how? If not, why not?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59492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Investigating rotation with Desmos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63575" y="7131700"/>
            <a:ext cx="64284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image moves aways. This is because the centre of rotation has moved further away from the object, so the distance to the image increases too.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63575" y="8403700"/>
            <a:ext cx="6428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Yes. When the centre of rotation is inside the object, it is also inside the image.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4750" y="8822450"/>
            <a:ext cx="66105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Move the spot in the slider left and right. For what angles does the image perfectly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overlay the object? Why does it does this for these angles?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63575" y="9415200"/>
            <a:ext cx="64284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0° because the image has not turned. 360° because its a full turn.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the slider went further, then it would also overlay perfectly for any multiple of 360°.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2" name="Google Shape;19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Desmos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468000" y="1201200"/>
            <a:ext cx="6624000" cy="39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a polygon where every edge is a different length (e.g. a scalene triangle).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a vertical line and reflect the polygon over the line.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Drag the line of symmetry towards the image.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What happens to the image? Why does it do this?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Is it possible for the line of symmetry to be inside the image?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If so, how? If not, why not?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Investigating reflection with Desmos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632850" y="2269100"/>
            <a:ext cx="64593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image moves aways. This is because the line of symmetry is always equidistant between the object and image.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632850" y="3528675"/>
            <a:ext cx="6459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Yes. When the line of symmetry is inside the object.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3869500"/>
            <a:ext cx="6624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Is it possible for the image to perfectly overlay the object?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If so, how? If not, why not?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632850" y="4484500"/>
            <a:ext cx="6459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No. This is because the image does not retain the sense of the object.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1" name="Google Shape;201;p21"/>
          <p:cNvCxnSpPr/>
          <p:nvPr/>
        </p:nvCxnSpPr>
        <p:spPr>
          <a:xfrm>
            <a:off x="474750" y="499375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" name="Google Shape;202;p21"/>
          <p:cNvSpPr txBox="1"/>
          <p:nvPr/>
        </p:nvSpPr>
        <p:spPr>
          <a:xfrm>
            <a:off x="468000" y="51401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D: Investigating enlargement with Desmos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8000" y="5477375"/>
            <a:ext cx="6624000" cy="4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any polygon and enlarge it with a slider scale factor.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Drag the slider left and right.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a) When is the image larger than the object?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b) When is the image the same size as the object?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c) When is the image smaller than the object?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d) What happens to the image when the scale factor is 0? Why does this happen?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Select the line tool.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Click on a vertex on the object and its corresponding vertex on the image to draw a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line that traverses both vertices. Repeat for all pairs of corresponding vertices.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Where do the lines intersect each other?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140000" y="6011422"/>
            <a:ext cx="185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scale factor &gt; 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398803" y="6346570"/>
            <a:ext cx="185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scale factor = 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139993" y="6684517"/>
            <a:ext cx="185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scale factor &lt; 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3433724" y="7258438"/>
            <a:ext cx="3662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image disappears because it has no size.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632852" y="8680773"/>
            <a:ext cx="3441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At the centre of enlargement.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Investigating transformations with Desmos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2023-11-02T14:26:47.415</cp:lastPrinted>
  <dcterms:created xsi:type="dcterms:W3CDTF">2023-11-02T14:26:47Z</dcterms:created>
  <dcterms:modified xsi:type="dcterms:W3CDTF">2023-11-02T14:26:55Z</dcterms:modified>
</cp:coreProperties>
</file>