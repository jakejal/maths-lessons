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1" name="Shape 171"/>
        <p:cNvGrpSpPr/>
        <p:nvPr/>
      </p:nvGrpSpPr>
      <p:grpSpPr>
        <a:xfrm>
          <a:off x="0" y="0"/>
          <a:ext cx="0" cy="0"/>
        </a:xfrm>
      </p:grpSpPr>
      <p:sp>
        <p:nvSpPr>
          <p:cNvPr id="172" name="Google Shape;172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transformations with Desmos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865475"/>
            <a:ext cx="6624000" cy="22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any polygon and translate it to the right using a vector.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Click on your object and drag it around the workspace.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What happens to the image? Why does it do this?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Click on the end of your vector and drag to make the vector longer.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What happens to the image? Why does it do this?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5282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Investigating translation with Desmos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8000" y="4824450"/>
            <a:ext cx="66240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Click on the middle of your vector and drag it around the workspace.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What happens to the image? Why does it do this?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6" name="Google Shape;166;p20"/>
          <p:cNvCxnSpPr/>
          <p:nvPr/>
        </p:nvCxnSpPr>
        <p:spPr>
          <a:xfrm>
            <a:off x="474750" y="575575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7" name="Google Shape;167;p20"/>
          <p:cNvSpPr txBox="1"/>
          <p:nvPr/>
        </p:nvSpPr>
        <p:spPr>
          <a:xfrm>
            <a:off x="468000" y="6286475"/>
            <a:ext cx="6624000" cy="3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any polygon, rotate it using a slider and set the slider to 270°.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Drag the centre of rotation towards the image.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What happens to the image? Why does it do this?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Is it possible for the centre of rotation to be inside the image?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If so, how? If not, why not?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68000" y="59492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Investigating rotation with Desmos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74750" y="8822450"/>
            <a:ext cx="6610500" cy="7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Move the spot in the slider left and right. For what angles does the image perfectly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overlay the object? Why does it does this for these angles?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0" name="Google Shape;170;p20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4" name="Shape 174"/>
        <p:cNvGrpSpPr/>
        <p:nvPr/>
      </p:nvGrpSpPr>
      <p:grpSpPr>
        <a:xfrm>
          <a:off x="0" y="0"/>
          <a:ext cx="0" cy="0"/>
        </a:xfrm>
      </p:grpSpPr>
      <p:sp>
        <p:nvSpPr>
          <p:cNvPr id="175" name="Google Shape;175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76" name="Google Shape;176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transformations with Desmos</a:t>
            </a:r>
            <a:endParaRPr/>
          </a:p>
        </p:txBody>
      </p:sp>
      <p:sp>
        <p:nvSpPr>
          <p:cNvPr id="177" name="Google Shape;177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468000" y="1201200"/>
            <a:ext cx="6624000" cy="39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a polygon where every edge is a different length (e.g. a scalene triangle).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a vertical line and reflect the polygon over the line.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Drag the line of symmetry towards the image.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What happens to the image? Why does it do this?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Is it possible for the line of symmetry to be inside the image?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If so, how? If not, why not?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1"/>
          <p:cNvSpPr txBox="1"/>
          <p:nvPr/>
        </p:nvSpPr>
        <p:spPr>
          <a:xfrm>
            <a:off x="468000" y="864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Investigating reflection with Desmos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468000" y="3869500"/>
            <a:ext cx="6624000" cy="5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Is it possible for the image to perfectly overlay the object?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If so, how? If not, why not?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2" name="Google Shape;182;p21"/>
          <p:cNvCxnSpPr/>
          <p:nvPr/>
        </p:nvCxnSpPr>
        <p:spPr>
          <a:xfrm>
            <a:off x="474750" y="499375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3" name="Google Shape;183;p21"/>
          <p:cNvSpPr txBox="1"/>
          <p:nvPr/>
        </p:nvSpPr>
        <p:spPr>
          <a:xfrm>
            <a:off x="468000" y="51401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D: Investigating enlargement with Desmos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468000" y="5477375"/>
            <a:ext cx="6624000" cy="4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any polygon and enlarge it with a slider scale factor.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Drag the slider left and right.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a) When is the image larger than the object?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b) When is the image the same size as the object?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c) When is the image smaller than the object?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d) What happens to the image when the scale factor is 0? Why does this happen?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Select the line tool.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Click on a vertex on the object and its corresponding vertex on the image to draw a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line that traverses both vertices. Repeat for all pairs of corresponding vertices.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Where do the lines intersect each other?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27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Investigating transformations with Desmos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2023-11-02T14:26:38.568</cp:lastPrinted>
  <dcterms:created xsi:type="dcterms:W3CDTF">2023-11-02T14:26:38Z</dcterms:created>
  <dcterms:modified xsi:type="dcterms:W3CDTF">2023-11-02T14:26:46Z</dcterms:modified>
</cp:coreProperties>
</file>