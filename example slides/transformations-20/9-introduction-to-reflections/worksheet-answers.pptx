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F1A5AF5E-41D4-4F88-BAC5-BBABBF2C4C1D}">
  <a:tblStyle styleId="{F1A5AF5E-41D4-4F88-BAC5-BBABBF2C4C1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6" name="Shape 196"/>
        <p:cNvGrpSpPr/>
        <p:nvPr/>
      </p:nvGrpSpPr>
      <p:grpSpPr>
        <a:xfrm>
          <a:off x="0" y="0"/>
          <a:ext cx="0" cy="0"/>
        </a:xfrm>
      </p:grpSpPr>
      <p:sp>
        <p:nvSpPr>
          <p:cNvPr id="197" name="Google Shape;197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0.png" /><Relationship Id="rId4" Type="http://schemas.openxmlformats.org/officeDocument/2006/relationships/image" Target="../media/image11.png" /><Relationship Id="rId5" Type="http://schemas.openxmlformats.org/officeDocument/2006/relationships/image" Target="../media/image12.png" /><Relationship Id="rId6" Type="http://schemas.openxmlformats.org/officeDocument/2006/relationships/image" Target="../media/image9.png" /><Relationship Id="rId7" Type="http://schemas.openxmlformats.org/officeDocument/2006/relationships/image" Target="../media/image13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Understanding properties of reflection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1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864000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Introduction to reflections</a:t>
            </a:r>
            <a:endParaRPr sz="1800"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624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In which of these images has the sense changed (due to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2) For the non-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reflections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state whether they are translations or rotations.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216193" y="2222307"/>
            <a:ext cx="1127700" cy="46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3216100" y="2562446"/>
            <a:ext cx="1127700" cy="529800"/>
          </a:xfrm>
          <a:prstGeom prst="roundRect">
            <a:avLst>
              <a:gd name="adj" fmla="val 16667"/>
            </a:avLst>
          </a:prstGeom>
          <a:solidFill>
            <a:srgbClr val="037B7D">
              <a:alpha val="15000"/>
            </a:srgbClr>
          </a:solidFill>
          <a:ln w="38100" cap="flat" cmpd="sng">
            <a:solidFill>
              <a:srgbClr val="037B7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ZONE</a:t>
            </a:r>
            <a:endParaRPr sz="22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3200981" y="3474294"/>
            <a:ext cx="1158048" cy="563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1924" y="3589004"/>
            <a:ext cx="1158051" cy="563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480024" y="3474293"/>
            <a:ext cx="1158051" cy="563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261951" y="4405546"/>
            <a:ext cx="1158051" cy="563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4138236" y="4405546"/>
            <a:ext cx="1158051" cy="56338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468000" y="55502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 In which of these images has the sense changed (having been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reflected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)?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4) For the non-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reflections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, state whether they are translations or rotations.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2325" y="6534075"/>
            <a:ext cx="4500000" cy="33125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320025" y="6240075"/>
            <a:ext cx="8409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" name="Google Shape;18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61058" y="44844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2958" y="448442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1480025" y="3269875"/>
            <a:ext cx="1158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3305064" y="4316465"/>
            <a:ext cx="1008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4952200" y="3345775"/>
            <a:ext cx="1127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67083" y="7790232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86517" y="898245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127500" y="7754943"/>
            <a:ext cx="1162200" cy="5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1785975" y="9754822"/>
            <a:ext cx="11622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rotation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4640850" y="9754825"/>
            <a:ext cx="13722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translation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9" name="Shape 199"/>
        <p:cNvGrpSpPr/>
        <p:nvPr/>
      </p:nvGrpSpPr>
      <p:grpSpPr>
        <a:xfrm>
          <a:off x="0" y="0"/>
          <a:ext cx="0" cy="0"/>
        </a:xfrm>
      </p:grpSpPr>
      <p:sp>
        <p:nvSpPr>
          <p:cNvPr id="200" name="Google Shape;200;p21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Lexend Medium"/>
                <a:ea typeface="Lexend Medium"/>
                <a:cs typeface="Lexend Medium"/>
                <a:sym typeface="Lexend Medium"/>
              </a:rPr>
              <a:t>2</a:t>
            </a:fld>
            <a:endParaRPr sz="1200">
              <a:solidFill>
                <a:srgbClr val="000000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1467975" y="360000"/>
            <a:ext cx="4778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Introduction to reflections</a:t>
            </a:r>
            <a:endParaRPr sz="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Understanding properties of reflection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468000" y="999000"/>
            <a:ext cx="66240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Each object has been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reflected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labelling of the vertices of each image.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6" name="Google Shape;20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08" y="1412854"/>
            <a:ext cx="6341234" cy="2499017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2533240" y="1762331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1329852" y="1762331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62621" y="1762331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1515186" y="2294374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62621" y="2294374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149503" y="2327624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1329852" y="3119587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1" y="3119591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533728" y="3735386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662621" y="3735386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3381170" y="3147760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4693797" y="1496522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4160931" y="1828551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4693797" y="2365112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5249823" y="1828551"/>
            <a:ext cx="2052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133122" y="3426965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5992541" y="1412858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6182530" y="1828555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5992541" y="2244251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6831220" y="1828555"/>
            <a:ext cx="2421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6794134" y="3199933"/>
            <a:ext cx="2979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P′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926" y="1414550"/>
            <a:ext cx="6366144" cy="2508852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2492051" y="1765403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283936" y="1765403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614084" y="1765403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1469998" y="2299539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614084" y="2299539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3110735" y="2332920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1283936" y="3128000"/>
            <a:ext cx="243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21"/>
          <p:cNvSpPr txBox="1"/>
          <p:nvPr/>
        </p:nvSpPr>
        <p:spPr>
          <a:xfrm>
            <a:off x="418700" y="3128004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21"/>
          <p:cNvSpPr txBox="1"/>
          <p:nvPr/>
        </p:nvSpPr>
        <p:spPr>
          <a:xfrm>
            <a:off x="1488613" y="3746223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614084" y="3746223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3343312" y="3156284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21"/>
          <p:cNvSpPr txBox="1"/>
          <p:nvPr/>
        </p:nvSpPr>
        <p:spPr>
          <a:xfrm>
            <a:off x="4661095" y="1498548"/>
            <a:ext cx="243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21"/>
          <p:cNvSpPr txBox="1"/>
          <p:nvPr/>
        </p:nvSpPr>
        <p:spPr>
          <a:xfrm>
            <a:off x="4126136" y="1831883"/>
            <a:ext cx="243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661095" y="2370556"/>
            <a:ext cx="243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1"/>
          <p:cNvSpPr txBox="1"/>
          <p:nvPr/>
        </p:nvSpPr>
        <p:spPr>
          <a:xfrm>
            <a:off x="5219305" y="1831883"/>
            <a:ext cx="206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1"/>
          <p:cNvSpPr txBox="1"/>
          <p:nvPr/>
        </p:nvSpPr>
        <p:spPr>
          <a:xfrm>
            <a:off x="4098218" y="3436588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J′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964941" y="1414554"/>
            <a:ext cx="243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6155677" y="1831887"/>
            <a:ext cx="243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5964941" y="2249220"/>
            <a:ext cx="243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6806915" y="1831887"/>
            <a:ext cx="2430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6769683" y="3208662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P′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1"/>
          <p:cNvSpPr txBox="1"/>
          <p:nvPr/>
        </p:nvSpPr>
        <p:spPr>
          <a:xfrm>
            <a:off x="3133982" y="1763117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2215617" y="2299529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D′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 txBox="1"/>
          <p:nvPr/>
        </p:nvSpPr>
        <p:spPr>
          <a:xfrm>
            <a:off x="2541246" y="3108933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3" name="Google Shape;253;p21"/>
          <p:cNvSpPr txBox="1"/>
          <p:nvPr/>
        </p:nvSpPr>
        <p:spPr>
          <a:xfrm>
            <a:off x="3133982" y="3708300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G′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2210050" y="3726914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H′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4633170" y="3805985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4633170" y="2874875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K′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5191377" y="3436590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L′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5909095" y="3651683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6127752" y="3233020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60" name="Google Shape;260;p21"/>
          <p:cNvSpPr txBox="1"/>
          <p:nvPr/>
        </p:nvSpPr>
        <p:spPr>
          <a:xfrm>
            <a:off x="5909095" y="2767842"/>
            <a:ext cx="299100" cy="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O′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61" name="Google Shape;261;p21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62" name="Google Shape;262;p21"/>
          <p:cNvPicPr preferRelativeResize="0"/>
          <p:nvPr/>
        </p:nvPicPr>
        <p:blipFill>
          <a:blip r:embed="rId4">
            <a:alphaModFix/>
          </a:blip>
          <a:srcRect b="58812"/>
          <a:stretch>
            <a:fillRect/>
          </a:stretch>
        </p:blipFill>
        <p:spPr>
          <a:xfrm>
            <a:off x="1074630" y="5234536"/>
            <a:ext cx="5972293" cy="101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/>
          <p:cNvPicPr preferRelativeResize="0"/>
          <p:nvPr/>
        </p:nvPicPr>
        <p:blipFill>
          <a:blip r:embed="rId4">
            <a:alphaModFix/>
          </a:blip>
          <a:srcRect t="62775"/>
          <a:stretch>
            <a:fillRect/>
          </a:stretch>
        </p:blipFill>
        <p:spPr>
          <a:xfrm>
            <a:off x="1074630" y="6391006"/>
            <a:ext cx="5972293" cy="91461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 txBox="1"/>
          <p:nvPr/>
        </p:nvSpPr>
        <p:spPr>
          <a:xfrm>
            <a:off x="468000" y="4409275"/>
            <a:ext cx="66240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objects to their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two images that do not pair with an object.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1"/>
          <p:cNvSpPr txBox="1"/>
          <p:nvPr/>
        </p:nvSpPr>
        <p:spPr>
          <a:xfrm>
            <a:off x="468000" y="5516373"/>
            <a:ext cx="6066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1"/>
          <p:cNvSpPr txBox="1"/>
          <p:nvPr/>
        </p:nvSpPr>
        <p:spPr>
          <a:xfrm>
            <a:off x="468000" y="6818462"/>
            <a:ext cx="606600" cy="3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images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67" name="Google Shape;267;p21"/>
          <p:cNvGrpSpPr/>
          <p:nvPr/>
        </p:nvGrpSpPr>
        <p:grpSpPr>
          <a:xfrm>
            <a:off x="1603000" y="4822013"/>
            <a:ext cx="412440" cy="412440"/>
            <a:chOff x="1020916" y="1442088"/>
            <a:chExt cx="457200" cy="457200"/>
          </a:xfrm>
        </p:grpSpPr>
        <p:pic>
          <p:nvPicPr>
            <p:cNvPr id="268" name="Google Shape;268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9" name="Google Shape;269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0" name="Google Shape;270;p21"/>
          <p:cNvGrpSpPr/>
          <p:nvPr/>
        </p:nvGrpSpPr>
        <p:grpSpPr>
          <a:xfrm>
            <a:off x="2725949" y="4822013"/>
            <a:ext cx="412440" cy="412440"/>
            <a:chOff x="1020916" y="1442088"/>
            <a:chExt cx="457200" cy="457200"/>
          </a:xfrm>
        </p:grpSpPr>
        <p:pic>
          <p:nvPicPr>
            <p:cNvPr id="271" name="Google Shape;271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2" name="Google Shape;272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3" name="Google Shape;273;p21"/>
          <p:cNvGrpSpPr/>
          <p:nvPr/>
        </p:nvGrpSpPr>
        <p:grpSpPr>
          <a:xfrm>
            <a:off x="3726483" y="4822013"/>
            <a:ext cx="412440" cy="412440"/>
            <a:chOff x="1020916" y="1442088"/>
            <a:chExt cx="457200" cy="457200"/>
          </a:xfrm>
        </p:grpSpPr>
        <p:pic>
          <p:nvPicPr>
            <p:cNvPr id="274" name="Google Shape;274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5" name="Google Shape;275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6" name="Google Shape;276;p21"/>
          <p:cNvGrpSpPr/>
          <p:nvPr/>
        </p:nvGrpSpPr>
        <p:grpSpPr>
          <a:xfrm>
            <a:off x="4851396" y="4822013"/>
            <a:ext cx="412440" cy="412440"/>
            <a:chOff x="1020916" y="1442088"/>
            <a:chExt cx="457200" cy="457200"/>
          </a:xfrm>
        </p:grpSpPr>
        <p:pic>
          <p:nvPicPr>
            <p:cNvPr id="277" name="Google Shape;277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8" name="Google Shape;278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9" name="Google Shape;279;p21"/>
          <p:cNvGrpSpPr/>
          <p:nvPr/>
        </p:nvGrpSpPr>
        <p:grpSpPr>
          <a:xfrm>
            <a:off x="6104664" y="4822013"/>
            <a:ext cx="412440" cy="412440"/>
            <a:chOff x="1020916" y="1442088"/>
            <a:chExt cx="457200" cy="457200"/>
          </a:xfrm>
        </p:grpSpPr>
        <p:pic>
          <p:nvPicPr>
            <p:cNvPr id="280" name="Google Shape;280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GB" sz="1800" b="1" i="0" u="none" strike="noStrike" cap="none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82" name="Google Shape;28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816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/>
        </p:nvSpPr>
        <p:spPr>
          <a:xfrm>
            <a:off x="1248019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4" name="Google Shape;28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2949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1"/>
          <p:cNvSpPr txBox="1"/>
          <p:nvPr/>
        </p:nvSpPr>
        <p:spPr>
          <a:xfrm>
            <a:off x="2125152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6" name="Google Shape;28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00724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1"/>
          <p:cNvSpPr txBox="1"/>
          <p:nvPr/>
        </p:nvSpPr>
        <p:spPr>
          <a:xfrm>
            <a:off x="3122926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8" name="Google Shape;28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74973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1"/>
          <p:cNvSpPr txBox="1"/>
          <p:nvPr/>
        </p:nvSpPr>
        <p:spPr>
          <a:xfrm>
            <a:off x="3997176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0" name="Google Shape;29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2544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1"/>
          <p:cNvSpPr txBox="1"/>
          <p:nvPr/>
        </p:nvSpPr>
        <p:spPr>
          <a:xfrm>
            <a:off x="4874746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j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2" name="Google Shape;29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4375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5746577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4" name="Google Shape;29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0986" y="7305560"/>
            <a:ext cx="412440" cy="4124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1"/>
          <p:cNvSpPr txBox="1"/>
          <p:nvPr/>
        </p:nvSpPr>
        <p:spPr>
          <a:xfrm>
            <a:off x="6493188" y="7381618"/>
            <a:ext cx="368100" cy="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800" b="1" i="0" u="none" strike="noStrike" cap="none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68000" y="8522907"/>
            <a:ext cx="23328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GB" sz="1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Complete the table with        to show the properties of </a:t>
            </a:r>
            <a:r>
              <a:rPr lang="en-GB" sz="1200" b="1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reflection</a:t>
            </a:r>
            <a:r>
              <a:rPr lang="en-GB" sz="1200" b="0" i="0" u="none" strike="noStrike" cap="non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 b="0" i="0" u="none" strike="noStrike" cap="non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7" name="Google Shape;29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84877" y="8510288"/>
            <a:ext cx="205200" cy="2171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21"/>
          <p:cNvGraphicFramePr>
            <a:graphicFrameLocks noGrp="1"/>
          </p:cNvGraphicFramePr>
          <p:nvPr/>
        </p:nvGraphicFramePr>
        <p:xfrm>
          <a:off x="3189017" y="828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{F1A5AF5E-41D4-4F88-BAC5-BBABBF2C4C1D}</a:tableStyleId>
              </a:tblPr>
              <a:tblGrid>
                <a:gridCol w="1224175"/>
                <a:gridCol w="1260625"/>
                <a:gridCol w="1353375"/>
              </a:tblGrid>
              <a:tr h="249000"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Invariant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Usually Changes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</a:tr>
              <a:tr h="249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Lengths of Sides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Size of Angles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Position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changes</a:t>
                      </a: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Orientation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changes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49000">
                <a:tc>
                  <a:txBody>
                    <a:bodyPr vert="horz" wrap="square"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GB" sz="1100" u="none" strike="noStrike" cap="none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Sense</a:t>
                      </a:r>
                      <a:endParaRPr sz="1100" u="none" strike="noStrike" cap="none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7B7D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100" u="none" strike="noStrike" cap="none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Always changes</a:t>
                      </a:r>
                      <a:endParaRPr sz="1100" u="none" strike="noStrike" cap="none"/>
                    </a:p>
                  </a:txBody>
                  <a:tcPr marL="0" marR="0" marT="0" marB="0" anchor="ctr">
                    <a:lnL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0909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pSp>
        <p:nvGrpSpPr>
          <p:cNvPr id="299" name="Google Shape;299;p21"/>
          <p:cNvGrpSpPr/>
          <p:nvPr/>
        </p:nvGrpSpPr>
        <p:grpSpPr>
          <a:xfrm>
            <a:off x="1178204" y="6168408"/>
            <a:ext cx="4709235" cy="891669"/>
            <a:chOff x="1972775" y="2894981"/>
            <a:chExt cx="5203575" cy="985270"/>
          </a:xfrm>
        </p:grpSpPr>
        <p:sp>
          <p:nvSpPr>
            <p:cNvPr id="300" name="Google Shape;300;p21"/>
            <p:cNvSpPr txBox="1"/>
            <p:nvPr/>
          </p:nvSpPr>
          <p:spPr>
            <a:xfrm>
              <a:off x="1972775" y="2905925"/>
              <a:ext cx="306900" cy="4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c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3020200" y="3449751"/>
              <a:ext cx="306900" cy="4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d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02" name="Google Shape;302;p21"/>
            <p:cNvSpPr txBox="1"/>
            <p:nvPr/>
          </p:nvSpPr>
          <p:spPr>
            <a:xfrm>
              <a:off x="3820375" y="2902725"/>
              <a:ext cx="306900" cy="4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e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03" name="Google Shape;303;p21"/>
            <p:cNvSpPr txBox="1"/>
            <p:nvPr/>
          </p:nvSpPr>
          <p:spPr>
            <a:xfrm>
              <a:off x="5798043" y="3417956"/>
              <a:ext cx="306900" cy="4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a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304" name="Google Shape;304;p21"/>
            <p:cNvSpPr txBox="1"/>
            <p:nvPr/>
          </p:nvSpPr>
          <p:spPr>
            <a:xfrm>
              <a:off x="6869450" y="2894981"/>
              <a:ext cx="306900" cy="430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200">
                  <a:latin typeface="Kalam"/>
                  <a:ea typeface="Kalam"/>
                  <a:cs typeface="Kalam"/>
                  <a:sym typeface="Kalam"/>
                </a:rPr>
                <a:t>b</a:t>
              </a:r>
              <a:endParaRPr sz="12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pic>
        <p:nvPicPr>
          <p:cNvPr id="305" name="Google Shape;305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3225" y="6269873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79200" y="6269873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5119" y="8547050"/>
            <a:ext cx="205200" cy="21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15119" y="8795150"/>
            <a:ext cx="205200" cy="21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5100" y="9293500"/>
            <a:ext cx="205200" cy="21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5100" y="9541600"/>
            <a:ext cx="205200" cy="2171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85100" y="9045400"/>
            <a:ext cx="205200" cy="2171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98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PowerPoint Presentation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2023-11-02T14:22:44.805</cp:lastPrinted>
  <dcterms:created xsi:type="dcterms:W3CDTF">2023-11-02T14:22:44Z</dcterms:created>
  <dcterms:modified xsi:type="dcterms:W3CDTF">2023-11-02T14:22:12Z</dcterms:modified>
</cp:coreProperties>
</file>