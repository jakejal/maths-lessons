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F56433C-7B12-487E-9677-2EA7B907F329}">
  <a:tblStyle styleId="{FF56433C-7B12-487E-9677-2EA7B907F32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properties of reflection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Introduction to reflections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624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In which of these images has the sense changed (due to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the non-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216193" y="2222307"/>
            <a:ext cx="11277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216100" y="2562446"/>
            <a:ext cx="1127700" cy="529800"/>
          </a:xfrm>
          <a:prstGeom prst="roundRect">
            <a:avLst>
              <a:gd name="adj" fmla="val 16667"/>
            </a:avLst>
          </a:prstGeom>
          <a:solidFill>
            <a:srgbClr val="037B7D">
              <a:alpha val="15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ZONE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00981" y="3474294"/>
            <a:ext cx="1158048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924" y="3589004"/>
            <a:ext cx="1158051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480024" y="3474293"/>
            <a:ext cx="1158051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61951" y="4405546"/>
            <a:ext cx="1158051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4138236" y="4405546"/>
            <a:ext cx="1158051" cy="56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68000" y="5550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In which of these images has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sense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changed (having been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For the non-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325" y="6534075"/>
            <a:ext cx="4500000" cy="331250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3320025" y="6240075"/>
            <a:ext cx="8409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1" name="Google Shape;18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reflections</a:t>
            </a:r>
            <a:endParaRPr/>
          </a:p>
        </p:txBody>
      </p:sp>
      <p:sp>
        <p:nvSpPr>
          <p:cNvPr id="182" name="Google Shape;18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properties of reflection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999000"/>
            <a:ext cx="66240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Each object has been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labelling of the vertices of each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08" y="1412854"/>
            <a:ext cx="6341234" cy="249901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2533240" y="176233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329852" y="176233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62621" y="176233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515186" y="2294374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662621" y="2294374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149503" y="2327624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1329852" y="3119587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1" y="311959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533728" y="3735386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62621" y="3735386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381170" y="3147760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93797" y="1496522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160931" y="1828551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93797" y="2365112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249823" y="1828551"/>
            <a:ext cx="2052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133122" y="3426965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992541" y="1412858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182530" y="1828555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992541" y="2244251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831220" y="1828555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794134" y="3199933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4">
            <a:alphaModFix/>
          </a:blip>
          <a:srcRect b="58812"/>
          <a:stretch>
            <a:fillRect/>
          </a:stretch>
        </p:blipFill>
        <p:spPr>
          <a:xfrm>
            <a:off x="1074630" y="5234536"/>
            <a:ext cx="5972293" cy="101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rcRect t="62775"/>
          <a:stretch>
            <a:fillRect/>
          </a:stretch>
        </p:blipFill>
        <p:spPr>
          <a:xfrm>
            <a:off x="1074630" y="6391006"/>
            <a:ext cx="5972293" cy="914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68000" y="4409275"/>
            <a:ext cx="66240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objects to their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two images that do not pair with an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5516373"/>
            <a:ext cx="6066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6818462"/>
            <a:ext cx="6066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1"/>
          <p:cNvGrpSpPr/>
          <p:nvPr/>
        </p:nvGrpSpPr>
        <p:grpSpPr>
          <a:xfrm>
            <a:off x="1603000" y="4822013"/>
            <a:ext cx="412440" cy="412440"/>
            <a:chOff x="1020916" y="1442088"/>
            <a:chExt cx="457200" cy="457200"/>
          </a:xfrm>
        </p:grpSpPr>
        <p:pic>
          <p:nvPicPr>
            <p:cNvPr id="214" name="Google Shape;214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" name="Google Shape;216;p21"/>
          <p:cNvGrpSpPr/>
          <p:nvPr/>
        </p:nvGrpSpPr>
        <p:grpSpPr>
          <a:xfrm>
            <a:off x="2725949" y="4822013"/>
            <a:ext cx="412440" cy="412440"/>
            <a:chOff x="1020916" y="1442088"/>
            <a:chExt cx="457200" cy="457200"/>
          </a:xfrm>
        </p:grpSpPr>
        <p:pic>
          <p:nvPicPr>
            <p:cNvPr id="217" name="Google Shape;217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3726483" y="4822013"/>
            <a:ext cx="412440" cy="412440"/>
            <a:chOff x="1020916" y="1442088"/>
            <a:chExt cx="457200" cy="457200"/>
          </a:xfrm>
        </p:grpSpPr>
        <p:pic>
          <p:nvPicPr>
            <p:cNvPr id="220" name="Google Shape;220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4851396" y="4822013"/>
            <a:ext cx="412440" cy="412440"/>
            <a:chOff x="1020916" y="1442088"/>
            <a:chExt cx="457200" cy="457200"/>
          </a:xfrm>
        </p:grpSpPr>
        <p:pic>
          <p:nvPicPr>
            <p:cNvPr id="223" name="Google Shape;223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6104664" y="4822013"/>
            <a:ext cx="412440" cy="412440"/>
            <a:chOff x="1020916" y="1442088"/>
            <a:chExt cx="457200" cy="457200"/>
          </a:xfrm>
        </p:grpSpPr>
        <p:pic>
          <p:nvPicPr>
            <p:cNvPr id="226" name="Google Shape;226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8" name="Google Shape;2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816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1248019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2949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2125152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0724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3122926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4973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3997176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2544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874746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4375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5746577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0986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6493188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8522907"/>
            <a:ext cx="2332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table with        to show the properties of </a:t>
            </a:r>
            <a:r>
              <a:rPr lang="en-GB" sz="12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4877" y="8510288"/>
            <a:ext cx="205200" cy="2171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p21"/>
          <p:cNvGraphicFramePr>
            <a:graphicFrameLocks noGrp="1"/>
          </p:cNvGraphicFramePr>
          <p:nvPr/>
        </p:nvGraphicFramePr>
        <p:xfrm>
          <a:off x="3189017" y="82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{FF56433C-7B12-487E-9677-2EA7B907F329}</a:tableStyleId>
              </a:tblPr>
              <a:tblGrid>
                <a:gridCol w="1224175"/>
                <a:gridCol w="1260625"/>
                <a:gridCol w="1353375"/>
              </a:tblGrid>
              <a:tr h="249000"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45" name="Google Shape;245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2023-11-02T14:22:00.302</cp:lastPrinted>
  <dcterms:created xsi:type="dcterms:W3CDTF">2023-11-02T14:22:00Z</dcterms:created>
  <dcterms:modified xsi:type="dcterms:W3CDTF">2023-11-02T14:22:51Z</dcterms:modified>
</cp:coreProperties>
</file>