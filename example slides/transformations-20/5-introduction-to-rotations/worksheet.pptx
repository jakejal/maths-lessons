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077FD82F-2E7A-459B-B950-E470DB86FEBA}">
  <a:tblStyle styleId="{077FD82F-2E7A-459B-B950-E470DB86FEB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1" name="Shape 201"/>
        <p:cNvGrpSpPr/>
        <p:nvPr/>
      </p:nvGrpSpPr>
      <p:grpSpPr>
        <a:xfrm>
          <a:off x="0" y="0"/>
          <a:ext cx="0" cy="0"/>
        </a:xfrm>
      </p:grpSpPr>
      <p:sp>
        <p:nvSpPr>
          <p:cNvPr id="202" name="Google Shape;202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Relationship Id="rId7" Type="http://schemas.openxmlformats.org/officeDocument/2006/relationships/image" Target="../media/image9.png" /><Relationship Id="rId8" Type="http://schemas.openxmlformats.org/officeDocument/2006/relationships/image" Target="../media/image10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1.png" /><Relationship Id="rId4" Type="http://schemas.openxmlformats.org/officeDocument/2006/relationships/image" Target="../media/image6.png" /><Relationship Id="rId5" Type="http://schemas.openxmlformats.org/officeDocument/2006/relationships/image" Target="../media/image12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Identifying rotations in the real world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Introduction to rotations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4" name="Google Shape;16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2667613"/>
            <a:ext cx="432643" cy="726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4">
            <a:alphaModFix/>
          </a:blip>
          <a:srcRect l="-185" t="-2012" r="59770" b="43327"/>
          <a:stretch>
            <a:fillRect/>
          </a:stretch>
        </p:blipFill>
        <p:spPr>
          <a:xfrm flipH="1">
            <a:off x="891474" y="1604025"/>
            <a:ext cx="1940029" cy="1596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 flipH="1">
            <a:off x="955167" y="1844754"/>
            <a:ext cx="18246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 want to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rotate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all these stickers so that when I stick them into my book, they’re all the right way up with their wheels on the road!</a:t>
            </a:r>
            <a:endParaRPr sz="1200">
              <a:solidFill>
                <a:srgbClr val="F3EEFB"/>
              </a:solidFill>
            </a:endParaRPr>
          </a:p>
        </p:txBody>
      </p:sp>
      <p:grpSp>
        <p:nvGrpSpPr>
          <p:cNvPr id="167" name="Google Shape;167;p20"/>
          <p:cNvGrpSpPr/>
          <p:nvPr/>
        </p:nvGrpSpPr>
        <p:grpSpPr>
          <a:xfrm>
            <a:off x="4281800" y="1604025"/>
            <a:ext cx="2810201" cy="2063900"/>
            <a:chOff x="3420000" y="1604025"/>
            <a:chExt cx="2810201" cy="2063900"/>
          </a:xfrm>
        </p:grpSpPr>
        <p:pic>
          <p:nvPicPr>
            <p:cNvPr id="168" name="Google Shape;168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420000" y="1604025"/>
              <a:ext cx="2810201" cy="2063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20"/>
            <p:cNvSpPr txBox="1"/>
            <p:nvPr/>
          </p:nvSpPr>
          <p:spPr>
            <a:xfrm>
              <a:off x="3845728" y="1630012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5153982" y="1630012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" name="Google Shape;171;p20"/>
            <p:cNvSpPr txBox="1"/>
            <p:nvPr/>
          </p:nvSpPr>
          <p:spPr>
            <a:xfrm>
              <a:off x="4458708" y="2164835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" name="Google Shape;172;p20"/>
            <p:cNvSpPr txBox="1"/>
            <p:nvPr/>
          </p:nvSpPr>
          <p:spPr>
            <a:xfrm>
              <a:off x="5503682" y="2242999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" name="Google Shape;173;p20"/>
            <p:cNvSpPr txBox="1"/>
            <p:nvPr/>
          </p:nvSpPr>
          <p:spPr>
            <a:xfrm>
              <a:off x="3802126" y="3089738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4386319" y="3052721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5" name="Google Shape;175;p20"/>
            <p:cNvSpPr txBox="1"/>
            <p:nvPr/>
          </p:nvSpPr>
          <p:spPr>
            <a:xfrm>
              <a:off x="5323937" y="3189399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6" name="Google Shape;176;p20"/>
            <p:cNvSpPr txBox="1"/>
            <p:nvPr/>
          </p:nvSpPr>
          <p:spPr>
            <a:xfrm>
              <a:off x="5792948" y="2895006"/>
              <a:ext cx="240900" cy="19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ctr" rtl="0">
                <a:lnSpc>
                  <a:spcPct val="115000"/>
                </a:lnSpc>
                <a:spcBef>
                  <a:spcPct val="0"/>
                </a:spcBef>
                <a:spcAft>
                  <a:spcPts val="1000"/>
                </a:spcAft>
                <a:buNone/>
              </a:pPr>
              <a:r>
                <a:rPr lang="en-GB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" name="Google Shape;177;p20"/>
          <p:cNvSpPr txBox="1"/>
          <p:nvPr/>
        </p:nvSpPr>
        <p:spPr>
          <a:xfrm>
            <a:off x="468000" y="3394575"/>
            <a:ext cx="2952000" cy="4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Which vehicles will be facing left, and which will be facing right?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68000" y="4251100"/>
            <a:ext cx="2952000" cy="9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Sketch your own vehicles in different orientations.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Can you draw two vehicles that face the same way, even though you have to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them differently?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" name="Google Shape;179;p20"/>
          <p:cNvCxnSpPr/>
          <p:nvPr/>
        </p:nvCxnSpPr>
        <p:spPr>
          <a:xfrm>
            <a:off x="474750" y="58392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20"/>
          <p:cNvSpPr txBox="1"/>
          <p:nvPr/>
        </p:nvSpPr>
        <p:spPr>
          <a:xfrm>
            <a:off x="468000" y="5977809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Understanding properties of rotations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8870127"/>
            <a:ext cx="5139900" cy="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a ruler, draw a different correct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the trapezium in the space given.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8000" y="6345411"/>
            <a:ext cx="4343100" cy="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Select all of the images which are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this trapezium.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6">
            <a:alphaModFix/>
          </a:blip>
          <a:srcRect t="30560" r="81574"/>
          <a:stretch>
            <a:fillRect/>
          </a:stretch>
        </p:blipFill>
        <p:spPr>
          <a:xfrm>
            <a:off x="4611854" y="6273126"/>
            <a:ext cx="1187678" cy="8251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>
          <a:blip r:embed="rId6">
            <a:alphaModFix/>
          </a:blip>
          <a:srcRect l="23218"/>
          <a:stretch>
            <a:fillRect/>
          </a:stretch>
        </p:blipFill>
        <p:spPr>
          <a:xfrm>
            <a:off x="468000" y="7574037"/>
            <a:ext cx="4706491" cy="113000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20"/>
          <p:cNvGrpSpPr/>
          <p:nvPr/>
        </p:nvGrpSpPr>
        <p:grpSpPr>
          <a:xfrm>
            <a:off x="882363" y="7280202"/>
            <a:ext cx="306461" cy="306461"/>
            <a:chOff x="1020916" y="1442088"/>
            <a:chExt cx="457200" cy="457200"/>
          </a:xfrm>
        </p:grpSpPr>
        <p:pic>
          <p:nvPicPr>
            <p:cNvPr id="186" name="Google Shape;186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8" name="Google Shape;188;p20"/>
          <p:cNvGrpSpPr/>
          <p:nvPr/>
        </p:nvGrpSpPr>
        <p:grpSpPr>
          <a:xfrm>
            <a:off x="2129437" y="7264377"/>
            <a:ext cx="306461" cy="306461"/>
            <a:chOff x="1020916" y="1442088"/>
            <a:chExt cx="457200" cy="457200"/>
          </a:xfrm>
        </p:grpSpPr>
        <p:pic>
          <p:nvPicPr>
            <p:cNvPr id="189" name="Google Shape;189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" name="Google Shape;191;p20"/>
          <p:cNvGrpSpPr/>
          <p:nvPr/>
        </p:nvGrpSpPr>
        <p:grpSpPr>
          <a:xfrm>
            <a:off x="3200663" y="7264377"/>
            <a:ext cx="306461" cy="306461"/>
            <a:chOff x="1020916" y="1442088"/>
            <a:chExt cx="457200" cy="457200"/>
          </a:xfrm>
        </p:grpSpPr>
        <p:pic>
          <p:nvPicPr>
            <p:cNvPr id="192" name="Google Shape;192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4" name="Google Shape;194;p20"/>
          <p:cNvGrpSpPr/>
          <p:nvPr/>
        </p:nvGrpSpPr>
        <p:grpSpPr>
          <a:xfrm>
            <a:off x="4447712" y="7280202"/>
            <a:ext cx="306461" cy="306461"/>
            <a:chOff x="1020916" y="1442088"/>
            <a:chExt cx="457200" cy="457200"/>
          </a:xfrm>
        </p:grpSpPr>
        <p:pic>
          <p:nvPicPr>
            <p:cNvPr id="195" name="Google Shape;195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" name="Google Shape;197;p20"/>
          <p:cNvGrpSpPr/>
          <p:nvPr/>
        </p:nvGrpSpPr>
        <p:grpSpPr>
          <a:xfrm>
            <a:off x="5847662" y="9013619"/>
            <a:ext cx="965012" cy="400873"/>
            <a:chOff x="1020916" y="1442088"/>
            <a:chExt cx="457200" cy="457200"/>
          </a:xfrm>
        </p:grpSpPr>
        <p:pic>
          <p:nvPicPr>
            <p:cNvPr id="198" name="Google Shape;198;p2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Draw your own</a:t>
              </a:r>
              <a:endParaRPr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0" name="Google Shape;200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03954" y="7574018"/>
            <a:ext cx="1452438" cy="14396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sp>
        <p:nvSpPr>
          <p:cNvPr id="205" name="Google Shape;205;p21"/>
          <p:cNvSpPr txBox="1"/>
          <p:nvPr/>
        </p:nvSpPr>
        <p:spPr>
          <a:xfrm>
            <a:off x="468000" y="360000"/>
            <a:ext cx="57780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Introduction to rotations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67997" y="4269350"/>
            <a:ext cx="6624000" cy="3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The object has been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rotated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become the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Andeep might be incorrect.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2312264" y="6033430"/>
            <a:ext cx="451800" cy="626400"/>
          </a:xfrm>
          <a:prstGeom prst="diamond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2198006" y="6653531"/>
            <a:ext cx="6804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3488758" y="6033430"/>
            <a:ext cx="451800" cy="626400"/>
          </a:xfrm>
          <a:prstGeom prst="diamond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3374500" y="6653531"/>
            <a:ext cx="6804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" name="Google Shape;212;p21"/>
          <p:cNvPicPr preferRelativeResize="0"/>
          <p:nvPr/>
        </p:nvPicPr>
        <p:blipFill>
          <a:blip r:embed="rId3">
            <a:alphaModFix/>
          </a:blip>
          <a:srcRect l="16941" r="16934"/>
          <a:stretch>
            <a:fillRect/>
          </a:stretch>
        </p:blipFill>
        <p:spPr>
          <a:xfrm>
            <a:off x="467997" y="5200744"/>
            <a:ext cx="1019258" cy="1036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/>
          <p:cNvPicPr preferRelativeResize="0"/>
          <p:nvPr/>
        </p:nvPicPr>
        <p:blipFill>
          <a:blip r:embed="rId4">
            <a:alphaModFix/>
          </a:blip>
          <a:srcRect l="-185" t="-2012" r="59770" b="43327"/>
          <a:stretch>
            <a:fillRect/>
          </a:stretch>
        </p:blipFill>
        <p:spPr>
          <a:xfrm flipH="1">
            <a:off x="1528715" y="4849375"/>
            <a:ext cx="2013645" cy="120902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607350" y="6202049"/>
            <a:ext cx="8652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Andeep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 flipH="1">
            <a:off x="1594759" y="4969910"/>
            <a:ext cx="1893900" cy="8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object and image both look the same, therefore they have the same orientation.</a:t>
            </a:r>
            <a:endParaRPr sz="1200">
              <a:solidFill>
                <a:srgbClr val="F3EEFB"/>
              </a:solidFill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68000" y="7592225"/>
            <a:ext cx="29520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5) Complete the table with        to show the properties of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7" name="Google Shape;217;p21"/>
          <p:cNvGraphicFramePr>
            <a:graphicFrameLocks noGrp="1"/>
          </p:cNvGraphicFramePr>
          <p:nvPr/>
        </p:nvGraphicFramePr>
        <p:xfrm>
          <a:off x="3420000" y="748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{077FD82F-2E7A-459B-B950-E470DB86FEBA}</a:tableStyleId>
              </a:tblPr>
              <a:tblGrid>
                <a:gridCol w="1560825"/>
                <a:gridCol w="1057750"/>
                <a:gridCol w="1057750"/>
              </a:tblGrid>
              <a:tr h="3329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Invariant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Usually Changes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</a:tr>
              <a:tr h="30035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 of Sides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19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of Angles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19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219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2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18" name="Google Shape;21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8366" y="7545748"/>
            <a:ext cx="265607" cy="2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467997" y="855151"/>
            <a:ext cx="4309500" cy="5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object and all images are rectangles.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Select all of the images which are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this rectangle.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4896420" y="1046594"/>
            <a:ext cx="1347300" cy="451500"/>
          </a:xfrm>
          <a:prstGeom prst="rect">
            <a:avLst/>
          </a:prstGeom>
          <a:solidFill>
            <a:srgbClr val="E6F2F2"/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1" name="Google Shape;221;p21"/>
          <p:cNvSpPr/>
          <p:nvPr/>
        </p:nvSpPr>
        <p:spPr>
          <a:xfrm rot="1800087">
            <a:off x="533432" y="2424276"/>
            <a:ext cx="1329542" cy="445413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2" name="Google Shape;222;p21"/>
          <p:cNvSpPr/>
          <p:nvPr/>
        </p:nvSpPr>
        <p:spPr>
          <a:xfrm rot="3600103">
            <a:off x="2114021" y="2502126"/>
            <a:ext cx="1135859" cy="445413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3" name="Google Shape;223;p21"/>
          <p:cNvSpPr/>
          <p:nvPr/>
        </p:nvSpPr>
        <p:spPr>
          <a:xfrm rot="7200087">
            <a:off x="4104580" y="2586150"/>
            <a:ext cx="1329542" cy="445413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4" name="Google Shape;224;p21"/>
          <p:cNvSpPr/>
          <p:nvPr/>
        </p:nvSpPr>
        <p:spPr>
          <a:xfrm rot="9000586">
            <a:off x="5632131" y="2441483"/>
            <a:ext cx="1399013" cy="445413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5229838" y="802999"/>
            <a:ext cx="6804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 rot="5400000">
            <a:off x="3036492" y="2424363"/>
            <a:ext cx="1329900" cy="445500"/>
          </a:xfrm>
          <a:prstGeom prst="rect">
            <a:avLst/>
          </a:prstGeom>
          <a:solidFill>
            <a:srgbClr val="F3EEFB"/>
          </a:solidFill>
          <a:ln w="3810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227" name="Google Shape;227;p21"/>
          <p:cNvCxnSpPr/>
          <p:nvPr/>
        </p:nvCxnSpPr>
        <p:spPr>
          <a:xfrm>
            <a:off x="4896420" y="1702825"/>
            <a:ext cx="1364400" cy="0"/>
          </a:xfrm>
          <a:prstGeom prst="straightConnector1">
            <a:avLst/>
          </a:prstGeom>
          <a:noFill/>
          <a:ln w="38100" cap="flat" cmpd="sng">
            <a:solidFill>
              <a:srgbClr val="037B7D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8" name="Google Shape;228;p21"/>
          <p:cNvSpPr txBox="1"/>
          <p:nvPr/>
        </p:nvSpPr>
        <p:spPr>
          <a:xfrm>
            <a:off x="6245996" y="1562250"/>
            <a:ext cx="846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" name="Google Shape;229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36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2023-11-02T14:19:57.927</cp:lastPrinted>
  <dcterms:created xsi:type="dcterms:W3CDTF">2023-11-02T14:19:57Z</dcterms:created>
  <dcterms:modified xsi:type="dcterms:W3CDTF">2023-11-02T14:20:49Z</dcterms:modified>
</cp:coreProperties>
</file>