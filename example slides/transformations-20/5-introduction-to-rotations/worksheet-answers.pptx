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AE51633-48B3-498F-BC84-B5234C196E49}">
  <a:tblStyle styleId="{5AE51633-48B3-498F-BC84-B5234C196E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8be56f6507_0_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8be56f6507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g28be56f6507_0_5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8be56f6507_0_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6.png" /><Relationship Id="rId4" Type="http://schemas.openxmlformats.org/officeDocument/2006/relationships/image" Target="../media/image8.png" /><Relationship Id="rId5" Type="http://schemas.openxmlformats.org/officeDocument/2006/relationships/image" Target="../media/image15.png" /><Relationship Id="rId6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rotations in the real world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rotations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667613"/>
            <a:ext cx="432643" cy="72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rcRect l="-185" t="-2012" r="59770" b="43327"/>
          <a:stretch>
            <a:fillRect/>
          </a:stretch>
        </p:blipFill>
        <p:spPr>
          <a:xfrm flipH="1">
            <a:off x="891474" y="1604025"/>
            <a:ext cx="1940029" cy="15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 flipH="1">
            <a:off x="955167" y="1844754"/>
            <a:ext cx="18246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want to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rotate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all these stickers so that when I stick them into my book, they’re all the right way up with their wheels on the road!</a:t>
            </a:r>
            <a:endParaRPr sz="1200">
              <a:solidFill>
                <a:srgbClr val="F3EEFB"/>
              </a:solidFill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4281800" y="1604025"/>
            <a:ext cx="2810201" cy="2063900"/>
            <a:chOff x="3420000" y="1604025"/>
            <a:chExt cx="2810201" cy="2063900"/>
          </a:xfrm>
        </p:grpSpPr>
        <p:pic>
          <p:nvPicPr>
            <p:cNvPr id="178" name="Google Shape;17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20000" y="1604025"/>
              <a:ext cx="2810201" cy="206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0"/>
            <p:cNvSpPr txBox="1"/>
            <p:nvPr/>
          </p:nvSpPr>
          <p:spPr>
            <a:xfrm>
              <a:off x="3845728" y="1630012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5153982" y="1630012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4458708" y="2164835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5503682" y="2242999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802126" y="3089738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4386319" y="3052721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5323937" y="3189399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5792948" y="2895006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468000" y="3394575"/>
            <a:ext cx="2952000" cy="9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vehicles will be facing left, and which will be facing right?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577625" y="3688200"/>
            <a:ext cx="1518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Left: A, B, C, E,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Right: D, F, 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4174900"/>
            <a:ext cx="2952000" cy="9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Sketch your own vehicles in different orientations.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draw two vehicles that face the same way, even though you have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them differently?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140000" y="4169919"/>
            <a:ext cx="29520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example: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these cars face right when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rotated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6">
            <a:alphaModFix/>
          </a:blip>
          <a:srcRect l="28077" t="54083" r="45278" b="25384"/>
          <a:stretch>
            <a:fillRect/>
          </a:stretch>
        </p:blipFill>
        <p:spPr>
          <a:xfrm rot="-4500004">
            <a:off x="5137295" y="4444730"/>
            <a:ext cx="705063" cy="39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7">
            <a:alphaModFix/>
          </a:blip>
          <a:srcRect l="28077" t="54083" r="45278" b="25384"/>
          <a:stretch>
            <a:fillRect/>
          </a:stretch>
        </p:blipFill>
        <p:spPr>
          <a:xfrm rot="9899987">
            <a:off x="4435826" y="4409097"/>
            <a:ext cx="705059" cy="399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0"/>
          <p:cNvCxnSpPr/>
          <p:nvPr/>
        </p:nvCxnSpPr>
        <p:spPr>
          <a:xfrm>
            <a:off x="474750" y="58392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468000" y="5977809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properties of rotations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68000" y="8870127"/>
            <a:ext cx="51399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ruler, draw a different correct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trapezium in the space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8000" y="6345411"/>
            <a:ext cx="43431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Select all of the images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this 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8">
            <a:alphaModFix/>
          </a:blip>
          <a:srcRect t="30560" r="81574"/>
          <a:stretch>
            <a:fillRect/>
          </a:stretch>
        </p:blipFill>
        <p:spPr>
          <a:xfrm>
            <a:off x="4611854" y="6273126"/>
            <a:ext cx="1187678" cy="825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8">
            <a:alphaModFix/>
          </a:blip>
          <a:srcRect l="23218"/>
          <a:stretch>
            <a:fillRect/>
          </a:stretch>
        </p:blipFill>
        <p:spPr>
          <a:xfrm>
            <a:off x="468000" y="7574037"/>
            <a:ext cx="4706491" cy="1130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20"/>
          <p:cNvGrpSpPr/>
          <p:nvPr/>
        </p:nvGrpSpPr>
        <p:grpSpPr>
          <a:xfrm>
            <a:off x="882363" y="7280202"/>
            <a:ext cx="306461" cy="306461"/>
            <a:chOff x="1020916" y="1442088"/>
            <a:chExt cx="457200" cy="457200"/>
          </a:xfrm>
        </p:grpSpPr>
        <p:pic>
          <p:nvPicPr>
            <p:cNvPr id="200" name="Google Shape;200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2129437" y="7264377"/>
            <a:ext cx="306461" cy="306461"/>
            <a:chOff x="1020916" y="1442088"/>
            <a:chExt cx="457200" cy="457200"/>
          </a:xfrm>
        </p:grpSpPr>
        <p:pic>
          <p:nvPicPr>
            <p:cNvPr id="203" name="Google Shape;203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3200663" y="7264377"/>
            <a:ext cx="306461" cy="306461"/>
            <a:chOff x="1020916" y="1442088"/>
            <a:chExt cx="457200" cy="457200"/>
          </a:xfrm>
        </p:grpSpPr>
        <p:pic>
          <p:nvPicPr>
            <p:cNvPr id="206" name="Google Shape;206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4447712" y="7280202"/>
            <a:ext cx="306461" cy="306461"/>
            <a:chOff x="1020916" y="1442088"/>
            <a:chExt cx="457200" cy="457200"/>
          </a:xfrm>
        </p:grpSpPr>
        <p:pic>
          <p:nvPicPr>
            <p:cNvPr id="209" name="Google Shape;209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5847662" y="9013619"/>
            <a:ext cx="965012" cy="400873"/>
            <a:chOff x="1020916" y="1442088"/>
            <a:chExt cx="457200" cy="457200"/>
          </a:xfrm>
        </p:grpSpPr>
        <p:pic>
          <p:nvPicPr>
            <p:cNvPr id="212" name="Google Shape;212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 your own</a:t>
              </a:r>
              <a:endParaRPr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4" name="Google Shape;21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03954" y="7574018"/>
            <a:ext cx="1452438" cy="14396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5" name="Google Shape;215;p20"/>
          <p:cNvPicPr preferRelativeResize="0"/>
          <p:nvPr/>
        </p:nvPicPr>
        <p:blipFill>
          <a:blip r:embed="rId8">
            <a:alphaModFix/>
          </a:blip>
          <a:srcRect l="60391" r="18497"/>
          <a:stretch>
            <a:fillRect/>
          </a:stretch>
        </p:blipFill>
        <p:spPr>
          <a:xfrm rot="10800000">
            <a:off x="5607898" y="7576075"/>
            <a:ext cx="1451277" cy="12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33325" y="7280200"/>
            <a:ext cx="289600" cy="3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51625" y="7280200"/>
            <a:ext cx="289600" cy="3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sp>
        <p:nvSpPr>
          <p:cNvPr id="222" name="Google Shape;22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rotations</a:t>
            </a:r>
            <a:endParaRPr/>
          </a:p>
        </p:txBody>
      </p:sp>
      <p:sp>
        <p:nvSpPr>
          <p:cNvPr id="223" name="Google Shape;22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67997" y="4269350"/>
            <a:ext cx="66240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object has been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become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Andeep might be incorrect.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312264" y="6033430"/>
            <a:ext cx="451800" cy="626400"/>
          </a:xfrm>
          <a:prstGeom prst="diamond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2198006" y="6653531"/>
            <a:ext cx="6804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488758" y="6033430"/>
            <a:ext cx="451800" cy="626400"/>
          </a:xfrm>
          <a:prstGeom prst="diamond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3374500" y="6653531"/>
            <a:ext cx="6804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167835" y="4867673"/>
            <a:ext cx="29241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Object and image only have the same orientation if the object has been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rotated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through one full turn, or multiple full turns.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it has been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rotated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by less than that, then the image may look invariant, but still has a different orientation.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3">
            <a:alphaModFix/>
          </a:blip>
          <a:srcRect l="16941" r="16934"/>
          <a:stretch>
            <a:fillRect/>
          </a:stretch>
        </p:blipFill>
        <p:spPr>
          <a:xfrm>
            <a:off x="467997" y="5200744"/>
            <a:ext cx="1019258" cy="103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4">
            <a:alphaModFix/>
          </a:blip>
          <a:srcRect l="-185" t="-2012" r="59770" b="43327"/>
          <a:stretch>
            <a:fillRect/>
          </a:stretch>
        </p:blipFill>
        <p:spPr>
          <a:xfrm flipH="1">
            <a:off x="1528715" y="4849375"/>
            <a:ext cx="2013645" cy="1209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607350" y="6202049"/>
            <a:ext cx="8652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flipH="1">
            <a:off x="1594759" y="4969910"/>
            <a:ext cx="18939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and image both look the same, therefore they have the same orientation.</a:t>
            </a:r>
            <a:endParaRPr sz="1200">
              <a:solidFill>
                <a:srgbClr val="F3EEFB"/>
              </a:solidFill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7592225"/>
            <a:ext cx="2952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Complete the table with        to show the properties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" name="Google Shape;235;p21"/>
          <p:cNvGraphicFramePr>
            <a:graphicFrameLocks noGrp="1"/>
          </p:cNvGraphicFramePr>
          <p:nvPr/>
        </p:nvGraphicFramePr>
        <p:xfrm>
          <a:off x="3420000" y="74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{5AE51633-48B3-498F-BC84-B5234C196E49}</a:tableStyleId>
              </a:tblPr>
              <a:tblGrid>
                <a:gridCol w="1560825"/>
                <a:gridCol w="1057750"/>
                <a:gridCol w="1057750"/>
              </a:tblGrid>
              <a:tr h="3329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0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1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1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1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6" name="Google Shape;2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8366" y="7545748"/>
            <a:ext cx="265607" cy="2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491" y="8072523"/>
            <a:ext cx="265607" cy="2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2491" y="8445548"/>
            <a:ext cx="265607" cy="2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8216" y="8805198"/>
            <a:ext cx="265607" cy="2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8216" y="9178223"/>
            <a:ext cx="265607" cy="2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67997" y="855151"/>
            <a:ext cx="43095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object and all images are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Select all of the images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this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5810" y="3284306"/>
            <a:ext cx="304727" cy="32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055" y="3328110"/>
            <a:ext cx="304727" cy="32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7594" y="3311874"/>
            <a:ext cx="304727" cy="32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6435" y="3284054"/>
            <a:ext cx="304727" cy="323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1631" y="3248695"/>
            <a:ext cx="304727" cy="32301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4896420" y="1046594"/>
            <a:ext cx="1347300" cy="451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8" name="Google Shape;248;p21"/>
          <p:cNvSpPr/>
          <p:nvPr/>
        </p:nvSpPr>
        <p:spPr>
          <a:xfrm rot="1800087">
            <a:off x="533432" y="2424276"/>
            <a:ext cx="1329542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1"/>
          <p:cNvSpPr/>
          <p:nvPr/>
        </p:nvSpPr>
        <p:spPr>
          <a:xfrm rot="3600103">
            <a:off x="2114021" y="2502126"/>
            <a:ext cx="1135859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1"/>
          <p:cNvSpPr/>
          <p:nvPr/>
        </p:nvSpPr>
        <p:spPr>
          <a:xfrm rot="7200087">
            <a:off x="4104580" y="2586150"/>
            <a:ext cx="1329542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1" name="Google Shape;251;p21"/>
          <p:cNvSpPr/>
          <p:nvPr/>
        </p:nvSpPr>
        <p:spPr>
          <a:xfrm rot="9000586">
            <a:off x="5632131" y="2441483"/>
            <a:ext cx="1399013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5229838" y="802999"/>
            <a:ext cx="6804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 rot="5400000">
            <a:off x="3036492" y="2424363"/>
            <a:ext cx="1329900" cy="4455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254" name="Google Shape;254;p21"/>
          <p:cNvCxnSpPr/>
          <p:nvPr/>
        </p:nvCxnSpPr>
        <p:spPr>
          <a:xfrm>
            <a:off x="4896420" y="1702825"/>
            <a:ext cx="1364400" cy="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5" name="Google Shape;255;p21"/>
          <p:cNvSpPr txBox="1"/>
          <p:nvPr/>
        </p:nvSpPr>
        <p:spPr>
          <a:xfrm>
            <a:off x="6245996" y="1562250"/>
            <a:ext cx="84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Introduction to rotations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2023-11-02T14:19:58.263</cp:lastPrinted>
  <dcterms:created xsi:type="dcterms:W3CDTF">2023-11-02T14:19:58Z</dcterms:created>
  <dcterms:modified xsi:type="dcterms:W3CDTF">2023-11-02T14:20:49Z</dcterms:modified>
</cp:coreProperties>
</file>