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" name="Shape 177"/>
        <p:cNvGrpSpPr/>
        <p:nvPr/>
      </p:nvGrpSpPr>
      <p:grpSpPr>
        <a:xfrm>
          <a:off x="0" y="0"/>
          <a:ext cx="0" cy="0"/>
        </a:xfrm>
      </p:grpSpPr>
      <p:sp>
        <p:nvSpPr>
          <p:cNvPr id="178" name="Google Shape;178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enlargements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76257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true or false for each statement.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4253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Understanding enlargement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939125" y="2362275"/>
            <a:ext cx="6153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Enlargement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only refers to when a shape increases in size.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940500" y="3020775"/>
            <a:ext cx="61530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image may have different lengths to the object after an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enlargement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940500" y="4030575"/>
            <a:ext cx="61530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 image may have different angles to the object after an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enlargement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939300" y="5047875"/>
            <a:ext cx="61530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The image can be smaller than the object after an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enlargement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68000" y="582657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 is going to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enlarge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parallelogram to double the size.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754500" y="7745350"/>
            <a:ext cx="6330900" cy="8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thinks that the corresponding angle in the image will be 70°.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 you think he is correct?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" name="Google Shape;171;p20"/>
          <p:cNvGrpSpPr/>
          <p:nvPr/>
        </p:nvGrpSpPr>
        <p:grpSpPr>
          <a:xfrm>
            <a:off x="3084915" y="6702887"/>
            <a:ext cx="2804969" cy="1185253"/>
            <a:chOff x="1778271" y="1864224"/>
            <a:chExt cx="2804969" cy="1185253"/>
          </a:xfrm>
        </p:grpSpPr>
        <p:sp>
          <p:nvSpPr>
            <p:cNvPr id="172" name="Google Shape;172;p20"/>
            <p:cNvSpPr/>
            <p:nvPr/>
          </p:nvSpPr>
          <p:spPr>
            <a:xfrm>
              <a:off x="1778271" y="2189378"/>
              <a:ext cx="860100" cy="860100"/>
            </a:xfrm>
            <a:prstGeom prst="pie">
              <a:avLst>
                <a:gd name="adj1" fmla="val 19490801"/>
                <a:gd name="adj2" fmla="val 13862"/>
              </a:avLst>
            </a:prstGeom>
            <a:noFill/>
            <a:ln w="2857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2205441" y="1864224"/>
              <a:ext cx="2377800" cy="755700"/>
            </a:xfrm>
            <a:prstGeom prst="parallelogram">
              <a:avLst>
                <a:gd name="adj" fmla="val 141837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74" name="Google Shape;174;p20"/>
          <p:cNvSpPr txBox="1"/>
          <p:nvPr/>
        </p:nvSpPr>
        <p:spPr>
          <a:xfrm>
            <a:off x="3965100" y="7150607"/>
            <a:ext cx="575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25002" flipH="1">
            <a:off x="2741133" y="6693792"/>
            <a:ext cx="483360" cy="5574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0" name="Shape 180"/>
        <p:cNvGrpSpPr/>
        <p:nvPr/>
      </p:nvGrpSpPr>
      <p:grpSpPr>
        <a:xfrm>
          <a:off x="0" y="0"/>
          <a:ext cx="0" cy="0"/>
        </a:xfrm>
      </p:grpSpPr>
      <p:sp>
        <p:nvSpPr>
          <p:cNvPr id="181" name="Google Shape;18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2" name="Google Shape;182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enlargements</a:t>
            </a:r>
            <a:endParaRPr/>
          </a:p>
        </p:txBody>
      </p:sp>
      <p:sp>
        <p:nvSpPr>
          <p:cNvPr id="183" name="Google Shape;18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68000" y="14883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rectangles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that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similar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68000" y="854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Understanding similarity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/>
          <p:nvPr/>
        </p:nvSpPr>
        <p:spPr>
          <a:xfrm flipH="1">
            <a:off x="5483064" y="3430436"/>
            <a:ext cx="1557900" cy="519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8" name="Google Shape;188;p21"/>
          <p:cNvSpPr/>
          <p:nvPr/>
        </p:nvSpPr>
        <p:spPr>
          <a:xfrm flipH="1">
            <a:off x="2040175" y="2797498"/>
            <a:ext cx="1298100" cy="519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9" name="Google Shape;189;p21"/>
          <p:cNvSpPr/>
          <p:nvPr/>
        </p:nvSpPr>
        <p:spPr>
          <a:xfrm flipH="1">
            <a:off x="5485995" y="1893582"/>
            <a:ext cx="1557900" cy="7788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90" name="Google Shape;190;p21"/>
          <p:cNvCxnSpPr/>
          <p:nvPr/>
        </p:nvCxnSpPr>
        <p:spPr>
          <a:xfrm flipH="1">
            <a:off x="5370158" y="3421336"/>
            <a:ext cx="0" cy="528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1" name="Google Shape;191;p21"/>
          <p:cNvSpPr txBox="1"/>
          <p:nvPr/>
        </p:nvSpPr>
        <p:spPr>
          <a:xfrm>
            <a:off x="4813258" y="3527794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1"/>
          <p:cNvCxnSpPr/>
          <p:nvPr/>
        </p:nvCxnSpPr>
        <p:spPr>
          <a:xfrm flipH="1">
            <a:off x="1927225" y="2797498"/>
            <a:ext cx="0" cy="519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3" name="Google Shape;193;p21"/>
          <p:cNvCxnSpPr/>
          <p:nvPr/>
        </p:nvCxnSpPr>
        <p:spPr>
          <a:xfrm flipH="1">
            <a:off x="5350545" y="1893582"/>
            <a:ext cx="0" cy="778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4" name="Google Shape;194;p21"/>
          <p:cNvSpPr txBox="1"/>
          <p:nvPr/>
        </p:nvSpPr>
        <p:spPr>
          <a:xfrm>
            <a:off x="1325989" y="2894858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817904" y="2148420"/>
            <a:ext cx="5196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6022327" y="4090444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" name="Google Shape;197;p21"/>
          <p:cNvCxnSpPr/>
          <p:nvPr/>
        </p:nvCxnSpPr>
        <p:spPr>
          <a:xfrm rot="10800000" flipH="1">
            <a:off x="5474327" y="4093694"/>
            <a:ext cx="1566600" cy="12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8" name="Google Shape;198;p21"/>
          <p:cNvCxnSpPr/>
          <p:nvPr/>
        </p:nvCxnSpPr>
        <p:spPr>
          <a:xfrm>
            <a:off x="2040175" y="3432512"/>
            <a:ext cx="1298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9" name="Google Shape;199;p21"/>
          <p:cNvCxnSpPr/>
          <p:nvPr/>
        </p:nvCxnSpPr>
        <p:spPr>
          <a:xfrm>
            <a:off x="5485995" y="2773999"/>
            <a:ext cx="1557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0" name="Google Shape;200;p21"/>
          <p:cNvSpPr txBox="1"/>
          <p:nvPr/>
        </p:nvSpPr>
        <p:spPr>
          <a:xfrm>
            <a:off x="2427789" y="3424939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6025258" y="2768675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" name="Google Shape;202;p21"/>
          <p:cNvCxnSpPr/>
          <p:nvPr/>
        </p:nvCxnSpPr>
        <p:spPr>
          <a:xfrm flipH="1">
            <a:off x="967600" y="3927006"/>
            <a:ext cx="0" cy="1108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3" name="Google Shape;203;p21"/>
          <p:cNvSpPr txBox="1"/>
          <p:nvPr/>
        </p:nvSpPr>
        <p:spPr>
          <a:xfrm>
            <a:off x="467993" y="4316422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4" name="Google Shape;204;p21"/>
          <p:cNvCxnSpPr/>
          <p:nvPr/>
        </p:nvCxnSpPr>
        <p:spPr>
          <a:xfrm>
            <a:off x="1103800" y="5142956"/>
            <a:ext cx="2245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5" name="Google Shape;205;p21"/>
          <p:cNvSpPr txBox="1"/>
          <p:nvPr/>
        </p:nvSpPr>
        <p:spPr>
          <a:xfrm>
            <a:off x="2084762" y="5168675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16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/>
          <p:nvPr/>
        </p:nvSpPr>
        <p:spPr>
          <a:xfrm flipH="1">
            <a:off x="5487153" y="4737446"/>
            <a:ext cx="698100" cy="2808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207" name="Google Shape;207;p21"/>
          <p:cNvCxnSpPr/>
          <p:nvPr/>
        </p:nvCxnSpPr>
        <p:spPr>
          <a:xfrm flipH="1">
            <a:off x="5412819" y="4737446"/>
            <a:ext cx="0" cy="28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8" name="Google Shape;208;p21"/>
          <p:cNvSpPr txBox="1"/>
          <p:nvPr/>
        </p:nvSpPr>
        <p:spPr>
          <a:xfrm>
            <a:off x="4813751" y="4737438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" name="Google Shape;209;p21"/>
          <p:cNvCxnSpPr/>
          <p:nvPr/>
        </p:nvCxnSpPr>
        <p:spPr>
          <a:xfrm>
            <a:off x="5492536" y="5114167"/>
            <a:ext cx="692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0" name="Google Shape;210;p21"/>
          <p:cNvSpPr txBox="1"/>
          <p:nvPr/>
        </p:nvSpPr>
        <p:spPr>
          <a:xfrm>
            <a:off x="5590230" y="5166736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/>
          <p:nvPr/>
        </p:nvSpPr>
        <p:spPr>
          <a:xfrm flipH="1">
            <a:off x="1103800" y="3914081"/>
            <a:ext cx="2246400" cy="1121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2" name="Google Shape;212;p21"/>
          <p:cNvSpPr/>
          <p:nvPr/>
        </p:nvSpPr>
        <p:spPr>
          <a:xfrm flipH="1">
            <a:off x="2922947" y="1883882"/>
            <a:ext cx="418200" cy="165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2402919" y="1825536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4" name="Google Shape;214;p21"/>
          <p:cNvCxnSpPr/>
          <p:nvPr/>
        </p:nvCxnSpPr>
        <p:spPr>
          <a:xfrm>
            <a:off x="2922936" y="2128703"/>
            <a:ext cx="441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5" name="Google Shape;215;p21"/>
          <p:cNvSpPr txBox="1"/>
          <p:nvPr/>
        </p:nvSpPr>
        <p:spPr>
          <a:xfrm>
            <a:off x="2910655" y="2150133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74300" y="558517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square paper to accurately draw the right-angled triangle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83000" y="6926463"/>
            <a:ext cx="8237700" cy="10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Draw another right-angled triangle that 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similar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this one.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8" name="Google Shape;218;p21"/>
          <p:cNvGrpSpPr/>
          <p:nvPr/>
        </p:nvGrpSpPr>
        <p:grpSpPr>
          <a:xfrm>
            <a:off x="1099910" y="5980582"/>
            <a:ext cx="1071081" cy="800366"/>
            <a:chOff x="1854175" y="1437634"/>
            <a:chExt cx="970358" cy="725166"/>
          </a:xfrm>
        </p:grpSpPr>
        <p:sp>
          <p:nvSpPr>
            <p:cNvPr id="219" name="Google Shape;219;p21"/>
            <p:cNvSpPr/>
            <p:nvPr/>
          </p:nvSpPr>
          <p:spPr>
            <a:xfrm>
              <a:off x="1854175" y="1438109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20" name="Google Shape;220;p21"/>
            <p:cNvSpPr/>
            <p:nvPr/>
          </p:nvSpPr>
          <p:spPr>
            <a:xfrm>
              <a:off x="1854175" y="1679312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1854175" y="1917999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22" name="Google Shape;222;p21"/>
            <p:cNvSpPr/>
            <p:nvPr/>
          </p:nvSpPr>
          <p:spPr>
            <a:xfrm>
              <a:off x="2096900" y="1437697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23" name="Google Shape;223;p21"/>
            <p:cNvSpPr/>
            <p:nvPr/>
          </p:nvSpPr>
          <p:spPr>
            <a:xfrm>
              <a:off x="2096900" y="1678900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2096900" y="1917588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25" name="Google Shape;225;p21"/>
            <p:cNvSpPr/>
            <p:nvPr/>
          </p:nvSpPr>
          <p:spPr>
            <a:xfrm>
              <a:off x="2339409" y="1438046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26" name="Google Shape;226;p21"/>
            <p:cNvSpPr/>
            <p:nvPr/>
          </p:nvSpPr>
          <p:spPr>
            <a:xfrm>
              <a:off x="2339409" y="1679248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27" name="Google Shape;227;p21"/>
            <p:cNvSpPr/>
            <p:nvPr/>
          </p:nvSpPr>
          <p:spPr>
            <a:xfrm>
              <a:off x="2339409" y="1917936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28" name="Google Shape;228;p21"/>
            <p:cNvSpPr/>
            <p:nvPr/>
          </p:nvSpPr>
          <p:spPr>
            <a:xfrm>
              <a:off x="2582133" y="1437634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29" name="Google Shape;229;p21"/>
            <p:cNvSpPr/>
            <p:nvPr/>
          </p:nvSpPr>
          <p:spPr>
            <a:xfrm>
              <a:off x="2582133" y="1678837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30" name="Google Shape;230;p21"/>
            <p:cNvSpPr/>
            <p:nvPr/>
          </p:nvSpPr>
          <p:spPr>
            <a:xfrm>
              <a:off x="2582133" y="1917524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31" name="Google Shape;231;p21"/>
            <p:cNvSpPr/>
            <p:nvPr/>
          </p:nvSpPr>
          <p:spPr>
            <a:xfrm rot="-5400000">
              <a:off x="1982100" y="1328500"/>
              <a:ext cx="715800" cy="952800"/>
            </a:xfrm>
            <a:prstGeom prst="rtTriangl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</p:grpSp>
      <p:sp>
        <p:nvSpPr>
          <p:cNvPr id="232" name="Google Shape;232;p21"/>
          <p:cNvSpPr txBox="1"/>
          <p:nvPr/>
        </p:nvSpPr>
        <p:spPr>
          <a:xfrm>
            <a:off x="468000" y="8140713"/>
            <a:ext cx="85023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Cut out each triangle. Place one triangle on top of the other and match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up one of the vertices.  What do you notice?</a:t>
            </a:r>
            <a:endParaRPr sz="1200"/>
          </a:p>
        </p:txBody>
      </p:sp>
      <p:grpSp>
        <p:nvGrpSpPr>
          <p:cNvPr id="233" name="Google Shape;233;p21"/>
          <p:cNvGrpSpPr/>
          <p:nvPr/>
        </p:nvGrpSpPr>
        <p:grpSpPr>
          <a:xfrm>
            <a:off x="4528810" y="5983194"/>
            <a:ext cx="1071081" cy="797716"/>
            <a:chOff x="1854175" y="1437634"/>
            <a:chExt cx="970358" cy="722765"/>
          </a:xfrm>
        </p:grpSpPr>
        <p:sp>
          <p:nvSpPr>
            <p:cNvPr id="234" name="Google Shape;234;p21"/>
            <p:cNvSpPr/>
            <p:nvPr/>
          </p:nvSpPr>
          <p:spPr>
            <a:xfrm>
              <a:off x="1854175" y="1438109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1854175" y="1679312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1854175" y="1917999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2096900" y="1437697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2096900" y="1678900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2096900" y="1917588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2339409" y="1438046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2339409" y="1679248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2339409" y="1917936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2582133" y="1437634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2582133" y="1678837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2582133" y="1917524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</p:grp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Introduction to enlargements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2023-11-02T14:24:37.886</cp:lastPrinted>
  <dcterms:created xsi:type="dcterms:W3CDTF">2023-11-02T14:24:37Z</dcterms:created>
  <dcterms:modified xsi:type="dcterms:W3CDTF">2023-11-02T14:24:04Z</dcterms:modified>
</cp:coreProperties>
</file>