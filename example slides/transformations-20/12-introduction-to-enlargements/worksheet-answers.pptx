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665" r:id="rId1"/>
    <p:sldMasterId id="2147483666" r:id="rId2"/>
  </p:sldMasterIdLst>
  <p:notesMasterIdLst>
    <p:notesMasterId r:id="rId3"/>
  </p:notesMasterIdLst>
  <p:sldIdLst>
    <p:sldId id="256" r:id="rId4"/>
    <p:sldId id="257" r:id="rId5"/>
  </p:sldIdLst>
  <p:sldSz cx="7560000" cy="10692000"/>
  <p:notesSz cx="6858000" cy="9144000"/>
  <p:embeddedFontLst>
    <p:embeddedFont>
      <p:font typeface="Lexend" panose="00000000000000000000"/>
      <p:regular r:id="rId7"/>
    </p:embeddedFont>
    <p:embeddedFont>
      <p:font typeface="Kalam" panose="02000000000000000000"/>
      <p:regular r:id="rId8"/>
    </p:embeddedFont>
    <p:embeddedFont>
      <p:font typeface="Lexend Medium" panose="00000000000000000000"/>
      <p:regular r:id="rId9"/>
    </p:embeddedFont>
    <p:embeddedFont>
      <p:font typeface="Lexend Light" panose="00000000000000000000"/>
      <p:regular r:id="rId10"/>
    </p:embeddedFont>
  </p:embeddedFontLst>
  <p:custDataLst>
    <p:tags r:id="rId6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font" Target="fonts/font4.fntdata" /><Relationship Id="rId11" Type="http://schemas.openxmlformats.org/officeDocument/2006/relationships/presProps" Target="presProps.xml" /><Relationship Id="rId12" Type="http://schemas.openxmlformats.org/officeDocument/2006/relationships/viewProps" Target="viewProps.xml" /><Relationship Id="rId13" Type="http://schemas.openxmlformats.org/officeDocument/2006/relationships/theme" Target="theme/theme1.xml" /><Relationship Id="rId14" Type="http://schemas.openxmlformats.org/officeDocument/2006/relationships/tableStyles" Target="tableStyles.xml" /><Relationship Id="rId2" Type="http://schemas.openxmlformats.org/officeDocument/2006/relationships/slideMaster" Target="slideMasters/slideMaster2.xml" /><Relationship Id="rId3" Type="http://schemas.openxmlformats.org/officeDocument/2006/relationships/notesMaster" Target="notesMasters/notesMaster1.xml" /><Relationship Id="rId4" Type="http://schemas.openxmlformats.org/officeDocument/2006/relationships/slide" Target="slides/slide1.xml" /><Relationship Id="rId5" Type="http://schemas.openxmlformats.org/officeDocument/2006/relationships/slide" Target="slides/slide2.xml" /><Relationship Id="rId6" Type="http://schemas.openxmlformats.org/officeDocument/2006/relationships/tags" Target="tags/tag1.xml" /><Relationship Id="rId7" Type="http://schemas.openxmlformats.org/officeDocument/2006/relationships/font" Target="fonts/font1.fntdata" /><Relationship Id="rId8" Type="http://schemas.openxmlformats.org/officeDocument/2006/relationships/font" Target="fonts/font2.fntdata" /><Relationship Id="rId9" Type="http://schemas.openxmlformats.org/officeDocument/2006/relationships/font" Target="fonts/font3.fntdata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3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" name="Shape 167"/>
        <p:cNvGrpSpPr/>
        <p:nvPr/>
      </p:nvGrpSpPr>
      <p:grpSpPr>
        <a:xfrm>
          <a:off x="0" y="0"/>
          <a:ext cx="0" cy="0"/>
        </a:xfrm>
      </p:grpSpPr>
      <p:sp>
        <p:nvSpPr>
          <p:cNvPr id="168" name="Google Shape;168;g279934fec8d_0_131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279934fec8d_0_13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92" name="Shape 192"/>
        <p:cNvGrpSpPr/>
        <p:nvPr/>
      </p:nvGrpSpPr>
      <p:grpSpPr>
        <a:xfrm>
          <a:off x="0" y="0"/>
          <a:ext cx="0" cy="0"/>
        </a:xfrm>
      </p:grpSpPr>
      <p:sp>
        <p:nvSpPr>
          <p:cNvPr id="193" name="Google Shape;193;g279934fec8d_0_136:notes"/>
          <p:cNvSpPr/>
          <p:nvPr>
            <p:ph type="sldImg" idx="2"/>
          </p:nvPr>
        </p:nvSpPr>
        <p:spPr>
          <a:xfrm>
            <a:off x="2217050" y="685800"/>
            <a:ext cx="24246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" name="Google Shape;194;g279934fec8d_0_13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4.png" /><Relationship Id="rId3" Type="http://schemas.openxmlformats.org/officeDocument/2006/relationships/image" Target="../media/image5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slideMaster" Target="../slideMasters/slideMaster2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slideMaster" Target="../slideMasters/slideMaster2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6.png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slideMaster" Target="../slideMasters/slideMaster2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4.png" /><Relationship Id="rId4" Type="http://schemas.openxmlformats.org/officeDocument/2006/relationships/image" Target="../media/image6.png" /><Relationship Id="rId5" Type="http://schemas.openxmlformats.org/officeDocument/2006/relationships/hyperlink" Target="https://www.nationalarchives.gov.uk/doc/open-government-licence/version/3/" TargetMode="External" /><Relationship Id="rId6" Type="http://schemas.openxmlformats.org/officeDocument/2006/relationships/hyperlink" Target="https://www.thenational.academy/legal/terms-and-conditions" TargetMode="External" /><Relationship Id="rId7" Type="http://schemas.openxmlformats.org/officeDocument/2006/relationships/slideMaster" Target="../slideMasters/slideMaster2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">
  <p:cSld name="SECTION_HEADER_1_1_1_1_1_1_1_1_1_2_2"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type="subTitle" idx="1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" name="Google Shape;14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SEC FRONT Answers 1 1">
  <p:cSld name="SECTION_HEADER_1_1_1_1_1_1_1_1_1_2_1">
    <p:spTree>
      <p:nvGrpSpPr>
        <p:cNvPr id="15" name="Shape 15"/>
        <p:cNvGrpSpPr/>
        <p:nvPr/>
      </p:nvGrpSpPr>
      <p:grpSpPr>
        <a:xfrm>
          <a:off x="0" y="0"/>
          <a: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8000" y="266700"/>
            <a:ext cx="5577000" cy="432000"/>
          </a:xfrm>
          <a:prstGeom prst="rect">
            <a:avLst/>
          </a:prstGeom>
        </p:spPr>
        <p:txBody>
          <a:bodyPr spcFirstLastPara="1" wrap="square" lIns="0" tIns="91425" rIns="91425" bIns="91425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1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type="subTitle" idx="1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type="subTitle" idx="2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type="subTitle" idx="3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type="subTitle" idx="4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type="subTitle" idx="5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type="subTitle" idx="6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type="subTitle" idx="7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type="subTitle" idx="8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5" name="Google Shape;25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" name="Google Shape;26;p3"/>
          <p:cNvPicPr preferRelativeResize="0"/>
          <p:nvPr/>
        </p:nvPicPr>
        <p:blipFill>
          <a:blip r:embed="rId2">
            <a:alphaModFix/>
          </a:blip>
          <a:srcRect l="4603" r="4603"/>
          <a:stretch>
            <a:fillRect/>
          </a:stretch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7" name="Google Shape;27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28" name="Google Shape;28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000" b="1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Name: </a:t>
              </a:r>
              <a:endParaRPr sz="1000" b="1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9" name="Google Shape;29;p3"/>
            <p:cNvCxnSpPr/>
            <p:nvPr/>
          </p:nvCxnSpPr>
          <p:spPr>
            <a:xfrm rot="10800000" flipH="1">
              <a:off x="943904" y="1116425"/>
              <a:ext cx="1998900" cy="8100"/>
            </a:xfrm>
            <a:prstGeom prst="straightConnector1">
              <a:avLst/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pic>
        <p:nvPicPr>
          <p:cNvPr id="30" name="Google Shape;30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61625" y="161271"/>
            <a:ext cx="805956" cy="49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3"/>
          <p:cNvSpPr txBox="1"/>
          <p:nvPr>
            <p:ph type="subTitle" idx="9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544">
          <p15:clr>
            <a:srgbClr val="D9D9D9"/>
          </p15:clr>
        </p15:guide>
        <p15:guide id="2" orient="horz" pos="1916">
          <p15:clr>
            <a:srgbClr val="D9D9D9"/>
          </p15:clr>
        </p15:guide>
        <p15:guide id="3" orient="horz" pos="3368">
          <p15:clr>
            <a:srgbClr val="D9D9D9"/>
          </p15:clr>
        </p15:guide>
        <p15:guide id="4" orient="horz" pos="4762">
          <p15:clr>
            <a:srgbClr val="D9D9D9"/>
          </p15:clr>
        </p15:guide>
        <p15:guide id="5" pos="295">
          <p15:clr>
            <a:srgbClr val="FF0000"/>
          </p15:clr>
        </p15:guide>
        <p15:guide id="6" pos="4467">
          <p15:clr>
            <a:srgbClr val="FF0000"/>
          </p15:clr>
        </p15:guide>
        <p15:guide id="7" pos="1519">
          <p15:clr>
            <a:srgbClr val="D9D9D9"/>
          </p15:clr>
        </p15:guide>
        <p15:guide id="8" pos="1764">
          <p15:clr>
            <a:srgbClr val="D9D9D9"/>
          </p15:clr>
        </p15:guide>
        <p15:guide id="9" pos="3243">
          <p15:clr>
            <a:srgbClr val="D9D9D9"/>
          </p15:clr>
        </p15:guide>
        <p15:guide id="10" pos="2998">
          <p15:clr>
            <a:srgbClr val="D9D9D9"/>
          </p15:clr>
        </p15:guide>
        <p15:guide id="11" pos="3120">
          <p15:clr>
            <a:srgbClr val="D9D9D9"/>
          </p15:clr>
        </p15:guide>
        <p15:guide id="12" pos="1642">
          <p15:clr>
            <a:srgbClr val="D9D9D9"/>
          </p15:clr>
        </p15:guide>
        <p15:guide id="13" pos="2381">
          <p15:clr>
            <a:srgbClr val="D9D9D9"/>
          </p15:clr>
        </p15:guide>
        <p15:guide id="14" pos="2154">
          <p15:clr>
            <a:srgbClr val="FF0000"/>
          </p15:clr>
        </p15:guide>
        <p15:guide id="15" pos="2608">
          <p15:clr>
            <a:srgbClr val="FF0000"/>
          </p15:clr>
        </p15:guide>
        <p15:guide id="16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1">
  <p:cSld name="SECTION_HEADER_1_1_1_1_1_1_1_1_1_1">
    <p:spTree>
      <p:nvGrpSpPr>
        <p:cNvPr id="32" name="Shape 32"/>
        <p:cNvGrpSpPr/>
        <p:nvPr/>
      </p:nvGrpSpPr>
      <p:grpSpPr>
        <a:xfrm>
          <a:off x="0" y="0"/>
          <a:ext cx="0" cy="0"/>
        </a:xfrm>
      </p:grpSpPr>
      <p:sp>
        <p:nvSpPr>
          <p:cNvPr id="33" name="Google Shape;33;p4"/>
          <p:cNvSpPr txBox="1"/>
          <p:nvPr>
            <p:ph type="subTitle" idx="1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"/>
          <p:cNvSpPr txBox="1"/>
          <p:nvPr>
            <p:ph type="subTitle" idx="2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type="subTitle" idx="3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6" name="Google Shape;36;p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7" name="Google Shape;37;p4"/>
          <p:cNvSpPr txBox="1"/>
          <p:nvPr>
            <p:ph type="subTitle" idx="4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2">
  <p:cSld name="SECTION_HEADER_1_1_1_1_1_1_1_1_1_1_1">
    <p:spTree>
      <p:nvGrpSpPr>
        <p:cNvPr id="38" name="Shape 38"/>
        <p:cNvGrpSpPr/>
        <p:nvPr/>
      </p:nvGrpSpPr>
      <p:grpSpPr>
        <a:xfrm>
          <a:off x="0" y="0"/>
          <a:ext cx="0" cy="0"/>
        </a:xfrm>
      </p:grpSpPr>
      <p:sp>
        <p:nvSpPr>
          <p:cNvPr id="39" name="Google Shape;39;p5"/>
          <p:cNvSpPr txBox="1"/>
          <p:nvPr>
            <p:ph type="subTitle" idx="1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type="subTitle" idx="2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type="subTitle" idx="3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type="subTitle" idx="4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3" name="Google Shape;43;p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5"/>
          <p:cNvSpPr txBox="1"/>
          <p:nvPr>
            <p:ph type="subTitle" idx="5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3">
  <p:cSld name="SECTION_HEADER_1_1_1_1_1_1_1_1_1_1_1_2">
    <p:spTree>
      <p:nvGrpSpPr>
        <p:cNvPr id="45" name="Shape 45"/>
        <p:cNvGrpSpPr/>
        <p:nvPr/>
      </p:nvGrpSpPr>
      <p:grpSpPr>
        <a:xfrm>
          <a:off x="0" y="0"/>
          <a:ext cx="0" cy="0"/>
        </a:xfrm>
      </p:grpSpPr>
      <p:sp>
        <p:nvSpPr>
          <p:cNvPr id="46" name="Google Shape;46;p6"/>
          <p:cNvSpPr txBox="1"/>
          <p:nvPr>
            <p:ph type="subTitle" idx="1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>
            <p:ph type="subTitle" idx="2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type="subTitle" idx="3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type="subTitle" idx="4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type="subTitle" idx="5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type="subTitle" idx="6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2" name="Google Shape;52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3" name="Google Shape;53;p6"/>
          <p:cNvSpPr txBox="1"/>
          <p:nvPr>
            <p:ph type="subTitle" idx="7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Task 4">
  <p:cSld name="SECTION_HEADER_1_1_1_1_1_1_1_1_1_1_1_2_1">
    <p:spTree>
      <p:nvGrpSpPr>
        <p:cNvPr id="54" name="Shape 54"/>
        <p:cNvGrpSpPr/>
        <p:nvPr/>
      </p:nvGrpSpPr>
      <p:grpSpPr>
        <a:xfrm>
          <a:off x="0" y="0"/>
          <a:ext cx="0" cy="0"/>
        </a:xfrm>
      </p:grpSpPr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w="9525" cap="flat" cmpd="sng">
            <a:solidFill>
              <a:srgbClr val="B7B7B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>
            <p:ph type="subTitle" idx="2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400"/>
              <a:buNone/>
              <a:defRPr sz="1400" b="1"/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Elements to copy and paste">
  <p:cSld name="SECTION_HEADER_1_1_1_1_1_1_1_1_1_1_1_2_1_1">
    <p:spTree>
      <p:nvGrpSpPr>
        <p:cNvPr id="58" name="Shape 58"/>
        <p:cNvGrpSpPr/>
        <p:nvPr/>
      </p:nvGrpSpPr>
      <p:grpSpPr>
        <a:xfrm>
          <a:off x="0" y="0"/>
          <a:ext cx="0" cy="0"/>
        </a:xfrm>
      </p:grpSpPr>
      <p:sp>
        <p:nvSpPr>
          <p:cNvPr id="59" name="Google Shape;59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0" name="Google Shape;60;p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 Title page">
  <p:cSld name="SECTION_HEADER_1_1_1_1_1_1_1_1_1_1_1_2_1_1_1_1_1_2">
    <p:bg>
      <p:bgPr>
        <a:solidFill>
          <a:schemeClr val="lt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</a:xfrm>
      </p:grpSpPr>
      <p:pic>
        <p:nvPicPr>
          <p:cNvPr id="66" name="Google Shape;66;p1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1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8" name="Google Shape;68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9" name="Google Shape;6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" name="Google Shape;70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0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</a:xfrm>
      </p:grpSpPr>
      <p:pic>
        <p:nvPicPr>
          <p:cNvPr id="75" name="Google Shape;75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7" name="Google Shape;77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8" name="Google Shape;7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" name="Google Shape;81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1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</a:xfrm>
      </p:grpSpPr>
      <p:pic>
        <p:nvPicPr>
          <p:cNvPr id="84" name="Google Shape;84;p1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2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6" name="Google Shape;86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2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2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3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3"/>
          <p:cNvSpPr txBox="1"/>
          <p:nvPr>
            <p:ph type="subTitle" idx="1"/>
          </p:nvPr>
        </p:nvSpPr>
        <p:spPr>
          <a:xfrm>
            <a:off x="1463400" y="360000"/>
            <a:ext cx="4782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95" name="Google Shape;95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3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8" name="Google Shape;98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9" name="Google Shape;99;p13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0" name="Google Shape;100;p13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 Single page worksheet">
  <p:cSld name="SECTION_HEADER_1_1_1_1_1_1_1_1_1_1_1_2_1_1_1_1_1_2_1">
    <p:bg>
      <p:bgPr>
        <a:solidFill>
          <a:schemeClr val="lt1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</a:xfrm>
      </p:grpSpPr>
      <p:pic>
        <p:nvPicPr>
          <p:cNvPr id="102" name="Google Shape;102;p1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5" name="Google Shape;105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7" name="Google Shape;107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08" name="Google Shape;108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0" name="Google Shape;110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13" name="Google Shape;113;p14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pic>
        <p:nvPicPr>
          <p:cNvPr id="115" name="Google Shape;115;p15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7" name="Google Shape;117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8" name="Google Shape;118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9" name="Google Shape;119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21" name="Google Shape;12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8300" y="3240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5"/>
          <p:cNvSpPr txBox="1"/>
          <p:nvPr/>
        </p:nvSpPr>
        <p:spPr>
          <a:xfrm>
            <a:off x="554300" y="360000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3" name="Google Shape;123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4" name="Google Shape;124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3903375" y="9972000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6" name="Google Shape;126;p15"/>
          <p:cNvSpPr txBox="1"/>
          <p:nvPr>
            <p:ph type="subTitle" idx="1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</a:xfrm>
      </p:grpSpPr>
      <p:pic>
        <p:nvPicPr>
          <p:cNvPr id="128" name="Google Shape;128;p1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0" name="Google Shape;130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31" name="Google Shape;131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34" name="Google Shape;134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6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1 Landscape middle page">
  <p:cSld name="SECTION_HEADER_1_1_1_1_1_1_1_1_1_1_1_2_1_1_1_1_1_1_1_1_1_1_1_2">
    <p:bg>
      <p:bgPr>
        <a:solidFill>
          <a:schemeClr val="lt1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</a:xfrm>
      </p:grpSpPr>
      <p:pic>
        <p:nvPicPr>
          <p:cNvPr id="137" name="Google Shape;137;p1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7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9" name="Google Shape;139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0" name="Google Shape;140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7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2" name="Google Shape;142;p17"/>
          <p:cNvSpPr txBox="1"/>
          <p:nvPr>
            <p:ph type="subTitle" idx="1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2 Landscape last page">
  <p:cSld name="SECTION_HEADER_1_1_1_1_1_1_1_1_1_1_1_2_1_1_1_1_1_1_1_1_1_1_1_1_1">
    <p:bg>
      <p:bgPr>
        <a:solidFill>
          <a:schemeClr val="lt1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</a:xfrm>
      </p:grpSpPr>
      <p:pic>
        <p:nvPicPr>
          <p:cNvPr id="144" name="Google Shape;144;p1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8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6" name="Google Shape;146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sz="900"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47" name="Google Shape;147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p18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1" name="Google Shape;15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2" name="Google Shape;152;p18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2"/>
          </p:nvPr>
        </p:nvSpPr>
        <p:spPr>
          <a:xfrm rot="-5400000">
            <a:off x="-3498000" y="5128425"/>
            <a:ext cx="8070600" cy="246300"/>
          </a:xfrm>
          <a:prstGeom prst="rect">
            <a:avLst/>
          </a:prstGeom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2pPr>
            <a:lvl3pPr lvl="2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3pPr>
            <a:lvl4pPr lvl="3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4pPr>
            <a:lvl5pPr lvl="4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5pPr>
            <a:lvl6pPr lvl="5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6pPr>
            <a:lvl7pPr lvl="6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7pPr>
            <a:lvl8pPr lvl="7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8pPr>
            <a:lvl9pPr lvl="8" rtl="0">
              <a:spcBef>
                <a:spcPct val="0"/>
              </a:spcBef>
              <a:spcAft>
                <a:spcPct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54" name="Shape 154"/>
        <p:cNvGrpSpPr/>
        <p:nvPr/>
      </p:nvGrpSpPr>
      <p:grpSpPr>
        <a:xfrm>
          <a:off x="0" y="0"/>
          <a:ext cx="0" cy="0"/>
        </a:xfrm>
      </p:grpSpPr>
      <p:pic>
        <p:nvPicPr>
          <p:cNvPr id="155" name="Google Shape;155;p19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>
            <p:ph type="sldNum" idx="12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57" name="Google Shape;15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61" name="Google Shape;16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103775" y="9769600"/>
            <a:ext cx="936000" cy="270612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 rot="-5400000">
            <a:off x="183269" y="9772906"/>
            <a:ext cx="763200" cy="1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Answers</a:t>
            </a:r>
            <a:endParaRPr sz="1200" b="1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3" name="Google Shape;16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4" name="Google Shape;16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 b="1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5" name="Google Shape;16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66" name="Google Shape;166;p19"/>
          <p:cNvSpPr txBox="1"/>
          <p:nvPr>
            <p:ph type="subTitle" idx="1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theme" Target="../theme/theme1.xml" /></Relationships>
</file>

<file path=ppt/slideMasters/_rels/slideMaster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10" Type="http://schemas.openxmlformats.org/officeDocument/2006/relationships/slideLayout" Target="../slideLayouts/slideLayout17.xml" /><Relationship Id="rId11" Type="http://schemas.openxmlformats.org/officeDocument/2006/relationships/theme" Target="../theme/theme2.xml" /><Relationship Id="rId2" Type="http://schemas.openxmlformats.org/officeDocument/2006/relationships/slideLayout" Target="../slideLayouts/slideLayout9.xml" /><Relationship Id="rId3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12.xml" /><Relationship Id="rId6" Type="http://schemas.openxmlformats.org/officeDocument/2006/relationships/slideLayout" Target="../slideLayouts/slideLayout13.xml" /><Relationship Id="rId7" Type="http://schemas.openxmlformats.org/officeDocument/2006/relationships/slideLayout" Target="../slideLayouts/slideLayout14.xml" /><Relationship Id="rId8" Type="http://schemas.openxmlformats.org/officeDocument/2006/relationships/slideLayout" Target="../slideLayouts/slideLayout15.xml" /><Relationship Id="rId9" Type="http://schemas.openxmlformats.org/officeDocument/2006/relationships/slideLayout" Target="../slideLayouts/slideLayout16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</a:xfrm>
      </p:grpSpPr>
      <p:sp>
        <p:nvSpPr>
          <p:cNvPr id="62" name="Google Shape;62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R="0" lvl="1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R="0" lvl="2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R="0" lvl="3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R="0" lvl="4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R="0" lvl="5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R="0" lvl="6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R="0" lvl="7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R="0" lvl="8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"/>
              <a:buNone/>
              <a:defRPr sz="28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3" name="Google Shape;63;p9"/>
          <p:cNvSpPr txBox="1"/>
          <p:nvPr>
            <p:ph type="body" idx="1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800"/>
              <a:buFont typeface="Lexend"/>
              <a:buChar char="●"/>
              <a:defRPr sz="18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■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●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Lexend"/>
              <a:buChar char="○"/>
              <a:defRPr sz="14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2"/>
              </a:buClr>
              <a:buSzPts val="1400"/>
              <a:buFont typeface="Kalam"/>
              <a:buChar char="■"/>
              <a:defRPr sz="1400" i="0" u="none" strike="noStrike" cap="non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type="sldNum" idx="12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0" marR="0" lvl="1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0" marR="0" lvl="2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0" marR="0" lvl="3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0" marR="0" lvl="4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0" marR="0" lvl="5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0" marR="0" lvl="6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0" marR="0" lvl="7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0" marR="0" lvl="8" indent="0" algn="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000"/>
              <a:buFont typeface="Arial"/>
              <a:buNone/>
              <a:defRPr sz="1000" i="0" u="none" strike="noStrike" cap="non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0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Relationship Id="rId2" Type="http://schemas.openxmlformats.org/officeDocument/2006/relationships/notesSlide" Target="../notesSlides/notesSlide1.xml" /><Relationship Id="rId3" Type="http://schemas.openxmlformats.org/officeDocument/2006/relationships/image" Target="../media/image7.pn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70" name="Shape 170"/>
        <p:cNvGrpSpPr/>
        <p:nvPr/>
      </p:nvGrpSpPr>
      <p:grpSpPr>
        <a:xfrm>
          <a:off x="0" y="0"/>
          <a:ext cx="0" cy="0"/>
        </a:xfrm>
      </p:grpSpPr>
      <p:sp>
        <p:nvSpPr>
          <p:cNvPr id="171" name="Google Shape;171;p20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1</a:t>
            </a:fld>
            <a:endParaRPr/>
          </a:p>
        </p:txBody>
      </p:sp>
      <p:sp>
        <p:nvSpPr>
          <p:cNvPr id="172" name="Google Shape;172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spcFirstLastPara="1" wrap="square" lIns="0" tIns="0" rIns="0" bIns="0" anchor="ctr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enlargements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468000" y="1762575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Write true or false for each statement.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468000" y="1425375"/>
            <a:ext cx="68553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A: Understanding enlargement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939125" y="2362275"/>
            <a:ext cx="6153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Enlargement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only refers to when a shape increases in size.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940500" y="3020775"/>
            <a:ext cx="61530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The image may have different lengths to the object after an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enlargement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940500" y="4030575"/>
            <a:ext cx="61530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c) The image may have different angles to the object after an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enlargement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939300" y="5047875"/>
            <a:ext cx="6153000" cy="69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d) The image can be smaller than object after an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enlargement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1113700" y="2699475"/>
            <a:ext cx="11025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False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0" name="Google Shape;180;p20"/>
          <p:cNvSpPr txBox="1"/>
          <p:nvPr/>
        </p:nvSpPr>
        <p:spPr>
          <a:xfrm>
            <a:off x="1113700" y="3534825"/>
            <a:ext cx="11025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True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1" name="Google Shape;181;p20"/>
          <p:cNvSpPr txBox="1"/>
          <p:nvPr/>
        </p:nvSpPr>
        <p:spPr>
          <a:xfrm>
            <a:off x="1113700" y="4594950"/>
            <a:ext cx="11025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False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2" name="Google Shape;182;p20"/>
          <p:cNvSpPr txBox="1"/>
          <p:nvPr/>
        </p:nvSpPr>
        <p:spPr>
          <a:xfrm>
            <a:off x="1113700" y="5381325"/>
            <a:ext cx="11025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True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83" name="Google Shape;183;p20"/>
          <p:cNvSpPr txBox="1"/>
          <p:nvPr/>
        </p:nvSpPr>
        <p:spPr>
          <a:xfrm>
            <a:off x="468000" y="5826575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Alex is going to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enlarge 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the parallelogram to double the size.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4" name="Google Shape;184;p20"/>
          <p:cNvSpPr txBox="1"/>
          <p:nvPr/>
        </p:nvSpPr>
        <p:spPr>
          <a:xfrm>
            <a:off x="754500" y="7745350"/>
            <a:ext cx="6339000" cy="8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He thinks that the corresponding angle in the image will be 70°.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marL="0" lvl="0" indent="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Do you think he is correct? Justify your answer.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85" name="Google Shape;185;p20"/>
          <p:cNvGrpSpPr/>
          <p:nvPr/>
        </p:nvGrpSpPr>
        <p:grpSpPr>
          <a:xfrm>
            <a:off x="3084915" y="6702887"/>
            <a:ext cx="2804969" cy="1185253"/>
            <a:chOff x="1778271" y="1864224"/>
            <a:chExt cx="2804969" cy="1185253"/>
          </a:xfrm>
        </p:grpSpPr>
        <p:sp>
          <p:nvSpPr>
            <p:cNvPr id="186" name="Google Shape;186;p20"/>
            <p:cNvSpPr/>
            <p:nvPr/>
          </p:nvSpPr>
          <p:spPr>
            <a:xfrm>
              <a:off x="1778271" y="2189378"/>
              <a:ext cx="860100" cy="860100"/>
            </a:xfrm>
            <a:prstGeom prst="pie">
              <a:avLst>
                <a:gd name="adj1" fmla="val 19490801"/>
                <a:gd name="adj2" fmla="val 13862"/>
              </a:avLst>
            </a:prstGeom>
            <a:noFill/>
            <a:ln w="2857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87" name="Google Shape;187;p20"/>
            <p:cNvSpPr/>
            <p:nvPr/>
          </p:nvSpPr>
          <p:spPr>
            <a:xfrm>
              <a:off x="2205441" y="1864224"/>
              <a:ext cx="2377800" cy="755700"/>
            </a:xfrm>
            <a:prstGeom prst="parallelogram">
              <a:avLst>
                <a:gd name="adj" fmla="val 141837"/>
              </a:avLst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</p:grpSp>
      <p:sp>
        <p:nvSpPr>
          <p:cNvPr id="188" name="Google Shape;188;p20"/>
          <p:cNvSpPr txBox="1"/>
          <p:nvPr/>
        </p:nvSpPr>
        <p:spPr>
          <a:xfrm>
            <a:off x="3965100" y="7150607"/>
            <a:ext cx="5751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35°</a:t>
            </a:r>
            <a:endParaRPr sz="18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9" name="Google Shape;189;p20"/>
          <p:cNvSpPr txBox="1"/>
          <p:nvPr/>
        </p:nvSpPr>
        <p:spPr>
          <a:xfrm>
            <a:off x="906900" y="8678675"/>
            <a:ext cx="6186600" cy="118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No, Alex is not correct because…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ts val="100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Kalam"/>
              <a:buChar char="●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enlarging a shape does not cause the angles to change size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marL="457200" lvl="0" indent="-30480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ts val="1200"/>
              <a:buFont typeface="Kalam"/>
              <a:buChar char="●"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corresponding angle will be 35°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90" name="Google Shape;190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625002" flipH="1">
            <a:off x="2741133" y="6693792"/>
            <a:ext cx="483360" cy="557417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1" name="Google Shape;191;p20"/>
          <p:cNvCxnSpPr/>
          <p:nvPr/>
        </p:nvCxnSpPr>
        <p:spPr>
          <a:xfrm>
            <a:off x="474750" y="9972000"/>
            <a:ext cx="6610500" cy="0"/>
          </a:xfrm>
          <a:prstGeom prst="straightConnector1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95" name="Shape 195"/>
        <p:cNvGrpSpPr/>
        <p:nvPr/>
      </p:nvGrpSpPr>
      <p:grpSpPr>
        <a:xfrm>
          <a:off x="0" y="0"/>
          <a:ext cx="0" cy="0"/>
        </a:xfrm>
      </p:grpSpPr>
      <p:sp>
        <p:nvSpPr>
          <p:cNvPr id="196" name="Google Shape;196;p21"/>
          <p:cNvSpPr txBox="1"/>
          <p:nvPr>
            <p:ph type="sldNum" idx="12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fld id="{00000000-1234-1234-1234-123412341234}" type="slidenum">
              <a:rPr lang="en-GB"/>
              <a:t>2</a:t>
            </a:fld>
            <a:endParaRPr/>
          </a:p>
        </p:txBody>
      </p:sp>
      <p:sp>
        <p:nvSpPr>
          <p:cNvPr id="197" name="Google Shape;197;p21"/>
          <p:cNvSpPr txBox="1"/>
          <p:nvPr>
            <p:ph type="subTitle" idx="1"/>
          </p:nvPr>
        </p:nvSpPr>
        <p:spPr>
          <a:xfrm>
            <a:off x="1463400" y="360000"/>
            <a:ext cx="4782600" cy="138600"/>
          </a:xfrm>
          <a:prstGeom prst="rect">
            <a:avLst/>
          </a:prstGeom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Introduction to enlargements</a:t>
            </a:r>
            <a:endParaRPr/>
          </a:p>
        </p:txBody>
      </p:sp>
      <p:sp>
        <p:nvSpPr>
          <p:cNvPr id="198" name="Google Shape;198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v2.2</a:t>
            </a:r>
            <a:endParaRPr sz="1000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9" name="Google Shape;199;p21"/>
          <p:cNvSpPr txBox="1"/>
          <p:nvPr>
            <p:ph type="subTitle" idx="2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spcFirstLastPara="1" wrap="square" lIns="0" tIns="0" rIns="0" bIns="0" anchor="b" anchorCtr="0">
            <a:norm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200" name="Google Shape;200;p21"/>
          <p:cNvSpPr txBox="1"/>
          <p:nvPr/>
        </p:nvSpPr>
        <p:spPr>
          <a:xfrm>
            <a:off x="468000" y="148832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Match the rectangles which are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similar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1" name="Google Shape;201;p21"/>
          <p:cNvSpPr txBox="1"/>
          <p:nvPr/>
        </p:nvSpPr>
        <p:spPr>
          <a:xfrm>
            <a:off x="468000" y="854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Task B: Understanding similarity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2" name="Google Shape;202;p21"/>
          <p:cNvSpPr/>
          <p:nvPr/>
        </p:nvSpPr>
        <p:spPr>
          <a:xfrm flipH="1">
            <a:off x="5483064" y="3430436"/>
            <a:ext cx="1557900" cy="5193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3" name="Google Shape;203;p21"/>
          <p:cNvSpPr/>
          <p:nvPr/>
        </p:nvSpPr>
        <p:spPr>
          <a:xfrm flipH="1">
            <a:off x="2040175" y="2797498"/>
            <a:ext cx="1298100" cy="5193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04" name="Google Shape;204;p21"/>
          <p:cNvSpPr/>
          <p:nvPr/>
        </p:nvSpPr>
        <p:spPr>
          <a:xfrm flipH="1">
            <a:off x="5485995" y="1893582"/>
            <a:ext cx="1557900" cy="7788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205" name="Google Shape;205;p21"/>
          <p:cNvCxnSpPr/>
          <p:nvPr/>
        </p:nvCxnSpPr>
        <p:spPr>
          <a:xfrm flipH="1">
            <a:off x="5370158" y="3421336"/>
            <a:ext cx="0" cy="528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6" name="Google Shape;206;p21"/>
          <p:cNvSpPr txBox="1"/>
          <p:nvPr/>
        </p:nvSpPr>
        <p:spPr>
          <a:xfrm>
            <a:off x="4813258" y="3527794"/>
            <a:ext cx="618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07" name="Google Shape;207;p21"/>
          <p:cNvCxnSpPr/>
          <p:nvPr/>
        </p:nvCxnSpPr>
        <p:spPr>
          <a:xfrm flipH="1">
            <a:off x="1927225" y="2797498"/>
            <a:ext cx="0" cy="5193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08" name="Google Shape;208;p21"/>
          <p:cNvCxnSpPr/>
          <p:nvPr/>
        </p:nvCxnSpPr>
        <p:spPr>
          <a:xfrm flipH="1">
            <a:off x="5350545" y="1893582"/>
            <a:ext cx="0" cy="7788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09" name="Google Shape;209;p21"/>
          <p:cNvSpPr txBox="1"/>
          <p:nvPr/>
        </p:nvSpPr>
        <p:spPr>
          <a:xfrm>
            <a:off x="1325989" y="2894858"/>
            <a:ext cx="618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4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4817904" y="2148420"/>
            <a:ext cx="5196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6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6022327" y="4090444"/>
            <a:ext cx="618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2" name="Google Shape;212;p21"/>
          <p:cNvCxnSpPr/>
          <p:nvPr/>
        </p:nvCxnSpPr>
        <p:spPr>
          <a:xfrm rot="10800000" flipH="1">
            <a:off x="5474327" y="4093694"/>
            <a:ext cx="1566600" cy="120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3" name="Google Shape;213;p21"/>
          <p:cNvCxnSpPr/>
          <p:nvPr/>
        </p:nvCxnSpPr>
        <p:spPr>
          <a:xfrm>
            <a:off x="2040175" y="3432512"/>
            <a:ext cx="12981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214" name="Google Shape;214;p21"/>
          <p:cNvCxnSpPr/>
          <p:nvPr/>
        </p:nvCxnSpPr>
        <p:spPr>
          <a:xfrm>
            <a:off x="5485995" y="2773999"/>
            <a:ext cx="15579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5" name="Google Shape;215;p21"/>
          <p:cNvSpPr txBox="1"/>
          <p:nvPr/>
        </p:nvSpPr>
        <p:spPr>
          <a:xfrm>
            <a:off x="2427789" y="3424939"/>
            <a:ext cx="618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10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6025258" y="2768675"/>
            <a:ext cx="618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12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7" name="Google Shape;217;p21"/>
          <p:cNvCxnSpPr/>
          <p:nvPr/>
        </p:nvCxnSpPr>
        <p:spPr>
          <a:xfrm flipH="1">
            <a:off x="967600" y="3927006"/>
            <a:ext cx="0" cy="110820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18" name="Google Shape;218;p21"/>
          <p:cNvSpPr txBox="1"/>
          <p:nvPr/>
        </p:nvSpPr>
        <p:spPr>
          <a:xfrm>
            <a:off x="467993" y="4316422"/>
            <a:ext cx="618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8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19" name="Google Shape;219;p21"/>
          <p:cNvCxnSpPr/>
          <p:nvPr/>
        </p:nvCxnSpPr>
        <p:spPr>
          <a:xfrm>
            <a:off x="1103800" y="5142956"/>
            <a:ext cx="22455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0" name="Google Shape;220;p21"/>
          <p:cNvSpPr txBox="1"/>
          <p:nvPr/>
        </p:nvSpPr>
        <p:spPr>
          <a:xfrm>
            <a:off x="2084762" y="5168675"/>
            <a:ext cx="618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16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1" name="Google Shape;221;p21"/>
          <p:cNvSpPr/>
          <p:nvPr/>
        </p:nvSpPr>
        <p:spPr>
          <a:xfrm flipH="1">
            <a:off x="5487153" y="4737446"/>
            <a:ext cx="698100" cy="2808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cxnSp>
        <p:nvCxnSpPr>
          <p:cNvPr id="222" name="Google Shape;222;p21"/>
          <p:cNvCxnSpPr/>
          <p:nvPr/>
        </p:nvCxnSpPr>
        <p:spPr>
          <a:xfrm flipH="1">
            <a:off x="5412819" y="4737446"/>
            <a:ext cx="0" cy="2808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3" name="Google Shape;223;p21"/>
          <p:cNvSpPr txBox="1"/>
          <p:nvPr/>
        </p:nvSpPr>
        <p:spPr>
          <a:xfrm>
            <a:off x="4813751" y="4737438"/>
            <a:ext cx="618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2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4" name="Google Shape;224;p21"/>
          <p:cNvCxnSpPr/>
          <p:nvPr/>
        </p:nvCxnSpPr>
        <p:spPr>
          <a:xfrm>
            <a:off x="5492536" y="5114167"/>
            <a:ext cx="692700" cy="0"/>
          </a:xfrm>
          <a:prstGeom prst="straightConnector1">
            <a:avLst/>
          </a:prstGeom>
          <a:noFill/>
          <a:ln w="2857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25" name="Google Shape;225;p21"/>
          <p:cNvSpPr txBox="1"/>
          <p:nvPr/>
        </p:nvSpPr>
        <p:spPr>
          <a:xfrm>
            <a:off x="5590230" y="5166736"/>
            <a:ext cx="618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5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6" name="Google Shape;226;p21"/>
          <p:cNvSpPr/>
          <p:nvPr/>
        </p:nvSpPr>
        <p:spPr>
          <a:xfrm flipH="1">
            <a:off x="1103800" y="3914081"/>
            <a:ext cx="2246400" cy="11214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7" name="Google Shape;227;p21"/>
          <p:cNvSpPr/>
          <p:nvPr/>
        </p:nvSpPr>
        <p:spPr>
          <a:xfrm flipH="1">
            <a:off x="2922947" y="1883882"/>
            <a:ext cx="418200" cy="165300"/>
          </a:xfrm>
          <a:prstGeom prst="rect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8" name="Google Shape;228;p21"/>
          <p:cNvSpPr txBox="1"/>
          <p:nvPr/>
        </p:nvSpPr>
        <p:spPr>
          <a:xfrm>
            <a:off x="2402919" y="1825536"/>
            <a:ext cx="618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1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29" name="Google Shape;229;p21"/>
          <p:cNvCxnSpPr/>
          <p:nvPr/>
        </p:nvCxnSpPr>
        <p:spPr>
          <a:xfrm>
            <a:off x="2922936" y="2128703"/>
            <a:ext cx="4419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30" name="Google Shape;230;p21"/>
          <p:cNvSpPr txBox="1"/>
          <p:nvPr/>
        </p:nvSpPr>
        <p:spPr>
          <a:xfrm>
            <a:off x="2910655" y="2150133"/>
            <a:ext cx="618900" cy="32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3 cm</a:t>
            </a:r>
            <a:endParaRPr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31" name="Google Shape;231;p21"/>
          <p:cNvCxnSpPr>
            <a:endCxn id="206" idx="1"/>
          </p:cNvCxnSpPr>
          <p:nvPr/>
        </p:nvCxnSpPr>
        <p:spPr>
          <a:xfrm>
            <a:off x="3474058" y="2026894"/>
            <a:ext cx="1339200" cy="1663200"/>
          </a:xfrm>
          <a:prstGeom prst="straightConnector1">
            <a:avLst/>
          </a:prstGeom>
          <a:noFill/>
          <a:ln w="38100" cap="flat" cmpd="sng">
            <a:solidFill>
              <a:srgbClr val="87878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2" name="Google Shape;232;p21"/>
          <p:cNvCxnSpPr/>
          <p:nvPr/>
        </p:nvCxnSpPr>
        <p:spPr>
          <a:xfrm>
            <a:off x="3412133" y="3093269"/>
            <a:ext cx="1339200" cy="1663200"/>
          </a:xfrm>
          <a:prstGeom prst="straightConnector1">
            <a:avLst/>
          </a:prstGeom>
          <a:noFill/>
          <a:ln w="38100" cap="flat" cmpd="sng">
            <a:solidFill>
              <a:srgbClr val="878787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33" name="Google Shape;233;p21"/>
          <p:cNvCxnSpPr>
            <a:endCxn id="210" idx="1"/>
          </p:cNvCxnSpPr>
          <p:nvPr/>
        </p:nvCxnSpPr>
        <p:spPr>
          <a:xfrm rot="10800000" flipH="1">
            <a:off x="3477204" y="2310720"/>
            <a:ext cx="1340700" cy="2188500"/>
          </a:xfrm>
          <a:prstGeom prst="straightConnector1">
            <a:avLst/>
          </a:prstGeom>
          <a:noFill/>
          <a:ln w="38100" cap="flat" cmpd="sng">
            <a:solidFill>
              <a:srgbClr val="87878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34" name="Google Shape;234;p21"/>
          <p:cNvSpPr txBox="1"/>
          <p:nvPr/>
        </p:nvSpPr>
        <p:spPr>
          <a:xfrm>
            <a:off x="474300" y="5585175"/>
            <a:ext cx="6624000" cy="30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Use square paper to accurately draw the right-angled triangle below.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5" name="Google Shape;235;p21"/>
          <p:cNvSpPr txBox="1"/>
          <p:nvPr/>
        </p:nvSpPr>
        <p:spPr>
          <a:xfrm>
            <a:off x="483000" y="6926463"/>
            <a:ext cx="8237700" cy="104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Draw another right-angled triangle that is </a:t>
            </a:r>
            <a:r>
              <a:rPr lang="en-GB" sz="1200" b="1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similar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to this one.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236" name="Google Shape;236;p21"/>
          <p:cNvGrpSpPr/>
          <p:nvPr/>
        </p:nvGrpSpPr>
        <p:grpSpPr>
          <a:xfrm>
            <a:off x="3244460" y="5933807"/>
            <a:ext cx="1071081" cy="800366"/>
            <a:chOff x="1854175" y="1437634"/>
            <a:chExt cx="970358" cy="725166"/>
          </a:xfrm>
        </p:grpSpPr>
        <p:sp>
          <p:nvSpPr>
            <p:cNvPr id="237" name="Google Shape;237;p21"/>
            <p:cNvSpPr/>
            <p:nvPr/>
          </p:nvSpPr>
          <p:spPr>
            <a:xfrm>
              <a:off x="1854175" y="1438109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38" name="Google Shape;238;p21"/>
            <p:cNvSpPr/>
            <p:nvPr/>
          </p:nvSpPr>
          <p:spPr>
            <a:xfrm>
              <a:off x="1854175" y="1679312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39" name="Google Shape;239;p21"/>
            <p:cNvSpPr/>
            <p:nvPr/>
          </p:nvSpPr>
          <p:spPr>
            <a:xfrm>
              <a:off x="1854175" y="1917999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40" name="Google Shape;240;p21"/>
            <p:cNvSpPr/>
            <p:nvPr/>
          </p:nvSpPr>
          <p:spPr>
            <a:xfrm>
              <a:off x="2096900" y="1437697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41" name="Google Shape;241;p21"/>
            <p:cNvSpPr/>
            <p:nvPr/>
          </p:nvSpPr>
          <p:spPr>
            <a:xfrm>
              <a:off x="2096900" y="1678900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42" name="Google Shape;242;p21"/>
            <p:cNvSpPr/>
            <p:nvPr/>
          </p:nvSpPr>
          <p:spPr>
            <a:xfrm>
              <a:off x="2096900" y="1917588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43" name="Google Shape;243;p21"/>
            <p:cNvSpPr/>
            <p:nvPr/>
          </p:nvSpPr>
          <p:spPr>
            <a:xfrm>
              <a:off x="2339409" y="1438046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44" name="Google Shape;244;p21"/>
            <p:cNvSpPr/>
            <p:nvPr/>
          </p:nvSpPr>
          <p:spPr>
            <a:xfrm>
              <a:off x="2339409" y="1679248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45" name="Google Shape;245;p21"/>
            <p:cNvSpPr/>
            <p:nvPr/>
          </p:nvSpPr>
          <p:spPr>
            <a:xfrm>
              <a:off x="2339409" y="1917936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46" name="Google Shape;246;p21"/>
            <p:cNvSpPr/>
            <p:nvPr/>
          </p:nvSpPr>
          <p:spPr>
            <a:xfrm>
              <a:off x="2582133" y="1437634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47" name="Google Shape;247;p21"/>
            <p:cNvSpPr/>
            <p:nvPr/>
          </p:nvSpPr>
          <p:spPr>
            <a:xfrm>
              <a:off x="2582133" y="1678837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48" name="Google Shape;248;p21"/>
            <p:cNvSpPr/>
            <p:nvPr/>
          </p:nvSpPr>
          <p:spPr>
            <a:xfrm>
              <a:off x="2582133" y="1917524"/>
              <a:ext cx="242400" cy="242400"/>
            </a:xfrm>
            <a:prstGeom prst="rect">
              <a:avLst/>
            </a:prstGeom>
            <a:noFill/>
            <a:ln w="9525" cap="flat" cmpd="sng">
              <a:solidFill>
                <a:srgbClr val="878787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  <p:sp>
          <p:nvSpPr>
            <p:cNvPr id="249" name="Google Shape;249;p21"/>
            <p:cNvSpPr/>
            <p:nvPr/>
          </p:nvSpPr>
          <p:spPr>
            <a:xfrm rot="-5400000">
              <a:off x="1982100" y="1328500"/>
              <a:ext cx="715800" cy="952800"/>
            </a:xfrm>
            <a:prstGeom prst="rtTriangle">
              <a:avLst/>
            </a:prstGeom>
            <a:noFill/>
            <a:ln w="38100" cap="flat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 sz="1200"/>
            </a:p>
          </p:txBody>
        </p:sp>
      </p:grpSp>
      <p:sp>
        <p:nvSpPr>
          <p:cNvPr id="250" name="Google Shape;250;p21"/>
          <p:cNvSpPr txBox="1"/>
          <p:nvPr/>
        </p:nvSpPr>
        <p:spPr>
          <a:xfrm>
            <a:off x="795025" y="7268250"/>
            <a:ext cx="6297000" cy="65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The base and height should be pairs of numbers obtained by multiplying 4 and 3 by the same number. Examples: 8 and 6, 12 and 9, 16 and 12, 20 and 15, 2 and 1.5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1" name="Google Shape;251;p21"/>
          <p:cNvSpPr txBox="1"/>
          <p:nvPr/>
        </p:nvSpPr>
        <p:spPr>
          <a:xfrm>
            <a:off x="992100" y="8977863"/>
            <a:ext cx="3194700" cy="3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Kalam"/>
                <a:ea typeface="Kalam"/>
                <a:cs typeface="Kalam"/>
                <a:sym typeface="Kalam"/>
              </a:rPr>
              <a:t>Corresponding angles are equal.</a:t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252" name="Google Shape;252;p21"/>
          <p:cNvSpPr/>
          <p:nvPr/>
        </p:nvSpPr>
        <p:spPr>
          <a:xfrm rot="-5400000">
            <a:off x="3292388" y="8680385"/>
            <a:ext cx="789900" cy="1051800"/>
          </a:xfrm>
          <a:prstGeom prst="rtTriangl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53" name="Google Shape;253;p21"/>
          <p:cNvSpPr txBox="1"/>
          <p:nvPr/>
        </p:nvSpPr>
        <p:spPr>
          <a:xfrm>
            <a:off x="468000" y="8140713"/>
            <a:ext cx="8502300" cy="58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b) Cut out each triangle. Place one triangle on top of the other and match </a:t>
            </a:r>
            <a:b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</a:b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    up one of the vertices.  What do you notice?</a:t>
            </a:r>
            <a:endParaRPr sz="1200"/>
          </a:p>
        </p:txBody>
      </p:sp>
      <p:sp>
        <p:nvSpPr>
          <p:cNvPr id="254" name="Google Shape;254;p21"/>
          <p:cNvSpPr/>
          <p:nvPr/>
        </p:nvSpPr>
        <p:spPr>
          <a:xfrm rot="-5400000">
            <a:off x="3225350" y="9144036"/>
            <a:ext cx="392100" cy="522300"/>
          </a:xfrm>
          <a:prstGeom prst="rtTriangle">
            <a:avLst/>
          </a:prstGeom>
          <a:solidFill>
            <a:srgbClr val="037B7D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55" name="Google Shape;255;p21"/>
          <p:cNvSpPr/>
          <p:nvPr/>
        </p:nvSpPr>
        <p:spPr>
          <a:xfrm rot="-5400000">
            <a:off x="4669388" y="8680385"/>
            <a:ext cx="789900" cy="1051800"/>
          </a:xfrm>
          <a:prstGeom prst="rtTriangl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56" name="Google Shape;256;p21"/>
          <p:cNvSpPr/>
          <p:nvPr/>
        </p:nvSpPr>
        <p:spPr>
          <a:xfrm rot="-5400000">
            <a:off x="5133050" y="8751936"/>
            <a:ext cx="392100" cy="522300"/>
          </a:xfrm>
          <a:prstGeom prst="rtTriangle">
            <a:avLst/>
          </a:prstGeom>
          <a:solidFill>
            <a:srgbClr val="037B7D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57" name="Google Shape;257;p21"/>
          <p:cNvSpPr/>
          <p:nvPr/>
        </p:nvSpPr>
        <p:spPr>
          <a:xfrm rot="-5400000">
            <a:off x="6164288" y="8687885"/>
            <a:ext cx="789900" cy="1051800"/>
          </a:xfrm>
          <a:prstGeom prst="rtTriangle">
            <a:avLst/>
          </a:prstGeom>
          <a:noFill/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  <p:sp>
        <p:nvSpPr>
          <p:cNvPr id="258" name="Google Shape;258;p21"/>
          <p:cNvSpPr/>
          <p:nvPr/>
        </p:nvSpPr>
        <p:spPr>
          <a:xfrm rot="-5400000">
            <a:off x="6627950" y="9140436"/>
            <a:ext cx="392100" cy="522300"/>
          </a:xfrm>
          <a:prstGeom prst="rtTriangle">
            <a:avLst/>
          </a:prstGeom>
          <a:solidFill>
            <a:srgbClr val="037B7D"/>
          </a:solidFill>
          <a:ln w="381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 sz="1200"/>
          </a:p>
        </p:txBody>
      </p:sp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42</Paragraphs>
  <Slides>2</Slides>
  <Notes>2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8">
      <vt:lpstr>Arial</vt:lpstr>
      <vt:lpstr>Lexend</vt:lpstr>
      <vt:lpstr>Kalam</vt:lpstr>
      <vt:lpstr>Lexend Medium</vt:lpstr>
      <vt:lpstr>Lexend Light</vt:lpstr>
      <vt:lpstr>simple-light-2</vt:lpstr>
      <vt:lpstr>Introduction to enlargements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2023-11-02T14:24:45.286</cp:lastPrinted>
  <dcterms:created xsi:type="dcterms:W3CDTF">2023-11-02T14:24:45Z</dcterms:created>
  <dcterms:modified xsi:type="dcterms:W3CDTF">2023-11-02T14:24:12Z</dcterms:modified>
</cp:coreProperties>
</file>