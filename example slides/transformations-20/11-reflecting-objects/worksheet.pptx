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1" name="Shape 171"/>
        <p:cNvGrpSpPr/>
        <p:nvPr/>
      </p:nvGrpSpPr>
      <p:grpSpPr>
        <a:xfrm>
          <a:off x="0" y="0"/>
          <a:ext cx="0" cy="0"/>
        </a:xfrm>
      </p:grpSpPr>
      <p:sp>
        <p:nvSpPr>
          <p:cNvPr id="172" name="Google Shape;17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/>
        </p:nvSpPr>
        <p:spPr>
          <a:xfrm>
            <a:off x="468000" y="56941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Counting squares to reflect objects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Using tracing paper to reflect objects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Reflecting objects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1642744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Reflect each of these objects in the line of reflection closest to it.                                     You must use tracing paper.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>
          <a:blip r:embed="rId3">
            <a:alphaModFix/>
          </a:blip>
          <a:srcRect b="4734"/>
          <a:stretch>
            <a:fillRect/>
          </a:stretch>
        </p:blipFill>
        <p:spPr>
          <a:xfrm>
            <a:off x="468750" y="2104219"/>
            <a:ext cx="6623999" cy="34375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20"/>
          <p:cNvCxnSpPr/>
          <p:nvPr/>
        </p:nvCxnSpPr>
        <p:spPr>
          <a:xfrm>
            <a:off x="474750" y="5645675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8" name="Google Shape;168;p20"/>
          <p:cNvSpPr txBox="1"/>
          <p:nvPr/>
        </p:nvSpPr>
        <p:spPr>
          <a:xfrm>
            <a:off x="468000" y="5945932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Reflect each of these objects in the line of reflection closest to it.                                     Do not use tracing paper.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" name="Google Shape;169;p20"/>
          <p:cNvPicPr preferRelativeResize="0"/>
          <p:nvPr/>
        </p:nvPicPr>
        <p:blipFill>
          <a:blip r:embed="rId4">
            <a:alphaModFix/>
          </a:blip>
          <a:srcRect b="7458"/>
          <a:stretch>
            <a:fillRect/>
          </a:stretch>
        </p:blipFill>
        <p:spPr>
          <a:xfrm>
            <a:off x="474750" y="6408300"/>
            <a:ext cx="6610500" cy="3438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4" name="Shape 174"/>
        <p:cNvGrpSpPr/>
        <p:nvPr/>
      </p:nvGrpSpPr>
      <p:grpSpPr>
        <a:xfrm>
          <a:off x="0" y="0"/>
          <a:ext cx="0" cy="0"/>
        </a:xfrm>
      </p:grpSpPr>
      <p:sp>
        <p:nvSpPr>
          <p:cNvPr id="175" name="Google Shape;175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Counting squares to reflect objects diagonally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7" name="Google Shape;177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Reflecting objects</a:t>
            </a:r>
            <a:endParaRPr/>
          </a:p>
        </p:txBody>
      </p:sp>
      <p:sp>
        <p:nvSpPr>
          <p:cNvPr id="178" name="Google Shape;178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468000" y="971757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Reflect each of these objects in the line of reflection closest to it.                                     Do not use tracing paper.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" name="Google Shape;18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999" y="1455809"/>
            <a:ext cx="6624000" cy="32999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2" name="Google Shape;182;p21"/>
          <p:cNvCxnSpPr/>
          <p:nvPr/>
        </p:nvCxnSpPr>
        <p:spPr>
          <a:xfrm>
            <a:off x="474750" y="5093775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2023-11-02T14:23:41.554</cp:lastPrinted>
  <dcterms:created xsi:type="dcterms:W3CDTF">2023-11-02T14:23:41Z</dcterms:created>
  <dcterms:modified xsi:type="dcterms:W3CDTF">2023-11-02T14:24:31Z</dcterms:modified>
</cp:coreProperties>
</file>