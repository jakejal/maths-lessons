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" name="Shape 181"/>
        <p:cNvGrpSpPr/>
        <p:nvPr/>
      </p:nvGrpSpPr>
      <p:grpSpPr>
        <a:xfrm>
          <a:off x="0" y="0"/>
          <a:ext cx="0" cy="0"/>
        </a:xfrm>
      </p:grpSpPr>
      <p:sp>
        <p:nvSpPr>
          <p:cNvPr id="182" name="Google Shape;18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50" y="6408300"/>
            <a:ext cx="6610499" cy="3456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4">
            <a:alphaModFix/>
          </a:blip>
          <a:srcRect b="4734"/>
          <a:stretch>
            <a:fillRect/>
          </a:stretch>
        </p:blipFill>
        <p:spPr>
          <a:xfrm>
            <a:off x="596425" y="2081600"/>
            <a:ext cx="6368650" cy="35109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tracing paper to reflect objects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Reflecting objects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64274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Reflect each of these objects in the line of reflection closest to it.                                     You must use tracing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5694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Counting squares to reflect objects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>
            <a:off x="474750" y="564567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0"/>
          <p:cNvSpPr txBox="1"/>
          <p:nvPr/>
        </p:nvSpPr>
        <p:spPr>
          <a:xfrm>
            <a:off x="468000" y="5945932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Reflect each of these objects in the line of reflection closest to it.                                     Do not use tracing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rcRect b="1351"/>
          <a:stretch>
            <a:fillRect/>
          </a:stretch>
        </p:blipFill>
        <p:spPr>
          <a:xfrm>
            <a:off x="468000" y="1455800"/>
            <a:ext cx="6624001" cy="333208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7" name="Google Shape;18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Reflecting objects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Counting squares to reflect objects diagonally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97175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Reflect each of these objects in the line of reflection closest to it.                                     Do not use tracing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1"/>
          <p:cNvCxnSpPr/>
          <p:nvPr/>
        </p:nvCxnSpPr>
        <p:spPr>
          <a:xfrm>
            <a:off x="474750" y="509377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2023-11-02T14:24:26.455</cp:lastPrinted>
  <dcterms:created xsi:type="dcterms:W3CDTF">2023-11-02T14:24:26Z</dcterms:created>
  <dcterms:modified xsi:type="dcterms:W3CDTF">2023-11-02T14:23:53Z</dcterms:modified>
</cp:coreProperties>
</file>