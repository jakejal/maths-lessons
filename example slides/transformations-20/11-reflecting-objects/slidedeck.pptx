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0.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72.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68.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725"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4" name="Shape 884"/>
        <p:cNvGrpSpPr/>
        <p:nvPr/>
      </p:nvGrpSpPr>
      <p:grpSpPr>
        <a:xfrm>
          <a:off x="0" y="0"/>
          <a:ext cx="0" cy="0"/>
          <a:chOff x="0" y="0"/>
          <a:chExt cx="0" cy="0"/>
        </a:xfrm>
      </p:grpSpPr>
      <p:sp>
        <p:nvSpPr>
          <p:cNvPr id="885" name="Google Shape;885;g287b466397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6" name="Google Shape;886;g287b466397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0" name="Shape 890"/>
        <p:cNvGrpSpPr/>
        <p:nvPr/>
      </p:nvGrpSpPr>
      <p:grpSpPr>
        <a:xfrm>
          <a:off x="0" y="0"/>
          <a:ext cx="0" cy="0"/>
          <a:chOff x="0" y="0"/>
          <a:chExt cx="0" cy="0"/>
        </a:xfrm>
      </p:grpSpPr>
      <p:sp>
        <p:nvSpPr>
          <p:cNvPr id="891" name="Google Shape;891;g24ae61ea399_2_146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92" name="Google Shape;892;g24ae61ea399_2_14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5" name="Shape 895"/>
        <p:cNvGrpSpPr/>
        <p:nvPr/>
      </p:nvGrpSpPr>
      <p:grpSpPr>
        <a:xfrm>
          <a:off x="0" y="0"/>
          <a:ext cx="0" cy="0"/>
          <a:chOff x="0" y="0"/>
          <a:chExt cx="0" cy="0"/>
        </a:xfrm>
      </p:grpSpPr>
      <p:sp>
        <p:nvSpPr>
          <p:cNvPr id="896" name="Google Shape;896;g24ae61ea399_2_147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97" name="Google Shape;897;g24ae61ea399_2_147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0" name="Shape 900"/>
        <p:cNvGrpSpPr/>
        <p:nvPr/>
      </p:nvGrpSpPr>
      <p:grpSpPr>
        <a:xfrm>
          <a:off x="0" y="0"/>
          <a:ext cx="0" cy="0"/>
          <a:chOff x="0" y="0"/>
          <a:chExt cx="0" cy="0"/>
        </a:xfrm>
      </p:grpSpPr>
      <p:sp>
        <p:nvSpPr>
          <p:cNvPr id="901" name="Google Shape;901;g24ae61ea399_2_147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02" name="Google Shape;902;g24ae61ea399_2_14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5" name="Shape 905"/>
        <p:cNvGrpSpPr/>
        <p:nvPr/>
      </p:nvGrpSpPr>
      <p:grpSpPr>
        <a:xfrm>
          <a:off x="0" y="0"/>
          <a:ext cx="0" cy="0"/>
          <a:chOff x="0" y="0"/>
          <a:chExt cx="0" cy="0"/>
        </a:xfrm>
      </p:grpSpPr>
      <p:sp>
        <p:nvSpPr>
          <p:cNvPr id="906" name="Google Shape;906;g24ae61ea399_2_148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07" name="Google Shape;907;g24ae61ea399_2_148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4" name="Shape 914"/>
        <p:cNvGrpSpPr/>
        <p:nvPr/>
      </p:nvGrpSpPr>
      <p:grpSpPr>
        <a:xfrm>
          <a:off x="0" y="0"/>
          <a:ext cx="0" cy="0"/>
          <a:chOff x="0" y="0"/>
          <a:chExt cx="0" cy="0"/>
        </a:xfrm>
      </p:grpSpPr>
      <p:sp>
        <p:nvSpPr>
          <p:cNvPr id="915" name="Google Shape;915;g24ae61ea399_2_148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16" name="Google Shape;916;g24ae61ea399_2_148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0" name="Shape 920"/>
        <p:cNvGrpSpPr/>
        <p:nvPr/>
      </p:nvGrpSpPr>
      <p:grpSpPr>
        <a:xfrm>
          <a:off x="0" y="0"/>
          <a:ext cx="0" cy="0"/>
          <a:chOff x="0" y="0"/>
          <a:chExt cx="0" cy="0"/>
        </a:xfrm>
      </p:grpSpPr>
      <p:sp>
        <p:nvSpPr>
          <p:cNvPr id="921" name="Google Shape;921;g24ae61ea399_2_149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22" name="Google Shape;922;g24ae61ea399_2_149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1" name="Shape 931"/>
        <p:cNvGrpSpPr/>
        <p:nvPr/>
      </p:nvGrpSpPr>
      <p:grpSpPr>
        <a:xfrm>
          <a:off x="0" y="0"/>
          <a:ext cx="0" cy="0"/>
          <a:chOff x="0" y="0"/>
          <a:chExt cx="0" cy="0"/>
        </a:xfrm>
      </p:grpSpPr>
      <p:sp>
        <p:nvSpPr>
          <p:cNvPr id="932" name="Google Shape;932;g24ae61ea399_2_150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33" name="Google Shape;933;g24ae61ea399_2_150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6" name="Shape 946"/>
        <p:cNvGrpSpPr/>
        <p:nvPr/>
      </p:nvGrpSpPr>
      <p:grpSpPr>
        <a:xfrm>
          <a:off x="0" y="0"/>
          <a:ext cx="0" cy="0"/>
          <a:chOff x="0" y="0"/>
          <a:chExt cx="0" cy="0"/>
        </a:xfrm>
      </p:grpSpPr>
      <p:sp>
        <p:nvSpPr>
          <p:cNvPr id="947" name="Google Shape;947;g24ae61ea399_2_15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48" name="Google Shape;948;g24ae61ea399_2_15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1" name="Shape 961"/>
        <p:cNvGrpSpPr/>
        <p:nvPr/>
      </p:nvGrpSpPr>
      <p:grpSpPr>
        <a:xfrm>
          <a:off x="0" y="0"/>
          <a:ext cx="0" cy="0"/>
          <a:chOff x="0" y="0"/>
          <a:chExt cx="0" cy="0"/>
        </a:xfrm>
      </p:grpSpPr>
      <p:sp>
        <p:nvSpPr>
          <p:cNvPr id="962" name="Google Shape;962;g24ae61ea399_2_15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63" name="Google Shape;963;g24ae61ea399_2_15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4" name="Shape 994"/>
        <p:cNvGrpSpPr/>
        <p:nvPr/>
      </p:nvGrpSpPr>
      <p:grpSpPr>
        <a:xfrm>
          <a:off x="0" y="0"/>
          <a:ext cx="0" cy="0"/>
          <a:chOff x="0" y="0"/>
          <a:chExt cx="0" cy="0"/>
        </a:xfrm>
      </p:grpSpPr>
      <p:sp>
        <p:nvSpPr>
          <p:cNvPr id="995" name="Google Shape;995;g24ae61ea399_2_156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96" name="Google Shape;996;g24ae61ea399_2_15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7" name="Shape 1027"/>
        <p:cNvGrpSpPr/>
        <p:nvPr/>
      </p:nvGrpSpPr>
      <p:grpSpPr>
        <a:xfrm>
          <a:off x="0" y="0"/>
          <a:ext cx="0" cy="0"/>
          <a:chOff x="0" y="0"/>
          <a:chExt cx="0" cy="0"/>
        </a:xfrm>
      </p:grpSpPr>
      <p:sp>
        <p:nvSpPr>
          <p:cNvPr id="1028" name="Google Shape;1028;g24ae61ea399_2_159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29" name="Google Shape;1029;g24ae61ea399_2_159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9" name="Shape 1049"/>
        <p:cNvGrpSpPr/>
        <p:nvPr/>
      </p:nvGrpSpPr>
      <p:grpSpPr>
        <a:xfrm>
          <a:off x="0" y="0"/>
          <a:ext cx="0" cy="0"/>
          <a:chOff x="0" y="0"/>
          <a:chExt cx="0" cy="0"/>
        </a:xfrm>
      </p:grpSpPr>
      <p:sp>
        <p:nvSpPr>
          <p:cNvPr id="1050" name="Google Shape;1050;g24ae61ea399_2_16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51" name="Google Shape;1051;g24ae61ea399_2_16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8" name="Shape 1068"/>
        <p:cNvGrpSpPr/>
        <p:nvPr/>
      </p:nvGrpSpPr>
      <p:grpSpPr>
        <a:xfrm>
          <a:off x="0" y="0"/>
          <a:ext cx="0" cy="0"/>
          <a:chOff x="0" y="0"/>
          <a:chExt cx="0" cy="0"/>
        </a:xfrm>
      </p:grpSpPr>
      <p:sp>
        <p:nvSpPr>
          <p:cNvPr id="1069" name="Google Shape;1069;g24ae61ea399_2_165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70" name="Google Shape;1070;g24ae61ea399_2_16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1" name="Shape 1081"/>
        <p:cNvGrpSpPr/>
        <p:nvPr/>
      </p:nvGrpSpPr>
      <p:grpSpPr>
        <a:xfrm>
          <a:off x="0" y="0"/>
          <a:ext cx="0" cy="0"/>
          <a:chOff x="0" y="0"/>
          <a:chExt cx="0" cy="0"/>
        </a:xfrm>
      </p:grpSpPr>
      <p:sp>
        <p:nvSpPr>
          <p:cNvPr id="1082" name="Google Shape;1082;g24ae61ea399_2_17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83" name="Google Shape;1083;g24ae61ea399_2_17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6" name="Shape 1096"/>
        <p:cNvGrpSpPr/>
        <p:nvPr/>
      </p:nvGrpSpPr>
      <p:grpSpPr>
        <a:xfrm>
          <a:off x="0" y="0"/>
          <a:ext cx="0" cy="0"/>
          <a:chOff x="0" y="0"/>
          <a:chExt cx="0" cy="0"/>
        </a:xfrm>
      </p:grpSpPr>
      <p:sp>
        <p:nvSpPr>
          <p:cNvPr id="1097" name="Google Shape;1097;g24ae61ea399_2_175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98" name="Google Shape;1098;g24ae61ea399_2_17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3" name="Shape 1113"/>
        <p:cNvGrpSpPr/>
        <p:nvPr/>
      </p:nvGrpSpPr>
      <p:grpSpPr>
        <a:xfrm>
          <a:off x="0" y="0"/>
          <a:ext cx="0" cy="0"/>
          <a:chOff x="0" y="0"/>
          <a:chExt cx="0" cy="0"/>
        </a:xfrm>
      </p:grpSpPr>
      <p:sp>
        <p:nvSpPr>
          <p:cNvPr id="1114" name="Google Shape;1114;g24ae61ea399_2_177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15" name="Google Shape;1115;g24ae61ea399_2_177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8" name="Shape 1138"/>
        <p:cNvGrpSpPr/>
        <p:nvPr/>
      </p:nvGrpSpPr>
      <p:grpSpPr>
        <a:xfrm>
          <a:off x="0" y="0"/>
          <a:ext cx="0" cy="0"/>
          <a:chOff x="0" y="0"/>
          <a:chExt cx="0" cy="0"/>
        </a:xfrm>
      </p:grpSpPr>
      <p:sp>
        <p:nvSpPr>
          <p:cNvPr id="1139" name="Google Shape;1139;g24ae61ea399_2_179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40" name="Google Shape;1140;g24ae61ea399_2_179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2" name="Shape 1162"/>
        <p:cNvGrpSpPr/>
        <p:nvPr/>
      </p:nvGrpSpPr>
      <p:grpSpPr>
        <a:xfrm>
          <a:off x="0" y="0"/>
          <a:ext cx="0" cy="0"/>
          <a:chOff x="0" y="0"/>
          <a:chExt cx="0" cy="0"/>
        </a:xfrm>
      </p:grpSpPr>
      <p:sp>
        <p:nvSpPr>
          <p:cNvPr id="1163" name="Google Shape;1163;g24ae61ea399_2_18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64" name="Google Shape;1164;g24ae61ea399_2_18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9" name="Shape 1169"/>
        <p:cNvGrpSpPr/>
        <p:nvPr/>
      </p:nvGrpSpPr>
      <p:grpSpPr>
        <a:xfrm>
          <a:off x="0" y="0"/>
          <a:ext cx="0" cy="0"/>
          <a:chOff x="0" y="0"/>
          <a:chExt cx="0" cy="0"/>
        </a:xfrm>
      </p:grpSpPr>
      <p:sp>
        <p:nvSpPr>
          <p:cNvPr id="1170" name="Google Shape;1170;g24ae61ea399_2_18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71" name="Google Shape;1171;g24ae61ea399_2_18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6" name="Shape 1176"/>
        <p:cNvGrpSpPr/>
        <p:nvPr/>
      </p:nvGrpSpPr>
      <p:grpSpPr>
        <a:xfrm>
          <a:off x="0" y="0"/>
          <a:ext cx="0" cy="0"/>
          <a:chOff x="0" y="0"/>
          <a:chExt cx="0" cy="0"/>
        </a:xfrm>
      </p:grpSpPr>
      <p:sp>
        <p:nvSpPr>
          <p:cNvPr id="1177" name="Google Shape;1177;g24ae61ea399_2_18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78" name="Google Shape;1178;g24ae61ea399_2_18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5" name="Shape 1185"/>
        <p:cNvGrpSpPr/>
        <p:nvPr/>
      </p:nvGrpSpPr>
      <p:grpSpPr>
        <a:xfrm>
          <a:off x="0" y="0"/>
          <a:ext cx="0" cy="0"/>
          <a:chOff x="0" y="0"/>
          <a:chExt cx="0" cy="0"/>
        </a:xfrm>
      </p:grpSpPr>
      <p:sp>
        <p:nvSpPr>
          <p:cNvPr id="1186" name="Google Shape;1186;g24ae61ea399_2_18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87" name="Google Shape;1187;g24ae61ea399_2_18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1" name="Shape 1191"/>
        <p:cNvGrpSpPr/>
        <p:nvPr/>
      </p:nvGrpSpPr>
      <p:grpSpPr>
        <a:xfrm>
          <a:off x="0" y="0"/>
          <a:ext cx="0" cy="0"/>
          <a:chOff x="0" y="0"/>
          <a:chExt cx="0" cy="0"/>
        </a:xfrm>
      </p:grpSpPr>
      <p:sp>
        <p:nvSpPr>
          <p:cNvPr id="1192" name="Google Shape;1192;g2954b1e3661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93" name="Google Shape;1193;g2954b1e3661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9" name="Shape 1209"/>
        <p:cNvGrpSpPr/>
        <p:nvPr/>
      </p:nvGrpSpPr>
      <p:grpSpPr>
        <a:xfrm>
          <a:off x="0" y="0"/>
          <a:ext cx="0" cy="0"/>
          <a:chOff x="0" y="0"/>
          <a:chExt cx="0" cy="0"/>
        </a:xfrm>
      </p:grpSpPr>
      <p:sp>
        <p:nvSpPr>
          <p:cNvPr id="1210" name="Google Shape;1210;g2954b1e3661_0_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11" name="Google Shape;1211;g2954b1e3661_0_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9" name="Shape 1229"/>
        <p:cNvGrpSpPr/>
        <p:nvPr/>
      </p:nvGrpSpPr>
      <p:grpSpPr>
        <a:xfrm>
          <a:off x="0" y="0"/>
          <a:ext cx="0" cy="0"/>
          <a:chOff x="0" y="0"/>
          <a:chExt cx="0" cy="0"/>
        </a:xfrm>
      </p:grpSpPr>
      <p:sp>
        <p:nvSpPr>
          <p:cNvPr id="1230" name="Google Shape;1230;g2954b1e3661_0_7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31" name="Google Shape;1231;g2954b1e3661_0_7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3" name="Shape 1253"/>
        <p:cNvGrpSpPr/>
        <p:nvPr/>
      </p:nvGrpSpPr>
      <p:grpSpPr>
        <a:xfrm>
          <a:off x="0" y="0"/>
          <a:ext cx="0" cy="0"/>
          <a:chOff x="0" y="0"/>
          <a:chExt cx="0" cy="0"/>
        </a:xfrm>
      </p:grpSpPr>
      <p:sp>
        <p:nvSpPr>
          <p:cNvPr id="1254" name="Google Shape;1254;g24ae61ea399_2_189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55" name="Google Shape;1255;g24ae61ea399_2_189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8" name="Shape 1278"/>
        <p:cNvGrpSpPr/>
        <p:nvPr/>
      </p:nvGrpSpPr>
      <p:grpSpPr>
        <a:xfrm>
          <a:off x="0" y="0"/>
          <a:ext cx="0" cy="0"/>
          <a:chOff x="0" y="0"/>
          <a:chExt cx="0" cy="0"/>
        </a:xfrm>
      </p:grpSpPr>
      <p:sp>
        <p:nvSpPr>
          <p:cNvPr id="1279" name="Google Shape;1279;g24ae61ea399_2_19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80" name="Google Shape;1280;g24ae61ea399_2_19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5" name="Shape 1285"/>
        <p:cNvGrpSpPr/>
        <p:nvPr/>
      </p:nvGrpSpPr>
      <p:grpSpPr>
        <a:xfrm>
          <a:off x="0" y="0"/>
          <a:ext cx="0" cy="0"/>
          <a:chOff x="0" y="0"/>
          <a:chExt cx="0" cy="0"/>
        </a:xfrm>
      </p:grpSpPr>
      <p:sp>
        <p:nvSpPr>
          <p:cNvPr id="1286" name="Google Shape;1286;g2954b1e3661_0_1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87" name="Google Shape;1287;g2954b1e3661_0_1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3" name="Shape 1303"/>
        <p:cNvGrpSpPr/>
        <p:nvPr/>
      </p:nvGrpSpPr>
      <p:grpSpPr>
        <a:xfrm>
          <a:off x="0" y="0"/>
          <a:ext cx="0" cy="0"/>
          <a:chOff x="0" y="0"/>
          <a:chExt cx="0" cy="0"/>
        </a:xfrm>
      </p:grpSpPr>
      <p:sp>
        <p:nvSpPr>
          <p:cNvPr id="1304" name="Google Shape;1304;g2954b1e3661_0_18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05" name="Google Shape;1305;g2954b1e3661_0_18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2" name="Shape 1322"/>
        <p:cNvGrpSpPr/>
        <p:nvPr/>
      </p:nvGrpSpPr>
      <p:grpSpPr>
        <a:xfrm>
          <a:off x="0" y="0"/>
          <a:ext cx="0" cy="0"/>
          <a:chOff x="0" y="0"/>
          <a:chExt cx="0" cy="0"/>
        </a:xfrm>
      </p:grpSpPr>
      <p:sp>
        <p:nvSpPr>
          <p:cNvPr id="1323" name="Google Shape;1323;g2954b1e3661_0_2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24" name="Google Shape;1324;g2954b1e3661_0_2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3" name="Shape 1343"/>
        <p:cNvGrpSpPr/>
        <p:nvPr/>
      </p:nvGrpSpPr>
      <p:grpSpPr>
        <a:xfrm>
          <a:off x="0" y="0"/>
          <a:ext cx="0" cy="0"/>
          <a:chOff x="0" y="0"/>
          <a:chExt cx="0" cy="0"/>
        </a:xfrm>
      </p:grpSpPr>
      <p:sp>
        <p:nvSpPr>
          <p:cNvPr id="1344" name="Google Shape;1344;g2954b1e3661_0_2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45" name="Google Shape;1345;g2954b1e3661_0_2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7" name="Shape 1357"/>
        <p:cNvGrpSpPr/>
        <p:nvPr/>
      </p:nvGrpSpPr>
      <p:grpSpPr>
        <a:xfrm>
          <a:off x="0" y="0"/>
          <a:ext cx="0" cy="0"/>
          <a:chOff x="0" y="0"/>
          <a:chExt cx="0" cy="0"/>
        </a:xfrm>
      </p:grpSpPr>
      <p:sp>
        <p:nvSpPr>
          <p:cNvPr id="1358" name="Google Shape;1358;g24ae61ea399_2_196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59" name="Google Shape;1359;g24ae61ea399_2_19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0" name="Shape 1380"/>
        <p:cNvGrpSpPr/>
        <p:nvPr/>
      </p:nvGrpSpPr>
      <p:grpSpPr>
        <a:xfrm>
          <a:off x="0" y="0"/>
          <a:ext cx="0" cy="0"/>
          <a:chOff x="0" y="0"/>
          <a:chExt cx="0" cy="0"/>
        </a:xfrm>
      </p:grpSpPr>
      <p:sp>
        <p:nvSpPr>
          <p:cNvPr id="1381" name="Google Shape;1381;g24ae61ea399_2_20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82" name="Google Shape;1382;g24ae61ea399_2_20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7" name="Shape 1387"/>
        <p:cNvGrpSpPr/>
        <p:nvPr/>
      </p:nvGrpSpPr>
      <p:grpSpPr>
        <a:xfrm>
          <a:off x="0" y="0"/>
          <a:ext cx="0" cy="0"/>
          <a:chOff x="0" y="0"/>
          <a:chExt cx="0" cy="0"/>
        </a:xfrm>
      </p:grpSpPr>
      <p:sp>
        <p:nvSpPr>
          <p:cNvPr id="1388" name="Google Shape;1388;g24ae61ea399_2_20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89" name="Google Shape;1389;g24ae61ea399_2_20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4" name="Shape 1394"/>
        <p:cNvGrpSpPr/>
        <p:nvPr/>
      </p:nvGrpSpPr>
      <p:grpSpPr>
        <a:xfrm>
          <a:off x="0" y="0"/>
          <a:ext cx="0" cy="0"/>
          <a:chOff x="0" y="0"/>
          <a:chExt cx="0" cy="0"/>
        </a:xfrm>
      </p:grpSpPr>
      <p:sp>
        <p:nvSpPr>
          <p:cNvPr id="1395" name="Google Shape;1395;g24ae61ea399_2_20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96" name="Google Shape;1396;g24ae61ea399_2_20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3" name="Shape 1403"/>
        <p:cNvGrpSpPr/>
        <p:nvPr/>
      </p:nvGrpSpPr>
      <p:grpSpPr>
        <a:xfrm>
          <a:off x="0" y="0"/>
          <a:ext cx="0" cy="0"/>
          <a:chOff x="0" y="0"/>
          <a:chExt cx="0" cy="0"/>
        </a:xfrm>
      </p:grpSpPr>
      <p:sp>
        <p:nvSpPr>
          <p:cNvPr id="1404" name="Google Shape;1404;g24ae61ea399_2_207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05" name="Google Shape;1405;g24ae61ea399_2_20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000"/>
              </a:spcBef>
              <a:spcAft>
                <a:spcPts val="1000"/>
              </a:spcAft>
              <a:buClr>
                <a:schemeClr val="dk1"/>
              </a:buClr>
              <a:buSzPts val="2200"/>
              <a:buFont typeface="Arial"/>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6" name="Shape 1416"/>
        <p:cNvGrpSpPr/>
        <p:nvPr/>
      </p:nvGrpSpPr>
      <p:grpSpPr>
        <a:xfrm>
          <a:off x="0" y="0"/>
          <a:ext cx="0" cy="0"/>
          <a:chOff x="0" y="0"/>
          <a:chExt cx="0" cy="0"/>
        </a:xfrm>
      </p:grpSpPr>
      <p:sp>
        <p:nvSpPr>
          <p:cNvPr id="1417" name="Google Shape;1417;g24ae61ea399_2_209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18" name="Google Shape;1418;g24ae61ea399_2_209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5" name="Shape 1435"/>
        <p:cNvGrpSpPr/>
        <p:nvPr/>
      </p:nvGrpSpPr>
      <p:grpSpPr>
        <a:xfrm>
          <a:off x="0" y="0"/>
          <a:ext cx="0" cy="0"/>
          <a:chOff x="0" y="0"/>
          <a:chExt cx="0" cy="0"/>
        </a:xfrm>
      </p:grpSpPr>
      <p:sp>
        <p:nvSpPr>
          <p:cNvPr id="1436" name="Google Shape;1436;g24ae61ea399_2_210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37" name="Google Shape;1437;g24ae61ea399_2_210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9" name="Shape 1459"/>
        <p:cNvGrpSpPr/>
        <p:nvPr/>
      </p:nvGrpSpPr>
      <p:grpSpPr>
        <a:xfrm>
          <a:off x="0" y="0"/>
          <a:ext cx="0" cy="0"/>
          <a:chOff x="0" y="0"/>
          <a:chExt cx="0" cy="0"/>
        </a:xfrm>
      </p:grpSpPr>
      <p:sp>
        <p:nvSpPr>
          <p:cNvPr id="1460" name="Google Shape;1460;g24ae61ea399_2_21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61" name="Google Shape;1461;g24ae61ea399_2_21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5" name="Shape 1485"/>
        <p:cNvGrpSpPr/>
        <p:nvPr/>
      </p:nvGrpSpPr>
      <p:grpSpPr>
        <a:xfrm>
          <a:off x="0" y="0"/>
          <a:ext cx="0" cy="0"/>
          <a:chOff x="0" y="0"/>
          <a:chExt cx="0" cy="0"/>
        </a:xfrm>
      </p:grpSpPr>
      <p:sp>
        <p:nvSpPr>
          <p:cNvPr id="1486" name="Google Shape;1486;g24ae61ea399_2_215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87" name="Google Shape;1487;g24ae61ea399_2_21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1" name="Shape 1511"/>
        <p:cNvGrpSpPr/>
        <p:nvPr/>
      </p:nvGrpSpPr>
      <p:grpSpPr>
        <a:xfrm>
          <a:off x="0" y="0"/>
          <a:ext cx="0" cy="0"/>
          <a:chOff x="0" y="0"/>
          <a:chExt cx="0" cy="0"/>
        </a:xfrm>
      </p:grpSpPr>
      <p:sp>
        <p:nvSpPr>
          <p:cNvPr id="1512" name="Google Shape;1512;g24ae61ea399_2_218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13" name="Google Shape;1513;g24ae61ea399_2_218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7" name="Shape 1537"/>
        <p:cNvGrpSpPr/>
        <p:nvPr/>
      </p:nvGrpSpPr>
      <p:grpSpPr>
        <a:xfrm>
          <a:off x="0" y="0"/>
          <a:ext cx="0" cy="0"/>
          <a:chOff x="0" y="0"/>
          <a:chExt cx="0" cy="0"/>
        </a:xfrm>
      </p:grpSpPr>
      <p:sp>
        <p:nvSpPr>
          <p:cNvPr id="1538" name="Google Shape;1538;g24ae61ea399_2_220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39" name="Google Shape;1539;g24ae61ea399_2_220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4" name="Shape 1544"/>
        <p:cNvGrpSpPr/>
        <p:nvPr/>
      </p:nvGrpSpPr>
      <p:grpSpPr>
        <a:xfrm>
          <a:off x="0" y="0"/>
          <a:ext cx="0" cy="0"/>
          <a:chOff x="0" y="0"/>
          <a:chExt cx="0" cy="0"/>
        </a:xfrm>
      </p:grpSpPr>
      <p:sp>
        <p:nvSpPr>
          <p:cNvPr id="1545" name="Google Shape;1545;g24ae61ea399_2_22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46" name="Google Shape;1546;g24ae61ea399_2_22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1" name="Shape 1551"/>
        <p:cNvGrpSpPr/>
        <p:nvPr/>
      </p:nvGrpSpPr>
      <p:grpSpPr>
        <a:xfrm>
          <a:off x="0" y="0"/>
          <a:ext cx="0" cy="0"/>
          <a:chOff x="0" y="0"/>
          <a:chExt cx="0" cy="0"/>
        </a:xfrm>
      </p:grpSpPr>
      <p:sp>
        <p:nvSpPr>
          <p:cNvPr id="1552" name="Google Shape;1552;g24ae61ea399_2_6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53" name="Google Shape;1553;g24ae61ea399_2_60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7" name="Shape 1557"/>
        <p:cNvGrpSpPr/>
        <p:nvPr/>
      </p:nvGrpSpPr>
      <p:grpSpPr>
        <a:xfrm>
          <a:off x="0" y="0"/>
          <a:ext cx="0" cy="0"/>
          <a:chOff x="0" y="0"/>
          <a:chExt cx="0" cy="0"/>
        </a:xfrm>
      </p:grpSpPr>
      <p:sp>
        <p:nvSpPr>
          <p:cNvPr id="1558" name="Google Shape;1558;g24ae61ea399_2_6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59" name="Google Shape;1559;g24ae61ea399_2_60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2.png"/><Relationship Id="rId4"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2.png"/><Relationship Id="rId4"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10.png"/><Relationship Id="rId5" Type="http://schemas.openxmlformats.org/officeDocument/2006/relationships/image" Target="../media/image15.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2.png"/><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23.png"/><Relationship Id="rId5" Type="http://schemas.openxmlformats.org/officeDocument/2006/relationships/image" Target="../media/image20.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2.png"/><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13.png"/><Relationship Id="rId4" Type="http://schemas.openxmlformats.org/officeDocument/2006/relationships/image" Target="../media/image21.png"/><Relationship Id="rId5" Type="http://schemas.openxmlformats.org/officeDocument/2006/relationships/image" Target="../media/image19.png"/><Relationship Id="rId6" Type="http://schemas.openxmlformats.org/officeDocument/2006/relationships/image" Target="../media/image11.png"/><Relationship Id="rId7" Type="http://schemas.openxmlformats.org/officeDocument/2006/relationships/image" Target="../media/image16.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 Id="rId3" Type="http://schemas.openxmlformats.org/officeDocument/2006/relationships/image" Target="../media/image25.png"/><Relationship Id="rId4" Type="http://schemas.openxmlformats.org/officeDocument/2006/relationships/image" Target="../media/image99.png"/><Relationship Id="rId5" Type="http://schemas.openxmlformats.org/officeDocument/2006/relationships/image" Target="../media/image28.png"/><Relationship Id="rId6" Type="http://schemas.openxmlformats.org/officeDocument/2006/relationships/image" Target="../media/image32.png"/><Relationship Id="rId7" Type="http://schemas.openxmlformats.org/officeDocument/2006/relationships/image" Target="../media/image14.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png"/><Relationship Id="rId3" Type="http://schemas.openxmlformats.org/officeDocument/2006/relationships/image" Target="../media/image99.png"/><Relationship Id="rId4" Type="http://schemas.openxmlformats.org/officeDocument/2006/relationships/image" Target="../media/image24.png"/><Relationship Id="rId9" Type="http://schemas.openxmlformats.org/officeDocument/2006/relationships/image" Target="../media/image14.png"/><Relationship Id="rId5" Type="http://schemas.openxmlformats.org/officeDocument/2006/relationships/image" Target="../media/image25.png"/><Relationship Id="rId6" Type="http://schemas.openxmlformats.org/officeDocument/2006/relationships/image" Target="../media/image33.png"/><Relationship Id="rId7" Type="http://schemas.openxmlformats.org/officeDocument/2006/relationships/image" Target="../media/image28.png"/><Relationship Id="rId8" Type="http://schemas.openxmlformats.org/officeDocument/2006/relationships/image" Target="../media/image3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png"/><Relationship Id="rId3" Type="http://schemas.openxmlformats.org/officeDocument/2006/relationships/image" Target="../media/image99.png"/><Relationship Id="rId4" Type="http://schemas.openxmlformats.org/officeDocument/2006/relationships/image" Target="../media/image29.png"/><Relationship Id="rId11" Type="http://schemas.openxmlformats.org/officeDocument/2006/relationships/image" Target="../media/image14.png"/><Relationship Id="rId10" Type="http://schemas.openxmlformats.org/officeDocument/2006/relationships/image" Target="../media/image38.png"/><Relationship Id="rId9" Type="http://schemas.openxmlformats.org/officeDocument/2006/relationships/image" Target="../media/image32.png"/><Relationship Id="rId5" Type="http://schemas.openxmlformats.org/officeDocument/2006/relationships/image" Target="../media/image24.png"/><Relationship Id="rId6" Type="http://schemas.openxmlformats.org/officeDocument/2006/relationships/image" Target="../media/image25.png"/><Relationship Id="rId7" Type="http://schemas.openxmlformats.org/officeDocument/2006/relationships/image" Target="../media/image33.png"/><Relationship Id="rId8" Type="http://schemas.openxmlformats.org/officeDocument/2006/relationships/image" Target="../media/image28.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36.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36.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36.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36.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36.png"/><Relationship Id="rId4" Type="http://schemas.openxmlformats.org/officeDocument/2006/relationships/image" Target="../media/image40.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36.png"/><Relationship Id="rId4" Type="http://schemas.openxmlformats.org/officeDocument/2006/relationships/image" Target="../media/image40.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36.png"/><Relationship Id="rId4" Type="http://schemas.openxmlformats.org/officeDocument/2006/relationships/image" Target="../media/image40.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36.png"/><Relationship Id="rId4" Type="http://schemas.openxmlformats.org/officeDocument/2006/relationships/image" Target="../media/image40.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3.png"/><Relationship Id="rId3" Type="http://schemas.openxmlformats.org/officeDocument/2006/relationships/image" Target="../media/image35.png"/><Relationship Id="rId4" Type="http://schemas.openxmlformats.org/officeDocument/2006/relationships/image" Target="../media/image40.png"/><Relationship Id="rId5" Type="http://schemas.openxmlformats.org/officeDocument/2006/relationships/image" Target="../media/image42.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40.png"/><Relationship Id="rId4" Type="http://schemas.openxmlformats.org/officeDocument/2006/relationships/image" Target="../media/image42.png"/><Relationship Id="rId5" Type="http://schemas.openxmlformats.org/officeDocument/2006/relationships/image" Target="../media/image43.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0.png"/><Relationship Id="rId4" Type="http://schemas.openxmlformats.org/officeDocument/2006/relationships/image" Target="../media/image42.png"/><Relationship Id="rId5" Type="http://schemas.openxmlformats.org/officeDocument/2006/relationships/image" Target="../media/image43.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0.png"/><Relationship Id="rId4" Type="http://schemas.openxmlformats.org/officeDocument/2006/relationships/image" Target="../media/image42.png"/><Relationship Id="rId5" Type="http://schemas.openxmlformats.org/officeDocument/2006/relationships/image" Target="../media/image43.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0.png"/><Relationship Id="rId4" Type="http://schemas.openxmlformats.org/officeDocument/2006/relationships/image" Target="../media/image42.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40.png"/><Relationship Id="rId4" Type="http://schemas.openxmlformats.org/officeDocument/2006/relationships/image" Target="../media/image42.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0.png"/><Relationship Id="rId4" Type="http://schemas.openxmlformats.org/officeDocument/2006/relationships/image" Target="../media/image42.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0.png"/><Relationship Id="rId4" Type="http://schemas.openxmlformats.org/officeDocument/2006/relationships/image" Target="../media/image42.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0.png"/><Relationship Id="rId4" Type="http://schemas.openxmlformats.org/officeDocument/2006/relationships/image" Target="../media/image42.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40.png"/><Relationship Id="rId4" Type="http://schemas.openxmlformats.org/officeDocument/2006/relationships/image" Target="../media/image42.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0.png"/><Relationship Id="rId4" Type="http://schemas.openxmlformats.org/officeDocument/2006/relationships/image" Target="../media/image42.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0.png"/><Relationship Id="rId4" Type="http://schemas.openxmlformats.org/officeDocument/2006/relationships/image" Target="../media/image42.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0.png"/><Relationship Id="rId4" Type="http://schemas.openxmlformats.org/officeDocument/2006/relationships/image" Target="../media/image42.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40.png"/><Relationship Id="rId4" Type="http://schemas.openxmlformats.org/officeDocument/2006/relationships/image" Target="../media/image42.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0.png"/><Relationship Id="rId4" Type="http://schemas.openxmlformats.org/officeDocument/2006/relationships/image" Target="../media/image42.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0.png"/><Relationship Id="rId4" Type="http://schemas.openxmlformats.org/officeDocument/2006/relationships/image" Target="../media/image42.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0.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40.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0.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0.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4.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44.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4.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4.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5.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45.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5.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5.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png"/><Relationship Id="rId3" Type="http://schemas.openxmlformats.org/officeDocument/2006/relationships/image" Target="../media/image99.png"/><Relationship Id="rId4" Type="http://schemas.openxmlformats.org/officeDocument/2006/relationships/image" Target="../media/image24.png"/><Relationship Id="rId9" Type="http://schemas.openxmlformats.org/officeDocument/2006/relationships/image" Target="../media/image14.png"/><Relationship Id="rId5" Type="http://schemas.openxmlformats.org/officeDocument/2006/relationships/image" Target="../media/image25.png"/><Relationship Id="rId6" Type="http://schemas.openxmlformats.org/officeDocument/2006/relationships/image" Target="../media/image33.png"/><Relationship Id="rId7" Type="http://schemas.openxmlformats.org/officeDocument/2006/relationships/image" Target="../media/image28.png"/><Relationship Id="rId8" Type="http://schemas.openxmlformats.org/officeDocument/2006/relationships/image" Target="../media/image32.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4.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5.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44.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45.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4.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5.pn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png"/><Relationship Id="rId3" Type="http://schemas.openxmlformats.org/officeDocument/2006/relationships/image" Target="../media/image99.png"/><Relationship Id="rId4" Type="http://schemas.openxmlformats.org/officeDocument/2006/relationships/image" Target="../media/image24.png"/><Relationship Id="rId9" Type="http://schemas.openxmlformats.org/officeDocument/2006/relationships/image" Target="../media/image14.png"/><Relationship Id="rId5" Type="http://schemas.openxmlformats.org/officeDocument/2006/relationships/image" Target="../media/image25.png"/><Relationship Id="rId6" Type="http://schemas.openxmlformats.org/officeDocument/2006/relationships/image" Target="../media/image33.png"/><Relationship Id="rId7" Type="http://schemas.openxmlformats.org/officeDocument/2006/relationships/image" Target="../media/image28.png"/><Relationship Id="rId8" Type="http://schemas.openxmlformats.org/officeDocument/2006/relationships/image" Target="../media/image32.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4.pn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5.pn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44.pn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45.pn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4.pn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5.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English" showMasterSp="0">
  <p:cSld name="Title Slide 2_1">
    <p:bg>
      <p:bgPr>
        <a:solidFill>
          <a:srgbClr val="BEF2BD"/>
        </a:solidFill>
      </p:bgPr>
    </p:bg>
    <p:spTree>
      <p:nvGrpSpPr>
        <p:cNvPr id="9" name="Shape 9"/>
        <p:cNvGrpSpPr/>
        <p:nvPr/>
      </p:nvGrpSpPr>
      <p:grpSpPr>
        <a:xfrm>
          <a:off x="0" y="0"/>
          <a:ext cx="0" cy="0"/>
          <a:chOff x="0" y="0"/>
          <a:chExt cx="0" cy="0"/>
        </a:xfrm>
      </p:grpSpPr>
      <p:pic>
        <p:nvPicPr>
          <p:cNvPr id="10" name="Google Shape;10;p2"/>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11" name="Google Shape;11;p2"/>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English</a:t>
            </a:r>
            <a:endParaRPr b="1" sz="1700">
              <a:latin typeface="Lexend"/>
              <a:ea typeface="Lexend"/>
              <a:cs typeface="Lexend"/>
              <a:sym typeface="Lexend"/>
            </a:endParaRPr>
          </a:p>
        </p:txBody>
      </p:sp>
      <p:sp>
        <p:nvSpPr>
          <p:cNvPr id="12" name="Google Shape;12;p2"/>
          <p:cNvSpPr txBox="1"/>
          <p:nvPr>
            <p:ph type="ctrTitle"/>
          </p:nvPr>
        </p:nvSpPr>
        <p:spPr>
          <a:xfrm>
            <a:off x="323850" y="810000"/>
            <a:ext cx="54507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 name="Google Shape;13;p2"/>
          <p:cNvSpPr txBox="1"/>
          <p:nvPr>
            <p:ph idx="1" type="subTitle"/>
          </p:nvPr>
        </p:nvSpPr>
        <p:spPr>
          <a:xfrm>
            <a:off x="890225" y="4327975"/>
            <a:ext cx="59862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14" name="Google Shape;14;p2"/>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15" name="Google Shape;15;p2"/>
          <p:cNvPicPr preferRelativeResize="0"/>
          <p:nvPr/>
        </p:nvPicPr>
        <p:blipFill>
          <a:blip r:embed="rId4">
            <a:alphaModFix/>
          </a:blip>
          <a:stretch>
            <a:fillRect/>
          </a:stretch>
        </p:blipFill>
        <p:spPr>
          <a:xfrm>
            <a:off x="6156975" y="0"/>
            <a:ext cx="2987025" cy="3854074"/>
          </a:xfrm>
          <a:prstGeom prst="rect">
            <a:avLst/>
          </a:prstGeom>
          <a:noFill/>
          <a:ln>
            <a:noFill/>
          </a:ln>
        </p:spPr>
      </p:pic>
      <p:sp>
        <p:nvSpPr>
          <p:cNvPr id="16" name="Google Shape;16;p2"/>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extLst>
    <p:ext uri="{DCECCB84-F9BA-43D5-87BE-67443E8EF086}">
      <p15:sldGuideLst>
        <p15:guide id="1" orient="horz" pos="2867">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aths" showMasterSp="0">
  <p:cSld name="Title Slide 2_1_1">
    <p:bg>
      <p:bgPr>
        <a:solidFill>
          <a:srgbClr val="BEF2BD"/>
        </a:solidFill>
      </p:bgPr>
    </p:bg>
    <p:spTree>
      <p:nvGrpSpPr>
        <p:cNvPr id="17" name="Shape 17"/>
        <p:cNvGrpSpPr/>
        <p:nvPr/>
      </p:nvGrpSpPr>
      <p:grpSpPr>
        <a:xfrm>
          <a:off x="0" y="0"/>
          <a:ext cx="0" cy="0"/>
          <a:chOff x="0" y="0"/>
          <a:chExt cx="0" cy="0"/>
        </a:xfrm>
      </p:grpSpPr>
      <p:pic>
        <p:nvPicPr>
          <p:cNvPr id="18" name="Google Shape;18;p3"/>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19" name="Google Shape;19;p3"/>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0" name="Google Shape;20;p3"/>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Maths</a:t>
            </a:r>
            <a:endParaRPr b="1" sz="1700">
              <a:latin typeface="Lexend"/>
              <a:ea typeface="Lexend"/>
              <a:cs typeface="Lexend"/>
              <a:sym typeface="Lexend"/>
            </a:endParaRPr>
          </a:p>
        </p:txBody>
      </p:sp>
      <p:sp>
        <p:nvSpPr>
          <p:cNvPr id="21" name="Google Shape;21;p3"/>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22" name="Google Shape;22;p3"/>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23" name="Google Shape;23;p3"/>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24" name="Google Shape;24;p3"/>
          <p:cNvPicPr preferRelativeResize="0"/>
          <p:nvPr/>
        </p:nvPicPr>
        <p:blipFill rotWithShape="1">
          <a:blip r:embed="rId4">
            <a:alphaModFix/>
          </a:blip>
          <a:srcRect b="0" l="6209" r="6209" t="0"/>
          <a:stretch/>
        </p:blipFill>
        <p:spPr>
          <a:xfrm>
            <a:off x="324000" y="4008600"/>
            <a:ext cx="707200" cy="1280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Geography" showMasterSp="0">
  <p:cSld name="Title Slide 2_1_1_1">
    <p:bg>
      <p:bgPr>
        <a:solidFill>
          <a:srgbClr val="BEF2BD"/>
        </a:solidFill>
      </p:bgPr>
    </p:bg>
    <p:spTree>
      <p:nvGrpSpPr>
        <p:cNvPr id="25" name="Shape 25"/>
        <p:cNvGrpSpPr/>
        <p:nvPr/>
      </p:nvGrpSpPr>
      <p:grpSpPr>
        <a:xfrm>
          <a:off x="0" y="0"/>
          <a:ext cx="0" cy="0"/>
          <a:chOff x="0" y="0"/>
          <a:chExt cx="0" cy="0"/>
        </a:xfrm>
      </p:grpSpPr>
      <p:pic>
        <p:nvPicPr>
          <p:cNvPr id="26" name="Google Shape;26;p4"/>
          <p:cNvPicPr preferRelativeResize="0"/>
          <p:nvPr/>
        </p:nvPicPr>
        <p:blipFill rotWithShape="1">
          <a:blip r:embed="rId2">
            <a:alphaModFix/>
          </a:blip>
          <a:srcRect b="0" l="6209" r="6209" t="0"/>
          <a:stretch/>
        </p:blipFill>
        <p:spPr>
          <a:xfrm>
            <a:off x="324000" y="4008600"/>
            <a:ext cx="1259825" cy="128000"/>
          </a:xfrm>
          <a:prstGeom prst="rect">
            <a:avLst/>
          </a:prstGeom>
          <a:noFill/>
          <a:ln>
            <a:noFill/>
          </a:ln>
        </p:spPr>
      </p:pic>
      <p:pic>
        <p:nvPicPr>
          <p:cNvPr id="27" name="Google Shape;27;p4"/>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28" name="Google Shape;28;p4"/>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9" name="Google Shape;29;p4"/>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Geography</a:t>
            </a:r>
            <a:endParaRPr b="1" sz="1700">
              <a:latin typeface="Lexend"/>
              <a:ea typeface="Lexend"/>
              <a:cs typeface="Lexend"/>
              <a:sym typeface="Lexend"/>
            </a:endParaRPr>
          </a:p>
        </p:txBody>
      </p:sp>
      <p:sp>
        <p:nvSpPr>
          <p:cNvPr id="30" name="Google Shape;30;p4"/>
          <p:cNvSpPr txBox="1"/>
          <p:nvPr>
            <p:ph idx="1" type="subTitle"/>
          </p:nvPr>
        </p:nvSpPr>
        <p:spPr>
          <a:xfrm>
            <a:off x="890225" y="4327975"/>
            <a:ext cx="59976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31" name="Google Shape;31;p4"/>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32" name="Google Shape;32;p4"/>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History" showMasterSp="0">
  <p:cSld name="Title Slide 2_1_1_1_1">
    <p:bg>
      <p:bgPr>
        <a:solidFill>
          <a:srgbClr val="BEF2BD"/>
        </a:solidFill>
      </p:bgPr>
    </p:bg>
    <p:spTree>
      <p:nvGrpSpPr>
        <p:cNvPr id="33"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35" name="Google Shape;35;p5"/>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 name="Google Shape;36;p5"/>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History</a:t>
            </a:r>
            <a:endParaRPr b="1" sz="1700">
              <a:latin typeface="Lexend"/>
              <a:ea typeface="Lexend"/>
              <a:cs typeface="Lexend"/>
              <a:sym typeface="Lexend"/>
            </a:endParaRPr>
          </a:p>
        </p:txBody>
      </p:sp>
      <p:sp>
        <p:nvSpPr>
          <p:cNvPr id="37" name="Google Shape;37;p5"/>
          <p:cNvSpPr txBox="1"/>
          <p:nvPr>
            <p:ph idx="1" type="subTitle"/>
          </p:nvPr>
        </p:nvSpPr>
        <p:spPr>
          <a:xfrm>
            <a:off x="890225" y="4327975"/>
            <a:ext cx="58041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38" name="Google Shape;38;p5"/>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39" name="Google Shape;39;p5"/>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grpSp>
        <p:nvGrpSpPr>
          <p:cNvPr id="40" name="Google Shape;40;p5"/>
          <p:cNvGrpSpPr/>
          <p:nvPr/>
        </p:nvGrpSpPr>
        <p:grpSpPr>
          <a:xfrm>
            <a:off x="6156975" y="0"/>
            <a:ext cx="2987025" cy="3854074"/>
            <a:chOff x="6156975" y="0"/>
            <a:chExt cx="2987025" cy="3854074"/>
          </a:xfrm>
        </p:grpSpPr>
        <p:pic>
          <p:nvPicPr>
            <p:cNvPr id="41" name="Google Shape;41;p5"/>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42" name="Google Shape;42;p5"/>
            <p:cNvSpPr/>
            <p:nvPr/>
          </p:nvSpPr>
          <p:spPr>
            <a:xfrm>
              <a:off x="6860400" y="1205850"/>
              <a:ext cx="1959600" cy="13659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3" name="Google Shape;43;p5"/>
            <p:cNvPicPr preferRelativeResize="0"/>
            <p:nvPr/>
          </p:nvPicPr>
          <p:blipFill>
            <a:blip r:embed="rId5">
              <a:alphaModFix/>
            </a:blip>
            <a:stretch>
              <a:fillRect/>
            </a:stretch>
          </p:blipFill>
          <p:spPr>
            <a:xfrm rot="-378432">
              <a:off x="7001357" y="1317070"/>
              <a:ext cx="1677682" cy="1143462"/>
            </a:xfrm>
            <a:prstGeom prst="rect">
              <a:avLst/>
            </a:prstGeom>
            <a:noFill/>
            <a:ln>
              <a:noFill/>
            </a:ln>
          </p:spPr>
        </p:pic>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usic" showMasterSp="0">
  <p:cSld name="Title Slide 2_1_1_1_1_1">
    <p:bg>
      <p:bgPr>
        <a:solidFill>
          <a:srgbClr val="BEF2BD"/>
        </a:solidFill>
      </p:bgPr>
    </p:bg>
    <p:spTree>
      <p:nvGrpSpPr>
        <p:cNvPr id="44" name="Shape 44"/>
        <p:cNvGrpSpPr/>
        <p:nvPr/>
      </p:nvGrpSpPr>
      <p:grpSpPr>
        <a:xfrm>
          <a:off x="0" y="0"/>
          <a:ext cx="0" cy="0"/>
          <a:chOff x="0" y="0"/>
          <a:chExt cx="0" cy="0"/>
        </a:xfrm>
      </p:grpSpPr>
      <p:pic>
        <p:nvPicPr>
          <p:cNvPr id="45" name="Google Shape;45;p6"/>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46" name="Google Shape;46;p6"/>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7" name="Google Shape;47;p6"/>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Music</a:t>
            </a:r>
            <a:endParaRPr b="1" sz="1700">
              <a:latin typeface="Lexend"/>
              <a:ea typeface="Lexend"/>
              <a:cs typeface="Lexend"/>
              <a:sym typeface="Lexend"/>
            </a:endParaRPr>
          </a:p>
        </p:txBody>
      </p:sp>
      <p:sp>
        <p:nvSpPr>
          <p:cNvPr id="48" name="Google Shape;48;p6"/>
          <p:cNvSpPr txBox="1"/>
          <p:nvPr>
            <p:ph idx="1" type="subTitle"/>
          </p:nvPr>
        </p:nvSpPr>
        <p:spPr>
          <a:xfrm>
            <a:off x="890225" y="4327975"/>
            <a:ext cx="57870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49" name="Google Shape;49;p6"/>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50" name="Google Shape;50;p6"/>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51" name="Google Shape;51;p6"/>
          <p:cNvPicPr preferRelativeResize="0"/>
          <p:nvPr/>
        </p:nvPicPr>
        <p:blipFill rotWithShape="1">
          <a:blip r:embed="rId4">
            <a:alphaModFix/>
          </a:blip>
          <a:srcRect b="0" l="6209" r="6209" t="0"/>
          <a:stretch/>
        </p:blipFill>
        <p:spPr>
          <a:xfrm>
            <a:off x="324000" y="4008600"/>
            <a:ext cx="661625" cy="12800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Science" showMasterSp="0">
  <p:cSld name="Title Slide 2_1_1_1_1_1_1">
    <p:bg>
      <p:bgPr>
        <a:solidFill>
          <a:srgbClr val="BEF2BD"/>
        </a:solidFill>
      </p:bgPr>
    </p:bg>
    <p:spTree>
      <p:nvGrpSpPr>
        <p:cNvPr id="52" name="Shape 52"/>
        <p:cNvGrpSpPr/>
        <p:nvPr/>
      </p:nvGrpSpPr>
      <p:grpSpPr>
        <a:xfrm>
          <a:off x="0" y="0"/>
          <a:ext cx="0" cy="0"/>
          <a:chOff x="0" y="0"/>
          <a:chExt cx="0" cy="0"/>
        </a:xfrm>
      </p:grpSpPr>
      <p:sp>
        <p:nvSpPr>
          <p:cNvPr id="53" name="Google Shape;53;p7"/>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4" name="Google Shape;54;p7"/>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Science</a:t>
            </a:r>
            <a:endParaRPr b="1" sz="1700">
              <a:latin typeface="Lexend"/>
              <a:ea typeface="Lexend"/>
              <a:cs typeface="Lexend"/>
              <a:sym typeface="Lexend"/>
            </a:endParaRPr>
          </a:p>
        </p:txBody>
      </p:sp>
      <p:sp>
        <p:nvSpPr>
          <p:cNvPr id="55" name="Google Shape;55;p7"/>
          <p:cNvSpPr txBox="1"/>
          <p:nvPr>
            <p:ph idx="1" type="subTitle"/>
          </p:nvPr>
        </p:nvSpPr>
        <p:spPr>
          <a:xfrm>
            <a:off x="890225" y="4327975"/>
            <a:ext cx="57927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56" name="Google Shape;56;p7"/>
          <p:cNvPicPr preferRelativeResize="0"/>
          <p:nvPr/>
        </p:nvPicPr>
        <p:blipFill rotWithShape="1">
          <a:blip r:embed="rId2">
            <a:alphaModFix/>
          </a:blip>
          <a:srcRect b="0" l="0" r="0" t="0"/>
          <a:stretch/>
        </p:blipFill>
        <p:spPr>
          <a:xfrm>
            <a:off x="7690424" y="4098434"/>
            <a:ext cx="1052750" cy="482825"/>
          </a:xfrm>
          <a:prstGeom prst="rect">
            <a:avLst/>
          </a:prstGeom>
          <a:noFill/>
          <a:ln>
            <a:noFill/>
          </a:ln>
        </p:spPr>
      </p:pic>
      <p:sp>
        <p:nvSpPr>
          <p:cNvPr id="57" name="Google Shape;57;p7"/>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58" name="Google Shape;58;p7"/>
          <p:cNvPicPr preferRelativeResize="0"/>
          <p:nvPr/>
        </p:nvPicPr>
        <p:blipFill rotWithShape="1">
          <a:blip r:embed="rId3">
            <a:alphaModFix/>
          </a:blip>
          <a:srcRect b="0" l="6209" r="6209" t="0"/>
          <a:stretch/>
        </p:blipFill>
        <p:spPr>
          <a:xfrm>
            <a:off x="324000" y="4008600"/>
            <a:ext cx="859400" cy="127996"/>
          </a:xfrm>
          <a:prstGeom prst="rect">
            <a:avLst/>
          </a:prstGeom>
          <a:noFill/>
          <a:ln>
            <a:noFill/>
          </a:ln>
        </p:spPr>
      </p:pic>
      <p:grpSp>
        <p:nvGrpSpPr>
          <p:cNvPr id="59" name="Google Shape;59;p7"/>
          <p:cNvGrpSpPr/>
          <p:nvPr/>
        </p:nvGrpSpPr>
        <p:grpSpPr>
          <a:xfrm>
            <a:off x="6156975" y="0"/>
            <a:ext cx="2987025" cy="3854074"/>
            <a:chOff x="6156975" y="0"/>
            <a:chExt cx="2987025" cy="3854074"/>
          </a:xfrm>
        </p:grpSpPr>
        <p:pic>
          <p:nvPicPr>
            <p:cNvPr id="60" name="Google Shape;60;p7"/>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61" name="Google Shape;61;p7"/>
            <p:cNvSpPr/>
            <p:nvPr/>
          </p:nvSpPr>
          <p:spPr>
            <a:xfrm>
              <a:off x="6860400" y="869975"/>
              <a:ext cx="1959600" cy="20070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2" name="Google Shape;62;p7"/>
            <p:cNvPicPr preferRelativeResize="0"/>
            <p:nvPr/>
          </p:nvPicPr>
          <p:blipFill>
            <a:blip r:embed="rId5">
              <a:alphaModFix/>
            </a:blip>
            <a:stretch>
              <a:fillRect/>
            </a:stretch>
          </p:blipFill>
          <p:spPr>
            <a:xfrm rot="-311816">
              <a:off x="7083000" y="1110274"/>
              <a:ext cx="1514398" cy="1526398"/>
            </a:xfrm>
            <a:prstGeom prst="rect">
              <a:avLst/>
            </a:prstGeom>
            <a:noFill/>
            <a:ln>
              <a:noFill/>
            </a:ln>
          </p:spPr>
        </p:pic>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Biology" showMasterSp="0">
  <p:cSld name="Title Slide 2_1_1_1_1_1_1_1">
    <p:bg>
      <p:bgPr>
        <a:solidFill>
          <a:srgbClr val="BEF2BD"/>
        </a:solidFill>
      </p:bgPr>
    </p:bg>
    <p:spTree>
      <p:nvGrpSpPr>
        <p:cNvPr id="63" name="Shape 63"/>
        <p:cNvGrpSpPr/>
        <p:nvPr/>
      </p:nvGrpSpPr>
      <p:grpSpPr>
        <a:xfrm>
          <a:off x="0" y="0"/>
          <a:ext cx="0" cy="0"/>
          <a:chOff x="0" y="0"/>
          <a:chExt cx="0" cy="0"/>
        </a:xfrm>
      </p:grpSpPr>
      <p:pic>
        <p:nvPicPr>
          <p:cNvPr id="64" name="Google Shape;64;p8"/>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pic>
        <p:nvPicPr>
          <p:cNvPr id="65" name="Google Shape;65;p8"/>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66" name="Google Shape;66;p8"/>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7" name="Google Shape;67;p8"/>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Biology</a:t>
            </a:r>
            <a:endParaRPr b="1" sz="1700">
              <a:latin typeface="Lexend"/>
              <a:ea typeface="Lexend"/>
              <a:cs typeface="Lexend"/>
              <a:sym typeface="Lexend"/>
            </a:endParaRPr>
          </a:p>
        </p:txBody>
      </p:sp>
      <p:sp>
        <p:nvSpPr>
          <p:cNvPr id="68" name="Google Shape;68;p8"/>
          <p:cNvSpPr txBox="1"/>
          <p:nvPr>
            <p:ph idx="1" type="subTitle"/>
          </p:nvPr>
        </p:nvSpPr>
        <p:spPr>
          <a:xfrm>
            <a:off x="890225" y="4327975"/>
            <a:ext cx="57756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69" name="Google Shape;69;p8"/>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70" name="Google Shape;70;p8"/>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Physics" showMasterSp="0">
  <p:cSld name="Title Slide 2_1_1_1_1_1_1_1_1">
    <p:bg>
      <p:bgPr>
        <a:solidFill>
          <a:srgbClr val="BEF2BD"/>
        </a:solidFill>
      </p:bgPr>
    </p:bg>
    <p:spTree>
      <p:nvGrpSpPr>
        <p:cNvPr id="71" name="Shape 71"/>
        <p:cNvGrpSpPr/>
        <p:nvPr/>
      </p:nvGrpSpPr>
      <p:grpSpPr>
        <a:xfrm>
          <a:off x="0" y="0"/>
          <a:ext cx="0" cy="0"/>
          <a:chOff x="0" y="0"/>
          <a:chExt cx="0" cy="0"/>
        </a:xfrm>
      </p:grpSpPr>
      <p:pic>
        <p:nvPicPr>
          <p:cNvPr id="72" name="Google Shape;72;p9"/>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73" name="Google Shape;73;p9"/>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4" name="Google Shape;74;p9"/>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Physics</a:t>
            </a:r>
            <a:endParaRPr b="1" sz="1700">
              <a:latin typeface="Lexend"/>
              <a:ea typeface="Lexend"/>
              <a:cs typeface="Lexend"/>
              <a:sym typeface="Lexend"/>
            </a:endParaRPr>
          </a:p>
        </p:txBody>
      </p:sp>
      <p:sp>
        <p:nvSpPr>
          <p:cNvPr id="75" name="Google Shape;75;p9"/>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76" name="Google Shape;76;p9"/>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77" name="Google Shape;77;p9"/>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grpSp>
        <p:nvGrpSpPr>
          <p:cNvPr id="78" name="Google Shape;78;p9"/>
          <p:cNvGrpSpPr/>
          <p:nvPr/>
        </p:nvGrpSpPr>
        <p:grpSpPr>
          <a:xfrm>
            <a:off x="6156975" y="0"/>
            <a:ext cx="2987025" cy="3854074"/>
            <a:chOff x="6156975" y="0"/>
            <a:chExt cx="2987025" cy="3854074"/>
          </a:xfrm>
        </p:grpSpPr>
        <p:pic>
          <p:nvPicPr>
            <p:cNvPr id="79" name="Google Shape;79;p9"/>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80" name="Google Shape;80;p9"/>
            <p:cNvSpPr/>
            <p:nvPr/>
          </p:nvSpPr>
          <p:spPr>
            <a:xfrm>
              <a:off x="6898050" y="839288"/>
              <a:ext cx="1959600" cy="23547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1" name="Google Shape;81;p9"/>
            <p:cNvPicPr preferRelativeResize="0"/>
            <p:nvPr/>
          </p:nvPicPr>
          <p:blipFill>
            <a:blip r:embed="rId5">
              <a:alphaModFix/>
            </a:blip>
            <a:stretch>
              <a:fillRect/>
            </a:stretch>
          </p:blipFill>
          <p:spPr>
            <a:xfrm rot="-384492">
              <a:off x="7235674" y="1037850"/>
              <a:ext cx="1204851" cy="1957577"/>
            </a:xfrm>
            <a:prstGeom prst="rect">
              <a:avLst/>
            </a:prstGeom>
            <a:noFill/>
            <a:ln>
              <a:noFill/>
            </a:ln>
          </p:spPr>
        </p:pic>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Chemistry" showMasterSp="0">
  <p:cSld name="Title Slide 2_1_1_1_1_1_1_1_1_1">
    <p:bg>
      <p:bgPr>
        <a:solidFill>
          <a:srgbClr val="BEF2BD"/>
        </a:solidFill>
      </p:bgPr>
    </p:bg>
    <p:spTree>
      <p:nvGrpSpPr>
        <p:cNvPr id="82" name="Shape 82"/>
        <p:cNvGrpSpPr/>
        <p:nvPr/>
      </p:nvGrpSpPr>
      <p:grpSpPr>
        <a:xfrm>
          <a:off x="0" y="0"/>
          <a:ext cx="0" cy="0"/>
          <a:chOff x="0" y="0"/>
          <a:chExt cx="0" cy="0"/>
        </a:xfrm>
      </p:grpSpPr>
      <p:pic>
        <p:nvPicPr>
          <p:cNvPr id="83" name="Google Shape;83;p10"/>
          <p:cNvPicPr preferRelativeResize="0"/>
          <p:nvPr/>
        </p:nvPicPr>
        <p:blipFill rotWithShape="1">
          <a:blip r:embed="rId2">
            <a:alphaModFix/>
          </a:blip>
          <a:srcRect b="0" l="6209" r="6209" t="0"/>
          <a:stretch/>
        </p:blipFill>
        <p:spPr>
          <a:xfrm>
            <a:off x="324000" y="4008600"/>
            <a:ext cx="1117400" cy="128000"/>
          </a:xfrm>
          <a:prstGeom prst="rect">
            <a:avLst/>
          </a:prstGeom>
          <a:noFill/>
          <a:ln>
            <a:noFill/>
          </a:ln>
        </p:spPr>
      </p:pic>
      <p:pic>
        <p:nvPicPr>
          <p:cNvPr id="84" name="Google Shape;84;p10"/>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85" name="Google Shape;85;p10"/>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6" name="Google Shape;86;p10"/>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Chemistry</a:t>
            </a:r>
            <a:endParaRPr b="1" sz="1700">
              <a:latin typeface="Lexend"/>
              <a:ea typeface="Lexend"/>
              <a:cs typeface="Lexend"/>
              <a:sym typeface="Lexend"/>
            </a:endParaRPr>
          </a:p>
        </p:txBody>
      </p:sp>
      <p:sp>
        <p:nvSpPr>
          <p:cNvPr id="87" name="Google Shape;87;p10"/>
          <p:cNvSpPr txBox="1"/>
          <p:nvPr>
            <p:ph idx="1" type="subTitle"/>
          </p:nvPr>
        </p:nvSpPr>
        <p:spPr>
          <a:xfrm>
            <a:off x="890225" y="4327975"/>
            <a:ext cx="58551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88" name="Google Shape;88;p10"/>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89" name="Google Shape;89;p10"/>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1 Outcome">
  <p:cSld name="CUSTOM_5">
    <p:bg>
      <p:bgPr>
        <a:solidFill>
          <a:srgbClr val="BEF2BD"/>
        </a:solidFill>
      </p:bgPr>
    </p:bg>
    <p:spTree>
      <p:nvGrpSpPr>
        <p:cNvPr id="90" name="Shape 90"/>
        <p:cNvGrpSpPr/>
        <p:nvPr/>
      </p:nvGrpSpPr>
      <p:grpSpPr>
        <a:xfrm>
          <a:off x="0" y="0"/>
          <a:ext cx="0" cy="0"/>
          <a:chOff x="0" y="0"/>
          <a:chExt cx="0" cy="0"/>
        </a:xfrm>
      </p:grpSpPr>
      <p:pic>
        <p:nvPicPr>
          <p:cNvPr id="91" name="Google Shape;91;p11"/>
          <p:cNvPicPr preferRelativeResize="0"/>
          <p:nvPr/>
        </p:nvPicPr>
        <p:blipFill>
          <a:blip r:embed="rId2">
            <a:alphaModFix/>
          </a:blip>
          <a:stretch>
            <a:fillRect/>
          </a:stretch>
        </p:blipFill>
        <p:spPr>
          <a:xfrm>
            <a:off x="343225" y="1388370"/>
            <a:ext cx="7945600" cy="2919776"/>
          </a:xfrm>
          <a:prstGeom prst="rect">
            <a:avLst/>
          </a:prstGeom>
          <a:noFill/>
          <a:ln>
            <a:noFill/>
          </a:ln>
        </p:spPr>
      </p:pic>
      <p:sp>
        <p:nvSpPr>
          <p:cNvPr id="92" name="Google Shape;92;p11"/>
          <p:cNvSpPr txBox="1"/>
          <p:nvPr/>
        </p:nvSpPr>
        <p:spPr>
          <a:xfrm>
            <a:off x="325207" y="454765"/>
            <a:ext cx="4575600" cy="431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800">
                <a:latin typeface="Lexend"/>
                <a:ea typeface="Lexend"/>
                <a:cs typeface="Lexend"/>
                <a:sym typeface="Lexend"/>
              </a:rPr>
              <a:t>Outcome</a:t>
            </a:r>
            <a:endParaRPr b="1" sz="2800">
              <a:latin typeface="Lexend"/>
              <a:ea typeface="Lexend"/>
              <a:cs typeface="Lexend"/>
              <a:sym typeface="Lexend"/>
            </a:endParaRPr>
          </a:p>
        </p:txBody>
      </p:sp>
      <p:sp>
        <p:nvSpPr>
          <p:cNvPr id="93" name="Google Shape;93;p11"/>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lvl1pPr lvl="0">
              <a:lnSpc>
                <a:spcPct val="115000"/>
              </a:lnSpc>
              <a:spcBef>
                <a:spcPts val="0"/>
              </a:spcBef>
              <a:spcAft>
                <a:spcPts val="0"/>
              </a:spcAft>
              <a:buSzPts val="2000"/>
              <a:buNone/>
              <a:defRPr sz="2000"/>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2 Hidden guidance slide">
  <p:cSld name="CUSTOM_1">
    <p:spTree>
      <p:nvGrpSpPr>
        <p:cNvPr id="94" name="Shape 94"/>
        <p:cNvGrpSpPr/>
        <p:nvPr/>
      </p:nvGrpSpPr>
      <p:grpSpPr>
        <a:xfrm>
          <a:off x="0" y="0"/>
          <a:ext cx="0" cy="0"/>
          <a:chOff x="0" y="0"/>
          <a:chExt cx="0" cy="0"/>
        </a:xfrm>
      </p:grpSpPr>
      <p:sp>
        <p:nvSpPr>
          <p:cNvPr id="95" name="Google Shape;95;p12"/>
          <p:cNvSpPr txBox="1"/>
          <p:nvPr/>
        </p:nvSpPr>
        <p:spPr>
          <a:xfrm>
            <a:off x="177375" y="724875"/>
            <a:ext cx="4241400" cy="646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Oak’s lessons are structured around </a:t>
            </a:r>
            <a:r>
              <a:rPr b="1" lang="en-GB" sz="1200">
                <a:latin typeface="Lexend"/>
                <a:ea typeface="Lexend"/>
                <a:cs typeface="Lexend"/>
                <a:sym typeface="Lexend"/>
              </a:rPr>
              <a:t>learning cycles</a:t>
            </a:r>
            <a:r>
              <a:rPr i="1" lang="en-GB" sz="1200">
                <a:latin typeface="Lexend"/>
                <a:ea typeface="Lexend"/>
                <a:cs typeface="Lexend"/>
                <a:sym typeface="Lexend"/>
              </a:rPr>
              <a:t>.</a:t>
            </a:r>
            <a:r>
              <a:rPr lang="en-GB" sz="1200">
                <a:latin typeface="Lexend"/>
                <a:ea typeface="Lexend"/>
                <a:cs typeface="Lexend"/>
                <a:sym typeface="Lexend"/>
              </a:rPr>
              <a:t> </a:t>
            </a:r>
            <a:r>
              <a:rPr lang="en-GB" sz="1200">
                <a:latin typeface="Lexend"/>
                <a:ea typeface="Lexend"/>
                <a:cs typeface="Lexend"/>
                <a:sym typeface="Lexend"/>
              </a:rPr>
              <a:t>These are indicated through colour in the slide deck:</a:t>
            </a:r>
            <a:endParaRPr sz="1200">
              <a:latin typeface="Lexend"/>
              <a:ea typeface="Lexend"/>
              <a:cs typeface="Lexend"/>
              <a:sym typeface="Lexend"/>
            </a:endParaRPr>
          </a:p>
        </p:txBody>
      </p:sp>
      <p:sp>
        <p:nvSpPr>
          <p:cNvPr id="96" name="Google Shape;96;p12"/>
          <p:cNvSpPr txBox="1"/>
          <p:nvPr/>
        </p:nvSpPr>
        <p:spPr>
          <a:xfrm>
            <a:off x="177375" y="248475"/>
            <a:ext cx="4241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800">
                <a:latin typeface="Lexend"/>
                <a:ea typeface="Lexend"/>
                <a:cs typeface="Lexend"/>
                <a:sym typeface="Lexend"/>
              </a:rPr>
              <a:t>Oak’s lesson structure</a:t>
            </a:r>
            <a:endParaRPr b="1" sz="1800">
              <a:latin typeface="Lexend"/>
              <a:ea typeface="Lexend"/>
              <a:cs typeface="Lexend"/>
              <a:sym typeface="Lexend"/>
            </a:endParaRPr>
          </a:p>
        </p:txBody>
      </p:sp>
      <p:sp>
        <p:nvSpPr>
          <p:cNvPr id="97" name="Google Shape;97;p12"/>
          <p:cNvSpPr txBox="1"/>
          <p:nvPr/>
        </p:nvSpPr>
        <p:spPr>
          <a:xfrm>
            <a:off x="4825725" y="248475"/>
            <a:ext cx="4012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800">
                <a:latin typeface="Lexend"/>
                <a:ea typeface="Lexend"/>
                <a:cs typeface="Lexend"/>
                <a:sym typeface="Lexend"/>
              </a:rPr>
              <a:t>Useful links</a:t>
            </a:r>
            <a:endParaRPr b="1" sz="1800">
              <a:latin typeface="Lexend"/>
              <a:ea typeface="Lexend"/>
              <a:cs typeface="Lexend"/>
              <a:sym typeface="Lexend"/>
            </a:endParaRPr>
          </a:p>
        </p:txBody>
      </p:sp>
      <p:sp>
        <p:nvSpPr>
          <p:cNvPr id="98" name="Google Shape;98;p12"/>
          <p:cNvSpPr txBox="1"/>
          <p:nvPr/>
        </p:nvSpPr>
        <p:spPr>
          <a:xfrm>
            <a:off x="177375" y="3053550"/>
            <a:ext cx="4207200" cy="369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Each</a:t>
            </a:r>
            <a:r>
              <a:rPr b="1" lang="en-GB" sz="1200">
                <a:latin typeface="Lexend"/>
                <a:ea typeface="Lexend"/>
                <a:cs typeface="Lexend"/>
                <a:sym typeface="Lexend"/>
              </a:rPr>
              <a:t> learning cycle</a:t>
            </a:r>
            <a:r>
              <a:rPr lang="en-GB" sz="1200">
                <a:latin typeface="Lexend"/>
                <a:ea typeface="Lexend"/>
                <a:cs typeface="Lexend"/>
                <a:sym typeface="Lexend"/>
              </a:rPr>
              <a:t> covers several phases:</a:t>
            </a:r>
            <a:endParaRPr sz="1200">
              <a:latin typeface="Lexend"/>
              <a:ea typeface="Lexend"/>
              <a:cs typeface="Lexend"/>
              <a:sym typeface="Lexend"/>
            </a:endParaRPr>
          </a:p>
        </p:txBody>
      </p:sp>
      <p:sp>
        <p:nvSpPr>
          <p:cNvPr id="99" name="Google Shape;99;p12"/>
          <p:cNvSpPr txBox="1"/>
          <p:nvPr/>
        </p:nvSpPr>
        <p:spPr>
          <a:xfrm>
            <a:off x="4825725" y="724875"/>
            <a:ext cx="40128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1000"/>
              </a:spcAft>
              <a:buNone/>
            </a:pPr>
            <a:r>
              <a:rPr lang="en-GB" sz="1200">
                <a:latin typeface="Lexend"/>
                <a:ea typeface="Lexend"/>
                <a:cs typeface="Lexend"/>
                <a:sym typeface="Lexend"/>
              </a:rPr>
              <a:t>Advice</a:t>
            </a:r>
            <a:r>
              <a:rPr lang="en-GB" sz="1200">
                <a:latin typeface="Lexend"/>
                <a:ea typeface="Lexend"/>
                <a:cs typeface="Lexend"/>
                <a:sym typeface="Lexend"/>
              </a:rPr>
              <a:t> on</a:t>
            </a:r>
            <a:r>
              <a:rPr lang="en-GB" sz="1200">
                <a:latin typeface="Lexend"/>
                <a:ea typeface="Lexend"/>
                <a:cs typeface="Lexend"/>
                <a:sym typeface="Lexend"/>
              </a:rPr>
              <a:t>                                          </a:t>
            </a:r>
            <a:r>
              <a:rPr lang="en-GB" sz="1200">
                <a:latin typeface="Lexend"/>
                <a:ea typeface="Lexend"/>
                <a:cs typeface="Lexend"/>
                <a:sym typeface="Lexend"/>
              </a:rPr>
              <a:t>to </a:t>
            </a:r>
            <a:r>
              <a:rPr lang="en-GB" sz="1200">
                <a:solidFill>
                  <a:schemeClr val="dk1"/>
                </a:solidFill>
                <a:latin typeface="Lexend"/>
                <a:ea typeface="Lexend"/>
                <a:cs typeface="Lexend"/>
                <a:sym typeface="Lexend"/>
              </a:rPr>
              <a:t>bring the lesson to life in your classroom and</a:t>
            </a:r>
            <a:r>
              <a:rPr lang="en-GB" sz="1200">
                <a:latin typeface="Lexend"/>
                <a:ea typeface="Lexend"/>
                <a:cs typeface="Lexend"/>
                <a:sym typeface="Lexend"/>
              </a:rPr>
              <a:t> best fit the needs of your pupils.</a:t>
            </a:r>
            <a:endParaRPr sz="1200">
              <a:latin typeface="Lexend"/>
              <a:ea typeface="Lexend"/>
              <a:cs typeface="Lexend"/>
              <a:sym typeface="Lexend"/>
            </a:endParaRPr>
          </a:p>
        </p:txBody>
      </p:sp>
      <p:grpSp>
        <p:nvGrpSpPr>
          <p:cNvPr id="100" name="Google Shape;100;p12"/>
          <p:cNvGrpSpPr/>
          <p:nvPr/>
        </p:nvGrpSpPr>
        <p:grpSpPr>
          <a:xfrm>
            <a:off x="2498516" y="1415817"/>
            <a:ext cx="1745270" cy="1430724"/>
            <a:chOff x="2642961" y="1644312"/>
            <a:chExt cx="1454634" cy="1195657"/>
          </a:xfrm>
        </p:grpSpPr>
        <p:pic>
          <p:nvPicPr>
            <p:cNvPr id="101" name="Google Shape;101;p12"/>
            <p:cNvPicPr preferRelativeResize="0"/>
            <p:nvPr/>
          </p:nvPicPr>
          <p:blipFill>
            <a:blip r:embed="rId2">
              <a:alphaModFix/>
            </a:blip>
            <a:stretch>
              <a:fillRect/>
            </a:stretch>
          </p:blipFill>
          <p:spPr>
            <a:xfrm>
              <a:off x="2642975" y="1644312"/>
              <a:ext cx="1454621" cy="287396"/>
            </a:xfrm>
            <a:prstGeom prst="rect">
              <a:avLst/>
            </a:prstGeom>
            <a:noFill/>
            <a:ln>
              <a:noFill/>
            </a:ln>
            <a:effectLst>
              <a:outerShdw blurRad="57150" rotWithShape="0" algn="bl" dir="5400000" dist="19050">
                <a:srgbClr val="000000">
                  <a:alpha val="50000"/>
                </a:srgbClr>
              </a:outerShdw>
            </a:effectLst>
          </p:spPr>
        </p:pic>
        <p:pic>
          <p:nvPicPr>
            <p:cNvPr id="102" name="Google Shape;102;p12"/>
            <p:cNvPicPr preferRelativeResize="0"/>
            <p:nvPr/>
          </p:nvPicPr>
          <p:blipFill>
            <a:blip r:embed="rId3">
              <a:alphaModFix/>
            </a:blip>
            <a:stretch>
              <a:fillRect/>
            </a:stretch>
          </p:blipFill>
          <p:spPr>
            <a:xfrm>
              <a:off x="2642975" y="1936215"/>
              <a:ext cx="1454618" cy="287940"/>
            </a:xfrm>
            <a:prstGeom prst="rect">
              <a:avLst/>
            </a:prstGeom>
            <a:noFill/>
            <a:ln>
              <a:noFill/>
            </a:ln>
            <a:effectLst>
              <a:outerShdw blurRad="57150" rotWithShape="0" algn="bl" dir="5400000" dist="19050">
                <a:srgbClr val="000000">
                  <a:alpha val="50000"/>
                </a:srgbClr>
              </a:outerShdw>
            </a:effectLst>
          </p:spPr>
        </p:pic>
        <p:pic>
          <p:nvPicPr>
            <p:cNvPr id="103" name="Google Shape;103;p12"/>
            <p:cNvPicPr preferRelativeResize="0"/>
            <p:nvPr/>
          </p:nvPicPr>
          <p:blipFill>
            <a:blip r:embed="rId4">
              <a:alphaModFix/>
            </a:blip>
            <a:stretch>
              <a:fillRect/>
            </a:stretch>
          </p:blipFill>
          <p:spPr>
            <a:xfrm>
              <a:off x="2642965" y="2251391"/>
              <a:ext cx="1454621" cy="284581"/>
            </a:xfrm>
            <a:prstGeom prst="rect">
              <a:avLst/>
            </a:prstGeom>
            <a:noFill/>
            <a:ln>
              <a:noFill/>
            </a:ln>
            <a:effectLst>
              <a:outerShdw blurRad="57150" rotWithShape="0" algn="bl" dir="5400000" dist="19050">
                <a:srgbClr val="000000">
                  <a:alpha val="50000"/>
                </a:srgbClr>
              </a:outerShdw>
            </a:effectLst>
          </p:spPr>
        </p:pic>
        <p:pic>
          <p:nvPicPr>
            <p:cNvPr id="104" name="Google Shape;104;p12"/>
            <p:cNvPicPr preferRelativeResize="0"/>
            <p:nvPr/>
          </p:nvPicPr>
          <p:blipFill>
            <a:blip r:embed="rId5">
              <a:alphaModFix/>
            </a:blip>
            <a:stretch>
              <a:fillRect/>
            </a:stretch>
          </p:blipFill>
          <p:spPr>
            <a:xfrm>
              <a:off x="2642961" y="2563206"/>
              <a:ext cx="1454620" cy="276764"/>
            </a:xfrm>
            <a:prstGeom prst="rect">
              <a:avLst/>
            </a:prstGeom>
            <a:noFill/>
            <a:ln>
              <a:noFill/>
            </a:ln>
            <a:effectLst>
              <a:outerShdw blurRad="57150" rotWithShape="0" algn="bl" dir="5400000" dist="19050">
                <a:srgbClr val="000000">
                  <a:alpha val="50000"/>
                </a:srgbClr>
              </a:outerShdw>
            </a:effectLst>
          </p:spPr>
        </p:pic>
      </p:grpSp>
      <p:pic>
        <p:nvPicPr>
          <p:cNvPr id="105" name="Google Shape;105;p12"/>
          <p:cNvPicPr preferRelativeResize="0"/>
          <p:nvPr/>
        </p:nvPicPr>
        <p:blipFill rotWithShape="1">
          <a:blip r:embed="rId6">
            <a:alphaModFix/>
          </a:blip>
          <a:srcRect b="5222" l="3910" r="0" t="0"/>
          <a:stretch/>
        </p:blipFill>
        <p:spPr>
          <a:xfrm>
            <a:off x="1252313" y="3417350"/>
            <a:ext cx="2057336" cy="1195675"/>
          </a:xfrm>
          <a:prstGeom prst="rect">
            <a:avLst/>
          </a:prstGeom>
          <a:noFill/>
          <a:ln>
            <a:noFill/>
          </a:ln>
        </p:spPr>
      </p:pic>
      <p:pic>
        <p:nvPicPr>
          <p:cNvPr id="106" name="Google Shape;106;p12"/>
          <p:cNvPicPr preferRelativeResize="0"/>
          <p:nvPr/>
        </p:nvPicPr>
        <p:blipFill>
          <a:blip r:embed="rId7">
            <a:alphaModFix/>
          </a:blip>
          <a:stretch>
            <a:fillRect/>
          </a:stretch>
        </p:blipFill>
        <p:spPr>
          <a:xfrm>
            <a:off x="246350" y="1549488"/>
            <a:ext cx="2057324" cy="1163398"/>
          </a:xfrm>
          <a:prstGeom prst="rect">
            <a:avLst/>
          </a:prstGeom>
          <a:noFill/>
          <a:ln>
            <a:noFill/>
          </a:ln>
          <a:effectLst>
            <a:outerShdw blurRad="57150" rotWithShape="0" algn="bl" dir="5400000" dist="19050">
              <a:srgbClr val="000000">
                <a:alpha val="50000"/>
              </a:srgbClr>
            </a:outerShdw>
          </a:effectLst>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3)">
  <p:cSld name="CUSTOM_3_1">
    <p:spTree>
      <p:nvGrpSpPr>
        <p:cNvPr id="107" name="Shape 107"/>
        <p:cNvGrpSpPr/>
        <p:nvPr/>
      </p:nvGrpSpPr>
      <p:grpSpPr>
        <a:xfrm>
          <a:off x="0" y="0"/>
          <a:ext cx="0" cy="0"/>
          <a:chOff x="0" y="0"/>
          <a:chExt cx="0" cy="0"/>
        </a:xfrm>
      </p:grpSpPr>
      <p:sp>
        <p:nvSpPr>
          <p:cNvPr id="108" name="Google Shape;108;p13"/>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9" name="Google Shape;109;p13"/>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10" name="Google Shape;110;p13"/>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11" name="Google Shape;111;p13"/>
          <p:cNvSpPr txBox="1"/>
          <p:nvPr>
            <p:ph idx="1" type="subTitle"/>
          </p:nvPr>
        </p:nvSpPr>
        <p:spPr>
          <a:xfrm>
            <a:off x="323994" y="99364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12" name="Google Shape;112;p13"/>
          <p:cNvSpPr txBox="1"/>
          <p:nvPr>
            <p:ph idx="2" type="subTitle"/>
          </p:nvPr>
        </p:nvSpPr>
        <p:spPr>
          <a:xfrm>
            <a:off x="323994" y="223873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13" name="Google Shape;113;p13"/>
          <p:cNvSpPr txBox="1"/>
          <p:nvPr>
            <p:ph idx="3" type="subTitle"/>
          </p:nvPr>
        </p:nvSpPr>
        <p:spPr>
          <a:xfrm>
            <a:off x="323994" y="348382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1 Keywords definitions (3)">
  <p:cSld name="CUSTOM_3_1_1">
    <p:spTree>
      <p:nvGrpSpPr>
        <p:cNvPr id="114" name="Shape 114"/>
        <p:cNvGrpSpPr/>
        <p:nvPr/>
      </p:nvGrpSpPr>
      <p:grpSpPr>
        <a:xfrm>
          <a:off x="0" y="0"/>
          <a:ext cx="0" cy="0"/>
          <a:chOff x="0" y="0"/>
          <a:chExt cx="0" cy="0"/>
        </a:xfrm>
      </p:grpSpPr>
      <p:sp>
        <p:nvSpPr>
          <p:cNvPr id="115" name="Google Shape;115;p14"/>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6" name="Google Shape;116;p14"/>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17" name="Google Shape;117;p14"/>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18" name="Google Shape;118;p14"/>
          <p:cNvSpPr txBox="1"/>
          <p:nvPr>
            <p:ph idx="1" type="subTitle"/>
          </p:nvPr>
        </p:nvSpPr>
        <p:spPr>
          <a:xfrm>
            <a:off x="324000" y="993650"/>
            <a:ext cx="8496000" cy="544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None/>
              <a:defRPr>
                <a:solidFill>
                  <a:srgbClr val="282828"/>
                </a:solidFill>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19" name="Google Shape;119;p14"/>
          <p:cNvSpPr txBox="1"/>
          <p:nvPr>
            <p:ph idx="2" type="subTitle"/>
          </p:nvPr>
        </p:nvSpPr>
        <p:spPr>
          <a:xfrm>
            <a:off x="324001" y="2238725"/>
            <a:ext cx="84960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None/>
              <a:defRPr>
                <a:solidFill>
                  <a:srgbClr val="282828"/>
                </a:solidFill>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20" name="Google Shape;120;p14"/>
          <p:cNvSpPr txBox="1"/>
          <p:nvPr>
            <p:ph idx="3" type="subTitle"/>
          </p:nvPr>
        </p:nvSpPr>
        <p:spPr>
          <a:xfrm>
            <a:off x="324001" y="3483825"/>
            <a:ext cx="84960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None/>
              <a:defRPr>
                <a:solidFill>
                  <a:srgbClr val="282828"/>
                </a:solidFill>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1 Keyword (4)">
  <p:cSld name="CUSTOM_27_1">
    <p:spTree>
      <p:nvGrpSpPr>
        <p:cNvPr id="121" name="Shape 121"/>
        <p:cNvGrpSpPr/>
        <p:nvPr/>
      </p:nvGrpSpPr>
      <p:grpSpPr>
        <a:xfrm>
          <a:off x="0" y="0"/>
          <a:ext cx="0" cy="0"/>
          <a:chOff x="0" y="0"/>
          <a:chExt cx="0" cy="0"/>
        </a:xfrm>
      </p:grpSpPr>
      <p:sp>
        <p:nvSpPr>
          <p:cNvPr id="122" name="Google Shape;122;p15"/>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3" name="Google Shape;123;p15"/>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24" name="Google Shape;124;p15"/>
          <p:cNvSpPr txBox="1"/>
          <p:nvPr>
            <p:ph idx="1" type="subTitle"/>
          </p:nvPr>
        </p:nvSpPr>
        <p:spPr>
          <a:xfrm>
            <a:off x="324000" y="908475"/>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25" name="Google Shape;125;p15"/>
          <p:cNvSpPr txBox="1"/>
          <p:nvPr>
            <p:ph idx="2" type="subTitle"/>
          </p:nvPr>
        </p:nvSpPr>
        <p:spPr>
          <a:xfrm>
            <a:off x="324000" y="1905625"/>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26" name="Google Shape;126;p15"/>
          <p:cNvSpPr txBox="1"/>
          <p:nvPr>
            <p:ph idx="3" type="subTitle"/>
          </p:nvPr>
        </p:nvSpPr>
        <p:spPr>
          <a:xfrm>
            <a:off x="324000" y="2897675"/>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27" name="Google Shape;127;p15"/>
          <p:cNvSpPr txBox="1"/>
          <p:nvPr>
            <p:ph idx="4" type="subTitle"/>
          </p:nvPr>
        </p:nvSpPr>
        <p:spPr>
          <a:xfrm>
            <a:off x="324000" y="3887250"/>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28" name="Google Shape;128;p15"/>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1.1 Keyword definitions (4)">
  <p:cSld name="CUSTOM_27_1_2">
    <p:spTree>
      <p:nvGrpSpPr>
        <p:cNvPr id="129" name="Shape 129"/>
        <p:cNvGrpSpPr/>
        <p:nvPr/>
      </p:nvGrpSpPr>
      <p:grpSpPr>
        <a:xfrm>
          <a:off x="0" y="0"/>
          <a:ext cx="0" cy="0"/>
          <a:chOff x="0" y="0"/>
          <a:chExt cx="0" cy="0"/>
        </a:xfrm>
      </p:grpSpPr>
      <p:sp>
        <p:nvSpPr>
          <p:cNvPr id="130" name="Google Shape;130;p16"/>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1" name="Google Shape;131;p16"/>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32" name="Google Shape;132;p16"/>
          <p:cNvSpPr txBox="1"/>
          <p:nvPr>
            <p:ph idx="1" type="subTitle"/>
          </p:nvPr>
        </p:nvSpPr>
        <p:spPr>
          <a:xfrm>
            <a:off x="324000" y="90847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3" name="Google Shape;133;p16"/>
          <p:cNvSpPr txBox="1"/>
          <p:nvPr>
            <p:ph idx="2" type="subTitle"/>
          </p:nvPr>
        </p:nvSpPr>
        <p:spPr>
          <a:xfrm>
            <a:off x="324000" y="190562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4" name="Google Shape;134;p16"/>
          <p:cNvSpPr txBox="1"/>
          <p:nvPr>
            <p:ph idx="3" type="subTitle"/>
          </p:nvPr>
        </p:nvSpPr>
        <p:spPr>
          <a:xfrm>
            <a:off x="324000" y="289767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5" name="Google Shape;135;p16"/>
          <p:cNvSpPr txBox="1"/>
          <p:nvPr>
            <p:ph idx="4" type="subTitle"/>
          </p:nvPr>
        </p:nvSpPr>
        <p:spPr>
          <a:xfrm>
            <a:off x="324000" y="3887250"/>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6" name="Google Shape;136;p16"/>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2 Keywords (5)">
  <p:cSld name="CUSTOM_27_1_1">
    <p:spTree>
      <p:nvGrpSpPr>
        <p:cNvPr id="137" name="Shape 137"/>
        <p:cNvGrpSpPr/>
        <p:nvPr/>
      </p:nvGrpSpPr>
      <p:grpSpPr>
        <a:xfrm>
          <a:off x="0" y="0"/>
          <a:ext cx="0" cy="0"/>
          <a:chOff x="0" y="0"/>
          <a:chExt cx="0" cy="0"/>
        </a:xfrm>
      </p:grpSpPr>
      <p:sp>
        <p:nvSpPr>
          <p:cNvPr id="138" name="Google Shape;138;p17"/>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9" name="Google Shape;139;p17"/>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40" name="Google Shape;140;p17"/>
          <p:cNvSpPr txBox="1"/>
          <p:nvPr>
            <p:ph idx="1" type="subTitle"/>
          </p:nvPr>
        </p:nvSpPr>
        <p:spPr>
          <a:xfrm>
            <a:off x="324000" y="744038"/>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1" name="Google Shape;141;p17"/>
          <p:cNvSpPr txBox="1"/>
          <p:nvPr>
            <p:ph idx="2" type="subTitle"/>
          </p:nvPr>
        </p:nvSpPr>
        <p:spPr>
          <a:xfrm>
            <a:off x="324000" y="1588788"/>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2" name="Google Shape;142;p17"/>
          <p:cNvSpPr txBox="1"/>
          <p:nvPr>
            <p:ph idx="3" type="subTitle"/>
          </p:nvPr>
        </p:nvSpPr>
        <p:spPr>
          <a:xfrm>
            <a:off x="324000" y="2428437"/>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3" name="Google Shape;143;p17"/>
          <p:cNvSpPr txBox="1"/>
          <p:nvPr>
            <p:ph idx="4" type="subTitle"/>
          </p:nvPr>
        </p:nvSpPr>
        <p:spPr>
          <a:xfrm>
            <a:off x="324000" y="3265613"/>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4" name="Google Shape;144;p17"/>
          <p:cNvSpPr txBox="1"/>
          <p:nvPr>
            <p:ph idx="5" type="subTitle"/>
          </p:nvPr>
        </p:nvSpPr>
        <p:spPr>
          <a:xfrm>
            <a:off x="324000" y="4103813"/>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5" name="Google Shape;145;p17"/>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2.1 Keywords definitions (5)">
  <p:cSld name="CUSTOM_27_1_1_1">
    <p:spTree>
      <p:nvGrpSpPr>
        <p:cNvPr id="146" name="Shape 146"/>
        <p:cNvGrpSpPr/>
        <p:nvPr/>
      </p:nvGrpSpPr>
      <p:grpSpPr>
        <a:xfrm>
          <a:off x="0" y="0"/>
          <a:ext cx="0" cy="0"/>
          <a:chOff x="0" y="0"/>
          <a:chExt cx="0" cy="0"/>
        </a:xfrm>
      </p:grpSpPr>
      <p:sp>
        <p:nvSpPr>
          <p:cNvPr id="147" name="Google Shape;147;p18"/>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8" name="Google Shape;148;p18"/>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49" name="Google Shape;149;p18"/>
          <p:cNvSpPr txBox="1"/>
          <p:nvPr>
            <p:ph idx="1" type="subTitle"/>
          </p:nvPr>
        </p:nvSpPr>
        <p:spPr>
          <a:xfrm>
            <a:off x="324000" y="744050"/>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50" name="Google Shape;150;p18"/>
          <p:cNvSpPr txBox="1"/>
          <p:nvPr>
            <p:ph idx="2" type="subTitle"/>
          </p:nvPr>
        </p:nvSpPr>
        <p:spPr>
          <a:xfrm>
            <a:off x="324000" y="1588800"/>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51" name="Google Shape;151;p18"/>
          <p:cNvSpPr txBox="1"/>
          <p:nvPr>
            <p:ph idx="3" type="subTitle"/>
          </p:nvPr>
        </p:nvSpPr>
        <p:spPr>
          <a:xfrm>
            <a:off x="324000" y="242842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None/>
              <a:defRPr sz="2000">
                <a:solidFill>
                  <a:srgbClr val="282828"/>
                </a:solidFill>
              </a:defRPr>
            </a:lvl2pPr>
            <a:lvl3pPr lvl="2" rtl="0">
              <a:spcBef>
                <a:spcPts val="1000"/>
              </a:spcBef>
              <a:spcAft>
                <a:spcPts val="0"/>
              </a:spcAft>
              <a:buClr>
                <a:srgbClr val="282828"/>
              </a:buClr>
              <a:buSzPts val="2000"/>
              <a:buNone/>
              <a:defRPr>
                <a:solidFill>
                  <a:srgbClr val="282828"/>
                </a:solidFill>
              </a:defRPr>
            </a:lvl3pPr>
            <a:lvl4pPr lvl="3" rtl="0">
              <a:spcBef>
                <a:spcPts val="800"/>
              </a:spcBef>
              <a:spcAft>
                <a:spcPts val="0"/>
              </a:spcAft>
              <a:buClr>
                <a:srgbClr val="282828"/>
              </a:buClr>
              <a:buSzPts val="2000"/>
              <a:buNone/>
              <a:defRPr sz="2000">
                <a:solidFill>
                  <a:srgbClr val="282828"/>
                </a:solidFill>
              </a:defRPr>
            </a:lvl4pPr>
            <a:lvl5pPr lvl="4" rtl="0">
              <a:spcBef>
                <a:spcPts val="800"/>
              </a:spcBef>
              <a:spcAft>
                <a:spcPts val="0"/>
              </a:spcAft>
              <a:buClr>
                <a:srgbClr val="282828"/>
              </a:buClr>
              <a:buSzPts val="2000"/>
              <a:buNone/>
              <a:defRPr sz="2000">
                <a:solidFill>
                  <a:srgbClr val="282828"/>
                </a:solidFill>
              </a:defRPr>
            </a:lvl5pPr>
            <a:lvl6pPr lvl="5" rtl="0">
              <a:spcBef>
                <a:spcPts val="600"/>
              </a:spcBef>
              <a:spcAft>
                <a:spcPts val="0"/>
              </a:spcAft>
              <a:buClr>
                <a:srgbClr val="282828"/>
              </a:buClr>
              <a:buSzPts val="2000"/>
              <a:buNone/>
              <a:defRPr sz="2000">
                <a:solidFill>
                  <a:srgbClr val="282828"/>
                </a:solidFill>
              </a:defRPr>
            </a:lvl6pPr>
            <a:lvl7pPr lvl="6" rtl="0">
              <a:spcBef>
                <a:spcPts val="600"/>
              </a:spcBef>
              <a:spcAft>
                <a:spcPts val="0"/>
              </a:spcAft>
              <a:buClr>
                <a:srgbClr val="282828"/>
              </a:buClr>
              <a:buSzPts val="2000"/>
              <a:buNone/>
              <a:defRPr sz="2000">
                <a:solidFill>
                  <a:srgbClr val="282828"/>
                </a:solidFill>
              </a:defRPr>
            </a:lvl7pPr>
            <a:lvl8pPr lvl="7" rtl="0">
              <a:spcBef>
                <a:spcPts val="400"/>
              </a:spcBef>
              <a:spcAft>
                <a:spcPts val="0"/>
              </a:spcAft>
              <a:buClr>
                <a:srgbClr val="282828"/>
              </a:buClr>
              <a:buSzPts val="2000"/>
              <a:buNone/>
              <a:defRPr sz="2000">
                <a:solidFill>
                  <a:srgbClr val="282828"/>
                </a:solidFill>
              </a:defRPr>
            </a:lvl8pPr>
            <a:lvl9pPr lvl="8" rtl="0">
              <a:spcBef>
                <a:spcPts val="400"/>
              </a:spcBef>
              <a:spcAft>
                <a:spcPts val="200"/>
              </a:spcAft>
              <a:buClr>
                <a:srgbClr val="282828"/>
              </a:buClr>
              <a:buSzPts val="2000"/>
              <a:buNone/>
              <a:defRPr sz="2000">
                <a:solidFill>
                  <a:srgbClr val="282828"/>
                </a:solidFill>
              </a:defRPr>
            </a:lvl9pPr>
          </a:lstStyle>
          <a:p/>
        </p:txBody>
      </p:sp>
      <p:sp>
        <p:nvSpPr>
          <p:cNvPr id="152" name="Google Shape;152;p18"/>
          <p:cNvSpPr txBox="1"/>
          <p:nvPr>
            <p:ph idx="4" type="subTitle"/>
          </p:nvPr>
        </p:nvSpPr>
        <p:spPr>
          <a:xfrm>
            <a:off x="324000" y="326562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None/>
              <a:defRPr sz="2000">
                <a:solidFill>
                  <a:srgbClr val="282828"/>
                </a:solidFill>
              </a:defRPr>
            </a:lvl2pPr>
            <a:lvl3pPr lvl="2" rtl="0">
              <a:spcBef>
                <a:spcPts val="1000"/>
              </a:spcBef>
              <a:spcAft>
                <a:spcPts val="0"/>
              </a:spcAft>
              <a:buClr>
                <a:srgbClr val="282828"/>
              </a:buClr>
              <a:buSzPts val="2000"/>
              <a:buNone/>
              <a:defRPr>
                <a:solidFill>
                  <a:srgbClr val="282828"/>
                </a:solidFill>
              </a:defRPr>
            </a:lvl3pPr>
            <a:lvl4pPr lvl="3" rtl="0">
              <a:spcBef>
                <a:spcPts val="800"/>
              </a:spcBef>
              <a:spcAft>
                <a:spcPts val="0"/>
              </a:spcAft>
              <a:buClr>
                <a:srgbClr val="282828"/>
              </a:buClr>
              <a:buSzPts val="2000"/>
              <a:buNone/>
              <a:defRPr sz="2000">
                <a:solidFill>
                  <a:srgbClr val="282828"/>
                </a:solidFill>
              </a:defRPr>
            </a:lvl4pPr>
            <a:lvl5pPr lvl="4" rtl="0">
              <a:spcBef>
                <a:spcPts val="800"/>
              </a:spcBef>
              <a:spcAft>
                <a:spcPts val="0"/>
              </a:spcAft>
              <a:buClr>
                <a:srgbClr val="282828"/>
              </a:buClr>
              <a:buSzPts val="2000"/>
              <a:buNone/>
              <a:defRPr sz="2000">
                <a:solidFill>
                  <a:srgbClr val="282828"/>
                </a:solidFill>
              </a:defRPr>
            </a:lvl5pPr>
            <a:lvl6pPr lvl="5" rtl="0">
              <a:spcBef>
                <a:spcPts val="600"/>
              </a:spcBef>
              <a:spcAft>
                <a:spcPts val="0"/>
              </a:spcAft>
              <a:buClr>
                <a:srgbClr val="282828"/>
              </a:buClr>
              <a:buSzPts val="2000"/>
              <a:buNone/>
              <a:defRPr sz="2000">
                <a:solidFill>
                  <a:srgbClr val="282828"/>
                </a:solidFill>
              </a:defRPr>
            </a:lvl6pPr>
            <a:lvl7pPr lvl="6" rtl="0">
              <a:spcBef>
                <a:spcPts val="600"/>
              </a:spcBef>
              <a:spcAft>
                <a:spcPts val="0"/>
              </a:spcAft>
              <a:buClr>
                <a:srgbClr val="282828"/>
              </a:buClr>
              <a:buSzPts val="2000"/>
              <a:buNone/>
              <a:defRPr sz="2000">
                <a:solidFill>
                  <a:srgbClr val="282828"/>
                </a:solidFill>
              </a:defRPr>
            </a:lvl7pPr>
            <a:lvl8pPr lvl="7" rtl="0">
              <a:spcBef>
                <a:spcPts val="400"/>
              </a:spcBef>
              <a:spcAft>
                <a:spcPts val="0"/>
              </a:spcAft>
              <a:buClr>
                <a:srgbClr val="282828"/>
              </a:buClr>
              <a:buSzPts val="2000"/>
              <a:buNone/>
              <a:defRPr sz="2000">
                <a:solidFill>
                  <a:srgbClr val="282828"/>
                </a:solidFill>
              </a:defRPr>
            </a:lvl8pPr>
            <a:lvl9pPr lvl="8" rtl="0">
              <a:spcBef>
                <a:spcPts val="400"/>
              </a:spcBef>
              <a:spcAft>
                <a:spcPts val="200"/>
              </a:spcAft>
              <a:buClr>
                <a:srgbClr val="282828"/>
              </a:buClr>
              <a:buSzPts val="2000"/>
              <a:buNone/>
              <a:defRPr sz="2000">
                <a:solidFill>
                  <a:srgbClr val="282828"/>
                </a:solidFill>
              </a:defRPr>
            </a:lvl9pPr>
          </a:lstStyle>
          <a:p/>
        </p:txBody>
      </p:sp>
      <p:sp>
        <p:nvSpPr>
          <p:cNvPr id="153" name="Google Shape;153;p18"/>
          <p:cNvSpPr txBox="1"/>
          <p:nvPr>
            <p:ph idx="5" type="subTitle"/>
          </p:nvPr>
        </p:nvSpPr>
        <p:spPr>
          <a:xfrm>
            <a:off x="324000" y="410382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54" name="Google Shape;154;p18"/>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2)">
  <p:cSld name="CUSTOM_3">
    <p:spTree>
      <p:nvGrpSpPr>
        <p:cNvPr id="155" name="Shape 155"/>
        <p:cNvGrpSpPr/>
        <p:nvPr/>
      </p:nvGrpSpPr>
      <p:grpSpPr>
        <a:xfrm>
          <a:off x="0" y="0"/>
          <a:ext cx="0" cy="0"/>
          <a:chOff x="0" y="0"/>
          <a:chExt cx="0" cy="0"/>
        </a:xfrm>
      </p:grpSpPr>
      <p:sp>
        <p:nvSpPr>
          <p:cNvPr id="156" name="Google Shape;156;p19"/>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7" name="Google Shape;157;p19"/>
          <p:cNvPicPr preferRelativeResize="0"/>
          <p:nvPr/>
        </p:nvPicPr>
        <p:blipFill rotWithShape="1">
          <a:blip r:embed="rId2">
            <a:alphaModFix/>
          </a:blip>
          <a:srcRect b="3669" l="0" r="0" t="3678"/>
          <a:stretch/>
        </p:blipFill>
        <p:spPr>
          <a:xfrm>
            <a:off x="863550" y="2926472"/>
            <a:ext cx="7439126" cy="572078"/>
          </a:xfrm>
          <a:prstGeom prst="rect">
            <a:avLst/>
          </a:prstGeom>
          <a:noFill/>
          <a:ln>
            <a:noFill/>
          </a:ln>
        </p:spPr>
      </p:pic>
      <p:pic>
        <p:nvPicPr>
          <p:cNvPr id="158" name="Google Shape;158;p19"/>
          <p:cNvPicPr preferRelativeResize="0"/>
          <p:nvPr/>
        </p:nvPicPr>
        <p:blipFill rotWithShape="1">
          <a:blip r:embed="rId3">
            <a:alphaModFix/>
          </a:blip>
          <a:srcRect b="3669" l="0" r="0" t="3678"/>
          <a:stretch/>
        </p:blipFill>
        <p:spPr>
          <a:xfrm>
            <a:off x="863550" y="1989425"/>
            <a:ext cx="7439126" cy="572078"/>
          </a:xfrm>
          <a:prstGeom prst="rect">
            <a:avLst/>
          </a:prstGeom>
          <a:noFill/>
          <a:ln>
            <a:noFill/>
          </a:ln>
        </p:spPr>
      </p:pic>
      <p:pic>
        <p:nvPicPr>
          <p:cNvPr id="159" name="Google Shape;159;p19"/>
          <p:cNvPicPr preferRelativeResize="0"/>
          <p:nvPr/>
        </p:nvPicPr>
        <p:blipFill rotWithShape="1">
          <a:blip r:embed="rId4">
            <a:alphaModFix/>
          </a:blip>
          <a:srcRect b="0" l="74623" r="0" t="0"/>
          <a:stretch/>
        </p:blipFill>
        <p:spPr>
          <a:xfrm>
            <a:off x="863550" y="1954586"/>
            <a:ext cx="145900" cy="645874"/>
          </a:xfrm>
          <a:prstGeom prst="rect">
            <a:avLst/>
          </a:prstGeom>
          <a:noFill/>
          <a:ln>
            <a:noFill/>
          </a:ln>
        </p:spPr>
      </p:pic>
      <p:cxnSp>
        <p:nvCxnSpPr>
          <p:cNvPr id="160" name="Google Shape;160;p19"/>
          <p:cNvCxnSpPr>
            <a:endCxn id="161" idx="2"/>
          </p:cNvCxnSpPr>
          <p:nvPr/>
        </p:nvCxnSpPr>
        <p:spPr>
          <a:xfrm flipH="1">
            <a:off x="645063" y="2017282"/>
            <a:ext cx="2700" cy="1480500"/>
          </a:xfrm>
          <a:prstGeom prst="straightConnector1">
            <a:avLst/>
          </a:prstGeom>
          <a:noFill/>
          <a:ln cap="flat" cmpd="sng" w="38100">
            <a:solidFill>
              <a:srgbClr val="282828"/>
            </a:solidFill>
            <a:prstDash val="solid"/>
            <a:round/>
            <a:headEnd len="med" w="med" type="none"/>
            <a:tailEnd len="med" w="med" type="none"/>
          </a:ln>
        </p:spPr>
      </p:cxnSp>
      <p:pic>
        <p:nvPicPr>
          <p:cNvPr id="162" name="Google Shape;162;p19"/>
          <p:cNvPicPr preferRelativeResize="0"/>
          <p:nvPr/>
        </p:nvPicPr>
        <p:blipFill>
          <a:blip r:embed="rId5">
            <a:alphaModFix/>
          </a:blip>
          <a:stretch>
            <a:fillRect/>
          </a:stretch>
        </p:blipFill>
        <p:spPr>
          <a:xfrm>
            <a:off x="363482" y="1993619"/>
            <a:ext cx="563185" cy="572092"/>
          </a:xfrm>
          <a:prstGeom prst="rect">
            <a:avLst/>
          </a:prstGeom>
          <a:noFill/>
          <a:ln>
            <a:noFill/>
          </a:ln>
        </p:spPr>
      </p:pic>
      <p:sp>
        <p:nvSpPr>
          <p:cNvPr id="163" name="Google Shape;163;p19"/>
          <p:cNvSpPr txBox="1"/>
          <p:nvPr>
            <p:ph type="title"/>
          </p:nvPr>
        </p:nvSpPr>
        <p:spPr>
          <a:xfrm>
            <a:off x="1224000" y="2098125"/>
            <a:ext cx="6852300" cy="3693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64" name="Google Shape;164;p19"/>
          <p:cNvSpPr txBox="1"/>
          <p:nvPr>
            <p:ph idx="2" type="title"/>
          </p:nvPr>
        </p:nvSpPr>
        <p:spPr>
          <a:xfrm>
            <a:off x="1224000" y="3053050"/>
            <a:ext cx="6852300" cy="3693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61" name="Google Shape;161;p19"/>
          <p:cNvPicPr preferRelativeResize="0"/>
          <p:nvPr/>
        </p:nvPicPr>
        <p:blipFill>
          <a:blip r:embed="rId6">
            <a:alphaModFix/>
          </a:blip>
          <a:stretch>
            <a:fillRect/>
          </a:stretch>
        </p:blipFill>
        <p:spPr>
          <a:xfrm>
            <a:off x="363340" y="2925705"/>
            <a:ext cx="563446" cy="572077"/>
          </a:xfrm>
          <a:prstGeom prst="rect">
            <a:avLst/>
          </a:prstGeom>
          <a:noFill/>
          <a:ln>
            <a:noFill/>
          </a:ln>
        </p:spPr>
      </p:pic>
      <p:pic>
        <p:nvPicPr>
          <p:cNvPr id="165" name="Google Shape;165;p19"/>
          <p:cNvPicPr preferRelativeResize="0"/>
          <p:nvPr/>
        </p:nvPicPr>
        <p:blipFill rotWithShape="1">
          <a:blip r:embed="rId7">
            <a:alphaModFix/>
          </a:blip>
          <a:srcRect b="1709" l="0" r="0" t="1699"/>
          <a:stretch/>
        </p:blipFill>
        <p:spPr>
          <a:xfrm>
            <a:off x="-12" y="481650"/>
            <a:ext cx="9151202" cy="116709"/>
          </a:xfrm>
          <a:prstGeom prst="rect">
            <a:avLst/>
          </a:prstGeom>
          <a:noFill/>
          <a:ln>
            <a:noFill/>
          </a:ln>
        </p:spPr>
      </p:pic>
      <p:sp>
        <p:nvSpPr>
          <p:cNvPr id="166" name="Google Shape;166;p19"/>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167" name="Google Shape;167;p19"/>
          <p:cNvSpPr txBox="1"/>
          <p:nvPr>
            <p:ph idx="3"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3)">
  <p:cSld name="CUSTOM_3_2">
    <p:spTree>
      <p:nvGrpSpPr>
        <p:cNvPr id="168" name="Shape 168"/>
        <p:cNvGrpSpPr/>
        <p:nvPr/>
      </p:nvGrpSpPr>
      <p:grpSpPr>
        <a:xfrm>
          <a:off x="0" y="0"/>
          <a:ext cx="0" cy="0"/>
          <a:chOff x="0" y="0"/>
          <a:chExt cx="0" cy="0"/>
        </a:xfrm>
      </p:grpSpPr>
      <p:pic>
        <p:nvPicPr>
          <p:cNvPr id="169" name="Google Shape;169;p20"/>
          <p:cNvPicPr preferRelativeResize="0"/>
          <p:nvPr/>
        </p:nvPicPr>
        <p:blipFill rotWithShape="1">
          <a:blip r:embed="rId2">
            <a:alphaModFix/>
          </a:blip>
          <a:srcRect b="4438" l="0" r="0" t="4429"/>
          <a:stretch/>
        </p:blipFill>
        <p:spPr>
          <a:xfrm>
            <a:off x="863550" y="3642223"/>
            <a:ext cx="7439125" cy="563227"/>
          </a:xfrm>
          <a:prstGeom prst="rect">
            <a:avLst/>
          </a:prstGeom>
          <a:noFill/>
          <a:ln>
            <a:noFill/>
          </a:ln>
        </p:spPr>
      </p:pic>
      <p:pic>
        <p:nvPicPr>
          <p:cNvPr id="170" name="Google Shape;170;p20"/>
          <p:cNvPicPr preferRelativeResize="0"/>
          <p:nvPr/>
        </p:nvPicPr>
        <p:blipFill rotWithShape="1">
          <a:blip r:embed="rId3">
            <a:alphaModFix/>
          </a:blip>
          <a:srcRect b="0" l="74623" r="0" t="0"/>
          <a:stretch/>
        </p:blipFill>
        <p:spPr>
          <a:xfrm>
            <a:off x="863550" y="3600900"/>
            <a:ext cx="145900" cy="645874"/>
          </a:xfrm>
          <a:prstGeom prst="rect">
            <a:avLst/>
          </a:prstGeom>
          <a:noFill/>
          <a:ln>
            <a:noFill/>
          </a:ln>
        </p:spPr>
      </p:pic>
      <p:pic>
        <p:nvPicPr>
          <p:cNvPr id="171" name="Google Shape;171;p20"/>
          <p:cNvPicPr preferRelativeResize="0"/>
          <p:nvPr/>
        </p:nvPicPr>
        <p:blipFill rotWithShape="1">
          <a:blip r:embed="rId4">
            <a:alphaModFix/>
          </a:blip>
          <a:srcRect b="3669" l="0" r="0" t="3678"/>
          <a:stretch/>
        </p:blipFill>
        <p:spPr>
          <a:xfrm>
            <a:off x="863550" y="2704186"/>
            <a:ext cx="7439126" cy="572074"/>
          </a:xfrm>
          <a:prstGeom prst="rect">
            <a:avLst/>
          </a:prstGeom>
          <a:noFill/>
          <a:ln>
            <a:noFill/>
          </a:ln>
        </p:spPr>
      </p:pic>
      <p:pic>
        <p:nvPicPr>
          <p:cNvPr id="172" name="Google Shape;172;p20"/>
          <p:cNvPicPr preferRelativeResize="0"/>
          <p:nvPr/>
        </p:nvPicPr>
        <p:blipFill rotWithShape="1">
          <a:blip r:embed="rId3">
            <a:alphaModFix/>
          </a:blip>
          <a:srcRect b="0" l="74623" r="0" t="0"/>
          <a:stretch/>
        </p:blipFill>
        <p:spPr>
          <a:xfrm>
            <a:off x="863550" y="2677988"/>
            <a:ext cx="145900" cy="645874"/>
          </a:xfrm>
          <a:prstGeom prst="rect">
            <a:avLst/>
          </a:prstGeom>
          <a:noFill/>
          <a:ln>
            <a:noFill/>
          </a:ln>
        </p:spPr>
      </p:pic>
      <p:pic>
        <p:nvPicPr>
          <p:cNvPr id="173" name="Google Shape;173;p20"/>
          <p:cNvPicPr preferRelativeResize="0"/>
          <p:nvPr/>
        </p:nvPicPr>
        <p:blipFill rotWithShape="1">
          <a:blip r:embed="rId5">
            <a:alphaModFix/>
          </a:blip>
          <a:srcRect b="3669" l="0" r="0" t="3678"/>
          <a:stretch/>
        </p:blipFill>
        <p:spPr>
          <a:xfrm>
            <a:off x="863550" y="1678325"/>
            <a:ext cx="7439126" cy="572074"/>
          </a:xfrm>
          <a:prstGeom prst="rect">
            <a:avLst/>
          </a:prstGeom>
          <a:noFill/>
          <a:ln>
            <a:noFill/>
          </a:ln>
        </p:spPr>
      </p:pic>
      <p:pic>
        <p:nvPicPr>
          <p:cNvPr id="174" name="Google Shape;174;p20"/>
          <p:cNvPicPr preferRelativeResize="0"/>
          <p:nvPr/>
        </p:nvPicPr>
        <p:blipFill rotWithShape="1">
          <a:blip r:embed="rId3">
            <a:alphaModFix/>
          </a:blip>
          <a:srcRect b="0" l="74623" r="0" t="0"/>
          <a:stretch/>
        </p:blipFill>
        <p:spPr>
          <a:xfrm>
            <a:off x="863550" y="1643475"/>
            <a:ext cx="145900" cy="645874"/>
          </a:xfrm>
          <a:prstGeom prst="rect">
            <a:avLst/>
          </a:prstGeom>
          <a:noFill/>
          <a:ln>
            <a:noFill/>
          </a:ln>
        </p:spPr>
      </p:pic>
      <p:cxnSp>
        <p:nvCxnSpPr>
          <p:cNvPr id="175" name="Google Shape;175;p20"/>
          <p:cNvCxnSpPr>
            <a:endCxn id="176" idx="2"/>
          </p:cNvCxnSpPr>
          <p:nvPr/>
        </p:nvCxnSpPr>
        <p:spPr>
          <a:xfrm>
            <a:off x="647802" y="1841898"/>
            <a:ext cx="0" cy="2366400"/>
          </a:xfrm>
          <a:prstGeom prst="straightConnector1">
            <a:avLst/>
          </a:prstGeom>
          <a:noFill/>
          <a:ln cap="flat" cmpd="sng" w="38100">
            <a:solidFill>
              <a:srgbClr val="282828"/>
            </a:solidFill>
            <a:prstDash val="solid"/>
            <a:round/>
            <a:headEnd len="med" w="med" type="none"/>
            <a:tailEnd len="med" w="med" type="none"/>
          </a:ln>
        </p:spPr>
      </p:cxnSp>
      <p:pic>
        <p:nvPicPr>
          <p:cNvPr id="176" name="Google Shape;176;p20"/>
          <p:cNvPicPr preferRelativeResize="0"/>
          <p:nvPr/>
        </p:nvPicPr>
        <p:blipFill>
          <a:blip r:embed="rId6">
            <a:alphaModFix/>
          </a:blip>
          <a:stretch>
            <a:fillRect/>
          </a:stretch>
        </p:blipFill>
        <p:spPr>
          <a:xfrm>
            <a:off x="366079" y="3636220"/>
            <a:ext cx="563446" cy="572077"/>
          </a:xfrm>
          <a:prstGeom prst="rect">
            <a:avLst/>
          </a:prstGeom>
          <a:noFill/>
          <a:ln>
            <a:noFill/>
          </a:ln>
        </p:spPr>
      </p:pic>
      <p:pic>
        <p:nvPicPr>
          <p:cNvPr id="177" name="Google Shape;177;p20"/>
          <p:cNvPicPr preferRelativeResize="0"/>
          <p:nvPr/>
        </p:nvPicPr>
        <p:blipFill>
          <a:blip r:embed="rId7">
            <a:alphaModFix/>
          </a:blip>
          <a:stretch>
            <a:fillRect/>
          </a:stretch>
        </p:blipFill>
        <p:spPr>
          <a:xfrm>
            <a:off x="363482" y="1682508"/>
            <a:ext cx="563185" cy="572092"/>
          </a:xfrm>
          <a:prstGeom prst="rect">
            <a:avLst/>
          </a:prstGeom>
          <a:noFill/>
          <a:ln>
            <a:noFill/>
          </a:ln>
        </p:spPr>
      </p:pic>
      <p:sp>
        <p:nvSpPr>
          <p:cNvPr id="178" name="Google Shape;178;p20"/>
          <p:cNvSpPr txBox="1"/>
          <p:nvPr>
            <p:ph type="title"/>
          </p:nvPr>
        </p:nvSpPr>
        <p:spPr>
          <a:xfrm>
            <a:off x="1224600" y="1787025"/>
            <a:ext cx="6850800" cy="3693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79" name="Google Shape;179;p20"/>
          <p:cNvSpPr txBox="1"/>
          <p:nvPr>
            <p:ph idx="2" type="title"/>
          </p:nvPr>
        </p:nvSpPr>
        <p:spPr>
          <a:xfrm>
            <a:off x="1224000" y="2830775"/>
            <a:ext cx="6850800" cy="3693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80" name="Google Shape;180;p20"/>
          <p:cNvSpPr txBox="1"/>
          <p:nvPr>
            <p:ph idx="3" type="title"/>
          </p:nvPr>
        </p:nvSpPr>
        <p:spPr>
          <a:xfrm>
            <a:off x="1224000" y="3758277"/>
            <a:ext cx="6850800" cy="3693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81" name="Google Shape;181;p20"/>
          <p:cNvPicPr preferRelativeResize="0"/>
          <p:nvPr/>
        </p:nvPicPr>
        <p:blipFill>
          <a:blip r:embed="rId8">
            <a:alphaModFix/>
          </a:blip>
          <a:stretch>
            <a:fillRect/>
          </a:stretch>
        </p:blipFill>
        <p:spPr>
          <a:xfrm>
            <a:off x="363340" y="2703416"/>
            <a:ext cx="563446" cy="572077"/>
          </a:xfrm>
          <a:prstGeom prst="rect">
            <a:avLst/>
          </a:prstGeom>
          <a:noFill/>
          <a:ln>
            <a:noFill/>
          </a:ln>
        </p:spPr>
      </p:pic>
      <p:sp>
        <p:nvSpPr>
          <p:cNvPr id="182" name="Google Shape;182;p20"/>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83" name="Google Shape;183;p20"/>
          <p:cNvPicPr preferRelativeResize="0"/>
          <p:nvPr/>
        </p:nvPicPr>
        <p:blipFill rotWithShape="1">
          <a:blip r:embed="rId9">
            <a:alphaModFix/>
          </a:blip>
          <a:srcRect b="1709" l="0" r="0" t="1699"/>
          <a:stretch/>
        </p:blipFill>
        <p:spPr>
          <a:xfrm>
            <a:off x="-12" y="481650"/>
            <a:ext cx="9151202" cy="116709"/>
          </a:xfrm>
          <a:prstGeom prst="rect">
            <a:avLst/>
          </a:prstGeom>
          <a:noFill/>
          <a:ln>
            <a:noFill/>
          </a:ln>
        </p:spPr>
      </p:pic>
      <p:sp>
        <p:nvSpPr>
          <p:cNvPr id="184" name="Google Shape;184;p20"/>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185" name="Google Shape;185;p20"/>
          <p:cNvSpPr txBox="1"/>
          <p:nvPr>
            <p:ph idx="4"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4)">
  <p:cSld name="CUSTOM_4">
    <p:spTree>
      <p:nvGrpSpPr>
        <p:cNvPr id="186" name="Shape 186"/>
        <p:cNvGrpSpPr/>
        <p:nvPr/>
      </p:nvGrpSpPr>
      <p:grpSpPr>
        <a:xfrm>
          <a:off x="0" y="0"/>
          <a:ext cx="0" cy="0"/>
          <a:chOff x="0" y="0"/>
          <a:chExt cx="0" cy="0"/>
        </a:xfrm>
      </p:grpSpPr>
      <p:pic>
        <p:nvPicPr>
          <p:cNvPr id="187" name="Google Shape;187;p21"/>
          <p:cNvPicPr preferRelativeResize="0"/>
          <p:nvPr/>
        </p:nvPicPr>
        <p:blipFill rotWithShape="1">
          <a:blip r:embed="rId2">
            <a:alphaModFix/>
          </a:blip>
          <a:srcRect b="4438" l="0" r="0" t="4429"/>
          <a:stretch/>
        </p:blipFill>
        <p:spPr>
          <a:xfrm>
            <a:off x="863550" y="3146932"/>
            <a:ext cx="7439125" cy="563230"/>
          </a:xfrm>
          <a:prstGeom prst="rect">
            <a:avLst/>
          </a:prstGeom>
          <a:noFill/>
          <a:ln>
            <a:noFill/>
          </a:ln>
        </p:spPr>
      </p:pic>
      <p:pic>
        <p:nvPicPr>
          <p:cNvPr id="188" name="Google Shape;188;p21"/>
          <p:cNvPicPr preferRelativeResize="0"/>
          <p:nvPr/>
        </p:nvPicPr>
        <p:blipFill rotWithShape="1">
          <a:blip r:embed="rId3">
            <a:alphaModFix/>
          </a:blip>
          <a:srcRect b="0" l="74623" r="0" t="0"/>
          <a:stretch/>
        </p:blipFill>
        <p:spPr>
          <a:xfrm>
            <a:off x="863550" y="3105610"/>
            <a:ext cx="145900" cy="645874"/>
          </a:xfrm>
          <a:prstGeom prst="rect">
            <a:avLst/>
          </a:prstGeom>
          <a:noFill/>
          <a:ln>
            <a:noFill/>
          </a:ln>
        </p:spPr>
      </p:pic>
      <p:pic>
        <p:nvPicPr>
          <p:cNvPr id="189" name="Google Shape;189;p21"/>
          <p:cNvPicPr preferRelativeResize="0"/>
          <p:nvPr/>
        </p:nvPicPr>
        <p:blipFill rotWithShape="1">
          <a:blip r:embed="rId4">
            <a:alphaModFix/>
          </a:blip>
          <a:srcRect b="4396" l="0" r="0" t="4387"/>
          <a:stretch/>
        </p:blipFill>
        <p:spPr>
          <a:xfrm>
            <a:off x="863550" y="3971358"/>
            <a:ext cx="7439126" cy="563217"/>
          </a:xfrm>
          <a:prstGeom prst="rect">
            <a:avLst/>
          </a:prstGeom>
          <a:noFill/>
          <a:ln>
            <a:noFill/>
          </a:ln>
        </p:spPr>
      </p:pic>
      <p:pic>
        <p:nvPicPr>
          <p:cNvPr id="190" name="Google Shape;190;p21"/>
          <p:cNvPicPr preferRelativeResize="0"/>
          <p:nvPr/>
        </p:nvPicPr>
        <p:blipFill rotWithShape="1">
          <a:blip r:embed="rId3">
            <a:alphaModFix/>
          </a:blip>
          <a:srcRect b="0" l="74623" r="0" t="0"/>
          <a:stretch/>
        </p:blipFill>
        <p:spPr>
          <a:xfrm>
            <a:off x="863550" y="3939648"/>
            <a:ext cx="145900" cy="645874"/>
          </a:xfrm>
          <a:prstGeom prst="rect">
            <a:avLst/>
          </a:prstGeom>
          <a:noFill/>
          <a:ln>
            <a:noFill/>
          </a:ln>
        </p:spPr>
      </p:pic>
      <p:pic>
        <p:nvPicPr>
          <p:cNvPr id="191" name="Google Shape;191;p21"/>
          <p:cNvPicPr preferRelativeResize="0"/>
          <p:nvPr/>
        </p:nvPicPr>
        <p:blipFill rotWithShape="1">
          <a:blip r:embed="rId5">
            <a:alphaModFix/>
          </a:blip>
          <a:srcRect b="3669" l="0" r="0" t="3678"/>
          <a:stretch/>
        </p:blipFill>
        <p:spPr>
          <a:xfrm>
            <a:off x="863550" y="2292191"/>
            <a:ext cx="7439126" cy="572077"/>
          </a:xfrm>
          <a:prstGeom prst="rect">
            <a:avLst/>
          </a:prstGeom>
          <a:noFill/>
          <a:ln>
            <a:noFill/>
          </a:ln>
        </p:spPr>
      </p:pic>
      <p:pic>
        <p:nvPicPr>
          <p:cNvPr id="192" name="Google Shape;192;p21"/>
          <p:cNvPicPr preferRelativeResize="0"/>
          <p:nvPr/>
        </p:nvPicPr>
        <p:blipFill rotWithShape="1">
          <a:blip r:embed="rId3">
            <a:alphaModFix/>
          </a:blip>
          <a:srcRect b="0" l="74623" r="0" t="0"/>
          <a:stretch/>
        </p:blipFill>
        <p:spPr>
          <a:xfrm>
            <a:off x="863550" y="2265998"/>
            <a:ext cx="145900" cy="645874"/>
          </a:xfrm>
          <a:prstGeom prst="rect">
            <a:avLst/>
          </a:prstGeom>
          <a:noFill/>
          <a:ln>
            <a:noFill/>
          </a:ln>
        </p:spPr>
      </p:pic>
      <p:pic>
        <p:nvPicPr>
          <p:cNvPr id="193" name="Google Shape;193;p21"/>
          <p:cNvPicPr preferRelativeResize="0"/>
          <p:nvPr/>
        </p:nvPicPr>
        <p:blipFill rotWithShape="1">
          <a:blip r:embed="rId6">
            <a:alphaModFix/>
          </a:blip>
          <a:srcRect b="3669" l="0" r="0" t="3678"/>
          <a:stretch/>
        </p:blipFill>
        <p:spPr>
          <a:xfrm>
            <a:off x="863550" y="1457950"/>
            <a:ext cx="7439126" cy="572077"/>
          </a:xfrm>
          <a:prstGeom prst="rect">
            <a:avLst/>
          </a:prstGeom>
          <a:noFill/>
          <a:ln>
            <a:noFill/>
          </a:ln>
        </p:spPr>
      </p:pic>
      <p:pic>
        <p:nvPicPr>
          <p:cNvPr id="194" name="Google Shape;194;p21"/>
          <p:cNvPicPr preferRelativeResize="0"/>
          <p:nvPr/>
        </p:nvPicPr>
        <p:blipFill rotWithShape="1">
          <a:blip r:embed="rId3">
            <a:alphaModFix/>
          </a:blip>
          <a:srcRect b="0" l="74623" r="0" t="0"/>
          <a:stretch/>
        </p:blipFill>
        <p:spPr>
          <a:xfrm>
            <a:off x="863550" y="1423110"/>
            <a:ext cx="145900" cy="645874"/>
          </a:xfrm>
          <a:prstGeom prst="rect">
            <a:avLst/>
          </a:prstGeom>
          <a:noFill/>
          <a:ln>
            <a:noFill/>
          </a:ln>
        </p:spPr>
      </p:pic>
      <p:cxnSp>
        <p:nvCxnSpPr>
          <p:cNvPr id="195" name="Google Shape;195;p21"/>
          <p:cNvCxnSpPr/>
          <p:nvPr/>
        </p:nvCxnSpPr>
        <p:spPr>
          <a:xfrm>
            <a:off x="647802" y="1725234"/>
            <a:ext cx="600" cy="2679900"/>
          </a:xfrm>
          <a:prstGeom prst="straightConnector1">
            <a:avLst/>
          </a:prstGeom>
          <a:noFill/>
          <a:ln cap="flat" cmpd="sng" w="38100">
            <a:solidFill>
              <a:srgbClr val="282828"/>
            </a:solidFill>
            <a:prstDash val="solid"/>
            <a:round/>
            <a:headEnd len="med" w="med" type="none"/>
            <a:tailEnd len="med" w="med" type="none"/>
          </a:ln>
        </p:spPr>
      </p:cxnSp>
      <p:pic>
        <p:nvPicPr>
          <p:cNvPr id="196" name="Google Shape;196;p21"/>
          <p:cNvPicPr preferRelativeResize="0"/>
          <p:nvPr/>
        </p:nvPicPr>
        <p:blipFill>
          <a:blip r:embed="rId7">
            <a:alphaModFix/>
          </a:blip>
          <a:stretch>
            <a:fillRect/>
          </a:stretch>
        </p:blipFill>
        <p:spPr>
          <a:xfrm>
            <a:off x="366079" y="3134650"/>
            <a:ext cx="563446" cy="572077"/>
          </a:xfrm>
          <a:prstGeom prst="rect">
            <a:avLst/>
          </a:prstGeom>
          <a:noFill/>
          <a:ln>
            <a:noFill/>
          </a:ln>
        </p:spPr>
      </p:pic>
      <p:pic>
        <p:nvPicPr>
          <p:cNvPr id="197" name="Google Shape;197;p21"/>
          <p:cNvPicPr preferRelativeResize="0"/>
          <p:nvPr/>
        </p:nvPicPr>
        <p:blipFill>
          <a:blip r:embed="rId8">
            <a:alphaModFix/>
          </a:blip>
          <a:stretch>
            <a:fillRect/>
          </a:stretch>
        </p:blipFill>
        <p:spPr>
          <a:xfrm>
            <a:off x="363357" y="1462166"/>
            <a:ext cx="563185" cy="572092"/>
          </a:xfrm>
          <a:prstGeom prst="rect">
            <a:avLst/>
          </a:prstGeom>
          <a:noFill/>
          <a:ln>
            <a:noFill/>
          </a:ln>
        </p:spPr>
      </p:pic>
      <p:pic>
        <p:nvPicPr>
          <p:cNvPr id="198" name="Google Shape;198;p21"/>
          <p:cNvPicPr preferRelativeResize="0"/>
          <p:nvPr/>
        </p:nvPicPr>
        <p:blipFill>
          <a:blip r:embed="rId9">
            <a:alphaModFix/>
          </a:blip>
          <a:stretch>
            <a:fillRect/>
          </a:stretch>
        </p:blipFill>
        <p:spPr>
          <a:xfrm>
            <a:off x="363340" y="2287588"/>
            <a:ext cx="563446" cy="572077"/>
          </a:xfrm>
          <a:prstGeom prst="rect">
            <a:avLst/>
          </a:prstGeom>
          <a:noFill/>
          <a:ln>
            <a:noFill/>
          </a:ln>
        </p:spPr>
      </p:pic>
      <p:sp>
        <p:nvSpPr>
          <p:cNvPr id="199" name="Google Shape;199;p21"/>
          <p:cNvSpPr txBox="1"/>
          <p:nvPr>
            <p:ph type="title"/>
          </p:nvPr>
        </p:nvSpPr>
        <p:spPr>
          <a:xfrm>
            <a:off x="1224600" y="1462150"/>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00" name="Google Shape;200;p21"/>
          <p:cNvSpPr txBox="1"/>
          <p:nvPr>
            <p:ph idx="2" type="title"/>
          </p:nvPr>
        </p:nvSpPr>
        <p:spPr>
          <a:xfrm>
            <a:off x="1224600" y="2292200"/>
            <a:ext cx="6850800" cy="572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01" name="Google Shape;201;p21"/>
          <p:cNvSpPr txBox="1"/>
          <p:nvPr>
            <p:ph idx="3" type="title"/>
          </p:nvPr>
        </p:nvSpPr>
        <p:spPr>
          <a:xfrm>
            <a:off x="1224600" y="3170276"/>
            <a:ext cx="6850800" cy="5364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02" name="Google Shape;202;p21"/>
          <p:cNvSpPr txBox="1"/>
          <p:nvPr>
            <p:ph idx="4" type="title"/>
          </p:nvPr>
        </p:nvSpPr>
        <p:spPr>
          <a:xfrm>
            <a:off x="1224600" y="3971352"/>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203" name="Google Shape;203;p21"/>
          <p:cNvPicPr preferRelativeResize="0"/>
          <p:nvPr/>
        </p:nvPicPr>
        <p:blipFill>
          <a:blip r:embed="rId10">
            <a:alphaModFix/>
          </a:blip>
          <a:stretch>
            <a:fillRect/>
          </a:stretch>
        </p:blipFill>
        <p:spPr>
          <a:xfrm>
            <a:off x="363341" y="3969363"/>
            <a:ext cx="563446" cy="572077"/>
          </a:xfrm>
          <a:prstGeom prst="rect">
            <a:avLst/>
          </a:prstGeom>
          <a:noFill/>
          <a:ln>
            <a:noFill/>
          </a:ln>
        </p:spPr>
      </p:pic>
      <p:sp>
        <p:nvSpPr>
          <p:cNvPr id="204" name="Google Shape;204;p21"/>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5" name="Google Shape;205;p21"/>
          <p:cNvPicPr preferRelativeResize="0"/>
          <p:nvPr/>
        </p:nvPicPr>
        <p:blipFill rotWithShape="1">
          <a:blip r:embed="rId11">
            <a:alphaModFix/>
          </a:blip>
          <a:srcRect b="1709" l="0" r="0" t="1699"/>
          <a:stretch/>
        </p:blipFill>
        <p:spPr>
          <a:xfrm>
            <a:off x="-12" y="481650"/>
            <a:ext cx="9151202" cy="116709"/>
          </a:xfrm>
          <a:prstGeom prst="rect">
            <a:avLst/>
          </a:prstGeom>
          <a:noFill/>
          <a:ln>
            <a:noFill/>
          </a:ln>
        </p:spPr>
      </p:pic>
      <p:sp>
        <p:nvSpPr>
          <p:cNvPr id="206" name="Google Shape;206;p21"/>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207" name="Google Shape;207;p21"/>
          <p:cNvSpPr txBox="1"/>
          <p:nvPr>
            <p:ph idx="5"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0 Explanation blank - purple ">
  <p:cSld name="TITLE_AND_TWO_COLUMNS_1_1_6_2_1_4">
    <p:spTree>
      <p:nvGrpSpPr>
        <p:cNvPr id="208" name="Shape 208"/>
        <p:cNvGrpSpPr/>
        <p:nvPr/>
      </p:nvGrpSpPr>
      <p:grpSpPr>
        <a:xfrm>
          <a:off x="0" y="0"/>
          <a:ext cx="0" cy="0"/>
          <a:chOff x="0" y="0"/>
          <a:chExt cx="0" cy="0"/>
        </a:xfrm>
      </p:grpSpPr>
      <p:pic>
        <p:nvPicPr>
          <p:cNvPr id="209" name="Google Shape;209;p22"/>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210" name="Google Shape;210;p22"/>
          <p:cNvSpPr/>
          <p:nvPr/>
        </p:nvSpPr>
        <p:spPr>
          <a:xfrm>
            <a:off x="-1" y="-2"/>
            <a:ext cx="91476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2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12" name="Google Shape;212;p22"/>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13" name="Google Shape;213;p22"/>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
        <p:nvSpPr>
          <p:cNvPr id="214" name="Google Shape;214;p22"/>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Explanation</a:t>
            </a:r>
            <a:endParaRPr b="1" sz="900">
              <a:solidFill>
                <a:srgbClr val="F3EEFB"/>
              </a:solidFill>
              <a:latin typeface="Lexend"/>
              <a:ea typeface="Lexend"/>
              <a:cs typeface="Lexend"/>
              <a:sym typeface="Lexen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0 Explanation blank - jade">
  <p:cSld name="TITLE_AND_TWO_COLUMNS_1_1_6_2_1_2">
    <p:spTree>
      <p:nvGrpSpPr>
        <p:cNvPr id="215" name="Shape 215"/>
        <p:cNvGrpSpPr/>
        <p:nvPr/>
      </p:nvGrpSpPr>
      <p:grpSpPr>
        <a:xfrm>
          <a:off x="0" y="0"/>
          <a:ext cx="0" cy="0"/>
          <a:chOff x="0" y="0"/>
          <a:chExt cx="0" cy="0"/>
        </a:xfrm>
      </p:grpSpPr>
      <p:pic>
        <p:nvPicPr>
          <p:cNvPr id="216" name="Google Shape;216;p2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17" name="Google Shape;217;p23"/>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2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19" name="Google Shape;219;p23"/>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sp>
        <p:nvSpPr>
          <p:cNvPr id="220" name="Google Shape;220;p23"/>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21" name="Google Shape;221;p23"/>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0 Explanation blank - blue ">
  <p:cSld name="TITLE_AND_TWO_COLUMNS_1_1_6_2_2">
    <p:spTree>
      <p:nvGrpSpPr>
        <p:cNvPr id="222" name="Shape 222"/>
        <p:cNvGrpSpPr/>
        <p:nvPr/>
      </p:nvGrpSpPr>
      <p:grpSpPr>
        <a:xfrm>
          <a:off x="0" y="0"/>
          <a:ext cx="0" cy="0"/>
          <a:chOff x="0" y="0"/>
          <a:chExt cx="0" cy="0"/>
        </a:xfrm>
      </p:grpSpPr>
      <p:pic>
        <p:nvPicPr>
          <p:cNvPr id="223" name="Google Shape;223;p2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24" name="Google Shape;224;p24"/>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2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26" name="Google Shape;226;p24"/>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sp>
        <p:nvSpPr>
          <p:cNvPr id="227" name="Google Shape;227;p24"/>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28" name="Google Shape;228;p24"/>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0 Explanation blank - pink ">
  <p:cSld name="TITLE_AND_TWO_COLUMNS_1_1_6_2_1_1">
    <p:spTree>
      <p:nvGrpSpPr>
        <p:cNvPr id="229" name="Shape 229"/>
        <p:cNvGrpSpPr/>
        <p:nvPr/>
      </p:nvGrpSpPr>
      <p:grpSpPr>
        <a:xfrm>
          <a:off x="0" y="0"/>
          <a:ext cx="0" cy="0"/>
          <a:chOff x="0" y="0"/>
          <a:chExt cx="0" cy="0"/>
        </a:xfrm>
      </p:grpSpPr>
      <p:pic>
        <p:nvPicPr>
          <p:cNvPr id="230" name="Google Shape;230;p2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31" name="Google Shape;231;p25"/>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2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33" name="Google Shape;233;p25"/>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sp>
        <p:nvSpPr>
          <p:cNvPr id="234" name="Google Shape;234;p25"/>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35" name="Google Shape;235;p25"/>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1 I do We do - purple">
  <p:cSld name="TITLE_AND_TWO_COLUMNS_1_1_9_2_2">
    <p:bg>
      <p:bgPr>
        <a:solidFill>
          <a:srgbClr val="F3EEFB"/>
        </a:solidFill>
      </p:bgPr>
    </p:bg>
    <p:spTree>
      <p:nvGrpSpPr>
        <p:cNvPr id="236" name="Shape 236"/>
        <p:cNvGrpSpPr/>
        <p:nvPr/>
      </p:nvGrpSpPr>
      <p:grpSpPr>
        <a:xfrm>
          <a:off x="0" y="0"/>
          <a:ext cx="0" cy="0"/>
          <a:chOff x="0" y="0"/>
          <a:chExt cx="0" cy="0"/>
        </a:xfrm>
      </p:grpSpPr>
      <p:sp>
        <p:nvSpPr>
          <p:cNvPr id="237" name="Google Shape;237;p26"/>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38" name="Google Shape;238;p26"/>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239" name="Google Shape;239;p26"/>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26"/>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41" name="Google Shape;241;p26"/>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42" name="Google Shape;242;p26"/>
          <p:cNvSpPr txBox="1"/>
          <p:nvPr>
            <p:ph type="title"/>
          </p:nvPr>
        </p:nvSpPr>
        <p:spPr>
          <a:xfrm>
            <a:off x="324000" y="0"/>
            <a:ext cx="74505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43" name="Google Shape;243;p26"/>
          <p:cNvGrpSpPr/>
          <p:nvPr/>
        </p:nvGrpSpPr>
        <p:grpSpPr>
          <a:xfrm>
            <a:off x="7834231" y="1285"/>
            <a:ext cx="828900" cy="576065"/>
            <a:chOff x="7801496" y="1285"/>
            <a:chExt cx="828900" cy="576065"/>
          </a:xfrm>
        </p:grpSpPr>
        <p:pic>
          <p:nvPicPr>
            <p:cNvPr id="244" name="Google Shape;244;p26"/>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45" name="Google Shape;245;p26"/>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grpSp>
      <p:grpSp>
        <p:nvGrpSpPr>
          <p:cNvPr id="246" name="Google Shape;246;p26"/>
          <p:cNvGrpSpPr/>
          <p:nvPr/>
        </p:nvGrpSpPr>
        <p:grpSpPr>
          <a:xfrm>
            <a:off x="8635663" y="1285"/>
            <a:ext cx="499700" cy="576065"/>
            <a:chOff x="8635663" y="1285"/>
            <a:chExt cx="499700" cy="576065"/>
          </a:xfrm>
        </p:grpSpPr>
        <p:pic>
          <p:nvPicPr>
            <p:cNvPr id="247" name="Google Shape;247;p26"/>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48" name="Google Shape;248;p26"/>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1 I do We do - jade">
  <p:cSld name="TITLE_AND_TWO_COLUMNS_1_1_9_2_2_1_1">
    <p:bg>
      <p:bgPr>
        <a:solidFill>
          <a:srgbClr val="E6F2F2"/>
        </a:solidFill>
      </p:bgPr>
    </p:bg>
    <p:spTree>
      <p:nvGrpSpPr>
        <p:cNvPr id="249" name="Shape 249"/>
        <p:cNvGrpSpPr/>
        <p:nvPr/>
      </p:nvGrpSpPr>
      <p:grpSpPr>
        <a:xfrm>
          <a:off x="0" y="0"/>
          <a:ext cx="0" cy="0"/>
          <a:chOff x="0" y="0"/>
          <a:chExt cx="0" cy="0"/>
        </a:xfrm>
      </p:grpSpPr>
      <p:sp>
        <p:nvSpPr>
          <p:cNvPr id="250" name="Google Shape;250;p27"/>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51" name="Google Shape;251;p2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52" name="Google Shape;252;p27"/>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27"/>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54" name="Google Shape;254;p27"/>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55" name="Google Shape;255;p2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56" name="Google Shape;256;p27"/>
          <p:cNvGrpSpPr/>
          <p:nvPr/>
        </p:nvGrpSpPr>
        <p:grpSpPr>
          <a:xfrm>
            <a:off x="7834231" y="1285"/>
            <a:ext cx="828900" cy="576065"/>
            <a:chOff x="7801496" y="1285"/>
            <a:chExt cx="828900" cy="576065"/>
          </a:xfrm>
        </p:grpSpPr>
        <p:pic>
          <p:nvPicPr>
            <p:cNvPr id="257" name="Google Shape;257;p27"/>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58" name="Google Shape;258;p27"/>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259" name="Google Shape;259;p27"/>
          <p:cNvGrpSpPr/>
          <p:nvPr/>
        </p:nvGrpSpPr>
        <p:grpSpPr>
          <a:xfrm>
            <a:off x="8635663" y="1285"/>
            <a:ext cx="499700" cy="576065"/>
            <a:chOff x="8635663" y="1285"/>
            <a:chExt cx="499700" cy="576065"/>
          </a:xfrm>
        </p:grpSpPr>
        <p:pic>
          <p:nvPicPr>
            <p:cNvPr id="260" name="Google Shape;260;p27"/>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61" name="Google Shape;261;p27"/>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1 I do We do - blue">
  <p:cSld name="TITLE_AND_TWO_COLUMNS_1_1_9_2_3">
    <p:bg>
      <p:bgPr>
        <a:solidFill>
          <a:srgbClr val="EBEDFE"/>
        </a:solidFill>
      </p:bgPr>
    </p:bg>
    <p:spTree>
      <p:nvGrpSpPr>
        <p:cNvPr id="262" name="Shape 262"/>
        <p:cNvGrpSpPr/>
        <p:nvPr/>
      </p:nvGrpSpPr>
      <p:grpSpPr>
        <a:xfrm>
          <a:off x="0" y="0"/>
          <a:ext cx="0" cy="0"/>
          <a:chOff x="0" y="0"/>
          <a:chExt cx="0" cy="0"/>
        </a:xfrm>
      </p:grpSpPr>
      <p:sp>
        <p:nvSpPr>
          <p:cNvPr id="263" name="Google Shape;263;p28"/>
          <p:cNvSpPr/>
          <p:nvPr/>
        </p:nvSpPr>
        <p:spPr>
          <a:xfrm>
            <a:off x="0" y="18750"/>
            <a:ext cx="4572300" cy="5124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64" name="Google Shape;264;p2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65" name="Google Shape;265;p28"/>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28"/>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67" name="Google Shape;267;p28"/>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68" name="Google Shape;268;p28"/>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69" name="Google Shape;269;p28"/>
          <p:cNvGrpSpPr/>
          <p:nvPr/>
        </p:nvGrpSpPr>
        <p:grpSpPr>
          <a:xfrm>
            <a:off x="7834231" y="1285"/>
            <a:ext cx="828900" cy="576065"/>
            <a:chOff x="7801496" y="1285"/>
            <a:chExt cx="828900" cy="576065"/>
          </a:xfrm>
        </p:grpSpPr>
        <p:pic>
          <p:nvPicPr>
            <p:cNvPr id="270" name="Google Shape;270;p28"/>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71" name="Google Shape;271;p28"/>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272" name="Google Shape;272;p28"/>
          <p:cNvGrpSpPr/>
          <p:nvPr/>
        </p:nvGrpSpPr>
        <p:grpSpPr>
          <a:xfrm>
            <a:off x="8635663" y="1285"/>
            <a:ext cx="499700" cy="576065"/>
            <a:chOff x="8635663" y="1285"/>
            <a:chExt cx="499700" cy="576065"/>
          </a:xfrm>
        </p:grpSpPr>
        <p:pic>
          <p:nvPicPr>
            <p:cNvPr id="273" name="Google Shape;273;p28"/>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74" name="Google Shape;274;p28"/>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1 I do We do - pink">
  <p:cSld name="TITLE_AND_TWO_COLUMNS_1_1_9_2_2_1_1_1">
    <p:bg>
      <p:bgPr>
        <a:solidFill>
          <a:srgbClr val="FAEAF6"/>
        </a:solidFill>
      </p:bgPr>
    </p:bg>
    <p:spTree>
      <p:nvGrpSpPr>
        <p:cNvPr id="275" name="Shape 275"/>
        <p:cNvGrpSpPr/>
        <p:nvPr/>
      </p:nvGrpSpPr>
      <p:grpSpPr>
        <a:xfrm>
          <a:off x="0" y="0"/>
          <a:ext cx="0" cy="0"/>
          <a:chOff x="0" y="0"/>
          <a:chExt cx="0" cy="0"/>
        </a:xfrm>
      </p:grpSpPr>
      <p:sp>
        <p:nvSpPr>
          <p:cNvPr id="276" name="Google Shape;276;p29"/>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77" name="Google Shape;277;p2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78" name="Google Shape;278;p29"/>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29"/>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80" name="Google Shape;280;p29"/>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81" name="Google Shape;281;p29"/>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82" name="Google Shape;282;p29"/>
          <p:cNvGrpSpPr/>
          <p:nvPr/>
        </p:nvGrpSpPr>
        <p:grpSpPr>
          <a:xfrm>
            <a:off x="7834231" y="1285"/>
            <a:ext cx="828900" cy="576065"/>
            <a:chOff x="7801496" y="1285"/>
            <a:chExt cx="828900" cy="576065"/>
          </a:xfrm>
        </p:grpSpPr>
        <p:pic>
          <p:nvPicPr>
            <p:cNvPr id="283" name="Google Shape;283;p29"/>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84" name="Google Shape;284;p29"/>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grpSp>
      <p:grpSp>
        <p:nvGrpSpPr>
          <p:cNvPr id="285" name="Google Shape;285;p29"/>
          <p:cNvGrpSpPr/>
          <p:nvPr/>
        </p:nvGrpSpPr>
        <p:grpSpPr>
          <a:xfrm>
            <a:off x="8635663" y="1285"/>
            <a:ext cx="499700" cy="576065"/>
            <a:chOff x="8635663" y="1285"/>
            <a:chExt cx="499700" cy="576065"/>
          </a:xfrm>
        </p:grpSpPr>
        <p:pic>
          <p:nvPicPr>
            <p:cNvPr id="286" name="Google Shape;286;p29"/>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87" name="Google Shape;287;p29"/>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2 CfU true/false justify - purple">
  <p:cSld name="TITLE_AND_TWO_COLUMNS_1_1_9_1_3_1">
    <p:bg>
      <p:bgPr>
        <a:solidFill>
          <a:srgbClr val="F3EEFB"/>
        </a:solidFill>
      </p:bgPr>
    </p:bg>
    <p:spTree>
      <p:nvGrpSpPr>
        <p:cNvPr id="288" name="Shape 288"/>
        <p:cNvGrpSpPr/>
        <p:nvPr/>
      </p:nvGrpSpPr>
      <p:grpSpPr>
        <a:xfrm>
          <a:off x="0" y="0"/>
          <a:ext cx="0" cy="0"/>
          <a:chOff x="0" y="0"/>
          <a:chExt cx="0" cy="0"/>
        </a:xfrm>
      </p:grpSpPr>
      <p:pic>
        <p:nvPicPr>
          <p:cNvPr id="289" name="Google Shape;289;p30"/>
          <p:cNvPicPr preferRelativeResize="0"/>
          <p:nvPr/>
        </p:nvPicPr>
        <p:blipFill>
          <a:blip r:embed="rId2">
            <a:alphaModFix/>
          </a:blip>
          <a:stretch>
            <a:fillRect/>
          </a:stretch>
        </p:blipFill>
        <p:spPr>
          <a:xfrm>
            <a:off x="2429763" y="1780516"/>
            <a:ext cx="457425" cy="457425"/>
          </a:xfrm>
          <a:prstGeom prst="rect">
            <a:avLst/>
          </a:prstGeom>
          <a:noFill/>
          <a:ln>
            <a:noFill/>
          </a:ln>
        </p:spPr>
      </p:pic>
      <p:pic>
        <p:nvPicPr>
          <p:cNvPr id="290" name="Google Shape;290;p30"/>
          <p:cNvPicPr preferRelativeResize="0"/>
          <p:nvPr/>
        </p:nvPicPr>
        <p:blipFill>
          <a:blip r:embed="rId2">
            <a:alphaModFix/>
          </a:blip>
          <a:stretch>
            <a:fillRect/>
          </a:stretch>
        </p:blipFill>
        <p:spPr>
          <a:xfrm>
            <a:off x="4823988" y="1780516"/>
            <a:ext cx="457425" cy="457425"/>
          </a:xfrm>
          <a:prstGeom prst="rect">
            <a:avLst/>
          </a:prstGeom>
          <a:noFill/>
          <a:ln>
            <a:noFill/>
          </a:ln>
        </p:spPr>
      </p:pic>
      <p:pic>
        <p:nvPicPr>
          <p:cNvPr id="291" name="Google Shape;291;p30"/>
          <p:cNvPicPr preferRelativeResize="0"/>
          <p:nvPr/>
        </p:nvPicPr>
        <p:blipFill>
          <a:blip r:embed="rId3">
            <a:alphaModFix/>
          </a:blip>
          <a:stretch>
            <a:fillRect/>
          </a:stretch>
        </p:blipFill>
        <p:spPr>
          <a:xfrm>
            <a:off x="0" y="532525"/>
            <a:ext cx="9151202" cy="116709"/>
          </a:xfrm>
          <a:prstGeom prst="rect">
            <a:avLst/>
          </a:prstGeom>
          <a:noFill/>
          <a:ln>
            <a:noFill/>
          </a:ln>
        </p:spPr>
      </p:pic>
      <p:sp>
        <p:nvSpPr>
          <p:cNvPr id="292" name="Google Shape;292;p30"/>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30"/>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294" name="Google Shape;294;p30"/>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295" name="Google Shape;295;p30"/>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296" name="Google Shape;296;p30"/>
          <p:cNvSpPr txBox="1"/>
          <p:nvPr>
            <p:ph idx="1"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7" name="Google Shape;297;p30"/>
          <p:cNvSpPr txBox="1"/>
          <p:nvPr>
            <p:ph idx="2"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8" name="Google Shape;298;p30"/>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299" name="Google Shape;299;p30"/>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00" name="Google Shape;300;p30"/>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01" name="Google Shape;301;p30"/>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pic>
        <p:nvPicPr>
          <p:cNvPr id="302" name="Google Shape;302;p30"/>
          <p:cNvPicPr preferRelativeResize="0"/>
          <p:nvPr/>
        </p:nvPicPr>
        <p:blipFill rotWithShape="1">
          <a:blip r:embed="rId4">
            <a:alphaModFix/>
          </a:blip>
          <a:srcRect b="0" l="0" r="0" t="0"/>
          <a:stretch/>
        </p:blipFill>
        <p:spPr>
          <a:xfrm>
            <a:off x="8528585" y="-11474"/>
            <a:ext cx="499700" cy="499700"/>
          </a:xfrm>
          <a:prstGeom prst="rect">
            <a:avLst/>
          </a:prstGeom>
          <a:noFill/>
          <a:ln>
            <a:noFill/>
          </a:ln>
        </p:spPr>
      </p:pic>
      <p:sp>
        <p:nvSpPr>
          <p:cNvPr id="303" name="Google Shape;303;p3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Check</a:t>
            </a:r>
            <a:endParaRPr b="1" sz="900">
              <a:solidFill>
                <a:srgbClr val="F3EEFB"/>
              </a:solidFill>
              <a:latin typeface="Lexend"/>
              <a:ea typeface="Lexend"/>
              <a:cs typeface="Lexend"/>
              <a:sym typeface="Lexend"/>
            </a:endParaRPr>
          </a:p>
        </p:txBody>
      </p:sp>
      <p:sp>
        <p:nvSpPr>
          <p:cNvPr id="304" name="Google Shape;304;p30"/>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305" name="Google Shape;305;p30"/>
          <p:cNvGrpSpPr/>
          <p:nvPr/>
        </p:nvGrpSpPr>
        <p:grpSpPr>
          <a:xfrm>
            <a:off x="324128" y="3139463"/>
            <a:ext cx="457200" cy="457200"/>
            <a:chOff x="1020916" y="1442088"/>
            <a:chExt cx="457200" cy="457200"/>
          </a:xfrm>
        </p:grpSpPr>
        <p:pic>
          <p:nvPicPr>
            <p:cNvPr id="306" name="Google Shape;306;p30"/>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307" name="Google Shape;307;p3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08" name="Google Shape;308;p30"/>
          <p:cNvGrpSpPr/>
          <p:nvPr/>
        </p:nvGrpSpPr>
        <p:grpSpPr>
          <a:xfrm>
            <a:off x="324128" y="3987825"/>
            <a:ext cx="457200" cy="457200"/>
            <a:chOff x="1020916" y="1442088"/>
            <a:chExt cx="457200" cy="457200"/>
          </a:xfrm>
        </p:grpSpPr>
        <p:pic>
          <p:nvPicPr>
            <p:cNvPr id="309" name="Google Shape;309;p30"/>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310" name="Google Shape;310;p3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2 CfU true/false justify - jade">
  <p:cSld name="TITLE_AND_TWO_COLUMNS_1_1_9_1_3_1_1_1">
    <p:bg>
      <p:bgPr>
        <a:solidFill>
          <a:srgbClr val="E6F2F2"/>
        </a:solidFill>
      </p:bgPr>
    </p:bg>
    <p:spTree>
      <p:nvGrpSpPr>
        <p:cNvPr id="311" name="Shape 311"/>
        <p:cNvGrpSpPr/>
        <p:nvPr/>
      </p:nvGrpSpPr>
      <p:grpSpPr>
        <a:xfrm>
          <a:off x="0" y="0"/>
          <a:ext cx="0" cy="0"/>
          <a:chOff x="0" y="0"/>
          <a:chExt cx="0" cy="0"/>
        </a:xfrm>
      </p:grpSpPr>
      <p:pic>
        <p:nvPicPr>
          <p:cNvPr id="312" name="Google Shape;312;p3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13" name="Google Shape;313;p31"/>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31"/>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15" name="Google Shape;315;p31"/>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16" name="Google Shape;316;p31"/>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17" name="Google Shape;317;p31"/>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18" name="Google Shape;318;p31"/>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19" name="Google Shape;319;p3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20" name="Google Shape;320;p3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321" name="Google Shape;321;p31"/>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22" name="Google Shape;322;p31"/>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23" name="Google Shape;323;p31"/>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24" name="Google Shape;324;p31"/>
          <p:cNvGrpSpPr/>
          <p:nvPr/>
        </p:nvGrpSpPr>
        <p:grpSpPr>
          <a:xfrm>
            <a:off x="324128" y="3139463"/>
            <a:ext cx="457200" cy="457200"/>
            <a:chOff x="1020916" y="1442088"/>
            <a:chExt cx="457200" cy="457200"/>
          </a:xfrm>
        </p:grpSpPr>
        <p:pic>
          <p:nvPicPr>
            <p:cNvPr id="325" name="Google Shape;325;p3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26" name="Google Shape;326;p3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27" name="Google Shape;327;p31"/>
          <p:cNvGrpSpPr/>
          <p:nvPr/>
        </p:nvGrpSpPr>
        <p:grpSpPr>
          <a:xfrm>
            <a:off x="324128" y="3987825"/>
            <a:ext cx="457200" cy="457200"/>
            <a:chOff x="1020916" y="1442088"/>
            <a:chExt cx="457200" cy="457200"/>
          </a:xfrm>
        </p:grpSpPr>
        <p:pic>
          <p:nvPicPr>
            <p:cNvPr id="328" name="Google Shape;328;p3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29" name="Google Shape;329;p3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30" name="Google Shape;330;p31"/>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31" name="Google Shape;331;p31"/>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32" name="Google Shape;332;p31"/>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33" name="Google Shape;333;p31"/>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2 CfU true/false justify - blue">
  <p:cSld name="TITLE_AND_TWO_COLUMNS_1_1_9_1_3_2">
    <p:bg>
      <p:bgPr>
        <a:solidFill>
          <a:srgbClr val="EBEDFE"/>
        </a:solidFill>
      </p:bgPr>
    </p:bg>
    <p:spTree>
      <p:nvGrpSpPr>
        <p:cNvPr id="334" name="Shape 334"/>
        <p:cNvGrpSpPr/>
        <p:nvPr/>
      </p:nvGrpSpPr>
      <p:grpSpPr>
        <a:xfrm>
          <a:off x="0" y="0"/>
          <a:ext cx="0" cy="0"/>
          <a:chOff x="0" y="0"/>
          <a:chExt cx="0" cy="0"/>
        </a:xfrm>
      </p:grpSpPr>
      <p:pic>
        <p:nvPicPr>
          <p:cNvPr id="335" name="Google Shape;335;p3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36" name="Google Shape;336;p32"/>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32"/>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38" name="Google Shape;338;p32"/>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39" name="Google Shape;339;p32"/>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40" name="Google Shape;340;p32"/>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41" name="Google Shape;341;p32"/>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42" name="Google Shape;342;p3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43" name="Google Shape;343;p3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344" name="Google Shape;344;p32"/>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45" name="Google Shape;345;p32"/>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46" name="Google Shape;346;p32"/>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47" name="Google Shape;347;p32"/>
          <p:cNvGrpSpPr/>
          <p:nvPr/>
        </p:nvGrpSpPr>
        <p:grpSpPr>
          <a:xfrm>
            <a:off x="324128" y="3139463"/>
            <a:ext cx="457200" cy="457200"/>
            <a:chOff x="1020916" y="1442088"/>
            <a:chExt cx="457200" cy="457200"/>
          </a:xfrm>
        </p:grpSpPr>
        <p:pic>
          <p:nvPicPr>
            <p:cNvPr id="348" name="Google Shape;348;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49" name="Google Shape;349;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50" name="Google Shape;350;p32"/>
          <p:cNvGrpSpPr/>
          <p:nvPr/>
        </p:nvGrpSpPr>
        <p:grpSpPr>
          <a:xfrm>
            <a:off x="324128" y="3987825"/>
            <a:ext cx="457200" cy="457200"/>
            <a:chOff x="1020916" y="1442088"/>
            <a:chExt cx="457200" cy="457200"/>
          </a:xfrm>
        </p:grpSpPr>
        <p:pic>
          <p:nvPicPr>
            <p:cNvPr id="351" name="Google Shape;351;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52" name="Google Shape;352;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53" name="Google Shape;353;p32"/>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54" name="Google Shape;354;p32"/>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55" name="Google Shape;355;p32"/>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56" name="Google Shape;356;p32"/>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2 CfU true/false justify - pink">
  <p:cSld name="TITLE_AND_TWO_COLUMNS_1_1_9_1_3_1_1_1_1">
    <p:bg>
      <p:bgPr>
        <a:solidFill>
          <a:srgbClr val="FAEAF6"/>
        </a:solidFill>
      </p:bgPr>
    </p:bg>
    <p:spTree>
      <p:nvGrpSpPr>
        <p:cNvPr id="357" name="Shape 357"/>
        <p:cNvGrpSpPr/>
        <p:nvPr/>
      </p:nvGrpSpPr>
      <p:grpSpPr>
        <a:xfrm>
          <a:off x="0" y="0"/>
          <a:ext cx="0" cy="0"/>
          <a:chOff x="0" y="0"/>
          <a:chExt cx="0" cy="0"/>
        </a:xfrm>
      </p:grpSpPr>
      <p:pic>
        <p:nvPicPr>
          <p:cNvPr id="358" name="Google Shape;358;p3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59" name="Google Shape;359;p33"/>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33"/>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61" name="Google Shape;361;p33"/>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62" name="Google Shape;362;p33"/>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63" name="Google Shape;363;p33"/>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64" name="Google Shape;364;p33"/>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65" name="Google Shape;365;p3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66" name="Google Shape;366;p3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367" name="Google Shape;367;p33"/>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8" name="Google Shape;368;p33"/>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69" name="Google Shape;369;p33"/>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70" name="Google Shape;370;p33"/>
          <p:cNvGrpSpPr/>
          <p:nvPr/>
        </p:nvGrpSpPr>
        <p:grpSpPr>
          <a:xfrm>
            <a:off x="324128" y="3139463"/>
            <a:ext cx="457200" cy="457200"/>
            <a:chOff x="1020916" y="1442088"/>
            <a:chExt cx="457200" cy="457200"/>
          </a:xfrm>
        </p:grpSpPr>
        <p:pic>
          <p:nvPicPr>
            <p:cNvPr id="371" name="Google Shape;371;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72" name="Google Shape;372;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73" name="Google Shape;373;p33"/>
          <p:cNvGrpSpPr/>
          <p:nvPr/>
        </p:nvGrpSpPr>
        <p:grpSpPr>
          <a:xfrm>
            <a:off x="324128" y="3987825"/>
            <a:ext cx="457200" cy="457200"/>
            <a:chOff x="1020916" y="1442088"/>
            <a:chExt cx="457200" cy="457200"/>
          </a:xfrm>
        </p:grpSpPr>
        <p:pic>
          <p:nvPicPr>
            <p:cNvPr id="374" name="Google Shape;374;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75" name="Google Shape;375;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76" name="Google Shape;376;p33"/>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77" name="Google Shape;377;p33"/>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78" name="Google Shape;378;p33"/>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79" name="Google Shape;379;p33"/>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3 CfU 3 options - purple">
  <p:cSld name="TITLE_AND_TWO_COLUMNS_1_1_7_1">
    <p:bg>
      <p:bgPr>
        <a:solidFill>
          <a:srgbClr val="F3EEFB"/>
        </a:solidFill>
      </p:bgPr>
    </p:bg>
    <p:spTree>
      <p:nvGrpSpPr>
        <p:cNvPr id="380" name="Shape 380"/>
        <p:cNvGrpSpPr/>
        <p:nvPr/>
      </p:nvGrpSpPr>
      <p:grpSpPr>
        <a:xfrm>
          <a:off x="0" y="0"/>
          <a:ext cx="0" cy="0"/>
          <a:chOff x="0" y="0"/>
          <a:chExt cx="0" cy="0"/>
        </a:xfrm>
      </p:grpSpPr>
      <p:pic>
        <p:nvPicPr>
          <p:cNvPr id="381" name="Google Shape;381;p34"/>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382" name="Google Shape;382;p34"/>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34"/>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84" name="Google Shape;384;p3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85" name="Google Shape;385;p3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386" name="Google Shape;386;p34"/>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87" name="Google Shape;387;p34"/>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8" name="Google Shape;388;p34"/>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9" name="Google Shape;389;p34"/>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90" name="Google Shape;390;p34"/>
          <p:cNvGrpSpPr/>
          <p:nvPr/>
        </p:nvGrpSpPr>
        <p:grpSpPr>
          <a:xfrm>
            <a:off x="323653" y="1804438"/>
            <a:ext cx="457200" cy="457200"/>
            <a:chOff x="1020916" y="1442088"/>
            <a:chExt cx="457200" cy="457200"/>
          </a:xfrm>
        </p:grpSpPr>
        <p:pic>
          <p:nvPicPr>
            <p:cNvPr id="391" name="Google Shape;391;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92" name="Google Shape;392;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93" name="Google Shape;393;p34"/>
          <p:cNvGrpSpPr/>
          <p:nvPr/>
        </p:nvGrpSpPr>
        <p:grpSpPr>
          <a:xfrm>
            <a:off x="323653" y="2766575"/>
            <a:ext cx="457200" cy="457200"/>
            <a:chOff x="1020916" y="1442088"/>
            <a:chExt cx="457200" cy="457200"/>
          </a:xfrm>
        </p:grpSpPr>
        <p:pic>
          <p:nvPicPr>
            <p:cNvPr id="394" name="Google Shape;394;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95" name="Google Shape;395;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396" name="Google Shape;396;p34"/>
          <p:cNvGrpSpPr/>
          <p:nvPr/>
        </p:nvGrpSpPr>
        <p:grpSpPr>
          <a:xfrm>
            <a:off x="323641" y="3729038"/>
            <a:ext cx="457200" cy="457200"/>
            <a:chOff x="1020916" y="1442088"/>
            <a:chExt cx="457200" cy="457200"/>
          </a:xfrm>
        </p:grpSpPr>
        <p:pic>
          <p:nvPicPr>
            <p:cNvPr id="397" name="Google Shape;397;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98" name="Google Shape;398;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3 CfU 3 options - jade">
  <p:cSld name="TITLE_AND_TWO_COLUMNS_1_1_7_1_1_1">
    <p:bg>
      <p:bgPr>
        <a:solidFill>
          <a:srgbClr val="E6F2F2"/>
        </a:solidFill>
      </p:bgPr>
    </p:bg>
    <p:spTree>
      <p:nvGrpSpPr>
        <p:cNvPr id="399" name="Shape 399"/>
        <p:cNvGrpSpPr/>
        <p:nvPr/>
      </p:nvGrpSpPr>
      <p:grpSpPr>
        <a:xfrm>
          <a:off x="0" y="0"/>
          <a:ext cx="0" cy="0"/>
          <a:chOff x="0" y="0"/>
          <a:chExt cx="0" cy="0"/>
        </a:xfrm>
      </p:grpSpPr>
      <p:pic>
        <p:nvPicPr>
          <p:cNvPr id="400" name="Google Shape;400;p3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01" name="Google Shape;401;p35"/>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35"/>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03" name="Google Shape;403;p3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04" name="Google Shape;404;p3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405" name="Google Shape;405;p35"/>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06" name="Google Shape;406;p35"/>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07" name="Google Shape;407;p35"/>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08" name="Google Shape;408;p35"/>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09" name="Google Shape;409;p35"/>
          <p:cNvGrpSpPr/>
          <p:nvPr/>
        </p:nvGrpSpPr>
        <p:grpSpPr>
          <a:xfrm>
            <a:off x="323653" y="1804438"/>
            <a:ext cx="457200" cy="457200"/>
            <a:chOff x="1020916" y="1442088"/>
            <a:chExt cx="457200" cy="457200"/>
          </a:xfrm>
        </p:grpSpPr>
        <p:pic>
          <p:nvPicPr>
            <p:cNvPr id="410" name="Google Shape;410;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11" name="Google Shape;411;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12" name="Google Shape;412;p35"/>
          <p:cNvGrpSpPr/>
          <p:nvPr/>
        </p:nvGrpSpPr>
        <p:grpSpPr>
          <a:xfrm>
            <a:off x="323653" y="2766575"/>
            <a:ext cx="457200" cy="457200"/>
            <a:chOff x="1020916" y="1442088"/>
            <a:chExt cx="457200" cy="457200"/>
          </a:xfrm>
        </p:grpSpPr>
        <p:pic>
          <p:nvPicPr>
            <p:cNvPr id="413" name="Google Shape;413;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14" name="Google Shape;414;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15" name="Google Shape;415;p35"/>
          <p:cNvGrpSpPr/>
          <p:nvPr/>
        </p:nvGrpSpPr>
        <p:grpSpPr>
          <a:xfrm>
            <a:off x="323641" y="3729038"/>
            <a:ext cx="457200" cy="457200"/>
            <a:chOff x="1020916" y="1442088"/>
            <a:chExt cx="457200" cy="457200"/>
          </a:xfrm>
        </p:grpSpPr>
        <p:pic>
          <p:nvPicPr>
            <p:cNvPr id="416" name="Google Shape;416;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17" name="Google Shape;417;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3 CfU 3 options - blue">
  <p:cSld name="TITLE_AND_TWO_COLUMNS_1_1_7_2">
    <p:bg>
      <p:bgPr>
        <a:solidFill>
          <a:srgbClr val="EBEDFE"/>
        </a:solidFill>
      </p:bgPr>
    </p:bg>
    <p:spTree>
      <p:nvGrpSpPr>
        <p:cNvPr id="418" name="Shape 418"/>
        <p:cNvGrpSpPr/>
        <p:nvPr/>
      </p:nvGrpSpPr>
      <p:grpSpPr>
        <a:xfrm>
          <a:off x="0" y="0"/>
          <a:ext cx="0" cy="0"/>
          <a:chOff x="0" y="0"/>
          <a:chExt cx="0" cy="0"/>
        </a:xfrm>
      </p:grpSpPr>
      <p:pic>
        <p:nvPicPr>
          <p:cNvPr id="419" name="Google Shape;419;p3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20" name="Google Shape;420;p36"/>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36"/>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22" name="Google Shape;422;p3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23" name="Google Shape;423;p3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24" name="Google Shape;424;p36"/>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5" name="Google Shape;425;p36"/>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26" name="Google Shape;426;p36"/>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27" name="Google Shape;427;p36"/>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28" name="Google Shape;428;p36"/>
          <p:cNvGrpSpPr/>
          <p:nvPr/>
        </p:nvGrpSpPr>
        <p:grpSpPr>
          <a:xfrm>
            <a:off x="323653" y="1804438"/>
            <a:ext cx="457200" cy="457200"/>
            <a:chOff x="1020916" y="1442088"/>
            <a:chExt cx="457200" cy="457200"/>
          </a:xfrm>
        </p:grpSpPr>
        <p:pic>
          <p:nvPicPr>
            <p:cNvPr id="429" name="Google Shape;429;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30" name="Google Shape;430;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31" name="Google Shape;431;p36"/>
          <p:cNvGrpSpPr/>
          <p:nvPr/>
        </p:nvGrpSpPr>
        <p:grpSpPr>
          <a:xfrm>
            <a:off x="323653" y="2766575"/>
            <a:ext cx="457200" cy="457200"/>
            <a:chOff x="1020916" y="1442088"/>
            <a:chExt cx="457200" cy="457200"/>
          </a:xfrm>
        </p:grpSpPr>
        <p:pic>
          <p:nvPicPr>
            <p:cNvPr id="432" name="Google Shape;432;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33" name="Google Shape;433;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34" name="Google Shape;434;p36"/>
          <p:cNvGrpSpPr/>
          <p:nvPr/>
        </p:nvGrpSpPr>
        <p:grpSpPr>
          <a:xfrm>
            <a:off x="323641" y="3729038"/>
            <a:ext cx="457200" cy="457200"/>
            <a:chOff x="1020916" y="1442088"/>
            <a:chExt cx="457200" cy="457200"/>
          </a:xfrm>
        </p:grpSpPr>
        <p:pic>
          <p:nvPicPr>
            <p:cNvPr id="435" name="Google Shape;435;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36" name="Google Shape;436;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3 CfU 3 options - pink">
  <p:cSld name="TITLE_AND_TWO_COLUMNS_1_1_7_1_1_1_1">
    <p:bg>
      <p:bgPr>
        <a:solidFill>
          <a:srgbClr val="FAEAF6"/>
        </a:solidFill>
      </p:bgPr>
    </p:bg>
    <p:spTree>
      <p:nvGrpSpPr>
        <p:cNvPr id="437" name="Shape 437"/>
        <p:cNvGrpSpPr/>
        <p:nvPr/>
      </p:nvGrpSpPr>
      <p:grpSpPr>
        <a:xfrm>
          <a:off x="0" y="0"/>
          <a:ext cx="0" cy="0"/>
          <a:chOff x="0" y="0"/>
          <a:chExt cx="0" cy="0"/>
        </a:xfrm>
      </p:grpSpPr>
      <p:pic>
        <p:nvPicPr>
          <p:cNvPr id="438" name="Google Shape;438;p3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39" name="Google Shape;439;p37"/>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37"/>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41" name="Google Shape;441;p3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42" name="Google Shape;442;p3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443" name="Google Shape;443;p37"/>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44" name="Google Shape;444;p37"/>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45" name="Google Shape;445;p37"/>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46" name="Google Shape;446;p37"/>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47" name="Google Shape;447;p37"/>
          <p:cNvGrpSpPr/>
          <p:nvPr/>
        </p:nvGrpSpPr>
        <p:grpSpPr>
          <a:xfrm>
            <a:off x="323653" y="1804438"/>
            <a:ext cx="457200" cy="457200"/>
            <a:chOff x="1020916" y="1442088"/>
            <a:chExt cx="457200" cy="457200"/>
          </a:xfrm>
        </p:grpSpPr>
        <p:pic>
          <p:nvPicPr>
            <p:cNvPr id="448" name="Google Shape;448;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49" name="Google Shape;449;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50" name="Google Shape;450;p37"/>
          <p:cNvGrpSpPr/>
          <p:nvPr/>
        </p:nvGrpSpPr>
        <p:grpSpPr>
          <a:xfrm>
            <a:off x="323653" y="2766575"/>
            <a:ext cx="457200" cy="457200"/>
            <a:chOff x="1020916" y="1442088"/>
            <a:chExt cx="457200" cy="457200"/>
          </a:xfrm>
        </p:grpSpPr>
        <p:pic>
          <p:nvPicPr>
            <p:cNvPr id="451" name="Google Shape;451;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52" name="Google Shape;452;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53" name="Google Shape;453;p37"/>
          <p:cNvGrpSpPr/>
          <p:nvPr/>
        </p:nvGrpSpPr>
        <p:grpSpPr>
          <a:xfrm>
            <a:off x="323641" y="3729038"/>
            <a:ext cx="457200" cy="457200"/>
            <a:chOff x="1020916" y="1442088"/>
            <a:chExt cx="457200" cy="457200"/>
          </a:xfrm>
        </p:grpSpPr>
        <p:pic>
          <p:nvPicPr>
            <p:cNvPr id="454" name="Google Shape;454;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55" name="Google Shape;455;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4 CfU 4 options - purple">
  <p:cSld name="TITLE_AND_TWO_COLUMNS_1_1_8_1">
    <p:bg>
      <p:bgPr>
        <a:solidFill>
          <a:srgbClr val="F3EEFB"/>
        </a:solidFill>
      </p:bgPr>
    </p:bg>
    <p:spTree>
      <p:nvGrpSpPr>
        <p:cNvPr id="456" name="Shape 456"/>
        <p:cNvGrpSpPr/>
        <p:nvPr/>
      </p:nvGrpSpPr>
      <p:grpSpPr>
        <a:xfrm>
          <a:off x="0" y="0"/>
          <a:ext cx="0" cy="0"/>
          <a:chOff x="0" y="0"/>
          <a:chExt cx="0" cy="0"/>
        </a:xfrm>
      </p:grpSpPr>
      <p:pic>
        <p:nvPicPr>
          <p:cNvPr id="457" name="Google Shape;457;p38"/>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458" name="Google Shape;458;p38"/>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38"/>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60" name="Google Shape;460;p3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61" name="Google Shape;461;p3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62" name="Google Shape;462;p38"/>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63" name="Google Shape;463;p38"/>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4" name="Google Shape;464;p38"/>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5" name="Google Shape;465;p38"/>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6" name="Google Shape;466;p38"/>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67" name="Google Shape;467;p38"/>
          <p:cNvGrpSpPr/>
          <p:nvPr/>
        </p:nvGrpSpPr>
        <p:grpSpPr>
          <a:xfrm>
            <a:off x="323653" y="1652038"/>
            <a:ext cx="457200" cy="457200"/>
            <a:chOff x="1020916" y="1442088"/>
            <a:chExt cx="457200" cy="457200"/>
          </a:xfrm>
        </p:grpSpPr>
        <p:pic>
          <p:nvPicPr>
            <p:cNvPr id="468" name="Google Shape;468;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69" name="Google Shape;469;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70" name="Google Shape;470;p38"/>
          <p:cNvGrpSpPr/>
          <p:nvPr/>
        </p:nvGrpSpPr>
        <p:grpSpPr>
          <a:xfrm>
            <a:off x="323653" y="2461775"/>
            <a:ext cx="457200" cy="457200"/>
            <a:chOff x="1020916" y="1442088"/>
            <a:chExt cx="457200" cy="457200"/>
          </a:xfrm>
        </p:grpSpPr>
        <p:pic>
          <p:nvPicPr>
            <p:cNvPr id="471" name="Google Shape;471;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2" name="Google Shape;472;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73" name="Google Shape;473;p38"/>
          <p:cNvGrpSpPr/>
          <p:nvPr/>
        </p:nvGrpSpPr>
        <p:grpSpPr>
          <a:xfrm>
            <a:off x="323641" y="3271838"/>
            <a:ext cx="457200" cy="457200"/>
            <a:chOff x="1020916" y="1442088"/>
            <a:chExt cx="457200" cy="457200"/>
          </a:xfrm>
        </p:grpSpPr>
        <p:pic>
          <p:nvPicPr>
            <p:cNvPr id="474" name="Google Shape;474;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5" name="Google Shape;475;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476" name="Google Shape;476;p38"/>
          <p:cNvGrpSpPr/>
          <p:nvPr/>
        </p:nvGrpSpPr>
        <p:grpSpPr>
          <a:xfrm>
            <a:off x="323641" y="4081763"/>
            <a:ext cx="457200" cy="457200"/>
            <a:chOff x="1020916" y="1442088"/>
            <a:chExt cx="457200" cy="457200"/>
          </a:xfrm>
        </p:grpSpPr>
        <p:pic>
          <p:nvPicPr>
            <p:cNvPr id="477" name="Google Shape;477;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8" name="Google Shape;478;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4 CfU 4 options - jade">
  <p:cSld name="TITLE_AND_TWO_COLUMNS_1_1_8_1_1_1">
    <p:bg>
      <p:bgPr>
        <a:solidFill>
          <a:srgbClr val="E6F2F2"/>
        </a:solidFill>
      </p:bgPr>
    </p:bg>
    <p:spTree>
      <p:nvGrpSpPr>
        <p:cNvPr id="479" name="Shape 479"/>
        <p:cNvGrpSpPr/>
        <p:nvPr/>
      </p:nvGrpSpPr>
      <p:grpSpPr>
        <a:xfrm>
          <a:off x="0" y="0"/>
          <a:ext cx="0" cy="0"/>
          <a:chOff x="0" y="0"/>
          <a:chExt cx="0" cy="0"/>
        </a:xfrm>
      </p:grpSpPr>
      <p:pic>
        <p:nvPicPr>
          <p:cNvPr id="480" name="Google Shape;480;p3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81" name="Google Shape;481;p39"/>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39"/>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83" name="Google Shape;483;p3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84" name="Google Shape;484;p3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485" name="Google Shape;485;p39"/>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86" name="Google Shape;486;p39"/>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7" name="Google Shape;487;p39"/>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8" name="Google Shape;488;p39"/>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9" name="Google Shape;489;p39"/>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90" name="Google Shape;490;p39"/>
          <p:cNvGrpSpPr/>
          <p:nvPr/>
        </p:nvGrpSpPr>
        <p:grpSpPr>
          <a:xfrm>
            <a:off x="323653" y="1652038"/>
            <a:ext cx="457200" cy="457200"/>
            <a:chOff x="1020916" y="1442088"/>
            <a:chExt cx="457200" cy="457200"/>
          </a:xfrm>
        </p:grpSpPr>
        <p:pic>
          <p:nvPicPr>
            <p:cNvPr id="491" name="Google Shape;491;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2" name="Google Shape;492;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93" name="Google Shape;493;p39"/>
          <p:cNvGrpSpPr/>
          <p:nvPr/>
        </p:nvGrpSpPr>
        <p:grpSpPr>
          <a:xfrm>
            <a:off x="323653" y="2461775"/>
            <a:ext cx="457200" cy="457200"/>
            <a:chOff x="1020916" y="1442088"/>
            <a:chExt cx="457200" cy="457200"/>
          </a:xfrm>
        </p:grpSpPr>
        <p:pic>
          <p:nvPicPr>
            <p:cNvPr id="494" name="Google Shape;494;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5" name="Google Shape;495;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96" name="Google Shape;496;p39"/>
          <p:cNvGrpSpPr/>
          <p:nvPr/>
        </p:nvGrpSpPr>
        <p:grpSpPr>
          <a:xfrm>
            <a:off x="323641" y="3271838"/>
            <a:ext cx="457200" cy="457200"/>
            <a:chOff x="1020916" y="1442088"/>
            <a:chExt cx="457200" cy="457200"/>
          </a:xfrm>
        </p:grpSpPr>
        <p:pic>
          <p:nvPicPr>
            <p:cNvPr id="497" name="Google Shape;497;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8" name="Google Shape;498;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499" name="Google Shape;499;p39"/>
          <p:cNvGrpSpPr/>
          <p:nvPr/>
        </p:nvGrpSpPr>
        <p:grpSpPr>
          <a:xfrm>
            <a:off x="323641" y="4081763"/>
            <a:ext cx="457200" cy="457200"/>
            <a:chOff x="1020916" y="1442088"/>
            <a:chExt cx="457200" cy="457200"/>
          </a:xfrm>
        </p:grpSpPr>
        <p:pic>
          <p:nvPicPr>
            <p:cNvPr id="500" name="Google Shape;500;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01" name="Google Shape;501;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4 CfU 4 options - blue">
  <p:cSld name="TITLE_AND_TWO_COLUMNS_1_1_8_2">
    <p:bg>
      <p:bgPr>
        <a:solidFill>
          <a:srgbClr val="EBEDFE"/>
        </a:solidFill>
      </p:bgPr>
    </p:bg>
    <p:spTree>
      <p:nvGrpSpPr>
        <p:cNvPr id="502" name="Shape 502"/>
        <p:cNvGrpSpPr/>
        <p:nvPr/>
      </p:nvGrpSpPr>
      <p:grpSpPr>
        <a:xfrm>
          <a:off x="0" y="0"/>
          <a:ext cx="0" cy="0"/>
          <a:chOff x="0" y="0"/>
          <a:chExt cx="0" cy="0"/>
        </a:xfrm>
      </p:grpSpPr>
      <p:pic>
        <p:nvPicPr>
          <p:cNvPr id="503" name="Google Shape;503;p4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04" name="Google Shape;504;p40"/>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40"/>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06" name="Google Shape;506;p4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07" name="Google Shape;507;p4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08" name="Google Shape;508;p40"/>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09" name="Google Shape;509;p40"/>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10" name="Google Shape;510;p40"/>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11" name="Google Shape;511;p40"/>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12" name="Google Shape;512;p40"/>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13" name="Google Shape;513;p40"/>
          <p:cNvGrpSpPr/>
          <p:nvPr/>
        </p:nvGrpSpPr>
        <p:grpSpPr>
          <a:xfrm>
            <a:off x="323653" y="1652038"/>
            <a:ext cx="457200" cy="457200"/>
            <a:chOff x="1020916" y="1442088"/>
            <a:chExt cx="457200" cy="457200"/>
          </a:xfrm>
        </p:grpSpPr>
        <p:pic>
          <p:nvPicPr>
            <p:cNvPr id="514" name="Google Shape;514;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5" name="Google Shape;515;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16" name="Google Shape;516;p40"/>
          <p:cNvGrpSpPr/>
          <p:nvPr/>
        </p:nvGrpSpPr>
        <p:grpSpPr>
          <a:xfrm>
            <a:off x="323653" y="2461775"/>
            <a:ext cx="457200" cy="457200"/>
            <a:chOff x="1020916" y="1442088"/>
            <a:chExt cx="457200" cy="457200"/>
          </a:xfrm>
        </p:grpSpPr>
        <p:pic>
          <p:nvPicPr>
            <p:cNvPr id="517" name="Google Shape;517;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8" name="Google Shape;518;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19" name="Google Shape;519;p40"/>
          <p:cNvGrpSpPr/>
          <p:nvPr/>
        </p:nvGrpSpPr>
        <p:grpSpPr>
          <a:xfrm>
            <a:off x="323641" y="3271838"/>
            <a:ext cx="457200" cy="457200"/>
            <a:chOff x="1020916" y="1442088"/>
            <a:chExt cx="457200" cy="457200"/>
          </a:xfrm>
        </p:grpSpPr>
        <p:pic>
          <p:nvPicPr>
            <p:cNvPr id="520" name="Google Shape;520;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21" name="Google Shape;521;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22" name="Google Shape;522;p40"/>
          <p:cNvGrpSpPr/>
          <p:nvPr/>
        </p:nvGrpSpPr>
        <p:grpSpPr>
          <a:xfrm>
            <a:off x="323641" y="4081763"/>
            <a:ext cx="457200" cy="457200"/>
            <a:chOff x="1020916" y="1442088"/>
            <a:chExt cx="457200" cy="457200"/>
          </a:xfrm>
        </p:grpSpPr>
        <p:pic>
          <p:nvPicPr>
            <p:cNvPr id="523" name="Google Shape;523;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24" name="Google Shape;524;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4 CfU 4 options - pink">
  <p:cSld name="TITLE_AND_TWO_COLUMNS_1_1_8_1_1_1_1">
    <p:bg>
      <p:bgPr>
        <a:solidFill>
          <a:srgbClr val="FAEAF6"/>
        </a:solidFill>
      </p:bgPr>
    </p:bg>
    <p:spTree>
      <p:nvGrpSpPr>
        <p:cNvPr id="525" name="Shape 525"/>
        <p:cNvGrpSpPr/>
        <p:nvPr/>
      </p:nvGrpSpPr>
      <p:grpSpPr>
        <a:xfrm>
          <a:off x="0" y="0"/>
          <a:ext cx="0" cy="0"/>
          <a:chOff x="0" y="0"/>
          <a:chExt cx="0" cy="0"/>
        </a:xfrm>
      </p:grpSpPr>
      <p:pic>
        <p:nvPicPr>
          <p:cNvPr id="526" name="Google Shape;526;p4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27" name="Google Shape;527;p41"/>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41"/>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29" name="Google Shape;529;p4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30" name="Google Shape;530;p4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531" name="Google Shape;531;p41"/>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32" name="Google Shape;532;p41"/>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3" name="Google Shape;533;p41"/>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4" name="Google Shape;534;p41"/>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5" name="Google Shape;535;p41"/>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36" name="Google Shape;536;p41"/>
          <p:cNvGrpSpPr/>
          <p:nvPr/>
        </p:nvGrpSpPr>
        <p:grpSpPr>
          <a:xfrm>
            <a:off x="323653" y="1652038"/>
            <a:ext cx="457200" cy="457200"/>
            <a:chOff x="1020916" y="1442088"/>
            <a:chExt cx="457200" cy="457200"/>
          </a:xfrm>
        </p:grpSpPr>
        <p:pic>
          <p:nvPicPr>
            <p:cNvPr id="537" name="Google Shape;537;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38" name="Google Shape;538;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39" name="Google Shape;539;p41"/>
          <p:cNvGrpSpPr/>
          <p:nvPr/>
        </p:nvGrpSpPr>
        <p:grpSpPr>
          <a:xfrm>
            <a:off x="323653" y="2461775"/>
            <a:ext cx="457200" cy="457200"/>
            <a:chOff x="1020916" y="1442088"/>
            <a:chExt cx="457200" cy="457200"/>
          </a:xfrm>
        </p:grpSpPr>
        <p:pic>
          <p:nvPicPr>
            <p:cNvPr id="540" name="Google Shape;540;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1" name="Google Shape;541;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42" name="Google Shape;542;p41"/>
          <p:cNvGrpSpPr/>
          <p:nvPr/>
        </p:nvGrpSpPr>
        <p:grpSpPr>
          <a:xfrm>
            <a:off x="323641" y="3271838"/>
            <a:ext cx="457200" cy="457200"/>
            <a:chOff x="1020916" y="1442088"/>
            <a:chExt cx="457200" cy="457200"/>
          </a:xfrm>
        </p:grpSpPr>
        <p:pic>
          <p:nvPicPr>
            <p:cNvPr id="543" name="Google Shape;543;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4" name="Google Shape;544;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45" name="Google Shape;545;p41"/>
          <p:cNvGrpSpPr/>
          <p:nvPr/>
        </p:nvGrpSpPr>
        <p:grpSpPr>
          <a:xfrm>
            <a:off x="323641" y="4081763"/>
            <a:ext cx="457200" cy="457200"/>
            <a:chOff x="1020916" y="1442088"/>
            <a:chExt cx="457200" cy="457200"/>
          </a:xfrm>
        </p:grpSpPr>
        <p:pic>
          <p:nvPicPr>
            <p:cNvPr id="546" name="Google Shape;546;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7" name="Google Shape;547;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5 CfU 3 image options - purple">
  <p:cSld name="TITLE_AND_TWO_COLUMNS_1_1_7_1_1_2">
    <p:bg>
      <p:bgPr>
        <a:solidFill>
          <a:srgbClr val="F3EEFB"/>
        </a:solidFill>
      </p:bgPr>
    </p:bg>
    <p:spTree>
      <p:nvGrpSpPr>
        <p:cNvPr id="548" name="Shape 548"/>
        <p:cNvGrpSpPr/>
        <p:nvPr/>
      </p:nvGrpSpPr>
      <p:grpSpPr>
        <a:xfrm>
          <a:off x="0" y="0"/>
          <a:ext cx="0" cy="0"/>
          <a:chOff x="0" y="0"/>
          <a:chExt cx="0" cy="0"/>
        </a:xfrm>
      </p:grpSpPr>
      <p:pic>
        <p:nvPicPr>
          <p:cNvPr id="549" name="Google Shape;549;p42"/>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550" name="Google Shape;550;p42"/>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42"/>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52" name="Google Shape;552;p4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53" name="Google Shape;553;p4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54" name="Google Shape;554;p42"/>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55" name="Google Shape;555;p42"/>
          <p:cNvSpPr/>
          <p:nvPr>
            <p:ph idx="3" type="pic"/>
          </p:nvPr>
        </p:nvSpPr>
        <p:spPr>
          <a:xfrm>
            <a:off x="324000" y="1893950"/>
            <a:ext cx="2555400" cy="1939500"/>
          </a:xfrm>
          <a:prstGeom prst="rect">
            <a:avLst/>
          </a:prstGeom>
          <a:noFill/>
          <a:ln>
            <a:noFill/>
          </a:ln>
        </p:spPr>
      </p:sp>
      <p:sp>
        <p:nvSpPr>
          <p:cNvPr id="556" name="Google Shape;556;p42"/>
          <p:cNvSpPr/>
          <p:nvPr>
            <p:ph idx="4" type="pic"/>
          </p:nvPr>
        </p:nvSpPr>
        <p:spPr>
          <a:xfrm>
            <a:off x="6256800" y="1893950"/>
            <a:ext cx="2555400" cy="1939500"/>
          </a:xfrm>
          <a:prstGeom prst="rect">
            <a:avLst/>
          </a:prstGeom>
          <a:noFill/>
          <a:ln>
            <a:noFill/>
          </a:ln>
        </p:spPr>
      </p:sp>
      <p:sp>
        <p:nvSpPr>
          <p:cNvPr id="557" name="Google Shape;557;p42"/>
          <p:cNvSpPr/>
          <p:nvPr>
            <p:ph idx="5" type="pic"/>
          </p:nvPr>
        </p:nvSpPr>
        <p:spPr>
          <a:xfrm>
            <a:off x="3294300" y="1893950"/>
            <a:ext cx="2555400" cy="1939500"/>
          </a:xfrm>
          <a:prstGeom prst="rect">
            <a:avLst/>
          </a:prstGeom>
          <a:noFill/>
          <a:ln>
            <a:noFill/>
          </a:ln>
        </p:spPr>
      </p:sp>
      <p:grpSp>
        <p:nvGrpSpPr>
          <p:cNvPr id="558" name="Google Shape;558;p42"/>
          <p:cNvGrpSpPr/>
          <p:nvPr/>
        </p:nvGrpSpPr>
        <p:grpSpPr>
          <a:xfrm>
            <a:off x="1381028" y="4148538"/>
            <a:ext cx="457200" cy="457200"/>
            <a:chOff x="1020916" y="1442088"/>
            <a:chExt cx="457200" cy="457200"/>
          </a:xfrm>
        </p:grpSpPr>
        <p:pic>
          <p:nvPicPr>
            <p:cNvPr id="559" name="Google Shape;559;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0" name="Google Shape;560;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61" name="Google Shape;561;p42"/>
          <p:cNvGrpSpPr/>
          <p:nvPr/>
        </p:nvGrpSpPr>
        <p:grpSpPr>
          <a:xfrm>
            <a:off x="4331066" y="4148550"/>
            <a:ext cx="457200" cy="457200"/>
            <a:chOff x="1020916" y="1442088"/>
            <a:chExt cx="457200" cy="457200"/>
          </a:xfrm>
        </p:grpSpPr>
        <p:pic>
          <p:nvPicPr>
            <p:cNvPr id="562" name="Google Shape;562;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3" name="Google Shape;563;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64" name="Google Shape;564;p42"/>
          <p:cNvGrpSpPr/>
          <p:nvPr/>
        </p:nvGrpSpPr>
        <p:grpSpPr>
          <a:xfrm>
            <a:off x="7305791" y="4148538"/>
            <a:ext cx="457200" cy="457200"/>
            <a:chOff x="1020916" y="1442088"/>
            <a:chExt cx="457200" cy="457200"/>
          </a:xfrm>
        </p:grpSpPr>
        <p:pic>
          <p:nvPicPr>
            <p:cNvPr id="565" name="Google Shape;565;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6" name="Google Shape;566;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5 CfU 3 image options - jade">
  <p:cSld name="TITLE_AND_TWO_COLUMNS_1_1_7_1_1_1_2">
    <p:bg>
      <p:bgPr>
        <a:solidFill>
          <a:srgbClr val="E6F2F2"/>
        </a:solidFill>
      </p:bgPr>
    </p:bg>
    <p:spTree>
      <p:nvGrpSpPr>
        <p:cNvPr id="567" name="Shape 567"/>
        <p:cNvGrpSpPr/>
        <p:nvPr/>
      </p:nvGrpSpPr>
      <p:grpSpPr>
        <a:xfrm>
          <a:off x="0" y="0"/>
          <a:ext cx="0" cy="0"/>
          <a:chOff x="0" y="0"/>
          <a:chExt cx="0" cy="0"/>
        </a:xfrm>
      </p:grpSpPr>
      <p:pic>
        <p:nvPicPr>
          <p:cNvPr id="568" name="Google Shape;568;p4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69" name="Google Shape;569;p43"/>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43"/>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71" name="Google Shape;571;p4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72" name="Google Shape;572;p4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73" name="Google Shape;573;p43"/>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74" name="Google Shape;574;p43"/>
          <p:cNvSpPr/>
          <p:nvPr>
            <p:ph idx="3" type="pic"/>
          </p:nvPr>
        </p:nvSpPr>
        <p:spPr>
          <a:xfrm>
            <a:off x="324000" y="1893950"/>
            <a:ext cx="2555400" cy="1939500"/>
          </a:xfrm>
          <a:prstGeom prst="rect">
            <a:avLst/>
          </a:prstGeom>
          <a:noFill/>
          <a:ln>
            <a:noFill/>
          </a:ln>
        </p:spPr>
      </p:sp>
      <p:sp>
        <p:nvSpPr>
          <p:cNvPr id="575" name="Google Shape;575;p43"/>
          <p:cNvSpPr/>
          <p:nvPr>
            <p:ph idx="4" type="pic"/>
          </p:nvPr>
        </p:nvSpPr>
        <p:spPr>
          <a:xfrm>
            <a:off x="6256800" y="1893950"/>
            <a:ext cx="2555400" cy="1939500"/>
          </a:xfrm>
          <a:prstGeom prst="rect">
            <a:avLst/>
          </a:prstGeom>
          <a:noFill/>
          <a:ln>
            <a:noFill/>
          </a:ln>
        </p:spPr>
      </p:sp>
      <p:sp>
        <p:nvSpPr>
          <p:cNvPr id="576" name="Google Shape;576;p43"/>
          <p:cNvSpPr/>
          <p:nvPr>
            <p:ph idx="5" type="pic"/>
          </p:nvPr>
        </p:nvSpPr>
        <p:spPr>
          <a:xfrm>
            <a:off x="3294300" y="1893950"/>
            <a:ext cx="2555400" cy="1939500"/>
          </a:xfrm>
          <a:prstGeom prst="rect">
            <a:avLst/>
          </a:prstGeom>
          <a:noFill/>
          <a:ln>
            <a:noFill/>
          </a:ln>
        </p:spPr>
      </p:sp>
      <p:grpSp>
        <p:nvGrpSpPr>
          <p:cNvPr id="577" name="Google Shape;577;p43"/>
          <p:cNvGrpSpPr/>
          <p:nvPr/>
        </p:nvGrpSpPr>
        <p:grpSpPr>
          <a:xfrm>
            <a:off x="1381028" y="4148538"/>
            <a:ext cx="457200" cy="457200"/>
            <a:chOff x="1020916" y="1442088"/>
            <a:chExt cx="457200" cy="457200"/>
          </a:xfrm>
        </p:grpSpPr>
        <p:pic>
          <p:nvPicPr>
            <p:cNvPr id="578" name="Google Shape;578;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79" name="Google Shape;579;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80" name="Google Shape;580;p43"/>
          <p:cNvGrpSpPr/>
          <p:nvPr/>
        </p:nvGrpSpPr>
        <p:grpSpPr>
          <a:xfrm>
            <a:off x="4331066" y="4148550"/>
            <a:ext cx="457200" cy="457200"/>
            <a:chOff x="1020916" y="1442088"/>
            <a:chExt cx="457200" cy="457200"/>
          </a:xfrm>
        </p:grpSpPr>
        <p:pic>
          <p:nvPicPr>
            <p:cNvPr id="581" name="Google Shape;581;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82" name="Google Shape;582;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83" name="Google Shape;583;p43"/>
          <p:cNvGrpSpPr/>
          <p:nvPr/>
        </p:nvGrpSpPr>
        <p:grpSpPr>
          <a:xfrm>
            <a:off x="7305791" y="4148538"/>
            <a:ext cx="457200" cy="457200"/>
            <a:chOff x="1020916" y="1442088"/>
            <a:chExt cx="457200" cy="457200"/>
          </a:xfrm>
        </p:grpSpPr>
        <p:pic>
          <p:nvPicPr>
            <p:cNvPr id="584" name="Google Shape;584;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85" name="Google Shape;585;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5 CfU 3  image options - blue ">
  <p:cSld name="TITLE_AND_TWO_COLUMNS_1_1_7_2_1">
    <p:bg>
      <p:bgPr>
        <a:solidFill>
          <a:srgbClr val="EBEDFE"/>
        </a:solidFill>
      </p:bgPr>
    </p:bg>
    <p:spTree>
      <p:nvGrpSpPr>
        <p:cNvPr id="586" name="Shape 586"/>
        <p:cNvGrpSpPr/>
        <p:nvPr/>
      </p:nvGrpSpPr>
      <p:grpSpPr>
        <a:xfrm>
          <a:off x="0" y="0"/>
          <a:ext cx="0" cy="0"/>
          <a:chOff x="0" y="0"/>
          <a:chExt cx="0" cy="0"/>
        </a:xfrm>
      </p:grpSpPr>
      <p:pic>
        <p:nvPicPr>
          <p:cNvPr id="587" name="Google Shape;587;p4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88" name="Google Shape;588;p44"/>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44"/>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90" name="Google Shape;590;p4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91" name="Google Shape;591;p4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92" name="Google Shape;592;p44"/>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93" name="Google Shape;593;p44"/>
          <p:cNvSpPr/>
          <p:nvPr>
            <p:ph idx="3" type="pic"/>
          </p:nvPr>
        </p:nvSpPr>
        <p:spPr>
          <a:xfrm>
            <a:off x="324000" y="1893950"/>
            <a:ext cx="2555400" cy="1939500"/>
          </a:xfrm>
          <a:prstGeom prst="rect">
            <a:avLst/>
          </a:prstGeom>
          <a:noFill/>
          <a:ln>
            <a:noFill/>
          </a:ln>
        </p:spPr>
      </p:sp>
      <p:sp>
        <p:nvSpPr>
          <p:cNvPr id="594" name="Google Shape;594;p44"/>
          <p:cNvSpPr/>
          <p:nvPr>
            <p:ph idx="4" type="pic"/>
          </p:nvPr>
        </p:nvSpPr>
        <p:spPr>
          <a:xfrm>
            <a:off x="6256800" y="1893950"/>
            <a:ext cx="2555400" cy="1939500"/>
          </a:xfrm>
          <a:prstGeom prst="rect">
            <a:avLst/>
          </a:prstGeom>
          <a:noFill/>
          <a:ln>
            <a:noFill/>
          </a:ln>
        </p:spPr>
      </p:sp>
      <p:sp>
        <p:nvSpPr>
          <p:cNvPr id="595" name="Google Shape;595;p44"/>
          <p:cNvSpPr/>
          <p:nvPr>
            <p:ph idx="5" type="pic"/>
          </p:nvPr>
        </p:nvSpPr>
        <p:spPr>
          <a:xfrm>
            <a:off x="3294300" y="1893950"/>
            <a:ext cx="2555400" cy="1939500"/>
          </a:xfrm>
          <a:prstGeom prst="rect">
            <a:avLst/>
          </a:prstGeom>
          <a:noFill/>
          <a:ln>
            <a:noFill/>
          </a:ln>
        </p:spPr>
      </p:sp>
      <p:grpSp>
        <p:nvGrpSpPr>
          <p:cNvPr id="596" name="Google Shape;596;p44"/>
          <p:cNvGrpSpPr/>
          <p:nvPr/>
        </p:nvGrpSpPr>
        <p:grpSpPr>
          <a:xfrm>
            <a:off x="1381028" y="4148538"/>
            <a:ext cx="457200" cy="457200"/>
            <a:chOff x="1020916" y="1442088"/>
            <a:chExt cx="457200" cy="457200"/>
          </a:xfrm>
        </p:grpSpPr>
        <p:pic>
          <p:nvPicPr>
            <p:cNvPr id="597" name="Google Shape;597;p4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98" name="Google Shape;598;p4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99" name="Google Shape;599;p44"/>
          <p:cNvGrpSpPr/>
          <p:nvPr/>
        </p:nvGrpSpPr>
        <p:grpSpPr>
          <a:xfrm>
            <a:off x="4331066" y="4148550"/>
            <a:ext cx="457200" cy="457200"/>
            <a:chOff x="1020916" y="1442088"/>
            <a:chExt cx="457200" cy="457200"/>
          </a:xfrm>
        </p:grpSpPr>
        <p:pic>
          <p:nvPicPr>
            <p:cNvPr id="600" name="Google Shape;600;p4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01" name="Google Shape;601;p4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02" name="Google Shape;602;p44"/>
          <p:cNvGrpSpPr/>
          <p:nvPr/>
        </p:nvGrpSpPr>
        <p:grpSpPr>
          <a:xfrm>
            <a:off x="7305791" y="4148538"/>
            <a:ext cx="457200" cy="457200"/>
            <a:chOff x="1020916" y="1442088"/>
            <a:chExt cx="457200" cy="457200"/>
          </a:xfrm>
        </p:grpSpPr>
        <p:pic>
          <p:nvPicPr>
            <p:cNvPr id="603" name="Google Shape;603;p4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04" name="Google Shape;604;p4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5 CfU 3 image options - pink">
  <p:cSld name="TITLE_AND_TWO_COLUMNS_1_1_7_1_1_1_1_1">
    <p:bg>
      <p:bgPr>
        <a:solidFill>
          <a:srgbClr val="FAEAF6"/>
        </a:solidFill>
      </p:bgPr>
    </p:bg>
    <p:spTree>
      <p:nvGrpSpPr>
        <p:cNvPr id="605" name="Shape 605"/>
        <p:cNvGrpSpPr/>
        <p:nvPr/>
      </p:nvGrpSpPr>
      <p:grpSpPr>
        <a:xfrm>
          <a:off x="0" y="0"/>
          <a:ext cx="0" cy="0"/>
          <a:chOff x="0" y="0"/>
          <a:chExt cx="0" cy="0"/>
        </a:xfrm>
      </p:grpSpPr>
      <p:pic>
        <p:nvPicPr>
          <p:cNvPr id="606" name="Google Shape;606;p4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07" name="Google Shape;607;p45"/>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45"/>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09" name="Google Shape;609;p4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10" name="Google Shape;610;p4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11" name="Google Shape;611;p45"/>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12" name="Google Shape;612;p45"/>
          <p:cNvSpPr/>
          <p:nvPr>
            <p:ph idx="3" type="pic"/>
          </p:nvPr>
        </p:nvSpPr>
        <p:spPr>
          <a:xfrm>
            <a:off x="324000" y="1893950"/>
            <a:ext cx="2555400" cy="1939500"/>
          </a:xfrm>
          <a:prstGeom prst="rect">
            <a:avLst/>
          </a:prstGeom>
          <a:noFill/>
          <a:ln>
            <a:noFill/>
          </a:ln>
        </p:spPr>
      </p:sp>
      <p:sp>
        <p:nvSpPr>
          <p:cNvPr id="613" name="Google Shape;613;p45"/>
          <p:cNvSpPr/>
          <p:nvPr>
            <p:ph idx="4" type="pic"/>
          </p:nvPr>
        </p:nvSpPr>
        <p:spPr>
          <a:xfrm>
            <a:off x="6256800" y="1893950"/>
            <a:ext cx="2555400" cy="1939500"/>
          </a:xfrm>
          <a:prstGeom prst="rect">
            <a:avLst/>
          </a:prstGeom>
          <a:noFill/>
          <a:ln>
            <a:noFill/>
          </a:ln>
        </p:spPr>
      </p:sp>
      <p:sp>
        <p:nvSpPr>
          <p:cNvPr id="614" name="Google Shape;614;p45"/>
          <p:cNvSpPr/>
          <p:nvPr>
            <p:ph idx="5" type="pic"/>
          </p:nvPr>
        </p:nvSpPr>
        <p:spPr>
          <a:xfrm>
            <a:off x="3294300" y="1893950"/>
            <a:ext cx="2555400" cy="1939500"/>
          </a:xfrm>
          <a:prstGeom prst="rect">
            <a:avLst/>
          </a:prstGeom>
          <a:noFill/>
          <a:ln>
            <a:noFill/>
          </a:ln>
        </p:spPr>
      </p:sp>
      <p:grpSp>
        <p:nvGrpSpPr>
          <p:cNvPr id="615" name="Google Shape;615;p45"/>
          <p:cNvGrpSpPr/>
          <p:nvPr/>
        </p:nvGrpSpPr>
        <p:grpSpPr>
          <a:xfrm>
            <a:off x="1381028" y="4148538"/>
            <a:ext cx="457200" cy="457200"/>
            <a:chOff x="1020916" y="1442088"/>
            <a:chExt cx="457200" cy="457200"/>
          </a:xfrm>
        </p:grpSpPr>
        <p:pic>
          <p:nvPicPr>
            <p:cNvPr id="616" name="Google Shape;616;p4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17" name="Google Shape;617;p4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18" name="Google Shape;618;p45"/>
          <p:cNvGrpSpPr/>
          <p:nvPr/>
        </p:nvGrpSpPr>
        <p:grpSpPr>
          <a:xfrm>
            <a:off x="4331066" y="4148550"/>
            <a:ext cx="457200" cy="457200"/>
            <a:chOff x="1020916" y="1442088"/>
            <a:chExt cx="457200" cy="457200"/>
          </a:xfrm>
        </p:grpSpPr>
        <p:pic>
          <p:nvPicPr>
            <p:cNvPr id="619" name="Google Shape;619;p4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20" name="Google Shape;620;p4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21" name="Google Shape;621;p45"/>
          <p:cNvGrpSpPr/>
          <p:nvPr/>
        </p:nvGrpSpPr>
        <p:grpSpPr>
          <a:xfrm>
            <a:off x="7305791" y="4148538"/>
            <a:ext cx="457200" cy="457200"/>
            <a:chOff x="1020916" y="1442088"/>
            <a:chExt cx="457200" cy="457200"/>
          </a:xfrm>
        </p:grpSpPr>
        <p:pic>
          <p:nvPicPr>
            <p:cNvPr id="622" name="Google Shape;622;p4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23" name="Google Shape;623;p4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6 CfU blank - purple ">
  <p:cSld name="TITLE_AND_TWO_COLUMNS_1_1_6_2">
    <p:bg>
      <p:bgPr>
        <a:solidFill>
          <a:srgbClr val="F3EEFB"/>
        </a:solidFill>
      </p:bgPr>
    </p:bg>
    <p:spTree>
      <p:nvGrpSpPr>
        <p:cNvPr id="624" name="Shape 624"/>
        <p:cNvGrpSpPr/>
        <p:nvPr/>
      </p:nvGrpSpPr>
      <p:grpSpPr>
        <a:xfrm>
          <a:off x="0" y="0"/>
          <a:ext cx="0" cy="0"/>
          <a:chOff x="0" y="0"/>
          <a:chExt cx="0" cy="0"/>
        </a:xfrm>
      </p:grpSpPr>
      <p:pic>
        <p:nvPicPr>
          <p:cNvPr id="625" name="Google Shape;625;p46"/>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26" name="Google Shape;626;p46"/>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46"/>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28" name="Google Shape;628;p4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29" name="Google Shape;629;p4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30" name="Google Shape;630;p46"/>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6 CfU blank - jade ">
  <p:cSld name="TITLE_AND_TWO_COLUMNS_1_1_6_2_3_1">
    <p:bg>
      <p:bgPr>
        <a:solidFill>
          <a:srgbClr val="E6F2F2"/>
        </a:solidFill>
      </p:bgPr>
    </p:bg>
    <p:spTree>
      <p:nvGrpSpPr>
        <p:cNvPr id="631" name="Shape 631"/>
        <p:cNvGrpSpPr/>
        <p:nvPr/>
      </p:nvGrpSpPr>
      <p:grpSpPr>
        <a:xfrm>
          <a:off x="0" y="0"/>
          <a:ext cx="0" cy="0"/>
          <a:chOff x="0" y="0"/>
          <a:chExt cx="0" cy="0"/>
        </a:xfrm>
      </p:grpSpPr>
      <p:pic>
        <p:nvPicPr>
          <p:cNvPr id="632" name="Google Shape;632;p4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33" name="Google Shape;633;p47"/>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47"/>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35" name="Google Shape;635;p4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36" name="Google Shape;636;p4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637" name="Google Shape;637;p4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6 CfU blank - blue ">
  <p:cSld name="TITLE_AND_TWO_COLUMNS_1_1_6_3">
    <p:bg>
      <p:bgPr>
        <a:solidFill>
          <a:srgbClr val="EBEDFE"/>
        </a:solidFill>
      </p:bgPr>
    </p:bg>
    <p:spTree>
      <p:nvGrpSpPr>
        <p:cNvPr id="638" name="Shape 638"/>
        <p:cNvGrpSpPr/>
        <p:nvPr/>
      </p:nvGrpSpPr>
      <p:grpSpPr>
        <a:xfrm>
          <a:off x="0" y="0"/>
          <a:ext cx="0" cy="0"/>
          <a:chOff x="0" y="0"/>
          <a:chExt cx="0" cy="0"/>
        </a:xfrm>
      </p:grpSpPr>
      <p:pic>
        <p:nvPicPr>
          <p:cNvPr id="639" name="Google Shape;639;p4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40" name="Google Shape;640;p48"/>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48"/>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42" name="Google Shape;642;p4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43" name="Google Shape;643;p4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44" name="Google Shape;644;p48"/>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6 CfU blank - pink ">
  <p:cSld name="TITLE_AND_TWO_COLUMNS_1_1_6_2_3_1_1">
    <p:bg>
      <p:bgPr>
        <a:solidFill>
          <a:srgbClr val="FAEAF6"/>
        </a:solidFill>
      </p:bgPr>
    </p:bg>
    <p:spTree>
      <p:nvGrpSpPr>
        <p:cNvPr id="645" name="Shape 645"/>
        <p:cNvGrpSpPr/>
        <p:nvPr/>
      </p:nvGrpSpPr>
      <p:grpSpPr>
        <a:xfrm>
          <a:off x="0" y="0"/>
          <a:ext cx="0" cy="0"/>
          <a:chOff x="0" y="0"/>
          <a:chExt cx="0" cy="0"/>
        </a:xfrm>
      </p:grpSpPr>
      <p:pic>
        <p:nvPicPr>
          <p:cNvPr id="646" name="Google Shape;646;p4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47" name="Google Shape;647;p49"/>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49"/>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49" name="Google Shape;649;p4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50" name="Google Shape;650;p4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51" name="Google Shape;651;p49"/>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7 Practice - purple ">
  <p:cSld name="TITLE_AND_TWO_COLUMNS_1_1_5_1_3_1_1">
    <p:spTree>
      <p:nvGrpSpPr>
        <p:cNvPr id="652" name="Shape 652"/>
        <p:cNvGrpSpPr/>
        <p:nvPr/>
      </p:nvGrpSpPr>
      <p:grpSpPr>
        <a:xfrm>
          <a:off x="0" y="0"/>
          <a:ext cx="0" cy="0"/>
          <a:chOff x="0" y="0"/>
          <a:chExt cx="0" cy="0"/>
        </a:xfrm>
      </p:grpSpPr>
      <p:pic>
        <p:nvPicPr>
          <p:cNvPr id="653" name="Google Shape;653;p50"/>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54" name="Google Shape;654;p50"/>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50"/>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56" name="Google Shape;656;p50"/>
          <p:cNvSpPr txBox="1"/>
          <p:nvPr/>
        </p:nvSpPr>
        <p:spPr>
          <a:xfrm>
            <a:off x="324000" y="45525"/>
            <a:ext cx="10803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A</a:t>
            </a:r>
            <a:endParaRPr b="1" sz="2000">
              <a:solidFill>
                <a:schemeClr val="lt1"/>
              </a:solidFill>
              <a:latin typeface="Lexend"/>
              <a:ea typeface="Lexend"/>
              <a:cs typeface="Lexend"/>
              <a:sym typeface="Lexend"/>
            </a:endParaRPr>
          </a:p>
        </p:txBody>
      </p:sp>
      <p:sp>
        <p:nvSpPr>
          <p:cNvPr id="657" name="Google Shape;657;p50"/>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658" name="Google Shape;658;p50"/>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59" name="Google Shape;659;p5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7 Practice - jade">
  <p:cSld name="TITLE_AND_TWO_COLUMNS_1_1_5_1_3_1_1_1_1">
    <p:spTree>
      <p:nvGrpSpPr>
        <p:cNvPr id="660" name="Shape 660"/>
        <p:cNvGrpSpPr/>
        <p:nvPr/>
      </p:nvGrpSpPr>
      <p:grpSpPr>
        <a:xfrm>
          <a:off x="0" y="0"/>
          <a:ext cx="0" cy="0"/>
          <a:chOff x="0" y="0"/>
          <a:chExt cx="0" cy="0"/>
        </a:xfrm>
      </p:grpSpPr>
      <p:pic>
        <p:nvPicPr>
          <p:cNvPr id="661" name="Google Shape;661;p5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62" name="Google Shape;662;p51"/>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5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64" name="Google Shape;664;p5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Practice</a:t>
            </a:r>
            <a:endParaRPr b="1" sz="900">
              <a:solidFill>
                <a:srgbClr val="E6F2F2"/>
              </a:solidFill>
              <a:latin typeface="Lexend"/>
              <a:ea typeface="Lexend"/>
              <a:cs typeface="Lexend"/>
              <a:sym typeface="Lexend"/>
            </a:endParaRPr>
          </a:p>
        </p:txBody>
      </p:sp>
      <p:sp>
        <p:nvSpPr>
          <p:cNvPr id="665" name="Google Shape;665;p51"/>
          <p:cNvSpPr txBox="1"/>
          <p:nvPr/>
        </p:nvSpPr>
        <p:spPr>
          <a:xfrm>
            <a:off x="324000" y="45525"/>
            <a:ext cx="10038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B</a:t>
            </a:r>
            <a:endParaRPr b="1" sz="2000">
              <a:solidFill>
                <a:schemeClr val="lt1"/>
              </a:solidFill>
              <a:latin typeface="Lexend"/>
              <a:ea typeface="Lexend"/>
              <a:cs typeface="Lexend"/>
              <a:sym typeface="Lexend"/>
            </a:endParaRPr>
          </a:p>
        </p:txBody>
      </p:sp>
      <p:sp>
        <p:nvSpPr>
          <p:cNvPr id="666" name="Google Shape;666;p51"/>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667" name="Google Shape;667;p51"/>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7 Practice - blue ">
  <p:cSld name="TITLE_AND_TWO_COLUMNS_1_1_5_1_3_1_2">
    <p:spTree>
      <p:nvGrpSpPr>
        <p:cNvPr id="668" name="Shape 668"/>
        <p:cNvGrpSpPr/>
        <p:nvPr/>
      </p:nvGrpSpPr>
      <p:grpSpPr>
        <a:xfrm>
          <a:off x="0" y="0"/>
          <a:ext cx="0" cy="0"/>
          <a:chOff x="0" y="0"/>
          <a:chExt cx="0" cy="0"/>
        </a:xfrm>
      </p:grpSpPr>
      <p:pic>
        <p:nvPicPr>
          <p:cNvPr id="669" name="Google Shape;669;p5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70" name="Google Shape;670;p52"/>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5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72" name="Google Shape;672;p5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sp>
        <p:nvSpPr>
          <p:cNvPr id="673" name="Google Shape;673;p52"/>
          <p:cNvSpPr txBox="1"/>
          <p:nvPr/>
        </p:nvSpPr>
        <p:spPr>
          <a:xfrm>
            <a:off x="324000" y="45525"/>
            <a:ext cx="10191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C</a:t>
            </a:r>
            <a:endParaRPr b="1" sz="2000">
              <a:solidFill>
                <a:schemeClr val="lt1"/>
              </a:solidFill>
              <a:latin typeface="Lexend"/>
              <a:ea typeface="Lexend"/>
              <a:cs typeface="Lexend"/>
              <a:sym typeface="Lexend"/>
            </a:endParaRPr>
          </a:p>
        </p:txBody>
      </p:sp>
      <p:sp>
        <p:nvSpPr>
          <p:cNvPr id="674" name="Google Shape;674;p52"/>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675" name="Google Shape;675;p52"/>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7 Practice - pink">
  <p:cSld name="TITLE_AND_TWO_COLUMNS_1_1_5_1_3_1_1_1_1_1">
    <p:spTree>
      <p:nvGrpSpPr>
        <p:cNvPr id="676" name="Shape 676"/>
        <p:cNvGrpSpPr/>
        <p:nvPr/>
      </p:nvGrpSpPr>
      <p:grpSpPr>
        <a:xfrm>
          <a:off x="0" y="0"/>
          <a:ext cx="0" cy="0"/>
          <a:chOff x="0" y="0"/>
          <a:chExt cx="0" cy="0"/>
        </a:xfrm>
      </p:grpSpPr>
      <p:pic>
        <p:nvPicPr>
          <p:cNvPr id="677" name="Google Shape;677;p5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78" name="Google Shape;678;p53"/>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5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80" name="Google Shape;680;p5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Practice</a:t>
            </a:r>
            <a:endParaRPr b="1" sz="900">
              <a:solidFill>
                <a:srgbClr val="FAEAF6"/>
              </a:solidFill>
              <a:latin typeface="Lexend"/>
              <a:ea typeface="Lexend"/>
              <a:cs typeface="Lexend"/>
              <a:sym typeface="Lexend"/>
            </a:endParaRPr>
          </a:p>
        </p:txBody>
      </p:sp>
      <p:sp>
        <p:nvSpPr>
          <p:cNvPr id="681" name="Google Shape;681;p53"/>
          <p:cNvSpPr txBox="1"/>
          <p:nvPr/>
        </p:nvSpPr>
        <p:spPr>
          <a:xfrm>
            <a:off x="324000" y="45525"/>
            <a:ext cx="10419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D</a:t>
            </a:r>
            <a:endParaRPr b="1" sz="2000">
              <a:solidFill>
                <a:schemeClr val="lt1"/>
              </a:solidFill>
              <a:latin typeface="Lexend"/>
              <a:ea typeface="Lexend"/>
              <a:cs typeface="Lexend"/>
              <a:sym typeface="Lexend"/>
            </a:endParaRPr>
          </a:p>
        </p:txBody>
      </p:sp>
      <p:sp>
        <p:nvSpPr>
          <p:cNvPr id="682" name="Google Shape;682;p53"/>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683" name="Google Shape;683;p53"/>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8 Feedback - purple">
  <p:cSld name="TITLE_AND_TWO_COLUMNS_1_1_5_1_3_1_1_1">
    <p:bg>
      <p:bgPr>
        <a:solidFill>
          <a:srgbClr val="F3EEFB"/>
        </a:solidFill>
      </p:bgPr>
    </p:bg>
    <p:spTree>
      <p:nvGrpSpPr>
        <p:cNvPr id="684" name="Shape 684"/>
        <p:cNvGrpSpPr/>
        <p:nvPr/>
      </p:nvGrpSpPr>
      <p:grpSpPr>
        <a:xfrm>
          <a:off x="0" y="0"/>
          <a:ext cx="0" cy="0"/>
          <a:chOff x="0" y="0"/>
          <a:chExt cx="0" cy="0"/>
        </a:xfrm>
      </p:grpSpPr>
      <p:pic>
        <p:nvPicPr>
          <p:cNvPr id="685" name="Google Shape;685;p54"/>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86" name="Google Shape;686;p54"/>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5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88" name="Google Shape;688;p54"/>
          <p:cNvSpPr txBox="1"/>
          <p:nvPr/>
        </p:nvSpPr>
        <p:spPr>
          <a:xfrm>
            <a:off x="324000" y="45525"/>
            <a:ext cx="9657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A</a:t>
            </a:r>
            <a:endParaRPr b="1" sz="2000">
              <a:solidFill>
                <a:schemeClr val="lt1"/>
              </a:solidFill>
              <a:latin typeface="Lexend"/>
              <a:ea typeface="Lexend"/>
              <a:cs typeface="Lexend"/>
              <a:sym typeface="Lexend"/>
            </a:endParaRPr>
          </a:p>
        </p:txBody>
      </p:sp>
      <p:sp>
        <p:nvSpPr>
          <p:cNvPr id="689" name="Google Shape;689;p54"/>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690" name="Google Shape;690;p5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91" name="Google Shape;691;p5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Feedback</a:t>
            </a:r>
            <a:endParaRPr b="1" sz="900">
              <a:solidFill>
                <a:srgbClr val="F3EEFB"/>
              </a:solidFill>
              <a:latin typeface="Lexend"/>
              <a:ea typeface="Lexend"/>
              <a:cs typeface="Lexend"/>
              <a:sym typeface="Lexen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8 Feedback - jade">
  <p:cSld name="TITLE_AND_TWO_COLUMNS_1_1_5_1_3_1_1_1_1_2">
    <p:bg>
      <p:bgPr>
        <a:solidFill>
          <a:srgbClr val="E6F2F2"/>
        </a:solidFill>
      </p:bgPr>
    </p:bg>
    <p:spTree>
      <p:nvGrpSpPr>
        <p:cNvPr id="692" name="Shape 692"/>
        <p:cNvGrpSpPr/>
        <p:nvPr/>
      </p:nvGrpSpPr>
      <p:grpSpPr>
        <a:xfrm>
          <a:off x="0" y="0"/>
          <a:ext cx="0" cy="0"/>
          <a:chOff x="0" y="0"/>
          <a:chExt cx="0" cy="0"/>
        </a:xfrm>
      </p:grpSpPr>
      <p:pic>
        <p:nvPicPr>
          <p:cNvPr id="693" name="Google Shape;693;p5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94" name="Google Shape;694;p55"/>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5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96" name="Google Shape;696;p55"/>
          <p:cNvSpPr txBox="1"/>
          <p:nvPr/>
        </p:nvSpPr>
        <p:spPr>
          <a:xfrm>
            <a:off x="324000" y="45525"/>
            <a:ext cx="10497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B</a:t>
            </a:r>
            <a:endParaRPr b="1" sz="2000">
              <a:solidFill>
                <a:schemeClr val="lt1"/>
              </a:solidFill>
              <a:latin typeface="Lexend"/>
              <a:ea typeface="Lexend"/>
              <a:cs typeface="Lexend"/>
              <a:sym typeface="Lexend"/>
            </a:endParaRPr>
          </a:p>
        </p:txBody>
      </p:sp>
      <p:sp>
        <p:nvSpPr>
          <p:cNvPr id="697" name="Google Shape;697;p55"/>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sp>
        <p:nvSpPr>
          <p:cNvPr id="698" name="Google Shape;698;p5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699" name="Google Shape;699;p5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8 Feedback - blue">
  <p:cSld name="TITLE_AND_TWO_COLUMNS_1_1_5_1_3_1_2_1">
    <p:bg>
      <p:bgPr>
        <a:solidFill>
          <a:srgbClr val="EBEDFE"/>
        </a:solidFill>
      </p:bgPr>
    </p:bg>
    <p:spTree>
      <p:nvGrpSpPr>
        <p:cNvPr id="700" name="Shape 700"/>
        <p:cNvGrpSpPr/>
        <p:nvPr/>
      </p:nvGrpSpPr>
      <p:grpSpPr>
        <a:xfrm>
          <a:off x="0" y="0"/>
          <a:ext cx="0" cy="0"/>
          <a:chOff x="0" y="0"/>
          <a:chExt cx="0" cy="0"/>
        </a:xfrm>
      </p:grpSpPr>
      <p:pic>
        <p:nvPicPr>
          <p:cNvPr id="701" name="Google Shape;701;p5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02" name="Google Shape;702;p56"/>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56"/>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04" name="Google Shape;704;p56"/>
          <p:cNvSpPr txBox="1"/>
          <p:nvPr/>
        </p:nvSpPr>
        <p:spPr>
          <a:xfrm>
            <a:off x="324000" y="45525"/>
            <a:ext cx="10344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C</a:t>
            </a:r>
            <a:endParaRPr b="1" sz="2000">
              <a:solidFill>
                <a:schemeClr val="lt1"/>
              </a:solidFill>
              <a:latin typeface="Lexend"/>
              <a:ea typeface="Lexend"/>
              <a:cs typeface="Lexend"/>
              <a:sym typeface="Lexend"/>
            </a:endParaRPr>
          </a:p>
        </p:txBody>
      </p:sp>
      <p:sp>
        <p:nvSpPr>
          <p:cNvPr id="705" name="Google Shape;705;p56"/>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sp>
        <p:nvSpPr>
          <p:cNvPr id="706" name="Google Shape;706;p5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707" name="Google Shape;707;p5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8 Feedback - pink">
  <p:cSld name="TITLE_AND_TWO_COLUMNS_1_1_5_1_3_1_1_1_1_1_1">
    <p:bg>
      <p:bgPr>
        <a:solidFill>
          <a:srgbClr val="FAEAF6"/>
        </a:solidFill>
      </p:bgPr>
    </p:bg>
    <p:spTree>
      <p:nvGrpSpPr>
        <p:cNvPr id="708" name="Shape 708"/>
        <p:cNvGrpSpPr/>
        <p:nvPr/>
      </p:nvGrpSpPr>
      <p:grpSpPr>
        <a:xfrm>
          <a:off x="0" y="0"/>
          <a:ext cx="0" cy="0"/>
          <a:chOff x="0" y="0"/>
          <a:chExt cx="0" cy="0"/>
        </a:xfrm>
      </p:grpSpPr>
      <p:pic>
        <p:nvPicPr>
          <p:cNvPr id="709" name="Google Shape;709;p5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10" name="Google Shape;710;p57"/>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57"/>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12" name="Google Shape;712;p57"/>
          <p:cNvSpPr txBox="1"/>
          <p:nvPr/>
        </p:nvSpPr>
        <p:spPr>
          <a:xfrm>
            <a:off x="324000" y="45525"/>
            <a:ext cx="9885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D</a:t>
            </a:r>
            <a:endParaRPr b="1" sz="2000">
              <a:solidFill>
                <a:schemeClr val="lt1"/>
              </a:solidFill>
              <a:latin typeface="Lexend"/>
              <a:ea typeface="Lexend"/>
              <a:cs typeface="Lexend"/>
              <a:sym typeface="Lexend"/>
            </a:endParaRPr>
          </a:p>
        </p:txBody>
      </p:sp>
      <p:sp>
        <p:nvSpPr>
          <p:cNvPr id="713" name="Google Shape;713;p57"/>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sp>
        <p:nvSpPr>
          <p:cNvPr id="714" name="Google Shape;714;p5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Feedback</a:t>
            </a:r>
            <a:endParaRPr b="1" sz="900">
              <a:solidFill>
                <a:srgbClr val="FAEAF6"/>
              </a:solidFill>
              <a:latin typeface="Lexend"/>
              <a:ea typeface="Lexend"/>
              <a:cs typeface="Lexend"/>
              <a:sym typeface="Lexend"/>
            </a:endParaRPr>
          </a:p>
        </p:txBody>
      </p:sp>
      <p:pic>
        <p:nvPicPr>
          <p:cNvPr id="715" name="Google Shape;715;p5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1">
  <p:cSld name="TITLE_AND_TWO_COLUMNS_1_1_5_1_2_1">
    <p:spTree>
      <p:nvGrpSpPr>
        <p:cNvPr id="716" name="Shape 716"/>
        <p:cNvGrpSpPr/>
        <p:nvPr/>
      </p:nvGrpSpPr>
      <p:grpSpPr>
        <a:xfrm>
          <a:off x="0" y="0"/>
          <a:ext cx="0" cy="0"/>
          <a:chOff x="0" y="0"/>
          <a:chExt cx="0" cy="0"/>
        </a:xfrm>
      </p:grpSpPr>
      <p:sp>
        <p:nvSpPr>
          <p:cNvPr id="717" name="Google Shape;717;p58"/>
          <p:cNvSpPr/>
          <p:nvPr/>
        </p:nvSpPr>
        <p:spPr>
          <a:xfrm>
            <a:off x="0" y="0"/>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18" name="Google Shape;718;p58"/>
          <p:cNvPicPr preferRelativeResize="0"/>
          <p:nvPr/>
        </p:nvPicPr>
        <p:blipFill rotWithShape="1">
          <a:blip r:embed="rId2">
            <a:alphaModFix/>
          </a:blip>
          <a:srcRect b="1709" l="0" r="0" t="1699"/>
          <a:stretch/>
        </p:blipFill>
        <p:spPr>
          <a:xfrm>
            <a:off x="0" y="535825"/>
            <a:ext cx="9151202" cy="116709"/>
          </a:xfrm>
          <a:prstGeom prst="rect">
            <a:avLst/>
          </a:prstGeom>
          <a:noFill/>
          <a:ln>
            <a:noFill/>
          </a:ln>
        </p:spPr>
      </p:pic>
      <p:sp>
        <p:nvSpPr>
          <p:cNvPr id="719" name="Google Shape;719;p58"/>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20" name="Google Shape;720;p58"/>
          <p:cNvSpPr txBox="1"/>
          <p:nvPr/>
        </p:nvSpPr>
        <p:spPr>
          <a:xfrm>
            <a:off x="324000" y="112500"/>
            <a:ext cx="13167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721" name="Google Shape;721;p58"/>
          <p:cNvSpPr txBox="1"/>
          <p:nvPr>
            <p:ph type="title"/>
          </p:nvPr>
        </p:nvSpPr>
        <p:spPr>
          <a:xfrm>
            <a:off x="1684800" y="157525"/>
            <a:ext cx="5741400" cy="3828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2">
  <p:cSld name="TITLE_AND_TWO_COLUMNS_1_1_5_1_2">
    <p:spTree>
      <p:nvGrpSpPr>
        <p:cNvPr id="722" name="Shape 722"/>
        <p:cNvGrpSpPr/>
        <p:nvPr/>
      </p:nvGrpSpPr>
      <p:grpSpPr>
        <a:xfrm>
          <a:off x="0" y="0"/>
          <a:ext cx="0" cy="0"/>
          <a:chOff x="0" y="0"/>
          <a:chExt cx="0" cy="0"/>
        </a:xfrm>
      </p:grpSpPr>
      <p:sp>
        <p:nvSpPr>
          <p:cNvPr id="723" name="Google Shape;723;p59"/>
          <p:cNvSpPr/>
          <p:nvPr/>
        </p:nvSpPr>
        <p:spPr>
          <a:xfrm>
            <a:off x="0" y="0"/>
            <a:ext cx="9144300" cy="773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24" name="Google Shape;724;p59"/>
          <p:cNvPicPr preferRelativeResize="0"/>
          <p:nvPr/>
        </p:nvPicPr>
        <p:blipFill rotWithShape="1">
          <a:blip r:embed="rId2">
            <a:alphaModFix/>
          </a:blip>
          <a:srcRect b="1709" l="0" r="0" t="1699"/>
          <a:stretch/>
        </p:blipFill>
        <p:spPr>
          <a:xfrm>
            <a:off x="0" y="769550"/>
            <a:ext cx="9151202" cy="116709"/>
          </a:xfrm>
          <a:prstGeom prst="rect">
            <a:avLst/>
          </a:prstGeom>
          <a:noFill/>
          <a:ln>
            <a:noFill/>
          </a:ln>
        </p:spPr>
      </p:pic>
      <p:sp>
        <p:nvSpPr>
          <p:cNvPr id="725" name="Google Shape;725;p59"/>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26" name="Google Shape;726;p59"/>
          <p:cNvSpPr txBox="1"/>
          <p:nvPr/>
        </p:nvSpPr>
        <p:spPr>
          <a:xfrm>
            <a:off x="324000" y="112500"/>
            <a:ext cx="13167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727" name="Google Shape;727;p59"/>
          <p:cNvSpPr txBox="1"/>
          <p:nvPr>
            <p:ph type="title"/>
          </p:nvPr>
        </p:nvSpPr>
        <p:spPr>
          <a:xfrm>
            <a:off x="1684800" y="157525"/>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3 Projectable quiz" showMasterSp="0">
  <p:cSld name="Title Slide 3_1">
    <p:bg>
      <p:bgPr>
        <a:solidFill>
          <a:schemeClr val="lt1"/>
        </a:solidFill>
      </p:bgPr>
    </p:bg>
    <p:spTree>
      <p:nvGrpSpPr>
        <p:cNvPr id="728" name="Shape 728"/>
        <p:cNvGrpSpPr/>
        <p:nvPr/>
      </p:nvGrpSpPr>
      <p:grpSpPr>
        <a:xfrm>
          <a:off x="0" y="0"/>
          <a:ext cx="0" cy="0"/>
          <a:chOff x="0" y="0"/>
          <a:chExt cx="0" cy="0"/>
        </a:xfrm>
      </p:grpSpPr>
      <p:pic>
        <p:nvPicPr>
          <p:cNvPr id="729" name="Google Shape;729;p60"/>
          <p:cNvPicPr preferRelativeResize="0"/>
          <p:nvPr/>
        </p:nvPicPr>
        <p:blipFill>
          <a:blip r:embed="rId2">
            <a:alphaModFix/>
          </a:blip>
          <a:stretch>
            <a:fillRect/>
          </a:stretch>
        </p:blipFill>
        <p:spPr>
          <a:xfrm>
            <a:off x="8524129" y="4430050"/>
            <a:ext cx="234000" cy="318241"/>
          </a:xfrm>
          <a:prstGeom prst="rect">
            <a:avLst/>
          </a:prstGeom>
          <a:noFill/>
          <a:ln>
            <a:noFill/>
          </a:ln>
        </p:spPr>
      </p:pic>
      <p:sp>
        <p:nvSpPr>
          <p:cNvPr id="730" name="Google Shape;730;p60"/>
          <p:cNvSpPr txBox="1"/>
          <p:nvPr/>
        </p:nvSpPr>
        <p:spPr>
          <a:xfrm>
            <a:off x="1977450" y="3132468"/>
            <a:ext cx="51891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600">
                <a:solidFill>
                  <a:schemeClr val="dk1"/>
                </a:solidFill>
                <a:latin typeface="Lexend"/>
                <a:ea typeface="Lexend"/>
                <a:cs typeface="Lexend"/>
                <a:sym typeface="Lexend"/>
              </a:rPr>
              <a:t>Click to open the interactive quiz</a:t>
            </a:r>
            <a:endParaRPr sz="1600">
              <a:solidFill>
                <a:schemeClr val="dk1"/>
              </a:solidFill>
              <a:latin typeface="Lexend"/>
              <a:ea typeface="Lexend"/>
              <a:cs typeface="Lexend"/>
              <a:sym typeface="Lexend"/>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4 Items to copy-paste">
  <p:cSld name="CUSTOM_104_1_2_1_1">
    <p:spTree>
      <p:nvGrpSpPr>
        <p:cNvPr id="731" name="Shape 731"/>
        <p:cNvGrpSpPr/>
        <p:nvPr/>
      </p:nvGrpSpPr>
      <p:grpSpPr>
        <a:xfrm>
          <a:off x="0" y="0"/>
          <a:ext cx="0" cy="0"/>
          <a:chOff x="0" y="0"/>
          <a:chExt cx="0" cy="0"/>
        </a:xfrm>
      </p:grpSpPr>
      <p:sp>
        <p:nvSpPr>
          <p:cNvPr id="732" name="Google Shape;732;p61"/>
          <p:cNvSpPr/>
          <p:nvPr/>
        </p:nvSpPr>
        <p:spPr>
          <a:xfrm>
            <a:off x="3217188" y="4171902"/>
            <a:ext cx="5214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Tick</a:t>
            </a:r>
            <a:endParaRPr i="0" sz="1600" u="none" cap="none" strike="noStrike">
              <a:solidFill>
                <a:schemeClr val="dk1"/>
              </a:solidFill>
              <a:latin typeface="Lexend"/>
              <a:ea typeface="Lexend"/>
              <a:cs typeface="Lexend"/>
              <a:sym typeface="Lexend"/>
            </a:endParaRPr>
          </a:p>
        </p:txBody>
      </p:sp>
      <p:sp>
        <p:nvSpPr>
          <p:cNvPr id="733" name="Google Shape;733;p61"/>
          <p:cNvSpPr/>
          <p:nvPr/>
        </p:nvSpPr>
        <p:spPr>
          <a:xfrm>
            <a:off x="483925" y="193075"/>
            <a:ext cx="6671700" cy="374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chemeClr val="dk1"/>
                </a:solidFill>
                <a:latin typeface="Lexend"/>
                <a:ea typeface="Lexend"/>
                <a:cs typeface="Lexend"/>
                <a:sym typeface="Lexend"/>
              </a:rPr>
              <a:t>Items to copy and paste</a:t>
            </a:r>
            <a:endParaRPr b="0" i="0" sz="2000" u="none" cap="none" strike="noStrike">
              <a:solidFill>
                <a:schemeClr val="dk1"/>
              </a:solidFill>
              <a:latin typeface="Calibri"/>
              <a:ea typeface="Calibri"/>
              <a:cs typeface="Calibri"/>
              <a:sym typeface="Calibri"/>
            </a:endParaRPr>
          </a:p>
        </p:txBody>
      </p:sp>
      <p:sp>
        <p:nvSpPr>
          <p:cNvPr id="734" name="Google Shape;734;p61"/>
          <p:cNvSpPr/>
          <p:nvPr/>
        </p:nvSpPr>
        <p:spPr>
          <a:xfrm>
            <a:off x="7459200" y="352650"/>
            <a:ext cx="1684800" cy="374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i="0" lang="en-GB" sz="1600" u="none" cap="none" strike="noStrike">
                <a:solidFill>
                  <a:schemeClr val="dk1"/>
                </a:solidFill>
                <a:latin typeface="Lexend"/>
                <a:ea typeface="Lexend"/>
                <a:cs typeface="Lexend"/>
                <a:sym typeface="Lexend"/>
              </a:rPr>
              <a:t>Video frame</a:t>
            </a:r>
            <a:endParaRPr i="0" sz="1600" u="none" cap="none" strike="noStrike">
              <a:solidFill>
                <a:schemeClr val="dk1"/>
              </a:solidFill>
              <a:latin typeface="Lexend"/>
              <a:ea typeface="Lexend"/>
              <a:cs typeface="Lexend"/>
              <a:sym typeface="Lexend"/>
            </a:endParaRPr>
          </a:p>
        </p:txBody>
      </p:sp>
      <p:sp>
        <p:nvSpPr>
          <p:cNvPr id="735" name="Google Shape;735;p61"/>
          <p:cNvSpPr/>
          <p:nvPr/>
        </p:nvSpPr>
        <p:spPr>
          <a:xfrm>
            <a:off x="628788" y="4171893"/>
            <a:ext cx="1579200" cy="2634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600">
                <a:solidFill>
                  <a:schemeClr val="dk1"/>
                </a:solidFill>
                <a:latin typeface="Lexend"/>
                <a:ea typeface="Lexend"/>
                <a:cs typeface="Lexend"/>
                <a:sym typeface="Lexend"/>
              </a:rPr>
              <a:t>Agenda dot</a:t>
            </a:r>
            <a:endParaRPr sz="1600">
              <a:solidFill>
                <a:schemeClr val="dk1"/>
              </a:solidFill>
              <a:latin typeface="Lexend"/>
              <a:ea typeface="Lexend"/>
              <a:cs typeface="Lexend"/>
              <a:sym typeface="Lexend"/>
            </a:endParaRPr>
          </a:p>
        </p:txBody>
      </p:sp>
      <p:sp>
        <p:nvSpPr>
          <p:cNvPr id="736" name="Google Shape;736;p61"/>
          <p:cNvSpPr/>
          <p:nvPr/>
        </p:nvSpPr>
        <p:spPr>
          <a:xfrm>
            <a:off x="5891525" y="2313000"/>
            <a:ext cx="1796400" cy="380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CfU option letters</a:t>
            </a:r>
            <a:endParaRPr i="0" sz="1600" u="none" cap="none" strike="noStrike">
              <a:solidFill>
                <a:schemeClr val="dk1"/>
              </a:solidFill>
              <a:latin typeface="Lexend"/>
              <a:ea typeface="Lexend"/>
              <a:cs typeface="Lexend"/>
              <a:sym typeface="Lexend"/>
            </a:endParaRPr>
          </a:p>
        </p:txBody>
      </p:sp>
      <p:sp>
        <p:nvSpPr>
          <p:cNvPr id="737" name="Google Shape;737;p61"/>
          <p:cNvSpPr/>
          <p:nvPr/>
        </p:nvSpPr>
        <p:spPr>
          <a:xfrm>
            <a:off x="933601" y="2371650"/>
            <a:ext cx="11799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audio</a:t>
            </a:r>
            <a:endParaRPr i="0" sz="1600" u="none" cap="none" strike="noStrike">
              <a:solidFill>
                <a:schemeClr val="dk1"/>
              </a:solidFill>
              <a:latin typeface="Lexend"/>
              <a:ea typeface="Lexend"/>
              <a:cs typeface="Lexend"/>
              <a:sym typeface="Lexend"/>
            </a:endParaRPr>
          </a:p>
        </p:txBody>
      </p:sp>
      <p:sp>
        <p:nvSpPr>
          <p:cNvPr id="738" name="Google Shape;738;p61"/>
          <p:cNvSpPr/>
          <p:nvPr/>
        </p:nvSpPr>
        <p:spPr>
          <a:xfrm>
            <a:off x="3444210" y="2377200"/>
            <a:ext cx="1116600" cy="2523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video</a:t>
            </a:r>
            <a:endParaRPr i="0" sz="1600" u="none" cap="none" strike="noStrike">
              <a:solidFill>
                <a:schemeClr val="dk1"/>
              </a:solidFill>
              <a:latin typeface="Lexend"/>
              <a:ea typeface="Lexend"/>
              <a:cs typeface="Lexend"/>
              <a:sym typeface="Lexend"/>
            </a:endParaRPr>
          </a:p>
        </p:txBody>
      </p:sp>
      <p:sp>
        <p:nvSpPr>
          <p:cNvPr id="739" name="Google Shape;739;p61"/>
          <p:cNvSpPr/>
          <p:nvPr/>
        </p:nvSpPr>
        <p:spPr>
          <a:xfrm>
            <a:off x="4747799" y="4171900"/>
            <a:ext cx="6942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Cross</a:t>
            </a:r>
            <a:endParaRPr i="0" sz="1600" u="none" cap="none" strike="noStrike">
              <a:solidFill>
                <a:schemeClr val="dk1"/>
              </a:solidFill>
              <a:latin typeface="Lexend"/>
              <a:ea typeface="Lexend"/>
              <a:cs typeface="Lexend"/>
              <a:sym typeface="Lexend"/>
            </a:endParaRPr>
          </a:p>
        </p:txBody>
      </p:sp>
      <p:sp>
        <p:nvSpPr>
          <p:cNvPr id="740" name="Google Shape;740;p61"/>
          <p:cNvSpPr/>
          <p:nvPr/>
        </p:nvSpPr>
        <p:spPr>
          <a:xfrm>
            <a:off x="6451200" y="4171900"/>
            <a:ext cx="14217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Reading icon</a:t>
            </a:r>
            <a:endParaRPr i="0" sz="1600" u="none" cap="none" strike="noStrike">
              <a:solidFill>
                <a:schemeClr val="dk1"/>
              </a:solidFill>
              <a:latin typeface="Lexend"/>
              <a:ea typeface="Lexend"/>
              <a:cs typeface="Lexend"/>
              <a:sym typeface="Lexend"/>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5 OGL">
  <p:cSld name="CUSTOM_5_1">
    <p:bg>
      <p:bgPr>
        <a:solidFill>
          <a:srgbClr val="BEF2BD"/>
        </a:solidFill>
      </p:bgPr>
    </p:bg>
    <p:spTree>
      <p:nvGrpSpPr>
        <p:cNvPr id="741" name="Shape 741"/>
        <p:cNvGrpSpPr/>
        <p:nvPr/>
      </p:nvGrpSpPr>
      <p:grpSpPr>
        <a:xfrm>
          <a:off x="0" y="0"/>
          <a:ext cx="0" cy="0"/>
          <a:chOff x="0" y="0"/>
          <a:chExt cx="0" cy="0"/>
        </a:xfrm>
      </p:grpSpPr>
      <p:pic>
        <p:nvPicPr>
          <p:cNvPr id="742" name="Google Shape;742;p62"/>
          <p:cNvPicPr preferRelativeResize="0"/>
          <p:nvPr/>
        </p:nvPicPr>
        <p:blipFill>
          <a:blip r:embed="rId2">
            <a:alphaModFix/>
          </a:blip>
          <a:stretch>
            <a:fillRect/>
          </a:stretch>
        </p:blipFill>
        <p:spPr>
          <a:xfrm>
            <a:off x="347200" y="1111870"/>
            <a:ext cx="7945600" cy="2919776"/>
          </a:xfrm>
          <a:prstGeom prst="rect">
            <a:avLst/>
          </a:prstGeom>
          <a:noFill/>
          <a:ln>
            <a:noFill/>
          </a:ln>
        </p:spPr>
      </p:pic>
      <p:sp>
        <p:nvSpPr>
          <p:cNvPr id="743" name="Google Shape;743;p62"/>
          <p:cNvSpPr txBox="1"/>
          <p:nvPr>
            <p:ph idx="1" type="subTitle"/>
          </p:nvPr>
        </p:nvSpPr>
        <p:spPr>
          <a:xfrm>
            <a:off x="661775" y="1190413"/>
            <a:ext cx="7351200" cy="2762700"/>
          </a:xfrm>
          <a:prstGeom prst="rect">
            <a:avLst/>
          </a:prstGeom>
        </p:spPr>
        <p:txBody>
          <a:bodyPr anchorCtr="0" anchor="ctr" bIns="0" lIns="0" spcFirstLastPara="1" rIns="0" wrap="square" tIns="0">
            <a:no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6 Blank">
  <p:cSld name="CUSTOM_6">
    <p:spTree>
      <p:nvGrpSpPr>
        <p:cNvPr id="744" name="Shape 744"/>
        <p:cNvGrpSpPr/>
        <p:nvPr/>
      </p:nvGrpSpPr>
      <p:grpSpPr>
        <a:xfrm>
          <a:off x="0" y="0"/>
          <a:ext cx="0" cy="0"/>
          <a:chOff x="0" y="0"/>
          <a:chExt cx="0" cy="0"/>
        </a:xfrm>
      </p:grpSpPr>
      <p:sp>
        <p:nvSpPr>
          <p:cNvPr id="745" name="Google Shape;745;p63"/>
          <p:cNvSpPr txBox="1"/>
          <p:nvPr>
            <p:ph type="title"/>
          </p:nvPr>
        </p:nvSpPr>
        <p:spPr>
          <a:xfrm>
            <a:off x="459000" y="73800"/>
            <a:ext cx="6600600" cy="814500"/>
          </a:xfrm>
          <a:prstGeom prst="rect">
            <a:avLst/>
          </a:prstGeom>
        </p:spPr>
        <p:txBody>
          <a:bodyPr anchorCtr="0" anchor="t" bIns="0" lIns="0" spcFirstLastPara="1" rIns="0" wrap="square" tIns="0">
            <a:noAutofit/>
          </a:bodyPr>
          <a:lstStyle>
            <a:lvl1pPr lvl="0">
              <a:spcBef>
                <a:spcPts val="0"/>
              </a:spcBef>
              <a:spcAft>
                <a:spcPts val="0"/>
              </a:spcAft>
              <a:buSzPts val="2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3) 1">
  <p:cSld name="CUSTOM_3_2_1">
    <p:spTree>
      <p:nvGrpSpPr>
        <p:cNvPr id="746" name="Shape 746"/>
        <p:cNvGrpSpPr/>
        <p:nvPr/>
      </p:nvGrpSpPr>
      <p:grpSpPr>
        <a:xfrm>
          <a:off x="0" y="0"/>
          <a:ext cx="0" cy="0"/>
          <a:chOff x="0" y="0"/>
          <a:chExt cx="0" cy="0"/>
        </a:xfrm>
      </p:grpSpPr>
      <p:pic>
        <p:nvPicPr>
          <p:cNvPr id="747" name="Google Shape;747;p64"/>
          <p:cNvPicPr preferRelativeResize="0"/>
          <p:nvPr/>
        </p:nvPicPr>
        <p:blipFill rotWithShape="1">
          <a:blip r:embed="rId2">
            <a:alphaModFix/>
          </a:blip>
          <a:srcRect b="4438" l="0" r="0" t="4429"/>
          <a:stretch/>
        </p:blipFill>
        <p:spPr>
          <a:xfrm>
            <a:off x="863550" y="3642223"/>
            <a:ext cx="7439125" cy="563227"/>
          </a:xfrm>
          <a:prstGeom prst="rect">
            <a:avLst/>
          </a:prstGeom>
          <a:noFill/>
          <a:ln>
            <a:noFill/>
          </a:ln>
        </p:spPr>
      </p:pic>
      <p:pic>
        <p:nvPicPr>
          <p:cNvPr id="748" name="Google Shape;748;p64"/>
          <p:cNvPicPr preferRelativeResize="0"/>
          <p:nvPr/>
        </p:nvPicPr>
        <p:blipFill rotWithShape="1">
          <a:blip r:embed="rId3">
            <a:alphaModFix/>
          </a:blip>
          <a:srcRect b="0" l="74623" r="0" t="0"/>
          <a:stretch/>
        </p:blipFill>
        <p:spPr>
          <a:xfrm>
            <a:off x="863550" y="3600900"/>
            <a:ext cx="145900" cy="645874"/>
          </a:xfrm>
          <a:prstGeom prst="rect">
            <a:avLst/>
          </a:prstGeom>
          <a:noFill/>
          <a:ln>
            <a:noFill/>
          </a:ln>
        </p:spPr>
      </p:pic>
      <p:pic>
        <p:nvPicPr>
          <p:cNvPr id="749" name="Google Shape;749;p64"/>
          <p:cNvPicPr preferRelativeResize="0"/>
          <p:nvPr/>
        </p:nvPicPr>
        <p:blipFill rotWithShape="1">
          <a:blip r:embed="rId4">
            <a:alphaModFix/>
          </a:blip>
          <a:srcRect b="3669" l="0" r="0" t="3678"/>
          <a:stretch/>
        </p:blipFill>
        <p:spPr>
          <a:xfrm>
            <a:off x="863550" y="2704186"/>
            <a:ext cx="7439126" cy="572074"/>
          </a:xfrm>
          <a:prstGeom prst="rect">
            <a:avLst/>
          </a:prstGeom>
          <a:noFill/>
          <a:ln>
            <a:noFill/>
          </a:ln>
        </p:spPr>
      </p:pic>
      <p:pic>
        <p:nvPicPr>
          <p:cNvPr id="750" name="Google Shape;750;p64"/>
          <p:cNvPicPr preferRelativeResize="0"/>
          <p:nvPr/>
        </p:nvPicPr>
        <p:blipFill rotWithShape="1">
          <a:blip r:embed="rId3">
            <a:alphaModFix/>
          </a:blip>
          <a:srcRect b="0" l="74623" r="0" t="0"/>
          <a:stretch/>
        </p:blipFill>
        <p:spPr>
          <a:xfrm>
            <a:off x="863550" y="2677988"/>
            <a:ext cx="145900" cy="645874"/>
          </a:xfrm>
          <a:prstGeom prst="rect">
            <a:avLst/>
          </a:prstGeom>
          <a:noFill/>
          <a:ln>
            <a:noFill/>
          </a:ln>
        </p:spPr>
      </p:pic>
      <p:pic>
        <p:nvPicPr>
          <p:cNvPr id="751" name="Google Shape;751;p64"/>
          <p:cNvPicPr preferRelativeResize="0"/>
          <p:nvPr/>
        </p:nvPicPr>
        <p:blipFill rotWithShape="1">
          <a:blip r:embed="rId5">
            <a:alphaModFix/>
          </a:blip>
          <a:srcRect b="3669" l="0" r="0" t="3678"/>
          <a:stretch/>
        </p:blipFill>
        <p:spPr>
          <a:xfrm>
            <a:off x="863550" y="1678325"/>
            <a:ext cx="7439126" cy="572074"/>
          </a:xfrm>
          <a:prstGeom prst="rect">
            <a:avLst/>
          </a:prstGeom>
          <a:noFill/>
          <a:ln>
            <a:noFill/>
          </a:ln>
        </p:spPr>
      </p:pic>
      <p:pic>
        <p:nvPicPr>
          <p:cNvPr id="752" name="Google Shape;752;p64"/>
          <p:cNvPicPr preferRelativeResize="0"/>
          <p:nvPr/>
        </p:nvPicPr>
        <p:blipFill rotWithShape="1">
          <a:blip r:embed="rId3">
            <a:alphaModFix/>
          </a:blip>
          <a:srcRect b="0" l="74623" r="0" t="0"/>
          <a:stretch/>
        </p:blipFill>
        <p:spPr>
          <a:xfrm>
            <a:off x="863550" y="1643475"/>
            <a:ext cx="145900" cy="645874"/>
          </a:xfrm>
          <a:prstGeom prst="rect">
            <a:avLst/>
          </a:prstGeom>
          <a:noFill/>
          <a:ln>
            <a:noFill/>
          </a:ln>
        </p:spPr>
      </p:pic>
      <p:cxnSp>
        <p:nvCxnSpPr>
          <p:cNvPr id="753" name="Google Shape;753;p64"/>
          <p:cNvCxnSpPr>
            <a:endCxn id="754" idx="2"/>
          </p:cNvCxnSpPr>
          <p:nvPr/>
        </p:nvCxnSpPr>
        <p:spPr>
          <a:xfrm>
            <a:off x="647802" y="1841897"/>
            <a:ext cx="0" cy="2366400"/>
          </a:xfrm>
          <a:prstGeom prst="straightConnector1">
            <a:avLst/>
          </a:prstGeom>
          <a:noFill/>
          <a:ln cap="flat" cmpd="sng" w="38100">
            <a:solidFill>
              <a:srgbClr val="282828"/>
            </a:solidFill>
            <a:prstDash val="solid"/>
            <a:round/>
            <a:headEnd len="sm" w="sm" type="none"/>
            <a:tailEnd len="sm" w="sm" type="none"/>
          </a:ln>
        </p:spPr>
      </p:cxnSp>
      <p:pic>
        <p:nvPicPr>
          <p:cNvPr id="754" name="Google Shape;754;p64"/>
          <p:cNvPicPr preferRelativeResize="0"/>
          <p:nvPr/>
        </p:nvPicPr>
        <p:blipFill rotWithShape="1">
          <a:blip r:embed="rId6">
            <a:alphaModFix/>
          </a:blip>
          <a:srcRect b="0" l="0" r="0" t="0"/>
          <a:stretch/>
        </p:blipFill>
        <p:spPr>
          <a:xfrm>
            <a:off x="366079" y="3636220"/>
            <a:ext cx="563446" cy="572077"/>
          </a:xfrm>
          <a:prstGeom prst="rect">
            <a:avLst/>
          </a:prstGeom>
          <a:noFill/>
          <a:ln>
            <a:noFill/>
          </a:ln>
        </p:spPr>
      </p:pic>
      <p:pic>
        <p:nvPicPr>
          <p:cNvPr id="755" name="Google Shape;755;p64"/>
          <p:cNvPicPr preferRelativeResize="0"/>
          <p:nvPr/>
        </p:nvPicPr>
        <p:blipFill rotWithShape="1">
          <a:blip r:embed="rId7">
            <a:alphaModFix/>
          </a:blip>
          <a:srcRect b="0" l="0" r="0" t="0"/>
          <a:stretch/>
        </p:blipFill>
        <p:spPr>
          <a:xfrm>
            <a:off x="363482" y="1682508"/>
            <a:ext cx="563185" cy="572092"/>
          </a:xfrm>
          <a:prstGeom prst="rect">
            <a:avLst/>
          </a:prstGeom>
          <a:noFill/>
          <a:ln>
            <a:noFill/>
          </a:ln>
        </p:spPr>
      </p:pic>
      <p:sp>
        <p:nvSpPr>
          <p:cNvPr id="756" name="Google Shape;756;p64"/>
          <p:cNvSpPr txBox="1"/>
          <p:nvPr>
            <p:ph type="title"/>
          </p:nvPr>
        </p:nvSpPr>
        <p:spPr>
          <a:xfrm>
            <a:off x="1224600" y="1787025"/>
            <a:ext cx="6850800" cy="3693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lgn="l">
              <a:lnSpc>
                <a:spcPct val="100000"/>
              </a:lnSpc>
              <a:spcBef>
                <a:spcPts val="0"/>
              </a:spcBef>
              <a:spcAft>
                <a:spcPts val="0"/>
              </a:spcAft>
              <a:buSzPts val="1800"/>
              <a:buNone/>
              <a:defRPr sz="1800"/>
            </a:lvl2pPr>
            <a:lvl3pPr lvl="2" rtl="0" algn="l">
              <a:lnSpc>
                <a:spcPct val="100000"/>
              </a:lnSpc>
              <a:spcBef>
                <a:spcPts val="0"/>
              </a:spcBef>
              <a:spcAft>
                <a:spcPts val="0"/>
              </a:spcAft>
              <a:buSzPts val="1800"/>
              <a:buNone/>
              <a:defRPr sz="1800"/>
            </a:lvl3pPr>
            <a:lvl4pPr lvl="3" rtl="0" algn="l">
              <a:lnSpc>
                <a:spcPct val="100000"/>
              </a:lnSpc>
              <a:spcBef>
                <a:spcPts val="0"/>
              </a:spcBef>
              <a:spcAft>
                <a:spcPts val="0"/>
              </a:spcAft>
              <a:buSzPts val="1800"/>
              <a:buNone/>
              <a:defRPr sz="1800"/>
            </a:lvl4pPr>
            <a:lvl5pPr lvl="4" rtl="0" algn="l">
              <a:lnSpc>
                <a:spcPct val="100000"/>
              </a:lnSpc>
              <a:spcBef>
                <a:spcPts val="0"/>
              </a:spcBef>
              <a:spcAft>
                <a:spcPts val="0"/>
              </a:spcAft>
              <a:buSzPts val="1800"/>
              <a:buNone/>
              <a:defRPr sz="1800"/>
            </a:lvl5pPr>
            <a:lvl6pPr lvl="5" rtl="0" algn="l">
              <a:lnSpc>
                <a:spcPct val="100000"/>
              </a:lnSpc>
              <a:spcBef>
                <a:spcPts val="0"/>
              </a:spcBef>
              <a:spcAft>
                <a:spcPts val="0"/>
              </a:spcAft>
              <a:buSzPts val="1800"/>
              <a:buNone/>
              <a:defRPr sz="1800"/>
            </a:lvl6pPr>
            <a:lvl7pPr lvl="6" rtl="0" algn="l">
              <a:lnSpc>
                <a:spcPct val="100000"/>
              </a:lnSpc>
              <a:spcBef>
                <a:spcPts val="0"/>
              </a:spcBef>
              <a:spcAft>
                <a:spcPts val="0"/>
              </a:spcAft>
              <a:buSzPts val="1800"/>
              <a:buNone/>
              <a:defRPr sz="1800"/>
            </a:lvl7pPr>
            <a:lvl8pPr lvl="7" rtl="0" algn="l">
              <a:lnSpc>
                <a:spcPct val="100000"/>
              </a:lnSpc>
              <a:spcBef>
                <a:spcPts val="0"/>
              </a:spcBef>
              <a:spcAft>
                <a:spcPts val="0"/>
              </a:spcAft>
              <a:buSzPts val="1800"/>
              <a:buNone/>
              <a:defRPr sz="1800"/>
            </a:lvl8pPr>
            <a:lvl9pPr lvl="8" rtl="0" algn="l">
              <a:lnSpc>
                <a:spcPct val="100000"/>
              </a:lnSpc>
              <a:spcBef>
                <a:spcPts val="0"/>
              </a:spcBef>
              <a:spcAft>
                <a:spcPts val="0"/>
              </a:spcAft>
              <a:buSzPts val="1800"/>
              <a:buNone/>
              <a:defRPr sz="1800"/>
            </a:lvl9pPr>
          </a:lstStyle>
          <a:p/>
        </p:txBody>
      </p:sp>
      <p:sp>
        <p:nvSpPr>
          <p:cNvPr id="757" name="Google Shape;757;p64"/>
          <p:cNvSpPr txBox="1"/>
          <p:nvPr>
            <p:ph idx="2" type="title"/>
          </p:nvPr>
        </p:nvSpPr>
        <p:spPr>
          <a:xfrm>
            <a:off x="1224000" y="2830775"/>
            <a:ext cx="6850800" cy="3693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lgn="l">
              <a:lnSpc>
                <a:spcPct val="100000"/>
              </a:lnSpc>
              <a:spcBef>
                <a:spcPts val="0"/>
              </a:spcBef>
              <a:spcAft>
                <a:spcPts val="0"/>
              </a:spcAft>
              <a:buSzPts val="1800"/>
              <a:buNone/>
              <a:defRPr sz="1800"/>
            </a:lvl2pPr>
            <a:lvl3pPr lvl="2" rtl="0" algn="l">
              <a:lnSpc>
                <a:spcPct val="100000"/>
              </a:lnSpc>
              <a:spcBef>
                <a:spcPts val="0"/>
              </a:spcBef>
              <a:spcAft>
                <a:spcPts val="0"/>
              </a:spcAft>
              <a:buSzPts val="1800"/>
              <a:buNone/>
              <a:defRPr sz="1800"/>
            </a:lvl3pPr>
            <a:lvl4pPr lvl="3" rtl="0" algn="l">
              <a:lnSpc>
                <a:spcPct val="100000"/>
              </a:lnSpc>
              <a:spcBef>
                <a:spcPts val="0"/>
              </a:spcBef>
              <a:spcAft>
                <a:spcPts val="0"/>
              </a:spcAft>
              <a:buSzPts val="1800"/>
              <a:buNone/>
              <a:defRPr sz="1800"/>
            </a:lvl4pPr>
            <a:lvl5pPr lvl="4" rtl="0" algn="l">
              <a:lnSpc>
                <a:spcPct val="100000"/>
              </a:lnSpc>
              <a:spcBef>
                <a:spcPts val="0"/>
              </a:spcBef>
              <a:spcAft>
                <a:spcPts val="0"/>
              </a:spcAft>
              <a:buSzPts val="1800"/>
              <a:buNone/>
              <a:defRPr sz="1800"/>
            </a:lvl5pPr>
            <a:lvl6pPr lvl="5" rtl="0" algn="l">
              <a:lnSpc>
                <a:spcPct val="100000"/>
              </a:lnSpc>
              <a:spcBef>
                <a:spcPts val="0"/>
              </a:spcBef>
              <a:spcAft>
                <a:spcPts val="0"/>
              </a:spcAft>
              <a:buSzPts val="1800"/>
              <a:buNone/>
              <a:defRPr sz="1800"/>
            </a:lvl6pPr>
            <a:lvl7pPr lvl="6" rtl="0" algn="l">
              <a:lnSpc>
                <a:spcPct val="100000"/>
              </a:lnSpc>
              <a:spcBef>
                <a:spcPts val="0"/>
              </a:spcBef>
              <a:spcAft>
                <a:spcPts val="0"/>
              </a:spcAft>
              <a:buSzPts val="1800"/>
              <a:buNone/>
              <a:defRPr sz="1800"/>
            </a:lvl7pPr>
            <a:lvl8pPr lvl="7" rtl="0" algn="l">
              <a:lnSpc>
                <a:spcPct val="100000"/>
              </a:lnSpc>
              <a:spcBef>
                <a:spcPts val="0"/>
              </a:spcBef>
              <a:spcAft>
                <a:spcPts val="0"/>
              </a:spcAft>
              <a:buSzPts val="1800"/>
              <a:buNone/>
              <a:defRPr sz="1800"/>
            </a:lvl8pPr>
            <a:lvl9pPr lvl="8" rtl="0" algn="l">
              <a:lnSpc>
                <a:spcPct val="100000"/>
              </a:lnSpc>
              <a:spcBef>
                <a:spcPts val="0"/>
              </a:spcBef>
              <a:spcAft>
                <a:spcPts val="0"/>
              </a:spcAft>
              <a:buSzPts val="1800"/>
              <a:buNone/>
              <a:defRPr sz="1800"/>
            </a:lvl9pPr>
          </a:lstStyle>
          <a:p/>
        </p:txBody>
      </p:sp>
      <p:sp>
        <p:nvSpPr>
          <p:cNvPr id="758" name="Google Shape;758;p64"/>
          <p:cNvSpPr txBox="1"/>
          <p:nvPr>
            <p:ph idx="3" type="title"/>
          </p:nvPr>
        </p:nvSpPr>
        <p:spPr>
          <a:xfrm>
            <a:off x="1224000" y="3758277"/>
            <a:ext cx="6850800" cy="3693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lgn="l">
              <a:lnSpc>
                <a:spcPct val="100000"/>
              </a:lnSpc>
              <a:spcBef>
                <a:spcPts val="0"/>
              </a:spcBef>
              <a:spcAft>
                <a:spcPts val="0"/>
              </a:spcAft>
              <a:buSzPts val="1800"/>
              <a:buNone/>
              <a:defRPr sz="1800"/>
            </a:lvl2pPr>
            <a:lvl3pPr lvl="2" rtl="0" algn="l">
              <a:lnSpc>
                <a:spcPct val="100000"/>
              </a:lnSpc>
              <a:spcBef>
                <a:spcPts val="0"/>
              </a:spcBef>
              <a:spcAft>
                <a:spcPts val="0"/>
              </a:spcAft>
              <a:buSzPts val="1800"/>
              <a:buNone/>
              <a:defRPr sz="1800"/>
            </a:lvl3pPr>
            <a:lvl4pPr lvl="3" rtl="0" algn="l">
              <a:lnSpc>
                <a:spcPct val="100000"/>
              </a:lnSpc>
              <a:spcBef>
                <a:spcPts val="0"/>
              </a:spcBef>
              <a:spcAft>
                <a:spcPts val="0"/>
              </a:spcAft>
              <a:buSzPts val="1800"/>
              <a:buNone/>
              <a:defRPr sz="1800"/>
            </a:lvl4pPr>
            <a:lvl5pPr lvl="4" rtl="0" algn="l">
              <a:lnSpc>
                <a:spcPct val="100000"/>
              </a:lnSpc>
              <a:spcBef>
                <a:spcPts val="0"/>
              </a:spcBef>
              <a:spcAft>
                <a:spcPts val="0"/>
              </a:spcAft>
              <a:buSzPts val="1800"/>
              <a:buNone/>
              <a:defRPr sz="1800"/>
            </a:lvl5pPr>
            <a:lvl6pPr lvl="5" rtl="0" algn="l">
              <a:lnSpc>
                <a:spcPct val="100000"/>
              </a:lnSpc>
              <a:spcBef>
                <a:spcPts val="0"/>
              </a:spcBef>
              <a:spcAft>
                <a:spcPts val="0"/>
              </a:spcAft>
              <a:buSzPts val="1800"/>
              <a:buNone/>
              <a:defRPr sz="1800"/>
            </a:lvl6pPr>
            <a:lvl7pPr lvl="6" rtl="0" algn="l">
              <a:lnSpc>
                <a:spcPct val="100000"/>
              </a:lnSpc>
              <a:spcBef>
                <a:spcPts val="0"/>
              </a:spcBef>
              <a:spcAft>
                <a:spcPts val="0"/>
              </a:spcAft>
              <a:buSzPts val="1800"/>
              <a:buNone/>
              <a:defRPr sz="1800"/>
            </a:lvl7pPr>
            <a:lvl8pPr lvl="7" rtl="0" algn="l">
              <a:lnSpc>
                <a:spcPct val="100000"/>
              </a:lnSpc>
              <a:spcBef>
                <a:spcPts val="0"/>
              </a:spcBef>
              <a:spcAft>
                <a:spcPts val="0"/>
              </a:spcAft>
              <a:buSzPts val="1800"/>
              <a:buNone/>
              <a:defRPr sz="1800"/>
            </a:lvl8pPr>
            <a:lvl9pPr lvl="8" rtl="0" algn="l">
              <a:lnSpc>
                <a:spcPct val="100000"/>
              </a:lnSpc>
              <a:spcBef>
                <a:spcPts val="0"/>
              </a:spcBef>
              <a:spcAft>
                <a:spcPts val="0"/>
              </a:spcAft>
              <a:buSzPts val="1800"/>
              <a:buNone/>
              <a:defRPr sz="1800"/>
            </a:lvl9pPr>
          </a:lstStyle>
          <a:p/>
        </p:txBody>
      </p:sp>
      <p:pic>
        <p:nvPicPr>
          <p:cNvPr id="759" name="Google Shape;759;p64"/>
          <p:cNvPicPr preferRelativeResize="0"/>
          <p:nvPr/>
        </p:nvPicPr>
        <p:blipFill rotWithShape="1">
          <a:blip r:embed="rId8">
            <a:alphaModFix/>
          </a:blip>
          <a:srcRect b="0" l="0" r="0" t="0"/>
          <a:stretch/>
        </p:blipFill>
        <p:spPr>
          <a:xfrm>
            <a:off x="363340" y="2703416"/>
            <a:ext cx="563446" cy="572077"/>
          </a:xfrm>
          <a:prstGeom prst="rect">
            <a:avLst/>
          </a:prstGeom>
          <a:noFill/>
          <a:ln>
            <a:noFill/>
          </a:ln>
        </p:spPr>
      </p:pic>
      <p:sp>
        <p:nvSpPr>
          <p:cNvPr id="760" name="Google Shape;760;p64"/>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761" name="Google Shape;761;p64"/>
          <p:cNvPicPr preferRelativeResize="0"/>
          <p:nvPr/>
        </p:nvPicPr>
        <p:blipFill rotWithShape="1">
          <a:blip r:embed="rId9">
            <a:alphaModFix/>
          </a:blip>
          <a:srcRect b="1709" l="0" r="0" t="1699"/>
          <a:stretch/>
        </p:blipFill>
        <p:spPr>
          <a:xfrm>
            <a:off x="-12" y="481650"/>
            <a:ext cx="9151202" cy="116709"/>
          </a:xfrm>
          <a:prstGeom prst="rect">
            <a:avLst/>
          </a:prstGeom>
          <a:noFill/>
          <a:ln>
            <a:noFill/>
          </a:ln>
        </p:spPr>
      </p:pic>
      <p:sp>
        <p:nvSpPr>
          <p:cNvPr id="762" name="Google Shape;762;p64"/>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chemeClr val="dk1"/>
                </a:solidFill>
                <a:latin typeface="Lexend"/>
                <a:ea typeface="Lexend"/>
                <a:cs typeface="Lexend"/>
                <a:sym typeface="Lexend"/>
              </a:rPr>
              <a:t>Lesson outline</a:t>
            </a:r>
            <a:endParaRPr b="1" i="0" sz="2000" u="none" cap="none" strike="noStrike">
              <a:solidFill>
                <a:schemeClr val="dk1"/>
              </a:solidFill>
              <a:latin typeface="Lexend"/>
              <a:ea typeface="Lexend"/>
              <a:cs typeface="Lexend"/>
              <a:sym typeface="Lexend"/>
            </a:endParaRPr>
          </a:p>
        </p:txBody>
      </p:sp>
      <p:sp>
        <p:nvSpPr>
          <p:cNvPr id="763" name="Google Shape;763;p64"/>
          <p:cNvSpPr txBox="1"/>
          <p:nvPr>
            <p:ph idx="4" type="title"/>
          </p:nvPr>
        </p:nvSpPr>
        <p:spPr>
          <a:xfrm>
            <a:off x="324000" y="657600"/>
            <a:ext cx="5741400" cy="6156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Font typeface="Lexend"/>
              <a:buNone/>
              <a:defRPr b="0" sz="1800">
                <a:latin typeface="Lexend"/>
                <a:ea typeface="Lexend"/>
                <a:cs typeface="Lexend"/>
                <a:sym typeface="Lexend"/>
              </a:defRPr>
            </a:lvl1pPr>
            <a:lvl2pPr lvl="1" rtl="0" algn="l">
              <a:lnSpc>
                <a:spcPct val="100000"/>
              </a:lnSpc>
              <a:spcBef>
                <a:spcPts val="0"/>
              </a:spcBef>
              <a:spcAft>
                <a:spcPts val="0"/>
              </a:spcAft>
              <a:buSzPts val="1800"/>
              <a:buNone/>
              <a:defRPr sz="1800"/>
            </a:lvl2pPr>
            <a:lvl3pPr lvl="2" rtl="0" algn="l">
              <a:lnSpc>
                <a:spcPct val="100000"/>
              </a:lnSpc>
              <a:spcBef>
                <a:spcPts val="0"/>
              </a:spcBef>
              <a:spcAft>
                <a:spcPts val="0"/>
              </a:spcAft>
              <a:buSzPts val="1800"/>
              <a:buNone/>
              <a:defRPr sz="1800"/>
            </a:lvl3pPr>
            <a:lvl4pPr lvl="3" rtl="0" algn="l">
              <a:lnSpc>
                <a:spcPct val="100000"/>
              </a:lnSpc>
              <a:spcBef>
                <a:spcPts val="0"/>
              </a:spcBef>
              <a:spcAft>
                <a:spcPts val="0"/>
              </a:spcAft>
              <a:buSzPts val="1800"/>
              <a:buNone/>
              <a:defRPr sz="1800"/>
            </a:lvl4pPr>
            <a:lvl5pPr lvl="4" rtl="0" algn="l">
              <a:lnSpc>
                <a:spcPct val="100000"/>
              </a:lnSpc>
              <a:spcBef>
                <a:spcPts val="0"/>
              </a:spcBef>
              <a:spcAft>
                <a:spcPts val="0"/>
              </a:spcAft>
              <a:buSzPts val="1800"/>
              <a:buNone/>
              <a:defRPr sz="1800"/>
            </a:lvl5pPr>
            <a:lvl6pPr lvl="5" rtl="0" algn="l">
              <a:lnSpc>
                <a:spcPct val="100000"/>
              </a:lnSpc>
              <a:spcBef>
                <a:spcPts val="0"/>
              </a:spcBef>
              <a:spcAft>
                <a:spcPts val="0"/>
              </a:spcAft>
              <a:buSzPts val="1800"/>
              <a:buNone/>
              <a:defRPr sz="1800"/>
            </a:lvl6pPr>
            <a:lvl7pPr lvl="6" rtl="0" algn="l">
              <a:lnSpc>
                <a:spcPct val="100000"/>
              </a:lnSpc>
              <a:spcBef>
                <a:spcPts val="0"/>
              </a:spcBef>
              <a:spcAft>
                <a:spcPts val="0"/>
              </a:spcAft>
              <a:buSzPts val="1800"/>
              <a:buNone/>
              <a:defRPr sz="1800"/>
            </a:lvl7pPr>
            <a:lvl8pPr lvl="7" rtl="0" algn="l">
              <a:lnSpc>
                <a:spcPct val="100000"/>
              </a:lnSpc>
              <a:spcBef>
                <a:spcPts val="0"/>
              </a:spcBef>
              <a:spcAft>
                <a:spcPts val="0"/>
              </a:spcAft>
              <a:buSzPts val="1800"/>
              <a:buNone/>
              <a:defRPr sz="1800"/>
            </a:lvl8pPr>
            <a:lvl9pPr lvl="8" rtl="0" algn="l">
              <a:lnSpc>
                <a:spcPct val="100000"/>
              </a:lnSpc>
              <a:spcBef>
                <a:spcPts val="0"/>
              </a:spcBef>
              <a:spcAft>
                <a:spcPts val="0"/>
              </a:spcAft>
              <a:buSzPts val="1800"/>
              <a:buNone/>
              <a:defRPr sz="1800"/>
            </a:lvl9pPr>
          </a:lstStyle>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7 Practice - purple  1">
  <p:cSld name="TITLE_AND_TWO_COLUMNS_1_1_5_1_3_1_1_2">
    <p:spTree>
      <p:nvGrpSpPr>
        <p:cNvPr id="764" name="Shape 764"/>
        <p:cNvGrpSpPr/>
        <p:nvPr/>
      </p:nvGrpSpPr>
      <p:grpSpPr>
        <a:xfrm>
          <a:off x="0" y="0"/>
          <a:ext cx="0" cy="0"/>
          <a:chOff x="0" y="0"/>
          <a:chExt cx="0" cy="0"/>
        </a:xfrm>
      </p:grpSpPr>
      <p:pic>
        <p:nvPicPr>
          <p:cNvPr id="765" name="Google Shape;765;p65"/>
          <p:cNvPicPr preferRelativeResize="0"/>
          <p:nvPr/>
        </p:nvPicPr>
        <p:blipFill rotWithShape="1">
          <a:blip r:embed="rId2">
            <a:alphaModFix/>
          </a:blip>
          <a:srcRect b="0" l="0" r="0" t="0"/>
          <a:stretch/>
        </p:blipFill>
        <p:spPr>
          <a:xfrm>
            <a:off x="0" y="532525"/>
            <a:ext cx="9151202" cy="116709"/>
          </a:xfrm>
          <a:prstGeom prst="rect">
            <a:avLst/>
          </a:prstGeom>
          <a:noFill/>
          <a:ln>
            <a:noFill/>
          </a:ln>
        </p:spPr>
      </p:pic>
      <p:sp>
        <p:nvSpPr>
          <p:cNvPr id="766" name="Google Shape;766;p65"/>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7" name="Google Shape;767;p65"/>
          <p:cNvSpPr txBox="1"/>
          <p:nvPr>
            <p:ph idx="1" type="body"/>
          </p:nvPr>
        </p:nvSpPr>
        <p:spPr>
          <a:xfrm>
            <a:off x="324000" y="759300"/>
            <a:ext cx="8237700" cy="3020700"/>
          </a:xfrm>
          <a:prstGeom prst="rect">
            <a:avLst/>
          </a:prstGeom>
          <a:noFill/>
          <a:ln>
            <a:noFill/>
          </a:ln>
        </p:spPr>
        <p:txBody>
          <a:bodyPr anchorCtr="0" anchor="t" bIns="0" lIns="0" spcFirstLastPara="1" rIns="0" wrap="square" tIns="0">
            <a:noAutofit/>
          </a:bodyPr>
          <a:lstStyle>
            <a:lvl1pPr indent="-368300" lvl="0" marL="457200" rtl="0" algn="l">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lgn="l">
              <a:lnSpc>
                <a:spcPct val="130000"/>
              </a:lnSpc>
              <a:spcBef>
                <a:spcPts val="1000"/>
              </a:spcBef>
              <a:spcAft>
                <a:spcPts val="0"/>
              </a:spcAft>
              <a:buSzPts val="2200"/>
              <a:buFont typeface="Lexend"/>
              <a:buChar char="–"/>
              <a:defRPr sz="2200">
                <a:latin typeface="Lexend"/>
                <a:ea typeface="Lexend"/>
                <a:cs typeface="Lexend"/>
                <a:sym typeface="Lexend"/>
              </a:defRPr>
            </a:lvl2pPr>
            <a:lvl3pPr indent="-355600" lvl="2" marL="1371600" rtl="0" algn="l">
              <a:lnSpc>
                <a:spcPct val="130000"/>
              </a:lnSpc>
              <a:spcBef>
                <a:spcPts val="1000"/>
              </a:spcBef>
              <a:spcAft>
                <a:spcPts val="0"/>
              </a:spcAft>
              <a:buSzPts val="2000"/>
              <a:buFont typeface="Lexend"/>
              <a:buChar char="–"/>
              <a:defRPr>
                <a:latin typeface="Lexend"/>
                <a:ea typeface="Lexend"/>
                <a:cs typeface="Lexend"/>
                <a:sym typeface="Lexend"/>
              </a:defRPr>
            </a:lvl3pPr>
            <a:lvl4pPr indent="-368300" lvl="3" marL="1828800" rtl="0" algn="l">
              <a:lnSpc>
                <a:spcPct val="130000"/>
              </a:lnSpc>
              <a:spcBef>
                <a:spcPts val="800"/>
              </a:spcBef>
              <a:spcAft>
                <a:spcPts val="0"/>
              </a:spcAft>
              <a:buSzPts val="2200"/>
              <a:buFont typeface="Lexend"/>
              <a:buChar char="–"/>
              <a:defRPr sz="2200">
                <a:latin typeface="Lexend"/>
                <a:ea typeface="Lexend"/>
                <a:cs typeface="Lexend"/>
                <a:sym typeface="Lexend"/>
              </a:defRPr>
            </a:lvl4pPr>
            <a:lvl5pPr indent="-342900" lvl="4" marL="2286000" rtl="0" algn="l">
              <a:lnSpc>
                <a:spcPct val="130000"/>
              </a:lnSpc>
              <a:spcBef>
                <a:spcPts val="800"/>
              </a:spcBef>
              <a:spcAft>
                <a:spcPts val="0"/>
              </a:spcAft>
              <a:buSzPts val="1800"/>
              <a:buFont typeface="Lexend"/>
              <a:buChar char="–"/>
              <a:defRPr>
                <a:latin typeface="Lexend"/>
                <a:ea typeface="Lexend"/>
                <a:cs typeface="Lexend"/>
                <a:sym typeface="Lexend"/>
              </a:defRPr>
            </a:lvl5pPr>
            <a:lvl6pPr indent="-342900" lvl="5" marL="2743200" rtl="0" algn="l">
              <a:lnSpc>
                <a:spcPct val="130000"/>
              </a:lnSpc>
              <a:spcBef>
                <a:spcPts val="600"/>
              </a:spcBef>
              <a:spcAft>
                <a:spcPts val="0"/>
              </a:spcAft>
              <a:buSzPts val="1800"/>
              <a:buFont typeface="Lexend"/>
              <a:buChar char="–"/>
              <a:defRPr sz="1800">
                <a:latin typeface="Lexend"/>
                <a:ea typeface="Lexend"/>
                <a:cs typeface="Lexend"/>
                <a:sym typeface="Lexend"/>
              </a:defRPr>
            </a:lvl6pPr>
            <a:lvl7pPr indent="-342900" lvl="6" marL="3200400" rtl="0" algn="l">
              <a:lnSpc>
                <a:spcPct val="130000"/>
              </a:lnSpc>
              <a:spcBef>
                <a:spcPts val="600"/>
              </a:spcBef>
              <a:spcAft>
                <a:spcPts val="0"/>
              </a:spcAft>
              <a:buSzPts val="1800"/>
              <a:buFont typeface="Lexend"/>
              <a:buChar char="–"/>
              <a:defRPr>
                <a:latin typeface="Lexend"/>
                <a:ea typeface="Lexend"/>
                <a:cs typeface="Lexend"/>
                <a:sym typeface="Lexend"/>
              </a:defRPr>
            </a:lvl7pPr>
            <a:lvl8pPr indent="-342900" lvl="7" marL="3657600" rtl="0" algn="l">
              <a:lnSpc>
                <a:spcPct val="130000"/>
              </a:lnSpc>
              <a:spcBef>
                <a:spcPts val="400"/>
              </a:spcBef>
              <a:spcAft>
                <a:spcPts val="0"/>
              </a:spcAft>
              <a:buSzPts val="1800"/>
              <a:buFont typeface="Lexend"/>
              <a:buChar char="–"/>
              <a:defRPr>
                <a:latin typeface="Lexend"/>
                <a:ea typeface="Lexend"/>
                <a:cs typeface="Lexend"/>
                <a:sym typeface="Lexend"/>
              </a:defRPr>
            </a:lvl8pPr>
            <a:lvl9pPr indent="-342900" lvl="8" marL="4114800" rtl="0" algn="l">
              <a:lnSpc>
                <a:spcPct val="130000"/>
              </a:lnSpc>
              <a:spcBef>
                <a:spcPts val="400"/>
              </a:spcBef>
              <a:spcAft>
                <a:spcPts val="200"/>
              </a:spcAft>
              <a:buSzPts val="1800"/>
              <a:buFont typeface="Lexend"/>
              <a:buChar char="–"/>
              <a:defRPr>
                <a:latin typeface="Lexend"/>
                <a:ea typeface="Lexend"/>
                <a:cs typeface="Lexend"/>
                <a:sym typeface="Lexend"/>
              </a:defRPr>
            </a:lvl9pPr>
          </a:lstStyle>
          <a:p/>
        </p:txBody>
      </p:sp>
      <p:sp>
        <p:nvSpPr>
          <p:cNvPr id="768" name="Google Shape;768;p65"/>
          <p:cNvSpPr txBox="1"/>
          <p:nvPr/>
        </p:nvSpPr>
        <p:spPr>
          <a:xfrm>
            <a:off x="324000" y="45525"/>
            <a:ext cx="1080300" cy="492600"/>
          </a:xfrm>
          <a:prstGeom prst="rect">
            <a:avLst/>
          </a:prstGeom>
          <a:noFill/>
          <a:ln>
            <a:noFill/>
          </a:ln>
        </p:spPr>
        <p:txBody>
          <a:bodyPr anchorCtr="0" anchor="t" bIns="91425" lIns="0"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chemeClr val="lt1"/>
                </a:solidFill>
                <a:latin typeface="Lexend"/>
                <a:ea typeface="Lexend"/>
                <a:cs typeface="Lexend"/>
                <a:sym typeface="Lexend"/>
              </a:rPr>
              <a:t>Task A</a:t>
            </a:r>
            <a:endParaRPr b="1" i="0" sz="2000" u="none" cap="none" strike="noStrike">
              <a:solidFill>
                <a:schemeClr val="lt1"/>
              </a:solidFill>
              <a:latin typeface="Lexend"/>
              <a:ea typeface="Lexend"/>
              <a:cs typeface="Lexend"/>
              <a:sym typeface="Lexend"/>
            </a:endParaRPr>
          </a:p>
        </p:txBody>
      </p:sp>
      <p:sp>
        <p:nvSpPr>
          <p:cNvPr id="769" name="Google Shape;769;p65"/>
          <p:cNvSpPr txBox="1"/>
          <p:nvPr>
            <p:ph idx="2" type="subTitle"/>
          </p:nvPr>
        </p:nvSpPr>
        <p:spPr>
          <a:xfrm>
            <a:off x="1570025" y="134975"/>
            <a:ext cx="6855300" cy="337200"/>
          </a:xfrm>
          <a:prstGeom prst="rect">
            <a:avLst/>
          </a:prstGeom>
          <a:noFill/>
          <a:ln>
            <a:noFill/>
          </a:ln>
        </p:spPr>
        <p:txBody>
          <a:bodyPr anchorCtr="0" anchor="t" bIns="0" lIns="0" spcFirstLastPara="1" rIns="0" wrap="square" tIns="0">
            <a:noAutofit/>
          </a:bodyPr>
          <a:lstStyle>
            <a:lvl1pPr lvl="0" rtl="0" algn="l">
              <a:lnSpc>
                <a:spcPct val="13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lgn="l">
              <a:lnSpc>
                <a:spcPct val="130000"/>
              </a:lnSpc>
              <a:spcBef>
                <a:spcPts val="1000"/>
              </a:spcBef>
              <a:spcAft>
                <a:spcPts val="0"/>
              </a:spcAft>
              <a:buClr>
                <a:schemeClr val="lt1"/>
              </a:buClr>
              <a:buSzPts val="2100"/>
              <a:buNone/>
              <a:defRPr>
                <a:solidFill>
                  <a:schemeClr val="lt1"/>
                </a:solidFill>
              </a:defRPr>
            </a:lvl2pPr>
            <a:lvl3pPr lvl="2" rtl="0" algn="l">
              <a:lnSpc>
                <a:spcPct val="130000"/>
              </a:lnSpc>
              <a:spcBef>
                <a:spcPts val="1000"/>
              </a:spcBef>
              <a:spcAft>
                <a:spcPts val="0"/>
              </a:spcAft>
              <a:buClr>
                <a:schemeClr val="lt1"/>
              </a:buClr>
              <a:buSzPts val="2000"/>
              <a:buNone/>
              <a:defRPr>
                <a:solidFill>
                  <a:schemeClr val="lt1"/>
                </a:solidFill>
              </a:defRPr>
            </a:lvl3pPr>
            <a:lvl4pPr lvl="3" rtl="0" algn="l">
              <a:lnSpc>
                <a:spcPct val="130000"/>
              </a:lnSpc>
              <a:spcBef>
                <a:spcPts val="800"/>
              </a:spcBef>
              <a:spcAft>
                <a:spcPts val="0"/>
              </a:spcAft>
              <a:buClr>
                <a:schemeClr val="lt1"/>
              </a:buClr>
              <a:buSzPts val="1900"/>
              <a:buNone/>
              <a:defRPr>
                <a:solidFill>
                  <a:schemeClr val="lt1"/>
                </a:solidFill>
              </a:defRPr>
            </a:lvl4pPr>
            <a:lvl5pPr lvl="4" rtl="0" algn="l">
              <a:lnSpc>
                <a:spcPct val="130000"/>
              </a:lnSpc>
              <a:spcBef>
                <a:spcPts val="800"/>
              </a:spcBef>
              <a:spcAft>
                <a:spcPts val="0"/>
              </a:spcAft>
              <a:buClr>
                <a:schemeClr val="lt1"/>
              </a:buClr>
              <a:buSzPts val="1800"/>
              <a:buNone/>
              <a:defRPr>
                <a:solidFill>
                  <a:schemeClr val="lt1"/>
                </a:solidFill>
              </a:defRPr>
            </a:lvl5pPr>
            <a:lvl6pPr lvl="5" rtl="0" algn="l">
              <a:lnSpc>
                <a:spcPct val="130000"/>
              </a:lnSpc>
              <a:spcBef>
                <a:spcPts val="600"/>
              </a:spcBef>
              <a:spcAft>
                <a:spcPts val="0"/>
              </a:spcAft>
              <a:buClr>
                <a:schemeClr val="lt1"/>
              </a:buClr>
              <a:buSzPts val="1800"/>
              <a:buNone/>
              <a:defRPr>
                <a:solidFill>
                  <a:schemeClr val="lt1"/>
                </a:solidFill>
              </a:defRPr>
            </a:lvl6pPr>
            <a:lvl7pPr lvl="6" rtl="0" algn="l">
              <a:lnSpc>
                <a:spcPct val="130000"/>
              </a:lnSpc>
              <a:spcBef>
                <a:spcPts val="600"/>
              </a:spcBef>
              <a:spcAft>
                <a:spcPts val="0"/>
              </a:spcAft>
              <a:buClr>
                <a:schemeClr val="lt1"/>
              </a:buClr>
              <a:buSzPts val="1800"/>
              <a:buNone/>
              <a:defRPr>
                <a:solidFill>
                  <a:schemeClr val="lt1"/>
                </a:solidFill>
              </a:defRPr>
            </a:lvl7pPr>
            <a:lvl8pPr lvl="7" rtl="0" algn="l">
              <a:lnSpc>
                <a:spcPct val="130000"/>
              </a:lnSpc>
              <a:spcBef>
                <a:spcPts val="400"/>
              </a:spcBef>
              <a:spcAft>
                <a:spcPts val="0"/>
              </a:spcAft>
              <a:buClr>
                <a:schemeClr val="lt1"/>
              </a:buClr>
              <a:buSzPts val="1800"/>
              <a:buNone/>
              <a:defRPr>
                <a:solidFill>
                  <a:schemeClr val="lt1"/>
                </a:solidFill>
              </a:defRPr>
            </a:lvl8pPr>
            <a:lvl9pPr lvl="8" rtl="0" algn="l">
              <a:lnSpc>
                <a:spcPct val="130000"/>
              </a:lnSpc>
              <a:spcBef>
                <a:spcPts val="400"/>
              </a:spcBef>
              <a:spcAft>
                <a:spcPts val="200"/>
              </a:spcAft>
              <a:buClr>
                <a:schemeClr val="lt1"/>
              </a:buClr>
              <a:buSzPts val="1800"/>
              <a:buNone/>
              <a:defRPr>
                <a:solidFill>
                  <a:schemeClr val="lt1"/>
                </a:solidFill>
              </a:defRPr>
            </a:lvl9pPr>
          </a:lstStyle>
          <a:p/>
        </p:txBody>
      </p:sp>
      <p:pic>
        <p:nvPicPr>
          <p:cNvPr id="770" name="Google Shape;770;p65"/>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771" name="Google Shape;771;p6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GB" sz="900" u="none" cap="none" strike="noStrike">
                <a:solidFill>
                  <a:srgbClr val="EBEDFE"/>
                </a:solidFill>
                <a:latin typeface="Lexend"/>
                <a:ea typeface="Lexend"/>
                <a:cs typeface="Lexend"/>
                <a:sym typeface="Lexend"/>
              </a:rPr>
              <a:t>Practice</a:t>
            </a:r>
            <a:endParaRPr b="1" i="0" sz="900" u="none" cap="none" strike="noStrike">
              <a:solidFill>
                <a:srgbClr val="EBEDFE"/>
              </a:solidFill>
              <a:latin typeface="Lexend"/>
              <a:ea typeface="Lexend"/>
              <a:cs typeface="Lexend"/>
              <a:sym typeface="Lexend"/>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8 Feedback - purple 1">
  <p:cSld name="TITLE_AND_TWO_COLUMNS_1_1_5_1_3_1_1_1_2">
    <p:bg>
      <p:bgPr>
        <a:solidFill>
          <a:srgbClr val="F3EEFB"/>
        </a:solidFill>
      </p:bgPr>
    </p:bg>
    <p:spTree>
      <p:nvGrpSpPr>
        <p:cNvPr id="772" name="Shape 772"/>
        <p:cNvGrpSpPr/>
        <p:nvPr/>
      </p:nvGrpSpPr>
      <p:grpSpPr>
        <a:xfrm>
          <a:off x="0" y="0"/>
          <a:ext cx="0" cy="0"/>
          <a:chOff x="0" y="0"/>
          <a:chExt cx="0" cy="0"/>
        </a:xfrm>
      </p:grpSpPr>
      <p:pic>
        <p:nvPicPr>
          <p:cNvPr id="773" name="Google Shape;773;p66"/>
          <p:cNvPicPr preferRelativeResize="0"/>
          <p:nvPr/>
        </p:nvPicPr>
        <p:blipFill rotWithShape="1">
          <a:blip r:embed="rId2">
            <a:alphaModFix/>
          </a:blip>
          <a:srcRect b="0" l="0" r="0" t="0"/>
          <a:stretch/>
        </p:blipFill>
        <p:spPr>
          <a:xfrm>
            <a:off x="0" y="532525"/>
            <a:ext cx="9151202" cy="116709"/>
          </a:xfrm>
          <a:prstGeom prst="rect">
            <a:avLst/>
          </a:prstGeom>
          <a:noFill/>
          <a:ln>
            <a:noFill/>
          </a:ln>
        </p:spPr>
      </p:pic>
      <p:sp>
        <p:nvSpPr>
          <p:cNvPr id="774" name="Google Shape;774;p66"/>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5" name="Google Shape;775;p66"/>
          <p:cNvSpPr txBox="1"/>
          <p:nvPr>
            <p:ph idx="1" type="body"/>
          </p:nvPr>
        </p:nvSpPr>
        <p:spPr>
          <a:xfrm>
            <a:off x="324000" y="759300"/>
            <a:ext cx="8237700" cy="3020700"/>
          </a:xfrm>
          <a:prstGeom prst="rect">
            <a:avLst/>
          </a:prstGeom>
          <a:noFill/>
          <a:ln>
            <a:noFill/>
          </a:ln>
        </p:spPr>
        <p:txBody>
          <a:bodyPr anchorCtr="0" anchor="t" bIns="0" lIns="0" spcFirstLastPara="1" rIns="0" wrap="square" tIns="0">
            <a:noAutofit/>
          </a:bodyPr>
          <a:lstStyle>
            <a:lvl1pPr indent="-368300" lvl="0" marL="457200" rtl="0" algn="l">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lgn="l">
              <a:lnSpc>
                <a:spcPct val="130000"/>
              </a:lnSpc>
              <a:spcBef>
                <a:spcPts val="1000"/>
              </a:spcBef>
              <a:spcAft>
                <a:spcPts val="0"/>
              </a:spcAft>
              <a:buSzPts val="2200"/>
              <a:buFont typeface="Lexend"/>
              <a:buChar char="–"/>
              <a:defRPr sz="2200">
                <a:latin typeface="Lexend"/>
                <a:ea typeface="Lexend"/>
                <a:cs typeface="Lexend"/>
                <a:sym typeface="Lexend"/>
              </a:defRPr>
            </a:lvl2pPr>
            <a:lvl3pPr indent="-355600" lvl="2" marL="1371600" rtl="0" algn="l">
              <a:lnSpc>
                <a:spcPct val="130000"/>
              </a:lnSpc>
              <a:spcBef>
                <a:spcPts val="1000"/>
              </a:spcBef>
              <a:spcAft>
                <a:spcPts val="0"/>
              </a:spcAft>
              <a:buSzPts val="2000"/>
              <a:buFont typeface="Lexend"/>
              <a:buChar char="–"/>
              <a:defRPr>
                <a:latin typeface="Lexend"/>
                <a:ea typeface="Lexend"/>
                <a:cs typeface="Lexend"/>
                <a:sym typeface="Lexend"/>
              </a:defRPr>
            </a:lvl3pPr>
            <a:lvl4pPr indent="-368300" lvl="3" marL="1828800" rtl="0" algn="l">
              <a:lnSpc>
                <a:spcPct val="130000"/>
              </a:lnSpc>
              <a:spcBef>
                <a:spcPts val="800"/>
              </a:spcBef>
              <a:spcAft>
                <a:spcPts val="0"/>
              </a:spcAft>
              <a:buSzPts val="2200"/>
              <a:buFont typeface="Lexend"/>
              <a:buChar char="–"/>
              <a:defRPr sz="2200">
                <a:latin typeface="Lexend"/>
                <a:ea typeface="Lexend"/>
                <a:cs typeface="Lexend"/>
                <a:sym typeface="Lexend"/>
              </a:defRPr>
            </a:lvl4pPr>
            <a:lvl5pPr indent="-342900" lvl="4" marL="2286000" rtl="0" algn="l">
              <a:lnSpc>
                <a:spcPct val="130000"/>
              </a:lnSpc>
              <a:spcBef>
                <a:spcPts val="800"/>
              </a:spcBef>
              <a:spcAft>
                <a:spcPts val="0"/>
              </a:spcAft>
              <a:buSzPts val="1800"/>
              <a:buFont typeface="Lexend"/>
              <a:buChar char="–"/>
              <a:defRPr>
                <a:latin typeface="Lexend"/>
                <a:ea typeface="Lexend"/>
                <a:cs typeface="Lexend"/>
                <a:sym typeface="Lexend"/>
              </a:defRPr>
            </a:lvl5pPr>
            <a:lvl6pPr indent="-342900" lvl="5" marL="2743200" rtl="0" algn="l">
              <a:lnSpc>
                <a:spcPct val="130000"/>
              </a:lnSpc>
              <a:spcBef>
                <a:spcPts val="600"/>
              </a:spcBef>
              <a:spcAft>
                <a:spcPts val="0"/>
              </a:spcAft>
              <a:buSzPts val="1800"/>
              <a:buFont typeface="Lexend"/>
              <a:buChar char="–"/>
              <a:defRPr sz="1800">
                <a:latin typeface="Lexend"/>
                <a:ea typeface="Lexend"/>
                <a:cs typeface="Lexend"/>
                <a:sym typeface="Lexend"/>
              </a:defRPr>
            </a:lvl6pPr>
            <a:lvl7pPr indent="-342900" lvl="6" marL="3200400" rtl="0" algn="l">
              <a:lnSpc>
                <a:spcPct val="130000"/>
              </a:lnSpc>
              <a:spcBef>
                <a:spcPts val="600"/>
              </a:spcBef>
              <a:spcAft>
                <a:spcPts val="0"/>
              </a:spcAft>
              <a:buSzPts val="1800"/>
              <a:buFont typeface="Lexend"/>
              <a:buChar char="–"/>
              <a:defRPr>
                <a:latin typeface="Lexend"/>
                <a:ea typeface="Lexend"/>
                <a:cs typeface="Lexend"/>
                <a:sym typeface="Lexend"/>
              </a:defRPr>
            </a:lvl7pPr>
            <a:lvl8pPr indent="-342900" lvl="7" marL="3657600" rtl="0" algn="l">
              <a:lnSpc>
                <a:spcPct val="130000"/>
              </a:lnSpc>
              <a:spcBef>
                <a:spcPts val="400"/>
              </a:spcBef>
              <a:spcAft>
                <a:spcPts val="0"/>
              </a:spcAft>
              <a:buSzPts val="1800"/>
              <a:buFont typeface="Lexend"/>
              <a:buChar char="–"/>
              <a:defRPr>
                <a:latin typeface="Lexend"/>
                <a:ea typeface="Lexend"/>
                <a:cs typeface="Lexend"/>
                <a:sym typeface="Lexend"/>
              </a:defRPr>
            </a:lvl8pPr>
            <a:lvl9pPr indent="-342900" lvl="8" marL="4114800" rtl="0" algn="l">
              <a:lnSpc>
                <a:spcPct val="130000"/>
              </a:lnSpc>
              <a:spcBef>
                <a:spcPts val="400"/>
              </a:spcBef>
              <a:spcAft>
                <a:spcPts val="200"/>
              </a:spcAft>
              <a:buSzPts val="1800"/>
              <a:buFont typeface="Lexend"/>
              <a:buChar char="–"/>
              <a:defRPr>
                <a:latin typeface="Lexend"/>
                <a:ea typeface="Lexend"/>
                <a:cs typeface="Lexend"/>
                <a:sym typeface="Lexend"/>
              </a:defRPr>
            </a:lvl9pPr>
          </a:lstStyle>
          <a:p/>
        </p:txBody>
      </p:sp>
      <p:sp>
        <p:nvSpPr>
          <p:cNvPr id="776" name="Google Shape;776;p66"/>
          <p:cNvSpPr txBox="1"/>
          <p:nvPr/>
        </p:nvSpPr>
        <p:spPr>
          <a:xfrm>
            <a:off x="324000" y="45525"/>
            <a:ext cx="965700" cy="492600"/>
          </a:xfrm>
          <a:prstGeom prst="rect">
            <a:avLst/>
          </a:prstGeom>
          <a:noFill/>
          <a:ln>
            <a:noFill/>
          </a:ln>
        </p:spPr>
        <p:txBody>
          <a:bodyPr anchorCtr="0" anchor="t" bIns="91425" lIns="0"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chemeClr val="lt1"/>
                </a:solidFill>
                <a:latin typeface="Lexend"/>
                <a:ea typeface="Lexend"/>
                <a:cs typeface="Lexend"/>
                <a:sym typeface="Lexend"/>
              </a:rPr>
              <a:t>Task A</a:t>
            </a:r>
            <a:endParaRPr b="1" i="0" sz="2000" u="none" cap="none" strike="noStrike">
              <a:solidFill>
                <a:schemeClr val="lt1"/>
              </a:solidFill>
              <a:latin typeface="Lexend"/>
              <a:ea typeface="Lexend"/>
              <a:cs typeface="Lexend"/>
              <a:sym typeface="Lexend"/>
            </a:endParaRPr>
          </a:p>
        </p:txBody>
      </p:sp>
      <p:sp>
        <p:nvSpPr>
          <p:cNvPr id="777" name="Google Shape;777;p66"/>
          <p:cNvSpPr txBox="1"/>
          <p:nvPr>
            <p:ph idx="2" type="subTitle"/>
          </p:nvPr>
        </p:nvSpPr>
        <p:spPr>
          <a:xfrm>
            <a:off x="1570025" y="134975"/>
            <a:ext cx="6855300" cy="337200"/>
          </a:xfrm>
          <a:prstGeom prst="rect">
            <a:avLst/>
          </a:prstGeom>
          <a:noFill/>
          <a:ln>
            <a:noFill/>
          </a:ln>
        </p:spPr>
        <p:txBody>
          <a:bodyPr anchorCtr="0" anchor="t" bIns="0" lIns="0" spcFirstLastPara="1" rIns="0" wrap="square" tIns="0">
            <a:noAutofit/>
          </a:bodyPr>
          <a:lstStyle>
            <a:lvl1pPr lvl="0" rtl="0" algn="l">
              <a:lnSpc>
                <a:spcPct val="13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lgn="l">
              <a:lnSpc>
                <a:spcPct val="130000"/>
              </a:lnSpc>
              <a:spcBef>
                <a:spcPts val="1000"/>
              </a:spcBef>
              <a:spcAft>
                <a:spcPts val="0"/>
              </a:spcAft>
              <a:buClr>
                <a:schemeClr val="lt1"/>
              </a:buClr>
              <a:buSzPts val="2100"/>
              <a:buNone/>
              <a:defRPr>
                <a:solidFill>
                  <a:schemeClr val="lt1"/>
                </a:solidFill>
              </a:defRPr>
            </a:lvl2pPr>
            <a:lvl3pPr lvl="2" rtl="0" algn="l">
              <a:lnSpc>
                <a:spcPct val="130000"/>
              </a:lnSpc>
              <a:spcBef>
                <a:spcPts val="1000"/>
              </a:spcBef>
              <a:spcAft>
                <a:spcPts val="0"/>
              </a:spcAft>
              <a:buClr>
                <a:schemeClr val="lt1"/>
              </a:buClr>
              <a:buSzPts val="2000"/>
              <a:buNone/>
              <a:defRPr>
                <a:solidFill>
                  <a:schemeClr val="lt1"/>
                </a:solidFill>
              </a:defRPr>
            </a:lvl3pPr>
            <a:lvl4pPr lvl="3" rtl="0" algn="l">
              <a:lnSpc>
                <a:spcPct val="130000"/>
              </a:lnSpc>
              <a:spcBef>
                <a:spcPts val="800"/>
              </a:spcBef>
              <a:spcAft>
                <a:spcPts val="0"/>
              </a:spcAft>
              <a:buClr>
                <a:schemeClr val="lt1"/>
              </a:buClr>
              <a:buSzPts val="1900"/>
              <a:buNone/>
              <a:defRPr>
                <a:solidFill>
                  <a:schemeClr val="lt1"/>
                </a:solidFill>
              </a:defRPr>
            </a:lvl4pPr>
            <a:lvl5pPr lvl="4" rtl="0" algn="l">
              <a:lnSpc>
                <a:spcPct val="130000"/>
              </a:lnSpc>
              <a:spcBef>
                <a:spcPts val="800"/>
              </a:spcBef>
              <a:spcAft>
                <a:spcPts val="0"/>
              </a:spcAft>
              <a:buClr>
                <a:schemeClr val="lt1"/>
              </a:buClr>
              <a:buSzPts val="1800"/>
              <a:buNone/>
              <a:defRPr>
                <a:solidFill>
                  <a:schemeClr val="lt1"/>
                </a:solidFill>
              </a:defRPr>
            </a:lvl5pPr>
            <a:lvl6pPr lvl="5" rtl="0" algn="l">
              <a:lnSpc>
                <a:spcPct val="130000"/>
              </a:lnSpc>
              <a:spcBef>
                <a:spcPts val="600"/>
              </a:spcBef>
              <a:spcAft>
                <a:spcPts val="0"/>
              </a:spcAft>
              <a:buClr>
                <a:schemeClr val="lt1"/>
              </a:buClr>
              <a:buSzPts val="1800"/>
              <a:buNone/>
              <a:defRPr>
                <a:solidFill>
                  <a:schemeClr val="lt1"/>
                </a:solidFill>
              </a:defRPr>
            </a:lvl6pPr>
            <a:lvl7pPr lvl="6" rtl="0" algn="l">
              <a:lnSpc>
                <a:spcPct val="130000"/>
              </a:lnSpc>
              <a:spcBef>
                <a:spcPts val="600"/>
              </a:spcBef>
              <a:spcAft>
                <a:spcPts val="0"/>
              </a:spcAft>
              <a:buClr>
                <a:schemeClr val="lt1"/>
              </a:buClr>
              <a:buSzPts val="1800"/>
              <a:buNone/>
              <a:defRPr>
                <a:solidFill>
                  <a:schemeClr val="lt1"/>
                </a:solidFill>
              </a:defRPr>
            </a:lvl7pPr>
            <a:lvl8pPr lvl="7" rtl="0" algn="l">
              <a:lnSpc>
                <a:spcPct val="130000"/>
              </a:lnSpc>
              <a:spcBef>
                <a:spcPts val="400"/>
              </a:spcBef>
              <a:spcAft>
                <a:spcPts val="0"/>
              </a:spcAft>
              <a:buClr>
                <a:schemeClr val="lt1"/>
              </a:buClr>
              <a:buSzPts val="1800"/>
              <a:buNone/>
              <a:defRPr>
                <a:solidFill>
                  <a:schemeClr val="lt1"/>
                </a:solidFill>
              </a:defRPr>
            </a:lvl8pPr>
            <a:lvl9pPr lvl="8" rtl="0" algn="l">
              <a:lnSpc>
                <a:spcPct val="130000"/>
              </a:lnSpc>
              <a:spcBef>
                <a:spcPts val="400"/>
              </a:spcBef>
              <a:spcAft>
                <a:spcPts val="200"/>
              </a:spcAft>
              <a:buClr>
                <a:schemeClr val="lt1"/>
              </a:buClr>
              <a:buSzPts val="1800"/>
              <a:buNone/>
              <a:defRPr>
                <a:solidFill>
                  <a:schemeClr val="lt1"/>
                </a:solidFill>
              </a:defRPr>
            </a:lvl9pPr>
          </a:lstStyle>
          <a:p/>
        </p:txBody>
      </p:sp>
      <p:pic>
        <p:nvPicPr>
          <p:cNvPr id="778" name="Google Shape;778;p6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79" name="Google Shape;779;p6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GB" sz="900" u="none" cap="none" strike="noStrike">
                <a:solidFill>
                  <a:srgbClr val="F3EEFB"/>
                </a:solidFill>
                <a:latin typeface="Lexend"/>
                <a:ea typeface="Lexend"/>
                <a:cs typeface="Lexend"/>
                <a:sym typeface="Lexend"/>
              </a:rPr>
              <a:t>Feedback</a:t>
            </a:r>
            <a:endParaRPr b="1" i="0" sz="900" u="none" cap="none" strike="noStrike">
              <a:solidFill>
                <a:srgbClr val="F3EEFB"/>
              </a:solidFill>
              <a:latin typeface="Lexend"/>
              <a:ea typeface="Lexend"/>
              <a:cs typeface="Lexend"/>
              <a:sym typeface="Lexend"/>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7 Practice - jade 1">
  <p:cSld name="TITLE_AND_TWO_COLUMNS_1_1_5_1_3_1_1_1_1_3">
    <p:spTree>
      <p:nvGrpSpPr>
        <p:cNvPr id="780" name="Shape 780"/>
        <p:cNvGrpSpPr/>
        <p:nvPr/>
      </p:nvGrpSpPr>
      <p:grpSpPr>
        <a:xfrm>
          <a:off x="0" y="0"/>
          <a:ext cx="0" cy="0"/>
          <a:chOff x="0" y="0"/>
          <a:chExt cx="0" cy="0"/>
        </a:xfrm>
      </p:grpSpPr>
      <p:pic>
        <p:nvPicPr>
          <p:cNvPr id="781" name="Google Shape;781;p6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82" name="Google Shape;782;p67"/>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3" name="Google Shape;783;p67"/>
          <p:cNvSpPr txBox="1"/>
          <p:nvPr>
            <p:ph idx="1" type="body"/>
          </p:nvPr>
        </p:nvSpPr>
        <p:spPr>
          <a:xfrm>
            <a:off x="324000" y="759300"/>
            <a:ext cx="8237700" cy="3020700"/>
          </a:xfrm>
          <a:prstGeom prst="rect">
            <a:avLst/>
          </a:prstGeom>
          <a:noFill/>
          <a:ln>
            <a:noFill/>
          </a:ln>
        </p:spPr>
        <p:txBody>
          <a:bodyPr anchorCtr="0" anchor="t" bIns="0" lIns="0" spcFirstLastPara="1" rIns="0" wrap="square" tIns="0">
            <a:noAutofit/>
          </a:bodyPr>
          <a:lstStyle>
            <a:lvl1pPr indent="-368300" lvl="0" marL="457200" rtl="0" algn="l">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lgn="l">
              <a:lnSpc>
                <a:spcPct val="130000"/>
              </a:lnSpc>
              <a:spcBef>
                <a:spcPts val="1000"/>
              </a:spcBef>
              <a:spcAft>
                <a:spcPts val="0"/>
              </a:spcAft>
              <a:buSzPts val="2200"/>
              <a:buFont typeface="Lexend"/>
              <a:buChar char="–"/>
              <a:defRPr sz="2200">
                <a:latin typeface="Lexend"/>
                <a:ea typeface="Lexend"/>
                <a:cs typeface="Lexend"/>
                <a:sym typeface="Lexend"/>
              </a:defRPr>
            </a:lvl2pPr>
            <a:lvl3pPr indent="-355600" lvl="2" marL="1371600" rtl="0" algn="l">
              <a:lnSpc>
                <a:spcPct val="130000"/>
              </a:lnSpc>
              <a:spcBef>
                <a:spcPts val="1000"/>
              </a:spcBef>
              <a:spcAft>
                <a:spcPts val="0"/>
              </a:spcAft>
              <a:buSzPts val="2000"/>
              <a:buFont typeface="Lexend"/>
              <a:buChar char="–"/>
              <a:defRPr>
                <a:latin typeface="Lexend"/>
                <a:ea typeface="Lexend"/>
                <a:cs typeface="Lexend"/>
                <a:sym typeface="Lexend"/>
              </a:defRPr>
            </a:lvl3pPr>
            <a:lvl4pPr indent="-368300" lvl="3" marL="1828800" rtl="0" algn="l">
              <a:lnSpc>
                <a:spcPct val="130000"/>
              </a:lnSpc>
              <a:spcBef>
                <a:spcPts val="800"/>
              </a:spcBef>
              <a:spcAft>
                <a:spcPts val="0"/>
              </a:spcAft>
              <a:buSzPts val="2200"/>
              <a:buFont typeface="Lexend"/>
              <a:buChar char="–"/>
              <a:defRPr sz="2200">
                <a:latin typeface="Lexend"/>
                <a:ea typeface="Lexend"/>
                <a:cs typeface="Lexend"/>
                <a:sym typeface="Lexend"/>
              </a:defRPr>
            </a:lvl4pPr>
            <a:lvl5pPr indent="-342900" lvl="4" marL="2286000" rtl="0" algn="l">
              <a:lnSpc>
                <a:spcPct val="130000"/>
              </a:lnSpc>
              <a:spcBef>
                <a:spcPts val="800"/>
              </a:spcBef>
              <a:spcAft>
                <a:spcPts val="0"/>
              </a:spcAft>
              <a:buSzPts val="1800"/>
              <a:buFont typeface="Lexend"/>
              <a:buChar char="–"/>
              <a:defRPr>
                <a:latin typeface="Lexend"/>
                <a:ea typeface="Lexend"/>
                <a:cs typeface="Lexend"/>
                <a:sym typeface="Lexend"/>
              </a:defRPr>
            </a:lvl5pPr>
            <a:lvl6pPr indent="-342900" lvl="5" marL="2743200" rtl="0" algn="l">
              <a:lnSpc>
                <a:spcPct val="130000"/>
              </a:lnSpc>
              <a:spcBef>
                <a:spcPts val="600"/>
              </a:spcBef>
              <a:spcAft>
                <a:spcPts val="0"/>
              </a:spcAft>
              <a:buSzPts val="1800"/>
              <a:buFont typeface="Lexend"/>
              <a:buChar char="–"/>
              <a:defRPr sz="1800">
                <a:latin typeface="Lexend"/>
                <a:ea typeface="Lexend"/>
                <a:cs typeface="Lexend"/>
                <a:sym typeface="Lexend"/>
              </a:defRPr>
            </a:lvl6pPr>
            <a:lvl7pPr indent="-342900" lvl="6" marL="3200400" rtl="0" algn="l">
              <a:lnSpc>
                <a:spcPct val="130000"/>
              </a:lnSpc>
              <a:spcBef>
                <a:spcPts val="600"/>
              </a:spcBef>
              <a:spcAft>
                <a:spcPts val="0"/>
              </a:spcAft>
              <a:buSzPts val="1800"/>
              <a:buFont typeface="Lexend"/>
              <a:buChar char="–"/>
              <a:defRPr>
                <a:latin typeface="Lexend"/>
                <a:ea typeface="Lexend"/>
                <a:cs typeface="Lexend"/>
                <a:sym typeface="Lexend"/>
              </a:defRPr>
            </a:lvl7pPr>
            <a:lvl8pPr indent="-342900" lvl="7" marL="3657600" rtl="0" algn="l">
              <a:lnSpc>
                <a:spcPct val="130000"/>
              </a:lnSpc>
              <a:spcBef>
                <a:spcPts val="400"/>
              </a:spcBef>
              <a:spcAft>
                <a:spcPts val="0"/>
              </a:spcAft>
              <a:buSzPts val="1800"/>
              <a:buFont typeface="Lexend"/>
              <a:buChar char="–"/>
              <a:defRPr>
                <a:latin typeface="Lexend"/>
                <a:ea typeface="Lexend"/>
                <a:cs typeface="Lexend"/>
                <a:sym typeface="Lexend"/>
              </a:defRPr>
            </a:lvl8pPr>
            <a:lvl9pPr indent="-342900" lvl="8" marL="4114800" rtl="0" algn="l">
              <a:lnSpc>
                <a:spcPct val="130000"/>
              </a:lnSpc>
              <a:spcBef>
                <a:spcPts val="400"/>
              </a:spcBef>
              <a:spcAft>
                <a:spcPts val="200"/>
              </a:spcAft>
              <a:buSzPts val="1800"/>
              <a:buFont typeface="Lexend"/>
              <a:buChar char="–"/>
              <a:defRPr>
                <a:latin typeface="Lexend"/>
                <a:ea typeface="Lexend"/>
                <a:cs typeface="Lexend"/>
                <a:sym typeface="Lexend"/>
              </a:defRPr>
            </a:lvl9pPr>
          </a:lstStyle>
          <a:p/>
        </p:txBody>
      </p:sp>
      <p:sp>
        <p:nvSpPr>
          <p:cNvPr id="784" name="Google Shape;784;p6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GB" sz="900" u="none" cap="none" strike="noStrike">
                <a:solidFill>
                  <a:srgbClr val="E6F2F2"/>
                </a:solidFill>
                <a:latin typeface="Lexend"/>
                <a:ea typeface="Lexend"/>
                <a:cs typeface="Lexend"/>
                <a:sym typeface="Lexend"/>
              </a:rPr>
              <a:t>Practice</a:t>
            </a:r>
            <a:endParaRPr b="1" i="0" sz="900" u="none" cap="none" strike="noStrike">
              <a:solidFill>
                <a:srgbClr val="E6F2F2"/>
              </a:solidFill>
              <a:latin typeface="Lexend"/>
              <a:ea typeface="Lexend"/>
              <a:cs typeface="Lexend"/>
              <a:sym typeface="Lexend"/>
            </a:endParaRPr>
          </a:p>
        </p:txBody>
      </p:sp>
      <p:sp>
        <p:nvSpPr>
          <p:cNvPr id="785" name="Google Shape;785;p67"/>
          <p:cNvSpPr txBox="1"/>
          <p:nvPr/>
        </p:nvSpPr>
        <p:spPr>
          <a:xfrm>
            <a:off x="324000" y="45525"/>
            <a:ext cx="1003800" cy="492600"/>
          </a:xfrm>
          <a:prstGeom prst="rect">
            <a:avLst/>
          </a:prstGeom>
          <a:noFill/>
          <a:ln>
            <a:noFill/>
          </a:ln>
        </p:spPr>
        <p:txBody>
          <a:bodyPr anchorCtr="0" anchor="t" bIns="91425" lIns="0"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chemeClr val="lt1"/>
                </a:solidFill>
                <a:latin typeface="Lexend"/>
                <a:ea typeface="Lexend"/>
                <a:cs typeface="Lexend"/>
                <a:sym typeface="Lexend"/>
              </a:rPr>
              <a:t>Task B</a:t>
            </a:r>
            <a:endParaRPr b="1" i="0" sz="2000" u="none" cap="none" strike="noStrike">
              <a:solidFill>
                <a:schemeClr val="lt1"/>
              </a:solidFill>
              <a:latin typeface="Lexend"/>
              <a:ea typeface="Lexend"/>
              <a:cs typeface="Lexend"/>
              <a:sym typeface="Lexend"/>
            </a:endParaRPr>
          </a:p>
        </p:txBody>
      </p:sp>
      <p:sp>
        <p:nvSpPr>
          <p:cNvPr id="786" name="Google Shape;786;p67"/>
          <p:cNvSpPr txBox="1"/>
          <p:nvPr>
            <p:ph idx="2" type="subTitle"/>
          </p:nvPr>
        </p:nvSpPr>
        <p:spPr>
          <a:xfrm>
            <a:off x="1570025" y="134975"/>
            <a:ext cx="6855300" cy="337200"/>
          </a:xfrm>
          <a:prstGeom prst="rect">
            <a:avLst/>
          </a:prstGeom>
          <a:noFill/>
          <a:ln>
            <a:noFill/>
          </a:ln>
        </p:spPr>
        <p:txBody>
          <a:bodyPr anchorCtr="0" anchor="t" bIns="0" lIns="0" spcFirstLastPara="1" rIns="0" wrap="square" tIns="0">
            <a:noAutofit/>
          </a:bodyPr>
          <a:lstStyle>
            <a:lvl1pPr lvl="0" rtl="0" algn="l">
              <a:lnSpc>
                <a:spcPct val="13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lgn="l">
              <a:lnSpc>
                <a:spcPct val="130000"/>
              </a:lnSpc>
              <a:spcBef>
                <a:spcPts val="1000"/>
              </a:spcBef>
              <a:spcAft>
                <a:spcPts val="0"/>
              </a:spcAft>
              <a:buClr>
                <a:schemeClr val="lt1"/>
              </a:buClr>
              <a:buSzPts val="2100"/>
              <a:buNone/>
              <a:defRPr>
                <a:solidFill>
                  <a:schemeClr val="lt1"/>
                </a:solidFill>
              </a:defRPr>
            </a:lvl2pPr>
            <a:lvl3pPr lvl="2" rtl="0" algn="l">
              <a:lnSpc>
                <a:spcPct val="130000"/>
              </a:lnSpc>
              <a:spcBef>
                <a:spcPts val="1000"/>
              </a:spcBef>
              <a:spcAft>
                <a:spcPts val="0"/>
              </a:spcAft>
              <a:buClr>
                <a:schemeClr val="lt1"/>
              </a:buClr>
              <a:buSzPts val="2000"/>
              <a:buNone/>
              <a:defRPr>
                <a:solidFill>
                  <a:schemeClr val="lt1"/>
                </a:solidFill>
              </a:defRPr>
            </a:lvl3pPr>
            <a:lvl4pPr lvl="3" rtl="0" algn="l">
              <a:lnSpc>
                <a:spcPct val="130000"/>
              </a:lnSpc>
              <a:spcBef>
                <a:spcPts val="800"/>
              </a:spcBef>
              <a:spcAft>
                <a:spcPts val="0"/>
              </a:spcAft>
              <a:buClr>
                <a:schemeClr val="lt1"/>
              </a:buClr>
              <a:buSzPts val="1900"/>
              <a:buNone/>
              <a:defRPr>
                <a:solidFill>
                  <a:schemeClr val="lt1"/>
                </a:solidFill>
              </a:defRPr>
            </a:lvl4pPr>
            <a:lvl5pPr lvl="4" rtl="0" algn="l">
              <a:lnSpc>
                <a:spcPct val="130000"/>
              </a:lnSpc>
              <a:spcBef>
                <a:spcPts val="800"/>
              </a:spcBef>
              <a:spcAft>
                <a:spcPts val="0"/>
              </a:spcAft>
              <a:buClr>
                <a:schemeClr val="lt1"/>
              </a:buClr>
              <a:buSzPts val="1800"/>
              <a:buNone/>
              <a:defRPr>
                <a:solidFill>
                  <a:schemeClr val="lt1"/>
                </a:solidFill>
              </a:defRPr>
            </a:lvl5pPr>
            <a:lvl6pPr lvl="5" rtl="0" algn="l">
              <a:lnSpc>
                <a:spcPct val="130000"/>
              </a:lnSpc>
              <a:spcBef>
                <a:spcPts val="600"/>
              </a:spcBef>
              <a:spcAft>
                <a:spcPts val="0"/>
              </a:spcAft>
              <a:buClr>
                <a:schemeClr val="lt1"/>
              </a:buClr>
              <a:buSzPts val="1800"/>
              <a:buNone/>
              <a:defRPr>
                <a:solidFill>
                  <a:schemeClr val="lt1"/>
                </a:solidFill>
              </a:defRPr>
            </a:lvl6pPr>
            <a:lvl7pPr lvl="6" rtl="0" algn="l">
              <a:lnSpc>
                <a:spcPct val="130000"/>
              </a:lnSpc>
              <a:spcBef>
                <a:spcPts val="600"/>
              </a:spcBef>
              <a:spcAft>
                <a:spcPts val="0"/>
              </a:spcAft>
              <a:buClr>
                <a:schemeClr val="lt1"/>
              </a:buClr>
              <a:buSzPts val="1800"/>
              <a:buNone/>
              <a:defRPr>
                <a:solidFill>
                  <a:schemeClr val="lt1"/>
                </a:solidFill>
              </a:defRPr>
            </a:lvl7pPr>
            <a:lvl8pPr lvl="7" rtl="0" algn="l">
              <a:lnSpc>
                <a:spcPct val="130000"/>
              </a:lnSpc>
              <a:spcBef>
                <a:spcPts val="400"/>
              </a:spcBef>
              <a:spcAft>
                <a:spcPts val="0"/>
              </a:spcAft>
              <a:buClr>
                <a:schemeClr val="lt1"/>
              </a:buClr>
              <a:buSzPts val="1800"/>
              <a:buNone/>
              <a:defRPr>
                <a:solidFill>
                  <a:schemeClr val="lt1"/>
                </a:solidFill>
              </a:defRPr>
            </a:lvl8pPr>
            <a:lvl9pPr lvl="8" rtl="0" algn="l">
              <a:lnSpc>
                <a:spcPct val="130000"/>
              </a:lnSpc>
              <a:spcBef>
                <a:spcPts val="400"/>
              </a:spcBef>
              <a:spcAft>
                <a:spcPts val="200"/>
              </a:spcAft>
              <a:buClr>
                <a:schemeClr val="lt1"/>
              </a:buClr>
              <a:buSzPts val="1800"/>
              <a:buNone/>
              <a:defRPr>
                <a:solidFill>
                  <a:schemeClr val="lt1"/>
                </a:solidFill>
              </a:defRPr>
            </a:lvl9pPr>
          </a:lstStyle>
          <a:p/>
        </p:txBody>
      </p:sp>
      <p:pic>
        <p:nvPicPr>
          <p:cNvPr id="787" name="Google Shape;787;p67"/>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8 Feedback - jade 1">
  <p:cSld name="TITLE_AND_TWO_COLUMNS_1_1_5_1_3_1_1_1_1_2_1">
    <p:bg>
      <p:bgPr>
        <a:solidFill>
          <a:srgbClr val="E6F2F2"/>
        </a:solidFill>
      </p:bgPr>
    </p:bg>
    <p:spTree>
      <p:nvGrpSpPr>
        <p:cNvPr id="788" name="Shape 788"/>
        <p:cNvGrpSpPr/>
        <p:nvPr/>
      </p:nvGrpSpPr>
      <p:grpSpPr>
        <a:xfrm>
          <a:off x="0" y="0"/>
          <a:ext cx="0" cy="0"/>
          <a:chOff x="0" y="0"/>
          <a:chExt cx="0" cy="0"/>
        </a:xfrm>
      </p:grpSpPr>
      <p:pic>
        <p:nvPicPr>
          <p:cNvPr id="789" name="Google Shape;789;p6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90" name="Google Shape;790;p68"/>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1" name="Google Shape;791;p68"/>
          <p:cNvSpPr txBox="1"/>
          <p:nvPr>
            <p:ph idx="1" type="body"/>
          </p:nvPr>
        </p:nvSpPr>
        <p:spPr>
          <a:xfrm>
            <a:off x="324000" y="759300"/>
            <a:ext cx="8237700" cy="3020700"/>
          </a:xfrm>
          <a:prstGeom prst="rect">
            <a:avLst/>
          </a:prstGeom>
          <a:noFill/>
          <a:ln>
            <a:noFill/>
          </a:ln>
        </p:spPr>
        <p:txBody>
          <a:bodyPr anchorCtr="0" anchor="t" bIns="0" lIns="0" spcFirstLastPara="1" rIns="0" wrap="square" tIns="0">
            <a:noAutofit/>
          </a:bodyPr>
          <a:lstStyle>
            <a:lvl1pPr indent="-368300" lvl="0" marL="457200" rtl="0" algn="l">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lgn="l">
              <a:lnSpc>
                <a:spcPct val="130000"/>
              </a:lnSpc>
              <a:spcBef>
                <a:spcPts val="1000"/>
              </a:spcBef>
              <a:spcAft>
                <a:spcPts val="0"/>
              </a:spcAft>
              <a:buSzPts val="2200"/>
              <a:buFont typeface="Lexend"/>
              <a:buChar char="–"/>
              <a:defRPr sz="2200">
                <a:latin typeface="Lexend"/>
                <a:ea typeface="Lexend"/>
                <a:cs typeface="Lexend"/>
                <a:sym typeface="Lexend"/>
              </a:defRPr>
            </a:lvl2pPr>
            <a:lvl3pPr indent="-355600" lvl="2" marL="1371600" rtl="0" algn="l">
              <a:lnSpc>
                <a:spcPct val="130000"/>
              </a:lnSpc>
              <a:spcBef>
                <a:spcPts val="1000"/>
              </a:spcBef>
              <a:spcAft>
                <a:spcPts val="0"/>
              </a:spcAft>
              <a:buSzPts val="2000"/>
              <a:buFont typeface="Lexend"/>
              <a:buChar char="–"/>
              <a:defRPr>
                <a:latin typeface="Lexend"/>
                <a:ea typeface="Lexend"/>
                <a:cs typeface="Lexend"/>
                <a:sym typeface="Lexend"/>
              </a:defRPr>
            </a:lvl3pPr>
            <a:lvl4pPr indent="-368300" lvl="3" marL="1828800" rtl="0" algn="l">
              <a:lnSpc>
                <a:spcPct val="130000"/>
              </a:lnSpc>
              <a:spcBef>
                <a:spcPts val="800"/>
              </a:spcBef>
              <a:spcAft>
                <a:spcPts val="0"/>
              </a:spcAft>
              <a:buSzPts val="2200"/>
              <a:buFont typeface="Lexend"/>
              <a:buChar char="–"/>
              <a:defRPr sz="2200">
                <a:latin typeface="Lexend"/>
                <a:ea typeface="Lexend"/>
                <a:cs typeface="Lexend"/>
                <a:sym typeface="Lexend"/>
              </a:defRPr>
            </a:lvl4pPr>
            <a:lvl5pPr indent="-342900" lvl="4" marL="2286000" rtl="0" algn="l">
              <a:lnSpc>
                <a:spcPct val="130000"/>
              </a:lnSpc>
              <a:spcBef>
                <a:spcPts val="800"/>
              </a:spcBef>
              <a:spcAft>
                <a:spcPts val="0"/>
              </a:spcAft>
              <a:buSzPts val="1800"/>
              <a:buFont typeface="Lexend"/>
              <a:buChar char="–"/>
              <a:defRPr>
                <a:latin typeface="Lexend"/>
                <a:ea typeface="Lexend"/>
                <a:cs typeface="Lexend"/>
                <a:sym typeface="Lexend"/>
              </a:defRPr>
            </a:lvl5pPr>
            <a:lvl6pPr indent="-342900" lvl="5" marL="2743200" rtl="0" algn="l">
              <a:lnSpc>
                <a:spcPct val="130000"/>
              </a:lnSpc>
              <a:spcBef>
                <a:spcPts val="600"/>
              </a:spcBef>
              <a:spcAft>
                <a:spcPts val="0"/>
              </a:spcAft>
              <a:buSzPts val="1800"/>
              <a:buFont typeface="Lexend"/>
              <a:buChar char="–"/>
              <a:defRPr sz="1800">
                <a:latin typeface="Lexend"/>
                <a:ea typeface="Lexend"/>
                <a:cs typeface="Lexend"/>
                <a:sym typeface="Lexend"/>
              </a:defRPr>
            </a:lvl6pPr>
            <a:lvl7pPr indent="-342900" lvl="6" marL="3200400" rtl="0" algn="l">
              <a:lnSpc>
                <a:spcPct val="130000"/>
              </a:lnSpc>
              <a:spcBef>
                <a:spcPts val="600"/>
              </a:spcBef>
              <a:spcAft>
                <a:spcPts val="0"/>
              </a:spcAft>
              <a:buSzPts val="1800"/>
              <a:buFont typeface="Lexend"/>
              <a:buChar char="–"/>
              <a:defRPr>
                <a:latin typeface="Lexend"/>
                <a:ea typeface="Lexend"/>
                <a:cs typeface="Lexend"/>
                <a:sym typeface="Lexend"/>
              </a:defRPr>
            </a:lvl7pPr>
            <a:lvl8pPr indent="-342900" lvl="7" marL="3657600" rtl="0" algn="l">
              <a:lnSpc>
                <a:spcPct val="130000"/>
              </a:lnSpc>
              <a:spcBef>
                <a:spcPts val="400"/>
              </a:spcBef>
              <a:spcAft>
                <a:spcPts val="0"/>
              </a:spcAft>
              <a:buSzPts val="1800"/>
              <a:buFont typeface="Lexend"/>
              <a:buChar char="–"/>
              <a:defRPr>
                <a:latin typeface="Lexend"/>
                <a:ea typeface="Lexend"/>
                <a:cs typeface="Lexend"/>
                <a:sym typeface="Lexend"/>
              </a:defRPr>
            </a:lvl8pPr>
            <a:lvl9pPr indent="-342900" lvl="8" marL="4114800" rtl="0" algn="l">
              <a:lnSpc>
                <a:spcPct val="130000"/>
              </a:lnSpc>
              <a:spcBef>
                <a:spcPts val="400"/>
              </a:spcBef>
              <a:spcAft>
                <a:spcPts val="200"/>
              </a:spcAft>
              <a:buSzPts val="1800"/>
              <a:buFont typeface="Lexend"/>
              <a:buChar char="–"/>
              <a:defRPr>
                <a:latin typeface="Lexend"/>
                <a:ea typeface="Lexend"/>
                <a:cs typeface="Lexend"/>
                <a:sym typeface="Lexend"/>
              </a:defRPr>
            </a:lvl9pPr>
          </a:lstStyle>
          <a:p/>
        </p:txBody>
      </p:sp>
      <p:sp>
        <p:nvSpPr>
          <p:cNvPr id="792" name="Google Shape;792;p68"/>
          <p:cNvSpPr txBox="1"/>
          <p:nvPr/>
        </p:nvSpPr>
        <p:spPr>
          <a:xfrm>
            <a:off x="324000" y="45525"/>
            <a:ext cx="1049700" cy="492600"/>
          </a:xfrm>
          <a:prstGeom prst="rect">
            <a:avLst/>
          </a:prstGeom>
          <a:noFill/>
          <a:ln>
            <a:noFill/>
          </a:ln>
        </p:spPr>
        <p:txBody>
          <a:bodyPr anchorCtr="0" anchor="t" bIns="91425" lIns="0"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chemeClr val="lt1"/>
                </a:solidFill>
                <a:latin typeface="Lexend"/>
                <a:ea typeface="Lexend"/>
                <a:cs typeface="Lexend"/>
                <a:sym typeface="Lexend"/>
              </a:rPr>
              <a:t>Task B</a:t>
            </a:r>
            <a:endParaRPr b="1" i="0" sz="2000" u="none" cap="none" strike="noStrike">
              <a:solidFill>
                <a:schemeClr val="lt1"/>
              </a:solidFill>
              <a:latin typeface="Lexend"/>
              <a:ea typeface="Lexend"/>
              <a:cs typeface="Lexend"/>
              <a:sym typeface="Lexend"/>
            </a:endParaRPr>
          </a:p>
        </p:txBody>
      </p:sp>
      <p:sp>
        <p:nvSpPr>
          <p:cNvPr id="793" name="Google Shape;793;p68"/>
          <p:cNvSpPr txBox="1"/>
          <p:nvPr>
            <p:ph idx="2" type="subTitle"/>
          </p:nvPr>
        </p:nvSpPr>
        <p:spPr>
          <a:xfrm>
            <a:off x="1570025" y="134975"/>
            <a:ext cx="6855300" cy="337200"/>
          </a:xfrm>
          <a:prstGeom prst="rect">
            <a:avLst/>
          </a:prstGeom>
          <a:noFill/>
          <a:ln>
            <a:noFill/>
          </a:ln>
        </p:spPr>
        <p:txBody>
          <a:bodyPr anchorCtr="0" anchor="t" bIns="0" lIns="0" spcFirstLastPara="1" rIns="0" wrap="square" tIns="0">
            <a:noAutofit/>
          </a:bodyPr>
          <a:lstStyle>
            <a:lvl1pPr lvl="0" rtl="0" algn="l">
              <a:lnSpc>
                <a:spcPct val="13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lgn="l">
              <a:lnSpc>
                <a:spcPct val="130000"/>
              </a:lnSpc>
              <a:spcBef>
                <a:spcPts val="1000"/>
              </a:spcBef>
              <a:spcAft>
                <a:spcPts val="0"/>
              </a:spcAft>
              <a:buClr>
                <a:schemeClr val="lt1"/>
              </a:buClr>
              <a:buSzPts val="2100"/>
              <a:buNone/>
              <a:defRPr>
                <a:solidFill>
                  <a:schemeClr val="lt1"/>
                </a:solidFill>
              </a:defRPr>
            </a:lvl2pPr>
            <a:lvl3pPr lvl="2" rtl="0" algn="l">
              <a:lnSpc>
                <a:spcPct val="130000"/>
              </a:lnSpc>
              <a:spcBef>
                <a:spcPts val="1000"/>
              </a:spcBef>
              <a:spcAft>
                <a:spcPts val="0"/>
              </a:spcAft>
              <a:buClr>
                <a:schemeClr val="lt1"/>
              </a:buClr>
              <a:buSzPts val="2000"/>
              <a:buNone/>
              <a:defRPr>
                <a:solidFill>
                  <a:schemeClr val="lt1"/>
                </a:solidFill>
              </a:defRPr>
            </a:lvl3pPr>
            <a:lvl4pPr lvl="3" rtl="0" algn="l">
              <a:lnSpc>
                <a:spcPct val="130000"/>
              </a:lnSpc>
              <a:spcBef>
                <a:spcPts val="800"/>
              </a:spcBef>
              <a:spcAft>
                <a:spcPts val="0"/>
              </a:spcAft>
              <a:buClr>
                <a:schemeClr val="lt1"/>
              </a:buClr>
              <a:buSzPts val="1900"/>
              <a:buNone/>
              <a:defRPr>
                <a:solidFill>
                  <a:schemeClr val="lt1"/>
                </a:solidFill>
              </a:defRPr>
            </a:lvl4pPr>
            <a:lvl5pPr lvl="4" rtl="0" algn="l">
              <a:lnSpc>
                <a:spcPct val="130000"/>
              </a:lnSpc>
              <a:spcBef>
                <a:spcPts val="800"/>
              </a:spcBef>
              <a:spcAft>
                <a:spcPts val="0"/>
              </a:spcAft>
              <a:buClr>
                <a:schemeClr val="lt1"/>
              </a:buClr>
              <a:buSzPts val="1800"/>
              <a:buNone/>
              <a:defRPr>
                <a:solidFill>
                  <a:schemeClr val="lt1"/>
                </a:solidFill>
              </a:defRPr>
            </a:lvl5pPr>
            <a:lvl6pPr lvl="5" rtl="0" algn="l">
              <a:lnSpc>
                <a:spcPct val="130000"/>
              </a:lnSpc>
              <a:spcBef>
                <a:spcPts val="600"/>
              </a:spcBef>
              <a:spcAft>
                <a:spcPts val="0"/>
              </a:spcAft>
              <a:buClr>
                <a:schemeClr val="lt1"/>
              </a:buClr>
              <a:buSzPts val="1800"/>
              <a:buNone/>
              <a:defRPr>
                <a:solidFill>
                  <a:schemeClr val="lt1"/>
                </a:solidFill>
              </a:defRPr>
            </a:lvl6pPr>
            <a:lvl7pPr lvl="6" rtl="0" algn="l">
              <a:lnSpc>
                <a:spcPct val="130000"/>
              </a:lnSpc>
              <a:spcBef>
                <a:spcPts val="600"/>
              </a:spcBef>
              <a:spcAft>
                <a:spcPts val="0"/>
              </a:spcAft>
              <a:buClr>
                <a:schemeClr val="lt1"/>
              </a:buClr>
              <a:buSzPts val="1800"/>
              <a:buNone/>
              <a:defRPr>
                <a:solidFill>
                  <a:schemeClr val="lt1"/>
                </a:solidFill>
              </a:defRPr>
            </a:lvl7pPr>
            <a:lvl8pPr lvl="7" rtl="0" algn="l">
              <a:lnSpc>
                <a:spcPct val="130000"/>
              </a:lnSpc>
              <a:spcBef>
                <a:spcPts val="400"/>
              </a:spcBef>
              <a:spcAft>
                <a:spcPts val="0"/>
              </a:spcAft>
              <a:buClr>
                <a:schemeClr val="lt1"/>
              </a:buClr>
              <a:buSzPts val="1800"/>
              <a:buNone/>
              <a:defRPr>
                <a:solidFill>
                  <a:schemeClr val="lt1"/>
                </a:solidFill>
              </a:defRPr>
            </a:lvl8pPr>
            <a:lvl9pPr lvl="8" rtl="0" algn="l">
              <a:lnSpc>
                <a:spcPct val="130000"/>
              </a:lnSpc>
              <a:spcBef>
                <a:spcPts val="400"/>
              </a:spcBef>
              <a:spcAft>
                <a:spcPts val="200"/>
              </a:spcAft>
              <a:buClr>
                <a:schemeClr val="lt1"/>
              </a:buClr>
              <a:buSzPts val="1800"/>
              <a:buNone/>
              <a:defRPr>
                <a:solidFill>
                  <a:schemeClr val="lt1"/>
                </a:solidFill>
              </a:defRPr>
            </a:lvl9pPr>
          </a:lstStyle>
          <a:p/>
        </p:txBody>
      </p:sp>
      <p:sp>
        <p:nvSpPr>
          <p:cNvPr id="794" name="Google Shape;794;p6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GB" sz="900" u="none" cap="none" strike="noStrike">
                <a:solidFill>
                  <a:srgbClr val="E6F2F2"/>
                </a:solidFill>
                <a:latin typeface="Lexend"/>
                <a:ea typeface="Lexend"/>
                <a:cs typeface="Lexend"/>
                <a:sym typeface="Lexend"/>
              </a:rPr>
              <a:t>Feedback</a:t>
            </a:r>
            <a:endParaRPr b="1" i="0" sz="900" u="none" cap="none" strike="noStrike">
              <a:solidFill>
                <a:srgbClr val="E6F2F2"/>
              </a:solidFill>
              <a:latin typeface="Lexend"/>
              <a:ea typeface="Lexend"/>
              <a:cs typeface="Lexend"/>
              <a:sym typeface="Lexend"/>
            </a:endParaRPr>
          </a:p>
        </p:txBody>
      </p:sp>
      <p:pic>
        <p:nvPicPr>
          <p:cNvPr id="795" name="Google Shape;795;p6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7 Practice - blue  1">
  <p:cSld name="TITLE_AND_TWO_COLUMNS_1_1_5_1_3_1_2_2">
    <p:spTree>
      <p:nvGrpSpPr>
        <p:cNvPr id="796" name="Shape 796"/>
        <p:cNvGrpSpPr/>
        <p:nvPr/>
      </p:nvGrpSpPr>
      <p:grpSpPr>
        <a:xfrm>
          <a:off x="0" y="0"/>
          <a:ext cx="0" cy="0"/>
          <a:chOff x="0" y="0"/>
          <a:chExt cx="0" cy="0"/>
        </a:xfrm>
      </p:grpSpPr>
      <p:pic>
        <p:nvPicPr>
          <p:cNvPr id="797" name="Google Shape;797;p6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98" name="Google Shape;798;p69"/>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9" name="Google Shape;799;p69"/>
          <p:cNvSpPr txBox="1"/>
          <p:nvPr>
            <p:ph idx="1" type="body"/>
          </p:nvPr>
        </p:nvSpPr>
        <p:spPr>
          <a:xfrm>
            <a:off x="324000" y="759300"/>
            <a:ext cx="8237700" cy="3020700"/>
          </a:xfrm>
          <a:prstGeom prst="rect">
            <a:avLst/>
          </a:prstGeom>
          <a:noFill/>
          <a:ln>
            <a:noFill/>
          </a:ln>
        </p:spPr>
        <p:txBody>
          <a:bodyPr anchorCtr="0" anchor="t" bIns="0" lIns="0" spcFirstLastPara="1" rIns="0" wrap="square" tIns="0">
            <a:noAutofit/>
          </a:bodyPr>
          <a:lstStyle>
            <a:lvl1pPr indent="-368300" lvl="0" marL="457200" rtl="0" algn="l">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lgn="l">
              <a:lnSpc>
                <a:spcPct val="130000"/>
              </a:lnSpc>
              <a:spcBef>
                <a:spcPts val="1000"/>
              </a:spcBef>
              <a:spcAft>
                <a:spcPts val="0"/>
              </a:spcAft>
              <a:buSzPts val="2200"/>
              <a:buFont typeface="Lexend"/>
              <a:buChar char="–"/>
              <a:defRPr sz="2200">
                <a:latin typeface="Lexend"/>
                <a:ea typeface="Lexend"/>
                <a:cs typeface="Lexend"/>
                <a:sym typeface="Lexend"/>
              </a:defRPr>
            </a:lvl2pPr>
            <a:lvl3pPr indent="-355600" lvl="2" marL="1371600" rtl="0" algn="l">
              <a:lnSpc>
                <a:spcPct val="130000"/>
              </a:lnSpc>
              <a:spcBef>
                <a:spcPts val="1000"/>
              </a:spcBef>
              <a:spcAft>
                <a:spcPts val="0"/>
              </a:spcAft>
              <a:buSzPts val="2000"/>
              <a:buFont typeface="Lexend"/>
              <a:buChar char="–"/>
              <a:defRPr>
                <a:latin typeface="Lexend"/>
                <a:ea typeface="Lexend"/>
                <a:cs typeface="Lexend"/>
                <a:sym typeface="Lexend"/>
              </a:defRPr>
            </a:lvl3pPr>
            <a:lvl4pPr indent="-368300" lvl="3" marL="1828800" rtl="0" algn="l">
              <a:lnSpc>
                <a:spcPct val="130000"/>
              </a:lnSpc>
              <a:spcBef>
                <a:spcPts val="800"/>
              </a:spcBef>
              <a:spcAft>
                <a:spcPts val="0"/>
              </a:spcAft>
              <a:buSzPts val="2200"/>
              <a:buFont typeface="Lexend"/>
              <a:buChar char="–"/>
              <a:defRPr sz="2200">
                <a:latin typeface="Lexend"/>
                <a:ea typeface="Lexend"/>
                <a:cs typeface="Lexend"/>
                <a:sym typeface="Lexend"/>
              </a:defRPr>
            </a:lvl4pPr>
            <a:lvl5pPr indent="-342900" lvl="4" marL="2286000" rtl="0" algn="l">
              <a:lnSpc>
                <a:spcPct val="130000"/>
              </a:lnSpc>
              <a:spcBef>
                <a:spcPts val="800"/>
              </a:spcBef>
              <a:spcAft>
                <a:spcPts val="0"/>
              </a:spcAft>
              <a:buSzPts val="1800"/>
              <a:buFont typeface="Lexend"/>
              <a:buChar char="–"/>
              <a:defRPr>
                <a:latin typeface="Lexend"/>
                <a:ea typeface="Lexend"/>
                <a:cs typeface="Lexend"/>
                <a:sym typeface="Lexend"/>
              </a:defRPr>
            </a:lvl5pPr>
            <a:lvl6pPr indent="-342900" lvl="5" marL="2743200" rtl="0" algn="l">
              <a:lnSpc>
                <a:spcPct val="130000"/>
              </a:lnSpc>
              <a:spcBef>
                <a:spcPts val="600"/>
              </a:spcBef>
              <a:spcAft>
                <a:spcPts val="0"/>
              </a:spcAft>
              <a:buSzPts val="1800"/>
              <a:buFont typeface="Lexend"/>
              <a:buChar char="–"/>
              <a:defRPr sz="1800">
                <a:latin typeface="Lexend"/>
                <a:ea typeface="Lexend"/>
                <a:cs typeface="Lexend"/>
                <a:sym typeface="Lexend"/>
              </a:defRPr>
            </a:lvl6pPr>
            <a:lvl7pPr indent="-342900" lvl="6" marL="3200400" rtl="0" algn="l">
              <a:lnSpc>
                <a:spcPct val="130000"/>
              </a:lnSpc>
              <a:spcBef>
                <a:spcPts val="600"/>
              </a:spcBef>
              <a:spcAft>
                <a:spcPts val="0"/>
              </a:spcAft>
              <a:buSzPts val="1800"/>
              <a:buFont typeface="Lexend"/>
              <a:buChar char="–"/>
              <a:defRPr>
                <a:latin typeface="Lexend"/>
                <a:ea typeface="Lexend"/>
                <a:cs typeface="Lexend"/>
                <a:sym typeface="Lexend"/>
              </a:defRPr>
            </a:lvl7pPr>
            <a:lvl8pPr indent="-342900" lvl="7" marL="3657600" rtl="0" algn="l">
              <a:lnSpc>
                <a:spcPct val="130000"/>
              </a:lnSpc>
              <a:spcBef>
                <a:spcPts val="400"/>
              </a:spcBef>
              <a:spcAft>
                <a:spcPts val="0"/>
              </a:spcAft>
              <a:buSzPts val="1800"/>
              <a:buFont typeface="Lexend"/>
              <a:buChar char="–"/>
              <a:defRPr>
                <a:latin typeface="Lexend"/>
                <a:ea typeface="Lexend"/>
                <a:cs typeface="Lexend"/>
                <a:sym typeface="Lexend"/>
              </a:defRPr>
            </a:lvl8pPr>
            <a:lvl9pPr indent="-342900" lvl="8" marL="4114800" rtl="0" algn="l">
              <a:lnSpc>
                <a:spcPct val="130000"/>
              </a:lnSpc>
              <a:spcBef>
                <a:spcPts val="400"/>
              </a:spcBef>
              <a:spcAft>
                <a:spcPts val="200"/>
              </a:spcAft>
              <a:buSzPts val="1800"/>
              <a:buFont typeface="Lexend"/>
              <a:buChar char="–"/>
              <a:defRPr>
                <a:latin typeface="Lexend"/>
                <a:ea typeface="Lexend"/>
                <a:cs typeface="Lexend"/>
                <a:sym typeface="Lexend"/>
              </a:defRPr>
            </a:lvl9pPr>
          </a:lstStyle>
          <a:p/>
        </p:txBody>
      </p:sp>
      <p:sp>
        <p:nvSpPr>
          <p:cNvPr id="800" name="Google Shape;800;p6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GB" sz="900" u="none" cap="none" strike="noStrike">
                <a:solidFill>
                  <a:srgbClr val="EBEDFE"/>
                </a:solidFill>
                <a:latin typeface="Lexend"/>
                <a:ea typeface="Lexend"/>
                <a:cs typeface="Lexend"/>
                <a:sym typeface="Lexend"/>
              </a:rPr>
              <a:t>Practice</a:t>
            </a:r>
            <a:endParaRPr b="1" i="0" sz="900" u="none" cap="none" strike="noStrike">
              <a:solidFill>
                <a:srgbClr val="EBEDFE"/>
              </a:solidFill>
              <a:latin typeface="Lexend"/>
              <a:ea typeface="Lexend"/>
              <a:cs typeface="Lexend"/>
              <a:sym typeface="Lexend"/>
            </a:endParaRPr>
          </a:p>
        </p:txBody>
      </p:sp>
      <p:sp>
        <p:nvSpPr>
          <p:cNvPr id="801" name="Google Shape;801;p69"/>
          <p:cNvSpPr txBox="1"/>
          <p:nvPr/>
        </p:nvSpPr>
        <p:spPr>
          <a:xfrm>
            <a:off x="324000" y="45525"/>
            <a:ext cx="1019100" cy="492600"/>
          </a:xfrm>
          <a:prstGeom prst="rect">
            <a:avLst/>
          </a:prstGeom>
          <a:noFill/>
          <a:ln>
            <a:noFill/>
          </a:ln>
        </p:spPr>
        <p:txBody>
          <a:bodyPr anchorCtr="0" anchor="t" bIns="91425" lIns="0"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chemeClr val="lt1"/>
                </a:solidFill>
                <a:latin typeface="Lexend"/>
                <a:ea typeface="Lexend"/>
                <a:cs typeface="Lexend"/>
                <a:sym typeface="Lexend"/>
              </a:rPr>
              <a:t>Task C</a:t>
            </a:r>
            <a:endParaRPr b="1" i="0" sz="2000" u="none" cap="none" strike="noStrike">
              <a:solidFill>
                <a:schemeClr val="lt1"/>
              </a:solidFill>
              <a:latin typeface="Lexend"/>
              <a:ea typeface="Lexend"/>
              <a:cs typeface="Lexend"/>
              <a:sym typeface="Lexend"/>
            </a:endParaRPr>
          </a:p>
        </p:txBody>
      </p:sp>
      <p:sp>
        <p:nvSpPr>
          <p:cNvPr id="802" name="Google Shape;802;p69"/>
          <p:cNvSpPr txBox="1"/>
          <p:nvPr>
            <p:ph idx="2" type="subTitle"/>
          </p:nvPr>
        </p:nvSpPr>
        <p:spPr>
          <a:xfrm>
            <a:off x="1570025" y="134975"/>
            <a:ext cx="6855300" cy="337200"/>
          </a:xfrm>
          <a:prstGeom prst="rect">
            <a:avLst/>
          </a:prstGeom>
          <a:noFill/>
          <a:ln>
            <a:noFill/>
          </a:ln>
        </p:spPr>
        <p:txBody>
          <a:bodyPr anchorCtr="0" anchor="t" bIns="0" lIns="0" spcFirstLastPara="1" rIns="0" wrap="square" tIns="0">
            <a:noAutofit/>
          </a:bodyPr>
          <a:lstStyle>
            <a:lvl1pPr lvl="0" rtl="0" algn="l">
              <a:lnSpc>
                <a:spcPct val="13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lgn="l">
              <a:lnSpc>
                <a:spcPct val="130000"/>
              </a:lnSpc>
              <a:spcBef>
                <a:spcPts val="1000"/>
              </a:spcBef>
              <a:spcAft>
                <a:spcPts val="0"/>
              </a:spcAft>
              <a:buClr>
                <a:schemeClr val="lt1"/>
              </a:buClr>
              <a:buSzPts val="2100"/>
              <a:buNone/>
              <a:defRPr>
                <a:solidFill>
                  <a:schemeClr val="lt1"/>
                </a:solidFill>
              </a:defRPr>
            </a:lvl2pPr>
            <a:lvl3pPr lvl="2" rtl="0" algn="l">
              <a:lnSpc>
                <a:spcPct val="130000"/>
              </a:lnSpc>
              <a:spcBef>
                <a:spcPts val="1000"/>
              </a:spcBef>
              <a:spcAft>
                <a:spcPts val="0"/>
              </a:spcAft>
              <a:buClr>
                <a:schemeClr val="lt1"/>
              </a:buClr>
              <a:buSzPts val="2000"/>
              <a:buNone/>
              <a:defRPr>
                <a:solidFill>
                  <a:schemeClr val="lt1"/>
                </a:solidFill>
              </a:defRPr>
            </a:lvl3pPr>
            <a:lvl4pPr lvl="3" rtl="0" algn="l">
              <a:lnSpc>
                <a:spcPct val="130000"/>
              </a:lnSpc>
              <a:spcBef>
                <a:spcPts val="800"/>
              </a:spcBef>
              <a:spcAft>
                <a:spcPts val="0"/>
              </a:spcAft>
              <a:buClr>
                <a:schemeClr val="lt1"/>
              </a:buClr>
              <a:buSzPts val="1900"/>
              <a:buNone/>
              <a:defRPr>
                <a:solidFill>
                  <a:schemeClr val="lt1"/>
                </a:solidFill>
              </a:defRPr>
            </a:lvl4pPr>
            <a:lvl5pPr lvl="4" rtl="0" algn="l">
              <a:lnSpc>
                <a:spcPct val="130000"/>
              </a:lnSpc>
              <a:spcBef>
                <a:spcPts val="800"/>
              </a:spcBef>
              <a:spcAft>
                <a:spcPts val="0"/>
              </a:spcAft>
              <a:buClr>
                <a:schemeClr val="lt1"/>
              </a:buClr>
              <a:buSzPts val="1800"/>
              <a:buNone/>
              <a:defRPr>
                <a:solidFill>
                  <a:schemeClr val="lt1"/>
                </a:solidFill>
              </a:defRPr>
            </a:lvl5pPr>
            <a:lvl6pPr lvl="5" rtl="0" algn="l">
              <a:lnSpc>
                <a:spcPct val="130000"/>
              </a:lnSpc>
              <a:spcBef>
                <a:spcPts val="600"/>
              </a:spcBef>
              <a:spcAft>
                <a:spcPts val="0"/>
              </a:spcAft>
              <a:buClr>
                <a:schemeClr val="lt1"/>
              </a:buClr>
              <a:buSzPts val="1800"/>
              <a:buNone/>
              <a:defRPr>
                <a:solidFill>
                  <a:schemeClr val="lt1"/>
                </a:solidFill>
              </a:defRPr>
            </a:lvl6pPr>
            <a:lvl7pPr lvl="6" rtl="0" algn="l">
              <a:lnSpc>
                <a:spcPct val="130000"/>
              </a:lnSpc>
              <a:spcBef>
                <a:spcPts val="600"/>
              </a:spcBef>
              <a:spcAft>
                <a:spcPts val="0"/>
              </a:spcAft>
              <a:buClr>
                <a:schemeClr val="lt1"/>
              </a:buClr>
              <a:buSzPts val="1800"/>
              <a:buNone/>
              <a:defRPr>
                <a:solidFill>
                  <a:schemeClr val="lt1"/>
                </a:solidFill>
              </a:defRPr>
            </a:lvl7pPr>
            <a:lvl8pPr lvl="7" rtl="0" algn="l">
              <a:lnSpc>
                <a:spcPct val="130000"/>
              </a:lnSpc>
              <a:spcBef>
                <a:spcPts val="400"/>
              </a:spcBef>
              <a:spcAft>
                <a:spcPts val="0"/>
              </a:spcAft>
              <a:buClr>
                <a:schemeClr val="lt1"/>
              </a:buClr>
              <a:buSzPts val="1800"/>
              <a:buNone/>
              <a:defRPr>
                <a:solidFill>
                  <a:schemeClr val="lt1"/>
                </a:solidFill>
              </a:defRPr>
            </a:lvl8pPr>
            <a:lvl9pPr lvl="8" rtl="0" algn="l">
              <a:lnSpc>
                <a:spcPct val="130000"/>
              </a:lnSpc>
              <a:spcBef>
                <a:spcPts val="400"/>
              </a:spcBef>
              <a:spcAft>
                <a:spcPts val="200"/>
              </a:spcAft>
              <a:buClr>
                <a:schemeClr val="lt1"/>
              </a:buClr>
              <a:buSzPts val="1800"/>
              <a:buNone/>
              <a:defRPr>
                <a:solidFill>
                  <a:schemeClr val="lt1"/>
                </a:solidFill>
              </a:defRPr>
            </a:lvl9pPr>
          </a:lstStyle>
          <a:p/>
        </p:txBody>
      </p:sp>
      <p:pic>
        <p:nvPicPr>
          <p:cNvPr id="803" name="Google Shape;803;p69"/>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8 Feedback - blue 1">
  <p:cSld name="TITLE_AND_TWO_COLUMNS_1_1_5_1_3_1_2_1_1">
    <p:bg>
      <p:bgPr>
        <a:solidFill>
          <a:srgbClr val="EBEDFE"/>
        </a:solidFill>
      </p:bgPr>
    </p:bg>
    <p:spTree>
      <p:nvGrpSpPr>
        <p:cNvPr id="804" name="Shape 804"/>
        <p:cNvGrpSpPr/>
        <p:nvPr/>
      </p:nvGrpSpPr>
      <p:grpSpPr>
        <a:xfrm>
          <a:off x="0" y="0"/>
          <a:ext cx="0" cy="0"/>
          <a:chOff x="0" y="0"/>
          <a:chExt cx="0" cy="0"/>
        </a:xfrm>
      </p:grpSpPr>
      <p:pic>
        <p:nvPicPr>
          <p:cNvPr id="805" name="Google Shape;805;p7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806" name="Google Shape;806;p70"/>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7" name="Google Shape;807;p70"/>
          <p:cNvSpPr txBox="1"/>
          <p:nvPr>
            <p:ph idx="1" type="body"/>
          </p:nvPr>
        </p:nvSpPr>
        <p:spPr>
          <a:xfrm>
            <a:off x="324000" y="759300"/>
            <a:ext cx="8237700" cy="3020700"/>
          </a:xfrm>
          <a:prstGeom prst="rect">
            <a:avLst/>
          </a:prstGeom>
          <a:noFill/>
          <a:ln>
            <a:noFill/>
          </a:ln>
        </p:spPr>
        <p:txBody>
          <a:bodyPr anchorCtr="0" anchor="t" bIns="0" lIns="0" spcFirstLastPara="1" rIns="0" wrap="square" tIns="0">
            <a:noAutofit/>
          </a:bodyPr>
          <a:lstStyle>
            <a:lvl1pPr indent="-368300" lvl="0" marL="457200" rtl="0" algn="l">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lgn="l">
              <a:lnSpc>
                <a:spcPct val="130000"/>
              </a:lnSpc>
              <a:spcBef>
                <a:spcPts val="1000"/>
              </a:spcBef>
              <a:spcAft>
                <a:spcPts val="0"/>
              </a:spcAft>
              <a:buSzPts val="2200"/>
              <a:buFont typeface="Lexend"/>
              <a:buChar char="–"/>
              <a:defRPr sz="2200">
                <a:latin typeface="Lexend"/>
                <a:ea typeface="Lexend"/>
                <a:cs typeface="Lexend"/>
                <a:sym typeface="Lexend"/>
              </a:defRPr>
            </a:lvl2pPr>
            <a:lvl3pPr indent="-355600" lvl="2" marL="1371600" rtl="0" algn="l">
              <a:lnSpc>
                <a:spcPct val="130000"/>
              </a:lnSpc>
              <a:spcBef>
                <a:spcPts val="1000"/>
              </a:spcBef>
              <a:spcAft>
                <a:spcPts val="0"/>
              </a:spcAft>
              <a:buSzPts val="2000"/>
              <a:buFont typeface="Lexend"/>
              <a:buChar char="–"/>
              <a:defRPr>
                <a:latin typeface="Lexend"/>
                <a:ea typeface="Lexend"/>
                <a:cs typeface="Lexend"/>
                <a:sym typeface="Lexend"/>
              </a:defRPr>
            </a:lvl3pPr>
            <a:lvl4pPr indent="-368300" lvl="3" marL="1828800" rtl="0" algn="l">
              <a:lnSpc>
                <a:spcPct val="130000"/>
              </a:lnSpc>
              <a:spcBef>
                <a:spcPts val="800"/>
              </a:spcBef>
              <a:spcAft>
                <a:spcPts val="0"/>
              </a:spcAft>
              <a:buSzPts val="2200"/>
              <a:buFont typeface="Lexend"/>
              <a:buChar char="–"/>
              <a:defRPr sz="2200">
                <a:latin typeface="Lexend"/>
                <a:ea typeface="Lexend"/>
                <a:cs typeface="Lexend"/>
                <a:sym typeface="Lexend"/>
              </a:defRPr>
            </a:lvl4pPr>
            <a:lvl5pPr indent="-342900" lvl="4" marL="2286000" rtl="0" algn="l">
              <a:lnSpc>
                <a:spcPct val="130000"/>
              </a:lnSpc>
              <a:spcBef>
                <a:spcPts val="800"/>
              </a:spcBef>
              <a:spcAft>
                <a:spcPts val="0"/>
              </a:spcAft>
              <a:buSzPts val="1800"/>
              <a:buFont typeface="Lexend"/>
              <a:buChar char="–"/>
              <a:defRPr>
                <a:latin typeface="Lexend"/>
                <a:ea typeface="Lexend"/>
                <a:cs typeface="Lexend"/>
                <a:sym typeface="Lexend"/>
              </a:defRPr>
            </a:lvl5pPr>
            <a:lvl6pPr indent="-342900" lvl="5" marL="2743200" rtl="0" algn="l">
              <a:lnSpc>
                <a:spcPct val="130000"/>
              </a:lnSpc>
              <a:spcBef>
                <a:spcPts val="600"/>
              </a:spcBef>
              <a:spcAft>
                <a:spcPts val="0"/>
              </a:spcAft>
              <a:buSzPts val="1800"/>
              <a:buFont typeface="Lexend"/>
              <a:buChar char="–"/>
              <a:defRPr sz="1800">
                <a:latin typeface="Lexend"/>
                <a:ea typeface="Lexend"/>
                <a:cs typeface="Lexend"/>
                <a:sym typeface="Lexend"/>
              </a:defRPr>
            </a:lvl6pPr>
            <a:lvl7pPr indent="-342900" lvl="6" marL="3200400" rtl="0" algn="l">
              <a:lnSpc>
                <a:spcPct val="130000"/>
              </a:lnSpc>
              <a:spcBef>
                <a:spcPts val="600"/>
              </a:spcBef>
              <a:spcAft>
                <a:spcPts val="0"/>
              </a:spcAft>
              <a:buSzPts val="1800"/>
              <a:buFont typeface="Lexend"/>
              <a:buChar char="–"/>
              <a:defRPr>
                <a:latin typeface="Lexend"/>
                <a:ea typeface="Lexend"/>
                <a:cs typeface="Lexend"/>
                <a:sym typeface="Lexend"/>
              </a:defRPr>
            </a:lvl7pPr>
            <a:lvl8pPr indent="-342900" lvl="7" marL="3657600" rtl="0" algn="l">
              <a:lnSpc>
                <a:spcPct val="130000"/>
              </a:lnSpc>
              <a:spcBef>
                <a:spcPts val="400"/>
              </a:spcBef>
              <a:spcAft>
                <a:spcPts val="0"/>
              </a:spcAft>
              <a:buSzPts val="1800"/>
              <a:buFont typeface="Lexend"/>
              <a:buChar char="–"/>
              <a:defRPr>
                <a:latin typeface="Lexend"/>
                <a:ea typeface="Lexend"/>
                <a:cs typeface="Lexend"/>
                <a:sym typeface="Lexend"/>
              </a:defRPr>
            </a:lvl8pPr>
            <a:lvl9pPr indent="-342900" lvl="8" marL="4114800" rtl="0" algn="l">
              <a:lnSpc>
                <a:spcPct val="130000"/>
              </a:lnSpc>
              <a:spcBef>
                <a:spcPts val="400"/>
              </a:spcBef>
              <a:spcAft>
                <a:spcPts val="200"/>
              </a:spcAft>
              <a:buSzPts val="1800"/>
              <a:buFont typeface="Lexend"/>
              <a:buChar char="–"/>
              <a:defRPr>
                <a:latin typeface="Lexend"/>
                <a:ea typeface="Lexend"/>
                <a:cs typeface="Lexend"/>
                <a:sym typeface="Lexend"/>
              </a:defRPr>
            </a:lvl9pPr>
          </a:lstStyle>
          <a:p/>
        </p:txBody>
      </p:sp>
      <p:sp>
        <p:nvSpPr>
          <p:cNvPr id="808" name="Google Shape;808;p70"/>
          <p:cNvSpPr txBox="1"/>
          <p:nvPr/>
        </p:nvSpPr>
        <p:spPr>
          <a:xfrm>
            <a:off x="324000" y="45525"/>
            <a:ext cx="1034400" cy="492600"/>
          </a:xfrm>
          <a:prstGeom prst="rect">
            <a:avLst/>
          </a:prstGeom>
          <a:noFill/>
          <a:ln>
            <a:noFill/>
          </a:ln>
        </p:spPr>
        <p:txBody>
          <a:bodyPr anchorCtr="0" anchor="t" bIns="91425" lIns="0"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chemeClr val="lt1"/>
                </a:solidFill>
                <a:latin typeface="Lexend"/>
                <a:ea typeface="Lexend"/>
                <a:cs typeface="Lexend"/>
                <a:sym typeface="Lexend"/>
              </a:rPr>
              <a:t>Task C</a:t>
            </a:r>
            <a:endParaRPr b="1" i="0" sz="2000" u="none" cap="none" strike="noStrike">
              <a:solidFill>
                <a:schemeClr val="lt1"/>
              </a:solidFill>
              <a:latin typeface="Lexend"/>
              <a:ea typeface="Lexend"/>
              <a:cs typeface="Lexend"/>
              <a:sym typeface="Lexend"/>
            </a:endParaRPr>
          </a:p>
        </p:txBody>
      </p:sp>
      <p:sp>
        <p:nvSpPr>
          <p:cNvPr id="809" name="Google Shape;809;p70"/>
          <p:cNvSpPr txBox="1"/>
          <p:nvPr>
            <p:ph idx="2" type="subTitle"/>
          </p:nvPr>
        </p:nvSpPr>
        <p:spPr>
          <a:xfrm>
            <a:off x="1570025" y="134975"/>
            <a:ext cx="6855300" cy="337200"/>
          </a:xfrm>
          <a:prstGeom prst="rect">
            <a:avLst/>
          </a:prstGeom>
          <a:noFill/>
          <a:ln>
            <a:noFill/>
          </a:ln>
        </p:spPr>
        <p:txBody>
          <a:bodyPr anchorCtr="0" anchor="t" bIns="0" lIns="0" spcFirstLastPara="1" rIns="0" wrap="square" tIns="0">
            <a:noAutofit/>
          </a:bodyPr>
          <a:lstStyle>
            <a:lvl1pPr lvl="0" rtl="0" algn="l">
              <a:lnSpc>
                <a:spcPct val="13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lgn="l">
              <a:lnSpc>
                <a:spcPct val="130000"/>
              </a:lnSpc>
              <a:spcBef>
                <a:spcPts val="1000"/>
              </a:spcBef>
              <a:spcAft>
                <a:spcPts val="0"/>
              </a:spcAft>
              <a:buClr>
                <a:schemeClr val="lt1"/>
              </a:buClr>
              <a:buSzPts val="2100"/>
              <a:buNone/>
              <a:defRPr>
                <a:solidFill>
                  <a:schemeClr val="lt1"/>
                </a:solidFill>
              </a:defRPr>
            </a:lvl2pPr>
            <a:lvl3pPr lvl="2" rtl="0" algn="l">
              <a:lnSpc>
                <a:spcPct val="130000"/>
              </a:lnSpc>
              <a:spcBef>
                <a:spcPts val="1000"/>
              </a:spcBef>
              <a:spcAft>
                <a:spcPts val="0"/>
              </a:spcAft>
              <a:buClr>
                <a:schemeClr val="lt1"/>
              </a:buClr>
              <a:buSzPts val="2000"/>
              <a:buNone/>
              <a:defRPr>
                <a:solidFill>
                  <a:schemeClr val="lt1"/>
                </a:solidFill>
              </a:defRPr>
            </a:lvl3pPr>
            <a:lvl4pPr lvl="3" rtl="0" algn="l">
              <a:lnSpc>
                <a:spcPct val="130000"/>
              </a:lnSpc>
              <a:spcBef>
                <a:spcPts val="800"/>
              </a:spcBef>
              <a:spcAft>
                <a:spcPts val="0"/>
              </a:spcAft>
              <a:buClr>
                <a:schemeClr val="lt1"/>
              </a:buClr>
              <a:buSzPts val="1900"/>
              <a:buNone/>
              <a:defRPr>
                <a:solidFill>
                  <a:schemeClr val="lt1"/>
                </a:solidFill>
              </a:defRPr>
            </a:lvl4pPr>
            <a:lvl5pPr lvl="4" rtl="0" algn="l">
              <a:lnSpc>
                <a:spcPct val="130000"/>
              </a:lnSpc>
              <a:spcBef>
                <a:spcPts val="800"/>
              </a:spcBef>
              <a:spcAft>
                <a:spcPts val="0"/>
              </a:spcAft>
              <a:buClr>
                <a:schemeClr val="lt1"/>
              </a:buClr>
              <a:buSzPts val="1800"/>
              <a:buNone/>
              <a:defRPr>
                <a:solidFill>
                  <a:schemeClr val="lt1"/>
                </a:solidFill>
              </a:defRPr>
            </a:lvl5pPr>
            <a:lvl6pPr lvl="5" rtl="0" algn="l">
              <a:lnSpc>
                <a:spcPct val="130000"/>
              </a:lnSpc>
              <a:spcBef>
                <a:spcPts val="600"/>
              </a:spcBef>
              <a:spcAft>
                <a:spcPts val="0"/>
              </a:spcAft>
              <a:buClr>
                <a:schemeClr val="lt1"/>
              </a:buClr>
              <a:buSzPts val="1800"/>
              <a:buNone/>
              <a:defRPr>
                <a:solidFill>
                  <a:schemeClr val="lt1"/>
                </a:solidFill>
              </a:defRPr>
            </a:lvl6pPr>
            <a:lvl7pPr lvl="6" rtl="0" algn="l">
              <a:lnSpc>
                <a:spcPct val="130000"/>
              </a:lnSpc>
              <a:spcBef>
                <a:spcPts val="600"/>
              </a:spcBef>
              <a:spcAft>
                <a:spcPts val="0"/>
              </a:spcAft>
              <a:buClr>
                <a:schemeClr val="lt1"/>
              </a:buClr>
              <a:buSzPts val="1800"/>
              <a:buNone/>
              <a:defRPr>
                <a:solidFill>
                  <a:schemeClr val="lt1"/>
                </a:solidFill>
              </a:defRPr>
            </a:lvl7pPr>
            <a:lvl8pPr lvl="7" rtl="0" algn="l">
              <a:lnSpc>
                <a:spcPct val="130000"/>
              </a:lnSpc>
              <a:spcBef>
                <a:spcPts val="400"/>
              </a:spcBef>
              <a:spcAft>
                <a:spcPts val="0"/>
              </a:spcAft>
              <a:buClr>
                <a:schemeClr val="lt1"/>
              </a:buClr>
              <a:buSzPts val="1800"/>
              <a:buNone/>
              <a:defRPr>
                <a:solidFill>
                  <a:schemeClr val="lt1"/>
                </a:solidFill>
              </a:defRPr>
            </a:lvl8pPr>
            <a:lvl9pPr lvl="8" rtl="0" algn="l">
              <a:lnSpc>
                <a:spcPct val="130000"/>
              </a:lnSpc>
              <a:spcBef>
                <a:spcPts val="400"/>
              </a:spcBef>
              <a:spcAft>
                <a:spcPts val="200"/>
              </a:spcAft>
              <a:buClr>
                <a:schemeClr val="lt1"/>
              </a:buClr>
              <a:buSzPts val="1800"/>
              <a:buNone/>
              <a:defRPr>
                <a:solidFill>
                  <a:schemeClr val="lt1"/>
                </a:solidFill>
              </a:defRPr>
            </a:lvl9pPr>
          </a:lstStyle>
          <a:p/>
        </p:txBody>
      </p:sp>
      <p:sp>
        <p:nvSpPr>
          <p:cNvPr id="810" name="Google Shape;810;p7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GB" sz="900" u="none" cap="none" strike="noStrike">
                <a:solidFill>
                  <a:srgbClr val="E6F2F2"/>
                </a:solidFill>
                <a:latin typeface="Lexend"/>
                <a:ea typeface="Lexend"/>
                <a:cs typeface="Lexend"/>
                <a:sym typeface="Lexend"/>
              </a:rPr>
              <a:t>Feedback</a:t>
            </a:r>
            <a:endParaRPr b="1" i="0" sz="900" u="none" cap="none" strike="noStrike">
              <a:solidFill>
                <a:srgbClr val="E6F2F2"/>
              </a:solidFill>
              <a:latin typeface="Lexend"/>
              <a:ea typeface="Lexend"/>
              <a:cs typeface="Lexend"/>
              <a:sym typeface="Lexend"/>
            </a:endParaRPr>
          </a:p>
        </p:txBody>
      </p:sp>
      <p:pic>
        <p:nvPicPr>
          <p:cNvPr id="811" name="Google Shape;811;p7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1 1">
  <p:cSld name="TITLE_AND_TWO_COLUMNS_1_1_5_1_2_1_1">
    <p:spTree>
      <p:nvGrpSpPr>
        <p:cNvPr id="812" name="Shape 812"/>
        <p:cNvGrpSpPr/>
        <p:nvPr/>
      </p:nvGrpSpPr>
      <p:grpSpPr>
        <a:xfrm>
          <a:off x="0" y="0"/>
          <a:ext cx="0" cy="0"/>
          <a:chOff x="0" y="0"/>
          <a:chExt cx="0" cy="0"/>
        </a:xfrm>
      </p:grpSpPr>
      <p:sp>
        <p:nvSpPr>
          <p:cNvPr id="813" name="Google Shape;813;p71"/>
          <p:cNvSpPr/>
          <p:nvPr/>
        </p:nvSpPr>
        <p:spPr>
          <a:xfrm>
            <a:off x="0" y="0"/>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814" name="Google Shape;814;p71"/>
          <p:cNvPicPr preferRelativeResize="0"/>
          <p:nvPr/>
        </p:nvPicPr>
        <p:blipFill rotWithShape="1">
          <a:blip r:embed="rId2">
            <a:alphaModFix/>
          </a:blip>
          <a:srcRect b="1709" l="0" r="0" t="1699"/>
          <a:stretch/>
        </p:blipFill>
        <p:spPr>
          <a:xfrm>
            <a:off x="0" y="535825"/>
            <a:ext cx="9151202" cy="116709"/>
          </a:xfrm>
          <a:prstGeom prst="rect">
            <a:avLst/>
          </a:prstGeom>
          <a:noFill/>
          <a:ln>
            <a:noFill/>
          </a:ln>
        </p:spPr>
      </p:pic>
      <p:sp>
        <p:nvSpPr>
          <p:cNvPr id="815" name="Google Shape;815;p71"/>
          <p:cNvSpPr txBox="1"/>
          <p:nvPr>
            <p:ph idx="1" type="body"/>
          </p:nvPr>
        </p:nvSpPr>
        <p:spPr>
          <a:xfrm>
            <a:off x="324000" y="1080000"/>
            <a:ext cx="8113800" cy="3740400"/>
          </a:xfrm>
          <a:prstGeom prst="rect">
            <a:avLst/>
          </a:prstGeom>
          <a:noFill/>
          <a:ln>
            <a:noFill/>
          </a:ln>
        </p:spPr>
        <p:txBody>
          <a:bodyPr anchorCtr="0" anchor="t" bIns="0" lIns="0" spcFirstLastPara="1" rIns="0" wrap="square" tIns="0">
            <a:noAutofit/>
          </a:bodyPr>
          <a:lstStyle>
            <a:lvl1pPr indent="-368300" lvl="0" marL="457200" rtl="0" algn="l">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lgn="l">
              <a:lnSpc>
                <a:spcPct val="130000"/>
              </a:lnSpc>
              <a:spcBef>
                <a:spcPts val="1000"/>
              </a:spcBef>
              <a:spcAft>
                <a:spcPts val="0"/>
              </a:spcAft>
              <a:buSzPts val="2200"/>
              <a:buFont typeface="Lexend"/>
              <a:buChar char="–"/>
              <a:defRPr sz="2200">
                <a:latin typeface="Lexend"/>
                <a:ea typeface="Lexend"/>
                <a:cs typeface="Lexend"/>
                <a:sym typeface="Lexend"/>
              </a:defRPr>
            </a:lvl2pPr>
            <a:lvl3pPr indent="-355600" lvl="2" marL="1371600" rtl="0" algn="l">
              <a:lnSpc>
                <a:spcPct val="130000"/>
              </a:lnSpc>
              <a:spcBef>
                <a:spcPts val="1000"/>
              </a:spcBef>
              <a:spcAft>
                <a:spcPts val="0"/>
              </a:spcAft>
              <a:buSzPts val="2000"/>
              <a:buFont typeface="Lexend"/>
              <a:buChar char="–"/>
              <a:defRPr>
                <a:latin typeface="Lexend"/>
                <a:ea typeface="Lexend"/>
                <a:cs typeface="Lexend"/>
                <a:sym typeface="Lexend"/>
              </a:defRPr>
            </a:lvl3pPr>
            <a:lvl4pPr indent="-368300" lvl="3" marL="1828800" rtl="0" algn="l">
              <a:lnSpc>
                <a:spcPct val="130000"/>
              </a:lnSpc>
              <a:spcBef>
                <a:spcPts val="800"/>
              </a:spcBef>
              <a:spcAft>
                <a:spcPts val="0"/>
              </a:spcAft>
              <a:buSzPts val="2200"/>
              <a:buFont typeface="Lexend"/>
              <a:buChar char="–"/>
              <a:defRPr sz="2200">
                <a:latin typeface="Lexend"/>
                <a:ea typeface="Lexend"/>
                <a:cs typeface="Lexend"/>
                <a:sym typeface="Lexend"/>
              </a:defRPr>
            </a:lvl4pPr>
            <a:lvl5pPr indent="-342900" lvl="4" marL="2286000" rtl="0" algn="l">
              <a:lnSpc>
                <a:spcPct val="130000"/>
              </a:lnSpc>
              <a:spcBef>
                <a:spcPts val="800"/>
              </a:spcBef>
              <a:spcAft>
                <a:spcPts val="0"/>
              </a:spcAft>
              <a:buSzPts val="1800"/>
              <a:buFont typeface="Lexend"/>
              <a:buChar char="–"/>
              <a:defRPr>
                <a:latin typeface="Lexend"/>
                <a:ea typeface="Lexend"/>
                <a:cs typeface="Lexend"/>
                <a:sym typeface="Lexend"/>
              </a:defRPr>
            </a:lvl5pPr>
            <a:lvl6pPr indent="-342900" lvl="5" marL="2743200" rtl="0" algn="l">
              <a:lnSpc>
                <a:spcPct val="130000"/>
              </a:lnSpc>
              <a:spcBef>
                <a:spcPts val="600"/>
              </a:spcBef>
              <a:spcAft>
                <a:spcPts val="0"/>
              </a:spcAft>
              <a:buSzPts val="1800"/>
              <a:buFont typeface="Lexend"/>
              <a:buChar char="–"/>
              <a:defRPr sz="1800">
                <a:latin typeface="Lexend"/>
                <a:ea typeface="Lexend"/>
                <a:cs typeface="Lexend"/>
                <a:sym typeface="Lexend"/>
              </a:defRPr>
            </a:lvl6pPr>
            <a:lvl7pPr indent="-342900" lvl="6" marL="3200400" rtl="0" algn="l">
              <a:lnSpc>
                <a:spcPct val="130000"/>
              </a:lnSpc>
              <a:spcBef>
                <a:spcPts val="600"/>
              </a:spcBef>
              <a:spcAft>
                <a:spcPts val="0"/>
              </a:spcAft>
              <a:buSzPts val="1800"/>
              <a:buFont typeface="Lexend"/>
              <a:buChar char="–"/>
              <a:defRPr>
                <a:latin typeface="Lexend"/>
                <a:ea typeface="Lexend"/>
                <a:cs typeface="Lexend"/>
                <a:sym typeface="Lexend"/>
              </a:defRPr>
            </a:lvl7pPr>
            <a:lvl8pPr indent="-342900" lvl="7" marL="3657600" rtl="0" algn="l">
              <a:lnSpc>
                <a:spcPct val="130000"/>
              </a:lnSpc>
              <a:spcBef>
                <a:spcPts val="400"/>
              </a:spcBef>
              <a:spcAft>
                <a:spcPts val="0"/>
              </a:spcAft>
              <a:buSzPts val="1800"/>
              <a:buFont typeface="Lexend"/>
              <a:buChar char="–"/>
              <a:defRPr>
                <a:latin typeface="Lexend"/>
                <a:ea typeface="Lexend"/>
                <a:cs typeface="Lexend"/>
                <a:sym typeface="Lexend"/>
              </a:defRPr>
            </a:lvl8pPr>
            <a:lvl9pPr indent="-342900" lvl="8" marL="4114800" rtl="0" algn="l">
              <a:lnSpc>
                <a:spcPct val="130000"/>
              </a:lnSpc>
              <a:spcBef>
                <a:spcPts val="400"/>
              </a:spcBef>
              <a:spcAft>
                <a:spcPts val="200"/>
              </a:spcAft>
              <a:buSzPts val="1800"/>
              <a:buFont typeface="Lexend"/>
              <a:buChar char="–"/>
              <a:defRPr>
                <a:latin typeface="Lexend"/>
                <a:ea typeface="Lexend"/>
                <a:cs typeface="Lexend"/>
                <a:sym typeface="Lexend"/>
              </a:defRPr>
            </a:lvl9pPr>
          </a:lstStyle>
          <a:p/>
        </p:txBody>
      </p:sp>
      <p:sp>
        <p:nvSpPr>
          <p:cNvPr id="816" name="Google Shape;816;p71"/>
          <p:cNvSpPr txBox="1"/>
          <p:nvPr/>
        </p:nvSpPr>
        <p:spPr>
          <a:xfrm>
            <a:off x="324000" y="112500"/>
            <a:ext cx="1316700" cy="307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chemeClr val="dk1"/>
                </a:solidFill>
                <a:latin typeface="Lexend"/>
                <a:ea typeface="Lexend"/>
                <a:cs typeface="Lexend"/>
                <a:sym typeface="Lexend"/>
              </a:rPr>
              <a:t>Summary</a:t>
            </a:r>
            <a:endParaRPr b="1" i="0" sz="2000" u="none" cap="none" strike="noStrike">
              <a:solidFill>
                <a:schemeClr val="dk1"/>
              </a:solidFill>
              <a:latin typeface="Lexend"/>
              <a:ea typeface="Lexend"/>
              <a:cs typeface="Lexend"/>
              <a:sym typeface="Lexend"/>
            </a:endParaRPr>
          </a:p>
        </p:txBody>
      </p:sp>
      <p:sp>
        <p:nvSpPr>
          <p:cNvPr id="817" name="Google Shape;817;p71"/>
          <p:cNvSpPr txBox="1"/>
          <p:nvPr>
            <p:ph type="title"/>
          </p:nvPr>
        </p:nvSpPr>
        <p:spPr>
          <a:xfrm>
            <a:off x="1684800" y="157525"/>
            <a:ext cx="5741400" cy="3828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Font typeface="Lexend"/>
              <a:buNone/>
              <a:defRPr b="0" sz="1800">
                <a:latin typeface="Lexend"/>
                <a:ea typeface="Lexend"/>
                <a:cs typeface="Lexend"/>
                <a:sym typeface="Lexend"/>
              </a:defRPr>
            </a:lvl1pPr>
            <a:lvl2pPr lvl="1" rtl="0" algn="l">
              <a:lnSpc>
                <a:spcPct val="100000"/>
              </a:lnSpc>
              <a:spcBef>
                <a:spcPts val="0"/>
              </a:spcBef>
              <a:spcAft>
                <a:spcPts val="0"/>
              </a:spcAft>
              <a:buSzPts val="1800"/>
              <a:buNone/>
              <a:defRPr sz="1800"/>
            </a:lvl2pPr>
            <a:lvl3pPr lvl="2" rtl="0" algn="l">
              <a:lnSpc>
                <a:spcPct val="100000"/>
              </a:lnSpc>
              <a:spcBef>
                <a:spcPts val="0"/>
              </a:spcBef>
              <a:spcAft>
                <a:spcPts val="0"/>
              </a:spcAft>
              <a:buSzPts val="1800"/>
              <a:buNone/>
              <a:defRPr sz="1800"/>
            </a:lvl3pPr>
            <a:lvl4pPr lvl="3" rtl="0" algn="l">
              <a:lnSpc>
                <a:spcPct val="100000"/>
              </a:lnSpc>
              <a:spcBef>
                <a:spcPts val="0"/>
              </a:spcBef>
              <a:spcAft>
                <a:spcPts val="0"/>
              </a:spcAft>
              <a:buSzPts val="1800"/>
              <a:buNone/>
              <a:defRPr sz="1800"/>
            </a:lvl4pPr>
            <a:lvl5pPr lvl="4" rtl="0" algn="l">
              <a:lnSpc>
                <a:spcPct val="100000"/>
              </a:lnSpc>
              <a:spcBef>
                <a:spcPts val="0"/>
              </a:spcBef>
              <a:spcAft>
                <a:spcPts val="0"/>
              </a:spcAft>
              <a:buSzPts val="1800"/>
              <a:buNone/>
              <a:defRPr sz="1800"/>
            </a:lvl5pPr>
            <a:lvl6pPr lvl="5" rtl="0" algn="l">
              <a:lnSpc>
                <a:spcPct val="100000"/>
              </a:lnSpc>
              <a:spcBef>
                <a:spcPts val="0"/>
              </a:spcBef>
              <a:spcAft>
                <a:spcPts val="0"/>
              </a:spcAft>
              <a:buSzPts val="1800"/>
              <a:buNone/>
              <a:defRPr sz="1800"/>
            </a:lvl6pPr>
            <a:lvl7pPr lvl="6" rtl="0" algn="l">
              <a:lnSpc>
                <a:spcPct val="100000"/>
              </a:lnSpc>
              <a:spcBef>
                <a:spcPts val="0"/>
              </a:spcBef>
              <a:spcAft>
                <a:spcPts val="0"/>
              </a:spcAft>
              <a:buSzPts val="1800"/>
              <a:buNone/>
              <a:defRPr sz="1800"/>
            </a:lvl7pPr>
            <a:lvl8pPr lvl="7" rtl="0" algn="l">
              <a:lnSpc>
                <a:spcPct val="100000"/>
              </a:lnSpc>
              <a:spcBef>
                <a:spcPts val="0"/>
              </a:spcBef>
              <a:spcAft>
                <a:spcPts val="0"/>
              </a:spcAft>
              <a:buSzPts val="1800"/>
              <a:buNone/>
              <a:defRPr sz="1800"/>
            </a:lvl8pPr>
            <a:lvl9pPr lvl="8" rtl="0" algn="l">
              <a:lnSpc>
                <a:spcPct val="100000"/>
              </a:lnSpc>
              <a:spcBef>
                <a:spcPts val="0"/>
              </a:spcBef>
              <a:spcAft>
                <a:spcPts val="0"/>
              </a:spcAft>
              <a:buSzPts val="1800"/>
              <a:buNone/>
              <a:defRPr sz="1800"/>
            </a:lvl9pPr>
          </a:lstStyle>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3) 2">
  <p:cSld name="CUSTOM_3_2_2">
    <p:spTree>
      <p:nvGrpSpPr>
        <p:cNvPr id="818" name="Shape 818"/>
        <p:cNvGrpSpPr/>
        <p:nvPr/>
      </p:nvGrpSpPr>
      <p:grpSpPr>
        <a:xfrm>
          <a:off x="0" y="0"/>
          <a:ext cx="0" cy="0"/>
          <a:chOff x="0" y="0"/>
          <a:chExt cx="0" cy="0"/>
        </a:xfrm>
      </p:grpSpPr>
      <p:pic>
        <p:nvPicPr>
          <p:cNvPr id="819" name="Google Shape;819;p72"/>
          <p:cNvPicPr preferRelativeResize="0"/>
          <p:nvPr/>
        </p:nvPicPr>
        <p:blipFill rotWithShape="1">
          <a:blip r:embed="rId2">
            <a:alphaModFix/>
          </a:blip>
          <a:srcRect b="4438" l="0" r="0" t="4429"/>
          <a:stretch/>
        </p:blipFill>
        <p:spPr>
          <a:xfrm>
            <a:off x="863550" y="3642223"/>
            <a:ext cx="7439125" cy="563227"/>
          </a:xfrm>
          <a:prstGeom prst="rect">
            <a:avLst/>
          </a:prstGeom>
          <a:noFill/>
          <a:ln>
            <a:noFill/>
          </a:ln>
        </p:spPr>
      </p:pic>
      <p:pic>
        <p:nvPicPr>
          <p:cNvPr id="820" name="Google Shape;820;p72"/>
          <p:cNvPicPr preferRelativeResize="0"/>
          <p:nvPr/>
        </p:nvPicPr>
        <p:blipFill rotWithShape="1">
          <a:blip r:embed="rId3">
            <a:alphaModFix/>
          </a:blip>
          <a:srcRect b="0" l="74623" r="0" t="0"/>
          <a:stretch/>
        </p:blipFill>
        <p:spPr>
          <a:xfrm>
            <a:off x="863550" y="3600900"/>
            <a:ext cx="145900" cy="645874"/>
          </a:xfrm>
          <a:prstGeom prst="rect">
            <a:avLst/>
          </a:prstGeom>
          <a:noFill/>
          <a:ln>
            <a:noFill/>
          </a:ln>
        </p:spPr>
      </p:pic>
      <p:pic>
        <p:nvPicPr>
          <p:cNvPr id="821" name="Google Shape;821;p72"/>
          <p:cNvPicPr preferRelativeResize="0"/>
          <p:nvPr/>
        </p:nvPicPr>
        <p:blipFill rotWithShape="1">
          <a:blip r:embed="rId4">
            <a:alphaModFix/>
          </a:blip>
          <a:srcRect b="3669" l="0" r="0" t="3678"/>
          <a:stretch/>
        </p:blipFill>
        <p:spPr>
          <a:xfrm>
            <a:off x="863550" y="2704186"/>
            <a:ext cx="7439126" cy="572074"/>
          </a:xfrm>
          <a:prstGeom prst="rect">
            <a:avLst/>
          </a:prstGeom>
          <a:noFill/>
          <a:ln>
            <a:noFill/>
          </a:ln>
        </p:spPr>
      </p:pic>
      <p:pic>
        <p:nvPicPr>
          <p:cNvPr id="822" name="Google Shape;822;p72"/>
          <p:cNvPicPr preferRelativeResize="0"/>
          <p:nvPr/>
        </p:nvPicPr>
        <p:blipFill rotWithShape="1">
          <a:blip r:embed="rId3">
            <a:alphaModFix/>
          </a:blip>
          <a:srcRect b="0" l="74623" r="0" t="0"/>
          <a:stretch/>
        </p:blipFill>
        <p:spPr>
          <a:xfrm>
            <a:off x="863550" y="2677988"/>
            <a:ext cx="145900" cy="645874"/>
          </a:xfrm>
          <a:prstGeom prst="rect">
            <a:avLst/>
          </a:prstGeom>
          <a:noFill/>
          <a:ln>
            <a:noFill/>
          </a:ln>
        </p:spPr>
      </p:pic>
      <p:pic>
        <p:nvPicPr>
          <p:cNvPr id="823" name="Google Shape;823;p72"/>
          <p:cNvPicPr preferRelativeResize="0"/>
          <p:nvPr/>
        </p:nvPicPr>
        <p:blipFill rotWithShape="1">
          <a:blip r:embed="rId5">
            <a:alphaModFix/>
          </a:blip>
          <a:srcRect b="3669" l="0" r="0" t="3678"/>
          <a:stretch/>
        </p:blipFill>
        <p:spPr>
          <a:xfrm>
            <a:off x="863550" y="1678325"/>
            <a:ext cx="7439126" cy="572074"/>
          </a:xfrm>
          <a:prstGeom prst="rect">
            <a:avLst/>
          </a:prstGeom>
          <a:noFill/>
          <a:ln>
            <a:noFill/>
          </a:ln>
        </p:spPr>
      </p:pic>
      <p:pic>
        <p:nvPicPr>
          <p:cNvPr id="824" name="Google Shape;824;p72"/>
          <p:cNvPicPr preferRelativeResize="0"/>
          <p:nvPr/>
        </p:nvPicPr>
        <p:blipFill rotWithShape="1">
          <a:blip r:embed="rId3">
            <a:alphaModFix/>
          </a:blip>
          <a:srcRect b="0" l="74623" r="0" t="0"/>
          <a:stretch/>
        </p:blipFill>
        <p:spPr>
          <a:xfrm>
            <a:off x="863550" y="1643475"/>
            <a:ext cx="145900" cy="645874"/>
          </a:xfrm>
          <a:prstGeom prst="rect">
            <a:avLst/>
          </a:prstGeom>
          <a:noFill/>
          <a:ln>
            <a:noFill/>
          </a:ln>
        </p:spPr>
      </p:pic>
      <p:cxnSp>
        <p:nvCxnSpPr>
          <p:cNvPr id="825" name="Google Shape;825;p72"/>
          <p:cNvCxnSpPr>
            <a:endCxn id="826" idx="2"/>
          </p:cNvCxnSpPr>
          <p:nvPr/>
        </p:nvCxnSpPr>
        <p:spPr>
          <a:xfrm>
            <a:off x="647802" y="1841897"/>
            <a:ext cx="0" cy="2366400"/>
          </a:xfrm>
          <a:prstGeom prst="straightConnector1">
            <a:avLst/>
          </a:prstGeom>
          <a:noFill/>
          <a:ln cap="flat" cmpd="sng" w="38100">
            <a:solidFill>
              <a:srgbClr val="282828"/>
            </a:solidFill>
            <a:prstDash val="solid"/>
            <a:round/>
            <a:headEnd len="sm" w="sm" type="none"/>
            <a:tailEnd len="sm" w="sm" type="none"/>
          </a:ln>
        </p:spPr>
      </p:cxnSp>
      <p:pic>
        <p:nvPicPr>
          <p:cNvPr id="826" name="Google Shape;826;p72"/>
          <p:cNvPicPr preferRelativeResize="0"/>
          <p:nvPr/>
        </p:nvPicPr>
        <p:blipFill rotWithShape="1">
          <a:blip r:embed="rId6">
            <a:alphaModFix/>
          </a:blip>
          <a:srcRect b="0" l="0" r="0" t="0"/>
          <a:stretch/>
        </p:blipFill>
        <p:spPr>
          <a:xfrm>
            <a:off x="366079" y="3636220"/>
            <a:ext cx="563446" cy="572077"/>
          </a:xfrm>
          <a:prstGeom prst="rect">
            <a:avLst/>
          </a:prstGeom>
          <a:noFill/>
          <a:ln>
            <a:noFill/>
          </a:ln>
        </p:spPr>
      </p:pic>
      <p:pic>
        <p:nvPicPr>
          <p:cNvPr id="827" name="Google Shape;827;p72"/>
          <p:cNvPicPr preferRelativeResize="0"/>
          <p:nvPr/>
        </p:nvPicPr>
        <p:blipFill rotWithShape="1">
          <a:blip r:embed="rId7">
            <a:alphaModFix/>
          </a:blip>
          <a:srcRect b="0" l="0" r="0" t="0"/>
          <a:stretch/>
        </p:blipFill>
        <p:spPr>
          <a:xfrm>
            <a:off x="363482" y="1682508"/>
            <a:ext cx="563185" cy="572092"/>
          </a:xfrm>
          <a:prstGeom prst="rect">
            <a:avLst/>
          </a:prstGeom>
          <a:noFill/>
          <a:ln>
            <a:noFill/>
          </a:ln>
        </p:spPr>
      </p:pic>
      <p:sp>
        <p:nvSpPr>
          <p:cNvPr id="828" name="Google Shape;828;p72"/>
          <p:cNvSpPr txBox="1"/>
          <p:nvPr>
            <p:ph type="title"/>
          </p:nvPr>
        </p:nvSpPr>
        <p:spPr>
          <a:xfrm>
            <a:off x="1224600" y="1787025"/>
            <a:ext cx="6850800" cy="3693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lgn="l">
              <a:lnSpc>
                <a:spcPct val="100000"/>
              </a:lnSpc>
              <a:spcBef>
                <a:spcPts val="0"/>
              </a:spcBef>
              <a:spcAft>
                <a:spcPts val="0"/>
              </a:spcAft>
              <a:buSzPts val="1800"/>
              <a:buNone/>
              <a:defRPr sz="1800"/>
            </a:lvl2pPr>
            <a:lvl3pPr lvl="2" rtl="0" algn="l">
              <a:lnSpc>
                <a:spcPct val="100000"/>
              </a:lnSpc>
              <a:spcBef>
                <a:spcPts val="0"/>
              </a:spcBef>
              <a:spcAft>
                <a:spcPts val="0"/>
              </a:spcAft>
              <a:buSzPts val="1800"/>
              <a:buNone/>
              <a:defRPr sz="1800"/>
            </a:lvl3pPr>
            <a:lvl4pPr lvl="3" rtl="0" algn="l">
              <a:lnSpc>
                <a:spcPct val="100000"/>
              </a:lnSpc>
              <a:spcBef>
                <a:spcPts val="0"/>
              </a:spcBef>
              <a:spcAft>
                <a:spcPts val="0"/>
              </a:spcAft>
              <a:buSzPts val="1800"/>
              <a:buNone/>
              <a:defRPr sz="1800"/>
            </a:lvl4pPr>
            <a:lvl5pPr lvl="4" rtl="0" algn="l">
              <a:lnSpc>
                <a:spcPct val="100000"/>
              </a:lnSpc>
              <a:spcBef>
                <a:spcPts val="0"/>
              </a:spcBef>
              <a:spcAft>
                <a:spcPts val="0"/>
              </a:spcAft>
              <a:buSzPts val="1800"/>
              <a:buNone/>
              <a:defRPr sz="1800"/>
            </a:lvl5pPr>
            <a:lvl6pPr lvl="5" rtl="0" algn="l">
              <a:lnSpc>
                <a:spcPct val="100000"/>
              </a:lnSpc>
              <a:spcBef>
                <a:spcPts val="0"/>
              </a:spcBef>
              <a:spcAft>
                <a:spcPts val="0"/>
              </a:spcAft>
              <a:buSzPts val="1800"/>
              <a:buNone/>
              <a:defRPr sz="1800"/>
            </a:lvl6pPr>
            <a:lvl7pPr lvl="6" rtl="0" algn="l">
              <a:lnSpc>
                <a:spcPct val="100000"/>
              </a:lnSpc>
              <a:spcBef>
                <a:spcPts val="0"/>
              </a:spcBef>
              <a:spcAft>
                <a:spcPts val="0"/>
              </a:spcAft>
              <a:buSzPts val="1800"/>
              <a:buNone/>
              <a:defRPr sz="1800"/>
            </a:lvl7pPr>
            <a:lvl8pPr lvl="7" rtl="0" algn="l">
              <a:lnSpc>
                <a:spcPct val="100000"/>
              </a:lnSpc>
              <a:spcBef>
                <a:spcPts val="0"/>
              </a:spcBef>
              <a:spcAft>
                <a:spcPts val="0"/>
              </a:spcAft>
              <a:buSzPts val="1800"/>
              <a:buNone/>
              <a:defRPr sz="1800"/>
            </a:lvl8pPr>
            <a:lvl9pPr lvl="8" rtl="0" algn="l">
              <a:lnSpc>
                <a:spcPct val="100000"/>
              </a:lnSpc>
              <a:spcBef>
                <a:spcPts val="0"/>
              </a:spcBef>
              <a:spcAft>
                <a:spcPts val="0"/>
              </a:spcAft>
              <a:buSzPts val="1800"/>
              <a:buNone/>
              <a:defRPr sz="1800"/>
            </a:lvl9pPr>
          </a:lstStyle>
          <a:p/>
        </p:txBody>
      </p:sp>
      <p:sp>
        <p:nvSpPr>
          <p:cNvPr id="829" name="Google Shape;829;p72"/>
          <p:cNvSpPr txBox="1"/>
          <p:nvPr>
            <p:ph idx="2" type="title"/>
          </p:nvPr>
        </p:nvSpPr>
        <p:spPr>
          <a:xfrm>
            <a:off x="1224000" y="2830775"/>
            <a:ext cx="6850800" cy="3693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lgn="l">
              <a:lnSpc>
                <a:spcPct val="100000"/>
              </a:lnSpc>
              <a:spcBef>
                <a:spcPts val="0"/>
              </a:spcBef>
              <a:spcAft>
                <a:spcPts val="0"/>
              </a:spcAft>
              <a:buSzPts val="1800"/>
              <a:buNone/>
              <a:defRPr sz="1800"/>
            </a:lvl2pPr>
            <a:lvl3pPr lvl="2" rtl="0" algn="l">
              <a:lnSpc>
                <a:spcPct val="100000"/>
              </a:lnSpc>
              <a:spcBef>
                <a:spcPts val="0"/>
              </a:spcBef>
              <a:spcAft>
                <a:spcPts val="0"/>
              </a:spcAft>
              <a:buSzPts val="1800"/>
              <a:buNone/>
              <a:defRPr sz="1800"/>
            </a:lvl3pPr>
            <a:lvl4pPr lvl="3" rtl="0" algn="l">
              <a:lnSpc>
                <a:spcPct val="100000"/>
              </a:lnSpc>
              <a:spcBef>
                <a:spcPts val="0"/>
              </a:spcBef>
              <a:spcAft>
                <a:spcPts val="0"/>
              </a:spcAft>
              <a:buSzPts val="1800"/>
              <a:buNone/>
              <a:defRPr sz="1800"/>
            </a:lvl4pPr>
            <a:lvl5pPr lvl="4" rtl="0" algn="l">
              <a:lnSpc>
                <a:spcPct val="100000"/>
              </a:lnSpc>
              <a:spcBef>
                <a:spcPts val="0"/>
              </a:spcBef>
              <a:spcAft>
                <a:spcPts val="0"/>
              </a:spcAft>
              <a:buSzPts val="1800"/>
              <a:buNone/>
              <a:defRPr sz="1800"/>
            </a:lvl5pPr>
            <a:lvl6pPr lvl="5" rtl="0" algn="l">
              <a:lnSpc>
                <a:spcPct val="100000"/>
              </a:lnSpc>
              <a:spcBef>
                <a:spcPts val="0"/>
              </a:spcBef>
              <a:spcAft>
                <a:spcPts val="0"/>
              </a:spcAft>
              <a:buSzPts val="1800"/>
              <a:buNone/>
              <a:defRPr sz="1800"/>
            </a:lvl6pPr>
            <a:lvl7pPr lvl="6" rtl="0" algn="l">
              <a:lnSpc>
                <a:spcPct val="100000"/>
              </a:lnSpc>
              <a:spcBef>
                <a:spcPts val="0"/>
              </a:spcBef>
              <a:spcAft>
                <a:spcPts val="0"/>
              </a:spcAft>
              <a:buSzPts val="1800"/>
              <a:buNone/>
              <a:defRPr sz="1800"/>
            </a:lvl7pPr>
            <a:lvl8pPr lvl="7" rtl="0" algn="l">
              <a:lnSpc>
                <a:spcPct val="100000"/>
              </a:lnSpc>
              <a:spcBef>
                <a:spcPts val="0"/>
              </a:spcBef>
              <a:spcAft>
                <a:spcPts val="0"/>
              </a:spcAft>
              <a:buSzPts val="1800"/>
              <a:buNone/>
              <a:defRPr sz="1800"/>
            </a:lvl8pPr>
            <a:lvl9pPr lvl="8" rtl="0" algn="l">
              <a:lnSpc>
                <a:spcPct val="100000"/>
              </a:lnSpc>
              <a:spcBef>
                <a:spcPts val="0"/>
              </a:spcBef>
              <a:spcAft>
                <a:spcPts val="0"/>
              </a:spcAft>
              <a:buSzPts val="1800"/>
              <a:buNone/>
              <a:defRPr sz="1800"/>
            </a:lvl9pPr>
          </a:lstStyle>
          <a:p/>
        </p:txBody>
      </p:sp>
      <p:sp>
        <p:nvSpPr>
          <p:cNvPr id="830" name="Google Shape;830;p72"/>
          <p:cNvSpPr txBox="1"/>
          <p:nvPr>
            <p:ph idx="3" type="title"/>
          </p:nvPr>
        </p:nvSpPr>
        <p:spPr>
          <a:xfrm>
            <a:off x="1224000" y="3758277"/>
            <a:ext cx="6850800" cy="3693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lgn="l">
              <a:lnSpc>
                <a:spcPct val="100000"/>
              </a:lnSpc>
              <a:spcBef>
                <a:spcPts val="0"/>
              </a:spcBef>
              <a:spcAft>
                <a:spcPts val="0"/>
              </a:spcAft>
              <a:buSzPts val="1800"/>
              <a:buNone/>
              <a:defRPr sz="1800"/>
            </a:lvl2pPr>
            <a:lvl3pPr lvl="2" rtl="0" algn="l">
              <a:lnSpc>
                <a:spcPct val="100000"/>
              </a:lnSpc>
              <a:spcBef>
                <a:spcPts val="0"/>
              </a:spcBef>
              <a:spcAft>
                <a:spcPts val="0"/>
              </a:spcAft>
              <a:buSzPts val="1800"/>
              <a:buNone/>
              <a:defRPr sz="1800"/>
            </a:lvl3pPr>
            <a:lvl4pPr lvl="3" rtl="0" algn="l">
              <a:lnSpc>
                <a:spcPct val="100000"/>
              </a:lnSpc>
              <a:spcBef>
                <a:spcPts val="0"/>
              </a:spcBef>
              <a:spcAft>
                <a:spcPts val="0"/>
              </a:spcAft>
              <a:buSzPts val="1800"/>
              <a:buNone/>
              <a:defRPr sz="1800"/>
            </a:lvl4pPr>
            <a:lvl5pPr lvl="4" rtl="0" algn="l">
              <a:lnSpc>
                <a:spcPct val="100000"/>
              </a:lnSpc>
              <a:spcBef>
                <a:spcPts val="0"/>
              </a:spcBef>
              <a:spcAft>
                <a:spcPts val="0"/>
              </a:spcAft>
              <a:buSzPts val="1800"/>
              <a:buNone/>
              <a:defRPr sz="1800"/>
            </a:lvl5pPr>
            <a:lvl6pPr lvl="5" rtl="0" algn="l">
              <a:lnSpc>
                <a:spcPct val="100000"/>
              </a:lnSpc>
              <a:spcBef>
                <a:spcPts val="0"/>
              </a:spcBef>
              <a:spcAft>
                <a:spcPts val="0"/>
              </a:spcAft>
              <a:buSzPts val="1800"/>
              <a:buNone/>
              <a:defRPr sz="1800"/>
            </a:lvl6pPr>
            <a:lvl7pPr lvl="6" rtl="0" algn="l">
              <a:lnSpc>
                <a:spcPct val="100000"/>
              </a:lnSpc>
              <a:spcBef>
                <a:spcPts val="0"/>
              </a:spcBef>
              <a:spcAft>
                <a:spcPts val="0"/>
              </a:spcAft>
              <a:buSzPts val="1800"/>
              <a:buNone/>
              <a:defRPr sz="1800"/>
            </a:lvl7pPr>
            <a:lvl8pPr lvl="7" rtl="0" algn="l">
              <a:lnSpc>
                <a:spcPct val="100000"/>
              </a:lnSpc>
              <a:spcBef>
                <a:spcPts val="0"/>
              </a:spcBef>
              <a:spcAft>
                <a:spcPts val="0"/>
              </a:spcAft>
              <a:buSzPts val="1800"/>
              <a:buNone/>
              <a:defRPr sz="1800"/>
            </a:lvl8pPr>
            <a:lvl9pPr lvl="8" rtl="0" algn="l">
              <a:lnSpc>
                <a:spcPct val="100000"/>
              </a:lnSpc>
              <a:spcBef>
                <a:spcPts val="0"/>
              </a:spcBef>
              <a:spcAft>
                <a:spcPts val="0"/>
              </a:spcAft>
              <a:buSzPts val="1800"/>
              <a:buNone/>
              <a:defRPr sz="1800"/>
            </a:lvl9pPr>
          </a:lstStyle>
          <a:p/>
        </p:txBody>
      </p:sp>
      <p:pic>
        <p:nvPicPr>
          <p:cNvPr id="831" name="Google Shape;831;p72"/>
          <p:cNvPicPr preferRelativeResize="0"/>
          <p:nvPr/>
        </p:nvPicPr>
        <p:blipFill rotWithShape="1">
          <a:blip r:embed="rId8">
            <a:alphaModFix/>
          </a:blip>
          <a:srcRect b="0" l="0" r="0" t="0"/>
          <a:stretch/>
        </p:blipFill>
        <p:spPr>
          <a:xfrm>
            <a:off x="363340" y="2703416"/>
            <a:ext cx="563446" cy="572077"/>
          </a:xfrm>
          <a:prstGeom prst="rect">
            <a:avLst/>
          </a:prstGeom>
          <a:noFill/>
          <a:ln>
            <a:noFill/>
          </a:ln>
        </p:spPr>
      </p:pic>
      <p:sp>
        <p:nvSpPr>
          <p:cNvPr id="832" name="Google Shape;832;p72"/>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833" name="Google Shape;833;p72"/>
          <p:cNvPicPr preferRelativeResize="0"/>
          <p:nvPr/>
        </p:nvPicPr>
        <p:blipFill rotWithShape="1">
          <a:blip r:embed="rId9">
            <a:alphaModFix/>
          </a:blip>
          <a:srcRect b="1709" l="0" r="0" t="1699"/>
          <a:stretch/>
        </p:blipFill>
        <p:spPr>
          <a:xfrm>
            <a:off x="-12" y="481650"/>
            <a:ext cx="9151202" cy="116709"/>
          </a:xfrm>
          <a:prstGeom prst="rect">
            <a:avLst/>
          </a:prstGeom>
          <a:noFill/>
          <a:ln>
            <a:noFill/>
          </a:ln>
        </p:spPr>
      </p:pic>
      <p:sp>
        <p:nvSpPr>
          <p:cNvPr id="834" name="Google Shape;834;p72"/>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chemeClr val="dk1"/>
                </a:solidFill>
                <a:latin typeface="Lexend"/>
                <a:ea typeface="Lexend"/>
                <a:cs typeface="Lexend"/>
                <a:sym typeface="Lexend"/>
              </a:rPr>
              <a:t>Lesson outline</a:t>
            </a:r>
            <a:endParaRPr b="1" i="0" sz="2000" u="none" cap="none" strike="noStrike">
              <a:solidFill>
                <a:schemeClr val="dk1"/>
              </a:solidFill>
              <a:latin typeface="Lexend"/>
              <a:ea typeface="Lexend"/>
              <a:cs typeface="Lexend"/>
              <a:sym typeface="Lexend"/>
            </a:endParaRPr>
          </a:p>
        </p:txBody>
      </p:sp>
      <p:sp>
        <p:nvSpPr>
          <p:cNvPr id="835" name="Google Shape;835;p72"/>
          <p:cNvSpPr txBox="1"/>
          <p:nvPr>
            <p:ph idx="4" type="title"/>
          </p:nvPr>
        </p:nvSpPr>
        <p:spPr>
          <a:xfrm>
            <a:off x="324000" y="657600"/>
            <a:ext cx="5741400" cy="6156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Font typeface="Lexend"/>
              <a:buNone/>
              <a:defRPr b="0" sz="1800">
                <a:latin typeface="Lexend"/>
                <a:ea typeface="Lexend"/>
                <a:cs typeface="Lexend"/>
                <a:sym typeface="Lexend"/>
              </a:defRPr>
            </a:lvl1pPr>
            <a:lvl2pPr lvl="1" rtl="0" algn="l">
              <a:lnSpc>
                <a:spcPct val="100000"/>
              </a:lnSpc>
              <a:spcBef>
                <a:spcPts val="0"/>
              </a:spcBef>
              <a:spcAft>
                <a:spcPts val="0"/>
              </a:spcAft>
              <a:buSzPts val="1800"/>
              <a:buNone/>
              <a:defRPr sz="1800"/>
            </a:lvl2pPr>
            <a:lvl3pPr lvl="2" rtl="0" algn="l">
              <a:lnSpc>
                <a:spcPct val="100000"/>
              </a:lnSpc>
              <a:spcBef>
                <a:spcPts val="0"/>
              </a:spcBef>
              <a:spcAft>
                <a:spcPts val="0"/>
              </a:spcAft>
              <a:buSzPts val="1800"/>
              <a:buNone/>
              <a:defRPr sz="1800"/>
            </a:lvl3pPr>
            <a:lvl4pPr lvl="3" rtl="0" algn="l">
              <a:lnSpc>
                <a:spcPct val="100000"/>
              </a:lnSpc>
              <a:spcBef>
                <a:spcPts val="0"/>
              </a:spcBef>
              <a:spcAft>
                <a:spcPts val="0"/>
              </a:spcAft>
              <a:buSzPts val="1800"/>
              <a:buNone/>
              <a:defRPr sz="1800"/>
            </a:lvl4pPr>
            <a:lvl5pPr lvl="4" rtl="0" algn="l">
              <a:lnSpc>
                <a:spcPct val="100000"/>
              </a:lnSpc>
              <a:spcBef>
                <a:spcPts val="0"/>
              </a:spcBef>
              <a:spcAft>
                <a:spcPts val="0"/>
              </a:spcAft>
              <a:buSzPts val="1800"/>
              <a:buNone/>
              <a:defRPr sz="1800"/>
            </a:lvl5pPr>
            <a:lvl6pPr lvl="5" rtl="0" algn="l">
              <a:lnSpc>
                <a:spcPct val="100000"/>
              </a:lnSpc>
              <a:spcBef>
                <a:spcPts val="0"/>
              </a:spcBef>
              <a:spcAft>
                <a:spcPts val="0"/>
              </a:spcAft>
              <a:buSzPts val="1800"/>
              <a:buNone/>
              <a:defRPr sz="1800"/>
            </a:lvl6pPr>
            <a:lvl7pPr lvl="6" rtl="0" algn="l">
              <a:lnSpc>
                <a:spcPct val="100000"/>
              </a:lnSpc>
              <a:spcBef>
                <a:spcPts val="0"/>
              </a:spcBef>
              <a:spcAft>
                <a:spcPts val="0"/>
              </a:spcAft>
              <a:buSzPts val="1800"/>
              <a:buNone/>
              <a:defRPr sz="1800"/>
            </a:lvl7pPr>
            <a:lvl8pPr lvl="7" rtl="0" algn="l">
              <a:lnSpc>
                <a:spcPct val="100000"/>
              </a:lnSpc>
              <a:spcBef>
                <a:spcPts val="0"/>
              </a:spcBef>
              <a:spcAft>
                <a:spcPts val="0"/>
              </a:spcAft>
              <a:buSzPts val="1800"/>
              <a:buNone/>
              <a:defRPr sz="1800"/>
            </a:lvl8pPr>
            <a:lvl9pPr lvl="8" rtl="0" algn="l">
              <a:lnSpc>
                <a:spcPct val="100000"/>
              </a:lnSpc>
              <a:spcBef>
                <a:spcPts val="0"/>
              </a:spcBef>
              <a:spcAft>
                <a:spcPts val="0"/>
              </a:spcAft>
              <a:buSzPts val="1800"/>
              <a:buNone/>
              <a:defRPr sz="1800"/>
            </a:lvl9pPr>
          </a:lstStyle>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7 Practice - purple  2">
  <p:cSld name="TITLE_AND_TWO_COLUMNS_1_1_5_1_3_1_1_3">
    <p:spTree>
      <p:nvGrpSpPr>
        <p:cNvPr id="836" name="Shape 836"/>
        <p:cNvGrpSpPr/>
        <p:nvPr/>
      </p:nvGrpSpPr>
      <p:grpSpPr>
        <a:xfrm>
          <a:off x="0" y="0"/>
          <a:ext cx="0" cy="0"/>
          <a:chOff x="0" y="0"/>
          <a:chExt cx="0" cy="0"/>
        </a:xfrm>
      </p:grpSpPr>
      <p:pic>
        <p:nvPicPr>
          <p:cNvPr id="837" name="Google Shape;837;p73"/>
          <p:cNvPicPr preferRelativeResize="0"/>
          <p:nvPr/>
        </p:nvPicPr>
        <p:blipFill rotWithShape="1">
          <a:blip r:embed="rId2">
            <a:alphaModFix/>
          </a:blip>
          <a:srcRect b="0" l="0" r="0" t="0"/>
          <a:stretch/>
        </p:blipFill>
        <p:spPr>
          <a:xfrm>
            <a:off x="0" y="532525"/>
            <a:ext cx="9151202" cy="116709"/>
          </a:xfrm>
          <a:prstGeom prst="rect">
            <a:avLst/>
          </a:prstGeom>
          <a:noFill/>
          <a:ln>
            <a:noFill/>
          </a:ln>
        </p:spPr>
      </p:pic>
      <p:sp>
        <p:nvSpPr>
          <p:cNvPr id="838" name="Google Shape;838;p73"/>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9" name="Google Shape;839;p73"/>
          <p:cNvSpPr txBox="1"/>
          <p:nvPr>
            <p:ph idx="1" type="body"/>
          </p:nvPr>
        </p:nvSpPr>
        <p:spPr>
          <a:xfrm>
            <a:off x="324000" y="759300"/>
            <a:ext cx="8237700" cy="3020700"/>
          </a:xfrm>
          <a:prstGeom prst="rect">
            <a:avLst/>
          </a:prstGeom>
          <a:noFill/>
          <a:ln>
            <a:noFill/>
          </a:ln>
        </p:spPr>
        <p:txBody>
          <a:bodyPr anchorCtr="0" anchor="t" bIns="0" lIns="0" spcFirstLastPara="1" rIns="0" wrap="square" tIns="0">
            <a:noAutofit/>
          </a:bodyPr>
          <a:lstStyle>
            <a:lvl1pPr indent="-368300" lvl="0" marL="457200" rtl="0" algn="l">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lgn="l">
              <a:lnSpc>
                <a:spcPct val="130000"/>
              </a:lnSpc>
              <a:spcBef>
                <a:spcPts val="1000"/>
              </a:spcBef>
              <a:spcAft>
                <a:spcPts val="0"/>
              </a:spcAft>
              <a:buSzPts val="2200"/>
              <a:buFont typeface="Lexend"/>
              <a:buChar char="–"/>
              <a:defRPr sz="2200">
                <a:latin typeface="Lexend"/>
                <a:ea typeface="Lexend"/>
                <a:cs typeface="Lexend"/>
                <a:sym typeface="Lexend"/>
              </a:defRPr>
            </a:lvl2pPr>
            <a:lvl3pPr indent="-355600" lvl="2" marL="1371600" rtl="0" algn="l">
              <a:lnSpc>
                <a:spcPct val="130000"/>
              </a:lnSpc>
              <a:spcBef>
                <a:spcPts val="1000"/>
              </a:spcBef>
              <a:spcAft>
                <a:spcPts val="0"/>
              </a:spcAft>
              <a:buSzPts val="2000"/>
              <a:buFont typeface="Lexend"/>
              <a:buChar char="–"/>
              <a:defRPr>
                <a:latin typeface="Lexend"/>
                <a:ea typeface="Lexend"/>
                <a:cs typeface="Lexend"/>
                <a:sym typeface="Lexend"/>
              </a:defRPr>
            </a:lvl3pPr>
            <a:lvl4pPr indent="-368300" lvl="3" marL="1828800" rtl="0" algn="l">
              <a:lnSpc>
                <a:spcPct val="130000"/>
              </a:lnSpc>
              <a:spcBef>
                <a:spcPts val="800"/>
              </a:spcBef>
              <a:spcAft>
                <a:spcPts val="0"/>
              </a:spcAft>
              <a:buSzPts val="2200"/>
              <a:buFont typeface="Lexend"/>
              <a:buChar char="–"/>
              <a:defRPr sz="2200">
                <a:latin typeface="Lexend"/>
                <a:ea typeface="Lexend"/>
                <a:cs typeface="Lexend"/>
                <a:sym typeface="Lexend"/>
              </a:defRPr>
            </a:lvl4pPr>
            <a:lvl5pPr indent="-342900" lvl="4" marL="2286000" rtl="0" algn="l">
              <a:lnSpc>
                <a:spcPct val="130000"/>
              </a:lnSpc>
              <a:spcBef>
                <a:spcPts val="800"/>
              </a:spcBef>
              <a:spcAft>
                <a:spcPts val="0"/>
              </a:spcAft>
              <a:buSzPts val="1800"/>
              <a:buFont typeface="Lexend"/>
              <a:buChar char="–"/>
              <a:defRPr>
                <a:latin typeface="Lexend"/>
                <a:ea typeface="Lexend"/>
                <a:cs typeface="Lexend"/>
                <a:sym typeface="Lexend"/>
              </a:defRPr>
            </a:lvl5pPr>
            <a:lvl6pPr indent="-342900" lvl="5" marL="2743200" rtl="0" algn="l">
              <a:lnSpc>
                <a:spcPct val="130000"/>
              </a:lnSpc>
              <a:spcBef>
                <a:spcPts val="600"/>
              </a:spcBef>
              <a:spcAft>
                <a:spcPts val="0"/>
              </a:spcAft>
              <a:buSzPts val="1800"/>
              <a:buFont typeface="Lexend"/>
              <a:buChar char="–"/>
              <a:defRPr sz="1800">
                <a:latin typeface="Lexend"/>
                <a:ea typeface="Lexend"/>
                <a:cs typeface="Lexend"/>
                <a:sym typeface="Lexend"/>
              </a:defRPr>
            </a:lvl6pPr>
            <a:lvl7pPr indent="-342900" lvl="6" marL="3200400" rtl="0" algn="l">
              <a:lnSpc>
                <a:spcPct val="130000"/>
              </a:lnSpc>
              <a:spcBef>
                <a:spcPts val="600"/>
              </a:spcBef>
              <a:spcAft>
                <a:spcPts val="0"/>
              </a:spcAft>
              <a:buSzPts val="1800"/>
              <a:buFont typeface="Lexend"/>
              <a:buChar char="–"/>
              <a:defRPr>
                <a:latin typeface="Lexend"/>
                <a:ea typeface="Lexend"/>
                <a:cs typeface="Lexend"/>
                <a:sym typeface="Lexend"/>
              </a:defRPr>
            </a:lvl7pPr>
            <a:lvl8pPr indent="-342900" lvl="7" marL="3657600" rtl="0" algn="l">
              <a:lnSpc>
                <a:spcPct val="130000"/>
              </a:lnSpc>
              <a:spcBef>
                <a:spcPts val="400"/>
              </a:spcBef>
              <a:spcAft>
                <a:spcPts val="0"/>
              </a:spcAft>
              <a:buSzPts val="1800"/>
              <a:buFont typeface="Lexend"/>
              <a:buChar char="–"/>
              <a:defRPr>
                <a:latin typeface="Lexend"/>
                <a:ea typeface="Lexend"/>
                <a:cs typeface="Lexend"/>
                <a:sym typeface="Lexend"/>
              </a:defRPr>
            </a:lvl8pPr>
            <a:lvl9pPr indent="-342900" lvl="8" marL="4114800" rtl="0" algn="l">
              <a:lnSpc>
                <a:spcPct val="130000"/>
              </a:lnSpc>
              <a:spcBef>
                <a:spcPts val="400"/>
              </a:spcBef>
              <a:spcAft>
                <a:spcPts val="200"/>
              </a:spcAft>
              <a:buSzPts val="1800"/>
              <a:buFont typeface="Lexend"/>
              <a:buChar char="–"/>
              <a:defRPr>
                <a:latin typeface="Lexend"/>
                <a:ea typeface="Lexend"/>
                <a:cs typeface="Lexend"/>
                <a:sym typeface="Lexend"/>
              </a:defRPr>
            </a:lvl9pPr>
          </a:lstStyle>
          <a:p/>
        </p:txBody>
      </p:sp>
      <p:sp>
        <p:nvSpPr>
          <p:cNvPr id="840" name="Google Shape;840;p73"/>
          <p:cNvSpPr txBox="1"/>
          <p:nvPr/>
        </p:nvSpPr>
        <p:spPr>
          <a:xfrm>
            <a:off x="324000" y="45525"/>
            <a:ext cx="1194900" cy="492600"/>
          </a:xfrm>
          <a:prstGeom prst="rect">
            <a:avLst/>
          </a:prstGeom>
          <a:noFill/>
          <a:ln>
            <a:noFill/>
          </a:ln>
        </p:spPr>
        <p:txBody>
          <a:bodyPr anchorCtr="0" anchor="t" bIns="91425" lIns="0"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chemeClr val="lt1"/>
                </a:solidFill>
                <a:latin typeface="Lexend"/>
                <a:ea typeface="Lexend"/>
                <a:cs typeface="Lexend"/>
                <a:sym typeface="Lexend"/>
              </a:rPr>
              <a:t>Task A</a:t>
            </a:r>
            <a:endParaRPr b="1" i="0" sz="2000" u="none" cap="none" strike="noStrike">
              <a:solidFill>
                <a:schemeClr val="lt1"/>
              </a:solidFill>
              <a:latin typeface="Lexend"/>
              <a:ea typeface="Lexend"/>
              <a:cs typeface="Lexend"/>
              <a:sym typeface="Lexend"/>
            </a:endParaRPr>
          </a:p>
        </p:txBody>
      </p:sp>
      <p:sp>
        <p:nvSpPr>
          <p:cNvPr id="841" name="Google Shape;841;p73"/>
          <p:cNvSpPr txBox="1"/>
          <p:nvPr>
            <p:ph idx="2" type="subTitle"/>
          </p:nvPr>
        </p:nvSpPr>
        <p:spPr>
          <a:xfrm>
            <a:off x="1570025" y="134975"/>
            <a:ext cx="6855300" cy="337200"/>
          </a:xfrm>
          <a:prstGeom prst="rect">
            <a:avLst/>
          </a:prstGeom>
          <a:noFill/>
          <a:ln>
            <a:noFill/>
          </a:ln>
        </p:spPr>
        <p:txBody>
          <a:bodyPr anchorCtr="0" anchor="t" bIns="0" lIns="0" spcFirstLastPara="1" rIns="0" wrap="square" tIns="0">
            <a:noAutofit/>
          </a:bodyPr>
          <a:lstStyle>
            <a:lvl1pPr lvl="0" rtl="0" algn="l">
              <a:lnSpc>
                <a:spcPct val="13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lgn="l">
              <a:lnSpc>
                <a:spcPct val="130000"/>
              </a:lnSpc>
              <a:spcBef>
                <a:spcPts val="1000"/>
              </a:spcBef>
              <a:spcAft>
                <a:spcPts val="0"/>
              </a:spcAft>
              <a:buClr>
                <a:schemeClr val="lt1"/>
              </a:buClr>
              <a:buSzPts val="2100"/>
              <a:buNone/>
              <a:defRPr>
                <a:solidFill>
                  <a:schemeClr val="lt1"/>
                </a:solidFill>
              </a:defRPr>
            </a:lvl2pPr>
            <a:lvl3pPr lvl="2" rtl="0" algn="l">
              <a:lnSpc>
                <a:spcPct val="130000"/>
              </a:lnSpc>
              <a:spcBef>
                <a:spcPts val="1000"/>
              </a:spcBef>
              <a:spcAft>
                <a:spcPts val="0"/>
              </a:spcAft>
              <a:buClr>
                <a:schemeClr val="lt1"/>
              </a:buClr>
              <a:buSzPts val="2000"/>
              <a:buNone/>
              <a:defRPr>
                <a:solidFill>
                  <a:schemeClr val="lt1"/>
                </a:solidFill>
              </a:defRPr>
            </a:lvl3pPr>
            <a:lvl4pPr lvl="3" rtl="0" algn="l">
              <a:lnSpc>
                <a:spcPct val="130000"/>
              </a:lnSpc>
              <a:spcBef>
                <a:spcPts val="800"/>
              </a:spcBef>
              <a:spcAft>
                <a:spcPts val="0"/>
              </a:spcAft>
              <a:buClr>
                <a:schemeClr val="lt1"/>
              </a:buClr>
              <a:buSzPts val="1900"/>
              <a:buNone/>
              <a:defRPr>
                <a:solidFill>
                  <a:schemeClr val="lt1"/>
                </a:solidFill>
              </a:defRPr>
            </a:lvl4pPr>
            <a:lvl5pPr lvl="4" rtl="0" algn="l">
              <a:lnSpc>
                <a:spcPct val="130000"/>
              </a:lnSpc>
              <a:spcBef>
                <a:spcPts val="800"/>
              </a:spcBef>
              <a:spcAft>
                <a:spcPts val="0"/>
              </a:spcAft>
              <a:buClr>
                <a:schemeClr val="lt1"/>
              </a:buClr>
              <a:buSzPts val="1800"/>
              <a:buNone/>
              <a:defRPr>
                <a:solidFill>
                  <a:schemeClr val="lt1"/>
                </a:solidFill>
              </a:defRPr>
            </a:lvl5pPr>
            <a:lvl6pPr lvl="5" rtl="0" algn="l">
              <a:lnSpc>
                <a:spcPct val="130000"/>
              </a:lnSpc>
              <a:spcBef>
                <a:spcPts val="600"/>
              </a:spcBef>
              <a:spcAft>
                <a:spcPts val="0"/>
              </a:spcAft>
              <a:buClr>
                <a:schemeClr val="lt1"/>
              </a:buClr>
              <a:buSzPts val="1800"/>
              <a:buNone/>
              <a:defRPr>
                <a:solidFill>
                  <a:schemeClr val="lt1"/>
                </a:solidFill>
              </a:defRPr>
            </a:lvl6pPr>
            <a:lvl7pPr lvl="6" rtl="0" algn="l">
              <a:lnSpc>
                <a:spcPct val="130000"/>
              </a:lnSpc>
              <a:spcBef>
                <a:spcPts val="600"/>
              </a:spcBef>
              <a:spcAft>
                <a:spcPts val="0"/>
              </a:spcAft>
              <a:buClr>
                <a:schemeClr val="lt1"/>
              </a:buClr>
              <a:buSzPts val="1800"/>
              <a:buNone/>
              <a:defRPr>
                <a:solidFill>
                  <a:schemeClr val="lt1"/>
                </a:solidFill>
              </a:defRPr>
            </a:lvl7pPr>
            <a:lvl8pPr lvl="7" rtl="0" algn="l">
              <a:lnSpc>
                <a:spcPct val="130000"/>
              </a:lnSpc>
              <a:spcBef>
                <a:spcPts val="400"/>
              </a:spcBef>
              <a:spcAft>
                <a:spcPts val="0"/>
              </a:spcAft>
              <a:buClr>
                <a:schemeClr val="lt1"/>
              </a:buClr>
              <a:buSzPts val="1800"/>
              <a:buNone/>
              <a:defRPr>
                <a:solidFill>
                  <a:schemeClr val="lt1"/>
                </a:solidFill>
              </a:defRPr>
            </a:lvl8pPr>
            <a:lvl9pPr lvl="8" rtl="0" algn="l">
              <a:lnSpc>
                <a:spcPct val="130000"/>
              </a:lnSpc>
              <a:spcBef>
                <a:spcPts val="400"/>
              </a:spcBef>
              <a:spcAft>
                <a:spcPts val="200"/>
              </a:spcAft>
              <a:buClr>
                <a:schemeClr val="lt1"/>
              </a:buClr>
              <a:buSzPts val="1800"/>
              <a:buNone/>
              <a:defRPr>
                <a:solidFill>
                  <a:schemeClr val="lt1"/>
                </a:solidFill>
              </a:defRPr>
            </a:lvl9pPr>
          </a:lstStyle>
          <a:p/>
        </p:txBody>
      </p:sp>
      <p:pic>
        <p:nvPicPr>
          <p:cNvPr id="842" name="Google Shape;842;p73"/>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843" name="Google Shape;843;p7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GB" sz="900" u="none" cap="none" strike="noStrike">
                <a:solidFill>
                  <a:srgbClr val="EBEDFE"/>
                </a:solidFill>
                <a:latin typeface="Lexend"/>
                <a:ea typeface="Lexend"/>
                <a:cs typeface="Lexend"/>
                <a:sym typeface="Lexend"/>
              </a:rPr>
              <a:t>Practice</a:t>
            </a:r>
            <a:endParaRPr b="1" i="0" sz="900" u="none" cap="none" strike="noStrike">
              <a:solidFill>
                <a:srgbClr val="EBEDFE"/>
              </a:solidFill>
              <a:latin typeface="Lexend"/>
              <a:ea typeface="Lexend"/>
              <a:cs typeface="Lexend"/>
              <a:sym typeface="Lexend"/>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8 Feedback - purple 2">
  <p:cSld name="TITLE_AND_TWO_COLUMNS_1_1_5_1_3_1_1_1_3">
    <p:bg>
      <p:bgPr>
        <a:solidFill>
          <a:srgbClr val="F3EEFB"/>
        </a:solidFill>
      </p:bgPr>
    </p:bg>
    <p:spTree>
      <p:nvGrpSpPr>
        <p:cNvPr id="844" name="Shape 844"/>
        <p:cNvGrpSpPr/>
        <p:nvPr/>
      </p:nvGrpSpPr>
      <p:grpSpPr>
        <a:xfrm>
          <a:off x="0" y="0"/>
          <a:ext cx="0" cy="0"/>
          <a:chOff x="0" y="0"/>
          <a:chExt cx="0" cy="0"/>
        </a:xfrm>
      </p:grpSpPr>
      <p:pic>
        <p:nvPicPr>
          <p:cNvPr id="845" name="Google Shape;845;p74"/>
          <p:cNvPicPr preferRelativeResize="0"/>
          <p:nvPr/>
        </p:nvPicPr>
        <p:blipFill rotWithShape="1">
          <a:blip r:embed="rId2">
            <a:alphaModFix/>
          </a:blip>
          <a:srcRect b="0" l="0" r="0" t="0"/>
          <a:stretch/>
        </p:blipFill>
        <p:spPr>
          <a:xfrm>
            <a:off x="0" y="532525"/>
            <a:ext cx="9151202" cy="116709"/>
          </a:xfrm>
          <a:prstGeom prst="rect">
            <a:avLst/>
          </a:prstGeom>
          <a:noFill/>
          <a:ln>
            <a:noFill/>
          </a:ln>
        </p:spPr>
      </p:pic>
      <p:sp>
        <p:nvSpPr>
          <p:cNvPr id="846" name="Google Shape;846;p74"/>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7" name="Google Shape;847;p74"/>
          <p:cNvSpPr txBox="1"/>
          <p:nvPr>
            <p:ph idx="1" type="body"/>
          </p:nvPr>
        </p:nvSpPr>
        <p:spPr>
          <a:xfrm>
            <a:off x="324000" y="759300"/>
            <a:ext cx="8237700" cy="3020700"/>
          </a:xfrm>
          <a:prstGeom prst="rect">
            <a:avLst/>
          </a:prstGeom>
          <a:noFill/>
          <a:ln>
            <a:noFill/>
          </a:ln>
        </p:spPr>
        <p:txBody>
          <a:bodyPr anchorCtr="0" anchor="t" bIns="0" lIns="0" spcFirstLastPara="1" rIns="0" wrap="square" tIns="0">
            <a:noAutofit/>
          </a:bodyPr>
          <a:lstStyle>
            <a:lvl1pPr indent="-368300" lvl="0" marL="457200" rtl="0" algn="l">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lgn="l">
              <a:lnSpc>
                <a:spcPct val="130000"/>
              </a:lnSpc>
              <a:spcBef>
                <a:spcPts val="1000"/>
              </a:spcBef>
              <a:spcAft>
                <a:spcPts val="0"/>
              </a:spcAft>
              <a:buSzPts val="2200"/>
              <a:buFont typeface="Lexend"/>
              <a:buChar char="–"/>
              <a:defRPr sz="2200">
                <a:latin typeface="Lexend"/>
                <a:ea typeface="Lexend"/>
                <a:cs typeface="Lexend"/>
                <a:sym typeface="Lexend"/>
              </a:defRPr>
            </a:lvl2pPr>
            <a:lvl3pPr indent="-355600" lvl="2" marL="1371600" rtl="0" algn="l">
              <a:lnSpc>
                <a:spcPct val="130000"/>
              </a:lnSpc>
              <a:spcBef>
                <a:spcPts val="1000"/>
              </a:spcBef>
              <a:spcAft>
                <a:spcPts val="0"/>
              </a:spcAft>
              <a:buSzPts val="2000"/>
              <a:buFont typeface="Lexend"/>
              <a:buChar char="–"/>
              <a:defRPr>
                <a:latin typeface="Lexend"/>
                <a:ea typeface="Lexend"/>
                <a:cs typeface="Lexend"/>
                <a:sym typeface="Lexend"/>
              </a:defRPr>
            </a:lvl3pPr>
            <a:lvl4pPr indent="-368300" lvl="3" marL="1828800" rtl="0" algn="l">
              <a:lnSpc>
                <a:spcPct val="130000"/>
              </a:lnSpc>
              <a:spcBef>
                <a:spcPts val="800"/>
              </a:spcBef>
              <a:spcAft>
                <a:spcPts val="0"/>
              </a:spcAft>
              <a:buSzPts val="2200"/>
              <a:buFont typeface="Lexend"/>
              <a:buChar char="–"/>
              <a:defRPr sz="2200">
                <a:latin typeface="Lexend"/>
                <a:ea typeface="Lexend"/>
                <a:cs typeface="Lexend"/>
                <a:sym typeface="Lexend"/>
              </a:defRPr>
            </a:lvl4pPr>
            <a:lvl5pPr indent="-342900" lvl="4" marL="2286000" rtl="0" algn="l">
              <a:lnSpc>
                <a:spcPct val="130000"/>
              </a:lnSpc>
              <a:spcBef>
                <a:spcPts val="800"/>
              </a:spcBef>
              <a:spcAft>
                <a:spcPts val="0"/>
              </a:spcAft>
              <a:buSzPts val="1800"/>
              <a:buFont typeface="Lexend"/>
              <a:buChar char="–"/>
              <a:defRPr>
                <a:latin typeface="Lexend"/>
                <a:ea typeface="Lexend"/>
                <a:cs typeface="Lexend"/>
                <a:sym typeface="Lexend"/>
              </a:defRPr>
            </a:lvl5pPr>
            <a:lvl6pPr indent="-342900" lvl="5" marL="2743200" rtl="0" algn="l">
              <a:lnSpc>
                <a:spcPct val="130000"/>
              </a:lnSpc>
              <a:spcBef>
                <a:spcPts val="600"/>
              </a:spcBef>
              <a:spcAft>
                <a:spcPts val="0"/>
              </a:spcAft>
              <a:buSzPts val="1800"/>
              <a:buFont typeface="Lexend"/>
              <a:buChar char="–"/>
              <a:defRPr sz="1800">
                <a:latin typeface="Lexend"/>
                <a:ea typeface="Lexend"/>
                <a:cs typeface="Lexend"/>
                <a:sym typeface="Lexend"/>
              </a:defRPr>
            </a:lvl6pPr>
            <a:lvl7pPr indent="-342900" lvl="6" marL="3200400" rtl="0" algn="l">
              <a:lnSpc>
                <a:spcPct val="130000"/>
              </a:lnSpc>
              <a:spcBef>
                <a:spcPts val="600"/>
              </a:spcBef>
              <a:spcAft>
                <a:spcPts val="0"/>
              </a:spcAft>
              <a:buSzPts val="1800"/>
              <a:buFont typeface="Lexend"/>
              <a:buChar char="–"/>
              <a:defRPr>
                <a:latin typeface="Lexend"/>
                <a:ea typeface="Lexend"/>
                <a:cs typeface="Lexend"/>
                <a:sym typeface="Lexend"/>
              </a:defRPr>
            </a:lvl7pPr>
            <a:lvl8pPr indent="-342900" lvl="7" marL="3657600" rtl="0" algn="l">
              <a:lnSpc>
                <a:spcPct val="130000"/>
              </a:lnSpc>
              <a:spcBef>
                <a:spcPts val="400"/>
              </a:spcBef>
              <a:spcAft>
                <a:spcPts val="0"/>
              </a:spcAft>
              <a:buSzPts val="1800"/>
              <a:buFont typeface="Lexend"/>
              <a:buChar char="–"/>
              <a:defRPr>
                <a:latin typeface="Lexend"/>
                <a:ea typeface="Lexend"/>
                <a:cs typeface="Lexend"/>
                <a:sym typeface="Lexend"/>
              </a:defRPr>
            </a:lvl8pPr>
            <a:lvl9pPr indent="-342900" lvl="8" marL="4114800" rtl="0" algn="l">
              <a:lnSpc>
                <a:spcPct val="130000"/>
              </a:lnSpc>
              <a:spcBef>
                <a:spcPts val="400"/>
              </a:spcBef>
              <a:spcAft>
                <a:spcPts val="200"/>
              </a:spcAft>
              <a:buSzPts val="1800"/>
              <a:buFont typeface="Lexend"/>
              <a:buChar char="–"/>
              <a:defRPr>
                <a:latin typeface="Lexend"/>
                <a:ea typeface="Lexend"/>
                <a:cs typeface="Lexend"/>
                <a:sym typeface="Lexend"/>
              </a:defRPr>
            </a:lvl9pPr>
          </a:lstStyle>
          <a:p/>
        </p:txBody>
      </p:sp>
      <p:sp>
        <p:nvSpPr>
          <p:cNvPr id="848" name="Google Shape;848;p74"/>
          <p:cNvSpPr txBox="1"/>
          <p:nvPr/>
        </p:nvSpPr>
        <p:spPr>
          <a:xfrm>
            <a:off x="324000" y="45525"/>
            <a:ext cx="1194900" cy="492600"/>
          </a:xfrm>
          <a:prstGeom prst="rect">
            <a:avLst/>
          </a:prstGeom>
          <a:noFill/>
          <a:ln>
            <a:noFill/>
          </a:ln>
        </p:spPr>
        <p:txBody>
          <a:bodyPr anchorCtr="0" anchor="t" bIns="91425" lIns="0"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chemeClr val="lt1"/>
                </a:solidFill>
                <a:latin typeface="Lexend"/>
                <a:ea typeface="Lexend"/>
                <a:cs typeface="Lexend"/>
                <a:sym typeface="Lexend"/>
              </a:rPr>
              <a:t>Task A</a:t>
            </a:r>
            <a:endParaRPr b="1" i="0" sz="2000" u="none" cap="none" strike="noStrike">
              <a:solidFill>
                <a:schemeClr val="lt1"/>
              </a:solidFill>
              <a:latin typeface="Lexend"/>
              <a:ea typeface="Lexend"/>
              <a:cs typeface="Lexend"/>
              <a:sym typeface="Lexend"/>
            </a:endParaRPr>
          </a:p>
        </p:txBody>
      </p:sp>
      <p:sp>
        <p:nvSpPr>
          <p:cNvPr id="849" name="Google Shape;849;p74"/>
          <p:cNvSpPr txBox="1"/>
          <p:nvPr>
            <p:ph idx="2" type="subTitle"/>
          </p:nvPr>
        </p:nvSpPr>
        <p:spPr>
          <a:xfrm>
            <a:off x="1570025" y="134975"/>
            <a:ext cx="6855300" cy="337200"/>
          </a:xfrm>
          <a:prstGeom prst="rect">
            <a:avLst/>
          </a:prstGeom>
          <a:noFill/>
          <a:ln>
            <a:noFill/>
          </a:ln>
        </p:spPr>
        <p:txBody>
          <a:bodyPr anchorCtr="0" anchor="t" bIns="0" lIns="0" spcFirstLastPara="1" rIns="0" wrap="square" tIns="0">
            <a:noAutofit/>
          </a:bodyPr>
          <a:lstStyle>
            <a:lvl1pPr lvl="0" rtl="0" algn="l">
              <a:lnSpc>
                <a:spcPct val="13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lgn="l">
              <a:lnSpc>
                <a:spcPct val="130000"/>
              </a:lnSpc>
              <a:spcBef>
                <a:spcPts val="1000"/>
              </a:spcBef>
              <a:spcAft>
                <a:spcPts val="0"/>
              </a:spcAft>
              <a:buClr>
                <a:schemeClr val="lt1"/>
              </a:buClr>
              <a:buSzPts val="2100"/>
              <a:buNone/>
              <a:defRPr>
                <a:solidFill>
                  <a:schemeClr val="lt1"/>
                </a:solidFill>
              </a:defRPr>
            </a:lvl2pPr>
            <a:lvl3pPr lvl="2" rtl="0" algn="l">
              <a:lnSpc>
                <a:spcPct val="130000"/>
              </a:lnSpc>
              <a:spcBef>
                <a:spcPts val="1000"/>
              </a:spcBef>
              <a:spcAft>
                <a:spcPts val="0"/>
              </a:spcAft>
              <a:buClr>
                <a:schemeClr val="lt1"/>
              </a:buClr>
              <a:buSzPts val="2000"/>
              <a:buNone/>
              <a:defRPr>
                <a:solidFill>
                  <a:schemeClr val="lt1"/>
                </a:solidFill>
              </a:defRPr>
            </a:lvl3pPr>
            <a:lvl4pPr lvl="3" rtl="0" algn="l">
              <a:lnSpc>
                <a:spcPct val="130000"/>
              </a:lnSpc>
              <a:spcBef>
                <a:spcPts val="800"/>
              </a:spcBef>
              <a:spcAft>
                <a:spcPts val="0"/>
              </a:spcAft>
              <a:buClr>
                <a:schemeClr val="lt1"/>
              </a:buClr>
              <a:buSzPts val="1900"/>
              <a:buNone/>
              <a:defRPr>
                <a:solidFill>
                  <a:schemeClr val="lt1"/>
                </a:solidFill>
              </a:defRPr>
            </a:lvl4pPr>
            <a:lvl5pPr lvl="4" rtl="0" algn="l">
              <a:lnSpc>
                <a:spcPct val="130000"/>
              </a:lnSpc>
              <a:spcBef>
                <a:spcPts val="800"/>
              </a:spcBef>
              <a:spcAft>
                <a:spcPts val="0"/>
              </a:spcAft>
              <a:buClr>
                <a:schemeClr val="lt1"/>
              </a:buClr>
              <a:buSzPts val="1800"/>
              <a:buNone/>
              <a:defRPr>
                <a:solidFill>
                  <a:schemeClr val="lt1"/>
                </a:solidFill>
              </a:defRPr>
            </a:lvl5pPr>
            <a:lvl6pPr lvl="5" rtl="0" algn="l">
              <a:lnSpc>
                <a:spcPct val="130000"/>
              </a:lnSpc>
              <a:spcBef>
                <a:spcPts val="600"/>
              </a:spcBef>
              <a:spcAft>
                <a:spcPts val="0"/>
              </a:spcAft>
              <a:buClr>
                <a:schemeClr val="lt1"/>
              </a:buClr>
              <a:buSzPts val="1800"/>
              <a:buNone/>
              <a:defRPr>
                <a:solidFill>
                  <a:schemeClr val="lt1"/>
                </a:solidFill>
              </a:defRPr>
            </a:lvl6pPr>
            <a:lvl7pPr lvl="6" rtl="0" algn="l">
              <a:lnSpc>
                <a:spcPct val="130000"/>
              </a:lnSpc>
              <a:spcBef>
                <a:spcPts val="600"/>
              </a:spcBef>
              <a:spcAft>
                <a:spcPts val="0"/>
              </a:spcAft>
              <a:buClr>
                <a:schemeClr val="lt1"/>
              </a:buClr>
              <a:buSzPts val="1800"/>
              <a:buNone/>
              <a:defRPr>
                <a:solidFill>
                  <a:schemeClr val="lt1"/>
                </a:solidFill>
              </a:defRPr>
            </a:lvl7pPr>
            <a:lvl8pPr lvl="7" rtl="0" algn="l">
              <a:lnSpc>
                <a:spcPct val="130000"/>
              </a:lnSpc>
              <a:spcBef>
                <a:spcPts val="400"/>
              </a:spcBef>
              <a:spcAft>
                <a:spcPts val="0"/>
              </a:spcAft>
              <a:buClr>
                <a:schemeClr val="lt1"/>
              </a:buClr>
              <a:buSzPts val="1800"/>
              <a:buNone/>
              <a:defRPr>
                <a:solidFill>
                  <a:schemeClr val="lt1"/>
                </a:solidFill>
              </a:defRPr>
            </a:lvl8pPr>
            <a:lvl9pPr lvl="8" rtl="0" algn="l">
              <a:lnSpc>
                <a:spcPct val="130000"/>
              </a:lnSpc>
              <a:spcBef>
                <a:spcPts val="400"/>
              </a:spcBef>
              <a:spcAft>
                <a:spcPts val="200"/>
              </a:spcAft>
              <a:buClr>
                <a:schemeClr val="lt1"/>
              </a:buClr>
              <a:buSzPts val="1800"/>
              <a:buNone/>
              <a:defRPr>
                <a:solidFill>
                  <a:schemeClr val="lt1"/>
                </a:solidFill>
              </a:defRPr>
            </a:lvl9pPr>
          </a:lstStyle>
          <a:p/>
        </p:txBody>
      </p:sp>
      <p:pic>
        <p:nvPicPr>
          <p:cNvPr id="850" name="Google Shape;850;p7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851" name="Google Shape;851;p7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GB" sz="900" u="none" cap="none" strike="noStrike">
                <a:solidFill>
                  <a:srgbClr val="F3EEFB"/>
                </a:solidFill>
                <a:latin typeface="Lexend"/>
                <a:ea typeface="Lexend"/>
                <a:cs typeface="Lexend"/>
                <a:sym typeface="Lexend"/>
              </a:rPr>
              <a:t>Feedback</a:t>
            </a:r>
            <a:endParaRPr b="1" i="0" sz="900" u="none" cap="none" strike="noStrike">
              <a:solidFill>
                <a:srgbClr val="F3EEFB"/>
              </a:solidFill>
              <a:latin typeface="Lexend"/>
              <a:ea typeface="Lexend"/>
              <a:cs typeface="Lexend"/>
              <a:sym typeface="Lexend"/>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7 Practice - jade 2">
  <p:cSld name="TITLE_AND_TWO_COLUMNS_1_1_5_1_3_1_1_1_1_4">
    <p:spTree>
      <p:nvGrpSpPr>
        <p:cNvPr id="852" name="Shape 852"/>
        <p:cNvGrpSpPr/>
        <p:nvPr/>
      </p:nvGrpSpPr>
      <p:grpSpPr>
        <a:xfrm>
          <a:off x="0" y="0"/>
          <a:ext cx="0" cy="0"/>
          <a:chOff x="0" y="0"/>
          <a:chExt cx="0" cy="0"/>
        </a:xfrm>
      </p:grpSpPr>
      <p:pic>
        <p:nvPicPr>
          <p:cNvPr id="853" name="Google Shape;853;p7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854" name="Google Shape;854;p75"/>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5" name="Google Shape;855;p75"/>
          <p:cNvSpPr txBox="1"/>
          <p:nvPr>
            <p:ph idx="1" type="body"/>
          </p:nvPr>
        </p:nvSpPr>
        <p:spPr>
          <a:xfrm>
            <a:off x="324000" y="759300"/>
            <a:ext cx="8237700" cy="3020700"/>
          </a:xfrm>
          <a:prstGeom prst="rect">
            <a:avLst/>
          </a:prstGeom>
          <a:noFill/>
          <a:ln>
            <a:noFill/>
          </a:ln>
        </p:spPr>
        <p:txBody>
          <a:bodyPr anchorCtr="0" anchor="t" bIns="0" lIns="0" spcFirstLastPara="1" rIns="0" wrap="square" tIns="0">
            <a:noAutofit/>
          </a:bodyPr>
          <a:lstStyle>
            <a:lvl1pPr indent="-368300" lvl="0" marL="457200" rtl="0" algn="l">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lgn="l">
              <a:lnSpc>
                <a:spcPct val="130000"/>
              </a:lnSpc>
              <a:spcBef>
                <a:spcPts val="1000"/>
              </a:spcBef>
              <a:spcAft>
                <a:spcPts val="0"/>
              </a:spcAft>
              <a:buSzPts val="2200"/>
              <a:buFont typeface="Lexend"/>
              <a:buChar char="–"/>
              <a:defRPr sz="2200">
                <a:latin typeface="Lexend"/>
                <a:ea typeface="Lexend"/>
                <a:cs typeface="Lexend"/>
                <a:sym typeface="Lexend"/>
              </a:defRPr>
            </a:lvl2pPr>
            <a:lvl3pPr indent="-355600" lvl="2" marL="1371600" rtl="0" algn="l">
              <a:lnSpc>
                <a:spcPct val="130000"/>
              </a:lnSpc>
              <a:spcBef>
                <a:spcPts val="1000"/>
              </a:spcBef>
              <a:spcAft>
                <a:spcPts val="0"/>
              </a:spcAft>
              <a:buSzPts val="2000"/>
              <a:buFont typeface="Lexend"/>
              <a:buChar char="–"/>
              <a:defRPr>
                <a:latin typeface="Lexend"/>
                <a:ea typeface="Lexend"/>
                <a:cs typeface="Lexend"/>
                <a:sym typeface="Lexend"/>
              </a:defRPr>
            </a:lvl3pPr>
            <a:lvl4pPr indent="-368300" lvl="3" marL="1828800" rtl="0" algn="l">
              <a:lnSpc>
                <a:spcPct val="130000"/>
              </a:lnSpc>
              <a:spcBef>
                <a:spcPts val="800"/>
              </a:spcBef>
              <a:spcAft>
                <a:spcPts val="0"/>
              </a:spcAft>
              <a:buSzPts val="2200"/>
              <a:buFont typeface="Lexend"/>
              <a:buChar char="–"/>
              <a:defRPr sz="2200">
                <a:latin typeface="Lexend"/>
                <a:ea typeface="Lexend"/>
                <a:cs typeface="Lexend"/>
                <a:sym typeface="Lexend"/>
              </a:defRPr>
            </a:lvl4pPr>
            <a:lvl5pPr indent="-342900" lvl="4" marL="2286000" rtl="0" algn="l">
              <a:lnSpc>
                <a:spcPct val="130000"/>
              </a:lnSpc>
              <a:spcBef>
                <a:spcPts val="800"/>
              </a:spcBef>
              <a:spcAft>
                <a:spcPts val="0"/>
              </a:spcAft>
              <a:buSzPts val="1800"/>
              <a:buFont typeface="Lexend"/>
              <a:buChar char="–"/>
              <a:defRPr>
                <a:latin typeface="Lexend"/>
                <a:ea typeface="Lexend"/>
                <a:cs typeface="Lexend"/>
                <a:sym typeface="Lexend"/>
              </a:defRPr>
            </a:lvl5pPr>
            <a:lvl6pPr indent="-342900" lvl="5" marL="2743200" rtl="0" algn="l">
              <a:lnSpc>
                <a:spcPct val="130000"/>
              </a:lnSpc>
              <a:spcBef>
                <a:spcPts val="600"/>
              </a:spcBef>
              <a:spcAft>
                <a:spcPts val="0"/>
              </a:spcAft>
              <a:buSzPts val="1800"/>
              <a:buFont typeface="Lexend"/>
              <a:buChar char="–"/>
              <a:defRPr sz="1800">
                <a:latin typeface="Lexend"/>
                <a:ea typeface="Lexend"/>
                <a:cs typeface="Lexend"/>
                <a:sym typeface="Lexend"/>
              </a:defRPr>
            </a:lvl6pPr>
            <a:lvl7pPr indent="-342900" lvl="6" marL="3200400" rtl="0" algn="l">
              <a:lnSpc>
                <a:spcPct val="130000"/>
              </a:lnSpc>
              <a:spcBef>
                <a:spcPts val="600"/>
              </a:spcBef>
              <a:spcAft>
                <a:spcPts val="0"/>
              </a:spcAft>
              <a:buSzPts val="1800"/>
              <a:buFont typeface="Lexend"/>
              <a:buChar char="–"/>
              <a:defRPr>
                <a:latin typeface="Lexend"/>
                <a:ea typeface="Lexend"/>
                <a:cs typeface="Lexend"/>
                <a:sym typeface="Lexend"/>
              </a:defRPr>
            </a:lvl7pPr>
            <a:lvl8pPr indent="-342900" lvl="7" marL="3657600" rtl="0" algn="l">
              <a:lnSpc>
                <a:spcPct val="130000"/>
              </a:lnSpc>
              <a:spcBef>
                <a:spcPts val="400"/>
              </a:spcBef>
              <a:spcAft>
                <a:spcPts val="0"/>
              </a:spcAft>
              <a:buSzPts val="1800"/>
              <a:buFont typeface="Lexend"/>
              <a:buChar char="–"/>
              <a:defRPr>
                <a:latin typeface="Lexend"/>
                <a:ea typeface="Lexend"/>
                <a:cs typeface="Lexend"/>
                <a:sym typeface="Lexend"/>
              </a:defRPr>
            </a:lvl8pPr>
            <a:lvl9pPr indent="-342900" lvl="8" marL="4114800" rtl="0" algn="l">
              <a:lnSpc>
                <a:spcPct val="130000"/>
              </a:lnSpc>
              <a:spcBef>
                <a:spcPts val="400"/>
              </a:spcBef>
              <a:spcAft>
                <a:spcPts val="200"/>
              </a:spcAft>
              <a:buSzPts val="1800"/>
              <a:buFont typeface="Lexend"/>
              <a:buChar char="–"/>
              <a:defRPr>
                <a:latin typeface="Lexend"/>
                <a:ea typeface="Lexend"/>
                <a:cs typeface="Lexend"/>
                <a:sym typeface="Lexend"/>
              </a:defRPr>
            </a:lvl9pPr>
          </a:lstStyle>
          <a:p/>
        </p:txBody>
      </p:sp>
      <p:sp>
        <p:nvSpPr>
          <p:cNvPr id="856" name="Google Shape;856;p7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GB" sz="900" u="none" cap="none" strike="noStrike">
                <a:solidFill>
                  <a:srgbClr val="E6F2F2"/>
                </a:solidFill>
                <a:latin typeface="Lexend"/>
                <a:ea typeface="Lexend"/>
                <a:cs typeface="Lexend"/>
                <a:sym typeface="Lexend"/>
              </a:rPr>
              <a:t>Practice</a:t>
            </a:r>
            <a:endParaRPr b="1" i="0" sz="900" u="none" cap="none" strike="noStrike">
              <a:solidFill>
                <a:srgbClr val="E6F2F2"/>
              </a:solidFill>
              <a:latin typeface="Lexend"/>
              <a:ea typeface="Lexend"/>
              <a:cs typeface="Lexend"/>
              <a:sym typeface="Lexend"/>
            </a:endParaRPr>
          </a:p>
        </p:txBody>
      </p:sp>
      <p:sp>
        <p:nvSpPr>
          <p:cNvPr id="857" name="Google Shape;857;p75"/>
          <p:cNvSpPr txBox="1"/>
          <p:nvPr/>
        </p:nvSpPr>
        <p:spPr>
          <a:xfrm>
            <a:off x="324000" y="45525"/>
            <a:ext cx="1003800" cy="492600"/>
          </a:xfrm>
          <a:prstGeom prst="rect">
            <a:avLst/>
          </a:prstGeom>
          <a:noFill/>
          <a:ln>
            <a:noFill/>
          </a:ln>
        </p:spPr>
        <p:txBody>
          <a:bodyPr anchorCtr="0" anchor="t" bIns="91425" lIns="0"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chemeClr val="lt1"/>
                </a:solidFill>
                <a:latin typeface="Lexend"/>
                <a:ea typeface="Lexend"/>
                <a:cs typeface="Lexend"/>
                <a:sym typeface="Lexend"/>
              </a:rPr>
              <a:t>Task B</a:t>
            </a:r>
            <a:endParaRPr b="1" i="0" sz="2000" u="none" cap="none" strike="noStrike">
              <a:solidFill>
                <a:schemeClr val="lt1"/>
              </a:solidFill>
              <a:latin typeface="Lexend"/>
              <a:ea typeface="Lexend"/>
              <a:cs typeface="Lexend"/>
              <a:sym typeface="Lexend"/>
            </a:endParaRPr>
          </a:p>
        </p:txBody>
      </p:sp>
      <p:sp>
        <p:nvSpPr>
          <p:cNvPr id="858" name="Google Shape;858;p75"/>
          <p:cNvSpPr txBox="1"/>
          <p:nvPr>
            <p:ph idx="2" type="subTitle"/>
          </p:nvPr>
        </p:nvSpPr>
        <p:spPr>
          <a:xfrm>
            <a:off x="1570025" y="134975"/>
            <a:ext cx="6855300" cy="337200"/>
          </a:xfrm>
          <a:prstGeom prst="rect">
            <a:avLst/>
          </a:prstGeom>
          <a:noFill/>
          <a:ln>
            <a:noFill/>
          </a:ln>
        </p:spPr>
        <p:txBody>
          <a:bodyPr anchorCtr="0" anchor="t" bIns="0" lIns="0" spcFirstLastPara="1" rIns="0" wrap="square" tIns="0">
            <a:noAutofit/>
          </a:bodyPr>
          <a:lstStyle>
            <a:lvl1pPr lvl="0" rtl="0" algn="l">
              <a:lnSpc>
                <a:spcPct val="13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lgn="l">
              <a:lnSpc>
                <a:spcPct val="130000"/>
              </a:lnSpc>
              <a:spcBef>
                <a:spcPts val="1000"/>
              </a:spcBef>
              <a:spcAft>
                <a:spcPts val="0"/>
              </a:spcAft>
              <a:buClr>
                <a:schemeClr val="lt1"/>
              </a:buClr>
              <a:buSzPts val="2100"/>
              <a:buNone/>
              <a:defRPr>
                <a:solidFill>
                  <a:schemeClr val="lt1"/>
                </a:solidFill>
              </a:defRPr>
            </a:lvl2pPr>
            <a:lvl3pPr lvl="2" rtl="0" algn="l">
              <a:lnSpc>
                <a:spcPct val="130000"/>
              </a:lnSpc>
              <a:spcBef>
                <a:spcPts val="1000"/>
              </a:spcBef>
              <a:spcAft>
                <a:spcPts val="0"/>
              </a:spcAft>
              <a:buClr>
                <a:schemeClr val="lt1"/>
              </a:buClr>
              <a:buSzPts val="2000"/>
              <a:buNone/>
              <a:defRPr>
                <a:solidFill>
                  <a:schemeClr val="lt1"/>
                </a:solidFill>
              </a:defRPr>
            </a:lvl3pPr>
            <a:lvl4pPr lvl="3" rtl="0" algn="l">
              <a:lnSpc>
                <a:spcPct val="130000"/>
              </a:lnSpc>
              <a:spcBef>
                <a:spcPts val="800"/>
              </a:spcBef>
              <a:spcAft>
                <a:spcPts val="0"/>
              </a:spcAft>
              <a:buClr>
                <a:schemeClr val="lt1"/>
              </a:buClr>
              <a:buSzPts val="1900"/>
              <a:buNone/>
              <a:defRPr>
                <a:solidFill>
                  <a:schemeClr val="lt1"/>
                </a:solidFill>
              </a:defRPr>
            </a:lvl4pPr>
            <a:lvl5pPr lvl="4" rtl="0" algn="l">
              <a:lnSpc>
                <a:spcPct val="130000"/>
              </a:lnSpc>
              <a:spcBef>
                <a:spcPts val="800"/>
              </a:spcBef>
              <a:spcAft>
                <a:spcPts val="0"/>
              </a:spcAft>
              <a:buClr>
                <a:schemeClr val="lt1"/>
              </a:buClr>
              <a:buSzPts val="1800"/>
              <a:buNone/>
              <a:defRPr>
                <a:solidFill>
                  <a:schemeClr val="lt1"/>
                </a:solidFill>
              </a:defRPr>
            </a:lvl5pPr>
            <a:lvl6pPr lvl="5" rtl="0" algn="l">
              <a:lnSpc>
                <a:spcPct val="130000"/>
              </a:lnSpc>
              <a:spcBef>
                <a:spcPts val="600"/>
              </a:spcBef>
              <a:spcAft>
                <a:spcPts val="0"/>
              </a:spcAft>
              <a:buClr>
                <a:schemeClr val="lt1"/>
              </a:buClr>
              <a:buSzPts val="1800"/>
              <a:buNone/>
              <a:defRPr>
                <a:solidFill>
                  <a:schemeClr val="lt1"/>
                </a:solidFill>
              </a:defRPr>
            </a:lvl6pPr>
            <a:lvl7pPr lvl="6" rtl="0" algn="l">
              <a:lnSpc>
                <a:spcPct val="130000"/>
              </a:lnSpc>
              <a:spcBef>
                <a:spcPts val="600"/>
              </a:spcBef>
              <a:spcAft>
                <a:spcPts val="0"/>
              </a:spcAft>
              <a:buClr>
                <a:schemeClr val="lt1"/>
              </a:buClr>
              <a:buSzPts val="1800"/>
              <a:buNone/>
              <a:defRPr>
                <a:solidFill>
                  <a:schemeClr val="lt1"/>
                </a:solidFill>
              </a:defRPr>
            </a:lvl7pPr>
            <a:lvl8pPr lvl="7" rtl="0" algn="l">
              <a:lnSpc>
                <a:spcPct val="130000"/>
              </a:lnSpc>
              <a:spcBef>
                <a:spcPts val="400"/>
              </a:spcBef>
              <a:spcAft>
                <a:spcPts val="0"/>
              </a:spcAft>
              <a:buClr>
                <a:schemeClr val="lt1"/>
              </a:buClr>
              <a:buSzPts val="1800"/>
              <a:buNone/>
              <a:defRPr>
                <a:solidFill>
                  <a:schemeClr val="lt1"/>
                </a:solidFill>
              </a:defRPr>
            </a:lvl8pPr>
            <a:lvl9pPr lvl="8" rtl="0" algn="l">
              <a:lnSpc>
                <a:spcPct val="130000"/>
              </a:lnSpc>
              <a:spcBef>
                <a:spcPts val="400"/>
              </a:spcBef>
              <a:spcAft>
                <a:spcPts val="200"/>
              </a:spcAft>
              <a:buClr>
                <a:schemeClr val="lt1"/>
              </a:buClr>
              <a:buSzPts val="1800"/>
              <a:buNone/>
              <a:defRPr>
                <a:solidFill>
                  <a:schemeClr val="lt1"/>
                </a:solidFill>
              </a:defRPr>
            </a:lvl9pPr>
          </a:lstStyle>
          <a:p/>
        </p:txBody>
      </p:sp>
      <p:pic>
        <p:nvPicPr>
          <p:cNvPr id="859" name="Google Shape;859;p75"/>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8 Feedback - jade 2">
  <p:cSld name="TITLE_AND_TWO_COLUMNS_1_1_5_1_3_1_1_1_1_2_2">
    <p:bg>
      <p:bgPr>
        <a:solidFill>
          <a:srgbClr val="E6F2F2"/>
        </a:solidFill>
      </p:bgPr>
    </p:bg>
    <p:spTree>
      <p:nvGrpSpPr>
        <p:cNvPr id="860" name="Shape 860"/>
        <p:cNvGrpSpPr/>
        <p:nvPr/>
      </p:nvGrpSpPr>
      <p:grpSpPr>
        <a:xfrm>
          <a:off x="0" y="0"/>
          <a:ext cx="0" cy="0"/>
          <a:chOff x="0" y="0"/>
          <a:chExt cx="0" cy="0"/>
        </a:xfrm>
      </p:grpSpPr>
      <p:pic>
        <p:nvPicPr>
          <p:cNvPr id="861" name="Google Shape;861;p7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862" name="Google Shape;862;p76"/>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3" name="Google Shape;863;p76"/>
          <p:cNvSpPr txBox="1"/>
          <p:nvPr>
            <p:ph idx="1" type="body"/>
          </p:nvPr>
        </p:nvSpPr>
        <p:spPr>
          <a:xfrm>
            <a:off x="324000" y="759300"/>
            <a:ext cx="8237700" cy="3020700"/>
          </a:xfrm>
          <a:prstGeom prst="rect">
            <a:avLst/>
          </a:prstGeom>
          <a:noFill/>
          <a:ln>
            <a:noFill/>
          </a:ln>
        </p:spPr>
        <p:txBody>
          <a:bodyPr anchorCtr="0" anchor="t" bIns="0" lIns="0" spcFirstLastPara="1" rIns="0" wrap="square" tIns="0">
            <a:noAutofit/>
          </a:bodyPr>
          <a:lstStyle>
            <a:lvl1pPr indent="-368300" lvl="0" marL="457200" rtl="0" algn="l">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lgn="l">
              <a:lnSpc>
                <a:spcPct val="130000"/>
              </a:lnSpc>
              <a:spcBef>
                <a:spcPts val="1000"/>
              </a:spcBef>
              <a:spcAft>
                <a:spcPts val="0"/>
              </a:spcAft>
              <a:buSzPts val="2200"/>
              <a:buFont typeface="Lexend"/>
              <a:buChar char="–"/>
              <a:defRPr sz="2200">
                <a:latin typeface="Lexend"/>
                <a:ea typeface="Lexend"/>
                <a:cs typeface="Lexend"/>
                <a:sym typeface="Lexend"/>
              </a:defRPr>
            </a:lvl2pPr>
            <a:lvl3pPr indent="-355600" lvl="2" marL="1371600" rtl="0" algn="l">
              <a:lnSpc>
                <a:spcPct val="130000"/>
              </a:lnSpc>
              <a:spcBef>
                <a:spcPts val="1000"/>
              </a:spcBef>
              <a:spcAft>
                <a:spcPts val="0"/>
              </a:spcAft>
              <a:buSzPts val="2000"/>
              <a:buFont typeface="Lexend"/>
              <a:buChar char="–"/>
              <a:defRPr>
                <a:latin typeface="Lexend"/>
                <a:ea typeface="Lexend"/>
                <a:cs typeface="Lexend"/>
                <a:sym typeface="Lexend"/>
              </a:defRPr>
            </a:lvl3pPr>
            <a:lvl4pPr indent="-368300" lvl="3" marL="1828800" rtl="0" algn="l">
              <a:lnSpc>
                <a:spcPct val="130000"/>
              </a:lnSpc>
              <a:spcBef>
                <a:spcPts val="800"/>
              </a:spcBef>
              <a:spcAft>
                <a:spcPts val="0"/>
              </a:spcAft>
              <a:buSzPts val="2200"/>
              <a:buFont typeface="Lexend"/>
              <a:buChar char="–"/>
              <a:defRPr sz="2200">
                <a:latin typeface="Lexend"/>
                <a:ea typeface="Lexend"/>
                <a:cs typeface="Lexend"/>
                <a:sym typeface="Lexend"/>
              </a:defRPr>
            </a:lvl4pPr>
            <a:lvl5pPr indent="-342900" lvl="4" marL="2286000" rtl="0" algn="l">
              <a:lnSpc>
                <a:spcPct val="130000"/>
              </a:lnSpc>
              <a:spcBef>
                <a:spcPts val="800"/>
              </a:spcBef>
              <a:spcAft>
                <a:spcPts val="0"/>
              </a:spcAft>
              <a:buSzPts val="1800"/>
              <a:buFont typeface="Lexend"/>
              <a:buChar char="–"/>
              <a:defRPr>
                <a:latin typeface="Lexend"/>
                <a:ea typeface="Lexend"/>
                <a:cs typeface="Lexend"/>
                <a:sym typeface="Lexend"/>
              </a:defRPr>
            </a:lvl5pPr>
            <a:lvl6pPr indent="-342900" lvl="5" marL="2743200" rtl="0" algn="l">
              <a:lnSpc>
                <a:spcPct val="130000"/>
              </a:lnSpc>
              <a:spcBef>
                <a:spcPts val="600"/>
              </a:spcBef>
              <a:spcAft>
                <a:spcPts val="0"/>
              </a:spcAft>
              <a:buSzPts val="1800"/>
              <a:buFont typeface="Lexend"/>
              <a:buChar char="–"/>
              <a:defRPr sz="1800">
                <a:latin typeface="Lexend"/>
                <a:ea typeface="Lexend"/>
                <a:cs typeface="Lexend"/>
                <a:sym typeface="Lexend"/>
              </a:defRPr>
            </a:lvl6pPr>
            <a:lvl7pPr indent="-342900" lvl="6" marL="3200400" rtl="0" algn="l">
              <a:lnSpc>
                <a:spcPct val="130000"/>
              </a:lnSpc>
              <a:spcBef>
                <a:spcPts val="600"/>
              </a:spcBef>
              <a:spcAft>
                <a:spcPts val="0"/>
              </a:spcAft>
              <a:buSzPts val="1800"/>
              <a:buFont typeface="Lexend"/>
              <a:buChar char="–"/>
              <a:defRPr>
                <a:latin typeface="Lexend"/>
                <a:ea typeface="Lexend"/>
                <a:cs typeface="Lexend"/>
                <a:sym typeface="Lexend"/>
              </a:defRPr>
            </a:lvl7pPr>
            <a:lvl8pPr indent="-342900" lvl="7" marL="3657600" rtl="0" algn="l">
              <a:lnSpc>
                <a:spcPct val="130000"/>
              </a:lnSpc>
              <a:spcBef>
                <a:spcPts val="400"/>
              </a:spcBef>
              <a:spcAft>
                <a:spcPts val="0"/>
              </a:spcAft>
              <a:buSzPts val="1800"/>
              <a:buFont typeface="Lexend"/>
              <a:buChar char="–"/>
              <a:defRPr>
                <a:latin typeface="Lexend"/>
                <a:ea typeface="Lexend"/>
                <a:cs typeface="Lexend"/>
                <a:sym typeface="Lexend"/>
              </a:defRPr>
            </a:lvl8pPr>
            <a:lvl9pPr indent="-342900" lvl="8" marL="4114800" rtl="0" algn="l">
              <a:lnSpc>
                <a:spcPct val="130000"/>
              </a:lnSpc>
              <a:spcBef>
                <a:spcPts val="400"/>
              </a:spcBef>
              <a:spcAft>
                <a:spcPts val="200"/>
              </a:spcAft>
              <a:buSzPts val="1800"/>
              <a:buFont typeface="Lexend"/>
              <a:buChar char="–"/>
              <a:defRPr>
                <a:latin typeface="Lexend"/>
                <a:ea typeface="Lexend"/>
                <a:cs typeface="Lexend"/>
                <a:sym typeface="Lexend"/>
              </a:defRPr>
            </a:lvl9pPr>
          </a:lstStyle>
          <a:p/>
        </p:txBody>
      </p:sp>
      <p:sp>
        <p:nvSpPr>
          <p:cNvPr id="864" name="Google Shape;864;p76"/>
          <p:cNvSpPr txBox="1"/>
          <p:nvPr/>
        </p:nvSpPr>
        <p:spPr>
          <a:xfrm>
            <a:off x="324000" y="45525"/>
            <a:ext cx="1049700" cy="492600"/>
          </a:xfrm>
          <a:prstGeom prst="rect">
            <a:avLst/>
          </a:prstGeom>
          <a:noFill/>
          <a:ln>
            <a:noFill/>
          </a:ln>
        </p:spPr>
        <p:txBody>
          <a:bodyPr anchorCtr="0" anchor="t" bIns="91425" lIns="0"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chemeClr val="lt1"/>
                </a:solidFill>
                <a:latin typeface="Lexend"/>
                <a:ea typeface="Lexend"/>
                <a:cs typeface="Lexend"/>
                <a:sym typeface="Lexend"/>
              </a:rPr>
              <a:t>Task B</a:t>
            </a:r>
            <a:endParaRPr b="1" i="0" sz="2000" u="none" cap="none" strike="noStrike">
              <a:solidFill>
                <a:schemeClr val="lt1"/>
              </a:solidFill>
              <a:latin typeface="Lexend"/>
              <a:ea typeface="Lexend"/>
              <a:cs typeface="Lexend"/>
              <a:sym typeface="Lexend"/>
            </a:endParaRPr>
          </a:p>
        </p:txBody>
      </p:sp>
      <p:sp>
        <p:nvSpPr>
          <p:cNvPr id="865" name="Google Shape;865;p76"/>
          <p:cNvSpPr txBox="1"/>
          <p:nvPr>
            <p:ph idx="2" type="subTitle"/>
          </p:nvPr>
        </p:nvSpPr>
        <p:spPr>
          <a:xfrm>
            <a:off x="1570025" y="134975"/>
            <a:ext cx="6855300" cy="337200"/>
          </a:xfrm>
          <a:prstGeom prst="rect">
            <a:avLst/>
          </a:prstGeom>
          <a:noFill/>
          <a:ln>
            <a:noFill/>
          </a:ln>
        </p:spPr>
        <p:txBody>
          <a:bodyPr anchorCtr="0" anchor="t" bIns="0" lIns="0" spcFirstLastPara="1" rIns="0" wrap="square" tIns="0">
            <a:noAutofit/>
          </a:bodyPr>
          <a:lstStyle>
            <a:lvl1pPr lvl="0" rtl="0" algn="l">
              <a:lnSpc>
                <a:spcPct val="13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lgn="l">
              <a:lnSpc>
                <a:spcPct val="130000"/>
              </a:lnSpc>
              <a:spcBef>
                <a:spcPts val="1000"/>
              </a:spcBef>
              <a:spcAft>
                <a:spcPts val="0"/>
              </a:spcAft>
              <a:buClr>
                <a:schemeClr val="lt1"/>
              </a:buClr>
              <a:buSzPts val="2100"/>
              <a:buNone/>
              <a:defRPr>
                <a:solidFill>
                  <a:schemeClr val="lt1"/>
                </a:solidFill>
              </a:defRPr>
            </a:lvl2pPr>
            <a:lvl3pPr lvl="2" rtl="0" algn="l">
              <a:lnSpc>
                <a:spcPct val="130000"/>
              </a:lnSpc>
              <a:spcBef>
                <a:spcPts val="1000"/>
              </a:spcBef>
              <a:spcAft>
                <a:spcPts val="0"/>
              </a:spcAft>
              <a:buClr>
                <a:schemeClr val="lt1"/>
              </a:buClr>
              <a:buSzPts val="2000"/>
              <a:buNone/>
              <a:defRPr>
                <a:solidFill>
                  <a:schemeClr val="lt1"/>
                </a:solidFill>
              </a:defRPr>
            </a:lvl3pPr>
            <a:lvl4pPr lvl="3" rtl="0" algn="l">
              <a:lnSpc>
                <a:spcPct val="130000"/>
              </a:lnSpc>
              <a:spcBef>
                <a:spcPts val="800"/>
              </a:spcBef>
              <a:spcAft>
                <a:spcPts val="0"/>
              </a:spcAft>
              <a:buClr>
                <a:schemeClr val="lt1"/>
              </a:buClr>
              <a:buSzPts val="1900"/>
              <a:buNone/>
              <a:defRPr>
                <a:solidFill>
                  <a:schemeClr val="lt1"/>
                </a:solidFill>
              </a:defRPr>
            </a:lvl4pPr>
            <a:lvl5pPr lvl="4" rtl="0" algn="l">
              <a:lnSpc>
                <a:spcPct val="130000"/>
              </a:lnSpc>
              <a:spcBef>
                <a:spcPts val="800"/>
              </a:spcBef>
              <a:spcAft>
                <a:spcPts val="0"/>
              </a:spcAft>
              <a:buClr>
                <a:schemeClr val="lt1"/>
              </a:buClr>
              <a:buSzPts val="1800"/>
              <a:buNone/>
              <a:defRPr>
                <a:solidFill>
                  <a:schemeClr val="lt1"/>
                </a:solidFill>
              </a:defRPr>
            </a:lvl5pPr>
            <a:lvl6pPr lvl="5" rtl="0" algn="l">
              <a:lnSpc>
                <a:spcPct val="130000"/>
              </a:lnSpc>
              <a:spcBef>
                <a:spcPts val="600"/>
              </a:spcBef>
              <a:spcAft>
                <a:spcPts val="0"/>
              </a:spcAft>
              <a:buClr>
                <a:schemeClr val="lt1"/>
              </a:buClr>
              <a:buSzPts val="1800"/>
              <a:buNone/>
              <a:defRPr>
                <a:solidFill>
                  <a:schemeClr val="lt1"/>
                </a:solidFill>
              </a:defRPr>
            </a:lvl6pPr>
            <a:lvl7pPr lvl="6" rtl="0" algn="l">
              <a:lnSpc>
                <a:spcPct val="130000"/>
              </a:lnSpc>
              <a:spcBef>
                <a:spcPts val="600"/>
              </a:spcBef>
              <a:spcAft>
                <a:spcPts val="0"/>
              </a:spcAft>
              <a:buClr>
                <a:schemeClr val="lt1"/>
              </a:buClr>
              <a:buSzPts val="1800"/>
              <a:buNone/>
              <a:defRPr>
                <a:solidFill>
                  <a:schemeClr val="lt1"/>
                </a:solidFill>
              </a:defRPr>
            </a:lvl7pPr>
            <a:lvl8pPr lvl="7" rtl="0" algn="l">
              <a:lnSpc>
                <a:spcPct val="130000"/>
              </a:lnSpc>
              <a:spcBef>
                <a:spcPts val="400"/>
              </a:spcBef>
              <a:spcAft>
                <a:spcPts val="0"/>
              </a:spcAft>
              <a:buClr>
                <a:schemeClr val="lt1"/>
              </a:buClr>
              <a:buSzPts val="1800"/>
              <a:buNone/>
              <a:defRPr>
                <a:solidFill>
                  <a:schemeClr val="lt1"/>
                </a:solidFill>
              </a:defRPr>
            </a:lvl8pPr>
            <a:lvl9pPr lvl="8" rtl="0" algn="l">
              <a:lnSpc>
                <a:spcPct val="130000"/>
              </a:lnSpc>
              <a:spcBef>
                <a:spcPts val="400"/>
              </a:spcBef>
              <a:spcAft>
                <a:spcPts val="200"/>
              </a:spcAft>
              <a:buClr>
                <a:schemeClr val="lt1"/>
              </a:buClr>
              <a:buSzPts val="1800"/>
              <a:buNone/>
              <a:defRPr>
                <a:solidFill>
                  <a:schemeClr val="lt1"/>
                </a:solidFill>
              </a:defRPr>
            </a:lvl9pPr>
          </a:lstStyle>
          <a:p/>
        </p:txBody>
      </p:sp>
      <p:sp>
        <p:nvSpPr>
          <p:cNvPr id="866" name="Google Shape;866;p7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GB" sz="900" u="none" cap="none" strike="noStrike">
                <a:solidFill>
                  <a:srgbClr val="E6F2F2"/>
                </a:solidFill>
                <a:latin typeface="Lexend"/>
                <a:ea typeface="Lexend"/>
                <a:cs typeface="Lexend"/>
                <a:sym typeface="Lexend"/>
              </a:rPr>
              <a:t>Feedback</a:t>
            </a:r>
            <a:endParaRPr b="1" i="0" sz="900" u="none" cap="none" strike="noStrike">
              <a:solidFill>
                <a:srgbClr val="E6F2F2"/>
              </a:solidFill>
              <a:latin typeface="Lexend"/>
              <a:ea typeface="Lexend"/>
              <a:cs typeface="Lexend"/>
              <a:sym typeface="Lexend"/>
            </a:endParaRPr>
          </a:p>
        </p:txBody>
      </p:sp>
      <p:pic>
        <p:nvPicPr>
          <p:cNvPr id="867" name="Google Shape;867;p7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7 Practice - blue  2">
  <p:cSld name="TITLE_AND_TWO_COLUMNS_1_1_5_1_3_1_2_3">
    <p:spTree>
      <p:nvGrpSpPr>
        <p:cNvPr id="868" name="Shape 868"/>
        <p:cNvGrpSpPr/>
        <p:nvPr/>
      </p:nvGrpSpPr>
      <p:grpSpPr>
        <a:xfrm>
          <a:off x="0" y="0"/>
          <a:ext cx="0" cy="0"/>
          <a:chOff x="0" y="0"/>
          <a:chExt cx="0" cy="0"/>
        </a:xfrm>
      </p:grpSpPr>
      <p:pic>
        <p:nvPicPr>
          <p:cNvPr id="869" name="Google Shape;869;p7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870" name="Google Shape;870;p77"/>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1" name="Google Shape;871;p77"/>
          <p:cNvSpPr txBox="1"/>
          <p:nvPr>
            <p:ph idx="1" type="body"/>
          </p:nvPr>
        </p:nvSpPr>
        <p:spPr>
          <a:xfrm>
            <a:off x="324000" y="759300"/>
            <a:ext cx="8237700" cy="3020700"/>
          </a:xfrm>
          <a:prstGeom prst="rect">
            <a:avLst/>
          </a:prstGeom>
          <a:noFill/>
          <a:ln>
            <a:noFill/>
          </a:ln>
        </p:spPr>
        <p:txBody>
          <a:bodyPr anchorCtr="0" anchor="t" bIns="0" lIns="0" spcFirstLastPara="1" rIns="0" wrap="square" tIns="0">
            <a:noAutofit/>
          </a:bodyPr>
          <a:lstStyle>
            <a:lvl1pPr indent="-368300" lvl="0" marL="457200" rtl="0" algn="l">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lgn="l">
              <a:lnSpc>
                <a:spcPct val="130000"/>
              </a:lnSpc>
              <a:spcBef>
                <a:spcPts val="1000"/>
              </a:spcBef>
              <a:spcAft>
                <a:spcPts val="0"/>
              </a:spcAft>
              <a:buSzPts val="2200"/>
              <a:buFont typeface="Lexend"/>
              <a:buChar char="–"/>
              <a:defRPr sz="2200">
                <a:latin typeface="Lexend"/>
                <a:ea typeface="Lexend"/>
                <a:cs typeface="Lexend"/>
                <a:sym typeface="Lexend"/>
              </a:defRPr>
            </a:lvl2pPr>
            <a:lvl3pPr indent="-355600" lvl="2" marL="1371600" rtl="0" algn="l">
              <a:lnSpc>
                <a:spcPct val="130000"/>
              </a:lnSpc>
              <a:spcBef>
                <a:spcPts val="1000"/>
              </a:spcBef>
              <a:spcAft>
                <a:spcPts val="0"/>
              </a:spcAft>
              <a:buSzPts val="2000"/>
              <a:buFont typeface="Lexend"/>
              <a:buChar char="–"/>
              <a:defRPr>
                <a:latin typeface="Lexend"/>
                <a:ea typeface="Lexend"/>
                <a:cs typeface="Lexend"/>
                <a:sym typeface="Lexend"/>
              </a:defRPr>
            </a:lvl3pPr>
            <a:lvl4pPr indent="-368300" lvl="3" marL="1828800" rtl="0" algn="l">
              <a:lnSpc>
                <a:spcPct val="130000"/>
              </a:lnSpc>
              <a:spcBef>
                <a:spcPts val="800"/>
              </a:spcBef>
              <a:spcAft>
                <a:spcPts val="0"/>
              </a:spcAft>
              <a:buSzPts val="2200"/>
              <a:buFont typeface="Lexend"/>
              <a:buChar char="–"/>
              <a:defRPr sz="2200">
                <a:latin typeface="Lexend"/>
                <a:ea typeface="Lexend"/>
                <a:cs typeface="Lexend"/>
                <a:sym typeface="Lexend"/>
              </a:defRPr>
            </a:lvl4pPr>
            <a:lvl5pPr indent="-342900" lvl="4" marL="2286000" rtl="0" algn="l">
              <a:lnSpc>
                <a:spcPct val="130000"/>
              </a:lnSpc>
              <a:spcBef>
                <a:spcPts val="800"/>
              </a:spcBef>
              <a:spcAft>
                <a:spcPts val="0"/>
              </a:spcAft>
              <a:buSzPts val="1800"/>
              <a:buFont typeface="Lexend"/>
              <a:buChar char="–"/>
              <a:defRPr>
                <a:latin typeface="Lexend"/>
                <a:ea typeface="Lexend"/>
                <a:cs typeface="Lexend"/>
                <a:sym typeface="Lexend"/>
              </a:defRPr>
            </a:lvl5pPr>
            <a:lvl6pPr indent="-342900" lvl="5" marL="2743200" rtl="0" algn="l">
              <a:lnSpc>
                <a:spcPct val="130000"/>
              </a:lnSpc>
              <a:spcBef>
                <a:spcPts val="600"/>
              </a:spcBef>
              <a:spcAft>
                <a:spcPts val="0"/>
              </a:spcAft>
              <a:buSzPts val="1800"/>
              <a:buFont typeface="Lexend"/>
              <a:buChar char="–"/>
              <a:defRPr sz="1800">
                <a:latin typeface="Lexend"/>
                <a:ea typeface="Lexend"/>
                <a:cs typeface="Lexend"/>
                <a:sym typeface="Lexend"/>
              </a:defRPr>
            </a:lvl6pPr>
            <a:lvl7pPr indent="-342900" lvl="6" marL="3200400" rtl="0" algn="l">
              <a:lnSpc>
                <a:spcPct val="130000"/>
              </a:lnSpc>
              <a:spcBef>
                <a:spcPts val="600"/>
              </a:spcBef>
              <a:spcAft>
                <a:spcPts val="0"/>
              </a:spcAft>
              <a:buSzPts val="1800"/>
              <a:buFont typeface="Lexend"/>
              <a:buChar char="–"/>
              <a:defRPr>
                <a:latin typeface="Lexend"/>
                <a:ea typeface="Lexend"/>
                <a:cs typeface="Lexend"/>
                <a:sym typeface="Lexend"/>
              </a:defRPr>
            </a:lvl7pPr>
            <a:lvl8pPr indent="-342900" lvl="7" marL="3657600" rtl="0" algn="l">
              <a:lnSpc>
                <a:spcPct val="130000"/>
              </a:lnSpc>
              <a:spcBef>
                <a:spcPts val="400"/>
              </a:spcBef>
              <a:spcAft>
                <a:spcPts val="0"/>
              </a:spcAft>
              <a:buSzPts val="1800"/>
              <a:buFont typeface="Lexend"/>
              <a:buChar char="–"/>
              <a:defRPr>
                <a:latin typeface="Lexend"/>
                <a:ea typeface="Lexend"/>
                <a:cs typeface="Lexend"/>
                <a:sym typeface="Lexend"/>
              </a:defRPr>
            </a:lvl8pPr>
            <a:lvl9pPr indent="-342900" lvl="8" marL="4114800" rtl="0" algn="l">
              <a:lnSpc>
                <a:spcPct val="130000"/>
              </a:lnSpc>
              <a:spcBef>
                <a:spcPts val="400"/>
              </a:spcBef>
              <a:spcAft>
                <a:spcPts val="200"/>
              </a:spcAft>
              <a:buSzPts val="1800"/>
              <a:buFont typeface="Lexend"/>
              <a:buChar char="–"/>
              <a:defRPr>
                <a:latin typeface="Lexend"/>
                <a:ea typeface="Lexend"/>
                <a:cs typeface="Lexend"/>
                <a:sym typeface="Lexend"/>
              </a:defRPr>
            </a:lvl9pPr>
          </a:lstStyle>
          <a:p/>
        </p:txBody>
      </p:sp>
      <p:sp>
        <p:nvSpPr>
          <p:cNvPr id="872" name="Google Shape;872;p7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GB" sz="900" u="none" cap="none" strike="noStrike">
                <a:solidFill>
                  <a:srgbClr val="EBEDFE"/>
                </a:solidFill>
                <a:latin typeface="Lexend"/>
                <a:ea typeface="Lexend"/>
                <a:cs typeface="Lexend"/>
                <a:sym typeface="Lexend"/>
              </a:rPr>
              <a:t>Practice</a:t>
            </a:r>
            <a:endParaRPr b="1" i="0" sz="900" u="none" cap="none" strike="noStrike">
              <a:solidFill>
                <a:srgbClr val="EBEDFE"/>
              </a:solidFill>
              <a:latin typeface="Lexend"/>
              <a:ea typeface="Lexend"/>
              <a:cs typeface="Lexend"/>
              <a:sym typeface="Lexend"/>
            </a:endParaRPr>
          </a:p>
        </p:txBody>
      </p:sp>
      <p:sp>
        <p:nvSpPr>
          <p:cNvPr id="873" name="Google Shape;873;p77"/>
          <p:cNvSpPr txBox="1"/>
          <p:nvPr/>
        </p:nvSpPr>
        <p:spPr>
          <a:xfrm>
            <a:off x="324000" y="45525"/>
            <a:ext cx="1019100" cy="492600"/>
          </a:xfrm>
          <a:prstGeom prst="rect">
            <a:avLst/>
          </a:prstGeom>
          <a:noFill/>
          <a:ln>
            <a:noFill/>
          </a:ln>
        </p:spPr>
        <p:txBody>
          <a:bodyPr anchorCtr="0" anchor="t" bIns="91425" lIns="0"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chemeClr val="lt1"/>
                </a:solidFill>
                <a:latin typeface="Lexend"/>
                <a:ea typeface="Lexend"/>
                <a:cs typeface="Lexend"/>
                <a:sym typeface="Lexend"/>
              </a:rPr>
              <a:t>Task C</a:t>
            </a:r>
            <a:endParaRPr b="1" i="0" sz="2000" u="none" cap="none" strike="noStrike">
              <a:solidFill>
                <a:schemeClr val="lt1"/>
              </a:solidFill>
              <a:latin typeface="Lexend"/>
              <a:ea typeface="Lexend"/>
              <a:cs typeface="Lexend"/>
              <a:sym typeface="Lexend"/>
            </a:endParaRPr>
          </a:p>
        </p:txBody>
      </p:sp>
      <p:sp>
        <p:nvSpPr>
          <p:cNvPr id="874" name="Google Shape;874;p77"/>
          <p:cNvSpPr txBox="1"/>
          <p:nvPr>
            <p:ph idx="2" type="subTitle"/>
          </p:nvPr>
        </p:nvSpPr>
        <p:spPr>
          <a:xfrm>
            <a:off x="1570025" y="134975"/>
            <a:ext cx="6855300" cy="337200"/>
          </a:xfrm>
          <a:prstGeom prst="rect">
            <a:avLst/>
          </a:prstGeom>
          <a:noFill/>
          <a:ln>
            <a:noFill/>
          </a:ln>
        </p:spPr>
        <p:txBody>
          <a:bodyPr anchorCtr="0" anchor="t" bIns="0" lIns="0" spcFirstLastPara="1" rIns="0" wrap="square" tIns="0">
            <a:noAutofit/>
          </a:bodyPr>
          <a:lstStyle>
            <a:lvl1pPr lvl="0" rtl="0" algn="l">
              <a:lnSpc>
                <a:spcPct val="13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lgn="l">
              <a:lnSpc>
                <a:spcPct val="130000"/>
              </a:lnSpc>
              <a:spcBef>
                <a:spcPts val="1000"/>
              </a:spcBef>
              <a:spcAft>
                <a:spcPts val="0"/>
              </a:spcAft>
              <a:buClr>
                <a:schemeClr val="lt1"/>
              </a:buClr>
              <a:buSzPts val="2100"/>
              <a:buNone/>
              <a:defRPr>
                <a:solidFill>
                  <a:schemeClr val="lt1"/>
                </a:solidFill>
              </a:defRPr>
            </a:lvl2pPr>
            <a:lvl3pPr lvl="2" rtl="0" algn="l">
              <a:lnSpc>
                <a:spcPct val="130000"/>
              </a:lnSpc>
              <a:spcBef>
                <a:spcPts val="1000"/>
              </a:spcBef>
              <a:spcAft>
                <a:spcPts val="0"/>
              </a:spcAft>
              <a:buClr>
                <a:schemeClr val="lt1"/>
              </a:buClr>
              <a:buSzPts val="2000"/>
              <a:buNone/>
              <a:defRPr>
                <a:solidFill>
                  <a:schemeClr val="lt1"/>
                </a:solidFill>
              </a:defRPr>
            </a:lvl3pPr>
            <a:lvl4pPr lvl="3" rtl="0" algn="l">
              <a:lnSpc>
                <a:spcPct val="130000"/>
              </a:lnSpc>
              <a:spcBef>
                <a:spcPts val="800"/>
              </a:spcBef>
              <a:spcAft>
                <a:spcPts val="0"/>
              </a:spcAft>
              <a:buClr>
                <a:schemeClr val="lt1"/>
              </a:buClr>
              <a:buSzPts val="1900"/>
              <a:buNone/>
              <a:defRPr>
                <a:solidFill>
                  <a:schemeClr val="lt1"/>
                </a:solidFill>
              </a:defRPr>
            </a:lvl4pPr>
            <a:lvl5pPr lvl="4" rtl="0" algn="l">
              <a:lnSpc>
                <a:spcPct val="130000"/>
              </a:lnSpc>
              <a:spcBef>
                <a:spcPts val="800"/>
              </a:spcBef>
              <a:spcAft>
                <a:spcPts val="0"/>
              </a:spcAft>
              <a:buClr>
                <a:schemeClr val="lt1"/>
              </a:buClr>
              <a:buSzPts val="1800"/>
              <a:buNone/>
              <a:defRPr>
                <a:solidFill>
                  <a:schemeClr val="lt1"/>
                </a:solidFill>
              </a:defRPr>
            </a:lvl5pPr>
            <a:lvl6pPr lvl="5" rtl="0" algn="l">
              <a:lnSpc>
                <a:spcPct val="130000"/>
              </a:lnSpc>
              <a:spcBef>
                <a:spcPts val="600"/>
              </a:spcBef>
              <a:spcAft>
                <a:spcPts val="0"/>
              </a:spcAft>
              <a:buClr>
                <a:schemeClr val="lt1"/>
              </a:buClr>
              <a:buSzPts val="1800"/>
              <a:buNone/>
              <a:defRPr>
                <a:solidFill>
                  <a:schemeClr val="lt1"/>
                </a:solidFill>
              </a:defRPr>
            </a:lvl6pPr>
            <a:lvl7pPr lvl="6" rtl="0" algn="l">
              <a:lnSpc>
                <a:spcPct val="130000"/>
              </a:lnSpc>
              <a:spcBef>
                <a:spcPts val="600"/>
              </a:spcBef>
              <a:spcAft>
                <a:spcPts val="0"/>
              </a:spcAft>
              <a:buClr>
                <a:schemeClr val="lt1"/>
              </a:buClr>
              <a:buSzPts val="1800"/>
              <a:buNone/>
              <a:defRPr>
                <a:solidFill>
                  <a:schemeClr val="lt1"/>
                </a:solidFill>
              </a:defRPr>
            </a:lvl7pPr>
            <a:lvl8pPr lvl="7" rtl="0" algn="l">
              <a:lnSpc>
                <a:spcPct val="130000"/>
              </a:lnSpc>
              <a:spcBef>
                <a:spcPts val="400"/>
              </a:spcBef>
              <a:spcAft>
                <a:spcPts val="0"/>
              </a:spcAft>
              <a:buClr>
                <a:schemeClr val="lt1"/>
              </a:buClr>
              <a:buSzPts val="1800"/>
              <a:buNone/>
              <a:defRPr>
                <a:solidFill>
                  <a:schemeClr val="lt1"/>
                </a:solidFill>
              </a:defRPr>
            </a:lvl8pPr>
            <a:lvl9pPr lvl="8" rtl="0" algn="l">
              <a:lnSpc>
                <a:spcPct val="130000"/>
              </a:lnSpc>
              <a:spcBef>
                <a:spcPts val="400"/>
              </a:spcBef>
              <a:spcAft>
                <a:spcPts val="200"/>
              </a:spcAft>
              <a:buClr>
                <a:schemeClr val="lt1"/>
              </a:buClr>
              <a:buSzPts val="1800"/>
              <a:buNone/>
              <a:defRPr>
                <a:solidFill>
                  <a:schemeClr val="lt1"/>
                </a:solidFill>
              </a:defRPr>
            </a:lvl9pPr>
          </a:lstStyle>
          <a:p/>
        </p:txBody>
      </p:sp>
      <p:pic>
        <p:nvPicPr>
          <p:cNvPr id="875" name="Google Shape;875;p77"/>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8 Feedback - blue 2">
  <p:cSld name="TITLE_AND_TWO_COLUMNS_1_1_5_1_3_1_2_1_2">
    <p:bg>
      <p:bgPr>
        <a:solidFill>
          <a:srgbClr val="EBEDFE"/>
        </a:solidFill>
      </p:bgPr>
    </p:bg>
    <p:spTree>
      <p:nvGrpSpPr>
        <p:cNvPr id="876" name="Shape 876"/>
        <p:cNvGrpSpPr/>
        <p:nvPr/>
      </p:nvGrpSpPr>
      <p:grpSpPr>
        <a:xfrm>
          <a:off x="0" y="0"/>
          <a:ext cx="0" cy="0"/>
          <a:chOff x="0" y="0"/>
          <a:chExt cx="0" cy="0"/>
        </a:xfrm>
      </p:grpSpPr>
      <p:pic>
        <p:nvPicPr>
          <p:cNvPr id="877" name="Google Shape;877;p7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878" name="Google Shape;878;p78"/>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9" name="Google Shape;879;p78"/>
          <p:cNvSpPr txBox="1"/>
          <p:nvPr>
            <p:ph idx="1" type="body"/>
          </p:nvPr>
        </p:nvSpPr>
        <p:spPr>
          <a:xfrm>
            <a:off x="324000" y="759300"/>
            <a:ext cx="8237700" cy="3020700"/>
          </a:xfrm>
          <a:prstGeom prst="rect">
            <a:avLst/>
          </a:prstGeom>
          <a:noFill/>
          <a:ln>
            <a:noFill/>
          </a:ln>
        </p:spPr>
        <p:txBody>
          <a:bodyPr anchorCtr="0" anchor="t" bIns="0" lIns="0" spcFirstLastPara="1" rIns="0" wrap="square" tIns="0">
            <a:noAutofit/>
          </a:bodyPr>
          <a:lstStyle>
            <a:lvl1pPr indent="-368300" lvl="0" marL="457200" rtl="0" algn="l">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lgn="l">
              <a:lnSpc>
                <a:spcPct val="130000"/>
              </a:lnSpc>
              <a:spcBef>
                <a:spcPts val="1000"/>
              </a:spcBef>
              <a:spcAft>
                <a:spcPts val="0"/>
              </a:spcAft>
              <a:buSzPts val="2200"/>
              <a:buFont typeface="Lexend"/>
              <a:buChar char="–"/>
              <a:defRPr sz="2200">
                <a:latin typeface="Lexend"/>
                <a:ea typeface="Lexend"/>
                <a:cs typeface="Lexend"/>
                <a:sym typeface="Lexend"/>
              </a:defRPr>
            </a:lvl2pPr>
            <a:lvl3pPr indent="-355600" lvl="2" marL="1371600" rtl="0" algn="l">
              <a:lnSpc>
                <a:spcPct val="130000"/>
              </a:lnSpc>
              <a:spcBef>
                <a:spcPts val="1000"/>
              </a:spcBef>
              <a:spcAft>
                <a:spcPts val="0"/>
              </a:spcAft>
              <a:buSzPts val="2000"/>
              <a:buFont typeface="Lexend"/>
              <a:buChar char="–"/>
              <a:defRPr>
                <a:latin typeface="Lexend"/>
                <a:ea typeface="Lexend"/>
                <a:cs typeface="Lexend"/>
                <a:sym typeface="Lexend"/>
              </a:defRPr>
            </a:lvl3pPr>
            <a:lvl4pPr indent="-368300" lvl="3" marL="1828800" rtl="0" algn="l">
              <a:lnSpc>
                <a:spcPct val="130000"/>
              </a:lnSpc>
              <a:spcBef>
                <a:spcPts val="800"/>
              </a:spcBef>
              <a:spcAft>
                <a:spcPts val="0"/>
              </a:spcAft>
              <a:buSzPts val="2200"/>
              <a:buFont typeface="Lexend"/>
              <a:buChar char="–"/>
              <a:defRPr sz="2200">
                <a:latin typeface="Lexend"/>
                <a:ea typeface="Lexend"/>
                <a:cs typeface="Lexend"/>
                <a:sym typeface="Lexend"/>
              </a:defRPr>
            </a:lvl4pPr>
            <a:lvl5pPr indent="-342900" lvl="4" marL="2286000" rtl="0" algn="l">
              <a:lnSpc>
                <a:spcPct val="130000"/>
              </a:lnSpc>
              <a:spcBef>
                <a:spcPts val="800"/>
              </a:spcBef>
              <a:spcAft>
                <a:spcPts val="0"/>
              </a:spcAft>
              <a:buSzPts val="1800"/>
              <a:buFont typeface="Lexend"/>
              <a:buChar char="–"/>
              <a:defRPr>
                <a:latin typeface="Lexend"/>
                <a:ea typeface="Lexend"/>
                <a:cs typeface="Lexend"/>
                <a:sym typeface="Lexend"/>
              </a:defRPr>
            </a:lvl5pPr>
            <a:lvl6pPr indent="-342900" lvl="5" marL="2743200" rtl="0" algn="l">
              <a:lnSpc>
                <a:spcPct val="130000"/>
              </a:lnSpc>
              <a:spcBef>
                <a:spcPts val="600"/>
              </a:spcBef>
              <a:spcAft>
                <a:spcPts val="0"/>
              </a:spcAft>
              <a:buSzPts val="1800"/>
              <a:buFont typeface="Lexend"/>
              <a:buChar char="–"/>
              <a:defRPr sz="1800">
                <a:latin typeface="Lexend"/>
                <a:ea typeface="Lexend"/>
                <a:cs typeface="Lexend"/>
                <a:sym typeface="Lexend"/>
              </a:defRPr>
            </a:lvl6pPr>
            <a:lvl7pPr indent="-342900" lvl="6" marL="3200400" rtl="0" algn="l">
              <a:lnSpc>
                <a:spcPct val="130000"/>
              </a:lnSpc>
              <a:spcBef>
                <a:spcPts val="600"/>
              </a:spcBef>
              <a:spcAft>
                <a:spcPts val="0"/>
              </a:spcAft>
              <a:buSzPts val="1800"/>
              <a:buFont typeface="Lexend"/>
              <a:buChar char="–"/>
              <a:defRPr>
                <a:latin typeface="Lexend"/>
                <a:ea typeface="Lexend"/>
                <a:cs typeface="Lexend"/>
                <a:sym typeface="Lexend"/>
              </a:defRPr>
            </a:lvl7pPr>
            <a:lvl8pPr indent="-342900" lvl="7" marL="3657600" rtl="0" algn="l">
              <a:lnSpc>
                <a:spcPct val="130000"/>
              </a:lnSpc>
              <a:spcBef>
                <a:spcPts val="400"/>
              </a:spcBef>
              <a:spcAft>
                <a:spcPts val="0"/>
              </a:spcAft>
              <a:buSzPts val="1800"/>
              <a:buFont typeface="Lexend"/>
              <a:buChar char="–"/>
              <a:defRPr>
                <a:latin typeface="Lexend"/>
                <a:ea typeface="Lexend"/>
                <a:cs typeface="Lexend"/>
                <a:sym typeface="Lexend"/>
              </a:defRPr>
            </a:lvl8pPr>
            <a:lvl9pPr indent="-342900" lvl="8" marL="4114800" rtl="0" algn="l">
              <a:lnSpc>
                <a:spcPct val="130000"/>
              </a:lnSpc>
              <a:spcBef>
                <a:spcPts val="400"/>
              </a:spcBef>
              <a:spcAft>
                <a:spcPts val="200"/>
              </a:spcAft>
              <a:buSzPts val="1800"/>
              <a:buFont typeface="Lexend"/>
              <a:buChar char="–"/>
              <a:defRPr>
                <a:latin typeface="Lexend"/>
                <a:ea typeface="Lexend"/>
                <a:cs typeface="Lexend"/>
                <a:sym typeface="Lexend"/>
              </a:defRPr>
            </a:lvl9pPr>
          </a:lstStyle>
          <a:p/>
        </p:txBody>
      </p:sp>
      <p:sp>
        <p:nvSpPr>
          <p:cNvPr id="880" name="Google Shape;880;p78"/>
          <p:cNvSpPr txBox="1"/>
          <p:nvPr/>
        </p:nvSpPr>
        <p:spPr>
          <a:xfrm>
            <a:off x="324000" y="45525"/>
            <a:ext cx="1034400" cy="492600"/>
          </a:xfrm>
          <a:prstGeom prst="rect">
            <a:avLst/>
          </a:prstGeom>
          <a:noFill/>
          <a:ln>
            <a:noFill/>
          </a:ln>
        </p:spPr>
        <p:txBody>
          <a:bodyPr anchorCtr="0" anchor="t" bIns="91425" lIns="0"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chemeClr val="lt1"/>
                </a:solidFill>
                <a:latin typeface="Lexend"/>
                <a:ea typeface="Lexend"/>
                <a:cs typeface="Lexend"/>
                <a:sym typeface="Lexend"/>
              </a:rPr>
              <a:t>Task C</a:t>
            </a:r>
            <a:endParaRPr b="1" i="0" sz="2000" u="none" cap="none" strike="noStrike">
              <a:solidFill>
                <a:schemeClr val="lt1"/>
              </a:solidFill>
              <a:latin typeface="Lexend"/>
              <a:ea typeface="Lexend"/>
              <a:cs typeface="Lexend"/>
              <a:sym typeface="Lexend"/>
            </a:endParaRPr>
          </a:p>
        </p:txBody>
      </p:sp>
      <p:sp>
        <p:nvSpPr>
          <p:cNvPr id="881" name="Google Shape;881;p78"/>
          <p:cNvSpPr txBox="1"/>
          <p:nvPr>
            <p:ph idx="2" type="subTitle"/>
          </p:nvPr>
        </p:nvSpPr>
        <p:spPr>
          <a:xfrm>
            <a:off x="1570025" y="134975"/>
            <a:ext cx="6855300" cy="337200"/>
          </a:xfrm>
          <a:prstGeom prst="rect">
            <a:avLst/>
          </a:prstGeom>
          <a:noFill/>
          <a:ln>
            <a:noFill/>
          </a:ln>
        </p:spPr>
        <p:txBody>
          <a:bodyPr anchorCtr="0" anchor="t" bIns="0" lIns="0" spcFirstLastPara="1" rIns="0" wrap="square" tIns="0">
            <a:noAutofit/>
          </a:bodyPr>
          <a:lstStyle>
            <a:lvl1pPr lvl="0" rtl="0" algn="l">
              <a:lnSpc>
                <a:spcPct val="13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lgn="l">
              <a:lnSpc>
                <a:spcPct val="130000"/>
              </a:lnSpc>
              <a:spcBef>
                <a:spcPts val="1000"/>
              </a:spcBef>
              <a:spcAft>
                <a:spcPts val="0"/>
              </a:spcAft>
              <a:buClr>
                <a:schemeClr val="lt1"/>
              </a:buClr>
              <a:buSzPts val="2100"/>
              <a:buNone/>
              <a:defRPr>
                <a:solidFill>
                  <a:schemeClr val="lt1"/>
                </a:solidFill>
              </a:defRPr>
            </a:lvl2pPr>
            <a:lvl3pPr lvl="2" rtl="0" algn="l">
              <a:lnSpc>
                <a:spcPct val="130000"/>
              </a:lnSpc>
              <a:spcBef>
                <a:spcPts val="1000"/>
              </a:spcBef>
              <a:spcAft>
                <a:spcPts val="0"/>
              </a:spcAft>
              <a:buClr>
                <a:schemeClr val="lt1"/>
              </a:buClr>
              <a:buSzPts val="2000"/>
              <a:buNone/>
              <a:defRPr>
                <a:solidFill>
                  <a:schemeClr val="lt1"/>
                </a:solidFill>
              </a:defRPr>
            </a:lvl3pPr>
            <a:lvl4pPr lvl="3" rtl="0" algn="l">
              <a:lnSpc>
                <a:spcPct val="130000"/>
              </a:lnSpc>
              <a:spcBef>
                <a:spcPts val="800"/>
              </a:spcBef>
              <a:spcAft>
                <a:spcPts val="0"/>
              </a:spcAft>
              <a:buClr>
                <a:schemeClr val="lt1"/>
              </a:buClr>
              <a:buSzPts val="1900"/>
              <a:buNone/>
              <a:defRPr>
                <a:solidFill>
                  <a:schemeClr val="lt1"/>
                </a:solidFill>
              </a:defRPr>
            </a:lvl4pPr>
            <a:lvl5pPr lvl="4" rtl="0" algn="l">
              <a:lnSpc>
                <a:spcPct val="130000"/>
              </a:lnSpc>
              <a:spcBef>
                <a:spcPts val="800"/>
              </a:spcBef>
              <a:spcAft>
                <a:spcPts val="0"/>
              </a:spcAft>
              <a:buClr>
                <a:schemeClr val="lt1"/>
              </a:buClr>
              <a:buSzPts val="1800"/>
              <a:buNone/>
              <a:defRPr>
                <a:solidFill>
                  <a:schemeClr val="lt1"/>
                </a:solidFill>
              </a:defRPr>
            </a:lvl5pPr>
            <a:lvl6pPr lvl="5" rtl="0" algn="l">
              <a:lnSpc>
                <a:spcPct val="130000"/>
              </a:lnSpc>
              <a:spcBef>
                <a:spcPts val="600"/>
              </a:spcBef>
              <a:spcAft>
                <a:spcPts val="0"/>
              </a:spcAft>
              <a:buClr>
                <a:schemeClr val="lt1"/>
              </a:buClr>
              <a:buSzPts val="1800"/>
              <a:buNone/>
              <a:defRPr>
                <a:solidFill>
                  <a:schemeClr val="lt1"/>
                </a:solidFill>
              </a:defRPr>
            </a:lvl6pPr>
            <a:lvl7pPr lvl="6" rtl="0" algn="l">
              <a:lnSpc>
                <a:spcPct val="130000"/>
              </a:lnSpc>
              <a:spcBef>
                <a:spcPts val="600"/>
              </a:spcBef>
              <a:spcAft>
                <a:spcPts val="0"/>
              </a:spcAft>
              <a:buClr>
                <a:schemeClr val="lt1"/>
              </a:buClr>
              <a:buSzPts val="1800"/>
              <a:buNone/>
              <a:defRPr>
                <a:solidFill>
                  <a:schemeClr val="lt1"/>
                </a:solidFill>
              </a:defRPr>
            </a:lvl7pPr>
            <a:lvl8pPr lvl="7" rtl="0" algn="l">
              <a:lnSpc>
                <a:spcPct val="130000"/>
              </a:lnSpc>
              <a:spcBef>
                <a:spcPts val="400"/>
              </a:spcBef>
              <a:spcAft>
                <a:spcPts val="0"/>
              </a:spcAft>
              <a:buClr>
                <a:schemeClr val="lt1"/>
              </a:buClr>
              <a:buSzPts val="1800"/>
              <a:buNone/>
              <a:defRPr>
                <a:solidFill>
                  <a:schemeClr val="lt1"/>
                </a:solidFill>
              </a:defRPr>
            </a:lvl8pPr>
            <a:lvl9pPr lvl="8" rtl="0" algn="l">
              <a:lnSpc>
                <a:spcPct val="130000"/>
              </a:lnSpc>
              <a:spcBef>
                <a:spcPts val="400"/>
              </a:spcBef>
              <a:spcAft>
                <a:spcPts val="200"/>
              </a:spcAft>
              <a:buClr>
                <a:schemeClr val="lt1"/>
              </a:buClr>
              <a:buSzPts val="1800"/>
              <a:buNone/>
              <a:defRPr>
                <a:solidFill>
                  <a:schemeClr val="lt1"/>
                </a:solidFill>
              </a:defRPr>
            </a:lvl9pPr>
          </a:lstStyle>
          <a:p/>
        </p:txBody>
      </p:sp>
      <p:sp>
        <p:nvSpPr>
          <p:cNvPr id="882" name="Google Shape;882;p7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GB" sz="900" u="none" cap="none" strike="noStrike">
                <a:solidFill>
                  <a:srgbClr val="E6F2F2"/>
                </a:solidFill>
                <a:latin typeface="Lexend"/>
                <a:ea typeface="Lexend"/>
                <a:cs typeface="Lexend"/>
                <a:sym typeface="Lexend"/>
              </a:rPr>
              <a:t>Feedback</a:t>
            </a:r>
            <a:endParaRPr b="1" i="0" sz="900" u="none" cap="none" strike="noStrike">
              <a:solidFill>
                <a:srgbClr val="E6F2F2"/>
              </a:solidFill>
              <a:latin typeface="Lexend"/>
              <a:ea typeface="Lexend"/>
              <a:cs typeface="Lexend"/>
              <a:sym typeface="Lexend"/>
            </a:endParaRPr>
          </a:p>
        </p:txBody>
      </p:sp>
      <p:pic>
        <p:nvPicPr>
          <p:cNvPr id="883" name="Google Shape;883;p7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39.xml"/><Relationship Id="rId42" Type="http://schemas.openxmlformats.org/officeDocument/2006/relationships/slideLayout" Target="../slideLayouts/slideLayout41.xml"/><Relationship Id="rId41" Type="http://schemas.openxmlformats.org/officeDocument/2006/relationships/slideLayout" Target="../slideLayouts/slideLayout40.xml"/><Relationship Id="rId44" Type="http://schemas.openxmlformats.org/officeDocument/2006/relationships/slideLayout" Target="../slideLayouts/slideLayout43.xml"/><Relationship Id="rId43" Type="http://schemas.openxmlformats.org/officeDocument/2006/relationships/slideLayout" Target="../slideLayouts/slideLayout42.xml"/><Relationship Id="rId46" Type="http://schemas.openxmlformats.org/officeDocument/2006/relationships/slideLayout" Target="../slideLayouts/slideLayout45.xml"/><Relationship Id="rId45" Type="http://schemas.openxmlformats.org/officeDocument/2006/relationships/slideLayout" Target="../slideLayouts/slideLayout44.xml"/><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48" Type="http://schemas.openxmlformats.org/officeDocument/2006/relationships/slideLayout" Target="../slideLayouts/slideLayout47.xml"/><Relationship Id="rId47" Type="http://schemas.openxmlformats.org/officeDocument/2006/relationships/slideLayout" Target="../slideLayouts/slideLayout46.xml"/><Relationship Id="rId49" Type="http://schemas.openxmlformats.org/officeDocument/2006/relationships/slideLayout" Target="../slideLayouts/slideLayout4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73" Type="http://schemas.openxmlformats.org/officeDocument/2006/relationships/slideLayout" Target="../slideLayouts/slideLayout72.xml"/><Relationship Id="rId72" Type="http://schemas.openxmlformats.org/officeDocument/2006/relationships/slideLayout" Target="../slideLayouts/slideLayout71.xml"/><Relationship Id="rId31" Type="http://schemas.openxmlformats.org/officeDocument/2006/relationships/slideLayout" Target="../slideLayouts/slideLayout30.xml"/><Relationship Id="rId75" Type="http://schemas.openxmlformats.org/officeDocument/2006/relationships/slideLayout" Target="../slideLayouts/slideLayout74.xml"/><Relationship Id="rId30" Type="http://schemas.openxmlformats.org/officeDocument/2006/relationships/slideLayout" Target="../slideLayouts/slideLayout29.xml"/><Relationship Id="rId74" Type="http://schemas.openxmlformats.org/officeDocument/2006/relationships/slideLayout" Target="../slideLayouts/slideLayout73.xml"/><Relationship Id="rId33" Type="http://schemas.openxmlformats.org/officeDocument/2006/relationships/slideLayout" Target="../slideLayouts/slideLayout32.xml"/><Relationship Id="rId77" Type="http://schemas.openxmlformats.org/officeDocument/2006/relationships/slideLayout" Target="../slideLayouts/slideLayout76.xml"/><Relationship Id="rId32" Type="http://schemas.openxmlformats.org/officeDocument/2006/relationships/slideLayout" Target="../slideLayouts/slideLayout31.xml"/><Relationship Id="rId76" Type="http://schemas.openxmlformats.org/officeDocument/2006/relationships/slideLayout" Target="../slideLayouts/slideLayout75.xml"/><Relationship Id="rId35" Type="http://schemas.openxmlformats.org/officeDocument/2006/relationships/slideLayout" Target="../slideLayouts/slideLayout34.xml"/><Relationship Id="rId79" Type="http://schemas.openxmlformats.org/officeDocument/2006/relationships/theme" Target="../theme/theme2.xml"/><Relationship Id="rId34" Type="http://schemas.openxmlformats.org/officeDocument/2006/relationships/slideLayout" Target="../slideLayouts/slideLayout33.xml"/><Relationship Id="rId78" Type="http://schemas.openxmlformats.org/officeDocument/2006/relationships/slideLayout" Target="../slideLayouts/slideLayout77.xml"/><Relationship Id="rId71" Type="http://schemas.openxmlformats.org/officeDocument/2006/relationships/slideLayout" Target="../slideLayouts/slideLayout70.xml"/><Relationship Id="rId70" Type="http://schemas.openxmlformats.org/officeDocument/2006/relationships/slideLayout" Target="../slideLayouts/slideLayout69.xml"/><Relationship Id="rId37" Type="http://schemas.openxmlformats.org/officeDocument/2006/relationships/slideLayout" Target="../slideLayouts/slideLayout36.xml"/><Relationship Id="rId36" Type="http://schemas.openxmlformats.org/officeDocument/2006/relationships/slideLayout" Target="../slideLayouts/slideLayout35.xml"/><Relationship Id="rId39" Type="http://schemas.openxmlformats.org/officeDocument/2006/relationships/slideLayout" Target="../slideLayouts/slideLayout38.xml"/><Relationship Id="rId38" Type="http://schemas.openxmlformats.org/officeDocument/2006/relationships/slideLayout" Target="../slideLayouts/slideLayout37.xml"/><Relationship Id="rId62" Type="http://schemas.openxmlformats.org/officeDocument/2006/relationships/slideLayout" Target="../slideLayouts/slideLayout61.xml"/><Relationship Id="rId61" Type="http://schemas.openxmlformats.org/officeDocument/2006/relationships/slideLayout" Target="../slideLayouts/slideLayout60.xml"/><Relationship Id="rId20" Type="http://schemas.openxmlformats.org/officeDocument/2006/relationships/slideLayout" Target="../slideLayouts/slideLayout19.xml"/><Relationship Id="rId64" Type="http://schemas.openxmlformats.org/officeDocument/2006/relationships/slideLayout" Target="../slideLayouts/slideLayout63.xml"/><Relationship Id="rId63" Type="http://schemas.openxmlformats.org/officeDocument/2006/relationships/slideLayout" Target="../slideLayouts/slideLayout62.xml"/><Relationship Id="rId22" Type="http://schemas.openxmlformats.org/officeDocument/2006/relationships/slideLayout" Target="../slideLayouts/slideLayout21.xml"/><Relationship Id="rId66" Type="http://schemas.openxmlformats.org/officeDocument/2006/relationships/slideLayout" Target="../slideLayouts/slideLayout65.xml"/><Relationship Id="rId21" Type="http://schemas.openxmlformats.org/officeDocument/2006/relationships/slideLayout" Target="../slideLayouts/slideLayout20.xml"/><Relationship Id="rId65" Type="http://schemas.openxmlformats.org/officeDocument/2006/relationships/slideLayout" Target="../slideLayouts/slideLayout64.xml"/><Relationship Id="rId24" Type="http://schemas.openxmlformats.org/officeDocument/2006/relationships/slideLayout" Target="../slideLayouts/slideLayout23.xml"/><Relationship Id="rId68" Type="http://schemas.openxmlformats.org/officeDocument/2006/relationships/slideLayout" Target="../slideLayouts/slideLayout67.xml"/><Relationship Id="rId23" Type="http://schemas.openxmlformats.org/officeDocument/2006/relationships/slideLayout" Target="../slideLayouts/slideLayout22.xml"/><Relationship Id="rId67" Type="http://schemas.openxmlformats.org/officeDocument/2006/relationships/slideLayout" Target="../slideLayouts/slideLayout66.xml"/><Relationship Id="rId60" Type="http://schemas.openxmlformats.org/officeDocument/2006/relationships/slideLayout" Target="../slideLayouts/slideLayout59.xml"/><Relationship Id="rId26" Type="http://schemas.openxmlformats.org/officeDocument/2006/relationships/slideLayout" Target="../slideLayouts/slideLayout25.xml"/><Relationship Id="rId25" Type="http://schemas.openxmlformats.org/officeDocument/2006/relationships/slideLayout" Target="../slideLayouts/slideLayout24.xml"/><Relationship Id="rId69" Type="http://schemas.openxmlformats.org/officeDocument/2006/relationships/slideLayout" Target="../slideLayouts/slideLayout68.xml"/><Relationship Id="rId28" Type="http://schemas.openxmlformats.org/officeDocument/2006/relationships/slideLayout" Target="../slideLayouts/slideLayout27.xml"/><Relationship Id="rId27" Type="http://schemas.openxmlformats.org/officeDocument/2006/relationships/slideLayout" Target="../slideLayouts/slideLayout26.xml"/><Relationship Id="rId29" Type="http://schemas.openxmlformats.org/officeDocument/2006/relationships/slideLayout" Target="../slideLayouts/slideLayout28.xml"/><Relationship Id="rId51" Type="http://schemas.openxmlformats.org/officeDocument/2006/relationships/slideLayout" Target="../slideLayouts/slideLayout50.xml"/><Relationship Id="rId50" Type="http://schemas.openxmlformats.org/officeDocument/2006/relationships/slideLayout" Target="../slideLayouts/slideLayout49.xml"/><Relationship Id="rId53" Type="http://schemas.openxmlformats.org/officeDocument/2006/relationships/slideLayout" Target="../slideLayouts/slideLayout52.xml"/><Relationship Id="rId52" Type="http://schemas.openxmlformats.org/officeDocument/2006/relationships/slideLayout" Target="../slideLayouts/slideLayout51.xml"/><Relationship Id="rId11" Type="http://schemas.openxmlformats.org/officeDocument/2006/relationships/slideLayout" Target="../slideLayouts/slideLayout10.xml"/><Relationship Id="rId55" Type="http://schemas.openxmlformats.org/officeDocument/2006/relationships/slideLayout" Target="../slideLayouts/slideLayout54.xml"/><Relationship Id="rId10" Type="http://schemas.openxmlformats.org/officeDocument/2006/relationships/slideLayout" Target="../slideLayouts/slideLayout9.xml"/><Relationship Id="rId54" Type="http://schemas.openxmlformats.org/officeDocument/2006/relationships/slideLayout" Target="../slideLayouts/slideLayout53.xml"/><Relationship Id="rId13" Type="http://schemas.openxmlformats.org/officeDocument/2006/relationships/slideLayout" Target="../slideLayouts/slideLayout12.xml"/><Relationship Id="rId57" Type="http://schemas.openxmlformats.org/officeDocument/2006/relationships/slideLayout" Target="../slideLayouts/slideLayout56.xml"/><Relationship Id="rId12" Type="http://schemas.openxmlformats.org/officeDocument/2006/relationships/slideLayout" Target="../slideLayouts/slideLayout11.xml"/><Relationship Id="rId56" Type="http://schemas.openxmlformats.org/officeDocument/2006/relationships/slideLayout" Target="../slideLayouts/slideLayout55.xml"/><Relationship Id="rId15" Type="http://schemas.openxmlformats.org/officeDocument/2006/relationships/slideLayout" Target="../slideLayouts/slideLayout14.xml"/><Relationship Id="rId59" Type="http://schemas.openxmlformats.org/officeDocument/2006/relationships/slideLayout" Target="../slideLayouts/slideLayout58.xml"/><Relationship Id="rId14" Type="http://schemas.openxmlformats.org/officeDocument/2006/relationships/slideLayout" Target="../slideLayouts/slideLayout13.xml"/><Relationship Id="rId58" Type="http://schemas.openxmlformats.org/officeDocument/2006/relationships/slideLayout" Target="../slideLayouts/slideLayout57.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9000" y="73800"/>
            <a:ext cx="6600600" cy="814500"/>
          </a:xfrm>
          <a:prstGeom prst="rect">
            <a:avLst/>
          </a:prstGeom>
          <a:noFill/>
          <a:ln>
            <a:noFill/>
          </a:ln>
        </p:spPr>
        <p:txBody>
          <a:bodyPr anchorCtr="0" anchor="t" bIns="0" lIns="0" spcFirstLastPara="1" rIns="0" wrap="square" tIns="0">
            <a:noAutofit/>
          </a:bodyPr>
          <a:lstStyle>
            <a:lvl1pPr lvl="0" rtl="0">
              <a:lnSpc>
                <a:spcPct val="115000"/>
              </a:lnSpc>
              <a:spcBef>
                <a:spcPts val="0"/>
              </a:spcBef>
              <a:spcAft>
                <a:spcPts val="0"/>
              </a:spcAft>
              <a:buClr>
                <a:schemeClr val="dk1"/>
              </a:buClr>
              <a:buSzPts val="2200"/>
              <a:buFont typeface="Lexend"/>
              <a:buNone/>
              <a:defRPr b="1" sz="2200">
                <a:solidFill>
                  <a:schemeClr val="dk1"/>
                </a:solidFill>
                <a:latin typeface="Lexend"/>
                <a:ea typeface="Lexend"/>
                <a:cs typeface="Lexend"/>
                <a:sym typeface="Lexend"/>
              </a:defRPr>
            </a:lvl1pPr>
            <a:lvl2pPr lvl="1"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2pPr>
            <a:lvl3pPr lvl="2"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3pPr>
            <a:lvl4pPr lvl="3"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4pPr>
            <a:lvl5pPr lvl="4"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5pPr>
            <a:lvl6pPr lvl="5"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6pPr>
            <a:lvl7pPr lvl="6"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7pPr>
            <a:lvl8pPr lvl="7"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8pPr>
            <a:lvl9pPr lvl="8"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9pPr>
          </a:lstStyle>
          <a:p/>
        </p:txBody>
      </p:sp>
      <p:sp>
        <p:nvSpPr>
          <p:cNvPr id="7" name="Google Shape;7;p1"/>
          <p:cNvSpPr txBox="1"/>
          <p:nvPr>
            <p:ph idx="1" type="body"/>
          </p:nvPr>
        </p:nvSpPr>
        <p:spPr>
          <a:xfrm>
            <a:off x="459000" y="523400"/>
            <a:ext cx="8226000" cy="3159900"/>
          </a:xfrm>
          <a:prstGeom prst="rect">
            <a:avLst/>
          </a:prstGeom>
          <a:noFill/>
          <a:ln>
            <a:noFill/>
          </a:ln>
        </p:spPr>
        <p:txBody>
          <a:bodyPr anchorCtr="0" anchor="t" bIns="0" lIns="0" spcFirstLastPara="1" rIns="0" wrap="square" tIns="0">
            <a:noAutofit/>
          </a:bodyPr>
          <a:lstStyle>
            <a:lvl1pPr indent="-368300" lvl="0" marL="457200" rtl="0">
              <a:lnSpc>
                <a:spcPct val="130000"/>
              </a:lnSpc>
              <a:spcBef>
                <a:spcPts val="0"/>
              </a:spcBef>
              <a:spcAft>
                <a:spcPts val="0"/>
              </a:spcAft>
              <a:buClr>
                <a:schemeClr val="dk1"/>
              </a:buClr>
              <a:buSzPts val="2200"/>
              <a:buFont typeface="Lexend"/>
              <a:buChar char="●"/>
              <a:defRPr sz="2200">
                <a:solidFill>
                  <a:schemeClr val="dk1"/>
                </a:solidFill>
                <a:latin typeface="Lexend"/>
                <a:ea typeface="Lexend"/>
                <a:cs typeface="Lexend"/>
                <a:sym typeface="Lexend"/>
              </a:defRPr>
            </a:lvl1pPr>
            <a:lvl2pPr indent="-361950" lvl="1" marL="914400" rtl="0">
              <a:lnSpc>
                <a:spcPct val="130000"/>
              </a:lnSpc>
              <a:spcBef>
                <a:spcPts val="1000"/>
              </a:spcBef>
              <a:spcAft>
                <a:spcPts val="0"/>
              </a:spcAft>
              <a:buClr>
                <a:schemeClr val="dk1"/>
              </a:buClr>
              <a:buSzPts val="2100"/>
              <a:buFont typeface="Lexend"/>
              <a:buChar char="–"/>
              <a:defRPr sz="2100">
                <a:solidFill>
                  <a:schemeClr val="dk1"/>
                </a:solidFill>
                <a:latin typeface="Lexend"/>
                <a:ea typeface="Lexend"/>
                <a:cs typeface="Lexend"/>
                <a:sym typeface="Lexend"/>
              </a:defRPr>
            </a:lvl2pPr>
            <a:lvl3pPr indent="-355600" lvl="2" marL="1371600" rtl="0">
              <a:lnSpc>
                <a:spcPct val="130000"/>
              </a:lnSpc>
              <a:spcBef>
                <a:spcPts val="1000"/>
              </a:spcBef>
              <a:spcAft>
                <a:spcPts val="0"/>
              </a:spcAft>
              <a:buClr>
                <a:schemeClr val="dk1"/>
              </a:buClr>
              <a:buSzPts val="2000"/>
              <a:buFont typeface="Lexend"/>
              <a:buChar char="–"/>
              <a:defRPr sz="2000">
                <a:solidFill>
                  <a:schemeClr val="dk1"/>
                </a:solidFill>
                <a:latin typeface="Lexend"/>
                <a:ea typeface="Lexend"/>
                <a:cs typeface="Lexend"/>
                <a:sym typeface="Lexend"/>
              </a:defRPr>
            </a:lvl3pPr>
            <a:lvl4pPr indent="-349250" lvl="3" marL="1828800" rtl="0">
              <a:lnSpc>
                <a:spcPct val="130000"/>
              </a:lnSpc>
              <a:spcBef>
                <a:spcPts val="800"/>
              </a:spcBef>
              <a:spcAft>
                <a:spcPts val="0"/>
              </a:spcAft>
              <a:buClr>
                <a:schemeClr val="dk1"/>
              </a:buClr>
              <a:buSzPts val="1900"/>
              <a:buFont typeface="Lexend"/>
              <a:buChar char="–"/>
              <a:defRPr sz="1900">
                <a:solidFill>
                  <a:schemeClr val="dk1"/>
                </a:solidFill>
                <a:latin typeface="Lexend"/>
                <a:ea typeface="Lexend"/>
                <a:cs typeface="Lexend"/>
                <a:sym typeface="Lexend"/>
              </a:defRPr>
            </a:lvl4pPr>
            <a:lvl5pPr indent="-342900" lvl="4" marL="2286000" rtl="0">
              <a:lnSpc>
                <a:spcPct val="130000"/>
              </a:lnSpc>
              <a:spcBef>
                <a:spcPts val="800"/>
              </a:spcBef>
              <a:spcAft>
                <a:spcPts val="0"/>
              </a:spcAft>
              <a:buClr>
                <a:schemeClr val="dk1"/>
              </a:buClr>
              <a:buSzPts val="1800"/>
              <a:buFont typeface="Lexend"/>
              <a:buChar char="–"/>
              <a:defRPr sz="1800">
                <a:solidFill>
                  <a:schemeClr val="dk1"/>
                </a:solidFill>
                <a:latin typeface="Lexend"/>
                <a:ea typeface="Lexend"/>
                <a:cs typeface="Lexend"/>
                <a:sym typeface="Lexend"/>
              </a:defRPr>
            </a:lvl5pPr>
            <a:lvl6pPr indent="-342900" lvl="5" marL="27432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6pPr>
            <a:lvl7pPr indent="-342900" lvl="6" marL="32004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7pPr>
            <a:lvl8pPr indent="-342900" lvl="7" marL="3657600" rtl="0">
              <a:lnSpc>
                <a:spcPct val="130000"/>
              </a:lnSpc>
              <a:spcBef>
                <a:spcPts val="400"/>
              </a:spcBef>
              <a:spcAft>
                <a:spcPts val="0"/>
              </a:spcAft>
              <a:buClr>
                <a:schemeClr val="dk1"/>
              </a:buClr>
              <a:buSzPts val="1800"/>
              <a:buFont typeface="Lexend"/>
              <a:buChar char="–"/>
              <a:defRPr sz="1800">
                <a:solidFill>
                  <a:schemeClr val="dk1"/>
                </a:solidFill>
                <a:latin typeface="Lexend"/>
                <a:ea typeface="Lexend"/>
                <a:cs typeface="Lexend"/>
                <a:sym typeface="Lexend"/>
              </a:defRPr>
            </a:lvl8pPr>
            <a:lvl9pPr indent="-342900" lvl="8" marL="4114800" rtl="0">
              <a:lnSpc>
                <a:spcPct val="130000"/>
              </a:lnSpc>
              <a:spcBef>
                <a:spcPts val="400"/>
              </a:spcBef>
              <a:spcAft>
                <a:spcPts val="200"/>
              </a:spcAft>
              <a:buClr>
                <a:schemeClr val="dk1"/>
              </a:buClr>
              <a:buSzPts val="1800"/>
              <a:buFont typeface="Kalam"/>
              <a:buChar char="–"/>
              <a:defRPr sz="1800">
                <a:solidFill>
                  <a:schemeClr val="dk1"/>
                </a:solidFill>
                <a:latin typeface="Kalam"/>
                <a:ea typeface="Kalam"/>
                <a:cs typeface="Kalam"/>
                <a:sym typeface="Kalam"/>
              </a:defRPr>
            </a:lvl9pPr>
          </a:lstStyle>
          <a:p/>
        </p:txBody>
      </p:sp>
      <p:pic>
        <p:nvPicPr>
          <p:cNvPr id="8" name="Google Shape;8;p1"/>
          <p:cNvPicPr preferRelativeResize="0"/>
          <p:nvPr/>
        </p:nvPicPr>
        <p:blipFill>
          <a:blip r:embed="rId1">
            <a:alphaModFix/>
          </a:blip>
          <a:stretch>
            <a:fillRect/>
          </a:stretch>
        </p:blipFill>
        <p:spPr>
          <a:xfrm>
            <a:off x="8524129" y="4430050"/>
            <a:ext cx="234000" cy="31824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 id="2147483671" r:id="rId25"/>
    <p:sldLayoutId id="2147483672" r:id="rId26"/>
    <p:sldLayoutId id="2147483673" r:id="rId27"/>
    <p:sldLayoutId id="2147483674" r:id="rId28"/>
    <p:sldLayoutId id="2147483675" r:id="rId29"/>
    <p:sldLayoutId id="2147483676" r:id="rId30"/>
    <p:sldLayoutId id="2147483677" r:id="rId31"/>
    <p:sldLayoutId id="2147483678" r:id="rId32"/>
    <p:sldLayoutId id="2147483679" r:id="rId33"/>
    <p:sldLayoutId id="2147483680" r:id="rId34"/>
    <p:sldLayoutId id="2147483681" r:id="rId35"/>
    <p:sldLayoutId id="2147483682" r:id="rId36"/>
    <p:sldLayoutId id="2147483683" r:id="rId37"/>
    <p:sldLayoutId id="2147483684" r:id="rId38"/>
    <p:sldLayoutId id="2147483685" r:id="rId39"/>
    <p:sldLayoutId id="2147483686" r:id="rId40"/>
    <p:sldLayoutId id="2147483687" r:id="rId41"/>
    <p:sldLayoutId id="2147483688" r:id="rId42"/>
    <p:sldLayoutId id="2147483689" r:id="rId43"/>
    <p:sldLayoutId id="2147483690" r:id="rId44"/>
    <p:sldLayoutId id="2147483691" r:id="rId45"/>
    <p:sldLayoutId id="2147483692" r:id="rId46"/>
    <p:sldLayoutId id="2147483693" r:id="rId47"/>
    <p:sldLayoutId id="2147483694" r:id="rId48"/>
    <p:sldLayoutId id="2147483695" r:id="rId49"/>
    <p:sldLayoutId id="2147483696" r:id="rId50"/>
    <p:sldLayoutId id="2147483697" r:id="rId51"/>
    <p:sldLayoutId id="2147483698" r:id="rId52"/>
    <p:sldLayoutId id="2147483699" r:id="rId53"/>
    <p:sldLayoutId id="2147483700" r:id="rId54"/>
    <p:sldLayoutId id="2147483701" r:id="rId55"/>
    <p:sldLayoutId id="2147483702" r:id="rId56"/>
    <p:sldLayoutId id="2147483703" r:id="rId57"/>
    <p:sldLayoutId id="2147483704" r:id="rId58"/>
    <p:sldLayoutId id="2147483705" r:id="rId59"/>
    <p:sldLayoutId id="2147483706" r:id="rId60"/>
    <p:sldLayoutId id="2147483707" r:id="rId61"/>
    <p:sldLayoutId id="2147483708" r:id="rId62"/>
    <p:sldLayoutId id="2147483709" r:id="rId63"/>
    <p:sldLayoutId id="2147483710" r:id="rId64"/>
    <p:sldLayoutId id="2147483711" r:id="rId65"/>
    <p:sldLayoutId id="2147483712" r:id="rId66"/>
    <p:sldLayoutId id="2147483713" r:id="rId67"/>
    <p:sldLayoutId id="2147483714" r:id="rId68"/>
    <p:sldLayoutId id="2147483715" r:id="rId69"/>
    <p:sldLayoutId id="2147483716" r:id="rId70"/>
    <p:sldLayoutId id="2147483717" r:id="rId71"/>
    <p:sldLayoutId id="2147483718" r:id="rId72"/>
    <p:sldLayoutId id="2147483719" r:id="rId73"/>
    <p:sldLayoutId id="2147483720" r:id="rId74"/>
    <p:sldLayoutId id="2147483721" r:id="rId75"/>
    <p:sldLayoutId id="2147483722" r:id="rId76"/>
    <p:sldLayoutId id="2147483723" r:id="rId77"/>
    <p:sldLayoutId id="2147483724" r:id="rId7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04">
          <p15:clr>
            <a:schemeClr val="dk2"/>
          </p15:clr>
        </p15:guide>
        <p15:guide id="2" pos="1819">
          <p15:clr>
            <a:srgbClr val="0000FF"/>
          </p15:clr>
        </p15:guide>
        <p15:guide id="3" orient="horz" pos="340">
          <p15:clr>
            <a:srgbClr val="222222"/>
          </p15:clr>
        </p15:guide>
        <p15:guide id="4" pos="2123">
          <p15:clr>
            <a:srgbClr val="0000FF"/>
          </p15:clr>
        </p15:guide>
        <p15:guide id="5" pos="2880">
          <p15:clr>
            <a:srgbClr val="EA4335"/>
          </p15:clr>
        </p15:guide>
        <p15:guide id="6" pos="3637">
          <p15:clr>
            <a:srgbClr val="0000FF"/>
          </p15:clr>
        </p15:guide>
        <p15:guide id="7" pos="3941">
          <p15:clr>
            <a:srgbClr val="0000FF"/>
          </p15:clr>
        </p15:guide>
        <p15:guide id="8" pos="5556">
          <p15:clr>
            <a:srgbClr val="222222"/>
          </p15:clr>
        </p15:guide>
        <p15:guide id="9" pos="1061">
          <p15:clr>
            <a:srgbClr val="9AA0A6"/>
          </p15:clr>
        </p15:guide>
        <p15:guide id="10" pos="4699">
          <p15:clr>
            <a:srgbClr val="9AA0A6"/>
          </p15:clr>
        </p15:guide>
        <p15:guide id="11" orient="horz" pos="680">
          <p15:clr>
            <a:srgbClr val="B7B7B7"/>
          </p15:clr>
        </p15:guide>
        <p15:guide id="12" orient="horz" pos="1020">
          <p15:clr>
            <a:srgbClr val="B7B7B7"/>
          </p15:clr>
        </p15:guide>
        <p15:guide id="13" orient="horz" pos="1361">
          <p15:clr>
            <a:srgbClr val="B7B7B7"/>
          </p15:clr>
        </p15:guide>
        <p15:guide id="14" orient="horz" pos="1701">
          <p15:clr>
            <a:srgbClr val="B7B7B7"/>
          </p15:clr>
        </p15:guide>
        <p15:guide id="15" orient="horz" pos="2041">
          <p15:clr>
            <a:srgbClr val="B7B7B7"/>
          </p15:clr>
        </p15:guide>
        <p15:guide id="16" orient="horz" pos="2381">
          <p15:clr>
            <a:srgbClr val="B7B7B7"/>
          </p15:clr>
        </p15:guide>
        <p15:guide id="17" orient="horz" pos="3036">
          <p15:clr>
            <a:srgbClr val="000000"/>
          </p15:clr>
        </p15:guide>
        <p15:guide id="18" pos="2721">
          <p15:clr>
            <a:schemeClr val="dk1"/>
          </p15:clr>
        </p15:guide>
        <p15:guide id="19" pos="3039">
          <p15:clr>
            <a:schemeClr val="dk1"/>
          </p15:clr>
        </p15:guide>
        <p15:guide id="20" orient="horz" pos="510">
          <p15:clr>
            <a:srgbClr val="B7B7B7"/>
          </p15:clr>
        </p15:guide>
        <p15:guide id="21" orient="horz" pos="1620">
          <p15:clr>
            <a:srgbClr val="EA4335"/>
          </p15:clr>
        </p15:guide>
        <p15:guide id="22" orient="horz" pos="2721">
          <p15:clr>
            <a:srgbClr val="B7B7B7"/>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hyperlink" Target="https://support.thenational.academy/using-oaks-new-teaching-resources?utm_campaign=OakSlideDeck&amp;utm_medium=document&amp;utm_source=guide"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1.xml"/><Relationship Id="rId2" Type="http://schemas.openxmlformats.org/officeDocument/2006/relationships/notesSlide" Target="../notesSlides/notesSlide5.xml"/><Relationship Id="rId3" Type="http://schemas.openxmlformats.org/officeDocument/2006/relationships/image" Target="../media/image7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7.xml"/><Relationship Id="rId3" Type="http://schemas.openxmlformats.org/officeDocument/2006/relationships/image" Target="../media/image8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8.xml"/><Relationship Id="rId3" Type="http://schemas.openxmlformats.org/officeDocument/2006/relationships/image" Target="../media/image8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9.xml"/><Relationship Id="rId3" Type="http://schemas.openxmlformats.org/officeDocument/2006/relationships/image" Target="../media/image8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0.xml"/><Relationship Id="rId3" Type="http://schemas.openxmlformats.org/officeDocument/2006/relationships/image" Target="../media/image8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1.xml"/><Relationship Id="rId3" Type="http://schemas.openxmlformats.org/officeDocument/2006/relationships/image" Target="../media/image8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2.xml"/><Relationship Id="rId3" Type="http://schemas.openxmlformats.org/officeDocument/2006/relationships/image" Target="../media/image82.png"/><Relationship Id="rId4" Type="http://schemas.openxmlformats.org/officeDocument/2006/relationships/image" Target="../media/image8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3.xml"/><Relationship Id="rId3" Type="http://schemas.openxmlformats.org/officeDocument/2006/relationships/image" Target="../media/image8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14.xml"/><Relationship Id="rId3" Type="http://schemas.openxmlformats.org/officeDocument/2006/relationships/image" Target="../media/image8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5.xml"/><Relationship Id="rId3" Type="http://schemas.openxmlformats.org/officeDocument/2006/relationships/image" Target="../media/image87.png"/><Relationship Id="rId4" Type="http://schemas.openxmlformats.org/officeDocument/2006/relationships/image" Target="../media/image9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6.xml"/><Relationship Id="rId3" Type="http://schemas.openxmlformats.org/officeDocument/2006/relationships/image" Target="../media/image87.png"/><Relationship Id="rId4" Type="http://schemas.openxmlformats.org/officeDocument/2006/relationships/image" Target="../media/image9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7.xml"/><Relationship Id="rId3" Type="http://schemas.openxmlformats.org/officeDocument/2006/relationships/image" Target="../media/image87.png"/><Relationship Id="rId4" Type="http://schemas.openxmlformats.org/officeDocument/2006/relationships/image" Target="../media/image92.png"/><Relationship Id="rId5" Type="http://schemas.openxmlformats.org/officeDocument/2006/relationships/image" Target="../media/image8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8.xml"/><Relationship Id="rId3" Type="http://schemas.openxmlformats.org/officeDocument/2006/relationships/image" Target="../media/image87.png"/><Relationship Id="rId4" Type="http://schemas.openxmlformats.org/officeDocument/2006/relationships/image" Target="../media/image9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2.xml"/><Relationship Id="rId2" Type="http://schemas.openxmlformats.org/officeDocument/2006/relationships/notesSlide" Target="../notesSlides/notesSlide19.xml"/><Relationship Id="rId3" Type="http://schemas.openxmlformats.org/officeDocument/2006/relationships/image" Target="../media/image9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3.xml"/><Relationship Id="rId2" Type="http://schemas.openxmlformats.org/officeDocument/2006/relationships/notesSlide" Target="../notesSlides/notesSlide20.xml"/><Relationship Id="rId3" Type="http://schemas.openxmlformats.org/officeDocument/2006/relationships/image" Target="../media/image9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1.xml"/><Relationship Id="rId2" Type="http://schemas.openxmlformats.org/officeDocument/2006/relationships/notesSlide" Target="../notesSlides/notesSlide21.xml"/><Relationship Id="rId3" Type="http://schemas.openxmlformats.org/officeDocument/2006/relationships/image" Target="../media/image7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3.xml"/><Relationship Id="rId3" Type="http://schemas.openxmlformats.org/officeDocument/2006/relationships/image" Target="../media/image93.png"/><Relationship Id="rId4" Type="http://schemas.openxmlformats.org/officeDocument/2006/relationships/image" Target="../media/image8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4.xml"/><Relationship Id="rId3" Type="http://schemas.openxmlformats.org/officeDocument/2006/relationships/image" Target="../media/image93.png"/><Relationship Id="rId4" Type="http://schemas.openxmlformats.org/officeDocument/2006/relationships/image" Target="../media/image8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5.xml"/><Relationship Id="rId3" Type="http://schemas.openxmlformats.org/officeDocument/2006/relationships/image" Target="../media/image93.png"/><Relationship Id="rId4" Type="http://schemas.openxmlformats.org/officeDocument/2006/relationships/image" Target="../media/image8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6.xml"/><Relationship Id="rId3" Type="http://schemas.openxmlformats.org/officeDocument/2006/relationships/image" Target="../media/image95.png"/><Relationship Id="rId4" Type="http://schemas.openxmlformats.org/officeDocument/2006/relationships/image" Target="../media/image42.png"/><Relationship Id="rId5" Type="http://schemas.openxmlformats.org/officeDocument/2006/relationships/image" Target="../media/image9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7.xml"/><Relationship Id="rId3" Type="http://schemas.openxmlformats.org/officeDocument/2006/relationships/image" Target="../media/image10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8.xml"/><Relationship Id="rId3" Type="http://schemas.openxmlformats.org/officeDocument/2006/relationships/image" Target="../media/image100.png"/><Relationship Id="rId4" Type="http://schemas.openxmlformats.org/officeDocument/2006/relationships/image" Target="../media/image8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9.xml"/><Relationship Id="rId3" Type="http://schemas.openxmlformats.org/officeDocument/2006/relationships/image" Target="../media/image100.png"/><Relationship Id="rId4" Type="http://schemas.openxmlformats.org/officeDocument/2006/relationships/image" Target="../media/image8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0.xml"/><Relationship Id="rId3" Type="http://schemas.openxmlformats.org/officeDocument/2006/relationships/image" Target="../media/image100.png"/><Relationship Id="rId4" Type="http://schemas.openxmlformats.org/officeDocument/2006/relationships/image" Target="../media/image8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1.xml"/><Relationship Id="rId3" Type="http://schemas.openxmlformats.org/officeDocument/2006/relationships/image" Target="../media/image10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32.xml"/><Relationship Id="rId3" Type="http://schemas.openxmlformats.org/officeDocument/2006/relationships/image" Target="../media/image104.png"/><Relationship Id="rId4" Type="http://schemas.openxmlformats.org/officeDocument/2006/relationships/image" Target="../media/image42.png"/><Relationship Id="rId5" Type="http://schemas.openxmlformats.org/officeDocument/2006/relationships/image" Target="../media/image9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4.xml"/><Relationship Id="rId2" Type="http://schemas.openxmlformats.org/officeDocument/2006/relationships/notesSlide" Target="../notesSlides/notesSlide33.xml"/><Relationship Id="rId3" Type="http://schemas.openxmlformats.org/officeDocument/2006/relationships/image" Target="../media/image10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5.xml"/><Relationship Id="rId2" Type="http://schemas.openxmlformats.org/officeDocument/2006/relationships/notesSlide" Target="../notesSlides/notesSlide34.xml"/><Relationship Id="rId3" Type="http://schemas.openxmlformats.org/officeDocument/2006/relationships/image" Target="../media/image10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1.xml"/><Relationship Id="rId2" Type="http://schemas.openxmlformats.org/officeDocument/2006/relationships/notesSlide" Target="../notesSlides/notesSlide35.xml"/><Relationship Id="rId3" Type="http://schemas.openxmlformats.org/officeDocument/2006/relationships/image" Target="../media/image7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6.xml"/><Relationship Id="rId3" Type="http://schemas.openxmlformats.org/officeDocument/2006/relationships/image" Target="../media/image10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7.xml"/><Relationship Id="rId3" Type="http://schemas.openxmlformats.org/officeDocument/2006/relationships/image" Target="../media/image10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8.xml"/><Relationship Id="rId3" Type="http://schemas.openxmlformats.org/officeDocument/2006/relationships/image" Target="../media/image10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39.xml"/><Relationship Id="rId3" Type="http://schemas.openxmlformats.org/officeDocument/2006/relationships/image" Target="../media/image42.png"/><Relationship Id="rId4" Type="http://schemas.openxmlformats.org/officeDocument/2006/relationships/image" Target="../media/image113.png"/><Relationship Id="rId5" Type="http://schemas.openxmlformats.org/officeDocument/2006/relationships/image" Target="../media/image9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40.xml"/><Relationship Id="rId3" Type="http://schemas.openxmlformats.org/officeDocument/2006/relationships/image" Target="../media/image110.png"/><Relationship Id="rId4" Type="http://schemas.openxmlformats.org/officeDocument/2006/relationships/image" Target="../media/image97.png"/><Relationship Id="rId5" Type="http://schemas.openxmlformats.org/officeDocument/2006/relationships/image" Target="../media/image4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41.xml"/><Relationship Id="rId3" Type="http://schemas.openxmlformats.org/officeDocument/2006/relationships/image" Target="../media/image110.png"/><Relationship Id="rId4" Type="http://schemas.openxmlformats.org/officeDocument/2006/relationships/image" Target="../media/image97.png"/><Relationship Id="rId5" Type="http://schemas.openxmlformats.org/officeDocument/2006/relationships/image" Target="../media/image4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6.xml"/><Relationship Id="rId2" Type="http://schemas.openxmlformats.org/officeDocument/2006/relationships/notesSlide" Target="../notesSlides/notesSlide42.xml"/><Relationship Id="rId3" Type="http://schemas.openxmlformats.org/officeDocument/2006/relationships/image" Target="../media/image10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7.xml"/><Relationship Id="rId2" Type="http://schemas.openxmlformats.org/officeDocument/2006/relationships/notesSlide" Target="../notesSlides/notesSlide43.xml"/><Relationship Id="rId3" Type="http://schemas.openxmlformats.org/officeDocument/2006/relationships/image" Target="../media/image11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45.xml"/><Relationship Id="rId3" Type="http://schemas.openxmlformats.org/officeDocument/2006/relationships/hyperlink" Target="https://www.nationalarchives.gov.uk/doc/open-government-licence/version/3/" TargetMode="External"/><Relationship Id="rId4" Type="http://schemas.openxmlformats.org/officeDocument/2006/relationships/hyperlink" Target="https://www.thenational.academy/legal/terms-and-conditions" TargetMode="External"/><Relationship Id="rId5" Type="http://schemas.openxmlformats.org/officeDocument/2006/relationships/image" Target="../media/image10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7" name="Shape 887"/>
        <p:cNvGrpSpPr/>
        <p:nvPr/>
      </p:nvGrpSpPr>
      <p:grpSpPr>
        <a:xfrm>
          <a:off x="0" y="0"/>
          <a:ext cx="0" cy="0"/>
          <a:chOff x="0" y="0"/>
          <a:chExt cx="0" cy="0"/>
        </a:xfrm>
      </p:grpSpPr>
      <p:sp>
        <p:nvSpPr>
          <p:cNvPr id="888" name="Google Shape;888;p79"/>
          <p:cNvSpPr txBox="1"/>
          <p:nvPr>
            <p:ph type="ctrTitle"/>
          </p:nvPr>
        </p:nvSpPr>
        <p:spPr>
          <a:xfrm>
            <a:off x="323850" y="810000"/>
            <a:ext cx="5502000" cy="27429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3800"/>
              <a:buFont typeface="Arial"/>
              <a:buNone/>
            </a:pPr>
            <a:r>
              <a:rPr lang="en-GB"/>
              <a:t>Reflecting objects</a:t>
            </a:r>
            <a:endParaRPr/>
          </a:p>
        </p:txBody>
      </p:sp>
      <p:sp>
        <p:nvSpPr>
          <p:cNvPr id="889" name="Google Shape;889;p79"/>
          <p:cNvSpPr txBox="1"/>
          <p:nvPr>
            <p:ph idx="1" type="subTitle"/>
          </p:nvPr>
        </p:nvSpPr>
        <p:spPr>
          <a:xfrm>
            <a:off x="890225" y="4327975"/>
            <a:ext cx="5758500" cy="6699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800"/>
              <a:buFont typeface="Arial"/>
              <a:buNone/>
            </a:pPr>
            <a:r>
              <a:rPr lang="en-GB"/>
              <a:t>Transformations</a:t>
            </a:r>
            <a:endParaRPr/>
          </a:p>
          <a:p>
            <a:pPr indent="0" lvl="0" marL="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93" name="Shape 893"/>
        <p:cNvGrpSpPr/>
        <p:nvPr/>
      </p:nvGrpSpPr>
      <p:grpSpPr>
        <a:xfrm>
          <a:off x="0" y="0"/>
          <a:ext cx="0" cy="0"/>
          <a:chOff x="0" y="0"/>
          <a:chExt cx="0" cy="0"/>
        </a:xfrm>
      </p:grpSpPr>
      <p:sp>
        <p:nvSpPr>
          <p:cNvPr id="894" name="Google Shape;894;p80"/>
          <p:cNvSpPr txBox="1"/>
          <p:nvPr/>
        </p:nvSpPr>
        <p:spPr>
          <a:xfrm>
            <a:off x="5590850" y="725950"/>
            <a:ext cx="19281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1000"/>
              </a:spcAft>
              <a:buClr>
                <a:srgbClr val="000000"/>
              </a:buClr>
              <a:buSzPts val="1200"/>
              <a:buFont typeface="Arial"/>
              <a:buNone/>
            </a:pPr>
            <a:r>
              <a:rPr b="0" i="0" lang="en-GB" sz="1200" u="sng" cap="none" strike="noStrike">
                <a:solidFill>
                  <a:srgbClr val="374CF1"/>
                </a:solidFill>
                <a:latin typeface="Lexend"/>
                <a:ea typeface="Lexend"/>
                <a:cs typeface="Lexend"/>
                <a:sym typeface="Lexend"/>
                <a:hlinkClick r:id="rId3">
                  <a:extLst>
                    <a:ext uri="{A12FA001-AC4F-418D-AE19-62706E023703}">
                      <ahyp:hlinkClr val="tx"/>
                    </a:ext>
                  </a:extLst>
                </a:hlinkClick>
              </a:rPr>
              <a:t>how to use Oak lessons</a:t>
            </a:r>
            <a:endParaRPr b="0" i="0" sz="1200" u="none" cap="none" strike="noStrike">
              <a:solidFill>
                <a:srgbClr val="000000"/>
              </a:solidFill>
              <a:latin typeface="Lexend"/>
              <a:ea typeface="Lexend"/>
              <a:cs typeface="Lexend"/>
              <a:sym typeface="Lexen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8" name="Shape 898"/>
        <p:cNvGrpSpPr/>
        <p:nvPr/>
      </p:nvGrpSpPr>
      <p:grpSpPr>
        <a:xfrm>
          <a:off x="0" y="0"/>
          <a:ext cx="0" cy="0"/>
          <a:chOff x="0" y="0"/>
          <a:chExt cx="0" cy="0"/>
        </a:xfrm>
      </p:grpSpPr>
      <p:sp>
        <p:nvSpPr>
          <p:cNvPr id="899" name="Google Shape;899;p81"/>
          <p:cNvSpPr txBox="1"/>
          <p:nvPr>
            <p:ph idx="1" type="subTitle"/>
          </p:nvPr>
        </p:nvSpPr>
        <p:spPr>
          <a:xfrm>
            <a:off x="585575" y="1463950"/>
            <a:ext cx="7351200" cy="27627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1000"/>
              </a:spcAft>
              <a:buSzPts val="2000"/>
              <a:buNone/>
            </a:pPr>
            <a:r>
              <a:rPr lang="en-GB"/>
              <a:t>I can reflect objects using a range of lines of reflection.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3" name="Shape 903"/>
        <p:cNvGrpSpPr/>
        <p:nvPr/>
      </p:nvGrpSpPr>
      <p:grpSpPr>
        <a:xfrm>
          <a:off x="0" y="0"/>
          <a:ext cx="0" cy="0"/>
          <a:chOff x="0" y="0"/>
          <a:chExt cx="0" cy="0"/>
        </a:xfrm>
      </p:grpSpPr>
      <p:sp>
        <p:nvSpPr>
          <p:cNvPr id="904" name="Google Shape;904;p82"/>
          <p:cNvSpPr txBox="1"/>
          <p:nvPr>
            <p:ph idx="2" type="subTitle"/>
          </p:nvPr>
        </p:nvSpPr>
        <p:spPr>
          <a:xfrm>
            <a:off x="324001" y="993650"/>
            <a:ext cx="8496000" cy="487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SzPts val="2200"/>
              <a:buNone/>
            </a:pPr>
            <a:r>
              <a:rPr b="0" lang="en-GB"/>
              <a:t>The line of reflection is the fixed line about which an object is reflected. The object and image are equidistant from the line of reflection.  </a:t>
            </a:r>
            <a:endParaRPr b="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8" name="Shape 908"/>
        <p:cNvGrpSpPr/>
        <p:nvPr/>
      </p:nvGrpSpPr>
      <p:grpSpPr>
        <a:xfrm>
          <a:off x="0" y="0"/>
          <a:ext cx="0" cy="0"/>
          <a:chOff x="0" y="0"/>
          <a:chExt cx="0" cy="0"/>
        </a:xfrm>
      </p:grpSpPr>
      <p:sp>
        <p:nvSpPr>
          <p:cNvPr id="909" name="Google Shape;909;p83"/>
          <p:cNvSpPr txBox="1"/>
          <p:nvPr>
            <p:ph idx="2" type="title"/>
          </p:nvPr>
        </p:nvSpPr>
        <p:spPr>
          <a:xfrm>
            <a:off x="1224000" y="2830775"/>
            <a:ext cx="6850800" cy="369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1800"/>
              <a:buNone/>
            </a:pPr>
            <a:r>
              <a:rPr lang="en-GB"/>
              <a:t>Counting squares to reflect objects</a:t>
            </a:r>
            <a:endParaRPr/>
          </a:p>
        </p:txBody>
      </p:sp>
      <p:sp>
        <p:nvSpPr>
          <p:cNvPr id="910" name="Google Shape;910;p83"/>
          <p:cNvSpPr txBox="1"/>
          <p:nvPr>
            <p:ph type="title"/>
          </p:nvPr>
        </p:nvSpPr>
        <p:spPr>
          <a:xfrm>
            <a:off x="1224600" y="1787025"/>
            <a:ext cx="6850800" cy="369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1800"/>
              <a:buNone/>
            </a:pPr>
            <a:r>
              <a:rPr lang="en-GB"/>
              <a:t>Using tracing paper to reflect objects</a:t>
            </a:r>
            <a:endParaRPr/>
          </a:p>
        </p:txBody>
      </p:sp>
      <p:sp>
        <p:nvSpPr>
          <p:cNvPr id="911" name="Google Shape;911;p83"/>
          <p:cNvSpPr txBox="1"/>
          <p:nvPr>
            <p:ph idx="3" type="title"/>
          </p:nvPr>
        </p:nvSpPr>
        <p:spPr>
          <a:xfrm>
            <a:off x="1224000" y="3758277"/>
            <a:ext cx="6850800" cy="369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1800"/>
              <a:buNone/>
            </a:pPr>
            <a:r>
              <a:rPr lang="en-GB"/>
              <a:t>Counting squares to reflect objects diagonally</a:t>
            </a:r>
            <a:endParaRPr/>
          </a:p>
        </p:txBody>
      </p:sp>
      <p:sp>
        <p:nvSpPr>
          <p:cNvPr id="912" name="Google Shape;912;p83"/>
          <p:cNvSpPr txBox="1"/>
          <p:nvPr>
            <p:ph idx="4" type="title"/>
          </p:nvPr>
        </p:nvSpPr>
        <p:spPr>
          <a:xfrm>
            <a:off x="324000" y="810000"/>
            <a:ext cx="5741400" cy="615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1800"/>
              <a:buNone/>
            </a:pPr>
            <a:r>
              <a:rPr lang="en-GB"/>
              <a:t>Reflecting objects</a:t>
            </a:r>
            <a:endParaRPr/>
          </a:p>
        </p:txBody>
      </p:sp>
      <p:pic>
        <p:nvPicPr>
          <p:cNvPr id="913" name="Google Shape;913;p83"/>
          <p:cNvPicPr preferRelativeResize="0"/>
          <p:nvPr/>
        </p:nvPicPr>
        <p:blipFill rotWithShape="1">
          <a:blip r:embed="rId3">
            <a:alphaModFix/>
          </a:blip>
          <a:srcRect b="0" l="0" r="0" t="0"/>
          <a:stretch/>
        </p:blipFill>
        <p:spPr>
          <a:xfrm>
            <a:off x="415962" y="1748300"/>
            <a:ext cx="450575" cy="4467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7" name="Shape 917"/>
        <p:cNvGrpSpPr/>
        <p:nvPr/>
      </p:nvGrpSpPr>
      <p:grpSpPr>
        <a:xfrm>
          <a:off x="0" y="0"/>
          <a:ext cx="0" cy="0"/>
          <a:chOff x="0" y="0"/>
          <a:chExt cx="0" cy="0"/>
        </a:xfrm>
      </p:grpSpPr>
      <p:sp>
        <p:nvSpPr>
          <p:cNvPr id="918" name="Google Shape;918;p84"/>
          <p:cNvSpPr txBox="1"/>
          <p:nvPr>
            <p:ph idx="1" type="body"/>
          </p:nvPr>
        </p:nvSpPr>
        <p:spPr>
          <a:xfrm>
            <a:off x="324000" y="759300"/>
            <a:ext cx="8237700" cy="30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2200"/>
              <a:buNone/>
            </a:pPr>
            <a:r>
              <a:rPr lang="en-GB"/>
              <a:t>For this lesson, it is important to have tracing paper and a pencil.</a:t>
            </a:r>
            <a:endParaRPr/>
          </a:p>
          <a:p>
            <a:pPr indent="0" lvl="0" marL="0" rtl="0" algn="l">
              <a:lnSpc>
                <a:spcPct val="115000"/>
              </a:lnSpc>
              <a:spcBef>
                <a:spcPts val="1000"/>
              </a:spcBef>
              <a:spcAft>
                <a:spcPts val="0"/>
              </a:spcAft>
              <a:buSzPts val="2200"/>
              <a:buNone/>
            </a:pPr>
            <a:r>
              <a:t/>
            </a:r>
            <a:endParaRPr/>
          </a:p>
          <a:p>
            <a:pPr indent="0" lvl="0" marL="0" rtl="0" algn="l">
              <a:lnSpc>
                <a:spcPct val="115000"/>
              </a:lnSpc>
              <a:spcBef>
                <a:spcPts val="1000"/>
              </a:spcBef>
              <a:spcAft>
                <a:spcPts val="0"/>
              </a:spcAft>
              <a:buSzPts val="2200"/>
              <a:buNone/>
            </a:pPr>
            <a:r>
              <a:rPr lang="en-GB"/>
              <a:t>The tracing paper will be used to trace over:</a:t>
            </a:r>
            <a:endParaRPr/>
          </a:p>
          <a:p>
            <a:pPr indent="0" lvl="0" marL="0" rtl="0" algn="l">
              <a:lnSpc>
                <a:spcPct val="115000"/>
              </a:lnSpc>
              <a:spcBef>
                <a:spcPts val="1000"/>
              </a:spcBef>
              <a:spcAft>
                <a:spcPts val="0"/>
              </a:spcAft>
              <a:buSzPts val="2200"/>
              <a:buNone/>
            </a:pPr>
            <a:r>
              <a:rPr lang="en-GB"/>
              <a:t>    the line of reflection</a:t>
            </a:r>
            <a:endParaRPr/>
          </a:p>
          <a:p>
            <a:pPr indent="0" lvl="0" marL="0" rtl="0" algn="l">
              <a:lnSpc>
                <a:spcPct val="115000"/>
              </a:lnSpc>
              <a:spcBef>
                <a:spcPts val="1000"/>
              </a:spcBef>
              <a:spcAft>
                <a:spcPts val="1000"/>
              </a:spcAft>
              <a:buSzPts val="2200"/>
              <a:buNone/>
            </a:pPr>
            <a:r>
              <a:rPr lang="en-GB"/>
              <a:t>    the object</a:t>
            </a:r>
            <a:endParaRPr/>
          </a:p>
        </p:txBody>
      </p:sp>
      <p:sp>
        <p:nvSpPr>
          <p:cNvPr id="919" name="Google Shape;919;p84"/>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2000"/>
              <a:buNone/>
            </a:pPr>
            <a:r>
              <a:rPr lang="en-GB"/>
              <a:t>Using tracing paper to reflect objects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3" name="Shape 923"/>
        <p:cNvGrpSpPr/>
        <p:nvPr/>
      </p:nvGrpSpPr>
      <p:grpSpPr>
        <a:xfrm>
          <a:off x="0" y="0"/>
          <a:ext cx="0" cy="0"/>
          <a:chOff x="0" y="0"/>
          <a:chExt cx="0" cy="0"/>
        </a:xfrm>
      </p:grpSpPr>
      <p:sp>
        <p:nvSpPr>
          <p:cNvPr id="924" name="Google Shape;924;p85"/>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2000"/>
              <a:buNone/>
            </a:pPr>
            <a:r>
              <a:rPr lang="en-GB"/>
              <a:t>Using tracing paper to reflect objects</a:t>
            </a:r>
            <a:endParaRPr/>
          </a:p>
        </p:txBody>
      </p:sp>
      <p:sp>
        <p:nvSpPr>
          <p:cNvPr id="925" name="Google Shape;925;p85"/>
          <p:cNvSpPr txBox="1"/>
          <p:nvPr/>
        </p:nvSpPr>
        <p:spPr>
          <a:xfrm>
            <a:off x="324000" y="676175"/>
            <a:ext cx="3124200" cy="320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1000"/>
              </a:spcAft>
              <a:buClr>
                <a:srgbClr val="000000"/>
              </a:buClr>
              <a:buSzPts val="2000"/>
              <a:buFont typeface="Arial"/>
              <a:buNone/>
            </a:pPr>
            <a:r>
              <a:rPr b="0" i="0" lang="en-GB" sz="2000" u="none" cap="none" strike="noStrike">
                <a:solidFill>
                  <a:srgbClr val="000000"/>
                </a:solidFill>
                <a:latin typeface="Lexend"/>
                <a:ea typeface="Lexend"/>
                <a:cs typeface="Lexend"/>
                <a:sym typeface="Lexend"/>
              </a:rPr>
              <a:t>Task</a:t>
            </a:r>
            <a:endParaRPr b="0" i="0" sz="2000" u="none" cap="none" strike="noStrike">
              <a:solidFill>
                <a:srgbClr val="000000"/>
              </a:solidFill>
              <a:latin typeface="Lexend"/>
              <a:ea typeface="Lexend"/>
              <a:cs typeface="Lexend"/>
              <a:sym typeface="Lexend"/>
            </a:endParaRPr>
          </a:p>
        </p:txBody>
      </p:sp>
      <p:sp>
        <p:nvSpPr>
          <p:cNvPr id="926" name="Google Shape;926;p85"/>
          <p:cNvSpPr txBox="1"/>
          <p:nvPr/>
        </p:nvSpPr>
        <p:spPr>
          <a:xfrm>
            <a:off x="516428" y="2728074"/>
            <a:ext cx="3124200" cy="320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1000"/>
              </a:spcAft>
              <a:buClr>
                <a:srgbClr val="000000"/>
              </a:buClr>
              <a:buSzPts val="1800"/>
              <a:buFont typeface="Arial"/>
              <a:buNone/>
            </a:pPr>
            <a:r>
              <a:rPr b="0" i="0" lang="en-GB" sz="1800" u="none" cap="none" strike="noStrike">
                <a:solidFill>
                  <a:srgbClr val="000000"/>
                </a:solidFill>
                <a:latin typeface="Lexend"/>
                <a:ea typeface="Lexend"/>
                <a:cs typeface="Lexend"/>
                <a:sym typeface="Lexend"/>
              </a:rPr>
              <a:t>Fix the location of your line of reflection by placing a × somewhere on the line.</a:t>
            </a:r>
            <a:endParaRPr b="0" i="0" sz="1800" u="none" cap="none" strike="noStrike">
              <a:solidFill>
                <a:srgbClr val="000000"/>
              </a:solidFill>
              <a:latin typeface="Lexend"/>
              <a:ea typeface="Lexend"/>
              <a:cs typeface="Lexend"/>
              <a:sym typeface="Lexend"/>
            </a:endParaRPr>
          </a:p>
        </p:txBody>
      </p:sp>
      <p:sp>
        <p:nvSpPr>
          <p:cNvPr id="927" name="Google Shape;927;p85"/>
          <p:cNvSpPr txBox="1"/>
          <p:nvPr/>
        </p:nvSpPr>
        <p:spPr>
          <a:xfrm>
            <a:off x="516426" y="996880"/>
            <a:ext cx="3261000" cy="320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1000"/>
              </a:spcAft>
              <a:buClr>
                <a:srgbClr val="000000"/>
              </a:buClr>
              <a:buSzPts val="1800"/>
              <a:buFont typeface="Arial"/>
              <a:buNone/>
            </a:pPr>
            <a:r>
              <a:rPr b="0" i="0" lang="en-GB" sz="1800" u="none" cap="none" strike="noStrike">
                <a:solidFill>
                  <a:srgbClr val="000000"/>
                </a:solidFill>
                <a:latin typeface="Lexend"/>
                <a:ea typeface="Lexend"/>
                <a:cs typeface="Lexend"/>
                <a:sym typeface="Lexend"/>
              </a:rPr>
              <a:t>Reflect this shape in the line of reflection using tracing paper.</a:t>
            </a:r>
            <a:endParaRPr b="0" i="0" sz="1800" u="none" cap="none" strike="noStrike">
              <a:solidFill>
                <a:srgbClr val="000000"/>
              </a:solidFill>
              <a:latin typeface="Lexend"/>
              <a:ea typeface="Lexend"/>
              <a:cs typeface="Lexend"/>
              <a:sym typeface="Lexend"/>
            </a:endParaRPr>
          </a:p>
        </p:txBody>
      </p:sp>
      <p:sp>
        <p:nvSpPr>
          <p:cNvPr id="928" name="Google Shape;928;p85"/>
          <p:cNvSpPr txBox="1"/>
          <p:nvPr/>
        </p:nvSpPr>
        <p:spPr>
          <a:xfrm>
            <a:off x="324000" y="2349324"/>
            <a:ext cx="3124200" cy="320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1000"/>
              </a:spcAft>
              <a:buClr>
                <a:srgbClr val="000000"/>
              </a:buClr>
              <a:buSzPts val="2000"/>
              <a:buFont typeface="Arial"/>
              <a:buNone/>
            </a:pPr>
            <a:r>
              <a:rPr b="0" i="0" lang="en-GB" sz="2000" u="none" cap="none" strike="noStrike">
                <a:solidFill>
                  <a:srgbClr val="000000"/>
                </a:solidFill>
                <a:latin typeface="Lexend"/>
                <a:ea typeface="Lexend"/>
                <a:cs typeface="Lexend"/>
                <a:sym typeface="Lexend"/>
              </a:rPr>
              <a:t>Instructions</a:t>
            </a:r>
            <a:endParaRPr b="0" i="0" sz="2000" u="none" cap="none" strike="noStrike">
              <a:solidFill>
                <a:srgbClr val="000000"/>
              </a:solidFill>
              <a:latin typeface="Lexend"/>
              <a:ea typeface="Lexend"/>
              <a:cs typeface="Lexend"/>
              <a:sym typeface="Lexend"/>
            </a:endParaRPr>
          </a:p>
        </p:txBody>
      </p:sp>
      <p:pic>
        <p:nvPicPr>
          <p:cNvPr id="929" name="Google Shape;929;p85"/>
          <p:cNvPicPr preferRelativeResize="0"/>
          <p:nvPr/>
        </p:nvPicPr>
        <p:blipFill rotWithShape="1">
          <a:blip r:embed="rId3">
            <a:alphaModFix/>
          </a:blip>
          <a:srcRect b="0" l="0" r="0" t="0"/>
          <a:stretch/>
        </p:blipFill>
        <p:spPr>
          <a:xfrm>
            <a:off x="3715400" y="996878"/>
            <a:ext cx="5104603" cy="2247135"/>
          </a:xfrm>
          <a:prstGeom prst="rect">
            <a:avLst/>
          </a:prstGeom>
          <a:noFill/>
          <a:ln>
            <a:noFill/>
          </a:ln>
        </p:spPr>
      </p:pic>
      <p:sp>
        <p:nvSpPr>
          <p:cNvPr id="930" name="Google Shape;930;p85"/>
          <p:cNvSpPr/>
          <p:nvPr/>
        </p:nvSpPr>
        <p:spPr>
          <a:xfrm>
            <a:off x="5683149" y="1554271"/>
            <a:ext cx="292200" cy="292200"/>
          </a:xfrm>
          <a:prstGeom prst="mathMultiply">
            <a:avLst>
              <a:gd fmla="val 9754"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4" name="Shape 934"/>
        <p:cNvGrpSpPr/>
        <p:nvPr/>
      </p:nvGrpSpPr>
      <p:grpSpPr>
        <a:xfrm>
          <a:off x="0" y="0"/>
          <a:ext cx="0" cy="0"/>
          <a:chOff x="0" y="0"/>
          <a:chExt cx="0" cy="0"/>
        </a:xfrm>
      </p:grpSpPr>
      <p:sp>
        <p:nvSpPr>
          <p:cNvPr id="935" name="Google Shape;935;p86"/>
          <p:cNvSpPr txBox="1"/>
          <p:nvPr/>
        </p:nvSpPr>
        <p:spPr>
          <a:xfrm>
            <a:off x="516428" y="2240799"/>
            <a:ext cx="3124200" cy="320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Lexend"/>
                <a:ea typeface="Lexend"/>
                <a:cs typeface="Lexend"/>
                <a:sym typeface="Lexend"/>
              </a:rPr>
              <a:t>Trace over the: </a:t>
            </a:r>
            <a:endParaRPr b="0" i="0" sz="1800" u="none" cap="none" strike="noStrike">
              <a:solidFill>
                <a:srgbClr val="000000"/>
              </a:solidFill>
              <a:latin typeface="Lexend"/>
              <a:ea typeface="Lexend"/>
              <a:cs typeface="Lexend"/>
              <a:sym typeface="Lexend"/>
            </a:endParaRPr>
          </a:p>
        </p:txBody>
      </p:sp>
      <p:sp>
        <p:nvSpPr>
          <p:cNvPr id="936" name="Google Shape;936;p86"/>
          <p:cNvSpPr txBox="1"/>
          <p:nvPr/>
        </p:nvSpPr>
        <p:spPr>
          <a:xfrm>
            <a:off x="516428" y="1375624"/>
            <a:ext cx="3124200" cy="320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1000"/>
              </a:spcAft>
              <a:buClr>
                <a:srgbClr val="000000"/>
              </a:buClr>
              <a:buSzPts val="1800"/>
              <a:buFont typeface="Arial"/>
              <a:buNone/>
            </a:pPr>
            <a:r>
              <a:rPr b="0" i="0" lang="en-GB" sz="1800" u="none" cap="none" strike="noStrike">
                <a:solidFill>
                  <a:srgbClr val="000000"/>
                </a:solidFill>
                <a:latin typeface="Lexend"/>
                <a:ea typeface="Lexend"/>
                <a:cs typeface="Lexend"/>
                <a:sym typeface="Lexend"/>
              </a:rPr>
              <a:t>Place your tracing paper over the object.</a:t>
            </a:r>
            <a:endParaRPr b="0" i="0" sz="1800" u="none" cap="none" strike="noStrike">
              <a:solidFill>
                <a:srgbClr val="000000"/>
              </a:solidFill>
              <a:latin typeface="Lexend"/>
              <a:ea typeface="Lexend"/>
              <a:cs typeface="Lexend"/>
              <a:sym typeface="Lexend"/>
            </a:endParaRPr>
          </a:p>
        </p:txBody>
      </p:sp>
      <p:sp>
        <p:nvSpPr>
          <p:cNvPr id="937" name="Google Shape;937;p86"/>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2000"/>
              <a:buNone/>
            </a:pPr>
            <a:r>
              <a:rPr lang="en-GB"/>
              <a:t>Using tracing paper to reflect objects</a:t>
            </a:r>
            <a:endParaRPr/>
          </a:p>
        </p:txBody>
      </p:sp>
      <p:sp>
        <p:nvSpPr>
          <p:cNvPr id="938" name="Google Shape;938;p86"/>
          <p:cNvSpPr txBox="1"/>
          <p:nvPr/>
        </p:nvSpPr>
        <p:spPr>
          <a:xfrm>
            <a:off x="324000" y="996874"/>
            <a:ext cx="3124200" cy="320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1000"/>
              </a:spcAft>
              <a:buClr>
                <a:srgbClr val="000000"/>
              </a:buClr>
              <a:buSzPts val="2000"/>
              <a:buFont typeface="Arial"/>
              <a:buNone/>
            </a:pPr>
            <a:r>
              <a:rPr b="0" i="0" lang="en-GB" sz="2000" u="none" cap="none" strike="noStrike">
                <a:solidFill>
                  <a:srgbClr val="000000"/>
                </a:solidFill>
                <a:latin typeface="Lexend"/>
                <a:ea typeface="Lexend"/>
                <a:cs typeface="Lexend"/>
                <a:sym typeface="Lexend"/>
              </a:rPr>
              <a:t>Instructions</a:t>
            </a:r>
            <a:endParaRPr b="0" i="0" sz="2000" u="none" cap="none" strike="noStrike">
              <a:solidFill>
                <a:srgbClr val="000000"/>
              </a:solidFill>
              <a:latin typeface="Lexend"/>
              <a:ea typeface="Lexend"/>
              <a:cs typeface="Lexend"/>
              <a:sym typeface="Lexend"/>
            </a:endParaRPr>
          </a:p>
        </p:txBody>
      </p:sp>
      <p:sp>
        <p:nvSpPr>
          <p:cNvPr id="939" name="Google Shape;939;p86"/>
          <p:cNvSpPr txBox="1"/>
          <p:nvPr/>
        </p:nvSpPr>
        <p:spPr>
          <a:xfrm>
            <a:off x="933250" y="2575270"/>
            <a:ext cx="2707500" cy="320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Lexend"/>
                <a:ea typeface="Lexend"/>
                <a:cs typeface="Lexend"/>
                <a:sym typeface="Lexend"/>
              </a:rPr>
              <a:t>object</a:t>
            </a:r>
            <a:endParaRPr b="0" i="0" sz="1800" u="none" cap="none" strike="noStrike">
              <a:solidFill>
                <a:srgbClr val="000000"/>
              </a:solidFill>
              <a:latin typeface="Lexend"/>
              <a:ea typeface="Lexend"/>
              <a:cs typeface="Lexend"/>
              <a:sym typeface="Lexend"/>
            </a:endParaRPr>
          </a:p>
          <a:p>
            <a:pPr indent="0" lvl="0" marL="0" marR="0" rtl="0" algn="l">
              <a:lnSpc>
                <a:spcPct val="100000"/>
              </a:lnSpc>
              <a:spcBef>
                <a:spcPts val="1500"/>
              </a:spcBef>
              <a:spcAft>
                <a:spcPts val="0"/>
              </a:spcAft>
              <a:buClr>
                <a:srgbClr val="000000"/>
              </a:buClr>
              <a:buSzPts val="1800"/>
              <a:buFont typeface="Arial"/>
              <a:buNone/>
            </a:pPr>
            <a:r>
              <a:rPr b="0" i="0" lang="en-GB" sz="1800" u="none" cap="none" strike="noStrike">
                <a:solidFill>
                  <a:srgbClr val="000000"/>
                </a:solidFill>
                <a:latin typeface="Lexend"/>
                <a:ea typeface="Lexend"/>
                <a:cs typeface="Lexend"/>
                <a:sym typeface="Lexend"/>
              </a:rPr>
              <a:t>the line of reflection</a:t>
            </a:r>
            <a:endParaRPr b="0" i="0" sz="1800" u="none" cap="none" strike="noStrike">
              <a:solidFill>
                <a:srgbClr val="000000"/>
              </a:solidFill>
              <a:latin typeface="Lexend"/>
              <a:ea typeface="Lexend"/>
              <a:cs typeface="Lexend"/>
              <a:sym typeface="Lexend"/>
            </a:endParaRPr>
          </a:p>
          <a:p>
            <a:pPr indent="0" lvl="0" marL="0" marR="0" rtl="0" algn="l">
              <a:lnSpc>
                <a:spcPct val="100000"/>
              </a:lnSpc>
              <a:spcBef>
                <a:spcPts val="1500"/>
              </a:spcBef>
              <a:spcAft>
                <a:spcPts val="1500"/>
              </a:spcAft>
              <a:buClr>
                <a:srgbClr val="000000"/>
              </a:buClr>
              <a:buSzPts val="1800"/>
              <a:buFont typeface="Arial"/>
              <a:buNone/>
            </a:pPr>
            <a:r>
              <a:rPr b="0" i="0" lang="en-GB" sz="1800" u="none" cap="none" strike="noStrike">
                <a:solidFill>
                  <a:srgbClr val="000000"/>
                </a:solidFill>
                <a:latin typeface="Lexend"/>
                <a:ea typeface="Lexend"/>
                <a:cs typeface="Lexend"/>
                <a:sym typeface="Lexend"/>
              </a:rPr>
              <a:t>the extra extra × that fixes your line of reflection</a:t>
            </a:r>
            <a:endParaRPr b="0" i="0" sz="1800" u="none" cap="none" strike="noStrike">
              <a:solidFill>
                <a:srgbClr val="000000"/>
              </a:solidFill>
              <a:latin typeface="Lexend"/>
              <a:ea typeface="Lexend"/>
              <a:cs typeface="Lexend"/>
              <a:sym typeface="Lexend"/>
            </a:endParaRPr>
          </a:p>
        </p:txBody>
      </p:sp>
      <p:pic>
        <p:nvPicPr>
          <p:cNvPr id="940" name="Google Shape;940;p86"/>
          <p:cNvPicPr preferRelativeResize="0"/>
          <p:nvPr/>
        </p:nvPicPr>
        <p:blipFill rotWithShape="1">
          <a:blip r:embed="rId3">
            <a:alphaModFix/>
          </a:blip>
          <a:srcRect b="0" l="0" r="0" t="0"/>
          <a:stretch/>
        </p:blipFill>
        <p:spPr>
          <a:xfrm>
            <a:off x="3715400" y="996878"/>
            <a:ext cx="5104603" cy="2247135"/>
          </a:xfrm>
          <a:prstGeom prst="rect">
            <a:avLst/>
          </a:prstGeom>
          <a:noFill/>
          <a:ln>
            <a:noFill/>
          </a:ln>
        </p:spPr>
      </p:pic>
      <p:sp>
        <p:nvSpPr>
          <p:cNvPr id="941" name="Google Shape;941;p86"/>
          <p:cNvSpPr/>
          <p:nvPr/>
        </p:nvSpPr>
        <p:spPr>
          <a:xfrm>
            <a:off x="5683149" y="1554271"/>
            <a:ext cx="292200" cy="292200"/>
          </a:xfrm>
          <a:prstGeom prst="mathMultiply">
            <a:avLst>
              <a:gd fmla="val 9754"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2" name="Google Shape;942;p86"/>
          <p:cNvSpPr/>
          <p:nvPr/>
        </p:nvSpPr>
        <p:spPr>
          <a:xfrm>
            <a:off x="3640626" y="896144"/>
            <a:ext cx="3339300" cy="2875800"/>
          </a:xfrm>
          <a:prstGeom prst="rect">
            <a:avLst/>
          </a:prstGeom>
          <a:solidFill>
            <a:srgbClr val="FDF3CB">
              <a:alpha val="4000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943" name="Google Shape;943;p86"/>
          <p:cNvSpPr/>
          <p:nvPr/>
        </p:nvSpPr>
        <p:spPr>
          <a:xfrm>
            <a:off x="3831431" y="1412081"/>
            <a:ext cx="1138238" cy="1428750"/>
          </a:xfrm>
          <a:custGeom>
            <a:rect b="b" l="l" r="r" t="t"/>
            <a:pathLst>
              <a:path extrusionOk="0" h="1428750" w="1138238">
                <a:moveTo>
                  <a:pt x="0" y="0"/>
                </a:moveTo>
                <a:lnTo>
                  <a:pt x="0" y="1428750"/>
                </a:lnTo>
                <a:lnTo>
                  <a:pt x="1138238" y="1428750"/>
                </a:lnTo>
                <a:lnTo>
                  <a:pt x="854869" y="571500"/>
                </a:lnTo>
                <a:lnTo>
                  <a:pt x="0" y="0"/>
                </a:lnTo>
                <a:close/>
              </a:path>
            </a:pathLst>
          </a:custGeom>
          <a:noFill/>
          <a:ln cap="flat" cmpd="sng" w="38100">
            <a:solidFill>
              <a:schemeClr val="dk1"/>
            </a:solidFill>
            <a:prstDash val="lg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944" name="Google Shape;944;p86"/>
          <p:cNvSpPr/>
          <p:nvPr/>
        </p:nvSpPr>
        <p:spPr>
          <a:xfrm>
            <a:off x="5714818" y="1584274"/>
            <a:ext cx="228900" cy="228900"/>
          </a:xfrm>
          <a:prstGeom prst="mathMultiply">
            <a:avLst>
              <a:gd fmla="val 21722"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945" name="Google Shape;945;p86"/>
          <p:cNvCxnSpPr/>
          <p:nvPr/>
        </p:nvCxnSpPr>
        <p:spPr>
          <a:xfrm>
            <a:off x="5829249" y="1157224"/>
            <a:ext cx="0" cy="2028000"/>
          </a:xfrm>
          <a:prstGeom prst="straightConnector1">
            <a:avLst/>
          </a:prstGeom>
          <a:noFill/>
          <a:ln cap="flat" cmpd="sng" w="38100">
            <a:solidFill>
              <a:schemeClr val="dk1"/>
            </a:solidFill>
            <a:prstDash val="dash"/>
            <a:round/>
            <a:headEnd len="sm" w="sm" type="none"/>
            <a:tailEnd len="sm" w="sm"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9" name="Shape 949"/>
        <p:cNvGrpSpPr/>
        <p:nvPr/>
      </p:nvGrpSpPr>
      <p:grpSpPr>
        <a:xfrm>
          <a:off x="0" y="0"/>
          <a:ext cx="0" cy="0"/>
          <a:chOff x="0" y="0"/>
          <a:chExt cx="0" cy="0"/>
        </a:xfrm>
      </p:grpSpPr>
      <p:pic>
        <p:nvPicPr>
          <p:cNvPr id="950" name="Google Shape;950;p87"/>
          <p:cNvPicPr preferRelativeResize="0"/>
          <p:nvPr/>
        </p:nvPicPr>
        <p:blipFill rotWithShape="1">
          <a:blip r:embed="rId3">
            <a:alphaModFix/>
          </a:blip>
          <a:srcRect b="0" l="0" r="0" t="0"/>
          <a:stretch/>
        </p:blipFill>
        <p:spPr>
          <a:xfrm>
            <a:off x="3715400" y="996878"/>
            <a:ext cx="5104603" cy="2247135"/>
          </a:xfrm>
          <a:prstGeom prst="rect">
            <a:avLst/>
          </a:prstGeom>
          <a:noFill/>
          <a:ln>
            <a:noFill/>
          </a:ln>
        </p:spPr>
      </p:pic>
      <p:sp>
        <p:nvSpPr>
          <p:cNvPr id="951" name="Google Shape;951;p87"/>
          <p:cNvSpPr/>
          <p:nvPr/>
        </p:nvSpPr>
        <p:spPr>
          <a:xfrm>
            <a:off x="5683149" y="1554271"/>
            <a:ext cx="292200" cy="292200"/>
          </a:xfrm>
          <a:prstGeom prst="mathMultiply">
            <a:avLst>
              <a:gd fmla="val 9754"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2" name="Google Shape;952;p87"/>
          <p:cNvSpPr txBox="1"/>
          <p:nvPr/>
        </p:nvSpPr>
        <p:spPr>
          <a:xfrm>
            <a:off x="516428" y="1375624"/>
            <a:ext cx="3124200" cy="320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00000"/>
              </a:buClr>
              <a:buSzPts val="1800"/>
              <a:buFont typeface="Arial"/>
              <a:buNone/>
            </a:pPr>
            <a:r>
              <a:rPr b="0" i="0" lang="en-GB" sz="1800" u="none" cap="none" strike="noStrike">
                <a:solidFill>
                  <a:srgbClr val="000000"/>
                </a:solidFill>
                <a:latin typeface="Lexend"/>
                <a:ea typeface="Lexend"/>
                <a:cs typeface="Lexend"/>
                <a:sym typeface="Lexend"/>
              </a:rPr>
              <a:t>Flip your tracing paper over in the direction of the reflection.</a:t>
            </a:r>
            <a:endParaRPr b="0" i="0" sz="1800" u="none" cap="none" strike="noStrike">
              <a:solidFill>
                <a:srgbClr val="000000"/>
              </a:solidFill>
              <a:latin typeface="Lexend"/>
              <a:ea typeface="Lexend"/>
              <a:cs typeface="Lexend"/>
              <a:sym typeface="Lexend"/>
            </a:endParaRPr>
          </a:p>
          <a:p>
            <a:pPr indent="0" lvl="0" marL="0" marR="0" rtl="0" algn="l">
              <a:lnSpc>
                <a:spcPct val="115000"/>
              </a:lnSpc>
              <a:spcBef>
                <a:spcPts val="1000"/>
              </a:spcBef>
              <a:spcAft>
                <a:spcPts val="1000"/>
              </a:spcAft>
              <a:buClr>
                <a:srgbClr val="000000"/>
              </a:buClr>
              <a:buSzPts val="1800"/>
              <a:buFont typeface="Arial"/>
              <a:buNone/>
            </a:pPr>
            <a:r>
              <a:rPr b="0" i="0" lang="en-GB" sz="1800" u="none" cap="none" strike="noStrike">
                <a:solidFill>
                  <a:srgbClr val="000000"/>
                </a:solidFill>
                <a:latin typeface="Lexend"/>
                <a:ea typeface="Lexend"/>
                <a:cs typeface="Lexend"/>
                <a:sym typeface="Lexend"/>
              </a:rPr>
              <a:t>In this example, this is a horizontal reflection, so the tracing paper is flipped horizontally.</a:t>
            </a:r>
            <a:endParaRPr b="0" i="0" sz="1800" u="none" cap="none" strike="noStrike">
              <a:solidFill>
                <a:srgbClr val="000000"/>
              </a:solidFill>
              <a:latin typeface="Lexend"/>
              <a:ea typeface="Lexend"/>
              <a:cs typeface="Lexend"/>
              <a:sym typeface="Lexend"/>
            </a:endParaRPr>
          </a:p>
        </p:txBody>
      </p:sp>
      <p:sp>
        <p:nvSpPr>
          <p:cNvPr id="953" name="Google Shape;953;p87"/>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2000"/>
              <a:buNone/>
            </a:pPr>
            <a:r>
              <a:rPr lang="en-GB"/>
              <a:t>Using tracing paper to reflect objects</a:t>
            </a:r>
            <a:endParaRPr/>
          </a:p>
        </p:txBody>
      </p:sp>
      <p:sp>
        <p:nvSpPr>
          <p:cNvPr id="954" name="Google Shape;954;p87"/>
          <p:cNvSpPr txBox="1"/>
          <p:nvPr/>
        </p:nvSpPr>
        <p:spPr>
          <a:xfrm>
            <a:off x="324000" y="996874"/>
            <a:ext cx="3124200" cy="320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1000"/>
              </a:spcAft>
              <a:buClr>
                <a:srgbClr val="000000"/>
              </a:buClr>
              <a:buSzPts val="2000"/>
              <a:buFont typeface="Arial"/>
              <a:buNone/>
            </a:pPr>
            <a:r>
              <a:rPr b="0" i="0" lang="en-GB" sz="2000" u="none" cap="none" strike="noStrike">
                <a:solidFill>
                  <a:srgbClr val="000000"/>
                </a:solidFill>
                <a:latin typeface="Lexend"/>
                <a:ea typeface="Lexend"/>
                <a:cs typeface="Lexend"/>
                <a:sym typeface="Lexend"/>
              </a:rPr>
              <a:t>Instructions</a:t>
            </a:r>
            <a:endParaRPr b="0" i="0" sz="2000" u="none" cap="none" strike="noStrike">
              <a:solidFill>
                <a:srgbClr val="000000"/>
              </a:solidFill>
              <a:latin typeface="Lexend"/>
              <a:ea typeface="Lexend"/>
              <a:cs typeface="Lexend"/>
              <a:sym typeface="Lexend"/>
            </a:endParaRPr>
          </a:p>
        </p:txBody>
      </p:sp>
      <p:grpSp>
        <p:nvGrpSpPr>
          <p:cNvPr id="955" name="Google Shape;955;p87"/>
          <p:cNvGrpSpPr/>
          <p:nvPr/>
        </p:nvGrpSpPr>
        <p:grpSpPr>
          <a:xfrm flipH="1">
            <a:off x="4387380" y="1535974"/>
            <a:ext cx="3339300" cy="2875800"/>
            <a:chOff x="3640626" y="896144"/>
            <a:chExt cx="3339300" cy="2875800"/>
          </a:xfrm>
        </p:grpSpPr>
        <p:sp>
          <p:nvSpPr>
            <p:cNvPr id="956" name="Google Shape;956;p87"/>
            <p:cNvSpPr/>
            <p:nvPr/>
          </p:nvSpPr>
          <p:spPr>
            <a:xfrm>
              <a:off x="5683149" y="1554271"/>
              <a:ext cx="292200" cy="292200"/>
            </a:xfrm>
            <a:prstGeom prst="mathMultiply">
              <a:avLst>
                <a:gd fmla="val 9754"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7" name="Google Shape;957;p87"/>
            <p:cNvSpPr/>
            <p:nvPr/>
          </p:nvSpPr>
          <p:spPr>
            <a:xfrm>
              <a:off x="3640626" y="896144"/>
              <a:ext cx="3339300" cy="2875800"/>
            </a:xfrm>
            <a:prstGeom prst="rect">
              <a:avLst/>
            </a:prstGeom>
            <a:solidFill>
              <a:srgbClr val="FDF3CB">
                <a:alpha val="4000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958" name="Google Shape;958;p87"/>
            <p:cNvSpPr/>
            <p:nvPr/>
          </p:nvSpPr>
          <p:spPr>
            <a:xfrm>
              <a:off x="3831431" y="1412081"/>
              <a:ext cx="1138238" cy="1428750"/>
            </a:xfrm>
            <a:custGeom>
              <a:rect b="b" l="l" r="r" t="t"/>
              <a:pathLst>
                <a:path extrusionOk="0" h="1428750" w="1138238">
                  <a:moveTo>
                    <a:pt x="0" y="0"/>
                  </a:moveTo>
                  <a:lnTo>
                    <a:pt x="0" y="1428750"/>
                  </a:lnTo>
                  <a:lnTo>
                    <a:pt x="1138238" y="1428750"/>
                  </a:lnTo>
                  <a:lnTo>
                    <a:pt x="854869" y="571500"/>
                  </a:lnTo>
                  <a:lnTo>
                    <a:pt x="0" y="0"/>
                  </a:lnTo>
                  <a:close/>
                </a:path>
              </a:pathLst>
            </a:custGeom>
            <a:noFill/>
            <a:ln cap="flat" cmpd="sng" w="38100">
              <a:solidFill>
                <a:schemeClr val="dk1"/>
              </a:solidFill>
              <a:prstDash val="lg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959" name="Google Shape;959;p87"/>
            <p:cNvSpPr/>
            <p:nvPr/>
          </p:nvSpPr>
          <p:spPr>
            <a:xfrm>
              <a:off x="5714818" y="1584274"/>
              <a:ext cx="228900" cy="228900"/>
            </a:xfrm>
            <a:prstGeom prst="mathMultiply">
              <a:avLst>
                <a:gd fmla="val 21722"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960" name="Google Shape;960;p87"/>
            <p:cNvCxnSpPr/>
            <p:nvPr/>
          </p:nvCxnSpPr>
          <p:spPr>
            <a:xfrm>
              <a:off x="5829249" y="1157224"/>
              <a:ext cx="0" cy="2028000"/>
            </a:xfrm>
            <a:prstGeom prst="straightConnector1">
              <a:avLst/>
            </a:prstGeom>
            <a:noFill/>
            <a:ln cap="flat" cmpd="sng" w="38100">
              <a:solidFill>
                <a:schemeClr val="dk1"/>
              </a:solidFill>
              <a:prstDash val="dash"/>
              <a:round/>
              <a:headEnd len="sm" w="sm" type="none"/>
              <a:tailEnd len="sm" w="sm" type="non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4" name="Shape 964"/>
        <p:cNvGrpSpPr/>
        <p:nvPr/>
      </p:nvGrpSpPr>
      <p:grpSpPr>
        <a:xfrm>
          <a:off x="0" y="0"/>
          <a:ext cx="0" cy="0"/>
          <a:chOff x="0" y="0"/>
          <a:chExt cx="0" cy="0"/>
        </a:xfrm>
      </p:grpSpPr>
      <p:pic>
        <p:nvPicPr>
          <p:cNvPr id="965" name="Google Shape;965;p88"/>
          <p:cNvPicPr preferRelativeResize="0"/>
          <p:nvPr/>
        </p:nvPicPr>
        <p:blipFill rotWithShape="1">
          <a:blip r:embed="rId3">
            <a:alphaModFix/>
          </a:blip>
          <a:srcRect b="0" l="0" r="0" t="0"/>
          <a:stretch/>
        </p:blipFill>
        <p:spPr>
          <a:xfrm>
            <a:off x="3715400" y="996878"/>
            <a:ext cx="5104603" cy="2247135"/>
          </a:xfrm>
          <a:prstGeom prst="rect">
            <a:avLst/>
          </a:prstGeom>
          <a:noFill/>
          <a:ln>
            <a:noFill/>
          </a:ln>
        </p:spPr>
      </p:pic>
      <p:sp>
        <p:nvSpPr>
          <p:cNvPr id="966" name="Google Shape;966;p88"/>
          <p:cNvSpPr/>
          <p:nvPr/>
        </p:nvSpPr>
        <p:spPr>
          <a:xfrm>
            <a:off x="5683149" y="1554271"/>
            <a:ext cx="292200" cy="292200"/>
          </a:xfrm>
          <a:prstGeom prst="mathMultiply">
            <a:avLst>
              <a:gd fmla="val 9754"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7" name="Google Shape;967;p88"/>
          <p:cNvSpPr txBox="1"/>
          <p:nvPr/>
        </p:nvSpPr>
        <p:spPr>
          <a:xfrm>
            <a:off x="516428" y="1375624"/>
            <a:ext cx="3124200" cy="320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1000"/>
              </a:spcAft>
              <a:buClr>
                <a:srgbClr val="000000"/>
              </a:buClr>
              <a:buSzPts val="1800"/>
              <a:buFont typeface="Arial"/>
              <a:buNone/>
            </a:pPr>
            <a:r>
              <a:rPr b="0" i="0" lang="en-GB" sz="1800" u="none" cap="none" strike="noStrike">
                <a:solidFill>
                  <a:srgbClr val="000000"/>
                </a:solidFill>
                <a:latin typeface="Lexend"/>
                <a:ea typeface="Lexend"/>
                <a:cs typeface="Lexend"/>
                <a:sym typeface="Lexend"/>
              </a:rPr>
              <a:t>Line up the line of reflection on the tracing paper with the line of reflection on the diagram.</a:t>
            </a:r>
            <a:endParaRPr b="0" i="0" sz="1800" u="none" cap="none" strike="noStrike">
              <a:solidFill>
                <a:srgbClr val="000000"/>
              </a:solidFill>
              <a:latin typeface="Lexend"/>
              <a:ea typeface="Lexend"/>
              <a:cs typeface="Lexend"/>
              <a:sym typeface="Lexend"/>
            </a:endParaRPr>
          </a:p>
        </p:txBody>
      </p:sp>
      <p:sp>
        <p:nvSpPr>
          <p:cNvPr id="968" name="Google Shape;968;p88"/>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2000"/>
              <a:buNone/>
            </a:pPr>
            <a:r>
              <a:rPr lang="en-GB"/>
              <a:t>Using tracing paper to reflect objects</a:t>
            </a:r>
            <a:endParaRPr/>
          </a:p>
        </p:txBody>
      </p:sp>
      <p:sp>
        <p:nvSpPr>
          <p:cNvPr id="969" name="Google Shape;969;p88"/>
          <p:cNvSpPr txBox="1"/>
          <p:nvPr/>
        </p:nvSpPr>
        <p:spPr>
          <a:xfrm>
            <a:off x="324000" y="996874"/>
            <a:ext cx="3124200" cy="320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1000"/>
              </a:spcAft>
              <a:buClr>
                <a:srgbClr val="000000"/>
              </a:buClr>
              <a:buSzPts val="2000"/>
              <a:buFont typeface="Arial"/>
              <a:buNone/>
            </a:pPr>
            <a:r>
              <a:rPr b="0" i="0" lang="en-GB" sz="2000" u="none" cap="none" strike="noStrike">
                <a:solidFill>
                  <a:srgbClr val="000000"/>
                </a:solidFill>
                <a:latin typeface="Lexend"/>
                <a:ea typeface="Lexend"/>
                <a:cs typeface="Lexend"/>
                <a:sym typeface="Lexend"/>
              </a:rPr>
              <a:t>Instructions</a:t>
            </a:r>
            <a:endParaRPr b="0" i="0" sz="2000" u="none" cap="none" strike="noStrike">
              <a:solidFill>
                <a:srgbClr val="000000"/>
              </a:solidFill>
              <a:latin typeface="Lexend"/>
              <a:ea typeface="Lexend"/>
              <a:cs typeface="Lexend"/>
              <a:sym typeface="Lexend"/>
            </a:endParaRPr>
          </a:p>
        </p:txBody>
      </p:sp>
      <p:grpSp>
        <p:nvGrpSpPr>
          <p:cNvPr id="970" name="Google Shape;970;p88"/>
          <p:cNvGrpSpPr/>
          <p:nvPr/>
        </p:nvGrpSpPr>
        <p:grpSpPr>
          <a:xfrm flipH="1">
            <a:off x="4387380" y="1535974"/>
            <a:ext cx="3339300" cy="2875800"/>
            <a:chOff x="3640626" y="896144"/>
            <a:chExt cx="3339300" cy="2875800"/>
          </a:xfrm>
        </p:grpSpPr>
        <p:sp>
          <p:nvSpPr>
            <p:cNvPr id="971" name="Google Shape;971;p88"/>
            <p:cNvSpPr/>
            <p:nvPr/>
          </p:nvSpPr>
          <p:spPr>
            <a:xfrm>
              <a:off x="5683149" y="1554271"/>
              <a:ext cx="292200" cy="292200"/>
            </a:xfrm>
            <a:prstGeom prst="mathMultiply">
              <a:avLst>
                <a:gd fmla="val 9754"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2" name="Google Shape;972;p88"/>
            <p:cNvSpPr/>
            <p:nvPr/>
          </p:nvSpPr>
          <p:spPr>
            <a:xfrm>
              <a:off x="3640626" y="896144"/>
              <a:ext cx="3339300" cy="2875800"/>
            </a:xfrm>
            <a:prstGeom prst="rect">
              <a:avLst/>
            </a:prstGeom>
            <a:solidFill>
              <a:srgbClr val="FDF3CB">
                <a:alpha val="4000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973" name="Google Shape;973;p88"/>
            <p:cNvSpPr/>
            <p:nvPr/>
          </p:nvSpPr>
          <p:spPr>
            <a:xfrm>
              <a:off x="3831431" y="1412081"/>
              <a:ext cx="1138238" cy="1428750"/>
            </a:xfrm>
            <a:custGeom>
              <a:rect b="b" l="l" r="r" t="t"/>
              <a:pathLst>
                <a:path extrusionOk="0" h="1428750" w="1138238">
                  <a:moveTo>
                    <a:pt x="0" y="0"/>
                  </a:moveTo>
                  <a:lnTo>
                    <a:pt x="0" y="1428750"/>
                  </a:lnTo>
                  <a:lnTo>
                    <a:pt x="1138238" y="1428750"/>
                  </a:lnTo>
                  <a:lnTo>
                    <a:pt x="854869" y="571500"/>
                  </a:lnTo>
                  <a:lnTo>
                    <a:pt x="0" y="0"/>
                  </a:lnTo>
                  <a:close/>
                </a:path>
              </a:pathLst>
            </a:custGeom>
            <a:noFill/>
            <a:ln cap="flat" cmpd="sng" w="38100">
              <a:solidFill>
                <a:schemeClr val="dk1"/>
              </a:solidFill>
              <a:prstDash val="lg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974" name="Google Shape;974;p88"/>
            <p:cNvSpPr/>
            <p:nvPr/>
          </p:nvSpPr>
          <p:spPr>
            <a:xfrm>
              <a:off x="5714818" y="1584274"/>
              <a:ext cx="228900" cy="228900"/>
            </a:xfrm>
            <a:prstGeom prst="mathMultiply">
              <a:avLst>
                <a:gd fmla="val 21722"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975" name="Google Shape;975;p88"/>
            <p:cNvCxnSpPr/>
            <p:nvPr/>
          </p:nvCxnSpPr>
          <p:spPr>
            <a:xfrm>
              <a:off x="5829249" y="1157224"/>
              <a:ext cx="0" cy="2028000"/>
            </a:xfrm>
            <a:prstGeom prst="straightConnector1">
              <a:avLst/>
            </a:prstGeom>
            <a:noFill/>
            <a:ln cap="flat" cmpd="sng" w="38100">
              <a:solidFill>
                <a:schemeClr val="dk1"/>
              </a:solidFill>
              <a:prstDash val="dash"/>
              <a:round/>
              <a:headEnd len="sm" w="sm" type="none"/>
              <a:tailEnd len="sm" w="sm" type="none"/>
            </a:ln>
          </p:spPr>
        </p:cxnSp>
      </p:grpSp>
      <p:grpSp>
        <p:nvGrpSpPr>
          <p:cNvPr id="976" name="Google Shape;976;p88"/>
          <p:cNvGrpSpPr/>
          <p:nvPr/>
        </p:nvGrpSpPr>
        <p:grpSpPr>
          <a:xfrm flipH="1">
            <a:off x="4509300" y="1459774"/>
            <a:ext cx="3339300" cy="2875800"/>
            <a:chOff x="3640626" y="896144"/>
            <a:chExt cx="3339300" cy="2875800"/>
          </a:xfrm>
        </p:grpSpPr>
        <p:sp>
          <p:nvSpPr>
            <p:cNvPr id="977" name="Google Shape;977;p88"/>
            <p:cNvSpPr/>
            <p:nvPr/>
          </p:nvSpPr>
          <p:spPr>
            <a:xfrm>
              <a:off x="5683149" y="1554271"/>
              <a:ext cx="292200" cy="292200"/>
            </a:xfrm>
            <a:prstGeom prst="mathMultiply">
              <a:avLst>
                <a:gd fmla="val 9754"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8" name="Google Shape;978;p88"/>
            <p:cNvSpPr/>
            <p:nvPr/>
          </p:nvSpPr>
          <p:spPr>
            <a:xfrm>
              <a:off x="3640626" y="896144"/>
              <a:ext cx="3339300" cy="2875800"/>
            </a:xfrm>
            <a:prstGeom prst="rect">
              <a:avLst/>
            </a:prstGeom>
            <a:solidFill>
              <a:srgbClr val="FDF3CB">
                <a:alpha val="4000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979" name="Google Shape;979;p88"/>
            <p:cNvSpPr/>
            <p:nvPr/>
          </p:nvSpPr>
          <p:spPr>
            <a:xfrm>
              <a:off x="3831431" y="1412081"/>
              <a:ext cx="1138238" cy="1428750"/>
            </a:xfrm>
            <a:custGeom>
              <a:rect b="b" l="l" r="r" t="t"/>
              <a:pathLst>
                <a:path extrusionOk="0" h="1428750" w="1138238">
                  <a:moveTo>
                    <a:pt x="0" y="0"/>
                  </a:moveTo>
                  <a:lnTo>
                    <a:pt x="0" y="1428750"/>
                  </a:lnTo>
                  <a:lnTo>
                    <a:pt x="1138238" y="1428750"/>
                  </a:lnTo>
                  <a:lnTo>
                    <a:pt x="854869" y="571500"/>
                  </a:lnTo>
                  <a:lnTo>
                    <a:pt x="0" y="0"/>
                  </a:lnTo>
                  <a:close/>
                </a:path>
              </a:pathLst>
            </a:custGeom>
            <a:noFill/>
            <a:ln cap="flat" cmpd="sng" w="38100">
              <a:solidFill>
                <a:schemeClr val="dk1"/>
              </a:solidFill>
              <a:prstDash val="lg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980" name="Google Shape;980;p88"/>
            <p:cNvSpPr/>
            <p:nvPr/>
          </p:nvSpPr>
          <p:spPr>
            <a:xfrm>
              <a:off x="5714818" y="1584274"/>
              <a:ext cx="228900" cy="228900"/>
            </a:xfrm>
            <a:prstGeom prst="mathMultiply">
              <a:avLst>
                <a:gd fmla="val 21722"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981" name="Google Shape;981;p88"/>
            <p:cNvCxnSpPr/>
            <p:nvPr/>
          </p:nvCxnSpPr>
          <p:spPr>
            <a:xfrm>
              <a:off x="5829249" y="1157224"/>
              <a:ext cx="0" cy="2028000"/>
            </a:xfrm>
            <a:prstGeom prst="straightConnector1">
              <a:avLst/>
            </a:prstGeom>
            <a:noFill/>
            <a:ln cap="flat" cmpd="sng" w="38100">
              <a:solidFill>
                <a:schemeClr val="dk1"/>
              </a:solidFill>
              <a:prstDash val="dash"/>
              <a:round/>
              <a:headEnd len="sm" w="sm" type="none"/>
              <a:tailEnd len="sm" w="sm" type="none"/>
            </a:ln>
          </p:spPr>
        </p:cxnSp>
      </p:grpSp>
      <p:grpSp>
        <p:nvGrpSpPr>
          <p:cNvPr id="982" name="Google Shape;982;p88"/>
          <p:cNvGrpSpPr/>
          <p:nvPr/>
        </p:nvGrpSpPr>
        <p:grpSpPr>
          <a:xfrm flipH="1">
            <a:off x="4598048" y="1373144"/>
            <a:ext cx="3339300" cy="2875800"/>
            <a:chOff x="3640626" y="896144"/>
            <a:chExt cx="3339300" cy="2875800"/>
          </a:xfrm>
        </p:grpSpPr>
        <p:sp>
          <p:nvSpPr>
            <p:cNvPr id="983" name="Google Shape;983;p88"/>
            <p:cNvSpPr/>
            <p:nvPr/>
          </p:nvSpPr>
          <p:spPr>
            <a:xfrm>
              <a:off x="5683149" y="1554271"/>
              <a:ext cx="292200" cy="292200"/>
            </a:xfrm>
            <a:prstGeom prst="mathMultiply">
              <a:avLst>
                <a:gd fmla="val 9754"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4" name="Google Shape;984;p88"/>
            <p:cNvSpPr/>
            <p:nvPr/>
          </p:nvSpPr>
          <p:spPr>
            <a:xfrm>
              <a:off x="3640626" y="896144"/>
              <a:ext cx="3339300" cy="2875800"/>
            </a:xfrm>
            <a:prstGeom prst="rect">
              <a:avLst/>
            </a:prstGeom>
            <a:solidFill>
              <a:srgbClr val="FDF3CB">
                <a:alpha val="4000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985" name="Google Shape;985;p88"/>
            <p:cNvSpPr/>
            <p:nvPr/>
          </p:nvSpPr>
          <p:spPr>
            <a:xfrm>
              <a:off x="3831431" y="1412081"/>
              <a:ext cx="1138238" cy="1428750"/>
            </a:xfrm>
            <a:custGeom>
              <a:rect b="b" l="l" r="r" t="t"/>
              <a:pathLst>
                <a:path extrusionOk="0" h="1428750" w="1138238">
                  <a:moveTo>
                    <a:pt x="0" y="0"/>
                  </a:moveTo>
                  <a:lnTo>
                    <a:pt x="0" y="1428750"/>
                  </a:lnTo>
                  <a:lnTo>
                    <a:pt x="1138238" y="1428750"/>
                  </a:lnTo>
                  <a:lnTo>
                    <a:pt x="854869" y="571500"/>
                  </a:lnTo>
                  <a:lnTo>
                    <a:pt x="0" y="0"/>
                  </a:lnTo>
                  <a:close/>
                </a:path>
              </a:pathLst>
            </a:custGeom>
            <a:noFill/>
            <a:ln cap="flat" cmpd="sng" w="38100">
              <a:solidFill>
                <a:schemeClr val="dk1"/>
              </a:solidFill>
              <a:prstDash val="lg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986" name="Google Shape;986;p88"/>
            <p:cNvSpPr/>
            <p:nvPr/>
          </p:nvSpPr>
          <p:spPr>
            <a:xfrm>
              <a:off x="5714818" y="1584274"/>
              <a:ext cx="228900" cy="228900"/>
            </a:xfrm>
            <a:prstGeom prst="mathMultiply">
              <a:avLst>
                <a:gd fmla="val 21722"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987" name="Google Shape;987;p88"/>
            <p:cNvCxnSpPr/>
            <p:nvPr/>
          </p:nvCxnSpPr>
          <p:spPr>
            <a:xfrm>
              <a:off x="5829249" y="1157224"/>
              <a:ext cx="0" cy="2028000"/>
            </a:xfrm>
            <a:prstGeom prst="straightConnector1">
              <a:avLst/>
            </a:prstGeom>
            <a:noFill/>
            <a:ln cap="flat" cmpd="sng" w="38100">
              <a:solidFill>
                <a:schemeClr val="dk1"/>
              </a:solidFill>
              <a:prstDash val="dash"/>
              <a:round/>
              <a:headEnd len="sm" w="sm" type="none"/>
              <a:tailEnd len="sm" w="sm" type="none"/>
            </a:ln>
          </p:spPr>
        </p:cxnSp>
      </p:grpSp>
      <p:grpSp>
        <p:nvGrpSpPr>
          <p:cNvPr id="988" name="Google Shape;988;p88"/>
          <p:cNvGrpSpPr/>
          <p:nvPr/>
        </p:nvGrpSpPr>
        <p:grpSpPr>
          <a:xfrm flipH="1">
            <a:off x="4677423" y="1296944"/>
            <a:ext cx="3339300" cy="2875800"/>
            <a:chOff x="3640626" y="896144"/>
            <a:chExt cx="3339300" cy="2875800"/>
          </a:xfrm>
        </p:grpSpPr>
        <p:sp>
          <p:nvSpPr>
            <p:cNvPr id="989" name="Google Shape;989;p88"/>
            <p:cNvSpPr/>
            <p:nvPr/>
          </p:nvSpPr>
          <p:spPr>
            <a:xfrm>
              <a:off x="5683149" y="1554271"/>
              <a:ext cx="292200" cy="292200"/>
            </a:xfrm>
            <a:prstGeom prst="mathMultiply">
              <a:avLst>
                <a:gd fmla="val 9754"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0" name="Google Shape;990;p88"/>
            <p:cNvSpPr/>
            <p:nvPr/>
          </p:nvSpPr>
          <p:spPr>
            <a:xfrm>
              <a:off x="3640626" y="896144"/>
              <a:ext cx="3339300" cy="2875800"/>
            </a:xfrm>
            <a:prstGeom prst="rect">
              <a:avLst/>
            </a:prstGeom>
            <a:solidFill>
              <a:srgbClr val="FDF3CB">
                <a:alpha val="4000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991" name="Google Shape;991;p88"/>
            <p:cNvSpPr/>
            <p:nvPr/>
          </p:nvSpPr>
          <p:spPr>
            <a:xfrm>
              <a:off x="3831431" y="1412081"/>
              <a:ext cx="1138238" cy="1428750"/>
            </a:xfrm>
            <a:custGeom>
              <a:rect b="b" l="l" r="r" t="t"/>
              <a:pathLst>
                <a:path extrusionOk="0" h="1428750" w="1138238">
                  <a:moveTo>
                    <a:pt x="0" y="0"/>
                  </a:moveTo>
                  <a:lnTo>
                    <a:pt x="0" y="1428750"/>
                  </a:lnTo>
                  <a:lnTo>
                    <a:pt x="1138238" y="1428750"/>
                  </a:lnTo>
                  <a:lnTo>
                    <a:pt x="854869" y="571500"/>
                  </a:lnTo>
                  <a:lnTo>
                    <a:pt x="0" y="0"/>
                  </a:lnTo>
                  <a:close/>
                </a:path>
              </a:pathLst>
            </a:custGeom>
            <a:noFill/>
            <a:ln cap="flat" cmpd="sng" w="38100">
              <a:solidFill>
                <a:schemeClr val="dk1"/>
              </a:solidFill>
              <a:prstDash val="lg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992" name="Google Shape;992;p88"/>
            <p:cNvSpPr/>
            <p:nvPr/>
          </p:nvSpPr>
          <p:spPr>
            <a:xfrm>
              <a:off x="5714818" y="1584274"/>
              <a:ext cx="228900" cy="228900"/>
            </a:xfrm>
            <a:prstGeom prst="mathMultiply">
              <a:avLst>
                <a:gd fmla="val 21722"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993" name="Google Shape;993;p88"/>
            <p:cNvCxnSpPr/>
            <p:nvPr/>
          </p:nvCxnSpPr>
          <p:spPr>
            <a:xfrm>
              <a:off x="5829249" y="1157224"/>
              <a:ext cx="0" cy="2028000"/>
            </a:xfrm>
            <a:prstGeom prst="straightConnector1">
              <a:avLst/>
            </a:prstGeom>
            <a:noFill/>
            <a:ln cap="flat" cmpd="sng" w="38100">
              <a:solidFill>
                <a:schemeClr val="dk1"/>
              </a:solidFill>
              <a:prstDash val="dash"/>
              <a:round/>
              <a:headEnd len="sm" w="sm" type="none"/>
              <a:tailEnd len="sm" w="sm" type="non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970"/>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976"/>
                                        </p:tgtEl>
                                        <p:attrNameLst>
                                          <p:attrName>style.visibility</p:attrName>
                                        </p:attrNameLst>
                                      </p:cBhvr>
                                      <p:to>
                                        <p:strVal val="visible"/>
                                      </p:to>
                                    </p:set>
                                  </p:childTnLst>
                                </p:cTn>
                              </p:par>
                              <p:par>
                                <p:cTn fill="hold" nodeType="withEffect" presetClass="exit" presetID="1" presetSubtype="0">
                                  <p:stCondLst>
                                    <p:cond delay="250"/>
                                  </p:stCondLst>
                                  <p:childTnLst>
                                    <p:set>
                                      <p:cBhvr>
                                        <p:cTn dur="1" fill="hold">
                                          <p:stCondLst>
                                            <p:cond delay="1"/>
                                          </p:stCondLst>
                                        </p:cTn>
                                        <p:tgtEl>
                                          <p:spTgt spid="976"/>
                                        </p:tgtEl>
                                        <p:attrNameLst>
                                          <p:attrName>style.visibility</p:attrName>
                                        </p:attrNameLst>
                                      </p:cBhvr>
                                      <p:to>
                                        <p:strVal val="hidden"/>
                                      </p:to>
                                    </p:set>
                                  </p:childTnLst>
                                </p:cTn>
                              </p:par>
                              <p:par>
                                <p:cTn fill="hold" nodeType="withEffect" presetClass="entr" presetID="1" presetSubtype="0">
                                  <p:stCondLst>
                                    <p:cond delay="250"/>
                                  </p:stCondLst>
                                  <p:childTnLst>
                                    <p:set>
                                      <p:cBhvr>
                                        <p:cTn dur="1" fill="hold">
                                          <p:stCondLst>
                                            <p:cond delay="0"/>
                                          </p:stCondLst>
                                        </p:cTn>
                                        <p:tgtEl>
                                          <p:spTgt spid="982"/>
                                        </p:tgtEl>
                                        <p:attrNameLst>
                                          <p:attrName>style.visibility</p:attrName>
                                        </p:attrNameLst>
                                      </p:cBhvr>
                                      <p:to>
                                        <p:strVal val="visible"/>
                                      </p:to>
                                    </p:set>
                                  </p:childTnLst>
                                </p:cTn>
                              </p:par>
                            </p:childTnLst>
                          </p:cTn>
                        </p:par>
                        <p:par>
                          <p:cTn fill="hold">
                            <p:stCondLst>
                              <p:cond delay="1"/>
                            </p:stCondLst>
                            <p:childTnLst>
                              <p:par>
                                <p:cTn fill="hold" nodeType="afterEffect" presetClass="exit" presetID="1" presetSubtype="0">
                                  <p:stCondLst>
                                    <p:cond delay="250"/>
                                  </p:stCondLst>
                                  <p:childTnLst>
                                    <p:set>
                                      <p:cBhvr>
                                        <p:cTn dur="1" fill="hold">
                                          <p:stCondLst>
                                            <p:cond delay="1"/>
                                          </p:stCondLst>
                                        </p:cTn>
                                        <p:tgtEl>
                                          <p:spTgt spid="982"/>
                                        </p:tgtEl>
                                        <p:attrNameLst>
                                          <p:attrName>style.visibility</p:attrName>
                                        </p:attrNameLst>
                                      </p:cBhvr>
                                      <p:to>
                                        <p:strVal val="hidden"/>
                                      </p:to>
                                    </p:set>
                                  </p:childTnLst>
                                </p:cTn>
                              </p:par>
                              <p:par>
                                <p:cTn fill="hold" nodeType="withEffect" presetClass="entr" presetID="1" presetSubtype="0">
                                  <p:stCondLst>
                                    <p:cond delay="250"/>
                                  </p:stCondLst>
                                  <p:childTnLst>
                                    <p:set>
                                      <p:cBhvr>
                                        <p:cTn dur="1" fill="hold">
                                          <p:stCondLst>
                                            <p:cond delay="0"/>
                                          </p:stCondLst>
                                        </p:cTn>
                                        <p:tgtEl>
                                          <p:spTgt spid="98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7" name="Shape 997"/>
        <p:cNvGrpSpPr/>
        <p:nvPr/>
      </p:nvGrpSpPr>
      <p:grpSpPr>
        <a:xfrm>
          <a:off x="0" y="0"/>
          <a:ext cx="0" cy="0"/>
          <a:chOff x="0" y="0"/>
          <a:chExt cx="0" cy="0"/>
        </a:xfrm>
      </p:grpSpPr>
      <p:pic>
        <p:nvPicPr>
          <p:cNvPr id="998" name="Google Shape;998;p89"/>
          <p:cNvPicPr preferRelativeResize="0"/>
          <p:nvPr/>
        </p:nvPicPr>
        <p:blipFill rotWithShape="1">
          <a:blip r:embed="rId3">
            <a:alphaModFix/>
          </a:blip>
          <a:srcRect b="0" l="0" r="0" t="0"/>
          <a:stretch/>
        </p:blipFill>
        <p:spPr>
          <a:xfrm>
            <a:off x="3715400" y="996878"/>
            <a:ext cx="5104603" cy="2247135"/>
          </a:xfrm>
          <a:prstGeom prst="rect">
            <a:avLst/>
          </a:prstGeom>
          <a:noFill/>
          <a:ln>
            <a:noFill/>
          </a:ln>
        </p:spPr>
      </p:pic>
      <p:sp>
        <p:nvSpPr>
          <p:cNvPr id="999" name="Google Shape;999;p89"/>
          <p:cNvSpPr/>
          <p:nvPr/>
        </p:nvSpPr>
        <p:spPr>
          <a:xfrm>
            <a:off x="5683149" y="1554271"/>
            <a:ext cx="292200" cy="292200"/>
          </a:xfrm>
          <a:prstGeom prst="mathMultiply">
            <a:avLst>
              <a:gd fmla="val 9754"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0" name="Google Shape;1000;p89"/>
          <p:cNvSpPr txBox="1"/>
          <p:nvPr/>
        </p:nvSpPr>
        <p:spPr>
          <a:xfrm>
            <a:off x="516428" y="1375624"/>
            <a:ext cx="3124200" cy="320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00000"/>
              </a:buClr>
              <a:buSzPts val="1800"/>
              <a:buFont typeface="Arial"/>
              <a:buNone/>
            </a:pPr>
            <a:r>
              <a:rPr b="0" i="0" lang="en-GB" sz="1800" u="none" cap="none" strike="noStrike">
                <a:solidFill>
                  <a:srgbClr val="000000"/>
                </a:solidFill>
                <a:latin typeface="Lexend"/>
                <a:ea typeface="Lexend"/>
                <a:cs typeface="Lexend"/>
                <a:sym typeface="Lexend"/>
              </a:rPr>
              <a:t>Without the × to fix the location of the line of reflection, it would be unclear how far up or down the we need to place the tracing paper.</a:t>
            </a:r>
            <a:endParaRPr b="0" i="0" sz="1800" u="none" cap="none" strike="noStrike">
              <a:solidFill>
                <a:srgbClr val="000000"/>
              </a:solidFill>
              <a:latin typeface="Lexend"/>
              <a:ea typeface="Lexend"/>
              <a:cs typeface="Lexend"/>
              <a:sym typeface="Lexend"/>
            </a:endParaRPr>
          </a:p>
          <a:p>
            <a:pPr indent="0" lvl="0" marL="0" marR="0" rtl="0" algn="l">
              <a:lnSpc>
                <a:spcPct val="115000"/>
              </a:lnSpc>
              <a:spcBef>
                <a:spcPts val="1000"/>
              </a:spcBef>
              <a:spcAft>
                <a:spcPts val="1000"/>
              </a:spcAft>
              <a:buClr>
                <a:srgbClr val="000000"/>
              </a:buClr>
              <a:buSzPts val="1800"/>
              <a:buFont typeface="Arial"/>
              <a:buNone/>
            </a:pPr>
            <a:r>
              <a:rPr b="0" i="0" lang="en-GB" sz="1800" u="none" cap="none" strike="noStrike">
                <a:solidFill>
                  <a:srgbClr val="000000"/>
                </a:solidFill>
                <a:latin typeface="Lexend"/>
                <a:ea typeface="Lexend"/>
                <a:cs typeface="Lexend"/>
                <a:sym typeface="Lexend"/>
              </a:rPr>
              <a:t>Line up the × on the tracing paper with the × on the diagram.</a:t>
            </a:r>
            <a:endParaRPr b="0" i="0" sz="1800" u="none" cap="none" strike="noStrike">
              <a:solidFill>
                <a:srgbClr val="000000"/>
              </a:solidFill>
              <a:latin typeface="Lexend"/>
              <a:ea typeface="Lexend"/>
              <a:cs typeface="Lexend"/>
              <a:sym typeface="Lexend"/>
            </a:endParaRPr>
          </a:p>
        </p:txBody>
      </p:sp>
      <p:sp>
        <p:nvSpPr>
          <p:cNvPr id="1001" name="Google Shape;1001;p89"/>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2000"/>
              <a:buNone/>
            </a:pPr>
            <a:r>
              <a:rPr lang="en-GB"/>
              <a:t>Using tracing paper to reflect objects</a:t>
            </a:r>
            <a:endParaRPr/>
          </a:p>
        </p:txBody>
      </p:sp>
      <p:sp>
        <p:nvSpPr>
          <p:cNvPr id="1002" name="Google Shape;1002;p89"/>
          <p:cNvSpPr txBox="1"/>
          <p:nvPr/>
        </p:nvSpPr>
        <p:spPr>
          <a:xfrm>
            <a:off x="324000" y="996874"/>
            <a:ext cx="3124200" cy="320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1000"/>
              </a:spcAft>
              <a:buClr>
                <a:srgbClr val="000000"/>
              </a:buClr>
              <a:buSzPts val="2000"/>
              <a:buFont typeface="Arial"/>
              <a:buNone/>
            </a:pPr>
            <a:r>
              <a:rPr b="0" i="0" lang="en-GB" sz="2000" u="none" cap="none" strike="noStrike">
                <a:solidFill>
                  <a:srgbClr val="000000"/>
                </a:solidFill>
                <a:latin typeface="Lexend"/>
                <a:ea typeface="Lexend"/>
                <a:cs typeface="Lexend"/>
                <a:sym typeface="Lexend"/>
              </a:rPr>
              <a:t>Instructions</a:t>
            </a:r>
            <a:endParaRPr b="0" i="0" sz="2000" u="none" cap="none" strike="noStrike">
              <a:solidFill>
                <a:srgbClr val="000000"/>
              </a:solidFill>
              <a:latin typeface="Lexend"/>
              <a:ea typeface="Lexend"/>
              <a:cs typeface="Lexend"/>
              <a:sym typeface="Lexend"/>
            </a:endParaRPr>
          </a:p>
        </p:txBody>
      </p:sp>
      <p:grpSp>
        <p:nvGrpSpPr>
          <p:cNvPr id="1003" name="Google Shape;1003;p89"/>
          <p:cNvGrpSpPr/>
          <p:nvPr/>
        </p:nvGrpSpPr>
        <p:grpSpPr>
          <a:xfrm flipH="1">
            <a:off x="4677423" y="1296944"/>
            <a:ext cx="3339300" cy="2875800"/>
            <a:chOff x="3640626" y="896144"/>
            <a:chExt cx="3339300" cy="2875800"/>
          </a:xfrm>
        </p:grpSpPr>
        <p:sp>
          <p:nvSpPr>
            <p:cNvPr id="1004" name="Google Shape;1004;p89"/>
            <p:cNvSpPr/>
            <p:nvPr/>
          </p:nvSpPr>
          <p:spPr>
            <a:xfrm>
              <a:off x="5683149" y="1554271"/>
              <a:ext cx="292200" cy="292200"/>
            </a:xfrm>
            <a:prstGeom prst="mathMultiply">
              <a:avLst>
                <a:gd fmla="val 9754"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5" name="Google Shape;1005;p89"/>
            <p:cNvSpPr/>
            <p:nvPr/>
          </p:nvSpPr>
          <p:spPr>
            <a:xfrm>
              <a:off x="3640626" y="896144"/>
              <a:ext cx="3339300" cy="2875800"/>
            </a:xfrm>
            <a:prstGeom prst="rect">
              <a:avLst/>
            </a:prstGeom>
            <a:solidFill>
              <a:srgbClr val="FDF3CB">
                <a:alpha val="4000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1006" name="Google Shape;1006;p89"/>
            <p:cNvSpPr/>
            <p:nvPr/>
          </p:nvSpPr>
          <p:spPr>
            <a:xfrm>
              <a:off x="3831431" y="1412081"/>
              <a:ext cx="1138238" cy="1428750"/>
            </a:xfrm>
            <a:custGeom>
              <a:rect b="b" l="l" r="r" t="t"/>
              <a:pathLst>
                <a:path extrusionOk="0" h="1428750" w="1138238">
                  <a:moveTo>
                    <a:pt x="0" y="0"/>
                  </a:moveTo>
                  <a:lnTo>
                    <a:pt x="0" y="1428750"/>
                  </a:lnTo>
                  <a:lnTo>
                    <a:pt x="1138238" y="1428750"/>
                  </a:lnTo>
                  <a:lnTo>
                    <a:pt x="854869" y="571500"/>
                  </a:lnTo>
                  <a:lnTo>
                    <a:pt x="0" y="0"/>
                  </a:lnTo>
                  <a:close/>
                </a:path>
              </a:pathLst>
            </a:custGeom>
            <a:noFill/>
            <a:ln cap="flat" cmpd="sng" w="38100">
              <a:solidFill>
                <a:schemeClr val="dk1"/>
              </a:solidFill>
              <a:prstDash val="lg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007" name="Google Shape;1007;p89"/>
            <p:cNvSpPr/>
            <p:nvPr/>
          </p:nvSpPr>
          <p:spPr>
            <a:xfrm>
              <a:off x="5714818" y="1584274"/>
              <a:ext cx="228900" cy="228900"/>
            </a:xfrm>
            <a:prstGeom prst="mathMultiply">
              <a:avLst>
                <a:gd fmla="val 21722"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008" name="Google Shape;1008;p89"/>
            <p:cNvCxnSpPr/>
            <p:nvPr/>
          </p:nvCxnSpPr>
          <p:spPr>
            <a:xfrm>
              <a:off x="5829249" y="1157224"/>
              <a:ext cx="0" cy="2028000"/>
            </a:xfrm>
            <a:prstGeom prst="straightConnector1">
              <a:avLst/>
            </a:prstGeom>
            <a:noFill/>
            <a:ln cap="flat" cmpd="sng" w="38100">
              <a:solidFill>
                <a:schemeClr val="dk1"/>
              </a:solidFill>
              <a:prstDash val="dash"/>
              <a:round/>
              <a:headEnd len="sm" w="sm" type="none"/>
              <a:tailEnd len="sm" w="sm" type="none"/>
            </a:ln>
          </p:spPr>
        </p:cxnSp>
      </p:grpSp>
      <p:grpSp>
        <p:nvGrpSpPr>
          <p:cNvPr id="1009" name="Google Shape;1009;p89"/>
          <p:cNvGrpSpPr/>
          <p:nvPr/>
        </p:nvGrpSpPr>
        <p:grpSpPr>
          <a:xfrm flipH="1">
            <a:off x="4677423" y="1133872"/>
            <a:ext cx="3339300" cy="2875800"/>
            <a:chOff x="3640626" y="896144"/>
            <a:chExt cx="3339300" cy="2875800"/>
          </a:xfrm>
        </p:grpSpPr>
        <p:sp>
          <p:nvSpPr>
            <p:cNvPr id="1010" name="Google Shape;1010;p89"/>
            <p:cNvSpPr/>
            <p:nvPr/>
          </p:nvSpPr>
          <p:spPr>
            <a:xfrm>
              <a:off x="5683149" y="1554271"/>
              <a:ext cx="292200" cy="292200"/>
            </a:xfrm>
            <a:prstGeom prst="mathMultiply">
              <a:avLst>
                <a:gd fmla="val 9754"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1" name="Google Shape;1011;p89"/>
            <p:cNvSpPr/>
            <p:nvPr/>
          </p:nvSpPr>
          <p:spPr>
            <a:xfrm>
              <a:off x="3640626" y="896144"/>
              <a:ext cx="3339300" cy="2875800"/>
            </a:xfrm>
            <a:prstGeom prst="rect">
              <a:avLst/>
            </a:prstGeom>
            <a:solidFill>
              <a:srgbClr val="FDF3CB">
                <a:alpha val="4000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1012" name="Google Shape;1012;p89"/>
            <p:cNvSpPr/>
            <p:nvPr/>
          </p:nvSpPr>
          <p:spPr>
            <a:xfrm>
              <a:off x="3831431" y="1412081"/>
              <a:ext cx="1138238" cy="1428750"/>
            </a:xfrm>
            <a:custGeom>
              <a:rect b="b" l="l" r="r" t="t"/>
              <a:pathLst>
                <a:path extrusionOk="0" h="1428750" w="1138238">
                  <a:moveTo>
                    <a:pt x="0" y="0"/>
                  </a:moveTo>
                  <a:lnTo>
                    <a:pt x="0" y="1428750"/>
                  </a:lnTo>
                  <a:lnTo>
                    <a:pt x="1138238" y="1428750"/>
                  </a:lnTo>
                  <a:lnTo>
                    <a:pt x="854869" y="571500"/>
                  </a:lnTo>
                  <a:lnTo>
                    <a:pt x="0" y="0"/>
                  </a:lnTo>
                  <a:close/>
                </a:path>
              </a:pathLst>
            </a:custGeom>
            <a:noFill/>
            <a:ln cap="flat" cmpd="sng" w="38100">
              <a:solidFill>
                <a:schemeClr val="dk1"/>
              </a:solidFill>
              <a:prstDash val="lg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013" name="Google Shape;1013;p89"/>
            <p:cNvSpPr/>
            <p:nvPr/>
          </p:nvSpPr>
          <p:spPr>
            <a:xfrm>
              <a:off x="5714818" y="1584274"/>
              <a:ext cx="228900" cy="228900"/>
            </a:xfrm>
            <a:prstGeom prst="mathMultiply">
              <a:avLst>
                <a:gd fmla="val 21722"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014" name="Google Shape;1014;p89"/>
            <p:cNvCxnSpPr/>
            <p:nvPr/>
          </p:nvCxnSpPr>
          <p:spPr>
            <a:xfrm>
              <a:off x="5829249" y="1157224"/>
              <a:ext cx="0" cy="2028000"/>
            </a:xfrm>
            <a:prstGeom prst="straightConnector1">
              <a:avLst/>
            </a:prstGeom>
            <a:noFill/>
            <a:ln cap="flat" cmpd="sng" w="38100">
              <a:solidFill>
                <a:schemeClr val="dk1"/>
              </a:solidFill>
              <a:prstDash val="dash"/>
              <a:round/>
              <a:headEnd len="sm" w="sm" type="none"/>
              <a:tailEnd len="sm" w="sm" type="none"/>
            </a:ln>
          </p:spPr>
        </p:cxnSp>
      </p:grpSp>
      <p:grpSp>
        <p:nvGrpSpPr>
          <p:cNvPr id="1015" name="Google Shape;1015;p89"/>
          <p:cNvGrpSpPr/>
          <p:nvPr/>
        </p:nvGrpSpPr>
        <p:grpSpPr>
          <a:xfrm flipH="1">
            <a:off x="4677423" y="1043384"/>
            <a:ext cx="3339300" cy="2875800"/>
            <a:chOff x="3640626" y="896144"/>
            <a:chExt cx="3339300" cy="2875800"/>
          </a:xfrm>
        </p:grpSpPr>
        <p:sp>
          <p:nvSpPr>
            <p:cNvPr id="1016" name="Google Shape;1016;p89"/>
            <p:cNvSpPr/>
            <p:nvPr/>
          </p:nvSpPr>
          <p:spPr>
            <a:xfrm>
              <a:off x="5683149" y="1554271"/>
              <a:ext cx="292200" cy="292200"/>
            </a:xfrm>
            <a:prstGeom prst="mathMultiply">
              <a:avLst>
                <a:gd fmla="val 9754"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7" name="Google Shape;1017;p89"/>
            <p:cNvSpPr/>
            <p:nvPr/>
          </p:nvSpPr>
          <p:spPr>
            <a:xfrm>
              <a:off x="3640626" y="896144"/>
              <a:ext cx="3339300" cy="2875800"/>
            </a:xfrm>
            <a:prstGeom prst="rect">
              <a:avLst/>
            </a:prstGeom>
            <a:solidFill>
              <a:srgbClr val="FDF3CB">
                <a:alpha val="4000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1018" name="Google Shape;1018;p89"/>
            <p:cNvSpPr/>
            <p:nvPr/>
          </p:nvSpPr>
          <p:spPr>
            <a:xfrm>
              <a:off x="3831431" y="1412081"/>
              <a:ext cx="1138238" cy="1428750"/>
            </a:xfrm>
            <a:custGeom>
              <a:rect b="b" l="l" r="r" t="t"/>
              <a:pathLst>
                <a:path extrusionOk="0" h="1428750" w="1138238">
                  <a:moveTo>
                    <a:pt x="0" y="0"/>
                  </a:moveTo>
                  <a:lnTo>
                    <a:pt x="0" y="1428750"/>
                  </a:lnTo>
                  <a:lnTo>
                    <a:pt x="1138238" y="1428750"/>
                  </a:lnTo>
                  <a:lnTo>
                    <a:pt x="854869" y="571500"/>
                  </a:lnTo>
                  <a:lnTo>
                    <a:pt x="0" y="0"/>
                  </a:lnTo>
                  <a:close/>
                </a:path>
              </a:pathLst>
            </a:custGeom>
            <a:noFill/>
            <a:ln cap="flat" cmpd="sng" w="38100">
              <a:solidFill>
                <a:schemeClr val="dk1"/>
              </a:solidFill>
              <a:prstDash val="lg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019" name="Google Shape;1019;p89"/>
            <p:cNvSpPr/>
            <p:nvPr/>
          </p:nvSpPr>
          <p:spPr>
            <a:xfrm>
              <a:off x="5714818" y="1584274"/>
              <a:ext cx="228900" cy="228900"/>
            </a:xfrm>
            <a:prstGeom prst="mathMultiply">
              <a:avLst>
                <a:gd fmla="val 21722"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020" name="Google Shape;1020;p89"/>
            <p:cNvCxnSpPr/>
            <p:nvPr/>
          </p:nvCxnSpPr>
          <p:spPr>
            <a:xfrm>
              <a:off x="5829249" y="1157224"/>
              <a:ext cx="0" cy="2028000"/>
            </a:xfrm>
            <a:prstGeom prst="straightConnector1">
              <a:avLst/>
            </a:prstGeom>
            <a:noFill/>
            <a:ln cap="flat" cmpd="sng" w="38100">
              <a:solidFill>
                <a:schemeClr val="dk1"/>
              </a:solidFill>
              <a:prstDash val="dash"/>
              <a:round/>
              <a:headEnd len="sm" w="sm" type="none"/>
              <a:tailEnd len="sm" w="sm" type="none"/>
            </a:ln>
          </p:spPr>
        </p:cxnSp>
      </p:grpSp>
      <p:grpSp>
        <p:nvGrpSpPr>
          <p:cNvPr id="1021" name="Google Shape;1021;p89"/>
          <p:cNvGrpSpPr/>
          <p:nvPr/>
        </p:nvGrpSpPr>
        <p:grpSpPr>
          <a:xfrm flipH="1">
            <a:off x="4677423" y="893365"/>
            <a:ext cx="3339300" cy="2875800"/>
            <a:chOff x="3640626" y="896144"/>
            <a:chExt cx="3339300" cy="2875800"/>
          </a:xfrm>
        </p:grpSpPr>
        <p:sp>
          <p:nvSpPr>
            <p:cNvPr id="1022" name="Google Shape;1022;p89"/>
            <p:cNvSpPr/>
            <p:nvPr/>
          </p:nvSpPr>
          <p:spPr>
            <a:xfrm>
              <a:off x="5683149" y="1554271"/>
              <a:ext cx="292200" cy="292200"/>
            </a:xfrm>
            <a:prstGeom prst="mathMultiply">
              <a:avLst>
                <a:gd fmla="val 9754"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3" name="Google Shape;1023;p89"/>
            <p:cNvSpPr/>
            <p:nvPr/>
          </p:nvSpPr>
          <p:spPr>
            <a:xfrm>
              <a:off x="3640626" y="896144"/>
              <a:ext cx="3339300" cy="2875800"/>
            </a:xfrm>
            <a:prstGeom prst="rect">
              <a:avLst/>
            </a:prstGeom>
            <a:solidFill>
              <a:srgbClr val="FDF3CB">
                <a:alpha val="4000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1024" name="Google Shape;1024;p89"/>
            <p:cNvSpPr/>
            <p:nvPr/>
          </p:nvSpPr>
          <p:spPr>
            <a:xfrm>
              <a:off x="3831431" y="1412081"/>
              <a:ext cx="1138238" cy="1428750"/>
            </a:xfrm>
            <a:custGeom>
              <a:rect b="b" l="l" r="r" t="t"/>
              <a:pathLst>
                <a:path extrusionOk="0" h="1428750" w="1138238">
                  <a:moveTo>
                    <a:pt x="0" y="0"/>
                  </a:moveTo>
                  <a:lnTo>
                    <a:pt x="0" y="1428750"/>
                  </a:lnTo>
                  <a:lnTo>
                    <a:pt x="1138238" y="1428750"/>
                  </a:lnTo>
                  <a:lnTo>
                    <a:pt x="854869" y="571500"/>
                  </a:lnTo>
                  <a:lnTo>
                    <a:pt x="0" y="0"/>
                  </a:lnTo>
                  <a:close/>
                </a:path>
              </a:pathLst>
            </a:custGeom>
            <a:noFill/>
            <a:ln cap="flat" cmpd="sng" w="38100">
              <a:solidFill>
                <a:schemeClr val="dk1"/>
              </a:solidFill>
              <a:prstDash val="lg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025" name="Google Shape;1025;p89"/>
            <p:cNvSpPr/>
            <p:nvPr/>
          </p:nvSpPr>
          <p:spPr>
            <a:xfrm>
              <a:off x="5714818" y="1584274"/>
              <a:ext cx="228900" cy="228900"/>
            </a:xfrm>
            <a:prstGeom prst="mathMultiply">
              <a:avLst>
                <a:gd fmla="val 21722"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026" name="Google Shape;1026;p89"/>
            <p:cNvCxnSpPr/>
            <p:nvPr/>
          </p:nvCxnSpPr>
          <p:spPr>
            <a:xfrm>
              <a:off x="5829249" y="1157224"/>
              <a:ext cx="0" cy="2028000"/>
            </a:xfrm>
            <a:prstGeom prst="straightConnector1">
              <a:avLst/>
            </a:prstGeom>
            <a:noFill/>
            <a:ln cap="flat" cmpd="sng" w="38100">
              <a:solidFill>
                <a:schemeClr val="dk1"/>
              </a:solidFill>
              <a:prstDash val="dash"/>
              <a:round/>
              <a:headEnd len="sm" w="sm" type="none"/>
              <a:tailEnd len="sm" w="sm" type="non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003"/>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009"/>
                                        </p:tgtEl>
                                        <p:attrNameLst>
                                          <p:attrName>style.visibility</p:attrName>
                                        </p:attrNameLst>
                                      </p:cBhvr>
                                      <p:to>
                                        <p:strVal val="visible"/>
                                      </p:to>
                                    </p:set>
                                  </p:childTnLst>
                                </p:cTn>
                              </p:par>
                              <p:par>
                                <p:cTn fill="hold" nodeType="withEffect" presetClass="exit" presetID="1" presetSubtype="0">
                                  <p:stCondLst>
                                    <p:cond delay="250"/>
                                  </p:stCondLst>
                                  <p:childTnLst>
                                    <p:set>
                                      <p:cBhvr>
                                        <p:cTn dur="1" fill="hold">
                                          <p:stCondLst>
                                            <p:cond delay="1"/>
                                          </p:stCondLst>
                                        </p:cTn>
                                        <p:tgtEl>
                                          <p:spTgt spid="1009"/>
                                        </p:tgtEl>
                                        <p:attrNameLst>
                                          <p:attrName>style.visibility</p:attrName>
                                        </p:attrNameLst>
                                      </p:cBhvr>
                                      <p:to>
                                        <p:strVal val="hidden"/>
                                      </p:to>
                                    </p:set>
                                  </p:childTnLst>
                                </p:cTn>
                              </p:par>
                              <p:par>
                                <p:cTn fill="hold" nodeType="withEffect" presetClass="entr" presetID="1" presetSubtype="0">
                                  <p:stCondLst>
                                    <p:cond delay="250"/>
                                  </p:stCondLst>
                                  <p:childTnLst>
                                    <p:set>
                                      <p:cBhvr>
                                        <p:cTn dur="1" fill="hold">
                                          <p:stCondLst>
                                            <p:cond delay="0"/>
                                          </p:stCondLst>
                                        </p:cTn>
                                        <p:tgtEl>
                                          <p:spTgt spid="1015"/>
                                        </p:tgtEl>
                                        <p:attrNameLst>
                                          <p:attrName>style.visibility</p:attrName>
                                        </p:attrNameLst>
                                      </p:cBhvr>
                                      <p:to>
                                        <p:strVal val="visible"/>
                                      </p:to>
                                    </p:set>
                                  </p:childTnLst>
                                </p:cTn>
                              </p:par>
                            </p:childTnLst>
                          </p:cTn>
                        </p:par>
                        <p:par>
                          <p:cTn fill="hold">
                            <p:stCondLst>
                              <p:cond delay="1"/>
                            </p:stCondLst>
                            <p:childTnLst>
                              <p:par>
                                <p:cTn fill="hold" nodeType="afterEffect" presetClass="exit" presetID="1" presetSubtype="0">
                                  <p:stCondLst>
                                    <p:cond delay="250"/>
                                  </p:stCondLst>
                                  <p:childTnLst>
                                    <p:set>
                                      <p:cBhvr>
                                        <p:cTn dur="1" fill="hold">
                                          <p:stCondLst>
                                            <p:cond delay="1"/>
                                          </p:stCondLst>
                                        </p:cTn>
                                        <p:tgtEl>
                                          <p:spTgt spid="1015"/>
                                        </p:tgtEl>
                                        <p:attrNameLst>
                                          <p:attrName>style.visibility</p:attrName>
                                        </p:attrNameLst>
                                      </p:cBhvr>
                                      <p:to>
                                        <p:strVal val="hidden"/>
                                      </p:to>
                                    </p:set>
                                  </p:childTnLst>
                                </p:cTn>
                              </p:par>
                              <p:par>
                                <p:cTn fill="hold" nodeType="withEffect" presetClass="entr" presetID="1" presetSubtype="0">
                                  <p:stCondLst>
                                    <p:cond delay="250"/>
                                  </p:stCondLst>
                                  <p:childTnLst>
                                    <p:set>
                                      <p:cBhvr>
                                        <p:cTn dur="1" fill="hold">
                                          <p:stCondLst>
                                            <p:cond delay="0"/>
                                          </p:stCondLst>
                                        </p:cTn>
                                        <p:tgtEl>
                                          <p:spTgt spid="102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0" name="Shape 1030"/>
        <p:cNvGrpSpPr/>
        <p:nvPr/>
      </p:nvGrpSpPr>
      <p:grpSpPr>
        <a:xfrm>
          <a:off x="0" y="0"/>
          <a:ext cx="0" cy="0"/>
          <a:chOff x="0" y="0"/>
          <a:chExt cx="0" cy="0"/>
        </a:xfrm>
      </p:grpSpPr>
      <p:sp>
        <p:nvSpPr>
          <p:cNvPr id="1031" name="Google Shape;1031;p90"/>
          <p:cNvSpPr txBox="1"/>
          <p:nvPr/>
        </p:nvSpPr>
        <p:spPr>
          <a:xfrm>
            <a:off x="516428" y="1375624"/>
            <a:ext cx="3124200" cy="320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1000"/>
              </a:spcAft>
              <a:buClr>
                <a:srgbClr val="000000"/>
              </a:buClr>
              <a:buSzPts val="1800"/>
              <a:buFont typeface="Arial"/>
              <a:buNone/>
            </a:pPr>
            <a:r>
              <a:rPr b="0" i="0" lang="en-GB" sz="1800" u="none" cap="none" strike="noStrike">
                <a:solidFill>
                  <a:srgbClr val="000000"/>
                </a:solidFill>
                <a:latin typeface="Lexend"/>
                <a:ea typeface="Lexend"/>
                <a:cs typeface="Lexend"/>
                <a:sym typeface="Lexend"/>
              </a:rPr>
              <a:t>With your pencil, push </a:t>
            </a:r>
            <a:r>
              <a:rPr lang="en-GB" sz="1800">
                <a:latin typeface="Lexend"/>
                <a:ea typeface="Lexend"/>
                <a:cs typeface="Lexend"/>
                <a:sym typeface="Lexend"/>
              </a:rPr>
              <a:t>firmly </a:t>
            </a:r>
            <a:r>
              <a:rPr b="0" i="0" lang="en-GB" sz="1800" u="none" cap="none" strike="noStrike">
                <a:solidFill>
                  <a:srgbClr val="000000"/>
                </a:solidFill>
                <a:latin typeface="Lexend"/>
                <a:ea typeface="Lexend"/>
                <a:cs typeface="Lexend"/>
                <a:sym typeface="Lexend"/>
              </a:rPr>
              <a:t>onto each vertex of the image on your tracing paper to imprint the vertices onto the diagram.</a:t>
            </a:r>
            <a:endParaRPr b="0" i="0" sz="1800" u="none" cap="none" strike="noStrike">
              <a:solidFill>
                <a:srgbClr val="000000"/>
              </a:solidFill>
              <a:latin typeface="Lexend"/>
              <a:ea typeface="Lexend"/>
              <a:cs typeface="Lexend"/>
              <a:sym typeface="Lexend"/>
            </a:endParaRPr>
          </a:p>
        </p:txBody>
      </p:sp>
      <p:sp>
        <p:nvSpPr>
          <p:cNvPr id="1032" name="Google Shape;1032;p90"/>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2000"/>
              <a:buNone/>
            </a:pPr>
            <a:r>
              <a:rPr lang="en-GB"/>
              <a:t>Using tracing paper to reflect objects</a:t>
            </a:r>
            <a:endParaRPr/>
          </a:p>
        </p:txBody>
      </p:sp>
      <p:sp>
        <p:nvSpPr>
          <p:cNvPr id="1033" name="Google Shape;1033;p90"/>
          <p:cNvSpPr txBox="1"/>
          <p:nvPr/>
        </p:nvSpPr>
        <p:spPr>
          <a:xfrm>
            <a:off x="324000" y="996874"/>
            <a:ext cx="3124200" cy="320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1000"/>
              </a:spcAft>
              <a:buClr>
                <a:srgbClr val="000000"/>
              </a:buClr>
              <a:buSzPts val="2000"/>
              <a:buFont typeface="Arial"/>
              <a:buNone/>
            </a:pPr>
            <a:r>
              <a:rPr b="0" i="0" lang="en-GB" sz="2000" u="none" cap="none" strike="noStrike">
                <a:solidFill>
                  <a:srgbClr val="000000"/>
                </a:solidFill>
                <a:latin typeface="Lexend"/>
                <a:ea typeface="Lexend"/>
                <a:cs typeface="Lexend"/>
                <a:sym typeface="Lexend"/>
              </a:rPr>
              <a:t>Instructions</a:t>
            </a:r>
            <a:endParaRPr b="0" i="0" sz="2000" u="none" cap="none" strike="noStrike">
              <a:solidFill>
                <a:srgbClr val="000000"/>
              </a:solidFill>
              <a:latin typeface="Lexend"/>
              <a:ea typeface="Lexend"/>
              <a:cs typeface="Lexend"/>
              <a:sym typeface="Lexend"/>
            </a:endParaRPr>
          </a:p>
        </p:txBody>
      </p:sp>
      <p:pic>
        <p:nvPicPr>
          <p:cNvPr id="1034" name="Google Shape;1034;p90"/>
          <p:cNvPicPr preferRelativeResize="0"/>
          <p:nvPr/>
        </p:nvPicPr>
        <p:blipFill rotWithShape="1">
          <a:blip r:embed="rId3">
            <a:alphaModFix/>
          </a:blip>
          <a:srcRect b="0" l="0" r="0" t="0"/>
          <a:stretch/>
        </p:blipFill>
        <p:spPr>
          <a:xfrm>
            <a:off x="3715400" y="996878"/>
            <a:ext cx="5104603" cy="2247135"/>
          </a:xfrm>
          <a:prstGeom prst="rect">
            <a:avLst/>
          </a:prstGeom>
          <a:noFill/>
          <a:ln>
            <a:noFill/>
          </a:ln>
        </p:spPr>
      </p:pic>
      <p:grpSp>
        <p:nvGrpSpPr>
          <p:cNvPr id="1035" name="Google Shape;1035;p90"/>
          <p:cNvGrpSpPr/>
          <p:nvPr/>
        </p:nvGrpSpPr>
        <p:grpSpPr>
          <a:xfrm flipH="1">
            <a:off x="4677423" y="893365"/>
            <a:ext cx="3339300" cy="2875800"/>
            <a:chOff x="3640626" y="896144"/>
            <a:chExt cx="3339300" cy="2875800"/>
          </a:xfrm>
        </p:grpSpPr>
        <p:sp>
          <p:nvSpPr>
            <p:cNvPr id="1036" name="Google Shape;1036;p90"/>
            <p:cNvSpPr/>
            <p:nvPr/>
          </p:nvSpPr>
          <p:spPr>
            <a:xfrm>
              <a:off x="5683149" y="1554271"/>
              <a:ext cx="292200" cy="292200"/>
            </a:xfrm>
            <a:prstGeom prst="mathMultiply">
              <a:avLst>
                <a:gd fmla="val 9754"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7" name="Google Shape;1037;p90"/>
            <p:cNvSpPr/>
            <p:nvPr/>
          </p:nvSpPr>
          <p:spPr>
            <a:xfrm>
              <a:off x="3640626" y="896144"/>
              <a:ext cx="3339300" cy="2875800"/>
            </a:xfrm>
            <a:prstGeom prst="rect">
              <a:avLst/>
            </a:prstGeom>
            <a:solidFill>
              <a:srgbClr val="FDF3CB">
                <a:alpha val="4000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1038" name="Google Shape;1038;p90"/>
            <p:cNvSpPr/>
            <p:nvPr/>
          </p:nvSpPr>
          <p:spPr>
            <a:xfrm>
              <a:off x="3831431" y="1412081"/>
              <a:ext cx="1138238" cy="1428750"/>
            </a:xfrm>
            <a:custGeom>
              <a:rect b="b" l="l" r="r" t="t"/>
              <a:pathLst>
                <a:path extrusionOk="0" h="1428750" w="1138238">
                  <a:moveTo>
                    <a:pt x="0" y="0"/>
                  </a:moveTo>
                  <a:lnTo>
                    <a:pt x="0" y="1428750"/>
                  </a:lnTo>
                  <a:lnTo>
                    <a:pt x="1138238" y="1428750"/>
                  </a:lnTo>
                  <a:lnTo>
                    <a:pt x="854869" y="571500"/>
                  </a:lnTo>
                  <a:lnTo>
                    <a:pt x="0" y="0"/>
                  </a:lnTo>
                  <a:close/>
                </a:path>
              </a:pathLst>
            </a:custGeom>
            <a:noFill/>
            <a:ln cap="flat" cmpd="sng" w="38100">
              <a:solidFill>
                <a:schemeClr val="dk1"/>
              </a:solidFill>
              <a:prstDash val="lg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039" name="Google Shape;1039;p90"/>
            <p:cNvSpPr/>
            <p:nvPr/>
          </p:nvSpPr>
          <p:spPr>
            <a:xfrm>
              <a:off x="5714818" y="1584274"/>
              <a:ext cx="228900" cy="228900"/>
            </a:xfrm>
            <a:prstGeom prst="mathMultiply">
              <a:avLst>
                <a:gd fmla="val 21722"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040" name="Google Shape;1040;p90"/>
            <p:cNvCxnSpPr/>
            <p:nvPr/>
          </p:nvCxnSpPr>
          <p:spPr>
            <a:xfrm>
              <a:off x="5829249" y="1157224"/>
              <a:ext cx="0" cy="2028000"/>
            </a:xfrm>
            <a:prstGeom prst="straightConnector1">
              <a:avLst/>
            </a:prstGeom>
            <a:noFill/>
            <a:ln cap="flat" cmpd="sng" w="38100">
              <a:solidFill>
                <a:schemeClr val="dk1"/>
              </a:solidFill>
              <a:prstDash val="dash"/>
              <a:round/>
              <a:headEnd len="sm" w="sm" type="none"/>
              <a:tailEnd len="sm" w="sm" type="none"/>
            </a:ln>
          </p:spPr>
        </p:cxnSp>
      </p:grpSp>
      <p:pic>
        <p:nvPicPr>
          <p:cNvPr id="1041" name="Google Shape;1041;p90"/>
          <p:cNvPicPr preferRelativeResize="0"/>
          <p:nvPr/>
        </p:nvPicPr>
        <p:blipFill rotWithShape="1">
          <a:blip r:embed="rId4">
            <a:alphaModFix/>
          </a:blip>
          <a:srcRect b="52355" l="46456" r="47350" t="10323"/>
          <a:stretch/>
        </p:blipFill>
        <p:spPr>
          <a:xfrm rot="9203412">
            <a:off x="6369513" y="2056365"/>
            <a:ext cx="278535" cy="846208"/>
          </a:xfrm>
          <a:prstGeom prst="rect">
            <a:avLst/>
          </a:prstGeom>
          <a:noFill/>
          <a:ln>
            <a:noFill/>
          </a:ln>
        </p:spPr>
      </p:pic>
      <p:sp>
        <p:nvSpPr>
          <p:cNvPr id="1042" name="Google Shape;1042;p90"/>
          <p:cNvSpPr/>
          <p:nvPr/>
        </p:nvSpPr>
        <p:spPr>
          <a:xfrm>
            <a:off x="6654383" y="2801268"/>
            <a:ext cx="76200" cy="76200"/>
          </a:xfrm>
          <a:prstGeom prst="ellipse">
            <a:avLst/>
          </a:prstGeom>
          <a:solidFill>
            <a:schemeClr val="dk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1043" name="Google Shape;1043;p90"/>
          <p:cNvPicPr preferRelativeResize="0"/>
          <p:nvPr/>
        </p:nvPicPr>
        <p:blipFill rotWithShape="1">
          <a:blip r:embed="rId4">
            <a:alphaModFix/>
          </a:blip>
          <a:srcRect b="52355" l="46456" r="47350" t="10323"/>
          <a:stretch/>
        </p:blipFill>
        <p:spPr>
          <a:xfrm rot="9203412">
            <a:off x="6652583" y="1198648"/>
            <a:ext cx="278535" cy="846208"/>
          </a:xfrm>
          <a:prstGeom prst="rect">
            <a:avLst/>
          </a:prstGeom>
          <a:noFill/>
          <a:ln>
            <a:noFill/>
          </a:ln>
        </p:spPr>
      </p:pic>
      <p:sp>
        <p:nvSpPr>
          <p:cNvPr id="1044" name="Google Shape;1044;p90"/>
          <p:cNvSpPr/>
          <p:nvPr/>
        </p:nvSpPr>
        <p:spPr>
          <a:xfrm>
            <a:off x="6937453" y="1943551"/>
            <a:ext cx="76200" cy="76200"/>
          </a:xfrm>
          <a:prstGeom prst="ellipse">
            <a:avLst/>
          </a:prstGeom>
          <a:solidFill>
            <a:schemeClr val="dk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1045" name="Google Shape;1045;p90"/>
          <p:cNvPicPr preferRelativeResize="0"/>
          <p:nvPr/>
        </p:nvPicPr>
        <p:blipFill rotWithShape="1">
          <a:blip r:embed="rId4">
            <a:alphaModFix/>
          </a:blip>
          <a:srcRect b="52355" l="46456" r="47350" t="10323"/>
          <a:stretch/>
        </p:blipFill>
        <p:spPr>
          <a:xfrm rot="9203412">
            <a:off x="7503852" y="635827"/>
            <a:ext cx="278535" cy="846208"/>
          </a:xfrm>
          <a:prstGeom prst="rect">
            <a:avLst/>
          </a:prstGeom>
          <a:noFill/>
          <a:ln>
            <a:noFill/>
          </a:ln>
        </p:spPr>
      </p:pic>
      <p:sp>
        <p:nvSpPr>
          <p:cNvPr id="1046" name="Google Shape;1046;p90"/>
          <p:cNvSpPr/>
          <p:nvPr/>
        </p:nvSpPr>
        <p:spPr>
          <a:xfrm>
            <a:off x="7788722" y="1380730"/>
            <a:ext cx="76200" cy="76200"/>
          </a:xfrm>
          <a:prstGeom prst="ellipse">
            <a:avLst/>
          </a:prstGeom>
          <a:solidFill>
            <a:schemeClr val="dk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1047" name="Google Shape;1047;p90"/>
          <p:cNvPicPr preferRelativeResize="0"/>
          <p:nvPr/>
        </p:nvPicPr>
        <p:blipFill rotWithShape="1">
          <a:blip r:embed="rId4">
            <a:alphaModFix/>
          </a:blip>
          <a:srcRect b="52355" l="46456" r="47350" t="10323"/>
          <a:stretch/>
        </p:blipFill>
        <p:spPr>
          <a:xfrm rot="9203412">
            <a:off x="7497644" y="2061829"/>
            <a:ext cx="278535" cy="846208"/>
          </a:xfrm>
          <a:prstGeom prst="rect">
            <a:avLst/>
          </a:prstGeom>
          <a:noFill/>
          <a:ln>
            <a:noFill/>
          </a:ln>
        </p:spPr>
      </p:pic>
      <p:sp>
        <p:nvSpPr>
          <p:cNvPr id="1048" name="Google Shape;1048;p90"/>
          <p:cNvSpPr/>
          <p:nvPr/>
        </p:nvSpPr>
        <p:spPr>
          <a:xfrm>
            <a:off x="7782514" y="2806732"/>
            <a:ext cx="76200" cy="76200"/>
          </a:xfrm>
          <a:prstGeom prst="ellipse">
            <a:avLst/>
          </a:prstGeom>
          <a:solidFill>
            <a:schemeClr val="dk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42"/>
                                        </p:tgtEl>
                                        <p:attrNameLst>
                                          <p:attrName>style.visibility</p:attrName>
                                        </p:attrNameLst>
                                      </p:cBhvr>
                                      <p:to>
                                        <p:strVal val="visible"/>
                                      </p:to>
                                    </p:set>
                                  </p:childTnLst>
                                </p:cTn>
                              </p:par>
                              <p:par>
                                <p:cTn fill="hold" nodeType="withEffect" presetClass="exit" presetID="1" presetSubtype="0">
                                  <p:stCondLst>
                                    <p:cond delay="1250"/>
                                  </p:stCondLst>
                                  <p:childTnLst>
                                    <p:set>
                                      <p:cBhvr>
                                        <p:cTn dur="1" fill="hold">
                                          <p:stCondLst>
                                            <p:cond delay="1"/>
                                          </p:stCondLst>
                                        </p:cTn>
                                        <p:tgtEl>
                                          <p:spTgt spid="1041"/>
                                        </p:tgtEl>
                                        <p:attrNameLst>
                                          <p:attrName>style.visibility</p:attrName>
                                        </p:attrNameLst>
                                      </p:cBhvr>
                                      <p:to>
                                        <p:strVal val="hidden"/>
                                      </p:to>
                                    </p:set>
                                  </p:childTnLst>
                                </p:cTn>
                              </p:par>
                              <p:par>
                                <p:cTn fill="hold" nodeType="withEffect" presetClass="entr" presetID="1" presetSubtype="0">
                                  <p:stCondLst>
                                    <p:cond delay="1250"/>
                                  </p:stCondLst>
                                  <p:childTnLst>
                                    <p:set>
                                      <p:cBhvr>
                                        <p:cTn dur="1" fill="hold">
                                          <p:stCondLst>
                                            <p:cond delay="0"/>
                                          </p:stCondLst>
                                        </p:cTn>
                                        <p:tgtEl>
                                          <p:spTgt spid="1043"/>
                                        </p:tgtEl>
                                        <p:attrNameLst>
                                          <p:attrName>style.visibility</p:attrName>
                                        </p:attrNameLst>
                                      </p:cBhvr>
                                      <p:to>
                                        <p:strVal val="visible"/>
                                      </p:to>
                                    </p:set>
                                  </p:childTnLst>
                                </p:cTn>
                              </p:par>
                              <p:par>
                                <p:cTn fill="hold" nodeType="withEffect" presetClass="entr" presetID="1" presetSubtype="0">
                                  <p:stCondLst>
                                    <p:cond delay="1250"/>
                                  </p:stCondLst>
                                  <p:childTnLst>
                                    <p:set>
                                      <p:cBhvr>
                                        <p:cTn dur="1" fill="hold">
                                          <p:stCondLst>
                                            <p:cond delay="0"/>
                                          </p:stCondLst>
                                        </p:cTn>
                                        <p:tgtEl>
                                          <p:spTgt spid="1044"/>
                                        </p:tgtEl>
                                        <p:attrNameLst>
                                          <p:attrName>style.visibility</p:attrName>
                                        </p:attrNameLst>
                                      </p:cBhvr>
                                      <p:to>
                                        <p:strVal val="visible"/>
                                      </p:to>
                                    </p:set>
                                  </p:childTnLst>
                                </p:cTn>
                              </p:par>
                            </p:childTnLst>
                          </p:cTn>
                        </p:par>
                        <p:par>
                          <p:cTn fill="hold">
                            <p:stCondLst>
                              <p:cond delay="1"/>
                            </p:stCondLst>
                            <p:childTnLst>
                              <p:par>
                                <p:cTn fill="hold" nodeType="afterEffect" presetClass="exit" presetID="1" presetSubtype="0">
                                  <p:stCondLst>
                                    <p:cond delay="1250"/>
                                  </p:stCondLst>
                                  <p:childTnLst>
                                    <p:set>
                                      <p:cBhvr>
                                        <p:cTn dur="1" fill="hold">
                                          <p:stCondLst>
                                            <p:cond delay="1"/>
                                          </p:stCondLst>
                                        </p:cTn>
                                        <p:tgtEl>
                                          <p:spTgt spid="1043"/>
                                        </p:tgtEl>
                                        <p:attrNameLst>
                                          <p:attrName>style.visibility</p:attrName>
                                        </p:attrNameLst>
                                      </p:cBhvr>
                                      <p:to>
                                        <p:strVal val="hidden"/>
                                      </p:to>
                                    </p:set>
                                  </p:childTnLst>
                                </p:cTn>
                              </p:par>
                              <p:par>
                                <p:cTn fill="hold" nodeType="withEffect" presetClass="entr" presetID="1" presetSubtype="0">
                                  <p:stCondLst>
                                    <p:cond delay="1250"/>
                                  </p:stCondLst>
                                  <p:childTnLst>
                                    <p:set>
                                      <p:cBhvr>
                                        <p:cTn dur="1" fill="hold">
                                          <p:stCondLst>
                                            <p:cond delay="0"/>
                                          </p:stCondLst>
                                        </p:cTn>
                                        <p:tgtEl>
                                          <p:spTgt spid="1045"/>
                                        </p:tgtEl>
                                        <p:attrNameLst>
                                          <p:attrName>style.visibility</p:attrName>
                                        </p:attrNameLst>
                                      </p:cBhvr>
                                      <p:to>
                                        <p:strVal val="visible"/>
                                      </p:to>
                                    </p:set>
                                  </p:childTnLst>
                                </p:cTn>
                              </p:par>
                              <p:par>
                                <p:cTn fill="hold" nodeType="withEffect" presetClass="entr" presetID="1" presetSubtype="0">
                                  <p:stCondLst>
                                    <p:cond delay="1250"/>
                                  </p:stCondLst>
                                  <p:childTnLst>
                                    <p:set>
                                      <p:cBhvr>
                                        <p:cTn dur="1" fill="hold">
                                          <p:stCondLst>
                                            <p:cond delay="0"/>
                                          </p:stCondLst>
                                        </p:cTn>
                                        <p:tgtEl>
                                          <p:spTgt spid="1046"/>
                                        </p:tgtEl>
                                        <p:attrNameLst>
                                          <p:attrName>style.visibility</p:attrName>
                                        </p:attrNameLst>
                                      </p:cBhvr>
                                      <p:to>
                                        <p:strVal val="visible"/>
                                      </p:to>
                                    </p:set>
                                  </p:childTnLst>
                                </p:cTn>
                              </p:par>
                            </p:childTnLst>
                          </p:cTn>
                        </p:par>
                        <p:par>
                          <p:cTn fill="hold">
                            <p:stCondLst>
                              <p:cond delay="2"/>
                            </p:stCondLst>
                            <p:childTnLst>
                              <p:par>
                                <p:cTn fill="hold" nodeType="afterEffect" presetClass="exit" presetID="1" presetSubtype="0">
                                  <p:stCondLst>
                                    <p:cond delay="1250"/>
                                  </p:stCondLst>
                                  <p:childTnLst>
                                    <p:set>
                                      <p:cBhvr>
                                        <p:cTn dur="1" fill="hold">
                                          <p:stCondLst>
                                            <p:cond delay="1"/>
                                          </p:stCondLst>
                                        </p:cTn>
                                        <p:tgtEl>
                                          <p:spTgt spid="1045"/>
                                        </p:tgtEl>
                                        <p:attrNameLst>
                                          <p:attrName>style.visibility</p:attrName>
                                        </p:attrNameLst>
                                      </p:cBhvr>
                                      <p:to>
                                        <p:strVal val="hidden"/>
                                      </p:to>
                                    </p:set>
                                  </p:childTnLst>
                                </p:cTn>
                              </p:par>
                              <p:par>
                                <p:cTn fill="hold" nodeType="withEffect" presetClass="entr" presetID="1" presetSubtype="0">
                                  <p:stCondLst>
                                    <p:cond delay="1250"/>
                                  </p:stCondLst>
                                  <p:childTnLst>
                                    <p:set>
                                      <p:cBhvr>
                                        <p:cTn dur="1" fill="hold">
                                          <p:stCondLst>
                                            <p:cond delay="0"/>
                                          </p:stCondLst>
                                        </p:cTn>
                                        <p:tgtEl>
                                          <p:spTgt spid="1047"/>
                                        </p:tgtEl>
                                        <p:attrNameLst>
                                          <p:attrName>style.visibility</p:attrName>
                                        </p:attrNameLst>
                                      </p:cBhvr>
                                      <p:to>
                                        <p:strVal val="visible"/>
                                      </p:to>
                                    </p:set>
                                  </p:childTnLst>
                                </p:cTn>
                              </p:par>
                              <p:par>
                                <p:cTn fill="hold" nodeType="withEffect" presetClass="entr" presetID="1" presetSubtype="0">
                                  <p:stCondLst>
                                    <p:cond delay="1250"/>
                                  </p:stCondLst>
                                  <p:childTnLst>
                                    <p:set>
                                      <p:cBhvr>
                                        <p:cTn dur="1" fill="hold">
                                          <p:stCondLst>
                                            <p:cond delay="0"/>
                                          </p:stCondLst>
                                        </p:cTn>
                                        <p:tgtEl>
                                          <p:spTgt spid="1048"/>
                                        </p:tgtEl>
                                        <p:attrNameLst>
                                          <p:attrName>style.visibility</p:attrName>
                                        </p:attrNameLst>
                                      </p:cBhvr>
                                      <p:to>
                                        <p:strVal val="visible"/>
                                      </p:to>
                                    </p:set>
                                  </p:childTnLst>
                                </p:cTn>
                              </p:par>
                            </p:childTnLst>
                          </p:cTn>
                        </p:par>
                        <p:par>
                          <p:cTn fill="hold">
                            <p:stCondLst>
                              <p:cond delay="3"/>
                            </p:stCondLst>
                            <p:childTnLst>
                              <p:par>
                                <p:cTn fill="hold" nodeType="afterEffect" presetClass="exit" presetID="1" presetSubtype="0">
                                  <p:stCondLst>
                                    <p:cond delay="1250"/>
                                  </p:stCondLst>
                                  <p:childTnLst>
                                    <p:set>
                                      <p:cBhvr>
                                        <p:cTn dur="1" fill="hold">
                                          <p:stCondLst>
                                            <p:cond delay="1"/>
                                          </p:stCondLst>
                                        </p:cTn>
                                        <p:tgtEl>
                                          <p:spTgt spid="1047"/>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2" name="Shape 1052"/>
        <p:cNvGrpSpPr/>
        <p:nvPr/>
      </p:nvGrpSpPr>
      <p:grpSpPr>
        <a:xfrm>
          <a:off x="0" y="0"/>
          <a:ext cx="0" cy="0"/>
          <a:chOff x="0" y="0"/>
          <a:chExt cx="0" cy="0"/>
        </a:xfrm>
      </p:grpSpPr>
      <p:sp>
        <p:nvSpPr>
          <p:cNvPr id="1053" name="Google Shape;1053;p91"/>
          <p:cNvSpPr txBox="1"/>
          <p:nvPr/>
        </p:nvSpPr>
        <p:spPr>
          <a:xfrm>
            <a:off x="516428" y="1375624"/>
            <a:ext cx="3124200" cy="320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00000"/>
              </a:buClr>
              <a:buSzPts val="1800"/>
              <a:buFont typeface="Arial"/>
              <a:buNone/>
            </a:pPr>
            <a:r>
              <a:rPr b="0" i="0" lang="en-GB" sz="1800" u="none" cap="none" strike="noStrike">
                <a:solidFill>
                  <a:srgbClr val="000000"/>
                </a:solidFill>
                <a:latin typeface="Lexend"/>
                <a:ea typeface="Lexend"/>
                <a:cs typeface="Lexend"/>
                <a:sym typeface="Lexend"/>
              </a:rPr>
              <a:t>Remove the tracing paper.</a:t>
            </a:r>
            <a:endParaRPr b="0" i="0" sz="1800" u="none" cap="none" strike="noStrike">
              <a:solidFill>
                <a:srgbClr val="000000"/>
              </a:solidFill>
              <a:latin typeface="Lexend"/>
              <a:ea typeface="Lexend"/>
              <a:cs typeface="Lexend"/>
              <a:sym typeface="Lexend"/>
            </a:endParaRPr>
          </a:p>
          <a:p>
            <a:pPr indent="0" lvl="0" marL="0" marR="0" rtl="0" algn="l">
              <a:lnSpc>
                <a:spcPct val="115000"/>
              </a:lnSpc>
              <a:spcBef>
                <a:spcPts val="1000"/>
              </a:spcBef>
              <a:spcAft>
                <a:spcPts val="1000"/>
              </a:spcAft>
              <a:buClr>
                <a:srgbClr val="000000"/>
              </a:buClr>
              <a:buSzPts val="1800"/>
              <a:buFont typeface="Arial"/>
              <a:buNone/>
            </a:pPr>
            <a:r>
              <a:rPr b="0" i="0" lang="en-GB" sz="1800" u="none" cap="none" strike="noStrike">
                <a:solidFill>
                  <a:srgbClr val="000000"/>
                </a:solidFill>
                <a:latin typeface="Lexend"/>
                <a:ea typeface="Lexend"/>
                <a:cs typeface="Lexend"/>
                <a:sym typeface="Lexend"/>
              </a:rPr>
              <a:t>Connect the imprints of the vertices with a ruler to draw the reflected image.</a:t>
            </a:r>
            <a:endParaRPr b="0" i="0" sz="1800" u="none" cap="none" strike="noStrike">
              <a:solidFill>
                <a:srgbClr val="000000"/>
              </a:solidFill>
              <a:latin typeface="Lexend"/>
              <a:ea typeface="Lexend"/>
              <a:cs typeface="Lexend"/>
              <a:sym typeface="Lexend"/>
            </a:endParaRPr>
          </a:p>
        </p:txBody>
      </p:sp>
      <p:sp>
        <p:nvSpPr>
          <p:cNvPr id="1054" name="Google Shape;1054;p91"/>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2000"/>
              <a:buNone/>
            </a:pPr>
            <a:r>
              <a:rPr lang="en-GB"/>
              <a:t>Using tracing paper to reflect objects</a:t>
            </a:r>
            <a:endParaRPr/>
          </a:p>
        </p:txBody>
      </p:sp>
      <p:sp>
        <p:nvSpPr>
          <p:cNvPr id="1055" name="Google Shape;1055;p91"/>
          <p:cNvSpPr txBox="1"/>
          <p:nvPr/>
        </p:nvSpPr>
        <p:spPr>
          <a:xfrm>
            <a:off x="324000" y="996874"/>
            <a:ext cx="3124200" cy="320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1000"/>
              </a:spcAft>
              <a:buClr>
                <a:srgbClr val="000000"/>
              </a:buClr>
              <a:buSzPts val="2000"/>
              <a:buFont typeface="Arial"/>
              <a:buNone/>
            </a:pPr>
            <a:r>
              <a:rPr b="0" i="0" lang="en-GB" sz="2000" u="none" cap="none" strike="noStrike">
                <a:solidFill>
                  <a:srgbClr val="000000"/>
                </a:solidFill>
                <a:latin typeface="Lexend"/>
                <a:ea typeface="Lexend"/>
                <a:cs typeface="Lexend"/>
                <a:sym typeface="Lexend"/>
              </a:rPr>
              <a:t>Instructions</a:t>
            </a:r>
            <a:endParaRPr b="0" i="0" sz="2000" u="none" cap="none" strike="noStrike">
              <a:solidFill>
                <a:srgbClr val="000000"/>
              </a:solidFill>
              <a:latin typeface="Lexend"/>
              <a:ea typeface="Lexend"/>
              <a:cs typeface="Lexend"/>
              <a:sym typeface="Lexend"/>
            </a:endParaRPr>
          </a:p>
        </p:txBody>
      </p:sp>
      <p:pic>
        <p:nvPicPr>
          <p:cNvPr id="1056" name="Google Shape;1056;p91"/>
          <p:cNvPicPr preferRelativeResize="0"/>
          <p:nvPr/>
        </p:nvPicPr>
        <p:blipFill rotWithShape="1">
          <a:blip r:embed="rId3">
            <a:alphaModFix/>
          </a:blip>
          <a:srcRect b="0" l="0" r="0" t="0"/>
          <a:stretch/>
        </p:blipFill>
        <p:spPr>
          <a:xfrm>
            <a:off x="3715400" y="996878"/>
            <a:ext cx="5104603" cy="2247135"/>
          </a:xfrm>
          <a:prstGeom prst="rect">
            <a:avLst/>
          </a:prstGeom>
          <a:noFill/>
          <a:ln>
            <a:noFill/>
          </a:ln>
        </p:spPr>
      </p:pic>
      <p:grpSp>
        <p:nvGrpSpPr>
          <p:cNvPr id="1057" name="Google Shape;1057;p91"/>
          <p:cNvGrpSpPr/>
          <p:nvPr/>
        </p:nvGrpSpPr>
        <p:grpSpPr>
          <a:xfrm flipH="1">
            <a:off x="4677423" y="893365"/>
            <a:ext cx="3339300" cy="2875800"/>
            <a:chOff x="3640626" y="896144"/>
            <a:chExt cx="3339300" cy="2875800"/>
          </a:xfrm>
        </p:grpSpPr>
        <p:sp>
          <p:nvSpPr>
            <p:cNvPr id="1058" name="Google Shape;1058;p91"/>
            <p:cNvSpPr/>
            <p:nvPr/>
          </p:nvSpPr>
          <p:spPr>
            <a:xfrm>
              <a:off x="5683149" y="1554271"/>
              <a:ext cx="292200" cy="292200"/>
            </a:xfrm>
            <a:prstGeom prst="mathMultiply">
              <a:avLst>
                <a:gd fmla="val 9754"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9" name="Google Shape;1059;p91"/>
            <p:cNvSpPr/>
            <p:nvPr/>
          </p:nvSpPr>
          <p:spPr>
            <a:xfrm>
              <a:off x="3640626" y="896144"/>
              <a:ext cx="3339300" cy="2875800"/>
            </a:xfrm>
            <a:prstGeom prst="rect">
              <a:avLst/>
            </a:prstGeom>
            <a:solidFill>
              <a:srgbClr val="FDF3CB">
                <a:alpha val="4000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1060" name="Google Shape;1060;p91"/>
            <p:cNvSpPr/>
            <p:nvPr/>
          </p:nvSpPr>
          <p:spPr>
            <a:xfrm>
              <a:off x="3831431" y="1412081"/>
              <a:ext cx="1138238" cy="1428750"/>
            </a:xfrm>
            <a:custGeom>
              <a:rect b="b" l="l" r="r" t="t"/>
              <a:pathLst>
                <a:path extrusionOk="0" h="1428750" w="1138238">
                  <a:moveTo>
                    <a:pt x="0" y="0"/>
                  </a:moveTo>
                  <a:lnTo>
                    <a:pt x="0" y="1428750"/>
                  </a:lnTo>
                  <a:lnTo>
                    <a:pt x="1138238" y="1428750"/>
                  </a:lnTo>
                  <a:lnTo>
                    <a:pt x="854869" y="571500"/>
                  </a:lnTo>
                  <a:lnTo>
                    <a:pt x="0" y="0"/>
                  </a:lnTo>
                  <a:close/>
                </a:path>
              </a:pathLst>
            </a:custGeom>
            <a:noFill/>
            <a:ln cap="flat" cmpd="sng" w="38100">
              <a:solidFill>
                <a:schemeClr val="dk1"/>
              </a:solidFill>
              <a:prstDash val="lg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061" name="Google Shape;1061;p91"/>
            <p:cNvSpPr/>
            <p:nvPr/>
          </p:nvSpPr>
          <p:spPr>
            <a:xfrm>
              <a:off x="5714818" y="1584274"/>
              <a:ext cx="228900" cy="228900"/>
            </a:xfrm>
            <a:prstGeom prst="mathMultiply">
              <a:avLst>
                <a:gd fmla="val 21722"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062" name="Google Shape;1062;p91"/>
            <p:cNvCxnSpPr/>
            <p:nvPr/>
          </p:nvCxnSpPr>
          <p:spPr>
            <a:xfrm>
              <a:off x="5829249" y="1157224"/>
              <a:ext cx="0" cy="2028000"/>
            </a:xfrm>
            <a:prstGeom prst="straightConnector1">
              <a:avLst/>
            </a:prstGeom>
            <a:noFill/>
            <a:ln cap="flat" cmpd="sng" w="38100">
              <a:solidFill>
                <a:schemeClr val="dk1"/>
              </a:solidFill>
              <a:prstDash val="dash"/>
              <a:round/>
              <a:headEnd len="sm" w="sm" type="none"/>
              <a:tailEnd len="sm" w="sm" type="none"/>
            </a:ln>
          </p:spPr>
        </p:cxnSp>
      </p:grpSp>
      <p:sp>
        <p:nvSpPr>
          <p:cNvPr id="1063" name="Google Shape;1063;p91"/>
          <p:cNvSpPr/>
          <p:nvPr/>
        </p:nvSpPr>
        <p:spPr>
          <a:xfrm>
            <a:off x="6654383" y="2801268"/>
            <a:ext cx="76200" cy="76200"/>
          </a:xfrm>
          <a:prstGeom prst="ellipse">
            <a:avLst/>
          </a:prstGeom>
          <a:solidFill>
            <a:schemeClr val="dk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064" name="Google Shape;1064;p91"/>
          <p:cNvSpPr/>
          <p:nvPr/>
        </p:nvSpPr>
        <p:spPr>
          <a:xfrm>
            <a:off x="6937453" y="1943551"/>
            <a:ext cx="76200" cy="76200"/>
          </a:xfrm>
          <a:prstGeom prst="ellipse">
            <a:avLst/>
          </a:prstGeom>
          <a:solidFill>
            <a:schemeClr val="dk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065" name="Google Shape;1065;p91"/>
          <p:cNvSpPr/>
          <p:nvPr/>
        </p:nvSpPr>
        <p:spPr>
          <a:xfrm>
            <a:off x="7788722" y="1380730"/>
            <a:ext cx="76200" cy="76200"/>
          </a:xfrm>
          <a:prstGeom prst="ellipse">
            <a:avLst/>
          </a:prstGeom>
          <a:solidFill>
            <a:schemeClr val="dk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066" name="Google Shape;1066;p91"/>
          <p:cNvSpPr/>
          <p:nvPr/>
        </p:nvSpPr>
        <p:spPr>
          <a:xfrm>
            <a:off x="7782514" y="2806732"/>
            <a:ext cx="76200" cy="76200"/>
          </a:xfrm>
          <a:prstGeom prst="ellipse">
            <a:avLst/>
          </a:prstGeom>
          <a:solidFill>
            <a:schemeClr val="dk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067" name="Google Shape;1067;p91"/>
          <p:cNvSpPr/>
          <p:nvPr/>
        </p:nvSpPr>
        <p:spPr>
          <a:xfrm flipH="1">
            <a:off x="6687680" y="1409302"/>
            <a:ext cx="1138238" cy="1428750"/>
          </a:xfrm>
          <a:custGeom>
            <a:rect b="b" l="l" r="r" t="t"/>
            <a:pathLst>
              <a:path extrusionOk="0" h="1428750" w="1138238">
                <a:moveTo>
                  <a:pt x="0" y="0"/>
                </a:moveTo>
                <a:lnTo>
                  <a:pt x="0" y="1428750"/>
                </a:lnTo>
                <a:lnTo>
                  <a:pt x="1138238" y="1428750"/>
                </a:lnTo>
                <a:lnTo>
                  <a:pt x="854869" y="571500"/>
                </a:lnTo>
                <a:lnTo>
                  <a:pt x="0" y="0"/>
                </a:lnTo>
                <a:close/>
              </a:path>
            </a:pathLst>
          </a:custGeom>
          <a:solidFill>
            <a:srgbClr val="845AD9">
              <a:alpha val="14900"/>
            </a:srgbClr>
          </a:solidFill>
          <a:ln cap="flat" cmpd="sng" w="38100">
            <a:solidFill>
              <a:srgbClr val="845A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05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1" name="Shape 1071"/>
        <p:cNvGrpSpPr/>
        <p:nvPr/>
      </p:nvGrpSpPr>
      <p:grpSpPr>
        <a:xfrm>
          <a:off x="0" y="0"/>
          <a:ext cx="0" cy="0"/>
          <a:chOff x="0" y="0"/>
          <a:chExt cx="0" cy="0"/>
        </a:xfrm>
      </p:grpSpPr>
      <p:pic>
        <p:nvPicPr>
          <p:cNvPr id="1072" name="Google Shape;1072;p92"/>
          <p:cNvPicPr preferRelativeResize="0"/>
          <p:nvPr/>
        </p:nvPicPr>
        <p:blipFill rotWithShape="1">
          <a:blip r:embed="rId3">
            <a:alphaModFix/>
          </a:blip>
          <a:srcRect b="0" l="0" r="0" t="0"/>
          <a:stretch/>
        </p:blipFill>
        <p:spPr>
          <a:xfrm>
            <a:off x="4863623" y="1392600"/>
            <a:ext cx="3956376" cy="2243600"/>
          </a:xfrm>
          <a:prstGeom prst="rect">
            <a:avLst/>
          </a:prstGeom>
          <a:noFill/>
          <a:ln>
            <a:noFill/>
          </a:ln>
        </p:spPr>
      </p:pic>
      <p:sp>
        <p:nvSpPr>
          <p:cNvPr id="1073" name="Google Shape;1073;p92"/>
          <p:cNvSpPr/>
          <p:nvPr/>
        </p:nvSpPr>
        <p:spPr>
          <a:xfrm flipH="1">
            <a:off x="6563897" y="2234619"/>
            <a:ext cx="292200" cy="292200"/>
          </a:xfrm>
          <a:prstGeom prst="mathMultiply">
            <a:avLst>
              <a:gd fmla="val 9754"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4" name="Google Shape;1074;p92"/>
          <p:cNvSpPr txBox="1"/>
          <p:nvPr>
            <p:ph idx="1" type="body"/>
          </p:nvPr>
        </p:nvSpPr>
        <p:spPr>
          <a:xfrm>
            <a:off x="324000" y="759300"/>
            <a:ext cx="8496000" cy="4875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SzPts val="2200"/>
              <a:buNone/>
            </a:pPr>
            <a:r>
              <a:rPr lang="en-GB"/>
              <a:t>What three things do you need to draw on the tracing paper?</a:t>
            </a:r>
            <a:endParaRPr/>
          </a:p>
        </p:txBody>
      </p:sp>
      <p:sp>
        <p:nvSpPr>
          <p:cNvPr id="1075" name="Google Shape;1075;p92"/>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2000"/>
              <a:buNone/>
            </a:pPr>
            <a:r>
              <a:rPr lang="en-GB"/>
              <a:t>Using tracing paper to reflect objects</a:t>
            </a:r>
            <a:endParaRPr/>
          </a:p>
        </p:txBody>
      </p:sp>
      <p:sp>
        <p:nvSpPr>
          <p:cNvPr id="1076" name="Google Shape;1076;p92"/>
          <p:cNvSpPr/>
          <p:nvPr/>
        </p:nvSpPr>
        <p:spPr>
          <a:xfrm>
            <a:off x="4417290" y="1347438"/>
            <a:ext cx="2959500" cy="2448600"/>
          </a:xfrm>
          <a:prstGeom prst="rect">
            <a:avLst/>
          </a:prstGeom>
          <a:solidFill>
            <a:srgbClr val="FDF3CB">
              <a:alpha val="4000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1077" name="Google Shape;1077;p92"/>
          <p:cNvSpPr txBox="1"/>
          <p:nvPr>
            <p:ph idx="1" type="body"/>
          </p:nvPr>
        </p:nvSpPr>
        <p:spPr>
          <a:xfrm>
            <a:off x="1100675" y="1867025"/>
            <a:ext cx="2857500" cy="48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2200"/>
              <a:buNone/>
            </a:pPr>
            <a:r>
              <a:rPr lang="en-GB" sz="2000">
                <a:latin typeface="Kalam"/>
                <a:ea typeface="Kalam"/>
                <a:cs typeface="Kalam"/>
                <a:sym typeface="Kalam"/>
              </a:rPr>
              <a:t>the object</a:t>
            </a:r>
            <a:endParaRPr sz="2000">
              <a:latin typeface="Kalam"/>
              <a:ea typeface="Kalam"/>
              <a:cs typeface="Kalam"/>
              <a:sym typeface="Kalam"/>
            </a:endParaRPr>
          </a:p>
          <a:p>
            <a:pPr indent="0" lvl="0" marL="0" rtl="0" algn="l">
              <a:lnSpc>
                <a:spcPct val="100000"/>
              </a:lnSpc>
              <a:spcBef>
                <a:spcPts val="1500"/>
              </a:spcBef>
              <a:spcAft>
                <a:spcPts val="0"/>
              </a:spcAft>
              <a:buSzPts val="2200"/>
              <a:buNone/>
            </a:pPr>
            <a:r>
              <a:rPr lang="en-GB" sz="2000">
                <a:latin typeface="Kalam"/>
                <a:ea typeface="Kalam"/>
                <a:cs typeface="Kalam"/>
                <a:sym typeface="Kalam"/>
              </a:rPr>
              <a:t>the line of reflection</a:t>
            </a:r>
            <a:endParaRPr sz="2000">
              <a:latin typeface="Kalam"/>
              <a:ea typeface="Kalam"/>
              <a:cs typeface="Kalam"/>
              <a:sym typeface="Kalam"/>
            </a:endParaRPr>
          </a:p>
          <a:p>
            <a:pPr indent="0" lvl="0" marL="0" rtl="0" algn="l">
              <a:lnSpc>
                <a:spcPct val="100000"/>
              </a:lnSpc>
              <a:spcBef>
                <a:spcPts val="1500"/>
              </a:spcBef>
              <a:spcAft>
                <a:spcPts val="1500"/>
              </a:spcAft>
              <a:buSzPts val="2200"/>
              <a:buNone/>
            </a:pPr>
            <a:r>
              <a:rPr lang="en-GB" sz="2000">
                <a:latin typeface="Kalam"/>
                <a:ea typeface="Kalam"/>
                <a:cs typeface="Kalam"/>
                <a:sym typeface="Kalam"/>
              </a:rPr>
              <a:t>the × that fixes the line of reflection</a:t>
            </a:r>
            <a:endParaRPr sz="2000">
              <a:latin typeface="Kalam"/>
              <a:ea typeface="Kalam"/>
              <a:cs typeface="Kalam"/>
              <a:sym typeface="Kalam"/>
            </a:endParaRPr>
          </a:p>
        </p:txBody>
      </p:sp>
      <p:sp>
        <p:nvSpPr>
          <p:cNvPr id="1078" name="Google Shape;1078;p92"/>
          <p:cNvSpPr/>
          <p:nvPr/>
        </p:nvSpPr>
        <p:spPr>
          <a:xfrm flipH="1">
            <a:off x="6589330" y="2266288"/>
            <a:ext cx="228900" cy="228900"/>
          </a:xfrm>
          <a:prstGeom prst="mathMultiply">
            <a:avLst>
              <a:gd fmla="val 21722"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079" name="Google Shape;1079;p92"/>
          <p:cNvCxnSpPr/>
          <p:nvPr/>
        </p:nvCxnSpPr>
        <p:spPr>
          <a:xfrm>
            <a:off x="6703799" y="1474770"/>
            <a:ext cx="0" cy="2028000"/>
          </a:xfrm>
          <a:prstGeom prst="straightConnector1">
            <a:avLst/>
          </a:prstGeom>
          <a:noFill/>
          <a:ln cap="flat" cmpd="sng" w="38100">
            <a:solidFill>
              <a:schemeClr val="dk1"/>
            </a:solidFill>
            <a:prstDash val="dash"/>
            <a:round/>
            <a:headEnd len="sm" w="sm" type="none"/>
            <a:tailEnd len="sm" w="sm" type="none"/>
          </a:ln>
        </p:spPr>
      </p:cxnSp>
      <p:sp>
        <p:nvSpPr>
          <p:cNvPr id="1080" name="Google Shape;1080;p92"/>
          <p:cNvSpPr/>
          <p:nvPr/>
        </p:nvSpPr>
        <p:spPr>
          <a:xfrm>
            <a:off x="4957764" y="1781175"/>
            <a:ext cx="1169231" cy="1468041"/>
          </a:xfrm>
          <a:custGeom>
            <a:rect b="b" l="l" r="r" t="t"/>
            <a:pathLst>
              <a:path extrusionOk="0" h="1428750" w="1143502">
                <a:moveTo>
                  <a:pt x="0" y="0"/>
                </a:moveTo>
                <a:lnTo>
                  <a:pt x="0" y="1428750"/>
                </a:lnTo>
                <a:lnTo>
                  <a:pt x="1138238" y="1428750"/>
                </a:lnTo>
                <a:cubicBezTo>
                  <a:pt x="1139993" y="1051017"/>
                  <a:pt x="1141747" y="673283"/>
                  <a:pt x="1143502" y="295550"/>
                </a:cubicBezTo>
                <a:lnTo>
                  <a:pt x="0" y="0"/>
                </a:lnTo>
                <a:close/>
              </a:path>
            </a:pathLst>
          </a:custGeom>
          <a:noFill/>
          <a:ln cap="flat" cmpd="sng" w="38100">
            <a:solidFill>
              <a:schemeClr val="dk1"/>
            </a:solidFill>
            <a:prstDash val="lg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4" name="Shape 1084"/>
        <p:cNvGrpSpPr/>
        <p:nvPr/>
      </p:nvGrpSpPr>
      <p:grpSpPr>
        <a:xfrm>
          <a:off x="0" y="0"/>
          <a:ext cx="0" cy="0"/>
          <a:chOff x="0" y="0"/>
          <a:chExt cx="0" cy="0"/>
        </a:xfrm>
      </p:grpSpPr>
      <p:sp>
        <p:nvSpPr>
          <p:cNvPr id="1085" name="Google Shape;1085;p93"/>
          <p:cNvSpPr txBox="1"/>
          <p:nvPr>
            <p:ph idx="1" type="subTitle"/>
          </p:nvPr>
        </p:nvSpPr>
        <p:spPr>
          <a:xfrm>
            <a:off x="337825" y="614856"/>
            <a:ext cx="3982200" cy="2700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SzPts val="1800"/>
              <a:buNone/>
            </a:pPr>
            <a:r>
              <a:rPr lang="en-GB"/>
              <a:t>Demonstration</a:t>
            </a:r>
            <a:endParaRPr/>
          </a:p>
        </p:txBody>
      </p:sp>
      <p:sp>
        <p:nvSpPr>
          <p:cNvPr id="1086" name="Google Shape;1086;p93"/>
          <p:cNvSpPr txBox="1"/>
          <p:nvPr>
            <p:ph idx="2" type="subTitle"/>
          </p:nvPr>
        </p:nvSpPr>
        <p:spPr>
          <a:xfrm>
            <a:off x="4824000" y="614856"/>
            <a:ext cx="3982200" cy="3441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SzPts val="1800"/>
              <a:buNone/>
            </a:pPr>
            <a:r>
              <a:rPr lang="en-GB"/>
              <a:t>You do</a:t>
            </a:r>
            <a:endParaRPr/>
          </a:p>
        </p:txBody>
      </p:sp>
      <p:sp>
        <p:nvSpPr>
          <p:cNvPr id="1087" name="Google Shape;1087;p93"/>
          <p:cNvSpPr txBox="1"/>
          <p:nvPr>
            <p:ph type="title"/>
          </p:nvPr>
        </p:nvSpPr>
        <p:spPr>
          <a:xfrm>
            <a:off x="324000" y="0"/>
            <a:ext cx="7450500" cy="6135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2000"/>
              <a:buNone/>
            </a:pPr>
            <a:r>
              <a:rPr lang="en-GB"/>
              <a:t>Using tracing paper to reflect objects</a:t>
            </a:r>
            <a:endParaRPr/>
          </a:p>
        </p:txBody>
      </p:sp>
      <p:pic>
        <p:nvPicPr>
          <p:cNvPr id="1088" name="Google Shape;1088;p93"/>
          <p:cNvPicPr preferRelativeResize="0"/>
          <p:nvPr/>
        </p:nvPicPr>
        <p:blipFill rotWithShape="1">
          <a:blip r:embed="rId3">
            <a:alphaModFix/>
          </a:blip>
          <a:srcRect b="0" l="0" r="0" t="0"/>
          <a:stretch/>
        </p:blipFill>
        <p:spPr>
          <a:xfrm>
            <a:off x="1160288" y="958956"/>
            <a:ext cx="2337275" cy="2344625"/>
          </a:xfrm>
          <a:prstGeom prst="rect">
            <a:avLst/>
          </a:prstGeom>
          <a:noFill/>
          <a:ln>
            <a:noFill/>
          </a:ln>
        </p:spPr>
      </p:pic>
      <p:sp>
        <p:nvSpPr>
          <p:cNvPr id="1089" name="Google Shape;1089;p93"/>
          <p:cNvSpPr txBox="1"/>
          <p:nvPr/>
        </p:nvSpPr>
        <p:spPr>
          <a:xfrm>
            <a:off x="324000" y="3502800"/>
            <a:ext cx="3572700" cy="13611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800"/>
              <a:buFont typeface="Arial"/>
              <a:buNone/>
            </a:pPr>
            <a:r>
              <a:rPr b="0" i="0" lang="en-GB" sz="1800" u="none" cap="none" strike="noStrike">
                <a:solidFill>
                  <a:srgbClr val="000000"/>
                </a:solidFill>
                <a:latin typeface="Lexend"/>
                <a:ea typeface="Lexend"/>
                <a:cs typeface="Lexend"/>
                <a:sym typeface="Lexend"/>
              </a:rPr>
              <a:t>Plot a × on the line of reflection.</a:t>
            </a:r>
            <a:endParaRPr b="0" i="0" sz="1800" u="none" cap="none" strike="noStrike">
              <a:solidFill>
                <a:srgbClr val="000000"/>
              </a:solidFill>
              <a:latin typeface="Lexend"/>
              <a:ea typeface="Lexend"/>
              <a:cs typeface="Lexend"/>
              <a:sym typeface="Lexend"/>
            </a:endParaRPr>
          </a:p>
          <a:p>
            <a:pPr indent="0" lvl="0" marL="0" marR="0" rtl="0" algn="l">
              <a:lnSpc>
                <a:spcPct val="115000"/>
              </a:lnSpc>
              <a:spcBef>
                <a:spcPts val="1000"/>
              </a:spcBef>
              <a:spcAft>
                <a:spcPts val="1000"/>
              </a:spcAft>
              <a:buClr>
                <a:srgbClr val="000000"/>
              </a:buClr>
              <a:buSzPts val="1800"/>
              <a:buFont typeface="Arial"/>
              <a:buNone/>
            </a:pPr>
            <a:r>
              <a:rPr b="0" i="0" lang="en-GB" sz="1800" u="none" cap="none" strike="noStrike">
                <a:solidFill>
                  <a:srgbClr val="000000"/>
                </a:solidFill>
                <a:latin typeface="Lexend"/>
                <a:ea typeface="Lexend"/>
                <a:cs typeface="Lexend"/>
                <a:sym typeface="Lexend"/>
              </a:rPr>
              <a:t>Put tracing paper over the object and trace over the object, line of reflection, and ×.</a:t>
            </a:r>
            <a:endParaRPr b="0" i="0" sz="1800" u="none" cap="none" strike="noStrike">
              <a:solidFill>
                <a:srgbClr val="000000"/>
              </a:solidFill>
              <a:latin typeface="Lexend"/>
              <a:ea typeface="Lexend"/>
              <a:cs typeface="Lexend"/>
              <a:sym typeface="Lexend"/>
            </a:endParaRPr>
          </a:p>
        </p:txBody>
      </p:sp>
      <p:pic>
        <p:nvPicPr>
          <p:cNvPr id="1090" name="Google Shape;1090;p93"/>
          <p:cNvPicPr preferRelativeResize="0"/>
          <p:nvPr/>
        </p:nvPicPr>
        <p:blipFill rotWithShape="1">
          <a:blip r:embed="rId4">
            <a:alphaModFix/>
          </a:blip>
          <a:srcRect b="0" l="0" r="0" t="0"/>
          <a:stretch/>
        </p:blipFill>
        <p:spPr>
          <a:xfrm>
            <a:off x="5545301" y="958967"/>
            <a:ext cx="2539600" cy="2344613"/>
          </a:xfrm>
          <a:prstGeom prst="rect">
            <a:avLst/>
          </a:prstGeom>
          <a:noFill/>
          <a:ln>
            <a:noFill/>
          </a:ln>
        </p:spPr>
      </p:pic>
      <p:sp>
        <p:nvSpPr>
          <p:cNvPr id="1091" name="Google Shape;1091;p93"/>
          <p:cNvSpPr/>
          <p:nvPr/>
        </p:nvSpPr>
        <p:spPr>
          <a:xfrm>
            <a:off x="2178062" y="1975642"/>
            <a:ext cx="292200" cy="292200"/>
          </a:xfrm>
          <a:prstGeom prst="mathMultiply">
            <a:avLst>
              <a:gd fmla="val 9754"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2" name="Google Shape;1092;p93"/>
          <p:cNvSpPr/>
          <p:nvPr/>
        </p:nvSpPr>
        <p:spPr>
          <a:xfrm>
            <a:off x="850900" y="916606"/>
            <a:ext cx="2502000" cy="2245800"/>
          </a:xfrm>
          <a:prstGeom prst="rect">
            <a:avLst/>
          </a:prstGeom>
          <a:solidFill>
            <a:srgbClr val="FDF3CB">
              <a:alpha val="4000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cxnSp>
        <p:nvCxnSpPr>
          <p:cNvPr id="1093" name="Google Shape;1093;p93"/>
          <p:cNvCxnSpPr/>
          <p:nvPr/>
        </p:nvCxnSpPr>
        <p:spPr>
          <a:xfrm rot="5400000">
            <a:off x="1087581" y="1025091"/>
            <a:ext cx="2337600" cy="2337600"/>
          </a:xfrm>
          <a:prstGeom prst="straightConnector1">
            <a:avLst/>
          </a:prstGeom>
          <a:noFill/>
          <a:ln cap="flat" cmpd="sng" w="38100">
            <a:solidFill>
              <a:schemeClr val="dk1"/>
            </a:solidFill>
            <a:prstDash val="dash"/>
            <a:round/>
            <a:headEnd len="sm" w="sm" type="none"/>
            <a:tailEnd len="sm" w="sm" type="none"/>
          </a:ln>
        </p:spPr>
      </p:cxnSp>
      <p:sp>
        <p:nvSpPr>
          <p:cNvPr id="1094" name="Google Shape;1094;p93"/>
          <p:cNvSpPr/>
          <p:nvPr/>
        </p:nvSpPr>
        <p:spPr>
          <a:xfrm flipH="1" rot="5400000">
            <a:off x="2209693" y="2009883"/>
            <a:ext cx="228900" cy="228900"/>
          </a:xfrm>
          <a:prstGeom prst="mathMultiply">
            <a:avLst>
              <a:gd fmla="val 21722"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5" name="Google Shape;1095;p93"/>
          <p:cNvSpPr/>
          <p:nvPr/>
        </p:nvSpPr>
        <p:spPr>
          <a:xfrm flipH="1" rot="5400000">
            <a:off x="993478" y="1233984"/>
            <a:ext cx="1110731" cy="669451"/>
          </a:xfrm>
          <a:custGeom>
            <a:rect b="b" l="l" r="r" t="t"/>
            <a:pathLst>
              <a:path extrusionOk="0" h="1401991" w="929482">
                <a:moveTo>
                  <a:pt x="0" y="8166"/>
                </a:moveTo>
                <a:lnTo>
                  <a:pt x="2382" y="1401991"/>
                </a:lnTo>
                <a:lnTo>
                  <a:pt x="929482" y="1401991"/>
                </a:lnTo>
                <a:cubicBezTo>
                  <a:pt x="929454" y="934661"/>
                  <a:pt x="929426" y="467330"/>
                  <a:pt x="929398" y="0"/>
                </a:cubicBezTo>
                <a:lnTo>
                  <a:pt x="0" y="8166"/>
                </a:lnTo>
                <a:close/>
              </a:path>
            </a:pathLst>
          </a:custGeom>
          <a:noFill/>
          <a:ln cap="flat" cmpd="sng" w="38100">
            <a:solidFill>
              <a:schemeClr val="dk1"/>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9" name="Shape 1099"/>
        <p:cNvGrpSpPr/>
        <p:nvPr/>
      </p:nvGrpSpPr>
      <p:grpSpPr>
        <a:xfrm>
          <a:off x="0" y="0"/>
          <a:ext cx="0" cy="0"/>
          <a:chOff x="0" y="0"/>
          <a:chExt cx="0" cy="0"/>
        </a:xfrm>
      </p:grpSpPr>
      <p:sp>
        <p:nvSpPr>
          <p:cNvPr id="1100" name="Google Shape;1100;p94"/>
          <p:cNvSpPr txBox="1"/>
          <p:nvPr>
            <p:ph idx="1" type="subTitle"/>
          </p:nvPr>
        </p:nvSpPr>
        <p:spPr>
          <a:xfrm>
            <a:off x="337825" y="614856"/>
            <a:ext cx="3982200" cy="2700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SzPts val="1800"/>
              <a:buNone/>
            </a:pPr>
            <a:r>
              <a:rPr lang="en-GB"/>
              <a:t>Demonstration</a:t>
            </a:r>
            <a:endParaRPr/>
          </a:p>
        </p:txBody>
      </p:sp>
      <p:sp>
        <p:nvSpPr>
          <p:cNvPr id="1101" name="Google Shape;1101;p94"/>
          <p:cNvSpPr txBox="1"/>
          <p:nvPr>
            <p:ph idx="2" type="subTitle"/>
          </p:nvPr>
        </p:nvSpPr>
        <p:spPr>
          <a:xfrm>
            <a:off x="4824000" y="614856"/>
            <a:ext cx="3982200" cy="3441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SzPts val="1800"/>
              <a:buNone/>
            </a:pPr>
            <a:r>
              <a:rPr lang="en-GB"/>
              <a:t>You do</a:t>
            </a:r>
            <a:endParaRPr/>
          </a:p>
        </p:txBody>
      </p:sp>
      <p:sp>
        <p:nvSpPr>
          <p:cNvPr id="1102" name="Google Shape;1102;p94"/>
          <p:cNvSpPr txBox="1"/>
          <p:nvPr>
            <p:ph type="title"/>
          </p:nvPr>
        </p:nvSpPr>
        <p:spPr>
          <a:xfrm>
            <a:off x="324000" y="0"/>
            <a:ext cx="7450500" cy="6135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2000"/>
              <a:buNone/>
            </a:pPr>
            <a:r>
              <a:rPr lang="en-GB"/>
              <a:t>Using tracing paper to reflect objects</a:t>
            </a:r>
            <a:endParaRPr/>
          </a:p>
        </p:txBody>
      </p:sp>
      <p:pic>
        <p:nvPicPr>
          <p:cNvPr id="1103" name="Google Shape;1103;p94"/>
          <p:cNvPicPr preferRelativeResize="0"/>
          <p:nvPr/>
        </p:nvPicPr>
        <p:blipFill rotWithShape="1">
          <a:blip r:embed="rId3">
            <a:alphaModFix/>
          </a:blip>
          <a:srcRect b="0" l="0" r="0" t="0"/>
          <a:stretch/>
        </p:blipFill>
        <p:spPr>
          <a:xfrm>
            <a:off x="1160288" y="958956"/>
            <a:ext cx="2337275" cy="2344625"/>
          </a:xfrm>
          <a:prstGeom prst="rect">
            <a:avLst/>
          </a:prstGeom>
          <a:noFill/>
          <a:ln>
            <a:noFill/>
          </a:ln>
        </p:spPr>
      </p:pic>
      <p:sp>
        <p:nvSpPr>
          <p:cNvPr id="1104" name="Google Shape;1104;p94"/>
          <p:cNvSpPr txBox="1"/>
          <p:nvPr/>
        </p:nvSpPr>
        <p:spPr>
          <a:xfrm>
            <a:off x="324000" y="3502800"/>
            <a:ext cx="3572700" cy="10425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800"/>
              <a:buFont typeface="Arial"/>
              <a:buNone/>
            </a:pPr>
            <a:r>
              <a:rPr b="0" i="0" lang="en-GB" sz="1800" u="none" cap="none" strike="noStrike">
                <a:solidFill>
                  <a:srgbClr val="000000"/>
                </a:solidFill>
                <a:latin typeface="Lexend"/>
                <a:ea typeface="Lexend"/>
                <a:cs typeface="Lexend"/>
                <a:sym typeface="Lexend"/>
              </a:rPr>
              <a:t>Flip the tracing paper.</a:t>
            </a:r>
            <a:endParaRPr b="0" i="0" sz="1800" u="none" cap="none" strike="noStrike">
              <a:solidFill>
                <a:srgbClr val="000000"/>
              </a:solidFill>
              <a:latin typeface="Lexend"/>
              <a:ea typeface="Lexend"/>
              <a:cs typeface="Lexend"/>
              <a:sym typeface="Lexend"/>
            </a:endParaRPr>
          </a:p>
          <a:p>
            <a:pPr indent="0" lvl="0" marL="0" marR="0" rtl="0" algn="l">
              <a:lnSpc>
                <a:spcPct val="115000"/>
              </a:lnSpc>
              <a:spcBef>
                <a:spcPts val="1000"/>
              </a:spcBef>
              <a:spcAft>
                <a:spcPts val="1000"/>
              </a:spcAft>
              <a:buClr>
                <a:srgbClr val="000000"/>
              </a:buClr>
              <a:buSzPts val="1800"/>
              <a:buFont typeface="Arial"/>
              <a:buNone/>
            </a:pPr>
            <a:r>
              <a:rPr b="0" i="0" lang="en-GB" sz="1800" u="none" cap="none" strike="noStrike">
                <a:solidFill>
                  <a:srgbClr val="000000"/>
                </a:solidFill>
                <a:latin typeface="Lexend"/>
                <a:ea typeface="Lexend"/>
                <a:cs typeface="Lexend"/>
                <a:sym typeface="Lexend"/>
              </a:rPr>
              <a:t>Line up the line of reflection and ×.</a:t>
            </a:r>
            <a:endParaRPr b="0" i="0" sz="1800" u="none" cap="none" strike="noStrike">
              <a:solidFill>
                <a:srgbClr val="000000"/>
              </a:solidFill>
              <a:latin typeface="Lexend"/>
              <a:ea typeface="Lexend"/>
              <a:cs typeface="Lexend"/>
              <a:sym typeface="Lexend"/>
            </a:endParaRPr>
          </a:p>
        </p:txBody>
      </p:sp>
      <p:pic>
        <p:nvPicPr>
          <p:cNvPr id="1105" name="Google Shape;1105;p94"/>
          <p:cNvPicPr preferRelativeResize="0"/>
          <p:nvPr/>
        </p:nvPicPr>
        <p:blipFill rotWithShape="1">
          <a:blip r:embed="rId4">
            <a:alphaModFix/>
          </a:blip>
          <a:srcRect b="0" l="0" r="0" t="0"/>
          <a:stretch/>
        </p:blipFill>
        <p:spPr>
          <a:xfrm>
            <a:off x="5545301" y="958967"/>
            <a:ext cx="2539600" cy="2344613"/>
          </a:xfrm>
          <a:prstGeom prst="rect">
            <a:avLst/>
          </a:prstGeom>
          <a:noFill/>
          <a:ln>
            <a:noFill/>
          </a:ln>
        </p:spPr>
      </p:pic>
      <p:sp>
        <p:nvSpPr>
          <p:cNvPr id="1106" name="Google Shape;1106;p94"/>
          <p:cNvSpPr/>
          <p:nvPr/>
        </p:nvSpPr>
        <p:spPr>
          <a:xfrm>
            <a:off x="2178062" y="1975642"/>
            <a:ext cx="292200" cy="292200"/>
          </a:xfrm>
          <a:prstGeom prst="mathMultiply">
            <a:avLst>
              <a:gd fmla="val 9754"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107" name="Google Shape;1107;p94"/>
          <p:cNvGrpSpPr/>
          <p:nvPr/>
        </p:nvGrpSpPr>
        <p:grpSpPr>
          <a:xfrm>
            <a:off x="1087681" y="1019783"/>
            <a:ext cx="2446085" cy="2409855"/>
            <a:chOff x="1087681" y="1019783"/>
            <a:chExt cx="2446085" cy="2409855"/>
          </a:xfrm>
        </p:grpSpPr>
        <p:grpSp>
          <p:nvGrpSpPr>
            <p:cNvPr id="1108" name="Google Shape;1108;p94"/>
            <p:cNvGrpSpPr/>
            <p:nvPr/>
          </p:nvGrpSpPr>
          <p:grpSpPr>
            <a:xfrm flipH="1" rot="5400000">
              <a:off x="1105797" y="1001668"/>
              <a:ext cx="2409855" cy="2446085"/>
              <a:chOff x="1015326" y="916606"/>
              <a:chExt cx="2409855" cy="2446085"/>
            </a:xfrm>
          </p:grpSpPr>
          <p:sp>
            <p:nvSpPr>
              <p:cNvPr id="1109" name="Google Shape;1109;p94"/>
              <p:cNvSpPr/>
              <p:nvPr/>
            </p:nvSpPr>
            <p:spPr>
              <a:xfrm>
                <a:off x="1015326" y="916606"/>
                <a:ext cx="2337600" cy="2245800"/>
              </a:xfrm>
              <a:prstGeom prst="rect">
                <a:avLst/>
              </a:prstGeom>
              <a:solidFill>
                <a:srgbClr val="FDF3CB">
                  <a:alpha val="4000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cxnSp>
            <p:nvCxnSpPr>
              <p:cNvPr id="1110" name="Google Shape;1110;p94"/>
              <p:cNvCxnSpPr/>
              <p:nvPr/>
            </p:nvCxnSpPr>
            <p:spPr>
              <a:xfrm rot="5400000">
                <a:off x="1087581" y="1025091"/>
                <a:ext cx="2337600" cy="2337600"/>
              </a:xfrm>
              <a:prstGeom prst="straightConnector1">
                <a:avLst/>
              </a:prstGeom>
              <a:noFill/>
              <a:ln cap="flat" cmpd="sng" w="38100">
                <a:solidFill>
                  <a:schemeClr val="dk1"/>
                </a:solidFill>
                <a:prstDash val="dash"/>
                <a:round/>
                <a:headEnd len="sm" w="sm" type="none"/>
                <a:tailEnd len="sm" w="sm" type="none"/>
              </a:ln>
            </p:spPr>
          </p:cxnSp>
          <p:sp>
            <p:nvSpPr>
              <p:cNvPr id="1111" name="Google Shape;1111;p94"/>
              <p:cNvSpPr/>
              <p:nvPr/>
            </p:nvSpPr>
            <p:spPr>
              <a:xfrm flipH="1" rot="5400000">
                <a:off x="2209693" y="2009883"/>
                <a:ext cx="228900" cy="228900"/>
              </a:xfrm>
              <a:prstGeom prst="mathMultiply">
                <a:avLst>
                  <a:gd fmla="val 21722"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112" name="Google Shape;1112;p94"/>
            <p:cNvSpPr/>
            <p:nvPr/>
          </p:nvSpPr>
          <p:spPr>
            <a:xfrm flipH="1">
              <a:off x="2323193" y="2562516"/>
              <a:ext cx="1110731" cy="669451"/>
            </a:xfrm>
            <a:custGeom>
              <a:rect b="b" l="l" r="r" t="t"/>
              <a:pathLst>
                <a:path extrusionOk="0" h="1401991" w="929482">
                  <a:moveTo>
                    <a:pt x="0" y="8166"/>
                  </a:moveTo>
                  <a:lnTo>
                    <a:pt x="2382" y="1401991"/>
                  </a:lnTo>
                  <a:lnTo>
                    <a:pt x="929482" y="1401991"/>
                  </a:lnTo>
                  <a:cubicBezTo>
                    <a:pt x="929454" y="934661"/>
                    <a:pt x="929426" y="467330"/>
                    <a:pt x="929398" y="0"/>
                  </a:cubicBezTo>
                  <a:lnTo>
                    <a:pt x="0" y="8166"/>
                  </a:lnTo>
                  <a:close/>
                </a:path>
              </a:pathLst>
            </a:custGeom>
            <a:noFill/>
            <a:ln cap="flat" cmpd="sng" w="38100">
              <a:solidFill>
                <a:schemeClr val="dk1"/>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6" name="Shape 1116"/>
        <p:cNvGrpSpPr/>
        <p:nvPr/>
      </p:nvGrpSpPr>
      <p:grpSpPr>
        <a:xfrm>
          <a:off x="0" y="0"/>
          <a:ext cx="0" cy="0"/>
          <a:chOff x="0" y="0"/>
          <a:chExt cx="0" cy="0"/>
        </a:xfrm>
      </p:grpSpPr>
      <p:sp>
        <p:nvSpPr>
          <p:cNvPr id="1117" name="Google Shape;1117;p95"/>
          <p:cNvSpPr txBox="1"/>
          <p:nvPr>
            <p:ph idx="1" type="subTitle"/>
          </p:nvPr>
        </p:nvSpPr>
        <p:spPr>
          <a:xfrm>
            <a:off x="337825" y="614856"/>
            <a:ext cx="3982200" cy="2700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SzPts val="1800"/>
              <a:buNone/>
            </a:pPr>
            <a:r>
              <a:rPr lang="en-GB"/>
              <a:t>Demonstration</a:t>
            </a:r>
            <a:endParaRPr/>
          </a:p>
        </p:txBody>
      </p:sp>
      <p:sp>
        <p:nvSpPr>
          <p:cNvPr id="1118" name="Google Shape;1118;p95"/>
          <p:cNvSpPr txBox="1"/>
          <p:nvPr>
            <p:ph idx="2" type="subTitle"/>
          </p:nvPr>
        </p:nvSpPr>
        <p:spPr>
          <a:xfrm>
            <a:off x="4824000" y="614856"/>
            <a:ext cx="3982200" cy="3441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SzPts val="1800"/>
              <a:buNone/>
            </a:pPr>
            <a:r>
              <a:rPr lang="en-GB"/>
              <a:t>You do</a:t>
            </a:r>
            <a:endParaRPr/>
          </a:p>
        </p:txBody>
      </p:sp>
      <p:sp>
        <p:nvSpPr>
          <p:cNvPr id="1119" name="Google Shape;1119;p95"/>
          <p:cNvSpPr txBox="1"/>
          <p:nvPr>
            <p:ph type="title"/>
          </p:nvPr>
        </p:nvSpPr>
        <p:spPr>
          <a:xfrm>
            <a:off x="324000" y="0"/>
            <a:ext cx="7450500" cy="6135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2000"/>
              <a:buNone/>
            </a:pPr>
            <a:r>
              <a:rPr lang="en-GB"/>
              <a:t>Using tracing paper to reflect objects</a:t>
            </a:r>
            <a:endParaRPr/>
          </a:p>
        </p:txBody>
      </p:sp>
      <p:sp>
        <p:nvSpPr>
          <p:cNvPr id="1120" name="Google Shape;1120;p95"/>
          <p:cNvSpPr txBox="1"/>
          <p:nvPr/>
        </p:nvSpPr>
        <p:spPr>
          <a:xfrm>
            <a:off x="324000" y="3502800"/>
            <a:ext cx="3572700" cy="9144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1000"/>
              </a:spcAft>
              <a:buClr>
                <a:srgbClr val="000000"/>
              </a:buClr>
              <a:buSzPts val="1800"/>
              <a:buFont typeface="Arial"/>
              <a:buNone/>
            </a:pPr>
            <a:r>
              <a:rPr b="0" i="0" lang="en-GB" sz="1800" u="none" cap="none" strike="noStrike">
                <a:solidFill>
                  <a:srgbClr val="000000"/>
                </a:solidFill>
                <a:latin typeface="Lexend"/>
                <a:ea typeface="Lexend"/>
                <a:cs typeface="Lexend"/>
                <a:sym typeface="Lexend"/>
              </a:rPr>
              <a:t>Push hard with your pencil onto each vertex of the image on the tracing paper.</a:t>
            </a:r>
            <a:endParaRPr b="0" i="0" sz="1800" u="none" cap="none" strike="noStrike">
              <a:solidFill>
                <a:srgbClr val="000000"/>
              </a:solidFill>
              <a:latin typeface="Lexend"/>
              <a:ea typeface="Lexend"/>
              <a:cs typeface="Lexend"/>
              <a:sym typeface="Lexend"/>
            </a:endParaRPr>
          </a:p>
        </p:txBody>
      </p:sp>
      <p:pic>
        <p:nvPicPr>
          <p:cNvPr id="1121" name="Google Shape;1121;p95"/>
          <p:cNvPicPr preferRelativeResize="0"/>
          <p:nvPr/>
        </p:nvPicPr>
        <p:blipFill rotWithShape="1">
          <a:blip r:embed="rId3">
            <a:alphaModFix/>
          </a:blip>
          <a:srcRect b="0" l="0" r="0" t="0"/>
          <a:stretch/>
        </p:blipFill>
        <p:spPr>
          <a:xfrm>
            <a:off x="1160288" y="958956"/>
            <a:ext cx="2337275" cy="2344625"/>
          </a:xfrm>
          <a:prstGeom prst="rect">
            <a:avLst/>
          </a:prstGeom>
          <a:noFill/>
          <a:ln>
            <a:noFill/>
          </a:ln>
        </p:spPr>
      </p:pic>
      <p:pic>
        <p:nvPicPr>
          <p:cNvPr id="1122" name="Google Shape;1122;p95"/>
          <p:cNvPicPr preferRelativeResize="0"/>
          <p:nvPr/>
        </p:nvPicPr>
        <p:blipFill rotWithShape="1">
          <a:blip r:embed="rId4">
            <a:alphaModFix/>
          </a:blip>
          <a:srcRect b="0" l="0" r="0" t="0"/>
          <a:stretch/>
        </p:blipFill>
        <p:spPr>
          <a:xfrm>
            <a:off x="5545301" y="958967"/>
            <a:ext cx="2539600" cy="2344613"/>
          </a:xfrm>
          <a:prstGeom prst="rect">
            <a:avLst/>
          </a:prstGeom>
          <a:noFill/>
          <a:ln>
            <a:noFill/>
          </a:ln>
        </p:spPr>
      </p:pic>
      <p:sp>
        <p:nvSpPr>
          <p:cNvPr id="1123" name="Google Shape;1123;p95"/>
          <p:cNvSpPr/>
          <p:nvPr/>
        </p:nvSpPr>
        <p:spPr>
          <a:xfrm>
            <a:off x="2178062" y="1975642"/>
            <a:ext cx="292200" cy="292200"/>
          </a:xfrm>
          <a:prstGeom prst="mathMultiply">
            <a:avLst>
              <a:gd fmla="val 9754"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124" name="Google Shape;1124;p95"/>
          <p:cNvGrpSpPr/>
          <p:nvPr/>
        </p:nvGrpSpPr>
        <p:grpSpPr>
          <a:xfrm>
            <a:off x="1087681" y="1019783"/>
            <a:ext cx="2446085" cy="2409855"/>
            <a:chOff x="1087681" y="1019783"/>
            <a:chExt cx="2446085" cy="2409855"/>
          </a:xfrm>
        </p:grpSpPr>
        <p:grpSp>
          <p:nvGrpSpPr>
            <p:cNvPr id="1125" name="Google Shape;1125;p95"/>
            <p:cNvGrpSpPr/>
            <p:nvPr/>
          </p:nvGrpSpPr>
          <p:grpSpPr>
            <a:xfrm flipH="1" rot="5400000">
              <a:off x="1105797" y="1001668"/>
              <a:ext cx="2409855" cy="2446085"/>
              <a:chOff x="1015326" y="916606"/>
              <a:chExt cx="2409855" cy="2446085"/>
            </a:xfrm>
          </p:grpSpPr>
          <p:sp>
            <p:nvSpPr>
              <p:cNvPr id="1126" name="Google Shape;1126;p95"/>
              <p:cNvSpPr/>
              <p:nvPr/>
            </p:nvSpPr>
            <p:spPr>
              <a:xfrm>
                <a:off x="1015326" y="916606"/>
                <a:ext cx="2337600" cy="2245800"/>
              </a:xfrm>
              <a:prstGeom prst="rect">
                <a:avLst/>
              </a:prstGeom>
              <a:solidFill>
                <a:srgbClr val="FDF3CB">
                  <a:alpha val="4000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cxnSp>
            <p:nvCxnSpPr>
              <p:cNvPr id="1127" name="Google Shape;1127;p95"/>
              <p:cNvCxnSpPr/>
              <p:nvPr/>
            </p:nvCxnSpPr>
            <p:spPr>
              <a:xfrm rot="5400000">
                <a:off x="1087581" y="1025091"/>
                <a:ext cx="2337600" cy="2337600"/>
              </a:xfrm>
              <a:prstGeom prst="straightConnector1">
                <a:avLst/>
              </a:prstGeom>
              <a:noFill/>
              <a:ln cap="flat" cmpd="sng" w="38100">
                <a:solidFill>
                  <a:schemeClr val="dk1"/>
                </a:solidFill>
                <a:prstDash val="dash"/>
                <a:round/>
                <a:headEnd len="sm" w="sm" type="none"/>
                <a:tailEnd len="sm" w="sm" type="none"/>
              </a:ln>
            </p:spPr>
          </p:cxnSp>
          <p:sp>
            <p:nvSpPr>
              <p:cNvPr id="1128" name="Google Shape;1128;p95"/>
              <p:cNvSpPr/>
              <p:nvPr/>
            </p:nvSpPr>
            <p:spPr>
              <a:xfrm flipH="1" rot="5400000">
                <a:off x="2209693" y="2009883"/>
                <a:ext cx="228900" cy="228900"/>
              </a:xfrm>
              <a:prstGeom prst="mathMultiply">
                <a:avLst>
                  <a:gd fmla="val 21722"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129" name="Google Shape;1129;p95"/>
            <p:cNvSpPr/>
            <p:nvPr/>
          </p:nvSpPr>
          <p:spPr>
            <a:xfrm flipH="1">
              <a:off x="2323193" y="2562516"/>
              <a:ext cx="1110731" cy="669451"/>
            </a:xfrm>
            <a:custGeom>
              <a:rect b="b" l="l" r="r" t="t"/>
              <a:pathLst>
                <a:path extrusionOk="0" h="1401991" w="929482">
                  <a:moveTo>
                    <a:pt x="0" y="8166"/>
                  </a:moveTo>
                  <a:lnTo>
                    <a:pt x="2382" y="1401991"/>
                  </a:lnTo>
                  <a:lnTo>
                    <a:pt x="929482" y="1401991"/>
                  </a:lnTo>
                  <a:cubicBezTo>
                    <a:pt x="929454" y="934661"/>
                    <a:pt x="929426" y="467330"/>
                    <a:pt x="929398" y="0"/>
                  </a:cubicBezTo>
                  <a:lnTo>
                    <a:pt x="0" y="8166"/>
                  </a:lnTo>
                  <a:close/>
                </a:path>
              </a:pathLst>
            </a:custGeom>
            <a:noFill/>
            <a:ln cap="flat" cmpd="sng" w="38100">
              <a:solidFill>
                <a:schemeClr val="dk1"/>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pic>
        <p:nvPicPr>
          <p:cNvPr id="1130" name="Google Shape;1130;p95"/>
          <p:cNvPicPr preferRelativeResize="0"/>
          <p:nvPr/>
        </p:nvPicPr>
        <p:blipFill rotWithShape="1">
          <a:blip r:embed="rId5">
            <a:alphaModFix/>
          </a:blip>
          <a:srcRect b="52355" l="46456" r="47350" t="10323"/>
          <a:stretch/>
        </p:blipFill>
        <p:spPr>
          <a:xfrm rot="9203412">
            <a:off x="3112289" y="1770726"/>
            <a:ext cx="278535" cy="846208"/>
          </a:xfrm>
          <a:prstGeom prst="rect">
            <a:avLst/>
          </a:prstGeom>
          <a:noFill/>
          <a:ln>
            <a:noFill/>
          </a:ln>
        </p:spPr>
      </p:pic>
      <p:sp>
        <p:nvSpPr>
          <p:cNvPr id="1131" name="Google Shape;1131;p95"/>
          <p:cNvSpPr/>
          <p:nvPr/>
        </p:nvSpPr>
        <p:spPr>
          <a:xfrm>
            <a:off x="3397159" y="2515629"/>
            <a:ext cx="76200" cy="76200"/>
          </a:xfrm>
          <a:prstGeom prst="ellipse">
            <a:avLst/>
          </a:prstGeom>
          <a:solidFill>
            <a:schemeClr val="dk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1132" name="Google Shape;1132;p95"/>
          <p:cNvPicPr preferRelativeResize="0"/>
          <p:nvPr/>
        </p:nvPicPr>
        <p:blipFill rotWithShape="1">
          <a:blip r:embed="rId5">
            <a:alphaModFix/>
          </a:blip>
          <a:srcRect b="52355" l="46456" r="47350" t="10323"/>
          <a:stretch/>
        </p:blipFill>
        <p:spPr>
          <a:xfrm rot="9203412">
            <a:off x="3112289" y="2450388"/>
            <a:ext cx="278535" cy="846208"/>
          </a:xfrm>
          <a:prstGeom prst="rect">
            <a:avLst/>
          </a:prstGeom>
          <a:noFill/>
          <a:ln>
            <a:noFill/>
          </a:ln>
        </p:spPr>
      </p:pic>
      <p:sp>
        <p:nvSpPr>
          <p:cNvPr id="1133" name="Google Shape;1133;p95"/>
          <p:cNvSpPr/>
          <p:nvPr/>
        </p:nvSpPr>
        <p:spPr>
          <a:xfrm>
            <a:off x="3397159" y="3195291"/>
            <a:ext cx="76200" cy="76200"/>
          </a:xfrm>
          <a:prstGeom prst="ellipse">
            <a:avLst/>
          </a:prstGeom>
          <a:solidFill>
            <a:schemeClr val="dk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1134" name="Google Shape;1134;p95"/>
          <p:cNvPicPr preferRelativeResize="0"/>
          <p:nvPr/>
        </p:nvPicPr>
        <p:blipFill rotWithShape="1">
          <a:blip r:embed="rId5">
            <a:alphaModFix/>
          </a:blip>
          <a:srcRect b="52355" l="46456" r="47350" t="10323"/>
          <a:stretch/>
        </p:blipFill>
        <p:spPr>
          <a:xfrm rot="9203412">
            <a:off x="2016966" y="2430949"/>
            <a:ext cx="278535" cy="846208"/>
          </a:xfrm>
          <a:prstGeom prst="rect">
            <a:avLst/>
          </a:prstGeom>
          <a:noFill/>
          <a:ln>
            <a:noFill/>
          </a:ln>
        </p:spPr>
      </p:pic>
      <p:sp>
        <p:nvSpPr>
          <p:cNvPr id="1135" name="Google Shape;1135;p95"/>
          <p:cNvSpPr/>
          <p:nvPr/>
        </p:nvSpPr>
        <p:spPr>
          <a:xfrm>
            <a:off x="2301836" y="3175852"/>
            <a:ext cx="76200" cy="76200"/>
          </a:xfrm>
          <a:prstGeom prst="ellipse">
            <a:avLst/>
          </a:prstGeom>
          <a:solidFill>
            <a:schemeClr val="dk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1136" name="Google Shape;1136;p95"/>
          <p:cNvPicPr preferRelativeResize="0"/>
          <p:nvPr/>
        </p:nvPicPr>
        <p:blipFill rotWithShape="1">
          <a:blip r:embed="rId5">
            <a:alphaModFix/>
          </a:blip>
          <a:srcRect b="52355" l="46456" r="47350" t="10323"/>
          <a:stretch/>
        </p:blipFill>
        <p:spPr>
          <a:xfrm rot="9203412">
            <a:off x="2008387" y="1796849"/>
            <a:ext cx="278535" cy="846208"/>
          </a:xfrm>
          <a:prstGeom prst="rect">
            <a:avLst/>
          </a:prstGeom>
          <a:noFill/>
          <a:ln>
            <a:noFill/>
          </a:ln>
        </p:spPr>
      </p:pic>
      <p:sp>
        <p:nvSpPr>
          <p:cNvPr id="1137" name="Google Shape;1137;p95"/>
          <p:cNvSpPr/>
          <p:nvPr/>
        </p:nvSpPr>
        <p:spPr>
          <a:xfrm>
            <a:off x="2293257" y="2541752"/>
            <a:ext cx="76200" cy="76200"/>
          </a:xfrm>
          <a:prstGeom prst="ellipse">
            <a:avLst/>
          </a:prstGeom>
          <a:solidFill>
            <a:schemeClr val="dk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31"/>
                                        </p:tgtEl>
                                        <p:attrNameLst>
                                          <p:attrName>style.visibility</p:attrName>
                                        </p:attrNameLst>
                                      </p:cBhvr>
                                      <p:to>
                                        <p:strVal val="visible"/>
                                      </p:to>
                                    </p:set>
                                  </p:childTnLst>
                                </p:cTn>
                              </p:par>
                              <p:par>
                                <p:cTn fill="hold" nodeType="withEffect" presetClass="exit" presetID="1" presetSubtype="0">
                                  <p:stCondLst>
                                    <p:cond delay="750"/>
                                  </p:stCondLst>
                                  <p:childTnLst>
                                    <p:set>
                                      <p:cBhvr>
                                        <p:cTn dur="1" fill="hold">
                                          <p:stCondLst>
                                            <p:cond delay="1"/>
                                          </p:stCondLst>
                                        </p:cTn>
                                        <p:tgtEl>
                                          <p:spTgt spid="1130"/>
                                        </p:tgtEl>
                                        <p:attrNameLst>
                                          <p:attrName>style.visibility</p:attrName>
                                        </p:attrNameLst>
                                      </p:cBhvr>
                                      <p:to>
                                        <p:strVal val="hidden"/>
                                      </p:to>
                                    </p:set>
                                  </p:childTnLst>
                                </p:cTn>
                              </p:par>
                            </p:childTnLst>
                          </p:cTn>
                        </p:par>
                        <p:par>
                          <p:cTn fill="hold">
                            <p:stCondLst>
                              <p:cond delay="1"/>
                            </p:stCondLst>
                            <p:childTnLst>
                              <p:par>
                                <p:cTn fill="hold" nodeType="afterEffect" presetClass="entr" presetID="1" presetSubtype="0">
                                  <p:stCondLst>
                                    <p:cond delay="0"/>
                                  </p:stCondLst>
                                  <p:childTnLst>
                                    <p:set>
                                      <p:cBhvr>
                                        <p:cTn dur="1" fill="hold">
                                          <p:stCondLst>
                                            <p:cond delay="0"/>
                                          </p:stCondLst>
                                        </p:cTn>
                                        <p:tgtEl>
                                          <p:spTgt spid="113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33"/>
                                        </p:tgtEl>
                                        <p:attrNameLst>
                                          <p:attrName>style.visibility</p:attrName>
                                        </p:attrNameLst>
                                      </p:cBhvr>
                                      <p:to>
                                        <p:strVal val="visible"/>
                                      </p:to>
                                    </p:set>
                                  </p:childTnLst>
                                </p:cTn>
                              </p:par>
                            </p:childTnLst>
                          </p:cTn>
                        </p:par>
                        <p:par>
                          <p:cTn fill="hold">
                            <p:stCondLst>
                              <p:cond delay="2"/>
                            </p:stCondLst>
                            <p:childTnLst>
                              <p:par>
                                <p:cTn fill="hold" nodeType="afterEffect" presetClass="exit" presetID="1" presetSubtype="0">
                                  <p:stCondLst>
                                    <p:cond delay="750"/>
                                  </p:stCondLst>
                                  <p:childTnLst>
                                    <p:set>
                                      <p:cBhvr>
                                        <p:cTn dur="1" fill="hold">
                                          <p:stCondLst>
                                            <p:cond delay="1"/>
                                          </p:stCondLst>
                                        </p:cTn>
                                        <p:tgtEl>
                                          <p:spTgt spid="1132"/>
                                        </p:tgtEl>
                                        <p:attrNameLst>
                                          <p:attrName>style.visibility</p:attrName>
                                        </p:attrNameLst>
                                      </p:cBhvr>
                                      <p:to>
                                        <p:strVal val="hidden"/>
                                      </p:to>
                                    </p:set>
                                  </p:childTnLst>
                                </p:cTn>
                              </p:par>
                            </p:childTnLst>
                          </p:cTn>
                        </p:par>
                        <p:par>
                          <p:cTn fill="hold">
                            <p:stCondLst>
                              <p:cond delay="3"/>
                            </p:stCondLst>
                            <p:childTnLst>
                              <p:par>
                                <p:cTn fill="hold" nodeType="afterEffect" presetClass="entr" presetID="1" presetSubtype="0">
                                  <p:stCondLst>
                                    <p:cond delay="0"/>
                                  </p:stCondLst>
                                  <p:childTnLst>
                                    <p:set>
                                      <p:cBhvr>
                                        <p:cTn dur="1" fill="hold">
                                          <p:stCondLst>
                                            <p:cond delay="0"/>
                                          </p:stCondLst>
                                        </p:cTn>
                                        <p:tgtEl>
                                          <p:spTgt spid="113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35"/>
                                        </p:tgtEl>
                                        <p:attrNameLst>
                                          <p:attrName>style.visibility</p:attrName>
                                        </p:attrNameLst>
                                      </p:cBhvr>
                                      <p:to>
                                        <p:strVal val="visible"/>
                                      </p:to>
                                    </p:set>
                                  </p:childTnLst>
                                </p:cTn>
                              </p:par>
                            </p:childTnLst>
                          </p:cTn>
                        </p:par>
                        <p:par>
                          <p:cTn fill="hold">
                            <p:stCondLst>
                              <p:cond delay="4"/>
                            </p:stCondLst>
                            <p:childTnLst>
                              <p:par>
                                <p:cTn fill="hold" nodeType="afterEffect" presetClass="exit" presetID="1" presetSubtype="0">
                                  <p:stCondLst>
                                    <p:cond delay="750"/>
                                  </p:stCondLst>
                                  <p:childTnLst>
                                    <p:set>
                                      <p:cBhvr>
                                        <p:cTn dur="1" fill="hold">
                                          <p:stCondLst>
                                            <p:cond delay="1"/>
                                          </p:stCondLst>
                                        </p:cTn>
                                        <p:tgtEl>
                                          <p:spTgt spid="1134"/>
                                        </p:tgtEl>
                                        <p:attrNameLst>
                                          <p:attrName>style.visibility</p:attrName>
                                        </p:attrNameLst>
                                      </p:cBhvr>
                                      <p:to>
                                        <p:strVal val="hidden"/>
                                      </p:to>
                                    </p:set>
                                  </p:childTnLst>
                                </p:cTn>
                              </p:par>
                            </p:childTnLst>
                          </p:cTn>
                        </p:par>
                        <p:par>
                          <p:cTn fill="hold">
                            <p:stCondLst>
                              <p:cond delay="5"/>
                            </p:stCondLst>
                            <p:childTnLst>
                              <p:par>
                                <p:cTn fill="hold" nodeType="afterEffect" presetClass="entr" presetID="1" presetSubtype="0">
                                  <p:stCondLst>
                                    <p:cond delay="0"/>
                                  </p:stCondLst>
                                  <p:childTnLst>
                                    <p:set>
                                      <p:cBhvr>
                                        <p:cTn dur="1" fill="hold">
                                          <p:stCondLst>
                                            <p:cond delay="0"/>
                                          </p:stCondLst>
                                        </p:cTn>
                                        <p:tgtEl>
                                          <p:spTgt spid="113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37"/>
                                        </p:tgtEl>
                                        <p:attrNameLst>
                                          <p:attrName>style.visibility</p:attrName>
                                        </p:attrNameLst>
                                      </p:cBhvr>
                                      <p:to>
                                        <p:strVal val="visible"/>
                                      </p:to>
                                    </p:set>
                                  </p:childTnLst>
                                </p:cTn>
                              </p:par>
                            </p:childTnLst>
                          </p:cTn>
                        </p:par>
                        <p:par>
                          <p:cTn fill="hold">
                            <p:stCondLst>
                              <p:cond delay="6"/>
                            </p:stCondLst>
                            <p:childTnLst>
                              <p:par>
                                <p:cTn fill="hold" nodeType="afterEffect" presetClass="exit" presetID="1" presetSubtype="0">
                                  <p:stCondLst>
                                    <p:cond delay="750"/>
                                  </p:stCondLst>
                                  <p:childTnLst>
                                    <p:set>
                                      <p:cBhvr>
                                        <p:cTn dur="1" fill="hold">
                                          <p:stCondLst>
                                            <p:cond delay="1"/>
                                          </p:stCondLst>
                                        </p:cTn>
                                        <p:tgtEl>
                                          <p:spTgt spid="1136"/>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1" name="Shape 1141"/>
        <p:cNvGrpSpPr/>
        <p:nvPr/>
      </p:nvGrpSpPr>
      <p:grpSpPr>
        <a:xfrm>
          <a:off x="0" y="0"/>
          <a:ext cx="0" cy="0"/>
          <a:chOff x="0" y="0"/>
          <a:chExt cx="0" cy="0"/>
        </a:xfrm>
      </p:grpSpPr>
      <p:sp>
        <p:nvSpPr>
          <p:cNvPr id="1142" name="Google Shape;1142;p96"/>
          <p:cNvSpPr txBox="1"/>
          <p:nvPr>
            <p:ph idx="1" type="subTitle"/>
          </p:nvPr>
        </p:nvSpPr>
        <p:spPr>
          <a:xfrm>
            <a:off x="337825" y="614856"/>
            <a:ext cx="3982200" cy="2700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SzPts val="1800"/>
              <a:buNone/>
            </a:pPr>
            <a:r>
              <a:rPr lang="en-GB"/>
              <a:t>Demonstration</a:t>
            </a:r>
            <a:endParaRPr/>
          </a:p>
        </p:txBody>
      </p:sp>
      <p:sp>
        <p:nvSpPr>
          <p:cNvPr id="1143" name="Google Shape;1143;p96"/>
          <p:cNvSpPr txBox="1"/>
          <p:nvPr>
            <p:ph idx="2" type="subTitle"/>
          </p:nvPr>
        </p:nvSpPr>
        <p:spPr>
          <a:xfrm>
            <a:off x="4824000" y="614856"/>
            <a:ext cx="3982200" cy="3441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SzPts val="1800"/>
              <a:buNone/>
            </a:pPr>
            <a:r>
              <a:rPr lang="en-GB"/>
              <a:t>You do</a:t>
            </a:r>
            <a:endParaRPr/>
          </a:p>
        </p:txBody>
      </p:sp>
      <p:sp>
        <p:nvSpPr>
          <p:cNvPr id="1144" name="Google Shape;1144;p96"/>
          <p:cNvSpPr txBox="1"/>
          <p:nvPr/>
        </p:nvSpPr>
        <p:spPr>
          <a:xfrm>
            <a:off x="324000" y="3502800"/>
            <a:ext cx="3572700" cy="9144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1000"/>
              </a:spcAft>
              <a:buClr>
                <a:srgbClr val="000000"/>
              </a:buClr>
              <a:buSzPts val="1800"/>
              <a:buFont typeface="Arial"/>
              <a:buNone/>
            </a:pPr>
            <a:r>
              <a:rPr b="0" i="0" lang="en-GB" sz="1800" u="none" cap="none" strike="noStrike">
                <a:solidFill>
                  <a:srgbClr val="000000"/>
                </a:solidFill>
                <a:latin typeface="Lexend"/>
                <a:ea typeface="Lexend"/>
                <a:cs typeface="Lexend"/>
                <a:sym typeface="Lexend"/>
              </a:rPr>
              <a:t>Remove the tracing paper and draw the reflected image onto the diagram.</a:t>
            </a:r>
            <a:endParaRPr b="0" i="0" sz="1800" u="none" cap="none" strike="noStrike">
              <a:solidFill>
                <a:srgbClr val="000000"/>
              </a:solidFill>
              <a:latin typeface="Lexend"/>
              <a:ea typeface="Lexend"/>
              <a:cs typeface="Lexend"/>
              <a:sym typeface="Lexend"/>
            </a:endParaRPr>
          </a:p>
        </p:txBody>
      </p:sp>
      <p:sp>
        <p:nvSpPr>
          <p:cNvPr id="1145" name="Google Shape;1145;p96"/>
          <p:cNvSpPr txBox="1"/>
          <p:nvPr>
            <p:ph type="title"/>
          </p:nvPr>
        </p:nvSpPr>
        <p:spPr>
          <a:xfrm>
            <a:off x="324000" y="0"/>
            <a:ext cx="7450500" cy="6135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2000"/>
              <a:buNone/>
            </a:pPr>
            <a:r>
              <a:rPr lang="en-GB"/>
              <a:t>Using tracing paper to reflect objects</a:t>
            </a:r>
            <a:endParaRPr/>
          </a:p>
        </p:txBody>
      </p:sp>
      <p:pic>
        <p:nvPicPr>
          <p:cNvPr id="1146" name="Google Shape;1146;p96"/>
          <p:cNvPicPr preferRelativeResize="0"/>
          <p:nvPr/>
        </p:nvPicPr>
        <p:blipFill rotWithShape="1">
          <a:blip r:embed="rId3">
            <a:alphaModFix/>
          </a:blip>
          <a:srcRect b="0" l="0" r="0" t="0"/>
          <a:stretch/>
        </p:blipFill>
        <p:spPr>
          <a:xfrm>
            <a:off x="1160288" y="958956"/>
            <a:ext cx="2337275" cy="2344625"/>
          </a:xfrm>
          <a:prstGeom prst="rect">
            <a:avLst/>
          </a:prstGeom>
          <a:noFill/>
          <a:ln>
            <a:noFill/>
          </a:ln>
        </p:spPr>
      </p:pic>
      <p:pic>
        <p:nvPicPr>
          <p:cNvPr id="1147" name="Google Shape;1147;p96"/>
          <p:cNvPicPr preferRelativeResize="0"/>
          <p:nvPr/>
        </p:nvPicPr>
        <p:blipFill rotWithShape="1">
          <a:blip r:embed="rId4">
            <a:alphaModFix/>
          </a:blip>
          <a:srcRect b="0" l="0" r="0" t="0"/>
          <a:stretch/>
        </p:blipFill>
        <p:spPr>
          <a:xfrm>
            <a:off x="5545301" y="958967"/>
            <a:ext cx="2539600" cy="2344613"/>
          </a:xfrm>
          <a:prstGeom prst="rect">
            <a:avLst/>
          </a:prstGeom>
          <a:noFill/>
          <a:ln>
            <a:noFill/>
          </a:ln>
        </p:spPr>
      </p:pic>
      <p:sp>
        <p:nvSpPr>
          <p:cNvPr id="1148" name="Google Shape;1148;p96"/>
          <p:cNvSpPr/>
          <p:nvPr/>
        </p:nvSpPr>
        <p:spPr>
          <a:xfrm>
            <a:off x="2178062" y="1975642"/>
            <a:ext cx="292200" cy="292200"/>
          </a:xfrm>
          <a:prstGeom prst="mathMultiply">
            <a:avLst>
              <a:gd fmla="val 9754"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149" name="Google Shape;1149;p96"/>
          <p:cNvGrpSpPr/>
          <p:nvPr/>
        </p:nvGrpSpPr>
        <p:grpSpPr>
          <a:xfrm>
            <a:off x="1087681" y="1019783"/>
            <a:ext cx="2446085" cy="2409855"/>
            <a:chOff x="1087681" y="1019783"/>
            <a:chExt cx="2446085" cy="2409855"/>
          </a:xfrm>
        </p:grpSpPr>
        <p:grpSp>
          <p:nvGrpSpPr>
            <p:cNvPr id="1150" name="Google Shape;1150;p96"/>
            <p:cNvGrpSpPr/>
            <p:nvPr/>
          </p:nvGrpSpPr>
          <p:grpSpPr>
            <a:xfrm flipH="1" rot="5400000">
              <a:off x="1105797" y="1001668"/>
              <a:ext cx="2409855" cy="2446085"/>
              <a:chOff x="1015326" y="916606"/>
              <a:chExt cx="2409855" cy="2446085"/>
            </a:xfrm>
          </p:grpSpPr>
          <p:sp>
            <p:nvSpPr>
              <p:cNvPr id="1151" name="Google Shape;1151;p96"/>
              <p:cNvSpPr/>
              <p:nvPr/>
            </p:nvSpPr>
            <p:spPr>
              <a:xfrm>
                <a:off x="1015326" y="916606"/>
                <a:ext cx="2337600" cy="2245800"/>
              </a:xfrm>
              <a:prstGeom prst="rect">
                <a:avLst/>
              </a:prstGeom>
              <a:solidFill>
                <a:srgbClr val="FDF3CB">
                  <a:alpha val="4000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cxnSp>
            <p:nvCxnSpPr>
              <p:cNvPr id="1152" name="Google Shape;1152;p96"/>
              <p:cNvCxnSpPr/>
              <p:nvPr/>
            </p:nvCxnSpPr>
            <p:spPr>
              <a:xfrm rot="5400000">
                <a:off x="1087581" y="1025091"/>
                <a:ext cx="2337600" cy="2337600"/>
              </a:xfrm>
              <a:prstGeom prst="straightConnector1">
                <a:avLst/>
              </a:prstGeom>
              <a:noFill/>
              <a:ln cap="flat" cmpd="sng" w="38100">
                <a:solidFill>
                  <a:schemeClr val="dk1"/>
                </a:solidFill>
                <a:prstDash val="dash"/>
                <a:round/>
                <a:headEnd len="sm" w="sm" type="none"/>
                <a:tailEnd len="sm" w="sm" type="none"/>
              </a:ln>
            </p:spPr>
          </p:cxnSp>
          <p:sp>
            <p:nvSpPr>
              <p:cNvPr id="1153" name="Google Shape;1153;p96"/>
              <p:cNvSpPr/>
              <p:nvPr/>
            </p:nvSpPr>
            <p:spPr>
              <a:xfrm flipH="1" rot="5400000">
                <a:off x="2209693" y="2009883"/>
                <a:ext cx="228900" cy="228900"/>
              </a:xfrm>
              <a:prstGeom prst="mathMultiply">
                <a:avLst>
                  <a:gd fmla="val 21722"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154" name="Google Shape;1154;p96"/>
            <p:cNvSpPr/>
            <p:nvPr/>
          </p:nvSpPr>
          <p:spPr>
            <a:xfrm flipH="1">
              <a:off x="2323193" y="2562516"/>
              <a:ext cx="1110731" cy="669451"/>
            </a:xfrm>
            <a:custGeom>
              <a:rect b="b" l="l" r="r" t="t"/>
              <a:pathLst>
                <a:path extrusionOk="0" h="1401991" w="929482">
                  <a:moveTo>
                    <a:pt x="0" y="8166"/>
                  </a:moveTo>
                  <a:lnTo>
                    <a:pt x="2382" y="1401991"/>
                  </a:lnTo>
                  <a:lnTo>
                    <a:pt x="929482" y="1401991"/>
                  </a:lnTo>
                  <a:cubicBezTo>
                    <a:pt x="929454" y="934661"/>
                    <a:pt x="929426" y="467330"/>
                    <a:pt x="929398" y="0"/>
                  </a:cubicBezTo>
                  <a:lnTo>
                    <a:pt x="0" y="8166"/>
                  </a:lnTo>
                  <a:close/>
                </a:path>
              </a:pathLst>
            </a:custGeom>
            <a:noFill/>
            <a:ln cap="flat" cmpd="sng" w="38100">
              <a:solidFill>
                <a:schemeClr val="dk1"/>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sp>
        <p:nvSpPr>
          <p:cNvPr id="1155" name="Google Shape;1155;p96"/>
          <p:cNvSpPr/>
          <p:nvPr/>
        </p:nvSpPr>
        <p:spPr>
          <a:xfrm>
            <a:off x="3397159" y="2515629"/>
            <a:ext cx="76200" cy="76200"/>
          </a:xfrm>
          <a:prstGeom prst="ellipse">
            <a:avLst/>
          </a:prstGeom>
          <a:solidFill>
            <a:schemeClr val="dk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156" name="Google Shape;1156;p96"/>
          <p:cNvSpPr/>
          <p:nvPr/>
        </p:nvSpPr>
        <p:spPr>
          <a:xfrm>
            <a:off x="3397159" y="3195291"/>
            <a:ext cx="76200" cy="76200"/>
          </a:xfrm>
          <a:prstGeom prst="ellipse">
            <a:avLst/>
          </a:prstGeom>
          <a:solidFill>
            <a:schemeClr val="dk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157" name="Google Shape;1157;p96"/>
          <p:cNvSpPr/>
          <p:nvPr/>
        </p:nvSpPr>
        <p:spPr>
          <a:xfrm>
            <a:off x="2301836" y="3175852"/>
            <a:ext cx="76200" cy="76200"/>
          </a:xfrm>
          <a:prstGeom prst="ellipse">
            <a:avLst/>
          </a:prstGeom>
          <a:solidFill>
            <a:schemeClr val="dk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158" name="Google Shape;1158;p96"/>
          <p:cNvSpPr/>
          <p:nvPr/>
        </p:nvSpPr>
        <p:spPr>
          <a:xfrm>
            <a:off x="2293257" y="2541752"/>
            <a:ext cx="76200" cy="76200"/>
          </a:xfrm>
          <a:prstGeom prst="ellipse">
            <a:avLst/>
          </a:prstGeom>
          <a:solidFill>
            <a:schemeClr val="dk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159" name="Google Shape;1159;p96"/>
          <p:cNvSpPr/>
          <p:nvPr/>
        </p:nvSpPr>
        <p:spPr>
          <a:xfrm flipH="1">
            <a:off x="2323193" y="2562226"/>
            <a:ext cx="1110731" cy="669451"/>
          </a:xfrm>
          <a:custGeom>
            <a:rect b="b" l="l" r="r" t="t"/>
            <a:pathLst>
              <a:path extrusionOk="0" h="1401991" w="929482">
                <a:moveTo>
                  <a:pt x="0" y="8166"/>
                </a:moveTo>
                <a:lnTo>
                  <a:pt x="2382" y="1401991"/>
                </a:lnTo>
                <a:lnTo>
                  <a:pt x="929482" y="1401991"/>
                </a:lnTo>
                <a:cubicBezTo>
                  <a:pt x="929454" y="934661"/>
                  <a:pt x="929426" y="467330"/>
                  <a:pt x="929398" y="0"/>
                </a:cubicBezTo>
                <a:lnTo>
                  <a:pt x="0" y="8166"/>
                </a:lnTo>
                <a:close/>
              </a:path>
            </a:pathLst>
          </a:custGeom>
          <a:solidFill>
            <a:srgbClr val="845AD9">
              <a:alpha val="14900"/>
            </a:srgbClr>
          </a:solidFill>
          <a:ln cap="flat" cmpd="sng" w="38100">
            <a:solidFill>
              <a:srgbClr val="845A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160" name="Google Shape;1160;p96"/>
          <p:cNvSpPr/>
          <p:nvPr/>
        </p:nvSpPr>
        <p:spPr>
          <a:xfrm flipH="1">
            <a:off x="6535628" y="2245388"/>
            <a:ext cx="848152" cy="564301"/>
          </a:xfrm>
          <a:custGeom>
            <a:rect b="b" l="l" r="r" t="t"/>
            <a:pathLst>
              <a:path extrusionOk="0" h="1401991" w="929482">
                <a:moveTo>
                  <a:pt x="0" y="8166"/>
                </a:moveTo>
                <a:lnTo>
                  <a:pt x="2382" y="1401991"/>
                </a:lnTo>
                <a:lnTo>
                  <a:pt x="929482" y="1401991"/>
                </a:lnTo>
                <a:cubicBezTo>
                  <a:pt x="929454" y="934661"/>
                  <a:pt x="929426" y="467330"/>
                  <a:pt x="929398" y="0"/>
                </a:cubicBezTo>
                <a:lnTo>
                  <a:pt x="0" y="8166"/>
                </a:lnTo>
                <a:close/>
              </a:path>
            </a:pathLst>
          </a:custGeom>
          <a:solidFill>
            <a:srgbClr val="845AD9">
              <a:alpha val="14900"/>
            </a:srgbClr>
          </a:solidFill>
          <a:ln cap="flat" cmpd="sng" w="38100">
            <a:solidFill>
              <a:srgbClr val="845A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161" name="Google Shape;1161;p96"/>
          <p:cNvSpPr txBox="1"/>
          <p:nvPr/>
        </p:nvSpPr>
        <p:spPr>
          <a:xfrm>
            <a:off x="4777127" y="3403740"/>
            <a:ext cx="3572700" cy="9144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1000"/>
              </a:spcAft>
              <a:buClr>
                <a:srgbClr val="000000"/>
              </a:buClr>
              <a:buSzPts val="1800"/>
              <a:buFont typeface="Arial"/>
              <a:buNone/>
            </a:pPr>
            <a:r>
              <a:rPr b="0" i="0" lang="en-GB" sz="1800" u="none" cap="none" strike="noStrike">
                <a:solidFill>
                  <a:srgbClr val="000000"/>
                </a:solidFill>
                <a:latin typeface="Kalam"/>
                <a:ea typeface="Kalam"/>
                <a:cs typeface="Kalam"/>
                <a:sym typeface="Kalam"/>
              </a:rPr>
              <a:t>Your reflected image should be a rectangle that has a base of 3 squares and a height of 2 squares.</a:t>
            </a:r>
            <a:endParaRPr b="0" i="0" sz="1800" u="none" cap="none" strike="noStrike">
              <a:solidFill>
                <a:srgbClr val="000000"/>
              </a:solidFill>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14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1">
                                            <p:txEl>
                                              <p:pRg end="0" st="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5" name="Shape 1165"/>
        <p:cNvGrpSpPr/>
        <p:nvPr/>
      </p:nvGrpSpPr>
      <p:grpSpPr>
        <a:xfrm>
          <a:off x="0" y="0"/>
          <a:ext cx="0" cy="0"/>
          <a:chOff x="0" y="0"/>
          <a:chExt cx="0" cy="0"/>
        </a:xfrm>
      </p:grpSpPr>
      <p:sp>
        <p:nvSpPr>
          <p:cNvPr id="1166" name="Google Shape;1166;p97"/>
          <p:cNvSpPr txBox="1"/>
          <p:nvPr>
            <p:ph idx="1" type="body"/>
          </p:nvPr>
        </p:nvSpPr>
        <p:spPr>
          <a:xfrm>
            <a:off x="324000" y="759300"/>
            <a:ext cx="8496000" cy="337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SzPts val="2200"/>
              <a:buNone/>
            </a:pPr>
            <a:r>
              <a:rPr lang="en-GB" sz="1800"/>
              <a:t>1) Reflect each of these objects in the line of reflection closest to it.                                     You must use tracing paper.</a:t>
            </a:r>
            <a:endParaRPr sz="1800"/>
          </a:p>
        </p:txBody>
      </p:sp>
      <p:sp>
        <p:nvSpPr>
          <p:cNvPr id="1167" name="Google Shape;1167;p97"/>
          <p:cNvSpPr txBox="1"/>
          <p:nvPr>
            <p:ph idx="2" type="subTitle"/>
          </p:nvPr>
        </p:nvSpPr>
        <p:spPr>
          <a:xfrm>
            <a:off x="1570025" y="134975"/>
            <a:ext cx="6855300" cy="3372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SzPts val="2000"/>
              <a:buNone/>
            </a:pPr>
            <a:r>
              <a:rPr lang="en-GB"/>
              <a:t>Using tracing paper to reflect objects</a:t>
            </a:r>
            <a:endParaRPr/>
          </a:p>
        </p:txBody>
      </p:sp>
      <p:pic>
        <p:nvPicPr>
          <p:cNvPr id="1168" name="Google Shape;1168;p97"/>
          <p:cNvPicPr preferRelativeResize="0"/>
          <p:nvPr/>
        </p:nvPicPr>
        <p:blipFill rotWithShape="1">
          <a:blip r:embed="rId3">
            <a:alphaModFix/>
          </a:blip>
          <a:srcRect b="4734" l="0" r="0" t="0"/>
          <a:stretch/>
        </p:blipFill>
        <p:spPr>
          <a:xfrm>
            <a:off x="1260750" y="1383625"/>
            <a:ext cx="6622499" cy="34367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2" name="Shape 1172"/>
        <p:cNvGrpSpPr/>
        <p:nvPr/>
      </p:nvGrpSpPr>
      <p:grpSpPr>
        <a:xfrm>
          <a:off x="0" y="0"/>
          <a:ext cx="0" cy="0"/>
          <a:chOff x="0" y="0"/>
          <a:chExt cx="0" cy="0"/>
        </a:xfrm>
      </p:grpSpPr>
      <p:sp>
        <p:nvSpPr>
          <p:cNvPr id="1173" name="Google Shape;1173;p98"/>
          <p:cNvSpPr txBox="1"/>
          <p:nvPr>
            <p:ph idx="1" type="body"/>
          </p:nvPr>
        </p:nvSpPr>
        <p:spPr>
          <a:xfrm>
            <a:off x="324000" y="759300"/>
            <a:ext cx="8237700" cy="30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SzPts val="2200"/>
              <a:buNone/>
            </a:pPr>
            <a:r>
              <a:rPr lang="en-GB" sz="1800"/>
              <a:t>1) Reflect each of these objects in the line of reflection closest to it.                                     You must use tracing paper.</a:t>
            </a:r>
            <a:endParaRPr sz="1800"/>
          </a:p>
        </p:txBody>
      </p:sp>
      <p:sp>
        <p:nvSpPr>
          <p:cNvPr id="1174" name="Google Shape;1174;p98"/>
          <p:cNvSpPr txBox="1"/>
          <p:nvPr>
            <p:ph idx="2" type="subTitle"/>
          </p:nvPr>
        </p:nvSpPr>
        <p:spPr>
          <a:xfrm>
            <a:off x="1570025" y="134975"/>
            <a:ext cx="6855300" cy="3372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SzPts val="2000"/>
              <a:buNone/>
            </a:pPr>
            <a:r>
              <a:rPr lang="en-GB"/>
              <a:t>Using tracing paper to reflect objects</a:t>
            </a:r>
            <a:endParaRPr/>
          </a:p>
        </p:txBody>
      </p:sp>
      <p:pic>
        <p:nvPicPr>
          <p:cNvPr id="1175" name="Google Shape;1175;p98"/>
          <p:cNvPicPr preferRelativeResize="0"/>
          <p:nvPr/>
        </p:nvPicPr>
        <p:blipFill rotWithShape="1">
          <a:blip r:embed="rId3">
            <a:alphaModFix/>
          </a:blip>
          <a:srcRect b="4734" l="0" r="0" t="0"/>
          <a:stretch/>
        </p:blipFill>
        <p:spPr>
          <a:xfrm>
            <a:off x="1260750" y="1383625"/>
            <a:ext cx="6234151" cy="34367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9" name="Shape 1179"/>
        <p:cNvGrpSpPr/>
        <p:nvPr/>
      </p:nvGrpSpPr>
      <p:grpSpPr>
        <a:xfrm>
          <a:off x="0" y="0"/>
          <a:ext cx="0" cy="0"/>
          <a:chOff x="0" y="0"/>
          <a:chExt cx="0" cy="0"/>
        </a:xfrm>
      </p:grpSpPr>
      <p:sp>
        <p:nvSpPr>
          <p:cNvPr id="1180" name="Google Shape;1180;p99"/>
          <p:cNvSpPr txBox="1"/>
          <p:nvPr>
            <p:ph idx="2" type="title"/>
          </p:nvPr>
        </p:nvSpPr>
        <p:spPr>
          <a:xfrm>
            <a:off x="1224000" y="2830775"/>
            <a:ext cx="6850800" cy="369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1800"/>
              <a:buNone/>
            </a:pPr>
            <a:r>
              <a:rPr lang="en-GB"/>
              <a:t>Counting squares to reflect objects</a:t>
            </a:r>
            <a:endParaRPr/>
          </a:p>
        </p:txBody>
      </p:sp>
      <p:sp>
        <p:nvSpPr>
          <p:cNvPr id="1181" name="Google Shape;1181;p99"/>
          <p:cNvSpPr txBox="1"/>
          <p:nvPr>
            <p:ph type="title"/>
          </p:nvPr>
        </p:nvSpPr>
        <p:spPr>
          <a:xfrm>
            <a:off x="1224600" y="1787025"/>
            <a:ext cx="6850800" cy="369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1800"/>
              <a:buNone/>
            </a:pPr>
            <a:r>
              <a:rPr lang="en-GB"/>
              <a:t>Using tracing paper to reflect objects</a:t>
            </a:r>
            <a:endParaRPr/>
          </a:p>
        </p:txBody>
      </p:sp>
      <p:sp>
        <p:nvSpPr>
          <p:cNvPr id="1182" name="Google Shape;1182;p99"/>
          <p:cNvSpPr txBox="1"/>
          <p:nvPr>
            <p:ph idx="3" type="title"/>
          </p:nvPr>
        </p:nvSpPr>
        <p:spPr>
          <a:xfrm>
            <a:off x="1224000" y="3758277"/>
            <a:ext cx="6850800" cy="369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1800"/>
              <a:buNone/>
            </a:pPr>
            <a:r>
              <a:rPr lang="en-GB"/>
              <a:t>Counting squares to reflect objects diagonally</a:t>
            </a:r>
            <a:endParaRPr/>
          </a:p>
        </p:txBody>
      </p:sp>
      <p:sp>
        <p:nvSpPr>
          <p:cNvPr id="1183" name="Google Shape;1183;p99"/>
          <p:cNvSpPr txBox="1"/>
          <p:nvPr>
            <p:ph idx="4" type="title"/>
          </p:nvPr>
        </p:nvSpPr>
        <p:spPr>
          <a:xfrm>
            <a:off x="324000" y="810000"/>
            <a:ext cx="5741400" cy="615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1800"/>
              <a:buNone/>
            </a:pPr>
            <a:r>
              <a:rPr lang="en-GB"/>
              <a:t>Reflecting objects</a:t>
            </a:r>
            <a:endParaRPr/>
          </a:p>
        </p:txBody>
      </p:sp>
      <p:pic>
        <p:nvPicPr>
          <p:cNvPr id="1184" name="Google Shape;1184;p99"/>
          <p:cNvPicPr preferRelativeResize="0"/>
          <p:nvPr/>
        </p:nvPicPr>
        <p:blipFill rotWithShape="1">
          <a:blip r:embed="rId3">
            <a:alphaModFix/>
          </a:blip>
          <a:srcRect b="0" l="0" r="0" t="0"/>
          <a:stretch/>
        </p:blipFill>
        <p:spPr>
          <a:xfrm>
            <a:off x="415962" y="2768255"/>
            <a:ext cx="450575" cy="4467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8" name="Shape 1188"/>
        <p:cNvGrpSpPr/>
        <p:nvPr/>
      </p:nvGrpSpPr>
      <p:grpSpPr>
        <a:xfrm>
          <a:off x="0" y="0"/>
          <a:ext cx="0" cy="0"/>
          <a:chOff x="0" y="0"/>
          <a:chExt cx="0" cy="0"/>
        </a:xfrm>
      </p:grpSpPr>
      <p:sp>
        <p:nvSpPr>
          <p:cNvPr id="1189" name="Google Shape;1189;p100"/>
          <p:cNvSpPr txBox="1"/>
          <p:nvPr>
            <p:ph idx="1" type="body"/>
          </p:nvPr>
        </p:nvSpPr>
        <p:spPr>
          <a:xfrm>
            <a:off x="324000" y="759300"/>
            <a:ext cx="8496000" cy="30207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2200"/>
              <a:buNone/>
            </a:pPr>
            <a:r>
              <a:rPr lang="en-GB" sz="2000"/>
              <a:t>Reflecting using tracing paper is always helpful, as                                you can perform any reflection, regardless of complexity.</a:t>
            </a:r>
            <a:endParaRPr sz="2000"/>
          </a:p>
          <a:p>
            <a:pPr indent="0" lvl="0" marL="0" rtl="0" algn="l">
              <a:lnSpc>
                <a:spcPct val="100000"/>
              </a:lnSpc>
              <a:spcBef>
                <a:spcPts val="0"/>
              </a:spcBef>
              <a:spcAft>
                <a:spcPts val="0"/>
              </a:spcAft>
              <a:buSzPts val="2200"/>
              <a:buNone/>
            </a:pPr>
            <a:r>
              <a:t/>
            </a:r>
            <a:endParaRPr sz="2000"/>
          </a:p>
          <a:p>
            <a:pPr indent="0" lvl="0" marL="0" rtl="0" algn="l">
              <a:lnSpc>
                <a:spcPct val="100000"/>
              </a:lnSpc>
              <a:spcBef>
                <a:spcPts val="1000"/>
              </a:spcBef>
              <a:spcAft>
                <a:spcPts val="0"/>
              </a:spcAft>
              <a:buSzPts val="2200"/>
              <a:buNone/>
            </a:pPr>
            <a:r>
              <a:rPr lang="en-GB" sz="2000"/>
              <a:t>But it can be time consuming and unnecessary if you can visualise the reflection.</a:t>
            </a:r>
            <a:endParaRPr sz="2000"/>
          </a:p>
          <a:p>
            <a:pPr indent="0" lvl="0" marL="0" rtl="0" algn="l">
              <a:lnSpc>
                <a:spcPct val="100000"/>
              </a:lnSpc>
              <a:spcBef>
                <a:spcPts val="1000"/>
              </a:spcBef>
              <a:spcAft>
                <a:spcPts val="0"/>
              </a:spcAft>
              <a:buSzPts val="2200"/>
              <a:buNone/>
            </a:pPr>
            <a:r>
              <a:t/>
            </a:r>
            <a:endParaRPr sz="2000"/>
          </a:p>
          <a:p>
            <a:pPr indent="0" lvl="0" marL="0" rtl="0" algn="l">
              <a:lnSpc>
                <a:spcPct val="100000"/>
              </a:lnSpc>
              <a:spcBef>
                <a:spcPts val="1000"/>
              </a:spcBef>
              <a:spcAft>
                <a:spcPts val="1000"/>
              </a:spcAft>
              <a:buSzPts val="2200"/>
              <a:buNone/>
            </a:pPr>
            <a:r>
              <a:rPr lang="en-GB" sz="2000"/>
              <a:t>The method of reflection by counting squares uses the property of reflection that a point on an object and its corresponding point on the image are </a:t>
            </a:r>
            <a:r>
              <a:rPr lang="en-GB" sz="2000">
                <a:solidFill>
                  <a:srgbClr val="037B7D"/>
                </a:solidFill>
              </a:rPr>
              <a:t>equidistant</a:t>
            </a:r>
            <a:r>
              <a:rPr lang="en-GB" sz="2000"/>
              <a:t> from the line of reflection.</a:t>
            </a:r>
            <a:endParaRPr sz="2000"/>
          </a:p>
        </p:txBody>
      </p:sp>
      <p:sp>
        <p:nvSpPr>
          <p:cNvPr id="1190" name="Google Shape;1190;p100"/>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2000"/>
              <a:buNone/>
            </a:pPr>
            <a:r>
              <a:rPr lang="en-GB"/>
              <a:t>Counting squares to reflect objects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9">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4" name="Shape 1194"/>
        <p:cNvGrpSpPr/>
        <p:nvPr/>
      </p:nvGrpSpPr>
      <p:grpSpPr>
        <a:xfrm>
          <a:off x="0" y="0"/>
          <a:ext cx="0" cy="0"/>
          <a:chOff x="0" y="0"/>
          <a:chExt cx="0" cy="0"/>
        </a:xfrm>
      </p:grpSpPr>
      <p:pic>
        <p:nvPicPr>
          <p:cNvPr id="1195" name="Google Shape;1195;p101"/>
          <p:cNvPicPr preferRelativeResize="0"/>
          <p:nvPr/>
        </p:nvPicPr>
        <p:blipFill rotWithShape="1">
          <a:blip r:embed="rId3">
            <a:alphaModFix/>
          </a:blip>
          <a:srcRect b="0" l="0" r="0" t="0"/>
          <a:stretch/>
        </p:blipFill>
        <p:spPr>
          <a:xfrm>
            <a:off x="4964325" y="1191000"/>
            <a:ext cx="3855675" cy="3179075"/>
          </a:xfrm>
          <a:prstGeom prst="rect">
            <a:avLst/>
          </a:prstGeom>
          <a:noFill/>
          <a:ln>
            <a:noFill/>
          </a:ln>
        </p:spPr>
      </p:pic>
      <p:sp>
        <p:nvSpPr>
          <p:cNvPr id="1196" name="Google Shape;1196;p101"/>
          <p:cNvSpPr txBox="1"/>
          <p:nvPr>
            <p:ph idx="1" type="body"/>
          </p:nvPr>
        </p:nvSpPr>
        <p:spPr>
          <a:xfrm>
            <a:off x="324000" y="759300"/>
            <a:ext cx="8496000" cy="285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SzPts val="2200"/>
              <a:buNone/>
            </a:pPr>
            <a:r>
              <a:rPr lang="en-GB" sz="2000"/>
              <a:t>Reflect this object in the line of reflection by counting squares.</a:t>
            </a:r>
            <a:endParaRPr sz="2000"/>
          </a:p>
        </p:txBody>
      </p:sp>
      <p:sp>
        <p:nvSpPr>
          <p:cNvPr id="1197" name="Google Shape;1197;p101"/>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2000"/>
              <a:buNone/>
            </a:pPr>
            <a:r>
              <a:rPr lang="en-GB"/>
              <a:t>Counting squares to reflect objects</a:t>
            </a:r>
            <a:endParaRPr/>
          </a:p>
        </p:txBody>
      </p:sp>
      <p:sp>
        <p:nvSpPr>
          <p:cNvPr id="1198" name="Google Shape;1198;p101"/>
          <p:cNvSpPr txBox="1"/>
          <p:nvPr>
            <p:ph idx="1" type="body"/>
          </p:nvPr>
        </p:nvSpPr>
        <p:spPr>
          <a:xfrm>
            <a:off x="806250" y="1266950"/>
            <a:ext cx="4158000" cy="2772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SzPts val="2200"/>
              <a:buNone/>
            </a:pPr>
            <a:r>
              <a:rPr lang="en-GB" sz="1800"/>
              <a:t>Choose a vertex of the object.</a:t>
            </a:r>
            <a:endParaRPr sz="1800"/>
          </a:p>
        </p:txBody>
      </p:sp>
      <p:sp>
        <p:nvSpPr>
          <p:cNvPr id="1199" name="Google Shape;1199;p101"/>
          <p:cNvSpPr txBox="1"/>
          <p:nvPr>
            <p:ph idx="1" type="body"/>
          </p:nvPr>
        </p:nvSpPr>
        <p:spPr>
          <a:xfrm>
            <a:off x="806250" y="2814900"/>
            <a:ext cx="4158000" cy="9144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SzPts val="2200"/>
              <a:buNone/>
            </a:pPr>
            <a:r>
              <a:rPr lang="en-GB" sz="1800"/>
              <a:t>Repeat that number of squares again on the opposite side of the line of reflection.</a:t>
            </a:r>
            <a:endParaRPr sz="1800"/>
          </a:p>
        </p:txBody>
      </p:sp>
      <p:sp>
        <p:nvSpPr>
          <p:cNvPr id="1200" name="Google Shape;1200;p101"/>
          <p:cNvSpPr txBox="1"/>
          <p:nvPr>
            <p:ph idx="1" type="body"/>
          </p:nvPr>
        </p:nvSpPr>
        <p:spPr>
          <a:xfrm>
            <a:off x="806250" y="1722325"/>
            <a:ext cx="4158000" cy="9144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SzPts val="2200"/>
              <a:buNone/>
            </a:pPr>
            <a:r>
              <a:rPr lang="en-GB" sz="1800"/>
              <a:t>With your pencil, count the number of squares you travel to get to the line of reflection.</a:t>
            </a:r>
            <a:endParaRPr sz="1800"/>
          </a:p>
        </p:txBody>
      </p:sp>
      <p:sp>
        <p:nvSpPr>
          <p:cNvPr id="1201" name="Google Shape;1201;p101"/>
          <p:cNvSpPr/>
          <p:nvPr/>
        </p:nvSpPr>
        <p:spPr>
          <a:xfrm>
            <a:off x="5947105" y="3437100"/>
            <a:ext cx="292200" cy="292200"/>
          </a:xfrm>
          <a:prstGeom prst="mathMultiply">
            <a:avLst>
              <a:gd fmla="val 9754"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202" name="Google Shape;1202;p101"/>
          <p:cNvPicPr preferRelativeResize="0"/>
          <p:nvPr/>
        </p:nvPicPr>
        <p:blipFill rotWithShape="1">
          <a:blip r:embed="rId4">
            <a:alphaModFix/>
          </a:blip>
          <a:srcRect b="52355" l="46456" r="47350" t="10323"/>
          <a:stretch/>
        </p:blipFill>
        <p:spPr>
          <a:xfrm rot="899988">
            <a:off x="5856009" y="3568839"/>
            <a:ext cx="278536" cy="846208"/>
          </a:xfrm>
          <a:prstGeom prst="rect">
            <a:avLst/>
          </a:prstGeom>
          <a:noFill/>
          <a:ln>
            <a:noFill/>
          </a:ln>
        </p:spPr>
      </p:pic>
      <p:sp>
        <p:nvSpPr>
          <p:cNvPr id="1203" name="Google Shape;1203;p101"/>
          <p:cNvSpPr/>
          <p:nvPr/>
        </p:nvSpPr>
        <p:spPr>
          <a:xfrm>
            <a:off x="7623405" y="3437100"/>
            <a:ext cx="292200" cy="292200"/>
          </a:xfrm>
          <a:prstGeom prst="mathMultiply">
            <a:avLst>
              <a:gd fmla="val 9754"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204" name="Google Shape;1204;p101"/>
          <p:cNvCxnSpPr>
            <a:stCxn id="1202" idx="0"/>
          </p:cNvCxnSpPr>
          <p:nvPr/>
        </p:nvCxnSpPr>
        <p:spPr>
          <a:xfrm>
            <a:off x="6104784" y="3583256"/>
            <a:ext cx="843600" cy="0"/>
          </a:xfrm>
          <a:prstGeom prst="straightConnector1">
            <a:avLst/>
          </a:prstGeom>
          <a:noFill/>
          <a:ln cap="flat" cmpd="sng" w="28575">
            <a:solidFill>
              <a:schemeClr val="dk2"/>
            </a:solidFill>
            <a:prstDash val="solid"/>
            <a:round/>
            <a:headEnd len="med" w="med" type="triangle"/>
            <a:tailEnd len="med" w="med" type="triangle"/>
          </a:ln>
        </p:spPr>
      </p:cxnSp>
      <p:sp>
        <p:nvSpPr>
          <p:cNvPr id="1205" name="Google Shape;1205;p101"/>
          <p:cNvSpPr txBox="1"/>
          <p:nvPr/>
        </p:nvSpPr>
        <p:spPr>
          <a:xfrm>
            <a:off x="6047282" y="3755461"/>
            <a:ext cx="1358700" cy="277200"/>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1000"/>
              </a:spcAft>
              <a:buClr>
                <a:schemeClr val="dk1"/>
              </a:buClr>
              <a:buSzPts val="2200"/>
              <a:buFont typeface="Lexend"/>
              <a:buNone/>
            </a:pPr>
            <a:r>
              <a:rPr b="0" i="0" lang="en-GB" sz="1800" u="none" cap="none" strike="noStrike">
                <a:solidFill>
                  <a:schemeClr val="dk1"/>
                </a:solidFill>
                <a:latin typeface="Lexend"/>
                <a:ea typeface="Lexend"/>
                <a:cs typeface="Lexend"/>
                <a:sym typeface="Lexend"/>
              </a:rPr>
              <a:t>2 squares</a:t>
            </a:r>
            <a:endParaRPr/>
          </a:p>
        </p:txBody>
      </p:sp>
      <p:cxnSp>
        <p:nvCxnSpPr>
          <p:cNvPr id="1206" name="Google Shape;1206;p101"/>
          <p:cNvCxnSpPr/>
          <p:nvPr/>
        </p:nvCxnSpPr>
        <p:spPr>
          <a:xfrm>
            <a:off x="6908474" y="3583256"/>
            <a:ext cx="843600" cy="0"/>
          </a:xfrm>
          <a:prstGeom prst="straightConnector1">
            <a:avLst/>
          </a:prstGeom>
          <a:noFill/>
          <a:ln cap="flat" cmpd="sng" w="28575">
            <a:solidFill>
              <a:schemeClr val="dk2"/>
            </a:solidFill>
            <a:prstDash val="solid"/>
            <a:round/>
            <a:headEnd len="med" w="med" type="triangle"/>
            <a:tailEnd len="med" w="med" type="triangle"/>
          </a:ln>
        </p:spPr>
      </p:cxnSp>
      <p:sp>
        <p:nvSpPr>
          <p:cNvPr id="1207" name="Google Shape;1207;p101"/>
          <p:cNvSpPr txBox="1"/>
          <p:nvPr/>
        </p:nvSpPr>
        <p:spPr>
          <a:xfrm>
            <a:off x="7482232" y="3755461"/>
            <a:ext cx="1358700" cy="277200"/>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1000"/>
              </a:spcAft>
              <a:buClr>
                <a:schemeClr val="dk1"/>
              </a:buClr>
              <a:buSzPts val="2200"/>
              <a:buFont typeface="Lexend"/>
              <a:buNone/>
            </a:pPr>
            <a:r>
              <a:rPr b="0" i="0" lang="en-GB" sz="1800" u="none" cap="none" strike="noStrike">
                <a:solidFill>
                  <a:schemeClr val="dk1"/>
                </a:solidFill>
                <a:latin typeface="Lexend"/>
                <a:ea typeface="Lexend"/>
                <a:cs typeface="Lexend"/>
                <a:sym typeface="Lexend"/>
              </a:rPr>
              <a:t>2 squares</a:t>
            </a:r>
            <a:endParaRPr/>
          </a:p>
        </p:txBody>
      </p:sp>
      <p:pic>
        <p:nvPicPr>
          <p:cNvPr id="1208" name="Google Shape;1208;p101"/>
          <p:cNvPicPr preferRelativeResize="0"/>
          <p:nvPr/>
        </p:nvPicPr>
        <p:blipFill rotWithShape="1">
          <a:blip r:embed="rId4">
            <a:alphaModFix/>
          </a:blip>
          <a:srcRect b="52355" l="46456" r="47350" t="10323"/>
          <a:stretch/>
        </p:blipFill>
        <p:spPr>
          <a:xfrm rot="-8999984">
            <a:off x="7950835" y="2712950"/>
            <a:ext cx="278536" cy="84620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0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204"/>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20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0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03"/>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202"/>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20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2" name="Shape 1212"/>
        <p:cNvGrpSpPr/>
        <p:nvPr/>
      </p:nvGrpSpPr>
      <p:grpSpPr>
        <a:xfrm>
          <a:off x="0" y="0"/>
          <a:ext cx="0" cy="0"/>
          <a:chOff x="0" y="0"/>
          <a:chExt cx="0" cy="0"/>
        </a:xfrm>
      </p:grpSpPr>
      <p:pic>
        <p:nvPicPr>
          <p:cNvPr id="1213" name="Google Shape;1213;p102"/>
          <p:cNvPicPr preferRelativeResize="0"/>
          <p:nvPr/>
        </p:nvPicPr>
        <p:blipFill rotWithShape="1">
          <a:blip r:embed="rId3">
            <a:alphaModFix/>
          </a:blip>
          <a:srcRect b="0" l="0" r="0" t="0"/>
          <a:stretch/>
        </p:blipFill>
        <p:spPr>
          <a:xfrm>
            <a:off x="4964325" y="1191000"/>
            <a:ext cx="3855675" cy="3179075"/>
          </a:xfrm>
          <a:prstGeom prst="rect">
            <a:avLst/>
          </a:prstGeom>
          <a:noFill/>
          <a:ln>
            <a:noFill/>
          </a:ln>
        </p:spPr>
      </p:pic>
      <p:sp>
        <p:nvSpPr>
          <p:cNvPr id="1214" name="Google Shape;1214;p102"/>
          <p:cNvSpPr txBox="1"/>
          <p:nvPr>
            <p:ph idx="1" type="body"/>
          </p:nvPr>
        </p:nvSpPr>
        <p:spPr>
          <a:xfrm>
            <a:off x="806250" y="3907475"/>
            <a:ext cx="4158000" cy="595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SzPts val="2200"/>
              <a:buNone/>
            </a:pPr>
            <a:r>
              <a:rPr lang="en-GB" sz="1800"/>
              <a:t>Repeat this process for each vertex of the shape.</a:t>
            </a:r>
            <a:endParaRPr sz="1800"/>
          </a:p>
        </p:txBody>
      </p:sp>
      <p:sp>
        <p:nvSpPr>
          <p:cNvPr id="1215" name="Google Shape;1215;p102"/>
          <p:cNvSpPr txBox="1"/>
          <p:nvPr>
            <p:ph idx="1" type="body"/>
          </p:nvPr>
        </p:nvSpPr>
        <p:spPr>
          <a:xfrm>
            <a:off x="324000" y="759300"/>
            <a:ext cx="8496000" cy="285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SzPts val="2200"/>
              <a:buNone/>
            </a:pPr>
            <a:r>
              <a:rPr lang="en-GB" sz="2000"/>
              <a:t>Reflect this object in the line of reflection by counting squares.</a:t>
            </a:r>
            <a:endParaRPr sz="2000"/>
          </a:p>
        </p:txBody>
      </p:sp>
      <p:sp>
        <p:nvSpPr>
          <p:cNvPr id="1216" name="Google Shape;1216;p102"/>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2000"/>
              <a:buNone/>
            </a:pPr>
            <a:r>
              <a:rPr lang="en-GB"/>
              <a:t>Counting squares to reflect objects</a:t>
            </a:r>
            <a:endParaRPr/>
          </a:p>
        </p:txBody>
      </p:sp>
      <p:sp>
        <p:nvSpPr>
          <p:cNvPr id="1217" name="Google Shape;1217;p102"/>
          <p:cNvSpPr txBox="1"/>
          <p:nvPr>
            <p:ph idx="1" type="body"/>
          </p:nvPr>
        </p:nvSpPr>
        <p:spPr>
          <a:xfrm>
            <a:off x="806250" y="1266950"/>
            <a:ext cx="4158000" cy="2772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SzPts val="2200"/>
              <a:buNone/>
            </a:pPr>
            <a:r>
              <a:rPr lang="en-GB" sz="1800"/>
              <a:t>Choose a vertex of the object.</a:t>
            </a:r>
            <a:endParaRPr sz="1800"/>
          </a:p>
        </p:txBody>
      </p:sp>
      <p:sp>
        <p:nvSpPr>
          <p:cNvPr id="1218" name="Google Shape;1218;p102"/>
          <p:cNvSpPr txBox="1"/>
          <p:nvPr>
            <p:ph idx="1" type="body"/>
          </p:nvPr>
        </p:nvSpPr>
        <p:spPr>
          <a:xfrm>
            <a:off x="806250" y="2814900"/>
            <a:ext cx="4158000" cy="9144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SzPts val="2200"/>
              <a:buNone/>
            </a:pPr>
            <a:r>
              <a:rPr lang="en-GB" sz="1800"/>
              <a:t>Repeat that number of squares again on the opposite side of the line of reflection.</a:t>
            </a:r>
            <a:endParaRPr sz="1800"/>
          </a:p>
        </p:txBody>
      </p:sp>
      <p:sp>
        <p:nvSpPr>
          <p:cNvPr id="1219" name="Google Shape;1219;p102"/>
          <p:cNvSpPr txBox="1"/>
          <p:nvPr>
            <p:ph idx="1" type="body"/>
          </p:nvPr>
        </p:nvSpPr>
        <p:spPr>
          <a:xfrm>
            <a:off x="806250" y="1722325"/>
            <a:ext cx="4158000" cy="9144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SzPts val="2200"/>
              <a:buNone/>
            </a:pPr>
            <a:r>
              <a:rPr lang="en-GB" sz="1800"/>
              <a:t>With your pencil, count the number of squares you travel to get to the line of reflection.</a:t>
            </a:r>
            <a:endParaRPr sz="1800"/>
          </a:p>
        </p:txBody>
      </p:sp>
      <p:sp>
        <p:nvSpPr>
          <p:cNvPr id="1220" name="Google Shape;1220;p102"/>
          <p:cNvSpPr/>
          <p:nvPr/>
        </p:nvSpPr>
        <p:spPr>
          <a:xfrm>
            <a:off x="5947105" y="3437100"/>
            <a:ext cx="292200" cy="292200"/>
          </a:xfrm>
          <a:prstGeom prst="mathMultiply">
            <a:avLst>
              <a:gd fmla="val 9754"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1" name="Google Shape;1221;p102"/>
          <p:cNvSpPr/>
          <p:nvPr/>
        </p:nvSpPr>
        <p:spPr>
          <a:xfrm>
            <a:off x="7623405" y="3437100"/>
            <a:ext cx="292200" cy="292200"/>
          </a:xfrm>
          <a:prstGeom prst="mathMultiply">
            <a:avLst>
              <a:gd fmla="val 9754"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2" name="Google Shape;1222;p102"/>
          <p:cNvSpPr/>
          <p:nvPr/>
        </p:nvSpPr>
        <p:spPr>
          <a:xfrm>
            <a:off x="8469855" y="3437100"/>
            <a:ext cx="292200" cy="292200"/>
          </a:xfrm>
          <a:prstGeom prst="mathMultiply">
            <a:avLst>
              <a:gd fmla="val 9754"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223" name="Google Shape;1223;p102"/>
          <p:cNvPicPr preferRelativeResize="0"/>
          <p:nvPr/>
        </p:nvPicPr>
        <p:blipFill rotWithShape="1">
          <a:blip r:embed="rId4">
            <a:alphaModFix/>
          </a:blip>
          <a:srcRect b="52355" l="46456" r="47350" t="10323"/>
          <a:stretch/>
        </p:blipFill>
        <p:spPr>
          <a:xfrm rot="-8999984">
            <a:off x="8680722" y="2712950"/>
            <a:ext cx="278536" cy="846209"/>
          </a:xfrm>
          <a:prstGeom prst="rect">
            <a:avLst/>
          </a:prstGeom>
          <a:noFill/>
          <a:ln>
            <a:noFill/>
          </a:ln>
        </p:spPr>
      </p:pic>
      <p:cxnSp>
        <p:nvCxnSpPr>
          <p:cNvPr id="1224" name="Google Shape;1224;p102"/>
          <p:cNvCxnSpPr/>
          <p:nvPr/>
        </p:nvCxnSpPr>
        <p:spPr>
          <a:xfrm>
            <a:off x="5241952" y="3736081"/>
            <a:ext cx="1702500" cy="0"/>
          </a:xfrm>
          <a:prstGeom prst="straightConnector1">
            <a:avLst/>
          </a:prstGeom>
          <a:noFill/>
          <a:ln cap="flat" cmpd="sng" w="28575">
            <a:solidFill>
              <a:schemeClr val="dk2"/>
            </a:solidFill>
            <a:prstDash val="solid"/>
            <a:round/>
            <a:headEnd len="med" w="med" type="triangle"/>
            <a:tailEnd len="med" w="med" type="triangle"/>
          </a:ln>
        </p:spPr>
      </p:cxnSp>
      <p:sp>
        <p:nvSpPr>
          <p:cNvPr id="1225" name="Google Shape;1225;p102"/>
          <p:cNvSpPr txBox="1"/>
          <p:nvPr/>
        </p:nvSpPr>
        <p:spPr>
          <a:xfrm>
            <a:off x="5298407" y="3805511"/>
            <a:ext cx="1358700" cy="277200"/>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1000"/>
              </a:spcAft>
              <a:buClr>
                <a:schemeClr val="dk1"/>
              </a:buClr>
              <a:buSzPts val="2200"/>
              <a:buFont typeface="Lexend"/>
              <a:buNone/>
            </a:pPr>
            <a:r>
              <a:rPr lang="en-GB" sz="1800">
                <a:solidFill>
                  <a:schemeClr val="dk1"/>
                </a:solidFill>
                <a:latin typeface="Lexend"/>
                <a:ea typeface="Lexend"/>
                <a:cs typeface="Lexend"/>
                <a:sym typeface="Lexend"/>
              </a:rPr>
              <a:t>4</a:t>
            </a:r>
            <a:r>
              <a:rPr b="0" i="0" lang="en-GB" sz="1800" u="none" cap="none" strike="noStrike">
                <a:solidFill>
                  <a:schemeClr val="dk1"/>
                </a:solidFill>
                <a:latin typeface="Lexend"/>
                <a:ea typeface="Lexend"/>
                <a:cs typeface="Lexend"/>
                <a:sym typeface="Lexend"/>
              </a:rPr>
              <a:t> squares</a:t>
            </a:r>
            <a:endParaRPr/>
          </a:p>
        </p:txBody>
      </p:sp>
      <p:sp>
        <p:nvSpPr>
          <p:cNvPr id="1226" name="Google Shape;1226;p102"/>
          <p:cNvSpPr/>
          <p:nvPr/>
        </p:nvSpPr>
        <p:spPr>
          <a:xfrm>
            <a:off x="5103305" y="3443867"/>
            <a:ext cx="292200" cy="292200"/>
          </a:xfrm>
          <a:prstGeom prst="mathMultiply">
            <a:avLst>
              <a:gd fmla="val 9754"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227" name="Google Shape;1227;p102"/>
          <p:cNvCxnSpPr/>
          <p:nvPr/>
        </p:nvCxnSpPr>
        <p:spPr>
          <a:xfrm>
            <a:off x="6944459" y="3736081"/>
            <a:ext cx="1702500" cy="0"/>
          </a:xfrm>
          <a:prstGeom prst="straightConnector1">
            <a:avLst/>
          </a:prstGeom>
          <a:noFill/>
          <a:ln cap="flat" cmpd="sng" w="28575">
            <a:solidFill>
              <a:schemeClr val="dk2"/>
            </a:solidFill>
            <a:prstDash val="solid"/>
            <a:round/>
            <a:headEnd len="med" w="med" type="triangle"/>
            <a:tailEnd len="med" w="med" type="triangle"/>
          </a:ln>
        </p:spPr>
      </p:cxnSp>
      <p:sp>
        <p:nvSpPr>
          <p:cNvPr id="1228" name="Google Shape;1228;p102"/>
          <p:cNvSpPr txBox="1"/>
          <p:nvPr/>
        </p:nvSpPr>
        <p:spPr>
          <a:xfrm>
            <a:off x="7051007" y="3805511"/>
            <a:ext cx="1358700" cy="277200"/>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1000"/>
              </a:spcAft>
              <a:buClr>
                <a:schemeClr val="dk1"/>
              </a:buClr>
              <a:buSzPts val="2200"/>
              <a:buFont typeface="Lexend"/>
              <a:buNone/>
            </a:pPr>
            <a:r>
              <a:rPr lang="en-GB" sz="1800">
                <a:solidFill>
                  <a:schemeClr val="dk1"/>
                </a:solidFill>
                <a:latin typeface="Lexend"/>
                <a:ea typeface="Lexend"/>
                <a:cs typeface="Lexend"/>
                <a:sym typeface="Lexend"/>
              </a:rPr>
              <a:t>4</a:t>
            </a:r>
            <a:r>
              <a:rPr b="0" i="0" lang="en-GB" sz="1800" u="none" cap="none" strike="noStrike">
                <a:solidFill>
                  <a:schemeClr val="dk1"/>
                </a:solidFill>
                <a:latin typeface="Lexend"/>
                <a:ea typeface="Lexend"/>
                <a:cs typeface="Lexend"/>
                <a:sym typeface="Lexend"/>
              </a:rPr>
              <a:t> squares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2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2" name="Shape 1232"/>
        <p:cNvGrpSpPr/>
        <p:nvPr/>
      </p:nvGrpSpPr>
      <p:grpSpPr>
        <a:xfrm>
          <a:off x="0" y="0"/>
          <a:ext cx="0" cy="0"/>
          <a:chOff x="0" y="0"/>
          <a:chExt cx="0" cy="0"/>
        </a:xfrm>
      </p:grpSpPr>
      <p:pic>
        <p:nvPicPr>
          <p:cNvPr id="1233" name="Google Shape;1233;p103"/>
          <p:cNvPicPr preferRelativeResize="0"/>
          <p:nvPr/>
        </p:nvPicPr>
        <p:blipFill rotWithShape="1">
          <a:blip r:embed="rId3">
            <a:alphaModFix/>
          </a:blip>
          <a:srcRect b="0" l="0" r="0" t="0"/>
          <a:stretch/>
        </p:blipFill>
        <p:spPr>
          <a:xfrm>
            <a:off x="4964325" y="1191000"/>
            <a:ext cx="3855675" cy="3179075"/>
          </a:xfrm>
          <a:prstGeom prst="rect">
            <a:avLst/>
          </a:prstGeom>
          <a:noFill/>
          <a:ln>
            <a:noFill/>
          </a:ln>
        </p:spPr>
      </p:pic>
      <p:sp>
        <p:nvSpPr>
          <p:cNvPr id="1234" name="Google Shape;1234;p103"/>
          <p:cNvSpPr txBox="1"/>
          <p:nvPr>
            <p:ph idx="1" type="body"/>
          </p:nvPr>
        </p:nvSpPr>
        <p:spPr>
          <a:xfrm>
            <a:off x="806250" y="3907475"/>
            <a:ext cx="4158000" cy="595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SzPts val="2200"/>
              <a:buNone/>
            </a:pPr>
            <a:r>
              <a:rPr lang="en-GB" sz="1800"/>
              <a:t>Repeat this process for each vertex of the shape.</a:t>
            </a:r>
            <a:endParaRPr sz="1800"/>
          </a:p>
        </p:txBody>
      </p:sp>
      <p:sp>
        <p:nvSpPr>
          <p:cNvPr id="1235" name="Google Shape;1235;p103"/>
          <p:cNvSpPr txBox="1"/>
          <p:nvPr>
            <p:ph idx="1" type="body"/>
          </p:nvPr>
        </p:nvSpPr>
        <p:spPr>
          <a:xfrm>
            <a:off x="324000" y="759300"/>
            <a:ext cx="8496000" cy="285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SzPts val="2200"/>
              <a:buNone/>
            </a:pPr>
            <a:r>
              <a:rPr lang="en-GB" sz="2000"/>
              <a:t>Reflect this object in the line of reflection by counting squares.</a:t>
            </a:r>
            <a:endParaRPr sz="2000"/>
          </a:p>
        </p:txBody>
      </p:sp>
      <p:sp>
        <p:nvSpPr>
          <p:cNvPr id="1236" name="Google Shape;1236;p103"/>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2000"/>
              <a:buNone/>
            </a:pPr>
            <a:r>
              <a:rPr lang="en-GB"/>
              <a:t>Counting squares to reflect objects</a:t>
            </a:r>
            <a:endParaRPr/>
          </a:p>
        </p:txBody>
      </p:sp>
      <p:sp>
        <p:nvSpPr>
          <p:cNvPr id="1237" name="Google Shape;1237;p103"/>
          <p:cNvSpPr txBox="1"/>
          <p:nvPr>
            <p:ph idx="1" type="body"/>
          </p:nvPr>
        </p:nvSpPr>
        <p:spPr>
          <a:xfrm>
            <a:off x="806250" y="1266950"/>
            <a:ext cx="4158000" cy="2772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SzPts val="2200"/>
              <a:buNone/>
            </a:pPr>
            <a:r>
              <a:rPr lang="en-GB" sz="1800"/>
              <a:t>Choose a vertex of the object.</a:t>
            </a:r>
            <a:endParaRPr sz="1800"/>
          </a:p>
        </p:txBody>
      </p:sp>
      <p:sp>
        <p:nvSpPr>
          <p:cNvPr id="1238" name="Google Shape;1238;p103"/>
          <p:cNvSpPr txBox="1"/>
          <p:nvPr>
            <p:ph idx="1" type="body"/>
          </p:nvPr>
        </p:nvSpPr>
        <p:spPr>
          <a:xfrm>
            <a:off x="806250" y="2814900"/>
            <a:ext cx="4158000" cy="9144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SzPts val="2200"/>
              <a:buNone/>
            </a:pPr>
            <a:r>
              <a:rPr lang="en-GB" sz="1800"/>
              <a:t>Repeat that number of squares again on the opposite side of the line of reflection.</a:t>
            </a:r>
            <a:endParaRPr sz="1800"/>
          </a:p>
        </p:txBody>
      </p:sp>
      <p:sp>
        <p:nvSpPr>
          <p:cNvPr id="1239" name="Google Shape;1239;p103"/>
          <p:cNvSpPr txBox="1"/>
          <p:nvPr>
            <p:ph idx="1" type="body"/>
          </p:nvPr>
        </p:nvSpPr>
        <p:spPr>
          <a:xfrm>
            <a:off x="806250" y="1722325"/>
            <a:ext cx="4158000" cy="9144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SzPts val="2200"/>
              <a:buNone/>
            </a:pPr>
            <a:r>
              <a:rPr lang="en-GB" sz="1800"/>
              <a:t>With your pencil, count the number of squares you travel to get to the line of reflection.</a:t>
            </a:r>
            <a:endParaRPr sz="1800"/>
          </a:p>
        </p:txBody>
      </p:sp>
      <p:sp>
        <p:nvSpPr>
          <p:cNvPr id="1240" name="Google Shape;1240;p103"/>
          <p:cNvSpPr/>
          <p:nvPr/>
        </p:nvSpPr>
        <p:spPr>
          <a:xfrm>
            <a:off x="5947105" y="3437100"/>
            <a:ext cx="292200" cy="292200"/>
          </a:xfrm>
          <a:prstGeom prst="mathMultiply">
            <a:avLst>
              <a:gd fmla="val 9754"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1" name="Google Shape;1241;p103"/>
          <p:cNvSpPr/>
          <p:nvPr/>
        </p:nvSpPr>
        <p:spPr>
          <a:xfrm>
            <a:off x="7623405" y="3437100"/>
            <a:ext cx="292200" cy="292200"/>
          </a:xfrm>
          <a:prstGeom prst="mathMultiply">
            <a:avLst>
              <a:gd fmla="val 9754"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2" name="Google Shape;1242;p103"/>
          <p:cNvSpPr/>
          <p:nvPr/>
        </p:nvSpPr>
        <p:spPr>
          <a:xfrm>
            <a:off x="8469855" y="3437100"/>
            <a:ext cx="292200" cy="292200"/>
          </a:xfrm>
          <a:prstGeom prst="mathMultiply">
            <a:avLst>
              <a:gd fmla="val 9754"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243" name="Google Shape;1243;p103"/>
          <p:cNvPicPr preferRelativeResize="0"/>
          <p:nvPr/>
        </p:nvPicPr>
        <p:blipFill rotWithShape="1">
          <a:blip r:embed="rId4">
            <a:alphaModFix/>
          </a:blip>
          <a:srcRect b="52355" l="46456" r="47350" t="10323"/>
          <a:stretch/>
        </p:blipFill>
        <p:spPr>
          <a:xfrm rot="-2700000">
            <a:off x="5556797" y="1879649"/>
            <a:ext cx="278538" cy="846211"/>
          </a:xfrm>
          <a:prstGeom prst="rect">
            <a:avLst/>
          </a:prstGeom>
          <a:noFill/>
          <a:ln>
            <a:noFill/>
          </a:ln>
        </p:spPr>
      </p:pic>
      <p:cxnSp>
        <p:nvCxnSpPr>
          <p:cNvPr id="1244" name="Google Shape;1244;p103"/>
          <p:cNvCxnSpPr/>
          <p:nvPr/>
        </p:nvCxnSpPr>
        <p:spPr>
          <a:xfrm>
            <a:off x="5218177" y="1905093"/>
            <a:ext cx="1702500" cy="0"/>
          </a:xfrm>
          <a:prstGeom prst="straightConnector1">
            <a:avLst/>
          </a:prstGeom>
          <a:noFill/>
          <a:ln cap="flat" cmpd="sng" w="28575">
            <a:solidFill>
              <a:schemeClr val="dk2"/>
            </a:solidFill>
            <a:prstDash val="solid"/>
            <a:round/>
            <a:headEnd len="med" w="med" type="triangle"/>
            <a:tailEnd len="med" w="med" type="triangle"/>
          </a:ln>
        </p:spPr>
      </p:cxnSp>
      <p:sp>
        <p:nvSpPr>
          <p:cNvPr id="1245" name="Google Shape;1245;p103"/>
          <p:cNvSpPr txBox="1"/>
          <p:nvPr/>
        </p:nvSpPr>
        <p:spPr>
          <a:xfrm>
            <a:off x="5298407" y="1481411"/>
            <a:ext cx="1358700" cy="277200"/>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1000"/>
              </a:spcAft>
              <a:buClr>
                <a:schemeClr val="dk1"/>
              </a:buClr>
              <a:buSzPts val="2200"/>
              <a:buFont typeface="Lexend"/>
              <a:buNone/>
            </a:pPr>
            <a:r>
              <a:rPr lang="en-GB" sz="1800">
                <a:solidFill>
                  <a:schemeClr val="dk1"/>
                </a:solidFill>
                <a:latin typeface="Lexend"/>
                <a:ea typeface="Lexend"/>
                <a:cs typeface="Lexend"/>
                <a:sym typeface="Lexend"/>
              </a:rPr>
              <a:t>4</a:t>
            </a:r>
            <a:r>
              <a:rPr b="0" i="0" lang="en-GB" sz="1800" u="none" cap="none" strike="noStrike">
                <a:solidFill>
                  <a:schemeClr val="dk1"/>
                </a:solidFill>
                <a:latin typeface="Lexend"/>
                <a:ea typeface="Lexend"/>
                <a:cs typeface="Lexend"/>
                <a:sym typeface="Lexend"/>
              </a:rPr>
              <a:t> squares</a:t>
            </a:r>
            <a:endParaRPr/>
          </a:p>
        </p:txBody>
      </p:sp>
      <p:sp>
        <p:nvSpPr>
          <p:cNvPr id="1246" name="Google Shape;1246;p103"/>
          <p:cNvSpPr/>
          <p:nvPr/>
        </p:nvSpPr>
        <p:spPr>
          <a:xfrm>
            <a:off x="5103305" y="3443867"/>
            <a:ext cx="292200" cy="292200"/>
          </a:xfrm>
          <a:prstGeom prst="mathMultiply">
            <a:avLst>
              <a:gd fmla="val 9754"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247" name="Google Shape;1247;p103"/>
          <p:cNvCxnSpPr/>
          <p:nvPr/>
        </p:nvCxnSpPr>
        <p:spPr>
          <a:xfrm>
            <a:off x="6942984" y="1922381"/>
            <a:ext cx="1702500" cy="0"/>
          </a:xfrm>
          <a:prstGeom prst="straightConnector1">
            <a:avLst/>
          </a:prstGeom>
          <a:noFill/>
          <a:ln cap="flat" cmpd="sng" w="28575">
            <a:solidFill>
              <a:schemeClr val="dk2"/>
            </a:solidFill>
            <a:prstDash val="solid"/>
            <a:round/>
            <a:headEnd len="med" w="med" type="triangle"/>
            <a:tailEnd len="med" w="med" type="triangle"/>
          </a:ln>
        </p:spPr>
      </p:cxnSp>
      <p:sp>
        <p:nvSpPr>
          <p:cNvPr id="1248" name="Google Shape;1248;p103"/>
          <p:cNvSpPr txBox="1"/>
          <p:nvPr/>
        </p:nvSpPr>
        <p:spPr>
          <a:xfrm>
            <a:off x="7051007" y="1481411"/>
            <a:ext cx="1358700" cy="277200"/>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1000"/>
              </a:spcAft>
              <a:buClr>
                <a:schemeClr val="dk1"/>
              </a:buClr>
              <a:buSzPts val="2200"/>
              <a:buFont typeface="Lexend"/>
              <a:buNone/>
            </a:pPr>
            <a:r>
              <a:rPr lang="en-GB" sz="1800">
                <a:solidFill>
                  <a:schemeClr val="dk1"/>
                </a:solidFill>
                <a:latin typeface="Lexend"/>
                <a:ea typeface="Lexend"/>
                <a:cs typeface="Lexend"/>
                <a:sym typeface="Lexend"/>
              </a:rPr>
              <a:t>4</a:t>
            </a:r>
            <a:r>
              <a:rPr b="0" i="0" lang="en-GB" sz="1800" u="none" cap="none" strike="noStrike">
                <a:solidFill>
                  <a:schemeClr val="dk1"/>
                </a:solidFill>
                <a:latin typeface="Lexend"/>
                <a:ea typeface="Lexend"/>
                <a:cs typeface="Lexend"/>
                <a:sym typeface="Lexend"/>
              </a:rPr>
              <a:t> squares</a:t>
            </a:r>
            <a:endParaRPr/>
          </a:p>
        </p:txBody>
      </p:sp>
      <p:sp>
        <p:nvSpPr>
          <p:cNvPr id="1249" name="Google Shape;1249;p103"/>
          <p:cNvSpPr/>
          <p:nvPr/>
        </p:nvSpPr>
        <p:spPr>
          <a:xfrm>
            <a:off x="8461605" y="1760700"/>
            <a:ext cx="292200" cy="292200"/>
          </a:xfrm>
          <a:prstGeom prst="mathMultiply">
            <a:avLst>
              <a:gd fmla="val 9754"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0" name="Google Shape;1250;p103"/>
          <p:cNvSpPr/>
          <p:nvPr/>
        </p:nvSpPr>
        <p:spPr>
          <a:xfrm>
            <a:off x="5108805" y="1760700"/>
            <a:ext cx="292200" cy="292200"/>
          </a:xfrm>
          <a:prstGeom prst="mathMultiply">
            <a:avLst>
              <a:gd fmla="val 9754"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251" name="Google Shape;1251;p103"/>
          <p:cNvPicPr preferRelativeResize="0"/>
          <p:nvPr/>
        </p:nvPicPr>
        <p:blipFill rotWithShape="1">
          <a:blip r:embed="rId4">
            <a:alphaModFix/>
          </a:blip>
          <a:srcRect b="52355" l="46456" r="47350" t="10323"/>
          <a:stretch/>
        </p:blipFill>
        <p:spPr>
          <a:xfrm rot="2700000">
            <a:off x="8108547" y="1896924"/>
            <a:ext cx="278538" cy="846211"/>
          </a:xfrm>
          <a:prstGeom prst="rect">
            <a:avLst/>
          </a:prstGeom>
          <a:noFill/>
          <a:ln>
            <a:noFill/>
          </a:ln>
        </p:spPr>
      </p:pic>
      <p:sp>
        <p:nvSpPr>
          <p:cNvPr id="1252" name="Google Shape;1252;p103"/>
          <p:cNvSpPr/>
          <p:nvPr/>
        </p:nvSpPr>
        <p:spPr>
          <a:xfrm>
            <a:off x="7772074" y="1905354"/>
            <a:ext cx="843900" cy="1699800"/>
          </a:xfrm>
          <a:prstGeom prst="triangle">
            <a:avLst>
              <a:gd fmla="val 100000" name="adj"/>
            </a:avLst>
          </a:prstGeom>
          <a:solidFill>
            <a:srgbClr val="845AD9">
              <a:alpha val="14900"/>
            </a:srgbClr>
          </a:solidFill>
          <a:ln cap="flat" cmpd="sng" w="38100">
            <a:solidFill>
              <a:srgbClr val="845A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2"/>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243"/>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244"/>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245"/>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248"/>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251"/>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247"/>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6" name="Shape 1256"/>
        <p:cNvGrpSpPr/>
        <p:nvPr/>
      </p:nvGrpSpPr>
      <p:grpSpPr>
        <a:xfrm>
          <a:off x="0" y="0"/>
          <a:ext cx="0" cy="0"/>
          <a:chOff x="0" y="0"/>
          <a:chExt cx="0" cy="0"/>
        </a:xfrm>
      </p:grpSpPr>
      <p:sp>
        <p:nvSpPr>
          <p:cNvPr id="1257" name="Google Shape;1257;p104"/>
          <p:cNvSpPr txBox="1"/>
          <p:nvPr>
            <p:ph idx="1" type="body"/>
          </p:nvPr>
        </p:nvSpPr>
        <p:spPr>
          <a:xfrm>
            <a:off x="324000" y="759300"/>
            <a:ext cx="8237700" cy="801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SzPts val="2200"/>
              <a:buNone/>
            </a:pPr>
            <a:r>
              <a:rPr lang="en-GB"/>
              <a:t>Which of these is the location of vertex A after it has been reflected?</a:t>
            </a:r>
            <a:endParaRPr/>
          </a:p>
        </p:txBody>
      </p:sp>
      <p:sp>
        <p:nvSpPr>
          <p:cNvPr id="1258" name="Google Shape;1258;p104"/>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2000"/>
              <a:buNone/>
            </a:pPr>
            <a:r>
              <a:rPr lang="en-GB"/>
              <a:t>Counting squares to reflect objects</a:t>
            </a:r>
            <a:endParaRPr/>
          </a:p>
        </p:txBody>
      </p:sp>
      <p:pic>
        <p:nvPicPr>
          <p:cNvPr id="1259" name="Google Shape;1259;p104"/>
          <p:cNvPicPr preferRelativeResize="0"/>
          <p:nvPr/>
        </p:nvPicPr>
        <p:blipFill rotWithShape="1">
          <a:blip r:embed="rId3">
            <a:alphaModFix/>
          </a:blip>
          <a:srcRect b="0" l="0" r="0" t="0"/>
          <a:stretch/>
        </p:blipFill>
        <p:spPr>
          <a:xfrm>
            <a:off x="2044625" y="1620000"/>
            <a:ext cx="5054750" cy="2815000"/>
          </a:xfrm>
          <a:prstGeom prst="rect">
            <a:avLst/>
          </a:prstGeom>
          <a:noFill/>
          <a:ln>
            <a:noFill/>
          </a:ln>
        </p:spPr>
      </p:pic>
      <p:sp>
        <p:nvSpPr>
          <p:cNvPr id="1260" name="Google Shape;1260;p104"/>
          <p:cNvSpPr txBox="1"/>
          <p:nvPr>
            <p:ph idx="1" type="body"/>
          </p:nvPr>
        </p:nvSpPr>
        <p:spPr>
          <a:xfrm>
            <a:off x="2627750" y="1776700"/>
            <a:ext cx="259500" cy="328500"/>
          </a:xfrm>
          <a:prstGeom prst="rect">
            <a:avLst/>
          </a:prstGeom>
          <a:noFill/>
          <a:ln>
            <a:noFill/>
          </a:ln>
        </p:spPr>
        <p:txBody>
          <a:bodyPr anchorCtr="0" anchor="t" bIns="0" lIns="0" spcFirstLastPara="1" rIns="0" wrap="square" tIns="0">
            <a:noAutofit/>
          </a:bodyPr>
          <a:lstStyle/>
          <a:p>
            <a:pPr indent="0" lvl="0" marL="0" rtl="0" algn="ctr">
              <a:lnSpc>
                <a:spcPct val="115000"/>
              </a:lnSpc>
              <a:spcBef>
                <a:spcPts val="0"/>
              </a:spcBef>
              <a:spcAft>
                <a:spcPts val="1000"/>
              </a:spcAft>
              <a:buSzPts val="2200"/>
              <a:buNone/>
            </a:pPr>
            <a:r>
              <a:rPr lang="en-GB"/>
              <a:t>A</a:t>
            </a:r>
            <a:endParaRPr/>
          </a:p>
        </p:txBody>
      </p:sp>
      <p:grpSp>
        <p:nvGrpSpPr>
          <p:cNvPr id="1261" name="Google Shape;1261;p104"/>
          <p:cNvGrpSpPr/>
          <p:nvPr/>
        </p:nvGrpSpPr>
        <p:grpSpPr>
          <a:xfrm>
            <a:off x="4955227" y="1641145"/>
            <a:ext cx="328498" cy="328498"/>
            <a:chOff x="1020916" y="1442088"/>
            <a:chExt cx="457200" cy="457200"/>
          </a:xfrm>
        </p:grpSpPr>
        <p:pic>
          <p:nvPicPr>
            <p:cNvPr id="1262" name="Google Shape;1262;p104"/>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1263" name="Google Shape;1263;p10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GB" sz="1800" u="none" cap="none" strike="noStrike">
                  <a:solidFill>
                    <a:srgbClr val="FFFFFF"/>
                  </a:solidFill>
                  <a:latin typeface="Lexend"/>
                  <a:ea typeface="Lexend"/>
                  <a:cs typeface="Lexend"/>
                  <a:sym typeface="Lexend"/>
                </a:rPr>
                <a:t>a</a:t>
              </a:r>
              <a:endParaRPr b="1" i="0" sz="1800" u="none" cap="none" strike="noStrike">
                <a:solidFill>
                  <a:srgbClr val="FFFFFF"/>
                </a:solidFill>
                <a:latin typeface="Lexend"/>
                <a:ea typeface="Lexend"/>
                <a:cs typeface="Lexend"/>
                <a:sym typeface="Lexend"/>
              </a:endParaRPr>
            </a:p>
          </p:txBody>
        </p:sp>
      </p:grpSp>
      <p:sp>
        <p:nvSpPr>
          <p:cNvPr id="1264" name="Google Shape;1264;p104"/>
          <p:cNvSpPr/>
          <p:nvPr/>
        </p:nvSpPr>
        <p:spPr>
          <a:xfrm>
            <a:off x="4974717" y="1969661"/>
            <a:ext cx="292200" cy="292200"/>
          </a:xfrm>
          <a:prstGeom prst="mathMultiply">
            <a:avLst>
              <a:gd fmla="val 9754"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265" name="Google Shape;1265;p104"/>
          <p:cNvGrpSpPr/>
          <p:nvPr/>
        </p:nvGrpSpPr>
        <p:grpSpPr>
          <a:xfrm>
            <a:off x="5689227" y="1641145"/>
            <a:ext cx="328498" cy="328498"/>
            <a:chOff x="1020916" y="1442088"/>
            <a:chExt cx="457200" cy="457200"/>
          </a:xfrm>
        </p:grpSpPr>
        <p:pic>
          <p:nvPicPr>
            <p:cNvPr id="1266" name="Google Shape;1266;p104"/>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1267" name="Google Shape;1267;p10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GB" sz="1800" u="none" cap="none" strike="noStrike">
                  <a:solidFill>
                    <a:srgbClr val="FFFFFF"/>
                  </a:solidFill>
                  <a:latin typeface="Lexend"/>
                  <a:ea typeface="Lexend"/>
                  <a:cs typeface="Lexend"/>
                  <a:sym typeface="Lexend"/>
                </a:rPr>
                <a:t>b</a:t>
              </a:r>
              <a:endParaRPr b="1" i="0" sz="1800" u="none" cap="none" strike="noStrike">
                <a:solidFill>
                  <a:srgbClr val="FFFFFF"/>
                </a:solidFill>
                <a:latin typeface="Lexend"/>
                <a:ea typeface="Lexend"/>
                <a:cs typeface="Lexend"/>
                <a:sym typeface="Lexend"/>
              </a:endParaRPr>
            </a:p>
          </p:txBody>
        </p:sp>
      </p:grpSp>
      <p:sp>
        <p:nvSpPr>
          <p:cNvPr id="1268" name="Google Shape;1268;p104"/>
          <p:cNvSpPr/>
          <p:nvPr/>
        </p:nvSpPr>
        <p:spPr>
          <a:xfrm>
            <a:off x="5708717" y="1969661"/>
            <a:ext cx="292200" cy="292200"/>
          </a:xfrm>
          <a:prstGeom prst="mathMultiply">
            <a:avLst>
              <a:gd fmla="val 9754"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269" name="Google Shape;1269;p104"/>
          <p:cNvGrpSpPr/>
          <p:nvPr/>
        </p:nvGrpSpPr>
        <p:grpSpPr>
          <a:xfrm flipH="1">
            <a:off x="5689226" y="2626999"/>
            <a:ext cx="328498" cy="328498"/>
            <a:chOff x="1020916" y="1442088"/>
            <a:chExt cx="457200" cy="457200"/>
          </a:xfrm>
        </p:grpSpPr>
        <p:pic>
          <p:nvPicPr>
            <p:cNvPr id="1270" name="Google Shape;1270;p104"/>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1271" name="Google Shape;1271;p10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GB" sz="1800" u="none" cap="none" strike="noStrike">
                  <a:solidFill>
                    <a:srgbClr val="FFFFFF"/>
                  </a:solidFill>
                  <a:latin typeface="Lexend"/>
                  <a:ea typeface="Lexend"/>
                  <a:cs typeface="Lexend"/>
                  <a:sym typeface="Lexend"/>
                </a:rPr>
                <a:t>c</a:t>
              </a:r>
              <a:endParaRPr b="1" i="0" sz="1800" u="none" cap="none" strike="noStrike">
                <a:solidFill>
                  <a:srgbClr val="FFFFFF"/>
                </a:solidFill>
                <a:latin typeface="Lexend"/>
                <a:ea typeface="Lexend"/>
                <a:cs typeface="Lexend"/>
                <a:sym typeface="Lexend"/>
              </a:endParaRPr>
            </a:p>
          </p:txBody>
        </p:sp>
      </p:grpSp>
      <p:sp>
        <p:nvSpPr>
          <p:cNvPr id="1272" name="Google Shape;1272;p104"/>
          <p:cNvSpPr/>
          <p:nvPr/>
        </p:nvSpPr>
        <p:spPr>
          <a:xfrm flipH="1" rot="10800000">
            <a:off x="5708717" y="2334780"/>
            <a:ext cx="292200" cy="292200"/>
          </a:xfrm>
          <a:prstGeom prst="mathMultiply">
            <a:avLst>
              <a:gd fmla="val 9754"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273" name="Google Shape;1273;p104"/>
          <p:cNvGrpSpPr/>
          <p:nvPr/>
        </p:nvGrpSpPr>
        <p:grpSpPr>
          <a:xfrm flipH="1">
            <a:off x="5325045" y="3739450"/>
            <a:ext cx="328498" cy="328498"/>
            <a:chOff x="1020916" y="1442088"/>
            <a:chExt cx="457200" cy="457200"/>
          </a:xfrm>
        </p:grpSpPr>
        <p:pic>
          <p:nvPicPr>
            <p:cNvPr id="1274" name="Google Shape;1274;p104"/>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1275" name="Google Shape;1275;p10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GB" sz="1800" u="none" cap="none" strike="noStrike">
                  <a:solidFill>
                    <a:srgbClr val="FFFFFF"/>
                  </a:solidFill>
                  <a:latin typeface="Lexend"/>
                  <a:ea typeface="Lexend"/>
                  <a:cs typeface="Lexend"/>
                  <a:sym typeface="Lexend"/>
                </a:rPr>
                <a:t>d</a:t>
              </a:r>
              <a:endParaRPr b="1" i="0" sz="1800" u="none" cap="none" strike="noStrike">
                <a:solidFill>
                  <a:srgbClr val="FFFFFF"/>
                </a:solidFill>
                <a:latin typeface="Lexend"/>
                <a:ea typeface="Lexend"/>
                <a:cs typeface="Lexend"/>
                <a:sym typeface="Lexend"/>
              </a:endParaRPr>
            </a:p>
          </p:txBody>
        </p:sp>
      </p:grpSp>
      <p:sp>
        <p:nvSpPr>
          <p:cNvPr id="1276" name="Google Shape;1276;p104"/>
          <p:cNvSpPr/>
          <p:nvPr/>
        </p:nvSpPr>
        <p:spPr>
          <a:xfrm flipH="1" rot="10800000">
            <a:off x="5344537" y="3447230"/>
            <a:ext cx="292200" cy="292200"/>
          </a:xfrm>
          <a:prstGeom prst="mathMultiply">
            <a:avLst>
              <a:gd fmla="val 9754"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277" name="Google Shape;1277;p104"/>
          <p:cNvPicPr preferRelativeResize="0"/>
          <p:nvPr/>
        </p:nvPicPr>
        <p:blipFill rotWithShape="1">
          <a:blip r:embed="rId5">
            <a:alphaModFix/>
          </a:blip>
          <a:srcRect b="0" l="0" r="0" t="0"/>
          <a:stretch/>
        </p:blipFill>
        <p:spPr>
          <a:xfrm>
            <a:off x="5655483" y="1185400"/>
            <a:ext cx="396000" cy="419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1" name="Shape 1281"/>
        <p:cNvGrpSpPr/>
        <p:nvPr/>
      </p:nvGrpSpPr>
      <p:grpSpPr>
        <a:xfrm>
          <a:off x="0" y="0"/>
          <a:ext cx="0" cy="0"/>
          <a:chOff x="0" y="0"/>
          <a:chExt cx="0" cy="0"/>
        </a:xfrm>
      </p:grpSpPr>
      <p:sp>
        <p:nvSpPr>
          <p:cNvPr id="1282" name="Google Shape;1282;p105"/>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2000"/>
              <a:buNone/>
            </a:pPr>
            <a:r>
              <a:rPr lang="en-GB"/>
              <a:t>Counting squares to reflect objects</a:t>
            </a:r>
            <a:endParaRPr/>
          </a:p>
        </p:txBody>
      </p:sp>
      <p:sp>
        <p:nvSpPr>
          <p:cNvPr id="1283" name="Google Shape;1283;p105"/>
          <p:cNvSpPr txBox="1"/>
          <p:nvPr>
            <p:ph idx="1" type="body"/>
          </p:nvPr>
        </p:nvSpPr>
        <p:spPr>
          <a:xfrm>
            <a:off x="324000" y="810000"/>
            <a:ext cx="3943500" cy="30825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SzPts val="2200"/>
              <a:buNone/>
            </a:pPr>
            <a:r>
              <a:rPr lang="en-GB" sz="1800"/>
              <a:t>If the shape isn’t very complex, you may be able to plot one vertex of the reflection, and then draw the rest of the reflection without needing to count the squares.</a:t>
            </a:r>
            <a:endParaRPr sz="1800"/>
          </a:p>
          <a:p>
            <a:pPr indent="0" lvl="0" marL="0" rtl="0" algn="l">
              <a:lnSpc>
                <a:spcPct val="115000"/>
              </a:lnSpc>
              <a:spcBef>
                <a:spcPts val="1000"/>
              </a:spcBef>
              <a:spcAft>
                <a:spcPts val="0"/>
              </a:spcAft>
              <a:buSzPts val="2200"/>
              <a:buNone/>
            </a:pPr>
            <a:r>
              <a:t/>
            </a:r>
            <a:endParaRPr sz="1800"/>
          </a:p>
          <a:p>
            <a:pPr indent="0" lvl="0" marL="0" rtl="0" algn="l">
              <a:lnSpc>
                <a:spcPct val="115000"/>
              </a:lnSpc>
              <a:spcBef>
                <a:spcPts val="1000"/>
              </a:spcBef>
              <a:spcAft>
                <a:spcPts val="1000"/>
              </a:spcAft>
              <a:buSzPts val="2200"/>
              <a:buNone/>
            </a:pPr>
            <a:r>
              <a:rPr lang="en-GB" sz="1800"/>
              <a:t>This is optional, and you can always count the squares for each vertex.</a:t>
            </a:r>
            <a:endParaRPr sz="1800"/>
          </a:p>
        </p:txBody>
      </p:sp>
      <p:pic>
        <p:nvPicPr>
          <p:cNvPr id="1284" name="Google Shape;1284;p105"/>
          <p:cNvPicPr preferRelativeResize="0"/>
          <p:nvPr/>
        </p:nvPicPr>
        <p:blipFill rotWithShape="1">
          <a:blip r:embed="rId3">
            <a:alphaModFix/>
          </a:blip>
          <a:srcRect b="0" l="0" r="0" t="0"/>
          <a:stretch/>
        </p:blipFill>
        <p:spPr>
          <a:xfrm>
            <a:off x="4462800" y="765900"/>
            <a:ext cx="4357199" cy="210510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3">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8" name="Shape 1288"/>
        <p:cNvGrpSpPr/>
        <p:nvPr/>
      </p:nvGrpSpPr>
      <p:grpSpPr>
        <a:xfrm>
          <a:off x="0" y="0"/>
          <a:ext cx="0" cy="0"/>
          <a:chOff x="0" y="0"/>
          <a:chExt cx="0" cy="0"/>
        </a:xfrm>
      </p:grpSpPr>
      <p:pic>
        <p:nvPicPr>
          <p:cNvPr id="1289" name="Google Shape;1289;p106"/>
          <p:cNvPicPr preferRelativeResize="0"/>
          <p:nvPr/>
        </p:nvPicPr>
        <p:blipFill rotWithShape="1">
          <a:blip r:embed="rId3">
            <a:alphaModFix/>
          </a:blip>
          <a:srcRect b="0" l="0" r="0" t="0"/>
          <a:stretch/>
        </p:blipFill>
        <p:spPr>
          <a:xfrm>
            <a:off x="4462800" y="765900"/>
            <a:ext cx="4357199" cy="2105105"/>
          </a:xfrm>
          <a:prstGeom prst="rect">
            <a:avLst/>
          </a:prstGeom>
          <a:noFill/>
          <a:ln>
            <a:noFill/>
          </a:ln>
        </p:spPr>
      </p:pic>
      <p:sp>
        <p:nvSpPr>
          <p:cNvPr id="1290" name="Google Shape;1290;p106"/>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2000"/>
              <a:buNone/>
            </a:pPr>
            <a:r>
              <a:rPr lang="en-GB"/>
              <a:t>Counting squares to reflect objects</a:t>
            </a:r>
            <a:endParaRPr/>
          </a:p>
        </p:txBody>
      </p:sp>
      <p:sp>
        <p:nvSpPr>
          <p:cNvPr id="1291" name="Google Shape;1291;p106"/>
          <p:cNvSpPr txBox="1"/>
          <p:nvPr>
            <p:ph idx="1" type="body"/>
          </p:nvPr>
        </p:nvSpPr>
        <p:spPr>
          <a:xfrm>
            <a:off x="324000" y="2540700"/>
            <a:ext cx="3943500" cy="12330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SzPts val="2200"/>
              <a:buNone/>
            </a:pPr>
            <a:r>
              <a:rPr lang="en-GB" sz="1800"/>
              <a:t>On this example, I see the base of the object goes left from my chosen vertex, so in the image, the base will go right.</a:t>
            </a:r>
            <a:endParaRPr sz="1800"/>
          </a:p>
        </p:txBody>
      </p:sp>
      <p:sp>
        <p:nvSpPr>
          <p:cNvPr id="1292" name="Google Shape;1292;p106"/>
          <p:cNvSpPr txBox="1"/>
          <p:nvPr>
            <p:ph idx="1" type="body"/>
          </p:nvPr>
        </p:nvSpPr>
        <p:spPr>
          <a:xfrm>
            <a:off x="324000" y="1175400"/>
            <a:ext cx="3943500" cy="12330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SzPts val="2200"/>
              <a:buNone/>
            </a:pPr>
            <a:r>
              <a:rPr lang="en-GB" sz="1800"/>
              <a:t>Count the squares to the line of reflection and repeat that number onto the other side of the line of reflection.</a:t>
            </a:r>
            <a:endParaRPr sz="1800"/>
          </a:p>
        </p:txBody>
      </p:sp>
      <p:sp>
        <p:nvSpPr>
          <p:cNvPr id="1293" name="Google Shape;1293;p106"/>
          <p:cNvSpPr txBox="1"/>
          <p:nvPr>
            <p:ph idx="1" type="body"/>
          </p:nvPr>
        </p:nvSpPr>
        <p:spPr>
          <a:xfrm>
            <a:off x="324000" y="765900"/>
            <a:ext cx="3943500" cy="2772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SzPts val="2200"/>
              <a:buNone/>
            </a:pPr>
            <a:r>
              <a:rPr lang="en-GB" sz="1800"/>
              <a:t>Choose one vertex.</a:t>
            </a:r>
            <a:endParaRPr sz="1800"/>
          </a:p>
        </p:txBody>
      </p:sp>
      <p:sp>
        <p:nvSpPr>
          <p:cNvPr id="1294" name="Google Shape;1294;p106"/>
          <p:cNvSpPr txBox="1"/>
          <p:nvPr>
            <p:ph idx="1" type="body"/>
          </p:nvPr>
        </p:nvSpPr>
        <p:spPr>
          <a:xfrm>
            <a:off x="324000" y="3906000"/>
            <a:ext cx="3943500" cy="9144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SzPts val="2200"/>
              <a:buNone/>
            </a:pPr>
            <a:r>
              <a:rPr lang="en-GB" sz="1800"/>
              <a:t>From my chosen vertex, the top of the object will be the same height as the top of the image.</a:t>
            </a:r>
            <a:endParaRPr sz="1800"/>
          </a:p>
        </p:txBody>
      </p:sp>
      <p:sp>
        <p:nvSpPr>
          <p:cNvPr id="1295" name="Google Shape;1295;p106"/>
          <p:cNvSpPr/>
          <p:nvPr/>
        </p:nvSpPr>
        <p:spPr>
          <a:xfrm>
            <a:off x="5069351" y="2328581"/>
            <a:ext cx="292200" cy="292200"/>
          </a:xfrm>
          <a:prstGeom prst="mathMultiply">
            <a:avLst>
              <a:gd fmla="val 9754"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6" name="Google Shape;1296;p106"/>
          <p:cNvSpPr/>
          <p:nvPr/>
        </p:nvSpPr>
        <p:spPr>
          <a:xfrm>
            <a:off x="7604550" y="2328581"/>
            <a:ext cx="292200" cy="292200"/>
          </a:xfrm>
          <a:prstGeom prst="mathMultiply">
            <a:avLst>
              <a:gd fmla="val 9754"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297" name="Google Shape;1297;p106"/>
          <p:cNvCxnSpPr/>
          <p:nvPr/>
        </p:nvCxnSpPr>
        <p:spPr>
          <a:xfrm>
            <a:off x="5249682" y="2474960"/>
            <a:ext cx="1226100" cy="0"/>
          </a:xfrm>
          <a:prstGeom prst="straightConnector1">
            <a:avLst/>
          </a:prstGeom>
          <a:noFill/>
          <a:ln cap="flat" cmpd="sng" w="28575">
            <a:solidFill>
              <a:schemeClr val="dk2"/>
            </a:solidFill>
            <a:prstDash val="solid"/>
            <a:round/>
            <a:headEnd len="med" w="med" type="triangle"/>
            <a:tailEnd len="med" w="med" type="triangle"/>
          </a:ln>
        </p:spPr>
      </p:cxnSp>
      <p:sp>
        <p:nvSpPr>
          <p:cNvPr id="1298" name="Google Shape;1298;p106"/>
          <p:cNvSpPr txBox="1"/>
          <p:nvPr/>
        </p:nvSpPr>
        <p:spPr>
          <a:xfrm flipH="1">
            <a:off x="6434619" y="2548498"/>
            <a:ext cx="1358700" cy="277200"/>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1000"/>
              </a:spcAft>
              <a:buClr>
                <a:schemeClr val="dk1"/>
              </a:buClr>
              <a:buSzPts val="2200"/>
              <a:buFont typeface="Lexend"/>
              <a:buNone/>
            </a:pPr>
            <a:r>
              <a:rPr lang="en-GB" sz="1800">
                <a:solidFill>
                  <a:schemeClr val="dk1"/>
                </a:solidFill>
                <a:latin typeface="Lexend"/>
                <a:ea typeface="Lexend"/>
                <a:cs typeface="Lexend"/>
                <a:sym typeface="Lexend"/>
              </a:rPr>
              <a:t>4</a:t>
            </a:r>
            <a:r>
              <a:rPr b="0" i="0" lang="en-GB" sz="1800" u="none" cap="none" strike="noStrike">
                <a:solidFill>
                  <a:schemeClr val="dk1"/>
                </a:solidFill>
                <a:latin typeface="Lexend"/>
                <a:ea typeface="Lexend"/>
                <a:cs typeface="Lexend"/>
                <a:sym typeface="Lexend"/>
              </a:rPr>
              <a:t> squares</a:t>
            </a:r>
            <a:endParaRPr/>
          </a:p>
        </p:txBody>
      </p:sp>
      <p:sp>
        <p:nvSpPr>
          <p:cNvPr id="1299" name="Google Shape;1299;p106"/>
          <p:cNvSpPr txBox="1"/>
          <p:nvPr/>
        </p:nvSpPr>
        <p:spPr>
          <a:xfrm flipH="1">
            <a:off x="5139219" y="2548498"/>
            <a:ext cx="1358700" cy="277200"/>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1000"/>
              </a:spcAft>
              <a:buClr>
                <a:schemeClr val="dk1"/>
              </a:buClr>
              <a:buSzPts val="2200"/>
              <a:buFont typeface="Lexend"/>
              <a:buNone/>
            </a:pPr>
            <a:r>
              <a:rPr lang="en-GB" sz="1800">
                <a:solidFill>
                  <a:schemeClr val="dk1"/>
                </a:solidFill>
                <a:latin typeface="Lexend"/>
                <a:ea typeface="Lexend"/>
                <a:cs typeface="Lexend"/>
                <a:sym typeface="Lexend"/>
              </a:rPr>
              <a:t>4</a:t>
            </a:r>
            <a:r>
              <a:rPr b="0" i="0" lang="en-GB" sz="1800" u="none" cap="none" strike="noStrike">
                <a:solidFill>
                  <a:schemeClr val="dk1"/>
                </a:solidFill>
                <a:latin typeface="Lexend"/>
                <a:ea typeface="Lexend"/>
                <a:cs typeface="Lexend"/>
                <a:sym typeface="Lexend"/>
              </a:rPr>
              <a:t> squares</a:t>
            </a:r>
            <a:endParaRPr/>
          </a:p>
        </p:txBody>
      </p:sp>
      <p:pic>
        <p:nvPicPr>
          <p:cNvPr id="1300" name="Google Shape;1300;p106"/>
          <p:cNvPicPr preferRelativeResize="0"/>
          <p:nvPr/>
        </p:nvPicPr>
        <p:blipFill rotWithShape="1">
          <a:blip r:embed="rId4">
            <a:alphaModFix/>
          </a:blip>
          <a:srcRect b="52355" l="46456" r="47350" t="10323"/>
          <a:stretch/>
        </p:blipFill>
        <p:spPr>
          <a:xfrm rot="-9000038">
            <a:off x="5332127" y="1632936"/>
            <a:ext cx="278533" cy="846209"/>
          </a:xfrm>
          <a:prstGeom prst="rect">
            <a:avLst/>
          </a:prstGeom>
          <a:noFill/>
          <a:ln>
            <a:noFill/>
          </a:ln>
        </p:spPr>
      </p:pic>
      <p:cxnSp>
        <p:nvCxnSpPr>
          <p:cNvPr id="1301" name="Google Shape;1301;p106"/>
          <p:cNvCxnSpPr/>
          <p:nvPr/>
        </p:nvCxnSpPr>
        <p:spPr>
          <a:xfrm>
            <a:off x="6468882" y="2474960"/>
            <a:ext cx="1226100" cy="0"/>
          </a:xfrm>
          <a:prstGeom prst="straightConnector1">
            <a:avLst/>
          </a:prstGeom>
          <a:noFill/>
          <a:ln cap="flat" cmpd="sng" w="28575">
            <a:solidFill>
              <a:schemeClr val="dk2"/>
            </a:solidFill>
            <a:prstDash val="solid"/>
            <a:round/>
            <a:headEnd len="med" w="med" type="triangle"/>
            <a:tailEnd len="med" w="med" type="triangle"/>
          </a:ln>
        </p:spPr>
      </p:cxnSp>
      <p:pic>
        <p:nvPicPr>
          <p:cNvPr id="1302" name="Google Shape;1302;p106"/>
          <p:cNvPicPr preferRelativeResize="0"/>
          <p:nvPr/>
        </p:nvPicPr>
        <p:blipFill rotWithShape="1">
          <a:blip r:embed="rId4">
            <a:alphaModFix/>
          </a:blip>
          <a:srcRect b="52355" l="46456" r="47350" t="10323"/>
          <a:stretch/>
        </p:blipFill>
        <p:spPr>
          <a:xfrm rot="-9000038">
            <a:off x="7881237" y="1598426"/>
            <a:ext cx="278533" cy="84620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9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0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6" name="Shape 1306"/>
        <p:cNvGrpSpPr/>
        <p:nvPr/>
      </p:nvGrpSpPr>
      <p:grpSpPr>
        <a:xfrm>
          <a:off x="0" y="0"/>
          <a:ext cx="0" cy="0"/>
          <a:chOff x="0" y="0"/>
          <a:chExt cx="0" cy="0"/>
        </a:xfrm>
      </p:grpSpPr>
      <p:pic>
        <p:nvPicPr>
          <p:cNvPr id="1307" name="Google Shape;1307;p107"/>
          <p:cNvPicPr preferRelativeResize="0"/>
          <p:nvPr/>
        </p:nvPicPr>
        <p:blipFill rotWithShape="1">
          <a:blip r:embed="rId3">
            <a:alphaModFix/>
          </a:blip>
          <a:srcRect b="0" l="0" r="0" t="0"/>
          <a:stretch/>
        </p:blipFill>
        <p:spPr>
          <a:xfrm>
            <a:off x="4462800" y="765900"/>
            <a:ext cx="4357199" cy="2105105"/>
          </a:xfrm>
          <a:prstGeom prst="rect">
            <a:avLst/>
          </a:prstGeom>
          <a:noFill/>
          <a:ln>
            <a:noFill/>
          </a:ln>
        </p:spPr>
      </p:pic>
      <p:sp>
        <p:nvSpPr>
          <p:cNvPr id="1308" name="Google Shape;1308;p107"/>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2000"/>
              <a:buNone/>
            </a:pPr>
            <a:r>
              <a:rPr lang="en-GB"/>
              <a:t>Counting squares to reflect objects</a:t>
            </a:r>
            <a:endParaRPr/>
          </a:p>
        </p:txBody>
      </p:sp>
      <p:sp>
        <p:nvSpPr>
          <p:cNvPr id="1309" name="Google Shape;1309;p107"/>
          <p:cNvSpPr txBox="1"/>
          <p:nvPr>
            <p:ph idx="1" type="body"/>
          </p:nvPr>
        </p:nvSpPr>
        <p:spPr>
          <a:xfrm>
            <a:off x="324000" y="2540700"/>
            <a:ext cx="3943500" cy="12330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SzPts val="2200"/>
              <a:buNone/>
            </a:pPr>
            <a:r>
              <a:rPr lang="en-GB" sz="1800"/>
              <a:t>On this example, I see the base of the object goes left from my chosen vertex, so in the image, the base will go right.</a:t>
            </a:r>
            <a:endParaRPr sz="1800"/>
          </a:p>
        </p:txBody>
      </p:sp>
      <p:sp>
        <p:nvSpPr>
          <p:cNvPr id="1310" name="Google Shape;1310;p107"/>
          <p:cNvSpPr txBox="1"/>
          <p:nvPr>
            <p:ph idx="1" type="body"/>
          </p:nvPr>
        </p:nvSpPr>
        <p:spPr>
          <a:xfrm>
            <a:off x="324000" y="1175400"/>
            <a:ext cx="3943500" cy="12330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SzPts val="2200"/>
              <a:buNone/>
            </a:pPr>
            <a:r>
              <a:rPr lang="en-GB" sz="1800"/>
              <a:t>Count the squares to the line of reflection and repeat that number onto the other side of the line of reflection.</a:t>
            </a:r>
            <a:endParaRPr sz="1800"/>
          </a:p>
        </p:txBody>
      </p:sp>
      <p:sp>
        <p:nvSpPr>
          <p:cNvPr id="1311" name="Google Shape;1311;p107"/>
          <p:cNvSpPr txBox="1"/>
          <p:nvPr>
            <p:ph idx="1" type="body"/>
          </p:nvPr>
        </p:nvSpPr>
        <p:spPr>
          <a:xfrm>
            <a:off x="324000" y="765900"/>
            <a:ext cx="3943500" cy="2772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SzPts val="2200"/>
              <a:buNone/>
            </a:pPr>
            <a:r>
              <a:rPr lang="en-GB" sz="1800"/>
              <a:t>Choose one vertex.</a:t>
            </a:r>
            <a:endParaRPr sz="1800"/>
          </a:p>
        </p:txBody>
      </p:sp>
      <p:sp>
        <p:nvSpPr>
          <p:cNvPr id="1312" name="Google Shape;1312;p107"/>
          <p:cNvSpPr/>
          <p:nvPr/>
        </p:nvSpPr>
        <p:spPr>
          <a:xfrm>
            <a:off x="5069351" y="2328581"/>
            <a:ext cx="292200" cy="292200"/>
          </a:xfrm>
          <a:prstGeom prst="mathMultiply">
            <a:avLst>
              <a:gd fmla="val 9754"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3" name="Google Shape;1313;p107"/>
          <p:cNvSpPr/>
          <p:nvPr/>
        </p:nvSpPr>
        <p:spPr>
          <a:xfrm>
            <a:off x="7604550" y="2328581"/>
            <a:ext cx="292200" cy="292200"/>
          </a:xfrm>
          <a:prstGeom prst="mathMultiply">
            <a:avLst>
              <a:gd fmla="val 9754"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314" name="Google Shape;1314;p107"/>
          <p:cNvCxnSpPr/>
          <p:nvPr/>
        </p:nvCxnSpPr>
        <p:spPr>
          <a:xfrm rot="10800000">
            <a:off x="4544179" y="2578395"/>
            <a:ext cx="719400" cy="0"/>
          </a:xfrm>
          <a:prstGeom prst="straightConnector1">
            <a:avLst/>
          </a:prstGeom>
          <a:noFill/>
          <a:ln cap="flat" cmpd="sng" w="28575">
            <a:solidFill>
              <a:schemeClr val="dk2"/>
            </a:solidFill>
            <a:prstDash val="solid"/>
            <a:round/>
            <a:headEnd len="med" w="med" type="none"/>
            <a:tailEnd len="med" w="med" type="triangle"/>
          </a:ln>
        </p:spPr>
      </p:cxnSp>
      <p:sp>
        <p:nvSpPr>
          <p:cNvPr id="1315" name="Google Shape;1315;p107"/>
          <p:cNvSpPr txBox="1"/>
          <p:nvPr/>
        </p:nvSpPr>
        <p:spPr>
          <a:xfrm flipH="1">
            <a:off x="4377219" y="2700898"/>
            <a:ext cx="1358700" cy="277200"/>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1000"/>
              </a:spcAft>
              <a:buClr>
                <a:schemeClr val="dk1"/>
              </a:buClr>
              <a:buSzPts val="2200"/>
              <a:buFont typeface="Lexend"/>
              <a:buNone/>
            </a:pPr>
            <a:r>
              <a:rPr lang="en-GB" sz="1800">
                <a:solidFill>
                  <a:schemeClr val="dk1"/>
                </a:solidFill>
                <a:latin typeface="Lexend"/>
                <a:ea typeface="Lexend"/>
                <a:cs typeface="Lexend"/>
                <a:sym typeface="Lexend"/>
              </a:rPr>
              <a:t>2</a:t>
            </a:r>
            <a:r>
              <a:rPr b="0" i="0" lang="en-GB" sz="1800" u="none" cap="none" strike="noStrike">
                <a:solidFill>
                  <a:schemeClr val="dk1"/>
                </a:solidFill>
                <a:latin typeface="Lexend"/>
                <a:ea typeface="Lexend"/>
                <a:cs typeface="Lexend"/>
                <a:sym typeface="Lexend"/>
              </a:rPr>
              <a:t> squares</a:t>
            </a:r>
            <a:endParaRPr/>
          </a:p>
        </p:txBody>
      </p:sp>
      <p:cxnSp>
        <p:nvCxnSpPr>
          <p:cNvPr id="1316" name="Google Shape;1316;p107"/>
          <p:cNvCxnSpPr/>
          <p:nvPr/>
        </p:nvCxnSpPr>
        <p:spPr>
          <a:xfrm rot="10800000">
            <a:off x="7716750" y="2578400"/>
            <a:ext cx="684300" cy="0"/>
          </a:xfrm>
          <a:prstGeom prst="straightConnector1">
            <a:avLst/>
          </a:prstGeom>
          <a:noFill/>
          <a:ln cap="flat" cmpd="sng" w="28575">
            <a:solidFill>
              <a:schemeClr val="dk2"/>
            </a:solidFill>
            <a:prstDash val="solid"/>
            <a:round/>
            <a:headEnd len="med" w="med" type="triangle"/>
            <a:tailEnd len="med" w="med" type="none"/>
          </a:ln>
        </p:spPr>
      </p:cxnSp>
      <p:sp>
        <p:nvSpPr>
          <p:cNvPr id="1317" name="Google Shape;1317;p107"/>
          <p:cNvSpPr txBox="1"/>
          <p:nvPr/>
        </p:nvSpPr>
        <p:spPr>
          <a:xfrm flipH="1">
            <a:off x="7577619" y="2700898"/>
            <a:ext cx="1358700" cy="277200"/>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1000"/>
              </a:spcAft>
              <a:buClr>
                <a:schemeClr val="dk1"/>
              </a:buClr>
              <a:buSzPts val="2200"/>
              <a:buFont typeface="Lexend"/>
              <a:buNone/>
            </a:pPr>
            <a:r>
              <a:rPr lang="en-GB" sz="1800">
                <a:solidFill>
                  <a:schemeClr val="dk1"/>
                </a:solidFill>
                <a:latin typeface="Lexend"/>
                <a:ea typeface="Lexend"/>
                <a:cs typeface="Lexend"/>
                <a:sym typeface="Lexend"/>
              </a:rPr>
              <a:t>2</a:t>
            </a:r>
            <a:r>
              <a:rPr b="0" i="0" lang="en-GB" sz="1800" u="none" cap="none" strike="noStrike">
                <a:solidFill>
                  <a:schemeClr val="dk1"/>
                </a:solidFill>
                <a:latin typeface="Lexend"/>
                <a:ea typeface="Lexend"/>
                <a:cs typeface="Lexend"/>
                <a:sym typeface="Lexend"/>
              </a:rPr>
              <a:t> squares</a:t>
            </a:r>
            <a:endParaRPr/>
          </a:p>
        </p:txBody>
      </p:sp>
      <p:sp>
        <p:nvSpPr>
          <p:cNvPr id="1318" name="Google Shape;1318;p107"/>
          <p:cNvSpPr/>
          <p:nvPr/>
        </p:nvSpPr>
        <p:spPr>
          <a:xfrm>
            <a:off x="4431958" y="2328581"/>
            <a:ext cx="292200" cy="292200"/>
          </a:xfrm>
          <a:prstGeom prst="mathMultiply">
            <a:avLst>
              <a:gd fmla="val 9754"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9" name="Google Shape;1319;p107"/>
          <p:cNvSpPr/>
          <p:nvPr/>
        </p:nvSpPr>
        <p:spPr>
          <a:xfrm>
            <a:off x="8241958" y="2328581"/>
            <a:ext cx="292200" cy="292200"/>
          </a:xfrm>
          <a:prstGeom prst="mathMultiply">
            <a:avLst>
              <a:gd fmla="val 9754"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320" name="Google Shape;1320;p107"/>
          <p:cNvPicPr preferRelativeResize="0"/>
          <p:nvPr/>
        </p:nvPicPr>
        <p:blipFill rotWithShape="1">
          <a:blip r:embed="rId4">
            <a:alphaModFix/>
          </a:blip>
          <a:srcRect b="52355" l="46456" r="47350" t="10323"/>
          <a:stretch/>
        </p:blipFill>
        <p:spPr>
          <a:xfrm rot="-9000038">
            <a:off x="4722527" y="1556736"/>
            <a:ext cx="278533" cy="846209"/>
          </a:xfrm>
          <a:prstGeom prst="rect">
            <a:avLst/>
          </a:prstGeom>
          <a:noFill/>
          <a:ln>
            <a:noFill/>
          </a:ln>
        </p:spPr>
      </p:pic>
      <p:pic>
        <p:nvPicPr>
          <p:cNvPr id="1321" name="Google Shape;1321;p107"/>
          <p:cNvPicPr preferRelativeResize="0"/>
          <p:nvPr/>
        </p:nvPicPr>
        <p:blipFill rotWithShape="1">
          <a:blip r:embed="rId4">
            <a:alphaModFix/>
          </a:blip>
          <a:srcRect b="52355" l="46456" r="47350" t="10323"/>
          <a:stretch/>
        </p:blipFill>
        <p:spPr>
          <a:xfrm rot="-9000038">
            <a:off x="8414637" y="1598426"/>
            <a:ext cx="278533" cy="84620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1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1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5" name="Shape 1325"/>
        <p:cNvGrpSpPr/>
        <p:nvPr/>
      </p:nvGrpSpPr>
      <p:grpSpPr>
        <a:xfrm>
          <a:off x="0" y="0"/>
          <a:ext cx="0" cy="0"/>
          <a:chOff x="0" y="0"/>
          <a:chExt cx="0" cy="0"/>
        </a:xfrm>
      </p:grpSpPr>
      <p:pic>
        <p:nvPicPr>
          <p:cNvPr id="1326" name="Google Shape;1326;p108"/>
          <p:cNvPicPr preferRelativeResize="0"/>
          <p:nvPr/>
        </p:nvPicPr>
        <p:blipFill rotWithShape="1">
          <a:blip r:embed="rId3">
            <a:alphaModFix/>
          </a:blip>
          <a:srcRect b="0" l="0" r="0" t="0"/>
          <a:stretch/>
        </p:blipFill>
        <p:spPr>
          <a:xfrm>
            <a:off x="4462800" y="765900"/>
            <a:ext cx="4357199" cy="2105105"/>
          </a:xfrm>
          <a:prstGeom prst="rect">
            <a:avLst/>
          </a:prstGeom>
          <a:noFill/>
          <a:ln>
            <a:noFill/>
          </a:ln>
        </p:spPr>
      </p:pic>
      <p:sp>
        <p:nvSpPr>
          <p:cNvPr id="1327" name="Google Shape;1327;p108"/>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2000"/>
              <a:buNone/>
            </a:pPr>
            <a:r>
              <a:rPr lang="en-GB"/>
              <a:t>Counting squares to reflect objects</a:t>
            </a:r>
            <a:endParaRPr/>
          </a:p>
        </p:txBody>
      </p:sp>
      <p:sp>
        <p:nvSpPr>
          <p:cNvPr id="1328" name="Google Shape;1328;p108"/>
          <p:cNvSpPr txBox="1"/>
          <p:nvPr>
            <p:ph idx="1" type="body"/>
          </p:nvPr>
        </p:nvSpPr>
        <p:spPr>
          <a:xfrm>
            <a:off x="324000" y="810000"/>
            <a:ext cx="3943500" cy="9144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SzPts val="2200"/>
              <a:buNone/>
            </a:pPr>
            <a:r>
              <a:rPr lang="en-GB" sz="1800"/>
              <a:t>From my chosen vertex, the top of the object will be the same height as the top of the image.</a:t>
            </a:r>
            <a:endParaRPr sz="1800"/>
          </a:p>
        </p:txBody>
      </p:sp>
      <p:sp>
        <p:nvSpPr>
          <p:cNvPr id="1329" name="Google Shape;1329;p108"/>
          <p:cNvSpPr/>
          <p:nvPr/>
        </p:nvSpPr>
        <p:spPr>
          <a:xfrm>
            <a:off x="5069351" y="2328581"/>
            <a:ext cx="292200" cy="292200"/>
          </a:xfrm>
          <a:prstGeom prst="mathMultiply">
            <a:avLst>
              <a:gd fmla="val 9754"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0" name="Google Shape;1330;p108"/>
          <p:cNvSpPr/>
          <p:nvPr/>
        </p:nvSpPr>
        <p:spPr>
          <a:xfrm>
            <a:off x="7604550" y="2328581"/>
            <a:ext cx="292200" cy="292200"/>
          </a:xfrm>
          <a:prstGeom prst="mathMultiply">
            <a:avLst>
              <a:gd fmla="val 9754"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1" name="Google Shape;1331;p108"/>
          <p:cNvSpPr/>
          <p:nvPr/>
        </p:nvSpPr>
        <p:spPr>
          <a:xfrm>
            <a:off x="4431958" y="2328581"/>
            <a:ext cx="292200" cy="292200"/>
          </a:xfrm>
          <a:prstGeom prst="mathMultiply">
            <a:avLst>
              <a:gd fmla="val 9754"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2" name="Google Shape;1332;p108"/>
          <p:cNvSpPr/>
          <p:nvPr/>
        </p:nvSpPr>
        <p:spPr>
          <a:xfrm>
            <a:off x="8241958" y="2328581"/>
            <a:ext cx="292200" cy="292200"/>
          </a:xfrm>
          <a:prstGeom prst="mathMultiply">
            <a:avLst>
              <a:gd fmla="val 9754"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3" name="Google Shape;1333;p108"/>
          <p:cNvSpPr/>
          <p:nvPr/>
        </p:nvSpPr>
        <p:spPr>
          <a:xfrm>
            <a:off x="4975600" y="2234825"/>
            <a:ext cx="479700" cy="479700"/>
          </a:xfrm>
          <a:prstGeom prst="ellipse">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34" name="Google Shape;1334;p108"/>
          <p:cNvSpPr/>
          <p:nvPr/>
        </p:nvSpPr>
        <p:spPr>
          <a:xfrm>
            <a:off x="7517993" y="2234825"/>
            <a:ext cx="479700" cy="479700"/>
          </a:xfrm>
          <a:prstGeom prst="ellipse">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335" name="Google Shape;1335;p108"/>
          <p:cNvCxnSpPr/>
          <p:nvPr/>
        </p:nvCxnSpPr>
        <p:spPr>
          <a:xfrm>
            <a:off x="5407200" y="1222900"/>
            <a:ext cx="0" cy="1264500"/>
          </a:xfrm>
          <a:prstGeom prst="straightConnector1">
            <a:avLst/>
          </a:prstGeom>
          <a:noFill/>
          <a:ln cap="flat" cmpd="sng" w="28575">
            <a:solidFill>
              <a:schemeClr val="dk2"/>
            </a:solidFill>
            <a:prstDash val="solid"/>
            <a:round/>
            <a:headEnd len="med" w="med" type="triangle"/>
            <a:tailEnd len="med" w="med" type="triangle"/>
          </a:ln>
        </p:spPr>
      </p:cxnSp>
      <p:cxnSp>
        <p:nvCxnSpPr>
          <p:cNvPr id="1336" name="Google Shape;1336;p108"/>
          <p:cNvCxnSpPr/>
          <p:nvPr/>
        </p:nvCxnSpPr>
        <p:spPr>
          <a:xfrm>
            <a:off x="7617000" y="1222900"/>
            <a:ext cx="0" cy="1264500"/>
          </a:xfrm>
          <a:prstGeom prst="straightConnector1">
            <a:avLst/>
          </a:prstGeom>
          <a:noFill/>
          <a:ln cap="flat" cmpd="sng" w="28575">
            <a:solidFill>
              <a:schemeClr val="dk2"/>
            </a:solidFill>
            <a:prstDash val="solid"/>
            <a:round/>
            <a:headEnd len="med" w="med" type="triangle"/>
            <a:tailEnd len="med" w="med" type="triangle"/>
          </a:ln>
        </p:spPr>
      </p:cxnSp>
      <p:sp>
        <p:nvSpPr>
          <p:cNvPr id="1337" name="Google Shape;1337;p108"/>
          <p:cNvSpPr txBox="1"/>
          <p:nvPr/>
        </p:nvSpPr>
        <p:spPr>
          <a:xfrm flipH="1">
            <a:off x="4880244" y="779598"/>
            <a:ext cx="1358700" cy="277200"/>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1000"/>
              </a:spcAft>
              <a:buClr>
                <a:schemeClr val="dk1"/>
              </a:buClr>
              <a:buSzPts val="2200"/>
              <a:buFont typeface="Lexend"/>
              <a:buNone/>
            </a:pPr>
            <a:r>
              <a:rPr lang="en-GB" sz="1800">
                <a:solidFill>
                  <a:schemeClr val="dk1"/>
                </a:solidFill>
                <a:latin typeface="Lexend"/>
                <a:ea typeface="Lexend"/>
                <a:cs typeface="Lexend"/>
                <a:sym typeface="Lexend"/>
              </a:rPr>
              <a:t>4</a:t>
            </a:r>
            <a:r>
              <a:rPr b="0" i="0" lang="en-GB" sz="1800" u="none" cap="none" strike="noStrike">
                <a:solidFill>
                  <a:schemeClr val="dk1"/>
                </a:solidFill>
                <a:latin typeface="Lexend"/>
                <a:ea typeface="Lexend"/>
                <a:cs typeface="Lexend"/>
                <a:sym typeface="Lexend"/>
              </a:rPr>
              <a:t> squares</a:t>
            </a:r>
            <a:endParaRPr/>
          </a:p>
        </p:txBody>
      </p:sp>
      <p:pic>
        <p:nvPicPr>
          <p:cNvPr id="1338" name="Google Shape;1338;p108"/>
          <p:cNvPicPr preferRelativeResize="0"/>
          <p:nvPr/>
        </p:nvPicPr>
        <p:blipFill rotWithShape="1">
          <a:blip r:embed="rId4">
            <a:alphaModFix/>
          </a:blip>
          <a:srcRect b="52355" l="46456" r="47350" t="10323"/>
          <a:stretch/>
        </p:blipFill>
        <p:spPr>
          <a:xfrm rot="2699955">
            <a:off x="4472426" y="1139836"/>
            <a:ext cx="278534" cy="846211"/>
          </a:xfrm>
          <a:prstGeom prst="rect">
            <a:avLst/>
          </a:prstGeom>
          <a:noFill/>
          <a:ln>
            <a:noFill/>
          </a:ln>
        </p:spPr>
      </p:pic>
      <p:sp>
        <p:nvSpPr>
          <p:cNvPr id="1339" name="Google Shape;1339;p108"/>
          <p:cNvSpPr txBox="1"/>
          <p:nvPr/>
        </p:nvSpPr>
        <p:spPr>
          <a:xfrm flipH="1">
            <a:off x="6785244" y="779598"/>
            <a:ext cx="1358700" cy="277200"/>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1000"/>
              </a:spcAft>
              <a:buClr>
                <a:schemeClr val="dk1"/>
              </a:buClr>
              <a:buSzPts val="2200"/>
              <a:buFont typeface="Lexend"/>
              <a:buNone/>
            </a:pPr>
            <a:r>
              <a:rPr lang="en-GB" sz="1800">
                <a:solidFill>
                  <a:schemeClr val="dk1"/>
                </a:solidFill>
                <a:latin typeface="Lexend"/>
                <a:ea typeface="Lexend"/>
                <a:cs typeface="Lexend"/>
                <a:sym typeface="Lexend"/>
              </a:rPr>
              <a:t>4</a:t>
            </a:r>
            <a:r>
              <a:rPr b="0" i="0" lang="en-GB" sz="1800" u="none" cap="none" strike="noStrike">
                <a:solidFill>
                  <a:schemeClr val="dk1"/>
                </a:solidFill>
                <a:latin typeface="Lexend"/>
                <a:ea typeface="Lexend"/>
                <a:cs typeface="Lexend"/>
                <a:sym typeface="Lexend"/>
              </a:rPr>
              <a:t> squares</a:t>
            </a:r>
            <a:endParaRPr/>
          </a:p>
        </p:txBody>
      </p:sp>
      <p:sp>
        <p:nvSpPr>
          <p:cNvPr id="1340" name="Google Shape;1340;p108"/>
          <p:cNvSpPr/>
          <p:nvPr/>
        </p:nvSpPr>
        <p:spPr>
          <a:xfrm>
            <a:off x="7604564" y="1067691"/>
            <a:ext cx="292200" cy="292200"/>
          </a:xfrm>
          <a:prstGeom prst="mathMultiply">
            <a:avLst>
              <a:gd fmla="val 9754"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1" name="Google Shape;1341;p108"/>
          <p:cNvSpPr/>
          <p:nvPr/>
        </p:nvSpPr>
        <p:spPr>
          <a:xfrm>
            <a:off x="5062171" y="1067691"/>
            <a:ext cx="292200" cy="292200"/>
          </a:xfrm>
          <a:prstGeom prst="mathMultiply">
            <a:avLst>
              <a:gd fmla="val 9754"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342" name="Google Shape;1342;p108"/>
          <p:cNvPicPr preferRelativeResize="0"/>
          <p:nvPr/>
        </p:nvPicPr>
        <p:blipFill rotWithShape="1">
          <a:blip r:embed="rId4">
            <a:alphaModFix/>
          </a:blip>
          <a:srcRect b="52355" l="46456" r="47350" t="10323"/>
          <a:stretch/>
        </p:blipFill>
        <p:spPr>
          <a:xfrm rot="2699955">
            <a:off x="7215626" y="1139836"/>
            <a:ext cx="278534" cy="84621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4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6" name="Shape 1346"/>
        <p:cNvGrpSpPr/>
        <p:nvPr/>
      </p:nvGrpSpPr>
      <p:grpSpPr>
        <a:xfrm>
          <a:off x="0" y="0"/>
          <a:ext cx="0" cy="0"/>
          <a:chOff x="0" y="0"/>
          <a:chExt cx="0" cy="0"/>
        </a:xfrm>
      </p:grpSpPr>
      <p:pic>
        <p:nvPicPr>
          <p:cNvPr id="1347" name="Google Shape;1347;p109"/>
          <p:cNvPicPr preferRelativeResize="0"/>
          <p:nvPr/>
        </p:nvPicPr>
        <p:blipFill rotWithShape="1">
          <a:blip r:embed="rId3">
            <a:alphaModFix/>
          </a:blip>
          <a:srcRect b="0" l="0" r="0" t="0"/>
          <a:stretch/>
        </p:blipFill>
        <p:spPr>
          <a:xfrm>
            <a:off x="4462800" y="765900"/>
            <a:ext cx="4357199" cy="2105105"/>
          </a:xfrm>
          <a:prstGeom prst="rect">
            <a:avLst/>
          </a:prstGeom>
          <a:noFill/>
          <a:ln>
            <a:noFill/>
          </a:ln>
        </p:spPr>
      </p:pic>
      <p:sp>
        <p:nvSpPr>
          <p:cNvPr id="1348" name="Google Shape;1348;p109"/>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2000"/>
              <a:buNone/>
            </a:pPr>
            <a:r>
              <a:rPr lang="en-GB"/>
              <a:t>Counting squares to reflect objects</a:t>
            </a:r>
            <a:endParaRPr/>
          </a:p>
        </p:txBody>
      </p:sp>
      <p:sp>
        <p:nvSpPr>
          <p:cNvPr id="1349" name="Google Shape;1349;p109"/>
          <p:cNvSpPr txBox="1"/>
          <p:nvPr>
            <p:ph idx="1" type="body"/>
          </p:nvPr>
        </p:nvSpPr>
        <p:spPr>
          <a:xfrm>
            <a:off x="324000" y="810000"/>
            <a:ext cx="3943500" cy="9144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SzPts val="2200"/>
              <a:buNone/>
            </a:pPr>
            <a:r>
              <a:rPr lang="en-GB" sz="1800"/>
              <a:t>From my chosen vertex, the top of the object will be the same height as the top of the image.</a:t>
            </a:r>
            <a:endParaRPr sz="1800"/>
          </a:p>
        </p:txBody>
      </p:sp>
      <p:sp>
        <p:nvSpPr>
          <p:cNvPr id="1350" name="Google Shape;1350;p109"/>
          <p:cNvSpPr/>
          <p:nvPr/>
        </p:nvSpPr>
        <p:spPr>
          <a:xfrm>
            <a:off x="5069351" y="2328581"/>
            <a:ext cx="292200" cy="292200"/>
          </a:xfrm>
          <a:prstGeom prst="mathMultiply">
            <a:avLst>
              <a:gd fmla="val 9754"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1" name="Google Shape;1351;p109"/>
          <p:cNvSpPr/>
          <p:nvPr/>
        </p:nvSpPr>
        <p:spPr>
          <a:xfrm>
            <a:off x="7604550" y="2328581"/>
            <a:ext cx="292200" cy="292200"/>
          </a:xfrm>
          <a:prstGeom prst="mathMultiply">
            <a:avLst>
              <a:gd fmla="val 9754"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2" name="Google Shape;1352;p109"/>
          <p:cNvSpPr/>
          <p:nvPr/>
        </p:nvSpPr>
        <p:spPr>
          <a:xfrm>
            <a:off x="4431958" y="2328581"/>
            <a:ext cx="292200" cy="292200"/>
          </a:xfrm>
          <a:prstGeom prst="mathMultiply">
            <a:avLst>
              <a:gd fmla="val 9754"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3" name="Google Shape;1353;p109"/>
          <p:cNvSpPr/>
          <p:nvPr/>
        </p:nvSpPr>
        <p:spPr>
          <a:xfrm>
            <a:off x="8241958" y="2328581"/>
            <a:ext cx="292200" cy="292200"/>
          </a:xfrm>
          <a:prstGeom prst="mathMultiply">
            <a:avLst>
              <a:gd fmla="val 9754"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4" name="Google Shape;1354;p109"/>
          <p:cNvSpPr/>
          <p:nvPr/>
        </p:nvSpPr>
        <p:spPr>
          <a:xfrm>
            <a:off x="7604564" y="1067691"/>
            <a:ext cx="292200" cy="292200"/>
          </a:xfrm>
          <a:prstGeom prst="mathMultiply">
            <a:avLst>
              <a:gd fmla="val 9754"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5" name="Google Shape;1355;p109"/>
          <p:cNvSpPr/>
          <p:nvPr/>
        </p:nvSpPr>
        <p:spPr>
          <a:xfrm>
            <a:off x="5062171" y="1067691"/>
            <a:ext cx="292200" cy="292200"/>
          </a:xfrm>
          <a:prstGeom prst="mathMultiply">
            <a:avLst>
              <a:gd fmla="val 9754"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6" name="Google Shape;1356;p109"/>
          <p:cNvSpPr/>
          <p:nvPr/>
        </p:nvSpPr>
        <p:spPr>
          <a:xfrm flipH="1">
            <a:off x="7754766" y="1208000"/>
            <a:ext cx="617100" cy="1276500"/>
          </a:xfrm>
          <a:prstGeom prst="triangle">
            <a:avLst>
              <a:gd fmla="val 100000" name="adj"/>
            </a:avLst>
          </a:prstGeom>
          <a:solidFill>
            <a:srgbClr val="845AD9">
              <a:alpha val="14900"/>
            </a:srgbClr>
          </a:solidFill>
          <a:ln cap="flat" cmpd="sng" w="38100">
            <a:solidFill>
              <a:srgbClr val="845A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135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5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0" name="Shape 1360"/>
        <p:cNvGrpSpPr/>
        <p:nvPr/>
      </p:nvGrpSpPr>
      <p:grpSpPr>
        <a:xfrm>
          <a:off x="0" y="0"/>
          <a:ext cx="0" cy="0"/>
          <a:chOff x="0" y="0"/>
          <a:chExt cx="0" cy="0"/>
        </a:xfrm>
      </p:grpSpPr>
      <p:pic>
        <p:nvPicPr>
          <p:cNvPr id="1361" name="Google Shape;1361;p110"/>
          <p:cNvPicPr preferRelativeResize="0"/>
          <p:nvPr/>
        </p:nvPicPr>
        <p:blipFill rotWithShape="1">
          <a:blip r:embed="rId3">
            <a:alphaModFix/>
          </a:blip>
          <a:srcRect b="0" l="0" r="0" t="0"/>
          <a:stretch/>
        </p:blipFill>
        <p:spPr>
          <a:xfrm>
            <a:off x="324000" y="2510100"/>
            <a:ext cx="3507600" cy="1867250"/>
          </a:xfrm>
          <a:prstGeom prst="rect">
            <a:avLst/>
          </a:prstGeom>
          <a:noFill/>
          <a:ln>
            <a:noFill/>
          </a:ln>
        </p:spPr>
      </p:pic>
      <p:sp>
        <p:nvSpPr>
          <p:cNvPr id="1362" name="Google Shape;1362;p110"/>
          <p:cNvSpPr txBox="1"/>
          <p:nvPr>
            <p:ph idx="1" type="body"/>
          </p:nvPr>
        </p:nvSpPr>
        <p:spPr>
          <a:xfrm>
            <a:off x="324000" y="759300"/>
            <a:ext cx="8496000" cy="801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2200"/>
              <a:buNone/>
            </a:pPr>
            <a:r>
              <a:rPr lang="en-GB" sz="2000"/>
              <a:t>I have counted squares to reflect vertex A correctly. The reflected image is labelled A′.</a:t>
            </a:r>
            <a:endParaRPr sz="2000"/>
          </a:p>
          <a:p>
            <a:pPr indent="0" lvl="0" marL="0" rtl="0" algn="l">
              <a:lnSpc>
                <a:spcPct val="115000"/>
              </a:lnSpc>
              <a:spcBef>
                <a:spcPts val="1000"/>
              </a:spcBef>
              <a:spcAft>
                <a:spcPts val="1000"/>
              </a:spcAft>
              <a:buSzPts val="2200"/>
              <a:buNone/>
            </a:pPr>
            <a:r>
              <a:rPr lang="en-GB" sz="2000"/>
              <a:t>Which diagram shows the correct reflection of the base of the shape?</a:t>
            </a:r>
            <a:endParaRPr sz="2000"/>
          </a:p>
        </p:txBody>
      </p:sp>
      <p:sp>
        <p:nvSpPr>
          <p:cNvPr id="1363" name="Google Shape;1363;p110"/>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2000"/>
              <a:buNone/>
            </a:pPr>
            <a:r>
              <a:rPr lang="en-GB"/>
              <a:t>Counting squares to reflect objects</a:t>
            </a:r>
            <a:endParaRPr/>
          </a:p>
        </p:txBody>
      </p:sp>
      <p:sp>
        <p:nvSpPr>
          <p:cNvPr id="1364" name="Google Shape;1364;p110"/>
          <p:cNvSpPr txBox="1"/>
          <p:nvPr>
            <p:ph idx="1" type="body"/>
          </p:nvPr>
        </p:nvSpPr>
        <p:spPr>
          <a:xfrm>
            <a:off x="1115471" y="4069575"/>
            <a:ext cx="259500" cy="328500"/>
          </a:xfrm>
          <a:prstGeom prst="rect">
            <a:avLst/>
          </a:prstGeom>
          <a:noFill/>
          <a:ln>
            <a:noFill/>
          </a:ln>
        </p:spPr>
        <p:txBody>
          <a:bodyPr anchorCtr="0" anchor="t" bIns="0" lIns="0" spcFirstLastPara="1" rIns="0" wrap="square" tIns="0">
            <a:noAutofit/>
          </a:bodyPr>
          <a:lstStyle/>
          <a:p>
            <a:pPr indent="0" lvl="0" marL="0" rtl="0" algn="ctr">
              <a:lnSpc>
                <a:spcPct val="115000"/>
              </a:lnSpc>
              <a:spcBef>
                <a:spcPts val="0"/>
              </a:spcBef>
              <a:spcAft>
                <a:spcPts val="1000"/>
              </a:spcAft>
              <a:buSzPts val="2200"/>
              <a:buNone/>
            </a:pPr>
            <a:r>
              <a:rPr lang="en-GB"/>
              <a:t>A</a:t>
            </a:r>
            <a:endParaRPr/>
          </a:p>
        </p:txBody>
      </p:sp>
      <p:sp>
        <p:nvSpPr>
          <p:cNvPr id="1365" name="Google Shape;1365;p110"/>
          <p:cNvSpPr/>
          <p:nvPr/>
        </p:nvSpPr>
        <p:spPr>
          <a:xfrm flipH="1">
            <a:off x="2481687" y="3849601"/>
            <a:ext cx="292200" cy="292200"/>
          </a:xfrm>
          <a:prstGeom prst="mathMultiply">
            <a:avLst>
              <a:gd fmla="val 9754"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6" name="Google Shape;1366;p110"/>
          <p:cNvSpPr txBox="1"/>
          <p:nvPr>
            <p:ph idx="1" type="body"/>
          </p:nvPr>
        </p:nvSpPr>
        <p:spPr>
          <a:xfrm>
            <a:off x="2481665" y="4069575"/>
            <a:ext cx="292200" cy="328500"/>
          </a:xfrm>
          <a:prstGeom prst="rect">
            <a:avLst/>
          </a:prstGeom>
          <a:noFill/>
          <a:ln>
            <a:noFill/>
          </a:ln>
        </p:spPr>
        <p:txBody>
          <a:bodyPr anchorCtr="0" anchor="t" bIns="0" lIns="0" spcFirstLastPara="1" rIns="0" wrap="square" tIns="0">
            <a:noAutofit/>
          </a:bodyPr>
          <a:lstStyle/>
          <a:p>
            <a:pPr indent="0" lvl="0" marL="0" rtl="0" algn="ctr">
              <a:lnSpc>
                <a:spcPct val="115000"/>
              </a:lnSpc>
              <a:spcBef>
                <a:spcPts val="0"/>
              </a:spcBef>
              <a:spcAft>
                <a:spcPts val="1000"/>
              </a:spcAft>
              <a:buSzPts val="2200"/>
              <a:buNone/>
            </a:pPr>
            <a:r>
              <a:rPr lang="en-GB"/>
              <a:t>A′</a:t>
            </a:r>
            <a:endParaRPr/>
          </a:p>
        </p:txBody>
      </p:sp>
      <p:cxnSp>
        <p:nvCxnSpPr>
          <p:cNvPr id="1367" name="Google Shape;1367;p110"/>
          <p:cNvCxnSpPr/>
          <p:nvPr/>
        </p:nvCxnSpPr>
        <p:spPr>
          <a:xfrm>
            <a:off x="1801350" y="3995700"/>
            <a:ext cx="827700" cy="0"/>
          </a:xfrm>
          <a:prstGeom prst="straightConnector1">
            <a:avLst/>
          </a:prstGeom>
          <a:noFill/>
          <a:ln cap="flat" cmpd="sng" w="38100">
            <a:solidFill>
              <a:schemeClr val="dk1"/>
            </a:solidFill>
            <a:prstDash val="solid"/>
            <a:round/>
            <a:headEnd len="sm" w="sm" type="none"/>
            <a:tailEnd len="sm" w="sm" type="none"/>
          </a:ln>
        </p:spPr>
      </p:cxnSp>
      <p:pic>
        <p:nvPicPr>
          <p:cNvPr id="1368" name="Google Shape;1368;p110"/>
          <p:cNvPicPr preferRelativeResize="0"/>
          <p:nvPr/>
        </p:nvPicPr>
        <p:blipFill rotWithShape="1">
          <a:blip r:embed="rId3">
            <a:alphaModFix/>
          </a:blip>
          <a:srcRect b="0" l="0" r="0" t="0"/>
          <a:stretch/>
        </p:blipFill>
        <p:spPr>
          <a:xfrm>
            <a:off x="5312400" y="2499738"/>
            <a:ext cx="3507600" cy="1867250"/>
          </a:xfrm>
          <a:prstGeom prst="rect">
            <a:avLst/>
          </a:prstGeom>
          <a:noFill/>
          <a:ln>
            <a:noFill/>
          </a:ln>
        </p:spPr>
      </p:pic>
      <p:sp>
        <p:nvSpPr>
          <p:cNvPr id="1369" name="Google Shape;1369;p110"/>
          <p:cNvSpPr txBox="1"/>
          <p:nvPr>
            <p:ph idx="1" type="body"/>
          </p:nvPr>
        </p:nvSpPr>
        <p:spPr>
          <a:xfrm>
            <a:off x="6103871" y="4059213"/>
            <a:ext cx="259500" cy="328500"/>
          </a:xfrm>
          <a:prstGeom prst="rect">
            <a:avLst/>
          </a:prstGeom>
          <a:noFill/>
          <a:ln>
            <a:noFill/>
          </a:ln>
        </p:spPr>
        <p:txBody>
          <a:bodyPr anchorCtr="0" anchor="t" bIns="0" lIns="0" spcFirstLastPara="1" rIns="0" wrap="square" tIns="0">
            <a:noAutofit/>
          </a:bodyPr>
          <a:lstStyle/>
          <a:p>
            <a:pPr indent="0" lvl="0" marL="0" rtl="0" algn="ctr">
              <a:lnSpc>
                <a:spcPct val="115000"/>
              </a:lnSpc>
              <a:spcBef>
                <a:spcPts val="0"/>
              </a:spcBef>
              <a:spcAft>
                <a:spcPts val="1000"/>
              </a:spcAft>
              <a:buSzPts val="2200"/>
              <a:buNone/>
            </a:pPr>
            <a:r>
              <a:rPr lang="en-GB"/>
              <a:t>A</a:t>
            </a:r>
            <a:endParaRPr/>
          </a:p>
        </p:txBody>
      </p:sp>
      <p:sp>
        <p:nvSpPr>
          <p:cNvPr id="1370" name="Google Shape;1370;p110"/>
          <p:cNvSpPr/>
          <p:nvPr/>
        </p:nvSpPr>
        <p:spPr>
          <a:xfrm flipH="1">
            <a:off x="7197775" y="3839239"/>
            <a:ext cx="292200" cy="292200"/>
          </a:xfrm>
          <a:prstGeom prst="mathMultiply">
            <a:avLst>
              <a:gd fmla="val 9754"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1" name="Google Shape;1371;p110"/>
          <p:cNvSpPr txBox="1"/>
          <p:nvPr>
            <p:ph idx="1" type="body"/>
          </p:nvPr>
        </p:nvSpPr>
        <p:spPr>
          <a:xfrm>
            <a:off x="7197753" y="4059213"/>
            <a:ext cx="292200" cy="328500"/>
          </a:xfrm>
          <a:prstGeom prst="rect">
            <a:avLst/>
          </a:prstGeom>
          <a:noFill/>
          <a:ln>
            <a:noFill/>
          </a:ln>
        </p:spPr>
        <p:txBody>
          <a:bodyPr anchorCtr="0" anchor="t" bIns="0" lIns="0" spcFirstLastPara="1" rIns="0" wrap="square" tIns="0">
            <a:noAutofit/>
          </a:bodyPr>
          <a:lstStyle/>
          <a:p>
            <a:pPr indent="0" lvl="0" marL="0" rtl="0" algn="ctr">
              <a:lnSpc>
                <a:spcPct val="115000"/>
              </a:lnSpc>
              <a:spcBef>
                <a:spcPts val="0"/>
              </a:spcBef>
              <a:spcAft>
                <a:spcPts val="1000"/>
              </a:spcAft>
              <a:buSzPts val="2200"/>
              <a:buNone/>
            </a:pPr>
            <a:r>
              <a:rPr lang="en-GB"/>
              <a:t>A′</a:t>
            </a:r>
            <a:endParaRPr/>
          </a:p>
        </p:txBody>
      </p:sp>
      <p:cxnSp>
        <p:nvCxnSpPr>
          <p:cNvPr id="1372" name="Google Shape;1372;p110"/>
          <p:cNvCxnSpPr/>
          <p:nvPr/>
        </p:nvCxnSpPr>
        <p:spPr>
          <a:xfrm>
            <a:off x="7342438" y="3985338"/>
            <a:ext cx="827700" cy="0"/>
          </a:xfrm>
          <a:prstGeom prst="straightConnector1">
            <a:avLst/>
          </a:prstGeom>
          <a:noFill/>
          <a:ln cap="flat" cmpd="sng" w="38100">
            <a:solidFill>
              <a:schemeClr val="dk1"/>
            </a:solidFill>
            <a:prstDash val="solid"/>
            <a:round/>
            <a:headEnd len="sm" w="sm" type="none"/>
            <a:tailEnd len="sm" w="sm" type="none"/>
          </a:ln>
        </p:spPr>
      </p:cxnSp>
      <p:grpSp>
        <p:nvGrpSpPr>
          <p:cNvPr id="1373" name="Google Shape;1373;p110"/>
          <p:cNvGrpSpPr/>
          <p:nvPr/>
        </p:nvGrpSpPr>
        <p:grpSpPr>
          <a:xfrm>
            <a:off x="3503102" y="2159995"/>
            <a:ext cx="328498" cy="328498"/>
            <a:chOff x="1020916" y="1442088"/>
            <a:chExt cx="457200" cy="457200"/>
          </a:xfrm>
        </p:grpSpPr>
        <p:pic>
          <p:nvPicPr>
            <p:cNvPr id="1374" name="Google Shape;1374;p110"/>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1375" name="Google Shape;1375;p11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GB" sz="1800" u="none" cap="none" strike="noStrike">
                  <a:solidFill>
                    <a:srgbClr val="FFFFFF"/>
                  </a:solidFill>
                  <a:latin typeface="Lexend"/>
                  <a:ea typeface="Lexend"/>
                  <a:cs typeface="Lexend"/>
                  <a:sym typeface="Lexend"/>
                </a:rPr>
                <a:t>a</a:t>
              </a:r>
              <a:endParaRPr b="1" i="0" sz="1800" u="none" cap="none" strike="noStrike">
                <a:solidFill>
                  <a:srgbClr val="FFFFFF"/>
                </a:solidFill>
                <a:latin typeface="Lexend"/>
                <a:ea typeface="Lexend"/>
                <a:cs typeface="Lexend"/>
                <a:sym typeface="Lexend"/>
              </a:endParaRPr>
            </a:p>
          </p:txBody>
        </p:sp>
      </p:grpSp>
      <p:grpSp>
        <p:nvGrpSpPr>
          <p:cNvPr id="1376" name="Google Shape;1376;p110"/>
          <p:cNvGrpSpPr/>
          <p:nvPr/>
        </p:nvGrpSpPr>
        <p:grpSpPr>
          <a:xfrm>
            <a:off x="5312402" y="2159995"/>
            <a:ext cx="328498" cy="328498"/>
            <a:chOff x="1020916" y="1442088"/>
            <a:chExt cx="457200" cy="457200"/>
          </a:xfrm>
        </p:grpSpPr>
        <p:pic>
          <p:nvPicPr>
            <p:cNvPr id="1377" name="Google Shape;1377;p110"/>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1378" name="Google Shape;1378;p11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GB" sz="1800" u="none" cap="none" strike="noStrike">
                  <a:solidFill>
                    <a:srgbClr val="FFFFFF"/>
                  </a:solidFill>
                  <a:latin typeface="Lexend"/>
                  <a:ea typeface="Lexend"/>
                  <a:cs typeface="Lexend"/>
                  <a:sym typeface="Lexend"/>
                </a:rPr>
                <a:t>b</a:t>
              </a:r>
              <a:endParaRPr b="1" i="0" sz="1800" u="none" cap="none" strike="noStrike">
                <a:solidFill>
                  <a:srgbClr val="FFFFFF"/>
                </a:solidFill>
                <a:latin typeface="Lexend"/>
                <a:ea typeface="Lexend"/>
                <a:cs typeface="Lexend"/>
                <a:sym typeface="Lexend"/>
              </a:endParaRPr>
            </a:p>
          </p:txBody>
        </p:sp>
      </p:grpSp>
      <p:pic>
        <p:nvPicPr>
          <p:cNvPr id="1379" name="Google Shape;1379;p110"/>
          <p:cNvPicPr preferRelativeResize="0"/>
          <p:nvPr/>
        </p:nvPicPr>
        <p:blipFill rotWithShape="1">
          <a:blip r:embed="rId5">
            <a:alphaModFix/>
          </a:blip>
          <a:srcRect b="0" l="0" r="0" t="0"/>
          <a:stretch/>
        </p:blipFill>
        <p:spPr>
          <a:xfrm>
            <a:off x="4916408" y="2114700"/>
            <a:ext cx="396000" cy="419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3" name="Shape 1383"/>
        <p:cNvGrpSpPr/>
        <p:nvPr/>
      </p:nvGrpSpPr>
      <p:grpSpPr>
        <a:xfrm>
          <a:off x="0" y="0"/>
          <a:ext cx="0" cy="0"/>
          <a:chOff x="0" y="0"/>
          <a:chExt cx="0" cy="0"/>
        </a:xfrm>
      </p:grpSpPr>
      <p:sp>
        <p:nvSpPr>
          <p:cNvPr id="1384" name="Google Shape;1384;p111"/>
          <p:cNvSpPr txBox="1"/>
          <p:nvPr>
            <p:ph idx="2" type="subTitle"/>
          </p:nvPr>
        </p:nvSpPr>
        <p:spPr>
          <a:xfrm>
            <a:off x="1570025" y="134975"/>
            <a:ext cx="6855300" cy="3372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SzPts val="2000"/>
              <a:buNone/>
            </a:pPr>
            <a:r>
              <a:rPr lang="en-GB"/>
              <a:t>Counting squares to reflect objects</a:t>
            </a:r>
            <a:endParaRPr/>
          </a:p>
        </p:txBody>
      </p:sp>
      <p:sp>
        <p:nvSpPr>
          <p:cNvPr id="1385" name="Google Shape;1385;p111"/>
          <p:cNvSpPr txBox="1"/>
          <p:nvPr>
            <p:ph idx="1" type="body"/>
          </p:nvPr>
        </p:nvSpPr>
        <p:spPr>
          <a:xfrm>
            <a:off x="324000" y="683100"/>
            <a:ext cx="8496000" cy="337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SzPts val="2200"/>
              <a:buNone/>
            </a:pPr>
            <a:r>
              <a:rPr lang="en-GB" sz="1800"/>
              <a:t>1) Reflect each of these objects in the line of reflection closest to it.                                     Do not use tracing paper.</a:t>
            </a:r>
            <a:endParaRPr sz="1800"/>
          </a:p>
        </p:txBody>
      </p:sp>
      <p:pic>
        <p:nvPicPr>
          <p:cNvPr id="1386" name="Google Shape;1386;p111"/>
          <p:cNvPicPr preferRelativeResize="0"/>
          <p:nvPr/>
        </p:nvPicPr>
        <p:blipFill rotWithShape="1">
          <a:blip r:embed="rId3">
            <a:alphaModFix/>
          </a:blip>
          <a:srcRect b="7458" l="0" r="0" t="0"/>
          <a:stretch/>
        </p:blipFill>
        <p:spPr>
          <a:xfrm>
            <a:off x="1175488" y="1286913"/>
            <a:ext cx="6793025" cy="353347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0" name="Shape 1390"/>
        <p:cNvGrpSpPr/>
        <p:nvPr/>
      </p:nvGrpSpPr>
      <p:grpSpPr>
        <a:xfrm>
          <a:off x="0" y="0"/>
          <a:ext cx="0" cy="0"/>
          <a:chOff x="0" y="0"/>
          <a:chExt cx="0" cy="0"/>
        </a:xfrm>
      </p:grpSpPr>
      <p:pic>
        <p:nvPicPr>
          <p:cNvPr id="1391" name="Google Shape;1391;p112"/>
          <p:cNvPicPr preferRelativeResize="0"/>
          <p:nvPr/>
        </p:nvPicPr>
        <p:blipFill rotWithShape="1">
          <a:blip r:embed="rId3">
            <a:alphaModFix/>
          </a:blip>
          <a:srcRect b="0" l="0" r="0" t="0"/>
          <a:stretch/>
        </p:blipFill>
        <p:spPr>
          <a:xfrm>
            <a:off x="1175500" y="1274075"/>
            <a:ext cx="6782376" cy="3546324"/>
          </a:xfrm>
          <a:prstGeom prst="rect">
            <a:avLst/>
          </a:prstGeom>
          <a:noFill/>
          <a:ln>
            <a:noFill/>
          </a:ln>
        </p:spPr>
      </p:pic>
      <p:sp>
        <p:nvSpPr>
          <p:cNvPr id="1392" name="Google Shape;1392;p112"/>
          <p:cNvSpPr txBox="1"/>
          <p:nvPr>
            <p:ph idx="2" type="subTitle"/>
          </p:nvPr>
        </p:nvSpPr>
        <p:spPr>
          <a:xfrm>
            <a:off x="1570025" y="134975"/>
            <a:ext cx="6855300" cy="3372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SzPts val="2000"/>
              <a:buNone/>
            </a:pPr>
            <a:r>
              <a:rPr lang="en-GB"/>
              <a:t>Counting squares to reflect objects</a:t>
            </a:r>
            <a:endParaRPr/>
          </a:p>
        </p:txBody>
      </p:sp>
      <p:sp>
        <p:nvSpPr>
          <p:cNvPr id="1393" name="Google Shape;1393;p112"/>
          <p:cNvSpPr txBox="1"/>
          <p:nvPr>
            <p:ph idx="1" type="body"/>
          </p:nvPr>
        </p:nvSpPr>
        <p:spPr>
          <a:xfrm>
            <a:off x="324000" y="683100"/>
            <a:ext cx="8496000" cy="337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SzPts val="2200"/>
              <a:buNone/>
            </a:pPr>
            <a:r>
              <a:rPr lang="en-GB" sz="1800"/>
              <a:t>1) Reflect each of these objects in the line of reflection closest to it.                                     Do not use tracing paper.</a:t>
            </a:r>
            <a:endParaRPr sz="1800"/>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7" name="Shape 1397"/>
        <p:cNvGrpSpPr/>
        <p:nvPr/>
      </p:nvGrpSpPr>
      <p:grpSpPr>
        <a:xfrm>
          <a:off x="0" y="0"/>
          <a:ext cx="0" cy="0"/>
          <a:chOff x="0" y="0"/>
          <a:chExt cx="0" cy="0"/>
        </a:xfrm>
      </p:grpSpPr>
      <p:sp>
        <p:nvSpPr>
          <p:cNvPr id="1398" name="Google Shape;1398;p113"/>
          <p:cNvSpPr txBox="1"/>
          <p:nvPr>
            <p:ph idx="2" type="title"/>
          </p:nvPr>
        </p:nvSpPr>
        <p:spPr>
          <a:xfrm>
            <a:off x="1224000" y="2830775"/>
            <a:ext cx="6850800" cy="369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1800"/>
              <a:buNone/>
            </a:pPr>
            <a:r>
              <a:rPr lang="en-GB"/>
              <a:t>Counting squares to reflect objects</a:t>
            </a:r>
            <a:endParaRPr/>
          </a:p>
        </p:txBody>
      </p:sp>
      <p:sp>
        <p:nvSpPr>
          <p:cNvPr id="1399" name="Google Shape;1399;p113"/>
          <p:cNvSpPr txBox="1"/>
          <p:nvPr>
            <p:ph type="title"/>
          </p:nvPr>
        </p:nvSpPr>
        <p:spPr>
          <a:xfrm>
            <a:off x="1224600" y="1787025"/>
            <a:ext cx="6850800" cy="369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1800"/>
              <a:buNone/>
            </a:pPr>
            <a:r>
              <a:rPr lang="en-GB"/>
              <a:t>Using tracing paper to reflect objects</a:t>
            </a:r>
            <a:endParaRPr/>
          </a:p>
        </p:txBody>
      </p:sp>
      <p:sp>
        <p:nvSpPr>
          <p:cNvPr id="1400" name="Google Shape;1400;p113"/>
          <p:cNvSpPr txBox="1"/>
          <p:nvPr>
            <p:ph idx="3" type="title"/>
          </p:nvPr>
        </p:nvSpPr>
        <p:spPr>
          <a:xfrm>
            <a:off x="1224000" y="3758277"/>
            <a:ext cx="6850800" cy="369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1800"/>
              <a:buNone/>
            </a:pPr>
            <a:r>
              <a:rPr lang="en-GB"/>
              <a:t>Counting squares to reflect objects diagonally</a:t>
            </a:r>
            <a:endParaRPr/>
          </a:p>
        </p:txBody>
      </p:sp>
      <p:sp>
        <p:nvSpPr>
          <p:cNvPr id="1401" name="Google Shape;1401;p113"/>
          <p:cNvSpPr txBox="1"/>
          <p:nvPr>
            <p:ph idx="4" type="title"/>
          </p:nvPr>
        </p:nvSpPr>
        <p:spPr>
          <a:xfrm>
            <a:off x="324000" y="810000"/>
            <a:ext cx="5741400" cy="615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1800"/>
              <a:buNone/>
            </a:pPr>
            <a:r>
              <a:rPr lang="en-GB"/>
              <a:t>Reflecting objects</a:t>
            </a:r>
            <a:endParaRPr/>
          </a:p>
        </p:txBody>
      </p:sp>
      <p:pic>
        <p:nvPicPr>
          <p:cNvPr id="1402" name="Google Shape;1402;p113"/>
          <p:cNvPicPr preferRelativeResize="0"/>
          <p:nvPr/>
        </p:nvPicPr>
        <p:blipFill rotWithShape="1">
          <a:blip r:embed="rId3">
            <a:alphaModFix/>
          </a:blip>
          <a:srcRect b="0" l="0" r="0" t="0"/>
          <a:stretch/>
        </p:blipFill>
        <p:spPr>
          <a:xfrm>
            <a:off x="415962" y="3703724"/>
            <a:ext cx="450575" cy="44675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6" name="Shape 1406"/>
        <p:cNvGrpSpPr/>
        <p:nvPr/>
      </p:nvGrpSpPr>
      <p:grpSpPr>
        <a:xfrm>
          <a:off x="0" y="0"/>
          <a:ext cx="0" cy="0"/>
          <a:chOff x="0" y="0"/>
          <a:chExt cx="0" cy="0"/>
        </a:xfrm>
      </p:grpSpPr>
      <p:sp>
        <p:nvSpPr>
          <p:cNvPr id="1407" name="Google Shape;1407;p114"/>
          <p:cNvSpPr txBox="1"/>
          <p:nvPr>
            <p:ph idx="1" type="body"/>
          </p:nvPr>
        </p:nvSpPr>
        <p:spPr>
          <a:xfrm>
            <a:off x="324000" y="759300"/>
            <a:ext cx="4500000" cy="1041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Clr>
                <a:srgbClr val="000000"/>
              </a:buClr>
              <a:buSzPts val="2200"/>
              <a:buFont typeface="Arial"/>
              <a:buNone/>
            </a:pPr>
            <a:r>
              <a:rPr lang="en-GB" sz="2000"/>
              <a:t>It is advised you count the squares for all vertices when doing a diagonal reflection.</a:t>
            </a:r>
            <a:endParaRPr sz="2000"/>
          </a:p>
        </p:txBody>
      </p:sp>
      <p:sp>
        <p:nvSpPr>
          <p:cNvPr id="1408" name="Google Shape;1408;p114"/>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2000"/>
              <a:buNone/>
            </a:pPr>
            <a:r>
              <a:rPr lang="en-GB"/>
              <a:t>Counting squares to reflect objects diagonally</a:t>
            </a:r>
            <a:endParaRPr/>
          </a:p>
        </p:txBody>
      </p:sp>
      <p:pic>
        <p:nvPicPr>
          <p:cNvPr id="1409" name="Google Shape;1409;p114"/>
          <p:cNvPicPr preferRelativeResize="0"/>
          <p:nvPr/>
        </p:nvPicPr>
        <p:blipFill rotWithShape="1">
          <a:blip r:embed="rId3">
            <a:alphaModFix/>
          </a:blip>
          <a:srcRect b="0" l="0" r="0" t="0"/>
          <a:stretch/>
        </p:blipFill>
        <p:spPr>
          <a:xfrm>
            <a:off x="4981525" y="765900"/>
            <a:ext cx="3838475" cy="3499999"/>
          </a:xfrm>
          <a:prstGeom prst="rect">
            <a:avLst/>
          </a:prstGeom>
          <a:noFill/>
          <a:ln>
            <a:noFill/>
          </a:ln>
        </p:spPr>
      </p:pic>
      <p:sp>
        <p:nvSpPr>
          <p:cNvPr id="1410" name="Google Shape;1410;p114"/>
          <p:cNvSpPr txBox="1"/>
          <p:nvPr>
            <p:ph idx="1" type="body"/>
          </p:nvPr>
        </p:nvSpPr>
        <p:spPr>
          <a:xfrm>
            <a:off x="324000" y="1979850"/>
            <a:ext cx="4500000" cy="595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SzPts val="2200"/>
              <a:buNone/>
            </a:pPr>
            <a:r>
              <a:rPr lang="en-GB" sz="1800"/>
              <a:t>This vertex is one full diagonal square from the line of reflection.</a:t>
            </a:r>
            <a:endParaRPr sz="1800"/>
          </a:p>
        </p:txBody>
      </p:sp>
      <p:sp>
        <p:nvSpPr>
          <p:cNvPr id="1411" name="Google Shape;1411;p114"/>
          <p:cNvSpPr/>
          <p:nvPr/>
        </p:nvSpPr>
        <p:spPr>
          <a:xfrm flipH="1">
            <a:off x="5621906" y="2341221"/>
            <a:ext cx="292200" cy="292200"/>
          </a:xfrm>
          <a:prstGeom prst="mathMultiply">
            <a:avLst>
              <a:gd fmla="val 9754"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412" name="Google Shape;1412;p114"/>
          <p:cNvCxnSpPr/>
          <p:nvPr/>
        </p:nvCxnSpPr>
        <p:spPr>
          <a:xfrm flipH="1" rot="10800000">
            <a:off x="5782391" y="2165298"/>
            <a:ext cx="302100" cy="302100"/>
          </a:xfrm>
          <a:prstGeom prst="straightConnector1">
            <a:avLst/>
          </a:prstGeom>
          <a:noFill/>
          <a:ln cap="flat" cmpd="sng" w="38100">
            <a:solidFill>
              <a:schemeClr val="dk1"/>
            </a:solidFill>
            <a:prstDash val="solid"/>
            <a:round/>
            <a:headEnd len="sm" w="sm" type="none"/>
            <a:tailEnd len="med" w="med" type="triangle"/>
          </a:ln>
        </p:spPr>
      </p:cxnSp>
      <p:sp>
        <p:nvSpPr>
          <p:cNvPr id="1413" name="Google Shape;1413;p114"/>
          <p:cNvSpPr txBox="1"/>
          <p:nvPr/>
        </p:nvSpPr>
        <p:spPr>
          <a:xfrm>
            <a:off x="324000" y="2754600"/>
            <a:ext cx="4500000" cy="595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1000"/>
              </a:spcAft>
              <a:buClr>
                <a:schemeClr val="dk1"/>
              </a:buClr>
              <a:buSzPts val="2200"/>
              <a:buFont typeface="Lexend"/>
              <a:buNone/>
            </a:pPr>
            <a:r>
              <a:rPr b="0" i="0" lang="en-GB" sz="1800" u="none" cap="none" strike="noStrike">
                <a:solidFill>
                  <a:schemeClr val="dk1"/>
                </a:solidFill>
                <a:latin typeface="Lexend"/>
                <a:ea typeface="Lexend"/>
                <a:cs typeface="Lexend"/>
                <a:sym typeface="Lexend"/>
              </a:rPr>
              <a:t>Replicate this one full square diagonal on the other side of the line of reflection.</a:t>
            </a:r>
            <a:endParaRPr/>
          </a:p>
        </p:txBody>
      </p:sp>
      <p:cxnSp>
        <p:nvCxnSpPr>
          <p:cNvPr id="1414" name="Google Shape;1414;p114"/>
          <p:cNvCxnSpPr/>
          <p:nvPr/>
        </p:nvCxnSpPr>
        <p:spPr>
          <a:xfrm flipH="1" rot="10800000">
            <a:off x="6105871" y="1845869"/>
            <a:ext cx="302100" cy="302100"/>
          </a:xfrm>
          <a:prstGeom prst="straightConnector1">
            <a:avLst/>
          </a:prstGeom>
          <a:noFill/>
          <a:ln cap="flat" cmpd="sng" w="38100">
            <a:solidFill>
              <a:schemeClr val="dk1"/>
            </a:solidFill>
            <a:prstDash val="solid"/>
            <a:round/>
            <a:headEnd len="sm" w="sm" type="none"/>
            <a:tailEnd len="med" w="med" type="triangle"/>
          </a:ln>
        </p:spPr>
      </p:cxnSp>
      <p:sp>
        <p:nvSpPr>
          <p:cNvPr id="1415" name="Google Shape;1415;p114"/>
          <p:cNvSpPr/>
          <p:nvPr/>
        </p:nvSpPr>
        <p:spPr>
          <a:xfrm flipH="1">
            <a:off x="6274369" y="1686377"/>
            <a:ext cx="292200" cy="292200"/>
          </a:xfrm>
          <a:prstGeom prst="mathMultiply">
            <a:avLst>
              <a:gd fmla="val 9754"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5"/>
                                        </p:tgtEl>
                                        <p:attrNameLst>
                                          <p:attrName>style.visibility</p:attrName>
                                        </p:attrNameLst>
                                      </p:cBhvr>
                                      <p:to>
                                        <p:strVal val="visible"/>
                                      </p:to>
                                    </p:set>
                                  </p:childTnLst>
                                </p:cTn>
                              </p:par>
                              <p:par>
                                <p:cTn fill="hold" nodeType="withEffect" presetClass="exit" presetID="1" presetSubtype="0">
                                  <p:stCondLst>
                                    <p:cond delay="750"/>
                                  </p:stCondLst>
                                  <p:childTnLst>
                                    <p:set>
                                      <p:cBhvr>
                                        <p:cTn dur="1" fill="hold">
                                          <p:stCondLst>
                                            <p:cond delay="1"/>
                                          </p:stCondLst>
                                        </p:cTn>
                                        <p:tgtEl>
                                          <p:spTgt spid="1412"/>
                                        </p:tgtEl>
                                        <p:attrNameLst>
                                          <p:attrName>style.visibility</p:attrName>
                                        </p:attrNameLst>
                                      </p:cBhvr>
                                      <p:to>
                                        <p:strVal val="hidden"/>
                                      </p:to>
                                    </p:set>
                                  </p:childTnLst>
                                </p:cTn>
                              </p:par>
                              <p:par>
                                <p:cTn fill="hold" nodeType="withEffect" presetClass="exit" presetID="1" presetSubtype="0">
                                  <p:stCondLst>
                                    <p:cond delay="750"/>
                                  </p:stCondLst>
                                  <p:childTnLst>
                                    <p:set>
                                      <p:cBhvr>
                                        <p:cTn dur="1" fill="hold">
                                          <p:stCondLst>
                                            <p:cond delay="1"/>
                                          </p:stCondLst>
                                        </p:cTn>
                                        <p:tgtEl>
                                          <p:spTgt spid="1414"/>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9" name="Shape 1419"/>
        <p:cNvGrpSpPr/>
        <p:nvPr/>
      </p:nvGrpSpPr>
      <p:grpSpPr>
        <a:xfrm>
          <a:off x="0" y="0"/>
          <a:ext cx="0" cy="0"/>
          <a:chOff x="0" y="0"/>
          <a:chExt cx="0" cy="0"/>
        </a:xfrm>
      </p:grpSpPr>
      <p:sp>
        <p:nvSpPr>
          <p:cNvPr id="1420" name="Google Shape;1420;p115"/>
          <p:cNvSpPr txBox="1"/>
          <p:nvPr>
            <p:ph idx="1" type="body"/>
          </p:nvPr>
        </p:nvSpPr>
        <p:spPr>
          <a:xfrm>
            <a:off x="324000" y="1979850"/>
            <a:ext cx="4500000" cy="9144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SzPts val="2200"/>
              <a:buNone/>
            </a:pPr>
            <a:r>
              <a:rPr lang="en-GB" sz="1800"/>
              <a:t>Whereas this vertex is one and a half diagonal squares from the line of reflection.</a:t>
            </a:r>
            <a:endParaRPr/>
          </a:p>
        </p:txBody>
      </p:sp>
      <p:sp>
        <p:nvSpPr>
          <p:cNvPr id="1421" name="Google Shape;1421;p115"/>
          <p:cNvSpPr txBox="1"/>
          <p:nvPr>
            <p:ph idx="1" type="body"/>
          </p:nvPr>
        </p:nvSpPr>
        <p:spPr>
          <a:xfrm>
            <a:off x="324000" y="759300"/>
            <a:ext cx="4500000" cy="1041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SzPts val="2200"/>
              <a:buNone/>
            </a:pPr>
            <a:r>
              <a:rPr lang="en-GB" sz="2000"/>
              <a:t>It is advised you count the squares for all vertices when doing a diagonal reflection.</a:t>
            </a:r>
            <a:endParaRPr sz="2000"/>
          </a:p>
        </p:txBody>
      </p:sp>
      <p:sp>
        <p:nvSpPr>
          <p:cNvPr id="1422" name="Google Shape;1422;p115"/>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2000"/>
              <a:buNone/>
            </a:pPr>
            <a:r>
              <a:rPr lang="en-GB"/>
              <a:t>Counting squares to reflect objects diagonally</a:t>
            </a:r>
            <a:endParaRPr/>
          </a:p>
        </p:txBody>
      </p:sp>
      <p:pic>
        <p:nvPicPr>
          <p:cNvPr id="1423" name="Google Shape;1423;p115"/>
          <p:cNvPicPr preferRelativeResize="0"/>
          <p:nvPr/>
        </p:nvPicPr>
        <p:blipFill rotWithShape="1">
          <a:blip r:embed="rId3">
            <a:alphaModFix/>
          </a:blip>
          <a:srcRect b="0" l="0" r="0" t="0"/>
          <a:stretch/>
        </p:blipFill>
        <p:spPr>
          <a:xfrm>
            <a:off x="4981525" y="765900"/>
            <a:ext cx="3838475" cy="3499999"/>
          </a:xfrm>
          <a:prstGeom prst="rect">
            <a:avLst/>
          </a:prstGeom>
          <a:noFill/>
          <a:ln>
            <a:noFill/>
          </a:ln>
        </p:spPr>
      </p:pic>
      <p:sp>
        <p:nvSpPr>
          <p:cNvPr id="1424" name="Google Shape;1424;p115"/>
          <p:cNvSpPr/>
          <p:nvPr/>
        </p:nvSpPr>
        <p:spPr>
          <a:xfrm flipH="1">
            <a:off x="5621906" y="2341221"/>
            <a:ext cx="292200" cy="292200"/>
          </a:xfrm>
          <a:prstGeom prst="mathMultiply">
            <a:avLst>
              <a:gd fmla="val 9754"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5" name="Google Shape;1425;p115"/>
          <p:cNvSpPr/>
          <p:nvPr/>
        </p:nvSpPr>
        <p:spPr>
          <a:xfrm flipH="1">
            <a:off x="6274369" y="1686377"/>
            <a:ext cx="292200" cy="292200"/>
          </a:xfrm>
          <a:prstGeom prst="mathMultiply">
            <a:avLst>
              <a:gd fmla="val 9754"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6" name="Google Shape;1426;p115"/>
          <p:cNvSpPr/>
          <p:nvPr/>
        </p:nvSpPr>
        <p:spPr>
          <a:xfrm flipH="1">
            <a:off x="6151275" y="3197870"/>
            <a:ext cx="544800" cy="544800"/>
          </a:xfrm>
          <a:prstGeom prst="mathMultiply">
            <a:avLst>
              <a:gd fmla="val 9754" name="adj1"/>
            </a:avLst>
          </a:prstGeom>
          <a:solidFill>
            <a:srgbClr val="374CF1"/>
          </a:solidFill>
          <a:ln cap="flat" cmpd="sng" w="9525">
            <a:solidFill>
              <a:srgbClr val="374C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7" name="Google Shape;1427;p115"/>
          <p:cNvSpPr txBox="1"/>
          <p:nvPr/>
        </p:nvSpPr>
        <p:spPr>
          <a:xfrm>
            <a:off x="324000" y="3242686"/>
            <a:ext cx="4500000" cy="12330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1000"/>
              </a:spcAft>
              <a:buClr>
                <a:schemeClr val="dk1"/>
              </a:buClr>
              <a:buSzPts val="2200"/>
              <a:buFont typeface="Lexend"/>
              <a:buNone/>
            </a:pPr>
            <a:r>
              <a:rPr b="0" i="0" lang="en-GB" sz="1800" u="none" cap="none" strike="noStrike">
                <a:solidFill>
                  <a:schemeClr val="dk1"/>
                </a:solidFill>
                <a:latin typeface="Lexend"/>
                <a:ea typeface="Lexend"/>
                <a:cs typeface="Lexend"/>
                <a:sym typeface="Lexend"/>
              </a:rPr>
              <a:t>When you replicate this distance on the other side of the line of reflection, start by counting the half diagonal square first, before going the full squares.</a:t>
            </a:r>
            <a:endParaRPr/>
          </a:p>
        </p:txBody>
      </p:sp>
      <p:cxnSp>
        <p:nvCxnSpPr>
          <p:cNvPr id="1428" name="Google Shape;1428;p115"/>
          <p:cNvCxnSpPr/>
          <p:nvPr/>
        </p:nvCxnSpPr>
        <p:spPr>
          <a:xfrm flipH="1" rot="10800000">
            <a:off x="6426050" y="3152676"/>
            <a:ext cx="318600" cy="318600"/>
          </a:xfrm>
          <a:prstGeom prst="straightConnector1">
            <a:avLst/>
          </a:prstGeom>
          <a:noFill/>
          <a:ln cap="flat" cmpd="sng" w="38100">
            <a:solidFill>
              <a:schemeClr val="dk1"/>
            </a:solidFill>
            <a:prstDash val="solid"/>
            <a:round/>
            <a:headEnd len="sm" w="sm" type="none"/>
            <a:tailEnd len="med" w="med" type="triangle"/>
          </a:ln>
        </p:spPr>
      </p:cxnSp>
      <p:cxnSp>
        <p:nvCxnSpPr>
          <p:cNvPr id="1429" name="Google Shape;1429;p115"/>
          <p:cNvCxnSpPr/>
          <p:nvPr/>
        </p:nvCxnSpPr>
        <p:spPr>
          <a:xfrm flipH="1" rot="10800000">
            <a:off x="6744551" y="2981475"/>
            <a:ext cx="171600" cy="171300"/>
          </a:xfrm>
          <a:prstGeom prst="straightConnector1">
            <a:avLst/>
          </a:prstGeom>
          <a:noFill/>
          <a:ln cap="flat" cmpd="sng" w="38100">
            <a:solidFill>
              <a:schemeClr val="dk1"/>
            </a:solidFill>
            <a:prstDash val="solid"/>
            <a:round/>
            <a:headEnd len="sm" w="sm" type="none"/>
            <a:tailEnd len="med" w="med" type="triangle"/>
          </a:ln>
        </p:spPr>
      </p:cxnSp>
      <p:cxnSp>
        <p:nvCxnSpPr>
          <p:cNvPr id="1430" name="Google Shape;1430;p115"/>
          <p:cNvCxnSpPr/>
          <p:nvPr/>
        </p:nvCxnSpPr>
        <p:spPr>
          <a:xfrm flipH="1" rot="10800000">
            <a:off x="6916001" y="2810025"/>
            <a:ext cx="171600" cy="171300"/>
          </a:xfrm>
          <a:prstGeom prst="straightConnector1">
            <a:avLst/>
          </a:prstGeom>
          <a:noFill/>
          <a:ln cap="flat" cmpd="sng" w="38100">
            <a:solidFill>
              <a:schemeClr val="dk1"/>
            </a:solidFill>
            <a:prstDash val="solid"/>
            <a:round/>
            <a:headEnd len="sm" w="sm" type="none"/>
            <a:tailEnd len="med" w="med" type="triangle"/>
          </a:ln>
        </p:spPr>
      </p:cxnSp>
      <p:sp>
        <p:nvSpPr>
          <p:cNvPr id="1431" name="Google Shape;1431;p115"/>
          <p:cNvSpPr txBox="1"/>
          <p:nvPr/>
        </p:nvSpPr>
        <p:spPr>
          <a:xfrm flipH="1">
            <a:off x="6902141" y="3324225"/>
            <a:ext cx="1358700" cy="277200"/>
          </a:xfrm>
          <a:prstGeom prst="rect">
            <a:avLst/>
          </a:prstGeom>
          <a:solidFill>
            <a:schemeClr val="lt1"/>
          </a:solidFill>
          <a:ln>
            <a:noFill/>
          </a:ln>
        </p:spPr>
        <p:txBody>
          <a:bodyPr anchorCtr="0" anchor="t" bIns="0" lIns="0" spcFirstLastPara="1" rIns="0" wrap="square" tIns="0">
            <a:spAutoFit/>
          </a:bodyPr>
          <a:lstStyle/>
          <a:p>
            <a:pPr indent="0" lvl="0" marL="0" marR="0" rtl="0" algn="ctr">
              <a:lnSpc>
                <a:spcPct val="115000"/>
              </a:lnSpc>
              <a:spcBef>
                <a:spcPts val="0"/>
              </a:spcBef>
              <a:spcAft>
                <a:spcPts val="1000"/>
              </a:spcAft>
              <a:buClr>
                <a:schemeClr val="dk1"/>
              </a:buClr>
              <a:buSzPts val="2200"/>
              <a:buFont typeface="Lexend"/>
              <a:buNone/>
            </a:pPr>
            <a:r>
              <a:rPr b="0" i="0" lang="en-GB" sz="1800" u="none" cap="none" strike="noStrike">
                <a:solidFill>
                  <a:schemeClr val="dk1"/>
                </a:solidFill>
                <a:latin typeface="Lexend"/>
                <a:ea typeface="Lexend"/>
                <a:cs typeface="Lexend"/>
                <a:sym typeface="Lexend"/>
              </a:rPr>
              <a:t>1 diagonal</a:t>
            </a:r>
            <a:endParaRPr/>
          </a:p>
        </p:txBody>
      </p:sp>
      <p:sp>
        <p:nvSpPr>
          <p:cNvPr id="1432" name="Google Shape;1432;p115"/>
          <p:cNvSpPr txBox="1"/>
          <p:nvPr/>
        </p:nvSpPr>
        <p:spPr>
          <a:xfrm flipH="1">
            <a:off x="6902141" y="3621502"/>
            <a:ext cx="1358700" cy="595800"/>
          </a:xfrm>
          <a:prstGeom prst="rect">
            <a:avLst/>
          </a:prstGeom>
          <a:solidFill>
            <a:schemeClr val="lt1"/>
          </a:solidFill>
          <a:ln>
            <a:noFill/>
          </a:ln>
        </p:spPr>
        <p:txBody>
          <a:bodyPr anchorCtr="0" anchor="t" bIns="0" lIns="0" spcFirstLastPara="1" rIns="0" wrap="square" tIns="0">
            <a:spAutoFit/>
          </a:bodyPr>
          <a:lstStyle/>
          <a:p>
            <a:pPr indent="0" lvl="0" marL="0" marR="0" rtl="0" algn="ctr">
              <a:lnSpc>
                <a:spcPct val="115000"/>
              </a:lnSpc>
              <a:spcBef>
                <a:spcPts val="0"/>
              </a:spcBef>
              <a:spcAft>
                <a:spcPts val="1000"/>
              </a:spcAft>
              <a:buClr>
                <a:schemeClr val="dk1"/>
              </a:buClr>
              <a:buSzPts val="2200"/>
              <a:buFont typeface="Lexend"/>
              <a:buNone/>
            </a:pPr>
            <a:r>
              <a:rPr b="0" i="0" lang="en-GB" sz="1800" u="none" cap="none" strike="noStrike">
                <a:solidFill>
                  <a:schemeClr val="dk1"/>
                </a:solidFill>
                <a:latin typeface="Lexend"/>
                <a:ea typeface="Lexend"/>
                <a:cs typeface="Lexend"/>
                <a:sym typeface="Lexend"/>
              </a:rPr>
              <a:t>+ extra half a diagonal</a:t>
            </a:r>
            <a:endParaRPr/>
          </a:p>
        </p:txBody>
      </p:sp>
      <p:sp>
        <p:nvSpPr>
          <p:cNvPr id="1433" name="Google Shape;1433;p115"/>
          <p:cNvSpPr/>
          <p:nvPr/>
        </p:nvSpPr>
        <p:spPr>
          <a:xfrm flipH="1">
            <a:off x="7131857" y="2214890"/>
            <a:ext cx="544800" cy="544800"/>
          </a:xfrm>
          <a:prstGeom prst="mathMultiply">
            <a:avLst>
              <a:gd fmla="val 9754" name="adj1"/>
            </a:avLst>
          </a:prstGeom>
          <a:solidFill>
            <a:srgbClr val="374CF1"/>
          </a:solidFill>
          <a:ln cap="flat" cmpd="sng" w="9525">
            <a:solidFill>
              <a:srgbClr val="374C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434" name="Google Shape;1434;p115"/>
          <p:cNvCxnSpPr/>
          <p:nvPr/>
        </p:nvCxnSpPr>
        <p:spPr>
          <a:xfrm flipH="1" rot="10800000">
            <a:off x="7085725" y="2491408"/>
            <a:ext cx="318600" cy="318600"/>
          </a:xfrm>
          <a:prstGeom prst="straightConnector1">
            <a:avLst/>
          </a:prstGeom>
          <a:noFill/>
          <a:ln cap="flat" cmpd="sng" w="38100">
            <a:solidFill>
              <a:schemeClr val="dk1"/>
            </a:solidFill>
            <a:prstDash val="solid"/>
            <a:round/>
            <a:headEnd len="sm" w="sm"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31"/>
                                        </p:tgtEl>
                                        <p:attrNameLst>
                                          <p:attrName>style.visibility</p:attrName>
                                        </p:attrNameLst>
                                      </p:cBhvr>
                                      <p:to>
                                        <p:strVal val="visible"/>
                                      </p:to>
                                    </p:set>
                                  </p:childTnLst>
                                </p:cTn>
                              </p:par>
                              <p:par>
                                <p:cTn fill="hold" nodeType="withEffect" presetClass="entr" presetID="1" presetSubtype="0">
                                  <p:stCondLst>
                                    <p:cond delay="1500"/>
                                  </p:stCondLst>
                                  <p:childTnLst>
                                    <p:set>
                                      <p:cBhvr>
                                        <p:cTn dur="1" fill="hold">
                                          <p:stCondLst>
                                            <p:cond delay="0"/>
                                          </p:stCondLst>
                                        </p:cTn>
                                        <p:tgtEl>
                                          <p:spTgt spid="1429"/>
                                        </p:tgtEl>
                                        <p:attrNameLst>
                                          <p:attrName>style.visibility</p:attrName>
                                        </p:attrNameLst>
                                      </p:cBhvr>
                                      <p:to>
                                        <p:strVal val="visible"/>
                                      </p:to>
                                    </p:set>
                                  </p:childTnLst>
                                </p:cTn>
                              </p:par>
                              <p:par>
                                <p:cTn fill="hold" nodeType="withEffect" presetClass="entr" presetID="1" presetSubtype="0">
                                  <p:stCondLst>
                                    <p:cond delay="1500"/>
                                  </p:stCondLst>
                                  <p:childTnLst>
                                    <p:set>
                                      <p:cBhvr>
                                        <p:cTn dur="1" fill="hold">
                                          <p:stCondLst>
                                            <p:cond delay="0"/>
                                          </p:stCondLst>
                                        </p:cTn>
                                        <p:tgtEl>
                                          <p:spTgt spid="14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0"/>
                                        </p:tgtEl>
                                        <p:attrNameLst>
                                          <p:attrName>style.visibility</p:attrName>
                                        </p:attrNameLst>
                                      </p:cBhvr>
                                      <p:to>
                                        <p:strVal val="visible"/>
                                      </p:to>
                                    </p:set>
                                  </p:childTnLst>
                                </p:cTn>
                              </p:par>
                              <p:par>
                                <p:cTn fill="hold" nodeType="withEffect" presetClass="entr" presetID="1" presetSubtype="0">
                                  <p:stCondLst>
                                    <p:cond delay="750"/>
                                  </p:stCondLst>
                                  <p:childTnLst>
                                    <p:set>
                                      <p:cBhvr>
                                        <p:cTn dur="1" fill="hold">
                                          <p:stCondLst>
                                            <p:cond delay="0"/>
                                          </p:stCondLst>
                                        </p:cTn>
                                        <p:tgtEl>
                                          <p:spTgt spid="14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8" name="Shape 1438"/>
        <p:cNvGrpSpPr/>
        <p:nvPr/>
      </p:nvGrpSpPr>
      <p:grpSpPr>
        <a:xfrm>
          <a:off x="0" y="0"/>
          <a:ext cx="0" cy="0"/>
          <a:chOff x="0" y="0"/>
          <a:chExt cx="0" cy="0"/>
        </a:xfrm>
      </p:grpSpPr>
      <p:sp>
        <p:nvSpPr>
          <p:cNvPr id="1439" name="Google Shape;1439;p116"/>
          <p:cNvSpPr txBox="1"/>
          <p:nvPr>
            <p:ph idx="1" type="body"/>
          </p:nvPr>
        </p:nvSpPr>
        <p:spPr>
          <a:xfrm>
            <a:off x="324000" y="1979850"/>
            <a:ext cx="4500000" cy="2772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SzPts val="2200"/>
              <a:buNone/>
            </a:pPr>
            <a:r>
              <a:rPr lang="en-GB" sz="1800"/>
              <a:t>Complete the method for all vertices.</a:t>
            </a:r>
            <a:endParaRPr sz="1800"/>
          </a:p>
        </p:txBody>
      </p:sp>
      <p:sp>
        <p:nvSpPr>
          <p:cNvPr id="1440" name="Google Shape;1440;p116"/>
          <p:cNvSpPr txBox="1"/>
          <p:nvPr>
            <p:ph idx="1" type="body"/>
          </p:nvPr>
        </p:nvSpPr>
        <p:spPr>
          <a:xfrm>
            <a:off x="324000" y="759300"/>
            <a:ext cx="4500000" cy="1041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SzPts val="2200"/>
              <a:buNone/>
            </a:pPr>
            <a:r>
              <a:rPr lang="en-GB" sz="2000"/>
              <a:t>It is advised you count the squares for all vertices when doing a diagonal reflection.</a:t>
            </a:r>
            <a:endParaRPr sz="2000"/>
          </a:p>
        </p:txBody>
      </p:sp>
      <p:sp>
        <p:nvSpPr>
          <p:cNvPr id="1441" name="Google Shape;1441;p116"/>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2000"/>
              <a:buNone/>
            </a:pPr>
            <a:r>
              <a:rPr lang="en-GB"/>
              <a:t>Counting squares to reflect objects diagonally</a:t>
            </a:r>
            <a:endParaRPr/>
          </a:p>
        </p:txBody>
      </p:sp>
      <p:pic>
        <p:nvPicPr>
          <p:cNvPr id="1442" name="Google Shape;1442;p116"/>
          <p:cNvPicPr preferRelativeResize="0"/>
          <p:nvPr/>
        </p:nvPicPr>
        <p:blipFill rotWithShape="1">
          <a:blip r:embed="rId3">
            <a:alphaModFix/>
          </a:blip>
          <a:srcRect b="0" l="0" r="0" t="0"/>
          <a:stretch/>
        </p:blipFill>
        <p:spPr>
          <a:xfrm>
            <a:off x="4981525" y="765900"/>
            <a:ext cx="3838475" cy="3499999"/>
          </a:xfrm>
          <a:prstGeom prst="rect">
            <a:avLst/>
          </a:prstGeom>
          <a:noFill/>
          <a:ln>
            <a:noFill/>
          </a:ln>
        </p:spPr>
      </p:pic>
      <p:sp>
        <p:nvSpPr>
          <p:cNvPr id="1443" name="Google Shape;1443;p116"/>
          <p:cNvSpPr/>
          <p:nvPr/>
        </p:nvSpPr>
        <p:spPr>
          <a:xfrm flipH="1">
            <a:off x="5621906" y="2341221"/>
            <a:ext cx="292200" cy="292200"/>
          </a:xfrm>
          <a:prstGeom prst="mathMultiply">
            <a:avLst>
              <a:gd fmla="val 9754"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4" name="Google Shape;1444;p116"/>
          <p:cNvSpPr/>
          <p:nvPr/>
        </p:nvSpPr>
        <p:spPr>
          <a:xfrm flipH="1">
            <a:off x="6274369" y="1686377"/>
            <a:ext cx="292200" cy="292200"/>
          </a:xfrm>
          <a:prstGeom prst="mathMultiply">
            <a:avLst>
              <a:gd fmla="val 9754"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5" name="Google Shape;1445;p116"/>
          <p:cNvSpPr/>
          <p:nvPr/>
        </p:nvSpPr>
        <p:spPr>
          <a:xfrm flipH="1">
            <a:off x="6151275" y="3197870"/>
            <a:ext cx="544800" cy="544800"/>
          </a:xfrm>
          <a:prstGeom prst="mathMultiply">
            <a:avLst>
              <a:gd fmla="val 9754" name="adj1"/>
            </a:avLst>
          </a:prstGeom>
          <a:solidFill>
            <a:srgbClr val="374CF1"/>
          </a:solidFill>
          <a:ln cap="flat" cmpd="sng" w="9525">
            <a:solidFill>
              <a:srgbClr val="374C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6" name="Google Shape;1446;p116"/>
          <p:cNvSpPr/>
          <p:nvPr/>
        </p:nvSpPr>
        <p:spPr>
          <a:xfrm flipH="1">
            <a:off x="7131857" y="2214890"/>
            <a:ext cx="544800" cy="544800"/>
          </a:xfrm>
          <a:prstGeom prst="mathMultiply">
            <a:avLst>
              <a:gd fmla="val 9754" name="adj1"/>
            </a:avLst>
          </a:prstGeom>
          <a:solidFill>
            <a:srgbClr val="374CF1"/>
          </a:solidFill>
          <a:ln cap="flat" cmpd="sng" w="9525">
            <a:solidFill>
              <a:srgbClr val="374C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7" name="Google Shape;1447;p116"/>
          <p:cNvSpPr/>
          <p:nvPr/>
        </p:nvSpPr>
        <p:spPr>
          <a:xfrm flipH="1">
            <a:off x="4833587" y="2214890"/>
            <a:ext cx="544800" cy="544800"/>
          </a:xfrm>
          <a:prstGeom prst="mathMultiply">
            <a:avLst>
              <a:gd fmla="val 9754" name="adj1"/>
            </a:avLst>
          </a:prstGeom>
          <a:solidFill>
            <a:srgbClr val="845AD9"/>
          </a:solidFill>
          <a:ln cap="flat" cmpd="sng" w="952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448" name="Google Shape;1448;p116"/>
          <p:cNvCxnSpPr/>
          <p:nvPr/>
        </p:nvCxnSpPr>
        <p:spPr>
          <a:xfrm flipH="1" rot="10800000">
            <a:off x="5105956" y="1832401"/>
            <a:ext cx="662100" cy="662100"/>
          </a:xfrm>
          <a:prstGeom prst="straightConnector1">
            <a:avLst/>
          </a:prstGeom>
          <a:noFill/>
          <a:ln cap="flat" cmpd="sng" w="38100">
            <a:solidFill>
              <a:schemeClr val="dk1"/>
            </a:solidFill>
            <a:prstDash val="solid"/>
            <a:round/>
            <a:headEnd len="sm" w="sm" type="none"/>
            <a:tailEnd len="med" w="med" type="triangle"/>
          </a:ln>
        </p:spPr>
      </p:cxnSp>
      <p:sp>
        <p:nvSpPr>
          <p:cNvPr id="1449" name="Google Shape;1449;p116"/>
          <p:cNvSpPr/>
          <p:nvPr/>
        </p:nvSpPr>
        <p:spPr>
          <a:xfrm flipH="1">
            <a:off x="6148100" y="904982"/>
            <a:ext cx="544800" cy="544800"/>
          </a:xfrm>
          <a:prstGeom prst="mathMultiply">
            <a:avLst>
              <a:gd fmla="val 9754" name="adj1"/>
            </a:avLst>
          </a:prstGeom>
          <a:solidFill>
            <a:srgbClr val="845AD9"/>
          </a:solidFill>
          <a:ln cap="flat" cmpd="sng" w="952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450" name="Google Shape;1450;p116"/>
          <p:cNvCxnSpPr/>
          <p:nvPr/>
        </p:nvCxnSpPr>
        <p:spPr>
          <a:xfrm flipH="1" rot="10800000">
            <a:off x="5758445" y="1170377"/>
            <a:ext cx="662100" cy="662100"/>
          </a:xfrm>
          <a:prstGeom prst="straightConnector1">
            <a:avLst/>
          </a:prstGeom>
          <a:noFill/>
          <a:ln cap="flat" cmpd="sng" w="38100">
            <a:solidFill>
              <a:schemeClr val="dk1"/>
            </a:solidFill>
            <a:prstDash val="solid"/>
            <a:round/>
            <a:headEnd len="sm" w="sm" type="none"/>
            <a:tailEnd len="med" w="med" type="triangle"/>
          </a:ln>
        </p:spPr>
      </p:cxnSp>
      <p:sp>
        <p:nvSpPr>
          <p:cNvPr id="1451" name="Google Shape;1451;p116"/>
          <p:cNvSpPr/>
          <p:nvPr/>
        </p:nvSpPr>
        <p:spPr>
          <a:xfrm flipH="1">
            <a:off x="6141173" y="3847179"/>
            <a:ext cx="544800" cy="544800"/>
          </a:xfrm>
          <a:prstGeom prst="mathMultiply">
            <a:avLst>
              <a:gd fmla="val 9754" name="adj1"/>
            </a:avLst>
          </a:prstGeom>
          <a:solidFill>
            <a:srgbClr val="D02AA7"/>
          </a:solidFill>
          <a:ln cap="flat" cmpd="sng" w="9525">
            <a:solidFill>
              <a:srgbClr val="D02A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452" name="Google Shape;1452;p116"/>
          <p:cNvCxnSpPr/>
          <p:nvPr/>
        </p:nvCxnSpPr>
        <p:spPr>
          <a:xfrm flipH="1" rot="10800000">
            <a:off x="6420469" y="3470225"/>
            <a:ext cx="662100" cy="662100"/>
          </a:xfrm>
          <a:prstGeom prst="straightConnector1">
            <a:avLst/>
          </a:prstGeom>
          <a:noFill/>
          <a:ln cap="flat" cmpd="sng" w="38100">
            <a:solidFill>
              <a:schemeClr val="dk1"/>
            </a:solidFill>
            <a:prstDash val="solid"/>
            <a:round/>
            <a:headEnd len="sm" w="sm" type="none"/>
            <a:tailEnd len="med" w="med" type="triangle"/>
          </a:ln>
        </p:spPr>
      </p:cxnSp>
      <p:cxnSp>
        <p:nvCxnSpPr>
          <p:cNvPr id="1453" name="Google Shape;1453;p116"/>
          <p:cNvCxnSpPr/>
          <p:nvPr/>
        </p:nvCxnSpPr>
        <p:spPr>
          <a:xfrm flipH="1" rot="10800000">
            <a:off x="7082493" y="3290586"/>
            <a:ext cx="177300" cy="177300"/>
          </a:xfrm>
          <a:prstGeom prst="straightConnector1">
            <a:avLst/>
          </a:prstGeom>
          <a:noFill/>
          <a:ln cap="flat" cmpd="sng" w="38100">
            <a:solidFill>
              <a:schemeClr val="dk1"/>
            </a:solidFill>
            <a:prstDash val="solid"/>
            <a:round/>
            <a:headEnd len="sm" w="sm" type="none"/>
            <a:tailEnd len="med" w="med" type="triangle"/>
          </a:ln>
        </p:spPr>
      </p:cxnSp>
      <p:sp>
        <p:nvSpPr>
          <p:cNvPr id="1454" name="Google Shape;1454;p116"/>
          <p:cNvSpPr txBox="1"/>
          <p:nvPr/>
        </p:nvSpPr>
        <p:spPr>
          <a:xfrm>
            <a:off x="324000" y="2818050"/>
            <a:ext cx="4500000" cy="595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1000"/>
              </a:spcAft>
              <a:buClr>
                <a:schemeClr val="dk1"/>
              </a:buClr>
              <a:buSzPts val="2200"/>
              <a:buFont typeface="Lexend"/>
              <a:buNone/>
            </a:pPr>
            <a:r>
              <a:rPr b="0" i="0" lang="en-GB" sz="1800" u="none" cap="none" strike="noStrike">
                <a:solidFill>
                  <a:schemeClr val="dk1"/>
                </a:solidFill>
                <a:latin typeface="Lexend"/>
                <a:ea typeface="Lexend"/>
                <a:cs typeface="Lexend"/>
                <a:sym typeface="Lexend"/>
              </a:rPr>
              <a:t>Remember to replicate the half-diagonal first!</a:t>
            </a:r>
            <a:endParaRPr/>
          </a:p>
        </p:txBody>
      </p:sp>
      <p:cxnSp>
        <p:nvCxnSpPr>
          <p:cNvPr id="1455" name="Google Shape;1455;p116"/>
          <p:cNvCxnSpPr/>
          <p:nvPr/>
        </p:nvCxnSpPr>
        <p:spPr>
          <a:xfrm flipH="1" rot="10800000">
            <a:off x="7233780" y="3138186"/>
            <a:ext cx="177300" cy="177300"/>
          </a:xfrm>
          <a:prstGeom prst="straightConnector1">
            <a:avLst/>
          </a:prstGeom>
          <a:noFill/>
          <a:ln cap="flat" cmpd="sng" w="38100">
            <a:solidFill>
              <a:schemeClr val="dk1"/>
            </a:solidFill>
            <a:prstDash val="solid"/>
            <a:round/>
            <a:headEnd len="sm" w="sm" type="none"/>
            <a:tailEnd len="med" w="med" type="triangle"/>
          </a:ln>
        </p:spPr>
      </p:cxnSp>
      <p:sp>
        <p:nvSpPr>
          <p:cNvPr id="1456" name="Google Shape;1456;p116"/>
          <p:cNvSpPr/>
          <p:nvPr/>
        </p:nvSpPr>
        <p:spPr>
          <a:xfrm flipH="1">
            <a:off x="7795675" y="2214890"/>
            <a:ext cx="544800" cy="544800"/>
          </a:xfrm>
          <a:prstGeom prst="mathMultiply">
            <a:avLst>
              <a:gd fmla="val 9754" name="adj1"/>
            </a:avLst>
          </a:prstGeom>
          <a:solidFill>
            <a:srgbClr val="D02AA7"/>
          </a:solidFill>
          <a:ln cap="flat" cmpd="sng" w="9525">
            <a:solidFill>
              <a:srgbClr val="D02A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457" name="Google Shape;1457;p116"/>
          <p:cNvCxnSpPr/>
          <p:nvPr/>
        </p:nvCxnSpPr>
        <p:spPr>
          <a:xfrm flipH="1" rot="10800000">
            <a:off x="7407894" y="2482800"/>
            <a:ext cx="662100" cy="662100"/>
          </a:xfrm>
          <a:prstGeom prst="straightConnector1">
            <a:avLst/>
          </a:prstGeom>
          <a:noFill/>
          <a:ln cap="flat" cmpd="sng" w="38100">
            <a:solidFill>
              <a:schemeClr val="dk1"/>
            </a:solidFill>
            <a:prstDash val="solid"/>
            <a:round/>
            <a:headEnd len="sm" w="sm" type="none"/>
            <a:tailEnd len="med" w="med" type="triangle"/>
          </a:ln>
        </p:spPr>
      </p:cxnSp>
      <p:sp>
        <p:nvSpPr>
          <p:cNvPr id="1458" name="Google Shape;1458;p116"/>
          <p:cNvSpPr/>
          <p:nvPr/>
        </p:nvSpPr>
        <p:spPr>
          <a:xfrm>
            <a:off x="6419850" y="1171575"/>
            <a:ext cx="1654175" cy="1314450"/>
          </a:xfrm>
          <a:custGeom>
            <a:rect b="b" l="l" r="r" t="t"/>
            <a:pathLst>
              <a:path extrusionOk="0" h="1314450" w="1654175">
                <a:moveTo>
                  <a:pt x="0" y="0"/>
                </a:moveTo>
                <a:lnTo>
                  <a:pt x="0" y="660400"/>
                </a:lnTo>
                <a:lnTo>
                  <a:pt x="990600" y="1314450"/>
                </a:lnTo>
                <a:lnTo>
                  <a:pt x="1654175" y="1314450"/>
                </a:lnTo>
                <a:lnTo>
                  <a:pt x="0" y="0"/>
                </a:lnTo>
                <a:close/>
              </a:path>
            </a:pathLst>
          </a:custGeom>
          <a:solidFill>
            <a:srgbClr val="845AD9">
              <a:alpha val="14900"/>
            </a:srgbClr>
          </a:solidFill>
          <a:ln cap="flat" cmpd="sng" w="38100">
            <a:solidFill>
              <a:srgbClr val="845A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8"/>
                                        </p:tgtEl>
                                        <p:attrNameLst>
                                          <p:attrName>style.visibility</p:attrName>
                                        </p:attrNameLst>
                                      </p:cBhvr>
                                      <p:to>
                                        <p:strVal val="visible"/>
                                      </p:to>
                                    </p:set>
                                  </p:childTnLst>
                                </p:cTn>
                              </p:par>
                              <p:par>
                                <p:cTn fill="hold" nodeType="withEffect" presetClass="entr" presetID="1" presetSubtype="0">
                                  <p:stCondLst>
                                    <p:cond delay="750"/>
                                  </p:stCondLst>
                                  <p:childTnLst>
                                    <p:set>
                                      <p:cBhvr>
                                        <p:cTn dur="1" fill="hold">
                                          <p:stCondLst>
                                            <p:cond delay="0"/>
                                          </p:stCondLst>
                                        </p:cTn>
                                        <p:tgtEl>
                                          <p:spTgt spid="1450"/>
                                        </p:tgtEl>
                                        <p:attrNameLst>
                                          <p:attrName>style.visibility</p:attrName>
                                        </p:attrNameLst>
                                      </p:cBhvr>
                                      <p:to>
                                        <p:strVal val="visible"/>
                                      </p:to>
                                    </p:set>
                                  </p:childTnLst>
                                </p:cTn>
                              </p:par>
                            </p:childTnLst>
                          </p:cTn>
                        </p:par>
                        <p:par>
                          <p:cTn fill="hold">
                            <p:stCondLst>
                              <p:cond delay="1"/>
                            </p:stCondLst>
                            <p:childTnLst>
                              <p:par>
                                <p:cTn fill="hold" nodeType="afterEffect" presetClass="entr" presetID="1" presetSubtype="0">
                                  <p:stCondLst>
                                    <p:cond delay="750"/>
                                  </p:stCondLst>
                                  <p:childTnLst>
                                    <p:set>
                                      <p:cBhvr>
                                        <p:cTn dur="1" fill="hold">
                                          <p:stCondLst>
                                            <p:cond delay="0"/>
                                          </p:stCondLst>
                                        </p:cTn>
                                        <p:tgtEl>
                                          <p:spTgt spid="14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2"/>
                                        </p:tgtEl>
                                        <p:attrNameLst>
                                          <p:attrName>style.visibility</p:attrName>
                                        </p:attrNameLst>
                                      </p:cBhvr>
                                      <p:to>
                                        <p:strVal val="visible"/>
                                      </p:to>
                                    </p:set>
                                  </p:childTnLst>
                                </p:cTn>
                              </p:par>
                              <p:par>
                                <p:cTn fill="hold" nodeType="withEffect" presetClass="entr" presetID="1" presetSubtype="0">
                                  <p:stCondLst>
                                    <p:cond delay="750"/>
                                  </p:stCondLst>
                                  <p:childTnLst>
                                    <p:set>
                                      <p:cBhvr>
                                        <p:cTn dur="1" fill="hold">
                                          <p:stCondLst>
                                            <p:cond delay="0"/>
                                          </p:stCondLst>
                                        </p:cTn>
                                        <p:tgtEl>
                                          <p:spTgt spid="1453"/>
                                        </p:tgtEl>
                                        <p:attrNameLst>
                                          <p:attrName>style.visibility</p:attrName>
                                        </p:attrNameLst>
                                      </p:cBhvr>
                                      <p:to>
                                        <p:strVal val="visible"/>
                                      </p:to>
                                    </p:set>
                                  </p:childTnLst>
                                </p:cTn>
                              </p:par>
                            </p:childTnLst>
                          </p:cTn>
                        </p:par>
                        <p:par>
                          <p:cTn fill="hold">
                            <p:stCondLst>
                              <p:cond delay="1"/>
                            </p:stCondLst>
                            <p:childTnLst>
                              <p:par>
                                <p:cTn fill="hold" nodeType="afterEffect" presetClass="entr" presetID="1" presetSubtype="0">
                                  <p:stCondLst>
                                    <p:cond delay="750"/>
                                  </p:stCondLst>
                                  <p:childTnLst>
                                    <p:set>
                                      <p:cBhvr>
                                        <p:cTn dur="1" fill="hold">
                                          <p:stCondLst>
                                            <p:cond delay="0"/>
                                          </p:stCondLst>
                                        </p:cTn>
                                        <p:tgtEl>
                                          <p:spTgt spid="14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5"/>
                                        </p:tgtEl>
                                        <p:attrNameLst>
                                          <p:attrName>style.visibility</p:attrName>
                                        </p:attrNameLst>
                                      </p:cBhvr>
                                      <p:to>
                                        <p:strVal val="visible"/>
                                      </p:to>
                                    </p:set>
                                  </p:childTnLst>
                                </p:cTn>
                              </p:par>
                              <p:par>
                                <p:cTn fill="hold" nodeType="withEffect" presetClass="entr" presetID="1" presetSubtype="0">
                                  <p:stCondLst>
                                    <p:cond delay="750"/>
                                  </p:stCondLst>
                                  <p:childTnLst>
                                    <p:set>
                                      <p:cBhvr>
                                        <p:cTn dur="1" fill="hold">
                                          <p:stCondLst>
                                            <p:cond delay="0"/>
                                          </p:stCondLst>
                                        </p:cTn>
                                        <p:tgtEl>
                                          <p:spTgt spid="1457"/>
                                        </p:tgtEl>
                                        <p:attrNameLst>
                                          <p:attrName>style.visibility</p:attrName>
                                        </p:attrNameLst>
                                      </p:cBhvr>
                                      <p:to>
                                        <p:strVal val="visible"/>
                                      </p:to>
                                    </p:set>
                                  </p:childTnLst>
                                </p:cTn>
                              </p:par>
                            </p:childTnLst>
                          </p:cTn>
                        </p:par>
                        <p:par>
                          <p:cTn fill="hold">
                            <p:stCondLst>
                              <p:cond delay="1"/>
                            </p:stCondLst>
                            <p:childTnLst>
                              <p:par>
                                <p:cTn fill="hold" nodeType="afterEffect" presetClass="entr" presetID="1" presetSubtype="0">
                                  <p:stCondLst>
                                    <p:cond delay="750"/>
                                  </p:stCondLst>
                                  <p:childTnLst>
                                    <p:set>
                                      <p:cBhvr>
                                        <p:cTn dur="1" fill="hold">
                                          <p:stCondLst>
                                            <p:cond delay="0"/>
                                          </p:stCondLst>
                                        </p:cTn>
                                        <p:tgtEl>
                                          <p:spTgt spid="145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448"/>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1"/>
                                          </p:stCondLst>
                                        </p:cTn>
                                        <p:tgtEl>
                                          <p:spTgt spid="1450"/>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1"/>
                                          </p:stCondLst>
                                        </p:cTn>
                                        <p:tgtEl>
                                          <p:spTgt spid="1452"/>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1"/>
                                          </p:stCondLst>
                                        </p:cTn>
                                        <p:tgtEl>
                                          <p:spTgt spid="1453"/>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1"/>
                                          </p:stCondLst>
                                        </p:cTn>
                                        <p:tgtEl>
                                          <p:spTgt spid="1455"/>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1"/>
                                          </p:stCondLst>
                                        </p:cTn>
                                        <p:tgtEl>
                                          <p:spTgt spid="145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2" name="Shape 1462"/>
        <p:cNvGrpSpPr/>
        <p:nvPr/>
      </p:nvGrpSpPr>
      <p:grpSpPr>
        <a:xfrm>
          <a:off x="0" y="0"/>
          <a:ext cx="0" cy="0"/>
          <a:chOff x="0" y="0"/>
          <a:chExt cx="0" cy="0"/>
        </a:xfrm>
      </p:grpSpPr>
      <p:sp>
        <p:nvSpPr>
          <p:cNvPr id="1463" name="Google Shape;1463;p117"/>
          <p:cNvSpPr txBox="1"/>
          <p:nvPr>
            <p:ph idx="1" type="body"/>
          </p:nvPr>
        </p:nvSpPr>
        <p:spPr>
          <a:xfrm>
            <a:off x="324000" y="759300"/>
            <a:ext cx="8237700" cy="690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SzPts val="2200"/>
              <a:buNone/>
            </a:pPr>
            <a:r>
              <a:rPr lang="en-GB" sz="2000"/>
              <a:t>How many diagonal squares are there between vertex A and the line of reflection?</a:t>
            </a:r>
            <a:endParaRPr sz="2000"/>
          </a:p>
        </p:txBody>
      </p:sp>
      <p:sp>
        <p:nvSpPr>
          <p:cNvPr id="1464" name="Google Shape;1464;p117"/>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2000"/>
              <a:buNone/>
            </a:pPr>
            <a:r>
              <a:rPr lang="en-GB"/>
              <a:t>Counting squares to reflect objects</a:t>
            </a:r>
            <a:endParaRPr/>
          </a:p>
        </p:txBody>
      </p:sp>
      <p:grpSp>
        <p:nvGrpSpPr>
          <p:cNvPr id="1465" name="Google Shape;1465;p117"/>
          <p:cNvGrpSpPr/>
          <p:nvPr/>
        </p:nvGrpSpPr>
        <p:grpSpPr>
          <a:xfrm>
            <a:off x="324002" y="1731020"/>
            <a:ext cx="328498" cy="328498"/>
            <a:chOff x="1020916" y="1442088"/>
            <a:chExt cx="457200" cy="457200"/>
          </a:xfrm>
        </p:grpSpPr>
        <p:pic>
          <p:nvPicPr>
            <p:cNvPr id="1466" name="Google Shape;1466;p117"/>
            <p:cNvPicPr preferRelativeResize="0"/>
            <p:nvPr/>
          </p:nvPicPr>
          <p:blipFill rotWithShape="1">
            <a:blip r:embed="rId3">
              <a:alphaModFix/>
            </a:blip>
            <a:srcRect b="0" l="0" r="0" t="0"/>
            <a:stretch/>
          </p:blipFill>
          <p:spPr>
            <a:xfrm>
              <a:off x="1020916" y="1442088"/>
              <a:ext cx="457200" cy="457200"/>
            </a:xfrm>
            <a:prstGeom prst="rect">
              <a:avLst/>
            </a:prstGeom>
            <a:noFill/>
            <a:ln>
              <a:noFill/>
            </a:ln>
          </p:spPr>
        </p:pic>
        <p:sp>
          <p:nvSpPr>
            <p:cNvPr id="1467" name="Google Shape;1467;p11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GB" sz="1800" u="none" cap="none" strike="noStrike">
                  <a:solidFill>
                    <a:srgbClr val="FFFFFF"/>
                  </a:solidFill>
                  <a:latin typeface="Lexend"/>
                  <a:ea typeface="Lexend"/>
                  <a:cs typeface="Lexend"/>
                  <a:sym typeface="Lexend"/>
                </a:rPr>
                <a:t>a</a:t>
              </a:r>
              <a:endParaRPr b="1" i="0" sz="1800" u="none" cap="none" strike="noStrike">
                <a:solidFill>
                  <a:srgbClr val="FFFFFF"/>
                </a:solidFill>
                <a:latin typeface="Lexend"/>
                <a:ea typeface="Lexend"/>
                <a:cs typeface="Lexend"/>
                <a:sym typeface="Lexend"/>
              </a:endParaRPr>
            </a:p>
          </p:txBody>
        </p:sp>
      </p:grpSp>
      <p:grpSp>
        <p:nvGrpSpPr>
          <p:cNvPr id="1468" name="Google Shape;1468;p117"/>
          <p:cNvGrpSpPr/>
          <p:nvPr/>
        </p:nvGrpSpPr>
        <p:grpSpPr>
          <a:xfrm>
            <a:off x="324002" y="2354270"/>
            <a:ext cx="328498" cy="328498"/>
            <a:chOff x="1020916" y="1442088"/>
            <a:chExt cx="457200" cy="457200"/>
          </a:xfrm>
        </p:grpSpPr>
        <p:pic>
          <p:nvPicPr>
            <p:cNvPr id="1469" name="Google Shape;1469;p117"/>
            <p:cNvPicPr preferRelativeResize="0"/>
            <p:nvPr/>
          </p:nvPicPr>
          <p:blipFill rotWithShape="1">
            <a:blip r:embed="rId3">
              <a:alphaModFix/>
            </a:blip>
            <a:srcRect b="0" l="0" r="0" t="0"/>
            <a:stretch/>
          </p:blipFill>
          <p:spPr>
            <a:xfrm>
              <a:off x="1020916" y="1442088"/>
              <a:ext cx="457200" cy="457200"/>
            </a:xfrm>
            <a:prstGeom prst="rect">
              <a:avLst/>
            </a:prstGeom>
            <a:noFill/>
            <a:ln>
              <a:noFill/>
            </a:ln>
          </p:spPr>
        </p:pic>
        <p:sp>
          <p:nvSpPr>
            <p:cNvPr id="1470" name="Google Shape;1470;p11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GB" sz="1800" u="none" cap="none" strike="noStrike">
                  <a:solidFill>
                    <a:srgbClr val="FFFFFF"/>
                  </a:solidFill>
                  <a:latin typeface="Lexend"/>
                  <a:ea typeface="Lexend"/>
                  <a:cs typeface="Lexend"/>
                  <a:sym typeface="Lexend"/>
                </a:rPr>
                <a:t>b</a:t>
              </a:r>
              <a:endParaRPr b="1" i="0" sz="1800" u="none" cap="none" strike="noStrike">
                <a:solidFill>
                  <a:srgbClr val="FFFFFF"/>
                </a:solidFill>
                <a:latin typeface="Lexend"/>
                <a:ea typeface="Lexend"/>
                <a:cs typeface="Lexend"/>
                <a:sym typeface="Lexend"/>
              </a:endParaRPr>
            </a:p>
          </p:txBody>
        </p:sp>
      </p:grpSp>
      <p:pic>
        <p:nvPicPr>
          <p:cNvPr id="1471" name="Google Shape;1471;p117"/>
          <p:cNvPicPr preferRelativeResize="0"/>
          <p:nvPr/>
        </p:nvPicPr>
        <p:blipFill rotWithShape="1">
          <a:blip r:embed="rId4">
            <a:alphaModFix/>
          </a:blip>
          <a:srcRect b="0" l="0" r="0" t="0"/>
          <a:stretch/>
        </p:blipFill>
        <p:spPr>
          <a:xfrm>
            <a:off x="5618475" y="1433925"/>
            <a:ext cx="2943225" cy="2886075"/>
          </a:xfrm>
          <a:prstGeom prst="rect">
            <a:avLst/>
          </a:prstGeom>
          <a:noFill/>
          <a:ln>
            <a:noFill/>
          </a:ln>
        </p:spPr>
      </p:pic>
      <p:sp>
        <p:nvSpPr>
          <p:cNvPr id="1472" name="Google Shape;1472;p117"/>
          <p:cNvSpPr/>
          <p:nvPr/>
        </p:nvSpPr>
        <p:spPr>
          <a:xfrm flipH="1">
            <a:off x="6515024" y="3163323"/>
            <a:ext cx="292200" cy="292200"/>
          </a:xfrm>
          <a:prstGeom prst="mathMultiply">
            <a:avLst>
              <a:gd fmla="val 9754"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3" name="Google Shape;1473;p117"/>
          <p:cNvSpPr txBox="1"/>
          <p:nvPr>
            <p:ph idx="1" type="body"/>
          </p:nvPr>
        </p:nvSpPr>
        <p:spPr>
          <a:xfrm>
            <a:off x="6422152" y="2919916"/>
            <a:ext cx="292200" cy="328500"/>
          </a:xfrm>
          <a:prstGeom prst="rect">
            <a:avLst/>
          </a:prstGeom>
          <a:noFill/>
          <a:ln>
            <a:noFill/>
          </a:ln>
        </p:spPr>
        <p:txBody>
          <a:bodyPr anchorCtr="0" anchor="t" bIns="0" lIns="0" spcFirstLastPara="1" rIns="0" wrap="square" tIns="0">
            <a:noAutofit/>
          </a:bodyPr>
          <a:lstStyle/>
          <a:p>
            <a:pPr indent="0" lvl="0" marL="0" rtl="0" algn="ctr">
              <a:lnSpc>
                <a:spcPct val="115000"/>
              </a:lnSpc>
              <a:spcBef>
                <a:spcPts val="0"/>
              </a:spcBef>
              <a:spcAft>
                <a:spcPts val="1000"/>
              </a:spcAft>
              <a:buSzPts val="2200"/>
              <a:buNone/>
            </a:pPr>
            <a:r>
              <a:rPr lang="en-GB"/>
              <a:t>A</a:t>
            </a:r>
            <a:endParaRPr/>
          </a:p>
        </p:txBody>
      </p:sp>
      <p:grpSp>
        <p:nvGrpSpPr>
          <p:cNvPr id="1474" name="Google Shape;1474;p117"/>
          <p:cNvGrpSpPr/>
          <p:nvPr/>
        </p:nvGrpSpPr>
        <p:grpSpPr>
          <a:xfrm>
            <a:off x="324002" y="2977520"/>
            <a:ext cx="328498" cy="328498"/>
            <a:chOff x="1020916" y="1442088"/>
            <a:chExt cx="457200" cy="457200"/>
          </a:xfrm>
        </p:grpSpPr>
        <p:pic>
          <p:nvPicPr>
            <p:cNvPr id="1475" name="Google Shape;1475;p117"/>
            <p:cNvPicPr preferRelativeResize="0"/>
            <p:nvPr/>
          </p:nvPicPr>
          <p:blipFill rotWithShape="1">
            <a:blip r:embed="rId3">
              <a:alphaModFix/>
            </a:blip>
            <a:srcRect b="0" l="0" r="0" t="0"/>
            <a:stretch/>
          </p:blipFill>
          <p:spPr>
            <a:xfrm>
              <a:off x="1020916" y="1442088"/>
              <a:ext cx="457200" cy="457200"/>
            </a:xfrm>
            <a:prstGeom prst="rect">
              <a:avLst/>
            </a:prstGeom>
            <a:noFill/>
            <a:ln>
              <a:noFill/>
            </a:ln>
          </p:spPr>
        </p:pic>
        <p:sp>
          <p:nvSpPr>
            <p:cNvPr id="1476" name="Google Shape;1476;p11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GB" sz="1800" u="none" cap="none" strike="noStrike">
                  <a:solidFill>
                    <a:srgbClr val="FFFFFF"/>
                  </a:solidFill>
                  <a:latin typeface="Lexend"/>
                  <a:ea typeface="Lexend"/>
                  <a:cs typeface="Lexend"/>
                  <a:sym typeface="Lexend"/>
                </a:rPr>
                <a:t>c</a:t>
              </a:r>
              <a:endParaRPr b="1" i="0" sz="1800" u="none" cap="none" strike="noStrike">
                <a:solidFill>
                  <a:srgbClr val="FFFFFF"/>
                </a:solidFill>
                <a:latin typeface="Lexend"/>
                <a:ea typeface="Lexend"/>
                <a:cs typeface="Lexend"/>
                <a:sym typeface="Lexend"/>
              </a:endParaRPr>
            </a:p>
          </p:txBody>
        </p:sp>
      </p:grpSp>
      <p:grpSp>
        <p:nvGrpSpPr>
          <p:cNvPr id="1477" name="Google Shape;1477;p117"/>
          <p:cNvGrpSpPr/>
          <p:nvPr/>
        </p:nvGrpSpPr>
        <p:grpSpPr>
          <a:xfrm>
            <a:off x="324002" y="3600770"/>
            <a:ext cx="328498" cy="328498"/>
            <a:chOff x="1020916" y="1442088"/>
            <a:chExt cx="457200" cy="457200"/>
          </a:xfrm>
        </p:grpSpPr>
        <p:pic>
          <p:nvPicPr>
            <p:cNvPr id="1478" name="Google Shape;1478;p117"/>
            <p:cNvPicPr preferRelativeResize="0"/>
            <p:nvPr/>
          </p:nvPicPr>
          <p:blipFill rotWithShape="1">
            <a:blip r:embed="rId3">
              <a:alphaModFix/>
            </a:blip>
            <a:srcRect b="0" l="0" r="0" t="0"/>
            <a:stretch/>
          </p:blipFill>
          <p:spPr>
            <a:xfrm>
              <a:off x="1020916" y="1442088"/>
              <a:ext cx="457200" cy="457200"/>
            </a:xfrm>
            <a:prstGeom prst="rect">
              <a:avLst/>
            </a:prstGeom>
            <a:noFill/>
            <a:ln>
              <a:noFill/>
            </a:ln>
          </p:spPr>
        </p:pic>
        <p:sp>
          <p:nvSpPr>
            <p:cNvPr id="1479" name="Google Shape;1479;p11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GB" sz="1800" u="none" cap="none" strike="noStrike">
                  <a:solidFill>
                    <a:srgbClr val="FFFFFF"/>
                  </a:solidFill>
                  <a:latin typeface="Lexend"/>
                  <a:ea typeface="Lexend"/>
                  <a:cs typeface="Lexend"/>
                  <a:sym typeface="Lexend"/>
                </a:rPr>
                <a:t>d</a:t>
              </a:r>
              <a:endParaRPr b="1" i="0" sz="1800" u="none" cap="none" strike="noStrike">
                <a:solidFill>
                  <a:srgbClr val="FFFFFF"/>
                </a:solidFill>
                <a:latin typeface="Lexend"/>
                <a:ea typeface="Lexend"/>
                <a:cs typeface="Lexend"/>
                <a:sym typeface="Lexend"/>
              </a:endParaRPr>
            </a:p>
          </p:txBody>
        </p:sp>
      </p:grpSp>
      <p:sp>
        <p:nvSpPr>
          <p:cNvPr id="1480" name="Google Shape;1480;p117"/>
          <p:cNvSpPr txBox="1"/>
          <p:nvPr>
            <p:ph idx="1" type="body"/>
          </p:nvPr>
        </p:nvSpPr>
        <p:spPr>
          <a:xfrm>
            <a:off x="728700" y="1731025"/>
            <a:ext cx="3862500" cy="3285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GB" sz="2000"/>
              <a:t>1 and a half diagonal squares</a:t>
            </a:r>
            <a:endParaRPr sz="2000"/>
          </a:p>
          <a:p>
            <a:pPr indent="0" lvl="0" marL="0" rtl="0" algn="l">
              <a:lnSpc>
                <a:spcPct val="115000"/>
              </a:lnSpc>
              <a:spcBef>
                <a:spcPts val="1000"/>
              </a:spcBef>
              <a:spcAft>
                <a:spcPts val="1000"/>
              </a:spcAft>
              <a:buSzPts val="2200"/>
              <a:buNone/>
            </a:pPr>
            <a:r>
              <a:t/>
            </a:r>
            <a:endParaRPr sz="2000"/>
          </a:p>
        </p:txBody>
      </p:sp>
      <p:sp>
        <p:nvSpPr>
          <p:cNvPr id="1481" name="Google Shape;1481;p117"/>
          <p:cNvSpPr txBox="1"/>
          <p:nvPr>
            <p:ph idx="1" type="body"/>
          </p:nvPr>
        </p:nvSpPr>
        <p:spPr>
          <a:xfrm>
            <a:off x="728700" y="2354275"/>
            <a:ext cx="2640900" cy="3285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SzPts val="2200"/>
              <a:buNone/>
            </a:pPr>
            <a:r>
              <a:rPr lang="en-GB" sz="2000"/>
              <a:t>2 diagonal squares</a:t>
            </a:r>
            <a:endParaRPr sz="2000"/>
          </a:p>
        </p:txBody>
      </p:sp>
      <p:sp>
        <p:nvSpPr>
          <p:cNvPr id="1482" name="Google Shape;1482;p117"/>
          <p:cNvSpPr txBox="1"/>
          <p:nvPr>
            <p:ph idx="1" type="body"/>
          </p:nvPr>
        </p:nvSpPr>
        <p:spPr>
          <a:xfrm>
            <a:off x="728700" y="2977525"/>
            <a:ext cx="3908400" cy="3285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SzPts val="2200"/>
              <a:buNone/>
            </a:pPr>
            <a:r>
              <a:rPr lang="en-GB" sz="2000"/>
              <a:t>2 and a half diagonal squares</a:t>
            </a:r>
            <a:endParaRPr sz="2000"/>
          </a:p>
        </p:txBody>
      </p:sp>
      <p:sp>
        <p:nvSpPr>
          <p:cNvPr id="1483" name="Google Shape;1483;p117"/>
          <p:cNvSpPr txBox="1"/>
          <p:nvPr>
            <p:ph idx="1" type="body"/>
          </p:nvPr>
        </p:nvSpPr>
        <p:spPr>
          <a:xfrm>
            <a:off x="728700" y="3600775"/>
            <a:ext cx="3908400" cy="3285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SzPts val="2200"/>
              <a:buNone/>
            </a:pPr>
            <a:r>
              <a:rPr lang="en-GB" sz="2000"/>
              <a:t>3 and a half diagonal squares</a:t>
            </a:r>
            <a:endParaRPr sz="2000"/>
          </a:p>
        </p:txBody>
      </p:sp>
      <p:pic>
        <p:nvPicPr>
          <p:cNvPr id="1484" name="Google Shape;1484;p117"/>
          <p:cNvPicPr preferRelativeResize="0"/>
          <p:nvPr/>
        </p:nvPicPr>
        <p:blipFill rotWithShape="1">
          <a:blip r:embed="rId5">
            <a:alphaModFix/>
          </a:blip>
          <a:srcRect b="0" l="0" r="0" t="0"/>
          <a:stretch/>
        </p:blipFill>
        <p:spPr>
          <a:xfrm>
            <a:off x="4428008" y="2874625"/>
            <a:ext cx="396000" cy="419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8" name="Shape 1488"/>
        <p:cNvGrpSpPr/>
        <p:nvPr/>
      </p:nvGrpSpPr>
      <p:grpSpPr>
        <a:xfrm>
          <a:off x="0" y="0"/>
          <a:ext cx="0" cy="0"/>
          <a:chOff x="0" y="0"/>
          <a:chExt cx="0" cy="0"/>
        </a:xfrm>
      </p:grpSpPr>
      <p:pic>
        <p:nvPicPr>
          <p:cNvPr id="1489" name="Google Shape;1489;p118"/>
          <p:cNvPicPr preferRelativeResize="0"/>
          <p:nvPr/>
        </p:nvPicPr>
        <p:blipFill rotWithShape="1">
          <a:blip r:embed="rId3">
            <a:alphaModFix/>
          </a:blip>
          <a:srcRect b="0" l="0" r="0" t="0"/>
          <a:stretch/>
        </p:blipFill>
        <p:spPr>
          <a:xfrm>
            <a:off x="4445958" y="1248950"/>
            <a:ext cx="3892968" cy="3571450"/>
          </a:xfrm>
          <a:prstGeom prst="rect">
            <a:avLst/>
          </a:prstGeom>
          <a:noFill/>
          <a:ln>
            <a:noFill/>
          </a:ln>
        </p:spPr>
      </p:pic>
      <p:sp>
        <p:nvSpPr>
          <p:cNvPr id="1490" name="Google Shape;1490;p118"/>
          <p:cNvSpPr txBox="1"/>
          <p:nvPr>
            <p:ph idx="1" type="body"/>
          </p:nvPr>
        </p:nvSpPr>
        <p:spPr>
          <a:xfrm>
            <a:off x="324000" y="759300"/>
            <a:ext cx="8237700" cy="690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SzPts val="2200"/>
              <a:buNone/>
            </a:pPr>
            <a:r>
              <a:rPr lang="en-GB" sz="2000"/>
              <a:t>Which of these is the correct location of the reflected image of vertex A?</a:t>
            </a:r>
            <a:endParaRPr sz="2000"/>
          </a:p>
        </p:txBody>
      </p:sp>
      <p:sp>
        <p:nvSpPr>
          <p:cNvPr id="1491" name="Google Shape;1491;p118"/>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2000"/>
              <a:buNone/>
            </a:pPr>
            <a:r>
              <a:rPr lang="en-GB"/>
              <a:t>Counting squares to reflect objects</a:t>
            </a:r>
            <a:endParaRPr/>
          </a:p>
        </p:txBody>
      </p:sp>
      <p:sp>
        <p:nvSpPr>
          <p:cNvPr id="1492" name="Google Shape;1492;p118"/>
          <p:cNvSpPr/>
          <p:nvPr/>
        </p:nvSpPr>
        <p:spPr>
          <a:xfrm flipH="1">
            <a:off x="5265099" y="3728677"/>
            <a:ext cx="292200" cy="292200"/>
          </a:xfrm>
          <a:prstGeom prst="mathMultiply">
            <a:avLst>
              <a:gd fmla="val 9754"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3" name="Google Shape;1493;p118"/>
          <p:cNvSpPr txBox="1"/>
          <p:nvPr>
            <p:ph idx="1" type="body"/>
          </p:nvPr>
        </p:nvSpPr>
        <p:spPr>
          <a:xfrm>
            <a:off x="5172226" y="3485270"/>
            <a:ext cx="292200" cy="328500"/>
          </a:xfrm>
          <a:prstGeom prst="rect">
            <a:avLst/>
          </a:prstGeom>
          <a:noFill/>
          <a:ln>
            <a:noFill/>
          </a:ln>
        </p:spPr>
        <p:txBody>
          <a:bodyPr anchorCtr="0" anchor="t" bIns="0" lIns="0" spcFirstLastPara="1" rIns="0" wrap="square" tIns="0">
            <a:noAutofit/>
          </a:bodyPr>
          <a:lstStyle/>
          <a:p>
            <a:pPr indent="0" lvl="0" marL="0" rtl="0" algn="ctr">
              <a:lnSpc>
                <a:spcPct val="115000"/>
              </a:lnSpc>
              <a:spcBef>
                <a:spcPts val="0"/>
              </a:spcBef>
              <a:spcAft>
                <a:spcPts val="1000"/>
              </a:spcAft>
              <a:buSzPts val="2200"/>
              <a:buNone/>
            </a:pPr>
            <a:r>
              <a:rPr lang="en-GB"/>
              <a:t>A</a:t>
            </a:r>
            <a:endParaRPr/>
          </a:p>
        </p:txBody>
      </p:sp>
      <p:pic>
        <p:nvPicPr>
          <p:cNvPr id="1494" name="Google Shape;1494;p118"/>
          <p:cNvPicPr preferRelativeResize="0"/>
          <p:nvPr/>
        </p:nvPicPr>
        <p:blipFill rotWithShape="1">
          <a:blip r:embed="rId4">
            <a:alphaModFix/>
          </a:blip>
          <a:srcRect b="0" l="0" r="0" t="0"/>
          <a:stretch/>
        </p:blipFill>
        <p:spPr>
          <a:xfrm>
            <a:off x="7425458" y="1484363"/>
            <a:ext cx="396000" cy="419100"/>
          </a:xfrm>
          <a:prstGeom prst="rect">
            <a:avLst/>
          </a:prstGeom>
          <a:noFill/>
          <a:ln>
            <a:noFill/>
          </a:ln>
        </p:spPr>
      </p:pic>
      <p:grpSp>
        <p:nvGrpSpPr>
          <p:cNvPr id="1495" name="Google Shape;1495;p118"/>
          <p:cNvGrpSpPr/>
          <p:nvPr/>
        </p:nvGrpSpPr>
        <p:grpSpPr>
          <a:xfrm>
            <a:off x="6194477" y="1504795"/>
            <a:ext cx="328498" cy="328498"/>
            <a:chOff x="1020916" y="1442088"/>
            <a:chExt cx="457200" cy="457200"/>
          </a:xfrm>
        </p:grpSpPr>
        <p:pic>
          <p:nvPicPr>
            <p:cNvPr id="1496" name="Google Shape;1496;p118"/>
            <p:cNvPicPr preferRelativeResize="0"/>
            <p:nvPr/>
          </p:nvPicPr>
          <p:blipFill rotWithShape="1">
            <a:blip r:embed="rId5">
              <a:alphaModFix/>
            </a:blip>
            <a:srcRect b="0" l="0" r="0" t="0"/>
            <a:stretch/>
          </p:blipFill>
          <p:spPr>
            <a:xfrm>
              <a:off x="1020916" y="1442088"/>
              <a:ext cx="457200" cy="457200"/>
            </a:xfrm>
            <a:prstGeom prst="rect">
              <a:avLst/>
            </a:prstGeom>
            <a:noFill/>
            <a:ln>
              <a:noFill/>
            </a:ln>
          </p:spPr>
        </p:pic>
        <p:sp>
          <p:nvSpPr>
            <p:cNvPr id="1497" name="Google Shape;1497;p11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GB" sz="1800" u="none" cap="none" strike="noStrike">
                  <a:solidFill>
                    <a:srgbClr val="FFFFFF"/>
                  </a:solidFill>
                  <a:latin typeface="Lexend"/>
                  <a:ea typeface="Lexend"/>
                  <a:cs typeface="Lexend"/>
                  <a:sym typeface="Lexend"/>
                </a:rPr>
                <a:t>a</a:t>
              </a:r>
              <a:endParaRPr b="1" i="0" sz="1800" u="none" cap="none" strike="noStrike">
                <a:solidFill>
                  <a:srgbClr val="FFFFFF"/>
                </a:solidFill>
                <a:latin typeface="Lexend"/>
                <a:ea typeface="Lexend"/>
                <a:cs typeface="Lexend"/>
                <a:sym typeface="Lexend"/>
              </a:endParaRPr>
            </a:p>
          </p:txBody>
        </p:sp>
      </p:grpSp>
      <p:grpSp>
        <p:nvGrpSpPr>
          <p:cNvPr id="1498" name="Google Shape;1498;p118"/>
          <p:cNvGrpSpPr/>
          <p:nvPr/>
        </p:nvGrpSpPr>
        <p:grpSpPr>
          <a:xfrm>
            <a:off x="7077852" y="1897570"/>
            <a:ext cx="328498" cy="328498"/>
            <a:chOff x="1020916" y="1442088"/>
            <a:chExt cx="457200" cy="457200"/>
          </a:xfrm>
        </p:grpSpPr>
        <p:pic>
          <p:nvPicPr>
            <p:cNvPr id="1499" name="Google Shape;1499;p118"/>
            <p:cNvPicPr preferRelativeResize="0"/>
            <p:nvPr/>
          </p:nvPicPr>
          <p:blipFill rotWithShape="1">
            <a:blip r:embed="rId5">
              <a:alphaModFix/>
            </a:blip>
            <a:srcRect b="0" l="0" r="0" t="0"/>
            <a:stretch/>
          </p:blipFill>
          <p:spPr>
            <a:xfrm>
              <a:off x="1020916" y="1442088"/>
              <a:ext cx="457200" cy="457200"/>
            </a:xfrm>
            <a:prstGeom prst="rect">
              <a:avLst/>
            </a:prstGeom>
            <a:noFill/>
            <a:ln>
              <a:noFill/>
            </a:ln>
          </p:spPr>
        </p:pic>
        <p:sp>
          <p:nvSpPr>
            <p:cNvPr id="1500" name="Google Shape;1500;p11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GB" sz="1800" u="none" cap="none" strike="noStrike">
                  <a:solidFill>
                    <a:srgbClr val="FFFFFF"/>
                  </a:solidFill>
                  <a:latin typeface="Lexend"/>
                  <a:ea typeface="Lexend"/>
                  <a:cs typeface="Lexend"/>
                  <a:sym typeface="Lexend"/>
                </a:rPr>
                <a:t>b</a:t>
              </a:r>
              <a:endParaRPr b="1" i="0" sz="1800" u="none" cap="none" strike="noStrike">
                <a:solidFill>
                  <a:srgbClr val="FFFFFF"/>
                </a:solidFill>
                <a:latin typeface="Lexend"/>
                <a:ea typeface="Lexend"/>
                <a:cs typeface="Lexend"/>
                <a:sym typeface="Lexend"/>
              </a:endParaRPr>
            </a:p>
          </p:txBody>
        </p:sp>
      </p:grpSp>
      <p:grpSp>
        <p:nvGrpSpPr>
          <p:cNvPr id="1501" name="Google Shape;1501;p118"/>
          <p:cNvGrpSpPr/>
          <p:nvPr/>
        </p:nvGrpSpPr>
        <p:grpSpPr>
          <a:xfrm>
            <a:off x="7459202" y="2774320"/>
            <a:ext cx="328498" cy="328498"/>
            <a:chOff x="1020916" y="1442088"/>
            <a:chExt cx="457200" cy="457200"/>
          </a:xfrm>
        </p:grpSpPr>
        <p:pic>
          <p:nvPicPr>
            <p:cNvPr id="1502" name="Google Shape;1502;p118"/>
            <p:cNvPicPr preferRelativeResize="0"/>
            <p:nvPr/>
          </p:nvPicPr>
          <p:blipFill rotWithShape="1">
            <a:blip r:embed="rId5">
              <a:alphaModFix/>
            </a:blip>
            <a:srcRect b="0" l="0" r="0" t="0"/>
            <a:stretch/>
          </p:blipFill>
          <p:spPr>
            <a:xfrm>
              <a:off x="1020916" y="1442088"/>
              <a:ext cx="457200" cy="457200"/>
            </a:xfrm>
            <a:prstGeom prst="rect">
              <a:avLst/>
            </a:prstGeom>
            <a:noFill/>
            <a:ln>
              <a:noFill/>
            </a:ln>
          </p:spPr>
        </p:pic>
        <p:sp>
          <p:nvSpPr>
            <p:cNvPr id="1503" name="Google Shape;1503;p11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GB" sz="1800" u="none" cap="none" strike="noStrike">
                  <a:solidFill>
                    <a:srgbClr val="FFFFFF"/>
                  </a:solidFill>
                  <a:latin typeface="Lexend"/>
                  <a:ea typeface="Lexend"/>
                  <a:cs typeface="Lexend"/>
                  <a:sym typeface="Lexend"/>
                </a:rPr>
                <a:t>c</a:t>
              </a:r>
              <a:endParaRPr b="1" i="0" sz="1800" u="none" cap="none" strike="noStrike">
                <a:solidFill>
                  <a:srgbClr val="FFFFFF"/>
                </a:solidFill>
                <a:latin typeface="Lexend"/>
                <a:ea typeface="Lexend"/>
                <a:cs typeface="Lexend"/>
                <a:sym typeface="Lexend"/>
              </a:endParaRPr>
            </a:p>
          </p:txBody>
        </p:sp>
      </p:grpSp>
      <p:grpSp>
        <p:nvGrpSpPr>
          <p:cNvPr id="1504" name="Google Shape;1504;p118"/>
          <p:cNvGrpSpPr/>
          <p:nvPr/>
        </p:nvGrpSpPr>
        <p:grpSpPr>
          <a:xfrm>
            <a:off x="6647702" y="2774320"/>
            <a:ext cx="328498" cy="328498"/>
            <a:chOff x="1020916" y="1442088"/>
            <a:chExt cx="457200" cy="457200"/>
          </a:xfrm>
        </p:grpSpPr>
        <p:pic>
          <p:nvPicPr>
            <p:cNvPr id="1505" name="Google Shape;1505;p118"/>
            <p:cNvPicPr preferRelativeResize="0"/>
            <p:nvPr/>
          </p:nvPicPr>
          <p:blipFill rotWithShape="1">
            <a:blip r:embed="rId5">
              <a:alphaModFix/>
            </a:blip>
            <a:srcRect b="0" l="0" r="0" t="0"/>
            <a:stretch/>
          </p:blipFill>
          <p:spPr>
            <a:xfrm>
              <a:off x="1020916" y="1442088"/>
              <a:ext cx="457200" cy="457200"/>
            </a:xfrm>
            <a:prstGeom prst="rect">
              <a:avLst/>
            </a:prstGeom>
            <a:noFill/>
            <a:ln>
              <a:noFill/>
            </a:ln>
          </p:spPr>
        </p:pic>
        <p:sp>
          <p:nvSpPr>
            <p:cNvPr id="1506" name="Google Shape;1506;p11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GB" sz="1800" u="none" cap="none" strike="noStrike">
                  <a:solidFill>
                    <a:srgbClr val="FFFFFF"/>
                  </a:solidFill>
                  <a:latin typeface="Lexend"/>
                  <a:ea typeface="Lexend"/>
                  <a:cs typeface="Lexend"/>
                  <a:sym typeface="Lexend"/>
                </a:rPr>
                <a:t>d</a:t>
              </a:r>
              <a:endParaRPr b="1" i="0" sz="1800" u="none" cap="none" strike="noStrike">
                <a:solidFill>
                  <a:srgbClr val="FFFFFF"/>
                </a:solidFill>
                <a:latin typeface="Lexend"/>
                <a:ea typeface="Lexend"/>
                <a:cs typeface="Lexend"/>
                <a:sym typeface="Lexend"/>
              </a:endParaRPr>
            </a:p>
          </p:txBody>
        </p:sp>
      </p:grpSp>
      <p:sp>
        <p:nvSpPr>
          <p:cNvPr id="1507" name="Google Shape;1507;p118"/>
          <p:cNvSpPr/>
          <p:nvPr/>
        </p:nvSpPr>
        <p:spPr>
          <a:xfrm flipH="1">
            <a:off x="6844671" y="2150258"/>
            <a:ext cx="292200" cy="292200"/>
          </a:xfrm>
          <a:prstGeom prst="mathMultiply">
            <a:avLst>
              <a:gd fmla="val 9754"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8" name="Google Shape;1508;p118"/>
          <p:cNvSpPr/>
          <p:nvPr/>
        </p:nvSpPr>
        <p:spPr>
          <a:xfrm flipH="1">
            <a:off x="7246618" y="2533880"/>
            <a:ext cx="292200" cy="292200"/>
          </a:xfrm>
          <a:prstGeom prst="mathMultiply">
            <a:avLst>
              <a:gd fmla="val 9754"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9" name="Google Shape;1509;p118"/>
          <p:cNvSpPr/>
          <p:nvPr/>
        </p:nvSpPr>
        <p:spPr>
          <a:xfrm flipH="1">
            <a:off x="6454879" y="1744602"/>
            <a:ext cx="292200" cy="292200"/>
          </a:xfrm>
          <a:prstGeom prst="mathMultiply">
            <a:avLst>
              <a:gd fmla="val 9754"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0" name="Google Shape;1510;p118"/>
          <p:cNvSpPr/>
          <p:nvPr/>
        </p:nvSpPr>
        <p:spPr>
          <a:xfrm flipH="1">
            <a:off x="6452449" y="2533877"/>
            <a:ext cx="292200" cy="292200"/>
          </a:xfrm>
          <a:prstGeom prst="mathMultiply">
            <a:avLst>
              <a:gd fmla="val 9754"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9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9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0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0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0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0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0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1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9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4" name="Shape 1514"/>
        <p:cNvGrpSpPr/>
        <p:nvPr/>
      </p:nvGrpSpPr>
      <p:grpSpPr>
        <a:xfrm>
          <a:off x="0" y="0"/>
          <a:ext cx="0" cy="0"/>
          <a:chOff x="0" y="0"/>
          <a:chExt cx="0" cy="0"/>
        </a:xfrm>
      </p:grpSpPr>
      <p:pic>
        <p:nvPicPr>
          <p:cNvPr id="1515" name="Google Shape;1515;p119"/>
          <p:cNvPicPr preferRelativeResize="0"/>
          <p:nvPr/>
        </p:nvPicPr>
        <p:blipFill rotWithShape="1">
          <a:blip r:embed="rId3">
            <a:alphaModFix/>
          </a:blip>
          <a:srcRect b="0" l="0" r="0" t="0"/>
          <a:stretch/>
        </p:blipFill>
        <p:spPr>
          <a:xfrm>
            <a:off x="4445958" y="1248950"/>
            <a:ext cx="3892968" cy="3571450"/>
          </a:xfrm>
          <a:prstGeom prst="rect">
            <a:avLst/>
          </a:prstGeom>
          <a:noFill/>
          <a:ln>
            <a:noFill/>
          </a:ln>
        </p:spPr>
      </p:pic>
      <p:sp>
        <p:nvSpPr>
          <p:cNvPr id="1516" name="Google Shape;1516;p119"/>
          <p:cNvSpPr txBox="1"/>
          <p:nvPr>
            <p:ph idx="1" type="body"/>
          </p:nvPr>
        </p:nvSpPr>
        <p:spPr>
          <a:xfrm>
            <a:off x="324000" y="759300"/>
            <a:ext cx="8237700" cy="690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SzPts val="2200"/>
              <a:buNone/>
            </a:pPr>
            <a:r>
              <a:rPr lang="en-GB" sz="2000"/>
              <a:t>Which of these is the correct location of the reflected image of vertex B?</a:t>
            </a:r>
            <a:endParaRPr sz="2000"/>
          </a:p>
        </p:txBody>
      </p:sp>
      <p:sp>
        <p:nvSpPr>
          <p:cNvPr id="1517" name="Google Shape;1517;p119"/>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2000"/>
              <a:buNone/>
            </a:pPr>
            <a:r>
              <a:rPr lang="en-GB"/>
              <a:t>Counting squares to reflect objects</a:t>
            </a:r>
            <a:endParaRPr/>
          </a:p>
        </p:txBody>
      </p:sp>
      <p:sp>
        <p:nvSpPr>
          <p:cNvPr id="1518" name="Google Shape;1518;p119"/>
          <p:cNvSpPr/>
          <p:nvPr/>
        </p:nvSpPr>
        <p:spPr>
          <a:xfrm flipH="1">
            <a:off x="5265099" y="4125163"/>
            <a:ext cx="292200" cy="292200"/>
          </a:xfrm>
          <a:prstGeom prst="mathMultiply">
            <a:avLst>
              <a:gd fmla="val 9754"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9" name="Google Shape;1519;p119"/>
          <p:cNvSpPr txBox="1"/>
          <p:nvPr>
            <p:ph idx="1" type="body"/>
          </p:nvPr>
        </p:nvSpPr>
        <p:spPr>
          <a:xfrm>
            <a:off x="5387950" y="4301724"/>
            <a:ext cx="292200" cy="328500"/>
          </a:xfrm>
          <a:prstGeom prst="rect">
            <a:avLst/>
          </a:prstGeom>
          <a:noFill/>
          <a:ln>
            <a:noFill/>
          </a:ln>
        </p:spPr>
        <p:txBody>
          <a:bodyPr anchorCtr="0" anchor="t" bIns="0" lIns="0" spcFirstLastPara="1" rIns="0" wrap="square" tIns="0">
            <a:noAutofit/>
          </a:bodyPr>
          <a:lstStyle/>
          <a:p>
            <a:pPr indent="0" lvl="0" marL="0" rtl="0" algn="ctr">
              <a:lnSpc>
                <a:spcPct val="115000"/>
              </a:lnSpc>
              <a:spcBef>
                <a:spcPts val="0"/>
              </a:spcBef>
              <a:spcAft>
                <a:spcPts val="1000"/>
              </a:spcAft>
              <a:buSzPts val="2200"/>
              <a:buNone/>
            </a:pPr>
            <a:r>
              <a:rPr lang="en-GB"/>
              <a:t>B</a:t>
            </a:r>
            <a:endParaRPr/>
          </a:p>
        </p:txBody>
      </p:sp>
      <p:pic>
        <p:nvPicPr>
          <p:cNvPr id="1520" name="Google Shape;1520;p119"/>
          <p:cNvPicPr preferRelativeResize="0"/>
          <p:nvPr/>
        </p:nvPicPr>
        <p:blipFill rotWithShape="1">
          <a:blip r:embed="rId4">
            <a:alphaModFix/>
          </a:blip>
          <a:srcRect b="0" l="0" r="0" t="0"/>
          <a:stretch/>
        </p:blipFill>
        <p:spPr>
          <a:xfrm>
            <a:off x="7788673" y="2297428"/>
            <a:ext cx="396000" cy="419100"/>
          </a:xfrm>
          <a:prstGeom prst="rect">
            <a:avLst/>
          </a:prstGeom>
          <a:noFill/>
          <a:ln>
            <a:noFill/>
          </a:ln>
        </p:spPr>
      </p:pic>
      <p:grpSp>
        <p:nvGrpSpPr>
          <p:cNvPr id="1521" name="Google Shape;1521;p119"/>
          <p:cNvGrpSpPr/>
          <p:nvPr/>
        </p:nvGrpSpPr>
        <p:grpSpPr>
          <a:xfrm>
            <a:off x="6582212" y="1899195"/>
            <a:ext cx="328498" cy="328498"/>
            <a:chOff x="1020916" y="1442088"/>
            <a:chExt cx="457200" cy="457200"/>
          </a:xfrm>
        </p:grpSpPr>
        <p:pic>
          <p:nvPicPr>
            <p:cNvPr id="1522" name="Google Shape;1522;p119"/>
            <p:cNvPicPr preferRelativeResize="0"/>
            <p:nvPr/>
          </p:nvPicPr>
          <p:blipFill rotWithShape="1">
            <a:blip r:embed="rId5">
              <a:alphaModFix/>
            </a:blip>
            <a:srcRect b="0" l="0" r="0" t="0"/>
            <a:stretch/>
          </p:blipFill>
          <p:spPr>
            <a:xfrm>
              <a:off x="1020916" y="1442088"/>
              <a:ext cx="457200" cy="457200"/>
            </a:xfrm>
            <a:prstGeom prst="rect">
              <a:avLst/>
            </a:prstGeom>
            <a:noFill/>
            <a:ln>
              <a:noFill/>
            </a:ln>
          </p:spPr>
        </p:pic>
        <p:sp>
          <p:nvSpPr>
            <p:cNvPr id="1523" name="Google Shape;1523;p11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GB" sz="1800" u="none" cap="none" strike="noStrike">
                  <a:solidFill>
                    <a:srgbClr val="FFFFFF"/>
                  </a:solidFill>
                  <a:latin typeface="Lexend"/>
                  <a:ea typeface="Lexend"/>
                  <a:cs typeface="Lexend"/>
                  <a:sym typeface="Lexend"/>
                </a:rPr>
                <a:t>a</a:t>
              </a:r>
              <a:endParaRPr b="1" i="0" sz="1800" u="none" cap="none" strike="noStrike">
                <a:solidFill>
                  <a:srgbClr val="FFFFFF"/>
                </a:solidFill>
                <a:latin typeface="Lexend"/>
                <a:ea typeface="Lexend"/>
                <a:cs typeface="Lexend"/>
                <a:sym typeface="Lexend"/>
              </a:endParaRPr>
            </a:p>
          </p:txBody>
        </p:sp>
      </p:grpSp>
      <p:grpSp>
        <p:nvGrpSpPr>
          <p:cNvPr id="1524" name="Google Shape;1524;p119"/>
          <p:cNvGrpSpPr/>
          <p:nvPr/>
        </p:nvGrpSpPr>
        <p:grpSpPr>
          <a:xfrm>
            <a:off x="7874910" y="1501866"/>
            <a:ext cx="328498" cy="328498"/>
            <a:chOff x="1020916" y="1442088"/>
            <a:chExt cx="457200" cy="457200"/>
          </a:xfrm>
        </p:grpSpPr>
        <p:pic>
          <p:nvPicPr>
            <p:cNvPr id="1525" name="Google Shape;1525;p119"/>
            <p:cNvPicPr preferRelativeResize="0"/>
            <p:nvPr/>
          </p:nvPicPr>
          <p:blipFill rotWithShape="1">
            <a:blip r:embed="rId5">
              <a:alphaModFix/>
            </a:blip>
            <a:srcRect b="0" l="0" r="0" t="0"/>
            <a:stretch/>
          </p:blipFill>
          <p:spPr>
            <a:xfrm>
              <a:off x="1020916" y="1442088"/>
              <a:ext cx="457200" cy="457200"/>
            </a:xfrm>
            <a:prstGeom prst="rect">
              <a:avLst/>
            </a:prstGeom>
            <a:noFill/>
            <a:ln>
              <a:noFill/>
            </a:ln>
          </p:spPr>
        </p:pic>
        <p:sp>
          <p:nvSpPr>
            <p:cNvPr id="1526" name="Google Shape;1526;p11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GB" sz="1800" u="none" cap="none" strike="noStrike">
                  <a:solidFill>
                    <a:srgbClr val="FFFFFF"/>
                  </a:solidFill>
                  <a:latin typeface="Lexend"/>
                  <a:ea typeface="Lexend"/>
                  <a:cs typeface="Lexend"/>
                  <a:sym typeface="Lexend"/>
                </a:rPr>
                <a:t>b</a:t>
              </a:r>
              <a:endParaRPr b="1" i="0" sz="1800" u="none" cap="none" strike="noStrike">
                <a:solidFill>
                  <a:srgbClr val="FFFFFF"/>
                </a:solidFill>
                <a:latin typeface="Lexend"/>
                <a:ea typeface="Lexend"/>
                <a:cs typeface="Lexend"/>
                <a:sym typeface="Lexend"/>
              </a:endParaRPr>
            </a:p>
          </p:txBody>
        </p:sp>
      </p:grpSp>
      <p:grpSp>
        <p:nvGrpSpPr>
          <p:cNvPr id="1527" name="Google Shape;1527;p119"/>
          <p:cNvGrpSpPr/>
          <p:nvPr/>
        </p:nvGrpSpPr>
        <p:grpSpPr>
          <a:xfrm>
            <a:off x="7460167" y="2388036"/>
            <a:ext cx="328498" cy="328498"/>
            <a:chOff x="1020916" y="1442088"/>
            <a:chExt cx="457200" cy="457200"/>
          </a:xfrm>
        </p:grpSpPr>
        <p:pic>
          <p:nvPicPr>
            <p:cNvPr id="1528" name="Google Shape;1528;p119"/>
            <p:cNvPicPr preferRelativeResize="0"/>
            <p:nvPr/>
          </p:nvPicPr>
          <p:blipFill rotWithShape="1">
            <a:blip r:embed="rId5">
              <a:alphaModFix/>
            </a:blip>
            <a:srcRect b="0" l="0" r="0" t="0"/>
            <a:stretch/>
          </p:blipFill>
          <p:spPr>
            <a:xfrm>
              <a:off x="1020916" y="1442088"/>
              <a:ext cx="457200" cy="457200"/>
            </a:xfrm>
            <a:prstGeom prst="rect">
              <a:avLst/>
            </a:prstGeom>
            <a:noFill/>
            <a:ln>
              <a:noFill/>
            </a:ln>
          </p:spPr>
        </p:pic>
        <p:sp>
          <p:nvSpPr>
            <p:cNvPr id="1529" name="Google Shape;1529;p11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GB" sz="1800" u="none" cap="none" strike="noStrike">
                  <a:solidFill>
                    <a:srgbClr val="FFFFFF"/>
                  </a:solidFill>
                  <a:latin typeface="Lexend"/>
                  <a:ea typeface="Lexend"/>
                  <a:cs typeface="Lexend"/>
                  <a:sym typeface="Lexend"/>
                </a:rPr>
                <a:t>c</a:t>
              </a:r>
              <a:endParaRPr b="1" i="0" sz="1800" u="none" cap="none" strike="noStrike">
                <a:solidFill>
                  <a:srgbClr val="FFFFFF"/>
                </a:solidFill>
                <a:latin typeface="Lexend"/>
                <a:ea typeface="Lexend"/>
                <a:cs typeface="Lexend"/>
                <a:sym typeface="Lexend"/>
              </a:endParaRPr>
            </a:p>
          </p:txBody>
        </p:sp>
      </p:grpSp>
      <p:grpSp>
        <p:nvGrpSpPr>
          <p:cNvPr id="1530" name="Google Shape;1530;p119"/>
          <p:cNvGrpSpPr/>
          <p:nvPr/>
        </p:nvGrpSpPr>
        <p:grpSpPr>
          <a:xfrm>
            <a:off x="6690328" y="3138246"/>
            <a:ext cx="328498" cy="328498"/>
            <a:chOff x="1020916" y="1442088"/>
            <a:chExt cx="457200" cy="457200"/>
          </a:xfrm>
        </p:grpSpPr>
        <p:pic>
          <p:nvPicPr>
            <p:cNvPr id="1531" name="Google Shape;1531;p119"/>
            <p:cNvPicPr preferRelativeResize="0"/>
            <p:nvPr/>
          </p:nvPicPr>
          <p:blipFill rotWithShape="1">
            <a:blip r:embed="rId5">
              <a:alphaModFix/>
            </a:blip>
            <a:srcRect b="0" l="0" r="0" t="0"/>
            <a:stretch/>
          </p:blipFill>
          <p:spPr>
            <a:xfrm>
              <a:off x="1020916" y="1442088"/>
              <a:ext cx="457200" cy="457200"/>
            </a:xfrm>
            <a:prstGeom prst="rect">
              <a:avLst/>
            </a:prstGeom>
            <a:noFill/>
            <a:ln>
              <a:noFill/>
            </a:ln>
          </p:spPr>
        </p:pic>
        <p:sp>
          <p:nvSpPr>
            <p:cNvPr id="1532" name="Google Shape;1532;p11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GB" sz="1800" u="none" cap="none" strike="noStrike">
                  <a:solidFill>
                    <a:srgbClr val="FFFFFF"/>
                  </a:solidFill>
                  <a:latin typeface="Lexend"/>
                  <a:ea typeface="Lexend"/>
                  <a:cs typeface="Lexend"/>
                  <a:sym typeface="Lexend"/>
                </a:rPr>
                <a:t>d</a:t>
              </a:r>
              <a:endParaRPr b="1" i="0" sz="1800" u="none" cap="none" strike="noStrike">
                <a:solidFill>
                  <a:srgbClr val="FFFFFF"/>
                </a:solidFill>
                <a:latin typeface="Lexend"/>
                <a:ea typeface="Lexend"/>
                <a:cs typeface="Lexend"/>
                <a:sym typeface="Lexend"/>
              </a:endParaRPr>
            </a:p>
          </p:txBody>
        </p:sp>
      </p:grpSp>
      <p:sp>
        <p:nvSpPr>
          <p:cNvPr id="1533" name="Google Shape;1533;p119"/>
          <p:cNvSpPr/>
          <p:nvPr/>
        </p:nvSpPr>
        <p:spPr>
          <a:xfrm flipH="1">
            <a:off x="7641729" y="1754554"/>
            <a:ext cx="292200" cy="292200"/>
          </a:xfrm>
          <a:prstGeom prst="mathMultiply">
            <a:avLst>
              <a:gd fmla="val 9754"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4" name="Google Shape;1534;p119"/>
          <p:cNvSpPr/>
          <p:nvPr/>
        </p:nvSpPr>
        <p:spPr>
          <a:xfrm flipH="1">
            <a:off x="7247583" y="2147596"/>
            <a:ext cx="292200" cy="292200"/>
          </a:xfrm>
          <a:prstGeom prst="mathMultiply">
            <a:avLst>
              <a:gd fmla="val 9754"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5" name="Google Shape;1535;p119"/>
          <p:cNvSpPr/>
          <p:nvPr/>
        </p:nvSpPr>
        <p:spPr>
          <a:xfrm flipH="1">
            <a:off x="6842614" y="2139002"/>
            <a:ext cx="292200" cy="292200"/>
          </a:xfrm>
          <a:prstGeom prst="mathMultiply">
            <a:avLst>
              <a:gd fmla="val 9754"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6" name="Google Shape;1536;p119"/>
          <p:cNvSpPr/>
          <p:nvPr/>
        </p:nvSpPr>
        <p:spPr>
          <a:xfrm flipH="1">
            <a:off x="6448893" y="2926667"/>
            <a:ext cx="292200" cy="292200"/>
          </a:xfrm>
          <a:prstGeom prst="mathMultiply">
            <a:avLst>
              <a:gd fmla="val 9754"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2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2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3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3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3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3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0" name="Shape 1540"/>
        <p:cNvGrpSpPr/>
        <p:nvPr/>
      </p:nvGrpSpPr>
      <p:grpSpPr>
        <a:xfrm>
          <a:off x="0" y="0"/>
          <a:ext cx="0" cy="0"/>
          <a:chOff x="0" y="0"/>
          <a:chExt cx="0" cy="0"/>
        </a:xfrm>
      </p:grpSpPr>
      <p:sp>
        <p:nvSpPr>
          <p:cNvPr id="1541" name="Google Shape;1541;p120"/>
          <p:cNvSpPr txBox="1"/>
          <p:nvPr>
            <p:ph idx="2" type="subTitle"/>
          </p:nvPr>
        </p:nvSpPr>
        <p:spPr>
          <a:xfrm>
            <a:off x="1570025" y="134975"/>
            <a:ext cx="6855300" cy="3372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SzPts val="2000"/>
              <a:buNone/>
            </a:pPr>
            <a:r>
              <a:rPr lang="en-GB"/>
              <a:t>Counting squares to reflect objects diagonally</a:t>
            </a:r>
            <a:endParaRPr/>
          </a:p>
        </p:txBody>
      </p:sp>
      <p:pic>
        <p:nvPicPr>
          <p:cNvPr id="1542" name="Google Shape;1542;p120"/>
          <p:cNvPicPr preferRelativeResize="0"/>
          <p:nvPr/>
        </p:nvPicPr>
        <p:blipFill rotWithShape="1">
          <a:blip r:embed="rId3">
            <a:alphaModFix/>
          </a:blip>
          <a:srcRect b="0" l="0" r="0" t="0"/>
          <a:stretch/>
        </p:blipFill>
        <p:spPr>
          <a:xfrm>
            <a:off x="1025413" y="1286675"/>
            <a:ext cx="7093175" cy="3533725"/>
          </a:xfrm>
          <a:prstGeom prst="rect">
            <a:avLst/>
          </a:prstGeom>
          <a:noFill/>
          <a:ln>
            <a:noFill/>
          </a:ln>
        </p:spPr>
      </p:pic>
      <p:sp>
        <p:nvSpPr>
          <p:cNvPr id="1543" name="Google Shape;1543;p120"/>
          <p:cNvSpPr txBox="1"/>
          <p:nvPr>
            <p:ph idx="1" type="body"/>
          </p:nvPr>
        </p:nvSpPr>
        <p:spPr>
          <a:xfrm>
            <a:off x="324000" y="683100"/>
            <a:ext cx="8496000" cy="337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SzPts val="2200"/>
              <a:buNone/>
            </a:pPr>
            <a:r>
              <a:rPr lang="en-GB" sz="1800"/>
              <a:t>1) Reflect each of these objects in the line of reflection closest to it.                                     Do not use tracing paper.</a:t>
            </a:r>
            <a:endParaRPr sz="1800"/>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7" name="Shape 1547"/>
        <p:cNvGrpSpPr/>
        <p:nvPr/>
      </p:nvGrpSpPr>
      <p:grpSpPr>
        <a:xfrm>
          <a:off x="0" y="0"/>
          <a:ext cx="0" cy="0"/>
          <a:chOff x="0" y="0"/>
          <a:chExt cx="0" cy="0"/>
        </a:xfrm>
      </p:grpSpPr>
      <p:pic>
        <p:nvPicPr>
          <p:cNvPr id="1548" name="Google Shape;1548;p121"/>
          <p:cNvPicPr preferRelativeResize="0"/>
          <p:nvPr/>
        </p:nvPicPr>
        <p:blipFill rotWithShape="1">
          <a:blip r:embed="rId3">
            <a:alphaModFix/>
          </a:blip>
          <a:srcRect b="1351" l="0" r="0" t="0"/>
          <a:stretch/>
        </p:blipFill>
        <p:spPr>
          <a:xfrm>
            <a:off x="1046600" y="1297325"/>
            <a:ext cx="7003675" cy="3523075"/>
          </a:xfrm>
          <a:prstGeom prst="rect">
            <a:avLst/>
          </a:prstGeom>
          <a:noFill/>
          <a:ln>
            <a:noFill/>
          </a:ln>
        </p:spPr>
      </p:pic>
      <p:sp>
        <p:nvSpPr>
          <p:cNvPr id="1549" name="Google Shape;1549;p121"/>
          <p:cNvSpPr txBox="1"/>
          <p:nvPr>
            <p:ph idx="2" type="subTitle"/>
          </p:nvPr>
        </p:nvSpPr>
        <p:spPr>
          <a:xfrm>
            <a:off x="1570025" y="134975"/>
            <a:ext cx="6855300" cy="3372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SzPts val="2000"/>
              <a:buNone/>
            </a:pPr>
            <a:r>
              <a:rPr lang="en-GB"/>
              <a:t>Counting squares to reflect objects diagonally</a:t>
            </a:r>
            <a:endParaRPr/>
          </a:p>
        </p:txBody>
      </p:sp>
      <p:sp>
        <p:nvSpPr>
          <p:cNvPr id="1550" name="Google Shape;1550;p121"/>
          <p:cNvSpPr txBox="1"/>
          <p:nvPr>
            <p:ph idx="1" type="body"/>
          </p:nvPr>
        </p:nvSpPr>
        <p:spPr>
          <a:xfrm>
            <a:off x="324000" y="683100"/>
            <a:ext cx="8496000" cy="337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SzPts val="2200"/>
              <a:buNone/>
            </a:pPr>
            <a:r>
              <a:rPr lang="en-GB" sz="1800"/>
              <a:t>1) Reflect each of these objects in the line of reflection closest to it.                                     Do not use tracing paper.</a:t>
            </a:r>
            <a:endParaRPr sz="1800"/>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4" name="Shape 1554"/>
        <p:cNvGrpSpPr/>
        <p:nvPr/>
      </p:nvGrpSpPr>
      <p:grpSpPr>
        <a:xfrm>
          <a:off x="0" y="0"/>
          <a:ext cx="0" cy="0"/>
          <a:chOff x="0" y="0"/>
          <a:chExt cx="0" cy="0"/>
        </a:xfrm>
      </p:grpSpPr>
      <p:sp>
        <p:nvSpPr>
          <p:cNvPr id="1555" name="Google Shape;1555;p122"/>
          <p:cNvSpPr txBox="1"/>
          <p:nvPr>
            <p:ph idx="1" type="body"/>
          </p:nvPr>
        </p:nvSpPr>
        <p:spPr>
          <a:xfrm>
            <a:off x="324000" y="839225"/>
            <a:ext cx="8496000" cy="3905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GB"/>
              <a:t>Tracing paper can be used to help reflect objects.</a:t>
            </a:r>
            <a:endParaRPr/>
          </a:p>
          <a:p>
            <a:pPr indent="0" lvl="0" marL="0" rtl="0" algn="l">
              <a:lnSpc>
                <a:spcPct val="115000"/>
              </a:lnSpc>
              <a:spcBef>
                <a:spcPts val="1500"/>
              </a:spcBef>
              <a:spcAft>
                <a:spcPts val="0"/>
              </a:spcAft>
              <a:buClr>
                <a:schemeClr val="dk1"/>
              </a:buClr>
              <a:buSzPts val="1100"/>
              <a:buFont typeface="Arial"/>
              <a:buNone/>
            </a:pPr>
            <a:r>
              <a:rPr lang="en-GB"/>
              <a:t>Counting the number of squares between a vertex on an object and a line of reflection, and then repeating it on the other side of the line of reflection is an effective way of reflecting objects that utilises the property of equidistance between the object and image with the line of reflection.</a:t>
            </a:r>
            <a:endParaRPr/>
          </a:p>
          <a:p>
            <a:pPr indent="0" lvl="0" marL="0" rtl="0" algn="l">
              <a:lnSpc>
                <a:spcPct val="115000"/>
              </a:lnSpc>
              <a:spcBef>
                <a:spcPts val="1500"/>
              </a:spcBef>
              <a:spcAft>
                <a:spcPts val="1500"/>
              </a:spcAft>
              <a:buSzPts val="1100"/>
              <a:buNone/>
            </a:pPr>
            <a:r>
              <a:rPr lang="en-GB"/>
              <a:t>Reflecting diagonally requires the counting of the diagonals (and half-diagonals) between the vertex of an object and the line of reflection.</a:t>
            </a:r>
            <a:endParaRPr/>
          </a:p>
        </p:txBody>
      </p:sp>
      <p:sp>
        <p:nvSpPr>
          <p:cNvPr id="1556" name="Google Shape;1556;p122"/>
          <p:cNvSpPr txBox="1"/>
          <p:nvPr>
            <p:ph type="title"/>
          </p:nvPr>
        </p:nvSpPr>
        <p:spPr>
          <a:xfrm>
            <a:off x="1684800" y="157525"/>
            <a:ext cx="5741400" cy="3828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1800"/>
              <a:buNone/>
            </a:pPr>
            <a:r>
              <a:rPr lang="en-GB"/>
              <a:t>Reflecting objects</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0" name="Shape 1560"/>
        <p:cNvGrpSpPr/>
        <p:nvPr/>
      </p:nvGrpSpPr>
      <p:grpSpPr>
        <a:xfrm>
          <a:off x="0" y="0"/>
          <a:ext cx="0" cy="0"/>
          <a:chOff x="0" y="0"/>
          <a:chExt cx="0" cy="0"/>
        </a:xfrm>
      </p:grpSpPr>
      <p:sp>
        <p:nvSpPr>
          <p:cNvPr id="1561" name="Google Shape;1561;p123"/>
          <p:cNvSpPr txBox="1"/>
          <p:nvPr>
            <p:ph idx="1" type="subTitle"/>
          </p:nvPr>
        </p:nvSpPr>
        <p:spPr>
          <a:xfrm>
            <a:off x="661775" y="1129425"/>
            <a:ext cx="7351200" cy="23580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SzPts val="1800"/>
              <a:buNone/>
            </a:pPr>
            <a:r>
              <a:rPr lang="en-GB"/>
              <a:t>© Oak National Academy 2023. </a:t>
            </a:r>
            <a:endParaRPr/>
          </a:p>
          <a:p>
            <a:pPr indent="0" lvl="0" marL="0" rtl="0" algn="l">
              <a:lnSpc>
                <a:spcPct val="115000"/>
              </a:lnSpc>
              <a:spcBef>
                <a:spcPts val="0"/>
              </a:spcBef>
              <a:spcAft>
                <a:spcPts val="0"/>
              </a:spcAft>
              <a:buSzPts val="1800"/>
              <a:buNone/>
            </a:pPr>
            <a:r>
              <a:t/>
            </a:r>
            <a:endParaRPr/>
          </a:p>
          <a:p>
            <a:pPr indent="0" lvl="0" marL="0" rtl="0" algn="l">
              <a:lnSpc>
                <a:spcPct val="115000"/>
              </a:lnSpc>
              <a:spcBef>
                <a:spcPts val="0"/>
              </a:spcBef>
              <a:spcAft>
                <a:spcPts val="0"/>
              </a:spcAft>
              <a:buSzPts val="1800"/>
              <a:buNone/>
            </a:pPr>
            <a:r>
              <a:rPr lang="en-GB"/>
              <a:t>Produced in partnership with Mathematics in Education and Industry. </a:t>
            </a:r>
            <a:endParaRPr/>
          </a:p>
          <a:p>
            <a:pPr indent="0" lvl="0" marL="0" rtl="0" algn="l">
              <a:lnSpc>
                <a:spcPct val="115000"/>
              </a:lnSpc>
              <a:spcBef>
                <a:spcPts val="0"/>
              </a:spcBef>
              <a:spcAft>
                <a:spcPts val="0"/>
              </a:spcAft>
              <a:buSzPts val="1800"/>
              <a:buNone/>
            </a:pPr>
            <a:r>
              <a:t/>
            </a:r>
            <a:endParaRPr/>
          </a:p>
          <a:p>
            <a:pPr indent="0" lvl="0" marL="0" rtl="0" algn="l">
              <a:lnSpc>
                <a:spcPct val="115000"/>
              </a:lnSpc>
              <a:spcBef>
                <a:spcPts val="0"/>
              </a:spcBef>
              <a:spcAft>
                <a:spcPts val="0"/>
              </a:spcAft>
              <a:buSzPts val="1800"/>
              <a:buNone/>
            </a:pPr>
            <a:r>
              <a:rPr lang="en-GB"/>
              <a:t>Licensed on the </a:t>
            </a:r>
            <a:r>
              <a:rPr lang="en-GB" u="sng">
                <a:solidFill>
                  <a:schemeClr val="hlink"/>
                </a:solidFill>
                <a:hlinkClick r:id="rId3"/>
              </a:rPr>
              <a:t>Open Government Licence v3.0</a:t>
            </a:r>
            <a:r>
              <a:rPr lang="en-GB"/>
              <a:t>, except where otherwise stated. See </a:t>
            </a:r>
            <a:r>
              <a:rPr lang="en-GB" u="sng">
                <a:solidFill>
                  <a:schemeClr val="accent2"/>
                </a:solidFill>
                <a:hlinkClick r:id="rId4">
                  <a:extLst>
                    <a:ext uri="{A12FA001-AC4F-418D-AE19-62706E023703}">
                      <ahyp:hlinkClr val="tx"/>
                    </a:ext>
                  </a:extLst>
                </a:hlinkClick>
              </a:rPr>
              <a:t>Oak terms and conditions</a:t>
            </a:r>
            <a:r>
              <a:rPr lang="en-GB"/>
              <a:t>.</a:t>
            </a:r>
            <a:endParaRPr/>
          </a:p>
        </p:txBody>
      </p:sp>
      <p:pic>
        <p:nvPicPr>
          <p:cNvPr id="1562" name="Google Shape;1562;p123"/>
          <p:cNvPicPr preferRelativeResize="0"/>
          <p:nvPr/>
        </p:nvPicPr>
        <p:blipFill rotWithShape="1">
          <a:blip r:embed="rId5">
            <a:alphaModFix/>
          </a:blip>
          <a:srcRect b="0" l="0" r="0" t="0"/>
          <a:stretch/>
        </p:blipFill>
        <p:spPr>
          <a:xfrm>
            <a:off x="7242100" y="3453600"/>
            <a:ext cx="652800" cy="3264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ak theme - September 2023">
  <a:themeElements>
    <a:clrScheme name="Simple Light">
      <a:dk1>
        <a:srgbClr val="000000"/>
      </a:dk1>
      <a:lt1>
        <a:srgbClr val="FFFFFF"/>
      </a:lt1>
      <a:dk2>
        <a:srgbClr val="808080"/>
      </a:dk2>
      <a:lt2>
        <a:srgbClr val="F0F0F0"/>
      </a:lt2>
      <a:accent1>
        <a:srgbClr val="BEF2BD"/>
      </a:accent1>
      <a:accent2>
        <a:srgbClr val="374CF1"/>
      </a:accent2>
      <a:accent3>
        <a:srgbClr val="D02AA7"/>
      </a:accent3>
      <a:accent4>
        <a:srgbClr val="845AD9"/>
      </a:accent4>
      <a:accent5>
        <a:srgbClr val="037B7D"/>
      </a:accent5>
      <a:accent6>
        <a:srgbClr val="C63D01"/>
      </a:accent6>
      <a:hlink>
        <a:srgbClr val="374CF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