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427">
          <p15:clr>
            <a:srgbClr val="747775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216475A3-94F1-4442-A38B-0F5002B14C62}">
  <a:tblStyle styleId="{216475A3-94F1-4442-A38B-0F5002B14C6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 showOutlineIcons="0" horzBarState="maximized">
    <p:restoredLeft sz="16000"/>
    <p:restoredTop sz="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427"/>
      </p:guideLst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0" name="Shape 190"/>
        <p:cNvGrpSpPr/>
        <p:nvPr/>
      </p:nvGrpSpPr>
      <p:grpSpPr>
        <a:xfrm>
          <a:off x="0" y="0"/>
          <a:ext cx="0" cy="0"/>
        </a:xfrm>
      </p:grpSpPr>
      <p:sp>
        <p:nvSpPr>
          <p:cNvPr id="191" name="Google Shape;191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image" Target="../media/image11.png" /><Relationship Id="rId6" Type="http://schemas.openxmlformats.org/officeDocument/2006/relationships/image" Target="../media/image12.png" /><Relationship Id="rId7" Type="http://schemas.openxmlformats.org/officeDocument/2006/relationships/image" Target="../media/image13.png" /><Relationship Id="rId8" Type="http://schemas.openxmlformats.org/officeDocument/2006/relationships/image" Target="../media/image14.png" /><Relationship Id="rId9" Type="http://schemas.openxmlformats.org/officeDocument/2006/relationships/image" Target="../media/image15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Introduction to translation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2140525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four more copies of the shape so that they could be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translation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507625" y="1507025"/>
            <a:ext cx="6519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Translation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5034325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down the pairs that are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translation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each other.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6" name="Google Shape;176;p20"/>
          <p:cNvGrpSpPr/>
          <p:nvPr/>
        </p:nvGrpSpPr>
        <p:grpSpPr>
          <a:xfrm>
            <a:off x="2217653" y="5473824"/>
            <a:ext cx="3124688" cy="2648977"/>
            <a:chOff x="2377000" y="5568075"/>
            <a:chExt cx="4364699" cy="3492850"/>
          </a:xfrm>
        </p:grpSpPr>
        <p:pic>
          <p:nvPicPr>
            <p:cNvPr id="177" name="Google Shape;177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77000" y="5568075"/>
              <a:ext cx="4364699" cy="3492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20"/>
            <p:cNvSpPr txBox="1"/>
            <p:nvPr/>
          </p:nvSpPr>
          <p:spPr>
            <a:xfrm>
              <a:off x="3567934" y="6275669"/>
              <a:ext cx="376200" cy="60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" name="Google Shape;179;p20"/>
            <p:cNvSpPr txBox="1"/>
            <p:nvPr/>
          </p:nvSpPr>
          <p:spPr>
            <a:xfrm>
              <a:off x="4398750" y="6275675"/>
              <a:ext cx="376200" cy="60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" name="Google Shape;180;p20"/>
            <p:cNvSpPr txBox="1"/>
            <p:nvPr/>
          </p:nvSpPr>
          <p:spPr>
            <a:xfrm>
              <a:off x="3989777" y="7091259"/>
              <a:ext cx="376200" cy="60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" name="Google Shape;181;p20"/>
            <p:cNvSpPr txBox="1"/>
            <p:nvPr/>
          </p:nvSpPr>
          <p:spPr>
            <a:xfrm>
              <a:off x="5603875" y="7484475"/>
              <a:ext cx="376200" cy="60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" name="Google Shape;182;p20"/>
            <p:cNvSpPr txBox="1"/>
            <p:nvPr/>
          </p:nvSpPr>
          <p:spPr>
            <a:xfrm>
              <a:off x="3173925" y="7484477"/>
              <a:ext cx="376200" cy="60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" name="Google Shape;183;p20"/>
            <p:cNvSpPr txBox="1"/>
            <p:nvPr/>
          </p:nvSpPr>
          <p:spPr>
            <a:xfrm>
              <a:off x="4358352" y="7897675"/>
              <a:ext cx="376200" cy="60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" name="Google Shape;184;p20"/>
            <p:cNvSpPr txBox="1"/>
            <p:nvPr/>
          </p:nvSpPr>
          <p:spPr>
            <a:xfrm>
              <a:off x="4779900" y="7083650"/>
              <a:ext cx="376200" cy="60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" name="Google Shape;185;p20"/>
            <p:cNvSpPr txBox="1"/>
            <p:nvPr/>
          </p:nvSpPr>
          <p:spPr>
            <a:xfrm>
              <a:off x="4779900" y="7897675"/>
              <a:ext cx="376200" cy="60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6" name="Google Shape;18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6313" y="2706813"/>
            <a:ext cx="3227375" cy="1888129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1598397" y="2337525"/>
            <a:ext cx="335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Example of four you may have drawn.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5598650" y="5939125"/>
            <a:ext cx="1127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 and F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 and H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 and G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D and E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89" name="Google Shape;189;p20"/>
          <p:cNvCxnSpPr/>
          <p:nvPr/>
        </p:nvCxnSpPr>
        <p:spPr>
          <a:xfrm>
            <a:off x="488150" y="9834575"/>
            <a:ext cx="65724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3" name="Shape 193"/>
        <p:cNvGrpSpPr/>
        <p:nvPr/>
      </p:nvGrpSpPr>
      <p:grpSpPr>
        <a:xfrm>
          <a:off x="0" y="0"/>
          <a:ext cx="0" cy="0"/>
        </a:xfrm>
      </p:grpSpPr>
      <p:sp>
        <p:nvSpPr>
          <p:cNvPr id="194" name="Google Shape;194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5" name="Google Shape;195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Introduction to translation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468000" y="1368900"/>
            <a:ext cx="56652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shape, so that a translation has taken place.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3005794" y="1691952"/>
            <a:ext cx="42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5074798" y="1692755"/>
            <a:ext cx="32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1" name="Google Shape;2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0850" y="1814400"/>
            <a:ext cx="1343900" cy="1921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/>
          <p:cNvPicPr preferRelativeResize="0"/>
          <p:nvPr/>
        </p:nvPicPr>
        <p:blipFill>
          <a:blip r:embed="rId4">
            <a:alphaModFix/>
          </a:blip>
          <a:srcRect t="2047" r="6751"/>
          <a:stretch>
            <a:fillRect/>
          </a:stretch>
        </p:blipFill>
        <p:spPr>
          <a:xfrm>
            <a:off x="3352138" y="1806588"/>
            <a:ext cx="1410550" cy="1824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/>
          <p:cNvPicPr preferRelativeResize="0"/>
          <p:nvPr/>
        </p:nvPicPr>
        <p:blipFill>
          <a:blip r:embed="rId5">
            <a:alphaModFix/>
          </a:blip>
          <a:srcRect l="2839" t="4516" r="3745"/>
          <a:stretch>
            <a:fillRect/>
          </a:stretch>
        </p:blipFill>
        <p:spPr>
          <a:xfrm>
            <a:off x="5366353" y="1850172"/>
            <a:ext cx="1659399" cy="144953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1310842" y="1781863"/>
            <a:ext cx="22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1322389" y="3093527"/>
            <a:ext cx="22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1784373" y="3090402"/>
            <a:ext cx="22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1800625" y="1788523"/>
            <a:ext cx="22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1933073" y="2048625"/>
            <a:ext cx="358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30924" y="3421088"/>
            <a:ext cx="358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2363000" y="3388575"/>
            <a:ext cx="358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4532492" y="2932770"/>
            <a:ext cx="22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4105493" y="1753538"/>
            <a:ext cx="22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Q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4047345" y="2942738"/>
            <a:ext cx="22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3893112" y="3279851"/>
            <a:ext cx="358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3399176" y="3267200"/>
            <a:ext cx="358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5366354" y="1751888"/>
            <a:ext cx="22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5366354" y="2277188"/>
            <a:ext cx="22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6104440" y="2243884"/>
            <a:ext cx="22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6133581" y="1751888"/>
            <a:ext cx="22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5911532" y="2853496"/>
            <a:ext cx="32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Z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6693757" y="2860157"/>
            <a:ext cx="42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2328451" y="2048625"/>
            <a:ext cx="42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D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3455264" y="2062050"/>
            <a:ext cx="358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Q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5903311" y="2400666"/>
            <a:ext cx="32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6695003" y="2394005"/>
            <a:ext cx="358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468000" y="925150"/>
            <a:ext cx="6519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Orientation and position of the image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5710194" y="5577700"/>
            <a:ext cx="971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orientation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468000" y="415815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Identify which property of the image is incorrect for it to be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translation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2993845" y="4501675"/>
            <a:ext cx="613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4993495" y="4501675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1702475" y="5947000"/>
            <a:ext cx="815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mirrored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3800256" y="6081000"/>
            <a:ext cx="679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lengths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33" name="Google Shape;23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22404" y="4501684"/>
            <a:ext cx="1410525" cy="1451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34745" y="4566988"/>
            <a:ext cx="1410525" cy="1336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66348" y="4651277"/>
            <a:ext cx="1659401" cy="792549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 txBox="1"/>
          <p:nvPr/>
        </p:nvSpPr>
        <p:spPr>
          <a:xfrm>
            <a:off x="468000" y="663475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table and decide whether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translation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has taken place.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7" name="Google Shape;237;p21"/>
          <p:cNvGraphicFramePr>
            <a:graphicFrameLocks noGrp="1"/>
          </p:cNvGraphicFramePr>
          <p:nvPr/>
        </p:nvGraphicFramePr>
        <p:xfrm>
          <a:off x="939375" y="6992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{216475A3-94F1-4442-A38B-0F5002B14C62}</a:tableStyleId>
              </a:tblPr>
              <a:tblGrid>
                <a:gridCol w="1120850"/>
                <a:gridCol w="18431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Property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Changed - yes/no?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yes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yes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Mirrored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no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Orientation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no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Position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yes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38" name="Google Shape;238;p21"/>
          <p:cNvPicPr preferRelativeResize="0"/>
          <p:nvPr/>
        </p:nvPicPr>
        <p:blipFill>
          <a:blip r:embed="rId9">
            <a:alphaModFix/>
          </a:blip>
          <a:srcRect l="13793" t="10241" r="29862" b="12460"/>
          <a:stretch>
            <a:fillRect/>
          </a:stretch>
        </p:blipFill>
        <p:spPr>
          <a:xfrm>
            <a:off x="4269850" y="6992398"/>
            <a:ext cx="2656527" cy="21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 txBox="1"/>
          <p:nvPr/>
        </p:nvSpPr>
        <p:spPr>
          <a:xfrm>
            <a:off x="4727813" y="9278400"/>
            <a:ext cx="1740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It is not a translation.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40" name="Google Shape;240;p21"/>
          <p:cNvCxnSpPr/>
          <p:nvPr/>
        </p:nvCxnSpPr>
        <p:spPr>
          <a:xfrm>
            <a:off x="488150" y="9834575"/>
            <a:ext cx="65724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56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Introduction to translation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2023-11-02T14:18:59.697</cp:lastPrinted>
  <dcterms:created xsi:type="dcterms:W3CDTF">2023-11-02T14:18:59Z</dcterms:created>
  <dcterms:modified xsi:type="dcterms:W3CDTF">2023-11-02T14:19:09Z</dcterms:modified>
</cp:coreProperties>
</file>