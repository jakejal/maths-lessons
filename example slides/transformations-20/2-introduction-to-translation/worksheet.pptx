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5A6E582-7192-48E7-B91E-25ECCC4E09F6}">
  <a:tblStyle styleId="{E5A6E582-7192-48E7-B91E-25ECCC4E09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" name="Shape 178"/>
        <p:cNvGrpSpPr/>
        <p:nvPr/>
      </p:nvGrpSpPr>
      <p:grpSpPr>
        <a:xfrm>
          <a:off x="0" y="0"/>
          <a:ext cx="0" cy="0"/>
        </a:xfrm>
      </p:grpSpPr>
      <p:sp>
        <p:nvSpPr>
          <p:cNvPr id="179" name="Google Shape;17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translation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214052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four more copies of the shape so that they could be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613" y="2613963"/>
            <a:ext cx="3540768" cy="207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507625" y="1507025"/>
            <a:ext cx="709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Translation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503432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down the pairs that are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each other.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" name="Google Shape;167;p20"/>
          <p:cNvGrpSpPr/>
          <p:nvPr/>
        </p:nvGrpSpPr>
        <p:grpSpPr>
          <a:xfrm>
            <a:off x="2217653" y="5473824"/>
            <a:ext cx="3124688" cy="2648977"/>
            <a:chOff x="2377000" y="5568075"/>
            <a:chExt cx="4364699" cy="3492850"/>
          </a:xfrm>
        </p:grpSpPr>
        <p:pic>
          <p:nvPicPr>
            <p:cNvPr id="168" name="Google Shape;168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77000" y="5568075"/>
              <a:ext cx="4364699" cy="3492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20"/>
            <p:cNvSpPr txBox="1"/>
            <p:nvPr/>
          </p:nvSpPr>
          <p:spPr>
            <a:xfrm>
              <a:off x="3567934" y="6275669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4398750" y="6275675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 txBox="1"/>
            <p:nvPr/>
          </p:nvSpPr>
          <p:spPr>
            <a:xfrm>
              <a:off x="3989777" y="7091259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5603875" y="7484475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3173925" y="7484477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4358352" y="7897675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4779900" y="7083650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4779900" y="7897675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77" name="Google Shape;177;p20"/>
          <p:cNvCxnSpPr/>
          <p:nvPr/>
        </p:nvCxnSpPr>
        <p:spPr>
          <a:xfrm>
            <a:off x="488150" y="9834575"/>
            <a:ext cx="6572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" name="Shape 181"/>
        <p:cNvGrpSpPr/>
        <p:nvPr/>
      </p:nvGrpSpPr>
      <p:grpSpPr>
        <a:xfrm>
          <a:off x="0" y="0"/>
          <a:ext cx="0" cy="0"/>
        </a:xfrm>
      </p:grpSpPr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5233" y="1797402"/>
            <a:ext cx="1686125" cy="151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1149" y="1780375"/>
            <a:ext cx="1470262" cy="185457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5" name="Google Shape;18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translation</a:t>
            </a:r>
            <a:endParaRPr/>
          </a:p>
        </p:txBody>
      </p:sp>
      <p:sp>
        <p:nvSpPr>
          <p:cNvPr id="186" name="Google Shape;18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8000" y="1368900"/>
            <a:ext cx="56652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shape, so that a translation has taken place.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9600" y="1775779"/>
            <a:ext cx="1376893" cy="199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3005794" y="1691952"/>
            <a:ext cx="42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074798" y="1692755"/>
            <a:ext cx="32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1310842" y="1781863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1322389" y="3093527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1784373" y="3090402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1800625" y="1788523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1933073" y="2048625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1930924" y="3421088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363000" y="3388575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580984" y="2945685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070902" y="2945679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366354" y="1751888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366354" y="2277188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104440" y="2243884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6133581" y="1751888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911532" y="2853496"/>
            <a:ext cx="32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Z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6693757" y="2860157"/>
            <a:ext cx="42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925150"/>
            <a:ext cx="651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Orientation and position of the image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41581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which property of the image is incorrect for it to be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2993845" y="4501675"/>
            <a:ext cx="61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993495" y="4501675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2404" y="4501684"/>
            <a:ext cx="1410525" cy="145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34745" y="4566988"/>
            <a:ext cx="1410525" cy="1336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66348" y="4651277"/>
            <a:ext cx="1659401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468000" y="663475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table and decide whether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taken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5" name="Google Shape;215;p21"/>
          <p:cNvGraphicFramePr>
            <a:graphicFrameLocks noGrp="1"/>
          </p:cNvGraphicFramePr>
          <p:nvPr/>
        </p:nvGraphicFramePr>
        <p:xfrm>
          <a:off x="939375" y="699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{E5A6E582-7192-48E7-B91E-25ECCC4E09F6}</a:tableStyleId>
              </a:tblPr>
              <a:tblGrid>
                <a:gridCol w="1120850"/>
                <a:gridCol w="18431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Mirrored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6" name="Google Shape;216;p21"/>
          <p:cNvPicPr preferRelativeResize="0"/>
          <p:nvPr/>
        </p:nvPicPr>
        <p:blipFill>
          <a:blip r:embed="rId9">
            <a:alphaModFix/>
          </a:blip>
          <a:srcRect l="13793" t="10241" r="29862" b="12460"/>
          <a:stretch>
            <a:fillRect/>
          </a:stretch>
        </p:blipFill>
        <p:spPr>
          <a:xfrm>
            <a:off x="4269850" y="6992398"/>
            <a:ext cx="2656527" cy="21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3910010" y="3298094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3419989" y="3302175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105259" y="1711317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1"/>
          <p:cNvCxnSpPr/>
          <p:nvPr/>
        </p:nvCxnSpPr>
        <p:spPr>
          <a:xfrm>
            <a:off x="488150" y="9834575"/>
            <a:ext cx="6572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Introduction to translation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2023-11-02T14:19:26.632</cp:lastPrinted>
  <dcterms:created xsi:type="dcterms:W3CDTF">2023-11-02T14:19:26Z</dcterms:created>
  <dcterms:modified xsi:type="dcterms:W3CDTF">2023-11-02T14:19:35Z</dcterms:modified>
</cp:coreProperties>
</file>