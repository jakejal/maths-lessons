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515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71D6675-F7A7-4EF2-8DCE-CF3D777006A2}">
  <a:tblStyle styleId="{471D6675-F7A7-4EF2-8DCE-CF3D777006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515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basic transformations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385450" y="1466875"/>
            <a:ext cx="7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Congruency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9785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these triangles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759476" y="2301528"/>
            <a:ext cx="2431949" cy="2431949"/>
            <a:chOff x="1336350" y="1233675"/>
            <a:chExt cx="3547700" cy="3547700"/>
          </a:xfrm>
        </p:grpSpPr>
        <p:pic>
          <p:nvPicPr>
            <p:cNvPr id="166" name="Google Shape;16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6350" y="1233675"/>
              <a:ext cx="3547700" cy="35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0"/>
            <p:cNvSpPr txBox="1"/>
            <p:nvPr/>
          </p:nvSpPr>
          <p:spPr>
            <a:xfrm>
              <a:off x="1638517" y="1791134"/>
              <a:ext cx="3138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2286192" y="2226257"/>
              <a:ext cx="3138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3362363" y="1439747"/>
              <a:ext cx="3138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2033837" y="2882069"/>
              <a:ext cx="3138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2637746" y="2835786"/>
              <a:ext cx="3138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4162256" y="2866563"/>
              <a:ext cx="3138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3292805" y="3378513"/>
              <a:ext cx="3138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" name="Google Shape;174;p20"/>
          <p:cNvSpPr txBox="1"/>
          <p:nvPr/>
        </p:nvSpPr>
        <p:spPr>
          <a:xfrm>
            <a:off x="472188" y="4976688"/>
            <a:ext cx="661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Are the two shapes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not? If not, why not?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796347" y="5231377"/>
            <a:ext cx="54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696" y="5437825"/>
            <a:ext cx="1834608" cy="105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4913" y="5393839"/>
            <a:ext cx="1928963" cy="105138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76407" y="6754025"/>
            <a:ext cx="54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9475" y="6754025"/>
            <a:ext cx="2280893" cy="1222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1032" y="6781609"/>
            <a:ext cx="2310384" cy="122211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76400" y="8181894"/>
            <a:ext cx="6342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Mark where you could put the third vertex to make the two triangles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One edge has been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96350" y="8457519"/>
            <a:ext cx="2275144" cy="1425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0"/>
          <p:cNvCxnSpPr/>
          <p:nvPr/>
        </p:nvCxnSpPr>
        <p:spPr>
          <a:xfrm>
            <a:off x="491250" y="9972000"/>
            <a:ext cx="659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basic transformations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744600" y="103115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75325" y="1050800"/>
            <a:ext cx="6299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descriptions to the correct figure.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2808660" y="3309550"/>
            <a:ext cx="1956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has the same orientation as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object.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103" y="1324560"/>
            <a:ext cx="1145783" cy="148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100" y="1369738"/>
            <a:ext cx="1237579" cy="175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2862" y="1351688"/>
            <a:ext cx="1603070" cy="148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851947" y="3309550"/>
            <a:ext cx="1956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but mirrored.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5212912" y="3255300"/>
            <a:ext cx="1956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but the orientation has changed from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object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583700"/>
            <a:ext cx="7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Describing changes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44615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 regarding the properties of the image compared to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then use it to write a description.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0" name="Google Shape;200;p21"/>
          <p:cNvGraphicFramePr>
            <a:graphicFrameLocks noGrp="1"/>
          </p:cNvGraphicFramePr>
          <p:nvPr/>
        </p:nvGraphicFramePr>
        <p:xfrm>
          <a:off x="1304650" y="513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{471D6675-F7A7-4EF2-8DCE-CF3D777006A2}</a:tableStyleId>
              </a:tblPr>
              <a:tblGrid>
                <a:gridCol w="1103025"/>
                <a:gridCol w="1111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201" name="Google Shape;201;p21"/>
          <p:cNvPicPr preferRelativeResize="0"/>
          <p:nvPr/>
        </p:nvPicPr>
        <p:blipFill>
          <a:blip r:embed="rId6">
            <a:alphaModFix/>
          </a:blip>
          <a:srcRect l="18233" t="10054" r="41471" b="38697"/>
          <a:stretch>
            <a:fillRect/>
          </a:stretch>
        </p:blipFill>
        <p:spPr>
          <a:xfrm>
            <a:off x="4275450" y="4754147"/>
            <a:ext cx="1978655" cy="143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468000" y="7820150"/>
            <a:ext cx="6489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a description for the two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transformations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8929" y="8379850"/>
            <a:ext cx="1844934" cy="153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3779990" y="8303650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75450" y="8331821"/>
            <a:ext cx="2214700" cy="141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basic transformations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2023-11-02T14:19:11.661</cp:lastPrinted>
  <dcterms:created xsi:type="dcterms:W3CDTF">2023-11-02T14:19:11Z</dcterms:created>
  <dcterms:modified xsi:type="dcterms:W3CDTF">2023-11-02T14:18:39Z</dcterms:modified>
</cp:coreProperties>
</file>