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F2431CB-0E77-48C7-8D7E-20FABBA13BEA}">
  <a:tblStyle styleId="{3F2431CB-0E77-48C7-8D7E-20FABBA13B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Relationship Id="rId8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385450" y="1466875"/>
            <a:ext cx="7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Congruency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9785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triangles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759458" y="2301513"/>
            <a:ext cx="2353899" cy="2353899"/>
            <a:chOff x="1336350" y="1233675"/>
            <a:chExt cx="3547700" cy="3547700"/>
          </a:xfrm>
        </p:grpSpPr>
        <p:pic>
          <p:nvPicPr>
            <p:cNvPr id="176" name="Google Shape;17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6350" y="1233675"/>
              <a:ext cx="3547700" cy="35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0"/>
            <p:cNvSpPr txBox="1"/>
            <p:nvPr/>
          </p:nvSpPr>
          <p:spPr>
            <a:xfrm>
              <a:off x="1588720" y="1818020"/>
              <a:ext cx="3138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2308072" y="2220619"/>
              <a:ext cx="3138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3347342" y="1438485"/>
              <a:ext cx="3138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2037582" y="2857666"/>
              <a:ext cx="3138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2655249" y="2867048"/>
              <a:ext cx="3138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4166001" y="2851542"/>
              <a:ext cx="3138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3227126" y="3312833"/>
              <a:ext cx="3138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" name="Google Shape;184;p20"/>
          <p:cNvSpPr txBox="1"/>
          <p:nvPr/>
        </p:nvSpPr>
        <p:spPr>
          <a:xfrm>
            <a:off x="4482900" y="2301500"/>
            <a:ext cx="261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A, B, E and F are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to each other.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4793400"/>
            <a:ext cx="6615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the two shapes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not? If not, why not?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955355" y="4910440"/>
            <a:ext cx="54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689138" y="6085650"/>
            <a:ext cx="98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Congruent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17825" y="6083213"/>
            <a:ext cx="295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Not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congruent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as the sizes are different.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300" y="5150700"/>
            <a:ext cx="1533955" cy="87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2900" y="5150700"/>
            <a:ext cx="1612836" cy="87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978550" y="7559363"/>
            <a:ext cx="587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shapes are not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congruent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as the edges with the same length are in different places.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0628" y="6540931"/>
            <a:ext cx="5408278" cy="102455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2677957" y="6447354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99082" y="6346425"/>
            <a:ext cx="546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332585" y="6436938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626267" y="6913053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957990" y="6890006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542914" y="7236599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144247" y="6651763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445664" y="6651832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329037" y="7236531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328192" y="6829742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005970" y="6825045"/>
            <a:ext cx="78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84698" y="8237567"/>
            <a:ext cx="63426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 where you could put the third vertex to make the two triangles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One edge has been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995701" y="8856192"/>
            <a:ext cx="2375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four places you could have chosen.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55349" y="8466698"/>
            <a:ext cx="2210024" cy="13828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0"/>
          <p:cNvCxnSpPr/>
          <p:nvPr/>
        </p:nvCxnSpPr>
        <p:spPr>
          <a:xfrm>
            <a:off x="492775" y="9921808"/>
            <a:ext cx="6594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basic transformations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68690" y="1254900"/>
            <a:ext cx="59103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descriptions to the correct figure.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606004" y="3159675"/>
            <a:ext cx="183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has the same orientation as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object.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000" y="1486200"/>
            <a:ext cx="988002" cy="136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48" y="1495222"/>
            <a:ext cx="903800" cy="136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6724" y="1530799"/>
            <a:ext cx="1310174" cy="1292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28260" y="3251925"/>
            <a:ext cx="183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but mirrored.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953593" y="3166500"/>
            <a:ext cx="1835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image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congruent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but the orientation has changed from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>
            <a:endCxn id="217" idx="2"/>
          </p:cNvCxnSpPr>
          <p:nvPr/>
        </p:nvCxnSpPr>
        <p:spPr>
          <a:xfrm rot="10800000" flipH="1">
            <a:off x="1483911" y="2822831"/>
            <a:ext cx="2097900" cy="492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1"/>
          <p:cNvCxnSpPr>
            <a:endCxn id="216" idx="2"/>
          </p:cNvCxnSpPr>
          <p:nvPr/>
        </p:nvCxnSpPr>
        <p:spPr>
          <a:xfrm rot="10800000">
            <a:off x="1480648" y="2858398"/>
            <a:ext cx="2037900" cy="308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1"/>
          <p:cNvCxnSpPr>
            <a:endCxn id="215" idx="2"/>
          </p:cNvCxnSpPr>
          <p:nvPr/>
        </p:nvCxnSpPr>
        <p:spPr>
          <a:xfrm rot="10800000">
            <a:off x="5642001" y="2849375"/>
            <a:ext cx="22800" cy="368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1"/>
          <p:cNvSpPr txBox="1"/>
          <p:nvPr/>
        </p:nvSpPr>
        <p:spPr>
          <a:xfrm>
            <a:off x="468000" y="8640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Describing changes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43843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regarding the properties of the image compared to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then use it to write a description.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21"/>
          <p:cNvGraphicFramePr>
            <a:graphicFrameLocks noGrp="1"/>
          </p:cNvGraphicFramePr>
          <p:nvPr/>
        </p:nvGraphicFramePr>
        <p:xfrm>
          <a:off x="1304650" y="505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{3F2431CB-0E77-48C7-8D7E-20FABBA13BEA}</a:tableStyleId>
              </a:tblPr>
              <a:tblGrid>
                <a:gridCol w="1103025"/>
                <a:gridCol w="1111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Property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Changed - yes/no?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Mirrored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227" name="Google Shape;227;p21"/>
          <p:cNvPicPr preferRelativeResize="0"/>
          <p:nvPr/>
        </p:nvPicPr>
        <p:blipFill>
          <a:blip r:embed="rId6">
            <a:alphaModFix/>
          </a:blip>
          <a:srcRect l="18233" t="10054" r="41471" b="38697"/>
          <a:stretch>
            <a:fillRect/>
          </a:stretch>
        </p:blipFill>
        <p:spPr>
          <a:xfrm>
            <a:off x="4275450" y="4676997"/>
            <a:ext cx="1978655" cy="143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3780000" y="6364875"/>
            <a:ext cx="2846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lengths and angles are invariant. Its orientation and position has changed. It is a mirror image of the object.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7706325"/>
            <a:ext cx="6489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description for the two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transformations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4650" y="8002550"/>
            <a:ext cx="1230475" cy="10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3779990" y="7921700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95975" y="7989687"/>
            <a:ext cx="1515247" cy="9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659249" y="9156525"/>
            <a:ext cx="639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Your descriptions may include: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object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image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are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but in a different position.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Kalam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image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has a different orientation to the </a:t>
            </a: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object.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884390" y="7921700"/>
            <a:ext cx="45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Checking understanding of basic transformations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2023-11-02T14:19:13.801</cp:lastPrinted>
  <dcterms:created xsi:type="dcterms:W3CDTF">2023-11-02T14:19:13Z</dcterms:created>
  <dcterms:modified xsi:type="dcterms:W3CDTF">2023-11-02T14:18:42Z</dcterms:modified>
</cp:coreProperties>
</file>