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8be3e5a27e_0_3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8be3e5a27e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5" name="Shape 235"/>
        <p:cNvGrpSpPr/>
        <p:nvPr/>
      </p:nvGrpSpPr>
      <p:grpSpPr>
        <a:xfrm>
          <a:off x="0" y="0"/>
          <a:ext cx="0" cy="0"/>
        </a:xfrm>
      </p:grpSpPr>
      <p:sp>
        <p:nvSpPr>
          <p:cNvPr id="236" name="Google Shape;23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the direction of a rotation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Describing a rotation's direction and size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14466"/>
            <a:ext cx="19440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which direction does this arrow suggest the rotation is happening?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 rot="10800000">
            <a:off x="809683" y="2417368"/>
            <a:ext cx="1059300" cy="907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rcRect l="69479" t="2791" r="18284" b="84457"/>
          <a:stretch>
            <a:fillRect/>
          </a:stretch>
        </p:blipFill>
        <p:spPr>
          <a:xfrm rot="-4499997" flipH="1">
            <a:off x="544150" y="2998810"/>
            <a:ext cx="550283" cy="5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2808000" y="1714466"/>
            <a:ext cx="19440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which direction does this arrow suggest the rotation is happening?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 rot="10800000">
            <a:off x="3227695" y="2491272"/>
            <a:ext cx="1059300" cy="907800"/>
          </a:xfrm>
          <a:prstGeom prst="diamond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rcRect l="69479" t="2791" r="18284" b="84457"/>
          <a:stretch>
            <a:fillRect/>
          </a:stretch>
        </p:blipFill>
        <p:spPr>
          <a:xfrm rot="5400000" flipH="1">
            <a:off x="3767223" y="2328654"/>
            <a:ext cx="550284" cy="5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148000" y="1714466"/>
            <a:ext cx="19440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which direction does this arrow suggest the rotation is happening?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 rot="10800000">
            <a:off x="5669292" y="2774294"/>
            <a:ext cx="811500" cy="6693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rcRect l="69479" t="2791" r="18284" b="84457"/>
          <a:stretch>
            <a:fillRect/>
          </a:stretch>
        </p:blipFill>
        <p:spPr>
          <a:xfrm rot="-2700000">
            <a:off x="5895975" y="2408583"/>
            <a:ext cx="550287" cy="57989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139648" y="4527825"/>
            <a:ext cx="29520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An arrow is pointing N (north).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arrow will rotate clockwise until it points N (north) again. In what order will it pass through the other compass directions?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7996" y="4530950"/>
            <a:ext cx="29520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 arrow is pointing E (east).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arrow rotates anti-clockwise, which compass direction will it pass first?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1145138" y="5455672"/>
            <a:ext cx="1597715" cy="1533665"/>
            <a:chOff x="468000" y="3997547"/>
            <a:chExt cx="1597715" cy="1533665"/>
          </a:xfrm>
        </p:grpSpPr>
        <p:grpSp>
          <p:nvGrpSpPr>
            <p:cNvPr id="176" name="Google Shape;176;p20"/>
            <p:cNvGrpSpPr/>
            <p:nvPr/>
          </p:nvGrpSpPr>
          <p:grpSpPr>
            <a:xfrm>
              <a:off x="705240" y="4164590"/>
              <a:ext cx="1185659" cy="1185659"/>
              <a:chOff x="5048325" y="2258875"/>
              <a:chExt cx="1991700" cy="1991700"/>
            </a:xfrm>
          </p:grpSpPr>
          <p:cxnSp>
            <p:nvCxnSpPr>
              <p:cNvPr id="177" name="Google Shape;177;p20"/>
              <p:cNvCxnSpPr/>
              <p:nvPr/>
            </p:nvCxnSpPr>
            <p:spPr>
              <a:xfrm flipH="1">
                <a:off x="6044175" y="2258875"/>
                <a:ext cx="0" cy="19917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78" name="Google Shape;178;p20"/>
              <p:cNvCxnSpPr/>
              <p:nvPr/>
            </p:nvCxnSpPr>
            <p:spPr>
              <a:xfrm flipH="1">
                <a:off x="6044175" y="2258875"/>
                <a:ext cx="0" cy="19917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79" name="Google Shape;179;p20"/>
            <p:cNvSpPr txBox="1"/>
            <p:nvPr/>
          </p:nvSpPr>
          <p:spPr>
            <a:xfrm>
              <a:off x="1093589" y="3997547"/>
              <a:ext cx="409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1093589" y="5290312"/>
              <a:ext cx="409200" cy="24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1887515" y="4657222"/>
              <a:ext cx="178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468000" y="4657214"/>
              <a:ext cx="2409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 rot="5400000">
              <a:off x="1368796" y="4559553"/>
              <a:ext cx="296400" cy="396300"/>
            </a:xfrm>
            <a:prstGeom prst="upArrow">
              <a:avLst>
                <a:gd name="adj1" fmla="val 31050"/>
                <a:gd name="adj2" fmla="val 48961"/>
              </a:avLst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5054030" y="5857851"/>
            <a:ext cx="1185659" cy="1185659"/>
            <a:chOff x="5048325" y="2258875"/>
            <a:chExt cx="1991700" cy="1991700"/>
          </a:xfrm>
        </p:grpSpPr>
        <p:cxnSp>
          <p:nvCxnSpPr>
            <p:cNvPr id="185" name="Google Shape;185;p20"/>
            <p:cNvCxnSpPr/>
            <p:nvPr/>
          </p:nvCxnSpPr>
          <p:spPr>
            <a:xfrm flipH="1">
              <a:off x="6044175" y="2258875"/>
              <a:ext cx="0" cy="1991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flipH="1">
              <a:off x="6044175" y="2258875"/>
              <a:ext cx="0" cy="1991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87" name="Google Shape;187;p20"/>
          <p:cNvSpPr txBox="1"/>
          <p:nvPr/>
        </p:nvSpPr>
        <p:spPr>
          <a:xfrm>
            <a:off x="5442380" y="5690808"/>
            <a:ext cx="4092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442380" y="6983573"/>
            <a:ext cx="409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236306" y="6350483"/>
            <a:ext cx="1782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816790" y="6350475"/>
            <a:ext cx="240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498841" y="6026324"/>
            <a:ext cx="296400" cy="396300"/>
          </a:xfrm>
          <a:prstGeom prst="upArrow">
            <a:avLst>
              <a:gd name="adj1" fmla="val 31050"/>
              <a:gd name="adj2" fmla="val 48961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92" name="Google Shape;192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the size of a rotation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360000"/>
            <a:ext cx="5778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Describing a rotation's direction and size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274200" y="1437889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180° rotation 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1437900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90° rotation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970356"/>
            <a:ext cx="66240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down the direction (up, down, left, right) each arrow will be pointing in after the rotation has been applied.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917255" y="1905455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" name="Google Shape;205;p21"/>
          <p:cNvSpPr/>
          <p:nvPr/>
        </p:nvSpPr>
        <p:spPr>
          <a:xfrm rot="5400000">
            <a:off x="2723439" y="1739260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080400" y="1437912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270° rotation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886600" y="1437901"/>
            <a:ext cx="12054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90° rotation 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 rot="-5400000">
            <a:off x="4529645" y="1739239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" name="Google Shape;209;p21"/>
          <p:cNvSpPr/>
          <p:nvPr/>
        </p:nvSpPr>
        <p:spPr>
          <a:xfrm rot="10800000">
            <a:off x="6169654" y="1905445"/>
            <a:ext cx="306900" cy="63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468000" y="2889600"/>
            <a:ext cx="6624000" cy="2188910"/>
            <a:chOff x="468000" y="2889600"/>
            <a:chExt cx="6624000" cy="2188910"/>
          </a:xfrm>
        </p:grpSpPr>
        <p:sp>
          <p:nvSpPr>
            <p:cNvPr id="211" name="Google Shape;211;p21"/>
            <p:cNvSpPr txBox="1"/>
            <p:nvPr/>
          </p:nvSpPr>
          <p:spPr>
            <a:xfrm>
              <a:off x="3420000" y="3400911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 object has been rotated  </a:t>
              </a:r>
              <a:r>
                <a:rPr lang="en-GB" sz="1200" u="sng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  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clockwise.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807352" y="3526211"/>
              <a:ext cx="489900" cy="1017600"/>
            </a:xfrm>
            <a:prstGeom prst="rtTriangle">
              <a:avLst/>
            </a:prstGeom>
            <a:solidFill>
              <a:srgbClr val="E6F2F2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13" name="Google Shape;213;p21"/>
            <p:cNvSpPr/>
            <p:nvPr/>
          </p:nvSpPr>
          <p:spPr>
            <a:xfrm rot="5400000">
              <a:off x="2046994" y="3526155"/>
              <a:ext cx="489900" cy="1017600"/>
            </a:xfrm>
            <a:prstGeom prst="rtTriangle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764516" y="4543752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1"/>
            <p:cNvSpPr txBox="1"/>
            <p:nvPr/>
          </p:nvSpPr>
          <p:spPr>
            <a:xfrm>
              <a:off x="1783208" y="4336625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3420000" y="4279910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 object has been rotated 270° </a:t>
              </a:r>
              <a:r>
                <a:rPr lang="en-GB" sz="1200" u="sng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 u="sng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        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468000" y="2889600"/>
              <a:ext cx="66240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" name="Google Shape;218;p21"/>
          <p:cNvGrpSpPr/>
          <p:nvPr/>
        </p:nvGrpSpPr>
        <p:grpSpPr>
          <a:xfrm>
            <a:off x="468000" y="5248654"/>
            <a:ext cx="6624000" cy="2157220"/>
            <a:chOff x="468000" y="5140813"/>
            <a:chExt cx="6624000" cy="2157220"/>
          </a:xfrm>
        </p:grpSpPr>
        <p:sp>
          <p:nvSpPr>
            <p:cNvPr id="219" name="Google Shape;219;p21"/>
            <p:cNvSpPr/>
            <p:nvPr/>
          </p:nvSpPr>
          <p:spPr>
            <a:xfrm>
              <a:off x="807348" y="5655384"/>
              <a:ext cx="521700" cy="1083600"/>
            </a:xfrm>
            <a:prstGeom prst="homePlate">
              <a:avLst>
                <a:gd name="adj" fmla="val 50000"/>
              </a:avLst>
            </a:prstGeom>
            <a:solidFill>
              <a:srgbClr val="E6F2F2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0" name="Google Shape;220;p21"/>
            <p:cNvSpPr/>
            <p:nvPr/>
          </p:nvSpPr>
          <p:spPr>
            <a:xfrm rot="-5400000">
              <a:off x="1998266" y="5655499"/>
              <a:ext cx="521700" cy="1083600"/>
            </a:xfrm>
            <a:prstGeom prst="homePlate">
              <a:avLst>
                <a:gd name="adj" fmla="val 50000"/>
              </a:avLst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3420000" y="5620434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90°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764516" y="6763275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1783208" y="6556147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3420000" y="6499433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468000" y="5140813"/>
              <a:ext cx="66240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" name="Google Shape;226;p21"/>
          <p:cNvGrpSpPr/>
          <p:nvPr/>
        </p:nvGrpSpPr>
        <p:grpSpPr>
          <a:xfrm>
            <a:off x="468000" y="7576017"/>
            <a:ext cx="6624000" cy="2157216"/>
            <a:chOff x="468000" y="7347417"/>
            <a:chExt cx="6624000" cy="2157216"/>
          </a:xfrm>
        </p:grpSpPr>
        <p:sp>
          <p:nvSpPr>
            <p:cNvPr id="227" name="Google Shape;227;p21"/>
            <p:cNvSpPr/>
            <p:nvPr/>
          </p:nvSpPr>
          <p:spPr>
            <a:xfrm>
              <a:off x="807350" y="7952272"/>
              <a:ext cx="490200" cy="1017600"/>
            </a:xfrm>
            <a:prstGeom prst="trapezoid">
              <a:avLst>
                <a:gd name="adj" fmla="val 25000"/>
              </a:avLst>
            </a:prstGeom>
            <a:solidFill>
              <a:srgbClr val="E6F2F2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8" name="Google Shape;228;p21"/>
            <p:cNvSpPr/>
            <p:nvPr/>
          </p:nvSpPr>
          <p:spPr>
            <a:xfrm rot="-5400000">
              <a:off x="2047121" y="7952287"/>
              <a:ext cx="490200" cy="1017600"/>
            </a:xfrm>
            <a:prstGeom prst="trapezoid">
              <a:avLst>
                <a:gd name="adj" fmla="val 25000"/>
              </a:avLst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3420000" y="7827034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764516" y="8969875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3420000" y="8706033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__            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            </a:t>
              </a:r>
              <a:r>
                <a:rPr lang="en-GB" sz="1200" u="sng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anti-clockwise.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1783208" y="8762747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468000" y="7347417"/>
              <a:ext cx="66240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4" name="Google Shape;234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p22"/>
          <p:cNvSpPr txBox="1"/>
          <p:nvPr/>
        </p:nvSpPr>
        <p:spPr>
          <a:xfrm>
            <a:off x="467925" y="7806275"/>
            <a:ext cx="2138400" cy="17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direction will the image of the arrow be pointing?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In total, how many degrees will the arrow have rotated?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933725" y="5726694"/>
            <a:ext cx="329100" cy="1006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1" name="Google Shape;241;p22"/>
          <p:cNvSpPr/>
          <p:nvPr/>
        </p:nvSpPr>
        <p:spPr>
          <a:xfrm rot="-8100000">
            <a:off x="2163822" y="5726575"/>
            <a:ext cx="329229" cy="1006779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more complex sizes of rotation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3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468000" y="360000"/>
            <a:ext cx="5778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Describing a rotation's direction and size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4140000" y="2214334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one and three-quarter turns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4140000" y="1546417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between no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 quarter turn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468000" y="981000"/>
            <a:ext cx="6624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down the calculation and single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angle in degrees to each of the following statements.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67925" y="1546425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between a quarter turn and a half turn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67925" y="2214343"/>
            <a:ext cx="2952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two full turns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811847" y="3401745"/>
            <a:ext cx="479400" cy="996000"/>
          </a:xfrm>
          <a:prstGeom prst="upArrow">
            <a:avLst>
              <a:gd name="adj1" fmla="val 50000"/>
              <a:gd name="adj2" fmla="val 24181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2"/>
          <p:cNvSpPr/>
          <p:nvPr/>
        </p:nvSpPr>
        <p:spPr>
          <a:xfrm rot="6000977">
            <a:off x="2028993" y="3401758"/>
            <a:ext cx="479508" cy="995859"/>
          </a:xfrm>
          <a:prstGeom prst="upArrow">
            <a:avLst>
              <a:gd name="adj1" fmla="val 50000"/>
              <a:gd name="adj2" fmla="val 24181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54" name="Google Shape;254;p22"/>
          <p:cNvGrpSpPr/>
          <p:nvPr/>
        </p:nvGrpSpPr>
        <p:grpSpPr>
          <a:xfrm>
            <a:off x="468000" y="2813392"/>
            <a:ext cx="6624000" cy="2157216"/>
            <a:chOff x="468000" y="7347417"/>
            <a:chExt cx="6624000" cy="2157216"/>
          </a:xfrm>
        </p:grpSpPr>
        <p:sp>
          <p:nvSpPr>
            <p:cNvPr id="255" name="Google Shape;255;p22"/>
            <p:cNvSpPr txBox="1"/>
            <p:nvPr/>
          </p:nvSpPr>
          <p:spPr>
            <a:xfrm>
              <a:off x="3420000" y="7827034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1: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100° 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764516" y="8969875"/>
              <a:ext cx="5679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2"/>
            <p:cNvSpPr txBox="1"/>
            <p:nvPr/>
          </p:nvSpPr>
          <p:spPr>
            <a:xfrm>
              <a:off x="3420000" y="8706033"/>
              <a:ext cx="3672000" cy="7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Possible Statement 2: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object has been rotated </a:t>
              </a:r>
              <a:r>
                <a:rPr lang="en-GB" sz="1200" u="sng">
                  <a:latin typeface="Lexend"/>
                  <a:ea typeface="Lexend"/>
                  <a:cs typeface="Lexend"/>
                  <a:sym typeface="Lexend"/>
                </a:rPr>
                <a:t>   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anti-clockwise.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1783208" y="8718238"/>
              <a:ext cx="1017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468000" y="7347417"/>
              <a:ext cx="66240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) The object has been rotated by less than 360° to create its image.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Complete the two sentences that could describe this transformation.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" name="Google Shape;260;p22"/>
          <p:cNvSpPr txBox="1"/>
          <p:nvPr/>
        </p:nvSpPr>
        <p:spPr>
          <a:xfrm>
            <a:off x="3420000" y="5597009"/>
            <a:ext cx="36720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Possible Statement 1: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rotated 140°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764516" y="6739850"/>
            <a:ext cx="5679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3420000" y="6476008"/>
            <a:ext cx="36720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Possible Statement 2: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rotated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1783208" y="6640613"/>
            <a:ext cx="1017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468000" y="5117392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object has been rotated by less than 360° to create its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two sentences that could describe this transformation.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467925" y="7325850"/>
            <a:ext cx="59997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5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This arrow will be rotated anti-clockwise through                                                                 two full turns and three-quarters of another.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2"/>
          <p:cNvSpPr/>
          <p:nvPr/>
        </p:nvSpPr>
        <p:spPr>
          <a:xfrm rot="10800000">
            <a:off x="4415200" y="7337500"/>
            <a:ext cx="270300" cy="561300"/>
          </a:xfrm>
          <a:prstGeom prst="upArrow">
            <a:avLst>
              <a:gd name="adj1" fmla="val 50000"/>
              <a:gd name="adj2" fmla="val 78030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2800800" y="7806275"/>
            <a:ext cx="4291200" cy="16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Give a description of a different anti-clockwise rotation that would result in the arrow pointing in the same direction.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Give a description of a clockwise rotation that would result in the arrow pointing in the same direction.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2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2023-11-02T14:21:08.790</cp:lastPrinted>
  <dcterms:created xsi:type="dcterms:W3CDTF">2023-11-02T14:21:08Z</dcterms:created>
  <dcterms:modified xsi:type="dcterms:W3CDTF">2023-11-02T14:20:36Z</dcterms:modified>
</cp:coreProperties>
</file>