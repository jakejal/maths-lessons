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g28def84ff83_0_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8def84ff83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7314100"/>
            <a:ext cx="6624000" cy="247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with tracing paper and centre on a vertex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Rotating objects</a:t>
            </a:r>
            <a:endParaRPr/>
          </a:p>
        </p:txBody>
      </p:sp>
      <p:sp>
        <p:nvSpPr>
          <p:cNvPr id="164" name="Google Shape;16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593675"/>
            <a:ext cx="33120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the object by 90° clockwise about the centre of rotation that is labelled onto the vertex of the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 vertices of your image should overlap with the      on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242" y="2647892"/>
            <a:ext cx="177467" cy="171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rcRect t="239"/>
          <a:stretch>
            <a:fillRect/>
          </a:stretch>
        </p:blipFill>
        <p:spPr>
          <a:xfrm>
            <a:off x="4139988" y="1593675"/>
            <a:ext cx="2405512" cy="219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68000" y="3882100"/>
            <a:ext cx="662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Rotate the following objects about the centre of rotation that is labelled with a 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4086657"/>
            <a:ext cx="1681058" cy="179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00" y="5886258"/>
            <a:ext cx="168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5054" y="4086657"/>
            <a:ext cx="1549781" cy="179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2939445" y="5886258"/>
            <a:ext cx="168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90°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3948" y="4104160"/>
            <a:ext cx="1648052" cy="179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443948" y="5886258"/>
            <a:ext cx="1647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90°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6441101"/>
            <a:ext cx="662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Rotate each shape clockwise by 90° around the centre of rotation given. Repeat this rotation two more times, but each time start from the image you have just drawn, and treat that as the new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result of each three rotations should look like a pinwheel or windmill.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objects with centre outside the object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3" name="Google Shape;18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Rotating objects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1058949"/>
            <a:ext cx="3312000" cy="17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object A by 90° clockwise around the point (7, 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Rotate object A by 90° clockwise around the point (6,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200" y="1058950"/>
            <a:ext cx="2722801" cy="269469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4550138" y="2070872"/>
            <a:ext cx="847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6825" y="4185000"/>
            <a:ext cx="66240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Follow the instructions to rotate each object below so the images combine to create a picture.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25" y="4652425"/>
            <a:ext cx="6623999" cy="4295216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1"/>
          <p:cNvSpPr txBox="1"/>
          <p:nvPr/>
        </p:nvSpPr>
        <p:spPr>
          <a:xfrm>
            <a:off x="981229" y="5385876"/>
            <a:ext cx="1767300" cy="43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(12, 14)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85641" y="7409228"/>
            <a:ext cx="1562700" cy="4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(7,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350846" y="5368701"/>
            <a:ext cx="1672500" cy="47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(15,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objects with centre in or on the object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Rotating objects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468000" y="1057200"/>
            <a:ext cx="3312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this shape by 90° anti-clockwise around the point (3, 6).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How many unit squares of overlap are there between the object and its image?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0" y="1059198"/>
            <a:ext cx="2387900" cy="31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466825" y="4469550"/>
            <a:ext cx="6624000" cy="1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Rotate each of these rectangles by the descriptions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75" y="4712800"/>
            <a:ext cx="6623999" cy="40245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2162455" y="5107473"/>
            <a:ext cx="15696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(12, 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863724" y="6048822"/>
            <a:ext cx="15696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270°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(3,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5248832" y="5938166"/>
            <a:ext cx="16560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450° anti-clockwise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(19,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3464143" y="5496849"/>
            <a:ext cx="265800" cy="1289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22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Rotating objects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2023-11-02T14:21:40.358</cp:lastPrinted>
  <dcterms:created xsi:type="dcterms:W3CDTF">2023-11-02T14:21:40Z</dcterms:created>
  <dcterms:modified xsi:type="dcterms:W3CDTF">2023-11-02T14:21:49Z</dcterms:modified>
</cp:coreProperties>
</file>