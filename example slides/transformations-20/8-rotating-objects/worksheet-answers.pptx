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9100a8ea01_0_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9100a8ea01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with tracing paper and centre on a vertex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Rotating objects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593675"/>
            <a:ext cx="33120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the object by 90° clockwise about the centre of rotation that is labelled onto the vertex of the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 vertices of your image should overlap with the      on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242" y="2647892"/>
            <a:ext cx="177467" cy="171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t="239"/>
          <a:stretch>
            <a:fillRect/>
          </a:stretch>
        </p:blipFill>
        <p:spPr>
          <a:xfrm>
            <a:off x="4139988" y="1593675"/>
            <a:ext cx="2405512" cy="219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3882100"/>
            <a:ext cx="662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Rotate the following objects about the centre of rotation that is labelled with a 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4086657"/>
            <a:ext cx="1681058" cy="179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5886258"/>
            <a:ext cx="168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5054" y="4086657"/>
            <a:ext cx="1549781" cy="179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2939445" y="5886258"/>
            <a:ext cx="168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90°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3948" y="4104160"/>
            <a:ext cx="1648052" cy="179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443948" y="5886258"/>
            <a:ext cx="1647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90°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6441101"/>
            <a:ext cx="662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Rotate each shape clockwise by 90° around the centre of rotation given. Repeat this rotation two more times, but each time start from the image you have just drawn, and treat that as the new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result of each three rotations should look like a pinwheel or windmill.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/>
          <p:nvPr/>
        </p:nvSpPr>
        <p:spPr>
          <a:xfrm>
            <a:off x="4374400" y="2361849"/>
            <a:ext cx="1033500" cy="524400"/>
          </a:xfrm>
          <a:prstGeom prst="rect">
            <a:avLst/>
          </a:pr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152250" y="4831001"/>
            <a:ext cx="597019" cy="594582"/>
          </a:xfrm>
          <a:custGeom>
            <a:rect l="l" t="t" r="r" b="b"/>
            <a:pathLst>
              <a:path w="777875" h="774700" extrusionOk="0">
                <a:moveTo>
                  <a:pt x="3175" y="0"/>
                </a:moveTo>
                <a:lnTo>
                  <a:pt x="777875" y="0"/>
                </a:lnTo>
                <a:lnTo>
                  <a:pt x="777875" y="774700"/>
                </a:lnTo>
                <a:lnTo>
                  <a:pt x="0" y="774700"/>
                </a:lnTo>
                <a:lnTo>
                  <a:pt x="0" y="774700"/>
                </a:lnTo>
                <a:cubicBezTo>
                  <a:pt x="1058" y="516467"/>
                  <a:pt x="2117" y="258233"/>
                  <a:pt x="3175" y="0"/>
                </a:cubicBezTo>
                <a:close/>
              </a:path>
            </a:pathLst>
          </a:cu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 rot="5400000">
            <a:off x="3368242" y="4719553"/>
            <a:ext cx="771406" cy="773252"/>
          </a:xfrm>
          <a:custGeom>
            <a:rect l="l" t="t" r="r" b="b"/>
            <a:pathLst>
              <a:path w="995363" h="997744" extrusionOk="0">
                <a:moveTo>
                  <a:pt x="0" y="661987"/>
                </a:moveTo>
                <a:lnTo>
                  <a:pt x="995363" y="0"/>
                </a:lnTo>
                <a:lnTo>
                  <a:pt x="995363" y="997744"/>
                </a:lnTo>
                <a:lnTo>
                  <a:pt x="0" y="661987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 rot="-5400000">
            <a:off x="6324354" y="4525829"/>
            <a:ext cx="536317" cy="800725"/>
          </a:xfrm>
          <a:custGeom>
            <a:rect l="l" t="t" r="r" b="b"/>
            <a:pathLst>
              <a:path w="681037" h="1016794" extrusionOk="0">
                <a:moveTo>
                  <a:pt x="0" y="338138"/>
                </a:moveTo>
                <a:lnTo>
                  <a:pt x="681037" y="0"/>
                </a:lnTo>
                <a:lnTo>
                  <a:pt x="340518" y="1016794"/>
                </a:lnTo>
                <a:lnTo>
                  <a:pt x="0" y="338138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750" y="7314100"/>
            <a:ext cx="6610500" cy="229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26" y="4652425"/>
            <a:ext cx="6624000" cy="432087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objects with centre outside the object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455025" y="360000"/>
            <a:ext cx="4791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Rotating objects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1058949"/>
            <a:ext cx="3312000" cy="17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object A by 90° clockwise around the point (7, 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Rotate object A by 90° clockwise around the point (6,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9200" y="1058950"/>
            <a:ext cx="2722801" cy="26946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550138" y="2070872"/>
            <a:ext cx="847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6825" y="4185000"/>
            <a:ext cx="66240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Follow the instructions to rotate each object below so the images combine to create a picture.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81229" y="5385876"/>
            <a:ext cx="1767300" cy="43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(12, 14)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85641" y="7409228"/>
            <a:ext cx="1562700" cy="4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(7,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350846" y="5368701"/>
            <a:ext cx="1672500" cy="47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 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(15,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21"/>
          <p:cNvSpPr/>
          <p:nvPr/>
        </p:nvSpPr>
        <p:spPr>
          <a:xfrm rot="5400000">
            <a:off x="5225827" y="1441547"/>
            <a:ext cx="1224201" cy="615256"/>
          </a:xfrm>
          <a:custGeom>
            <a:rect l="l" t="t" r="r" b="b"/>
            <a:pathLst>
              <a:path w="1847850" h="928688" extrusionOk="0">
                <a:moveTo>
                  <a:pt x="1231106" y="0"/>
                </a:moveTo>
                <a:lnTo>
                  <a:pt x="0" y="0"/>
                </a:lnTo>
                <a:lnTo>
                  <a:pt x="0" y="928688"/>
                </a:lnTo>
                <a:lnTo>
                  <a:pt x="1847850" y="928688"/>
                </a:lnTo>
                <a:lnTo>
                  <a:pt x="1231106" y="0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850644" y="2479851"/>
            <a:ext cx="175500" cy="175500"/>
          </a:xfrm>
          <a:prstGeom prst="mathMultiply">
            <a:avLst>
              <a:gd name="adj1" fmla="val 21606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646764" y="3504612"/>
            <a:ext cx="175500" cy="175500"/>
          </a:xfrm>
          <a:prstGeom prst="mathMultiply">
            <a:avLst>
              <a:gd name="adj1" fmla="val 21606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 rot="5400000">
            <a:off x="6042872" y="2673058"/>
            <a:ext cx="1224201" cy="615256"/>
          </a:xfrm>
          <a:custGeom>
            <a:rect l="l" t="t" r="r" b="b"/>
            <a:pathLst>
              <a:path w="1847850" h="928688" extrusionOk="0">
                <a:moveTo>
                  <a:pt x="1231106" y="0"/>
                </a:moveTo>
                <a:lnTo>
                  <a:pt x="0" y="0"/>
                </a:lnTo>
                <a:lnTo>
                  <a:pt x="0" y="928688"/>
                </a:lnTo>
                <a:lnTo>
                  <a:pt x="1847850" y="928688"/>
                </a:lnTo>
                <a:lnTo>
                  <a:pt x="1231106" y="0"/>
                </a:lnTo>
                <a:close/>
              </a:path>
            </a:pathLst>
          </a:custGeom>
          <a:solidFill>
            <a:srgbClr val="845AD9">
              <a:alpha val="1490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0" y="4941400"/>
            <a:ext cx="6623999" cy="402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000" y="1082175"/>
            <a:ext cx="2387900" cy="313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Rotating objects with centre in or on the object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1057200"/>
            <a:ext cx="3312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Rotate this shape by 90° anti-clockwise around the point (3, 6).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How many unit squares of overlap are there between the object and its image?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6825" y="4698150"/>
            <a:ext cx="6624000" cy="1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Rotate each of these rectangles by the descriptions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162455" y="5336073"/>
            <a:ext cx="15696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(12, 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863724" y="6277422"/>
            <a:ext cx="15696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270° anti-clockwise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(3,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248832" y="6166766"/>
            <a:ext cx="1656000" cy="40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450° anti-clockwise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around (19,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3464143" y="5725449"/>
            <a:ext cx="265800" cy="1289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22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22"/>
          <p:cNvSpPr txBox="1"/>
          <p:nvPr/>
        </p:nvSpPr>
        <p:spPr>
          <a:xfrm>
            <a:off x="1455025" y="360000"/>
            <a:ext cx="4791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Rotating objects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2023-11-02T14:22:22.466</cp:lastPrinted>
  <dcterms:created xsi:type="dcterms:W3CDTF">2023-11-02T14:22:22Z</dcterms:created>
  <dcterms:modified xsi:type="dcterms:W3CDTF">2023-11-02T14:22:31Z</dcterms:modified>
</cp:coreProperties>
</file>