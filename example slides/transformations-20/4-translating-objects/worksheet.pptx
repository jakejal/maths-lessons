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13" Type="http://schemas.openxmlformats.org/officeDocument/2006/relationships/image" Target="../media/image15.png" /><Relationship Id="rId14" Type="http://schemas.openxmlformats.org/officeDocument/2006/relationships/image" Target="../media/image16.png" /><Relationship Id="rId15" Type="http://schemas.openxmlformats.org/officeDocument/2006/relationships/image" Target="../media/image17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2.png" /><Relationship Id="rId11" Type="http://schemas.openxmlformats.org/officeDocument/2006/relationships/image" Target="../media/image24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image" Target="../media/image22.png" /><Relationship Id="rId8" Type="http://schemas.openxmlformats.org/officeDocument/2006/relationships/image" Target="../media/image23.png" /><Relationship Id="rId9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66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Translating a single point from a description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961925"/>
            <a:ext cx="66240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 the image of point L after the following translations: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 descr="&lt;math xmlns=&quot;http://www.w3.org/1998/Math/MathML&quot; display=&quot;block&quot; data-is-equatio=&quot;1&quot; data-latex=&quot;\left(\begin{matrix}1\\&amp;#13;&amp;#10;2\end{matrix}\right)&quot;&gt;&lt;mrow data-mjx-texclass=&quot;INNER&quot;&gt;&lt;mo data-mjx-texclass=&quot;OPEN&quot;&gt;(&lt;/mo&gt;&lt;mtable columnspacing=&quot;1em&quot; rowspacing=&quot;4pt&quot;&gt;&lt;mtr&gt;&lt;mtd&gt;&lt;mn&gt;1&lt;/mn&gt;&lt;/mtd&gt;&lt;/mtr&gt;&lt;mtr&gt;&lt;mtd&gt;&lt;mn&gt;2&lt;/mn&gt;&lt;/mtd&gt;&lt;/mtr&gt;&lt;/mtable&gt;&lt;mo data-mjx-texclass=&quot;CLOSE&quot;&gt;)&lt;/mo&gt;&lt;/mrow&gt;&lt;/math&gt;" title="the 2 by 1 column matrix 1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274" y="2152299"/>
            <a:ext cx="356100" cy="44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&lt;math xmlns=&quot;http://www.w3.org/1998/Math/MathML&quot; display=&quot;block&quot; data-is-equatio=&quot;1&quot; data-latex=&quot;\left(\begin{matrix}-2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3&lt;/mn&gt;&lt;/mtd&gt;&lt;/mtr&gt;&lt;/mtable&gt;&lt;mo data-mjx-texclass=&quot;CLOSE&quot;&gt;)&lt;/mo&gt;&lt;/mrow&gt;&lt;/math&gt;" title="the 2 by 1 column matrix negative 2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9150" y="2152299"/>
            <a:ext cx="483300" cy="45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&lt;math xmlns=&quot;http://www.w3.org/1998/Math/MathML&quot; display=&quot;block&quot; data-is-equatio=&quot;1&quot; data-latex=&quot;\left(\begin{matrix}-1\\&amp;#13;&amp;#10;-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o&gt;−&lt;/mo&gt;&lt;mn&gt;3&lt;/mn&gt;&lt;/mtd&gt;&lt;/mtr&gt;&lt;/mtable&gt;&lt;mo data-mjx-texclass=&quot;CLOSE&quot;&gt;)&lt;/mo&gt;&lt;/mrow&gt;&lt;/math&gt;" title="the 2 by 1 column matrix negative 1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8353" y="2152590"/>
            <a:ext cx="483300" cy="450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&lt;math xmlns=&quot;http://www.w3.org/1998/Math/MathML&quot; display=&quot;block&quot; data-is-equatio=&quot;1&quot; data-latex=&quot;\left(\begin{matrix}3\\&amp;#13;&amp;#10;-2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o&gt;−&lt;/mo&gt;&lt;mn&gt;2&lt;/mn&gt;&lt;/mtd&gt;&lt;/mtr&gt;&lt;/mtable&gt;&lt;mo data-mjx-texclass=&quot;CLOSE&quot;&gt;)&lt;/mo&gt;&lt;/mrow&gt;&lt;/math&gt;" title="the 2 by 1 column matrix 3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3724" y="2152302"/>
            <a:ext cx="483300" cy="45020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2337585" y="2076933"/>
            <a:ext cx="35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642217" y="2076925"/>
            <a:ext cx="35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048408" y="2076925"/>
            <a:ext cx="35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 descr="&lt;math xmlns=&quot;http://www.w3.org/1998/Math/MathML&quot; data-is-equatio=&quot;1&quot; data-equatio-url=&quot;https://equatio-api.texthelp.com/desmos/get/25-09-2023/7412ff76-4147-4188-a32f-15ec821c79bc&quot; data-equatio-type=&quot;image&quot;&gt;&lt;mglyph src=&quot;https://equatio-api.texthelp.com/desmos/get/25-09-2023/7412ff76-4147-4188-a32f-15ec821c79bc&quot; alt=&quot;Equatio Image&quot;/&gt;&lt;/math&gt;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5402" y="2708569"/>
            <a:ext cx="2069197" cy="206919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3712182" y="3864567"/>
            <a:ext cx="24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5040125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total money collected when following this vector trail.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on the star.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 descr="&lt;math xmlns=&quot;http://www.w3.org/1998/Math/MathML&quot; data-is-equatio=&quot;1&quot; data-equatio-url=&quot;https://equatio-api.texthelp.com/desmos/get/25-09-2023/266759d6-421a-4908-baea-442132a1728d&quot; data-equatio-type=&quot;image&quot;&gt;&lt;mglyph src=&quot;https://equatio-api.texthelp.com/desmos/get/25-09-2023/266759d6-421a-4908-baea-442132a1728d&quot; alt=&quot;Equatio Image&quot;/&gt;&lt;/math&gt;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7771" y="5288775"/>
            <a:ext cx="2994558" cy="2994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36223" y="5526925"/>
            <a:ext cx="386999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15676" y="5526925"/>
            <a:ext cx="521555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692512" y="5526925"/>
            <a:ext cx="386999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09500" y="6157193"/>
            <a:ext cx="521555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35904" y="6157193"/>
            <a:ext cx="521555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91701" y="6157193"/>
            <a:ext cx="386999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37994" y="6816216"/>
            <a:ext cx="521555" cy="4858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>
            <a:stCxn id="176" idx="3"/>
            <a:endCxn id="177" idx="1"/>
          </p:cNvCxnSpPr>
          <p:nvPr/>
        </p:nvCxnSpPr>
        <p:spPr>
          <a:xfrm>
            <a:off x="1623222" y="5769843"/>
            <a:ext cx="292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4" name="Google Shape;184;p20"/>
          <p:cNvCxnSpPr>
            <a:stCxn id="178" idx="3"/>
            <a:endCxn id="179" idx="1"/>
          </p:cNvCxnSpPr>
          <p:nvPr/>
        </p:nvCxnSpPr>
        <p:spPr>
          <a:xfrm flipH="1">
            <a:off x="1209610" y="5769843"/>
            <a:ext cx="1869900" cy="630300"/>
          </a:xfrm>
          <a:prstGeom prst="bentConnector5">
            <a:avLst>
              <a:gd name="adj1" fmla="val -12735"/>
              <a:gd name="adj2" fmla="val 49997"/>
              <a:gd name="adj3" fmla="val 112741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5" name="Google Shape;185;p20"/>
          <p:cNvCxnSpPr>
            <a:stCxn id="181" idx="3"/>
            <a:endCxn id="182" idx="1"/>
          </p:cNvCxnSpPr>
          <p:nvPr/>
        </p:nvCxnSpPr>
        <p:spPr>
          <a:xfrm flipH="1">
            <a:off x="1938000" y="6400111"/>
            <a:ext cx="1340700" cy="659100"/>
          </a:xfrm>
          <a:prstGeom prst="bentConnector5">
            <a:avLst>
              <a:gd name="adj1" fmla="val -17761"/>
              <a:gd name="adj2" fmla="val 49994"/>
              <a:gd name="adj3" fmla="val 11776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2557457" y="6400151"/>
            <a:ext cx="35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7" name="Google Shape;187;p20"/>
          <p:cNvCxnSpPr>
            <a:endCxn id="178" idx="1"/>
          </p:cNvCxnSpPr>
          <p:nvPr/>
        </p:nvCxnSpPr>
        <p:spPr>
          <a:xfrm rot="10800000" flipH="1">
            <a:off x="2411112" y="5769843"/>
            <a:ext cx="281400" cy="1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1699872" y="6400148"/>
            <a:ext cx="359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9" name="Google Shape;189;p20"/>
          <p:cNvSpPr txBox="1"/>
          <p:nvPr/>
        </p:nvSpPr>
        <p:spPr>
          <a:xfrm>
            <a:off x="468000" y="8488200"/>
            <a:ext cx="66240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Investigate the total money you can collect using all of the vectors but in any order.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on the star.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 descr="&lt;math xmlns=&quot;http://www.w3.org/1998/Math/MathML&quot; display=&quot;block&quot; data-is-equatio=&quot;1&quot; data-latex=&quot;\left(\begin{matrix}2\\&amp;#13;&amp;#10;2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2&lt;/mn&gt;&lt;/mtd&gt;&lt;/mtr&gt;&lt;/mtable&gt;&lt;mo data-mjx-texclass=&quot;CLOSE&quot;&gt;)&lt;/mo&gt;&lt;/mrow&gt;&lt;/math&gt;" title="the 2 by 1 column matrix 2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2124" y="8682000"/>
            <a:ext cx="387000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8850" y="8682000"/>
            <a:ext cx="521550" cy="4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left(\begin{matrix}4\\&amp;#13;&amp;#10;7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7&lt;/mn&gt;&lt;/mtd&gt;&lt;/mtr&gt;&lt;/mtable&gt;&lt;mo data-mjx-texclass=&quot;CLOSE&quot;&gt;)&lt;/mo&gt;&lt;/mrow&gt;&lt;/math&gt;" title="the 2 by 1 column matrix 4 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90276" y="8652875"/>
            <a:ext cx="387000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title="the 2 by 1 column matrix negative 3 negative 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09488" y="9273850"/>
            <a:ext cx="521550" cy="4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title="the 2 by 1 column matrix negative 2 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45828" y="8682003"/>
            <a:ext cx="521550" cy="4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left(\begin{matrix}4\\&amp;#13;&amp;#10;0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0&lt;/mn&gt;&lt;/mtd&gt;&lt;/mtr&gt;&lt;/mtable&gt;&lt;mo data-mjx-texclass=&quot;CLOSE&quot;&gt;)&lt;/mo&gt;&lt;/mrow&gt;&lt;/math&gt;" title="the 2 by 1 column matrix 4 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27878" y="8682000"/>
            <a:ext cx="387000" cy="48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700260" y="9298976"/>
            <a:ext cx="521550" cy="48584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2337575" y="8727825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079500" y="8727863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963263" y="8711138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85525" y="8725950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97150" y="8740250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370563" y="9332100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338187" y="9357225"/>
            <a:ext cx="53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471800" y="9979000"/>
            <a:ext cx="661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Translating objects</a:t>
            </a:r>
            <a:endParaRPr/>
          </a:p>
        </p:txBody>
      </p:sp>
      <p:sp>
        <p:nvSpPr>
          <p:cNvPr id="211" name="Google Shape;21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1292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plan view of a bedroom. By only translating the objects, redesign the layout.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09" y="2017123"/>
            <a:ext cx="2833575" cy="22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7043" y="2014138"/>
            <a:ext cx="2833575" cy="227805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980659" y="2633614"/>
            <a:ext cx="48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2053515" y="1980350"/>
            <a:ext cx="9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drawers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 rot="-5400000">
            <a:off x="797664" y="3798666"/>
            <a:ext cx="57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desk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708446" y="4269657"/>
            <a:ext cx="18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wardrobe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 rot="10800000" flipH="1">
            <a:off x="3275663" y="4186366"/>
            <a:ext cx="79800" cy="159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1"/>
          <p:cNvSpPr txBox="1"/>
          <p:nvPr/>
        </p:nvSpPr>
        <p:spPr>
          <a:xfrm>
            <a:off x="468000" y="49159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translations, always start with triangle A.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3383142" y="5393850"/>
            <a:ext cx="3515264" cy="2808073"/>
            <a:chOff x="3949376" y="1328200"/>
            <a:chExt cx="4371675" cy="3492194"/>
          </a:xfrm>
        </p:grpSpPr>
        <p:pic>
          <p:nvPicPr>
            <p:cNvPr id="223" name="Google Shape;223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9376" y="1328200"/>
              <a:ext cx="4371675" cy="3492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1"/>
            <p:cNvSpPr txBox="1"/>
            <p:nvPr/>
          </p:nvSpPr>
          <p:spPr>
            <a:xfrm>
              <a:off x="5952000" y="2843450"/>
              <a:ext cx="381000" cy="5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5" name="Google Shape;225;p21" descr="&lt;math xmlns=&quot;http://www.w3.org/1998/Math/MathML&quot; display=&quot;block&quot; data-is-equatio=&quot;1&quot; data-latex=&quot;\left(\begin{matrix}4\\&amp;#13;&amp;#10;2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n&gt;2&lt;/mn&gt;&lt;/mtd&gt;&lt;/mtr&gt;&lt;/mtable&gt;&lt;mo data-mjx-texclass=&quot;CLOSE&quot;&gt;)&lt;/mo&gt;&lt;/mrow&gt;&lt;/math&gt;" title="the 2 by 1 column matrix 4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6348" y="5196427"/>
            <a:ext cx="427200" cy="5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&lt;math xmlns=&quot;http://www.w3.org/1998/Math/MathML&quot; display=&quot;block&quot; data-is-equatio=&quot;1&quot; data-latex=&quot;\left(\begin{matrix}-3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2&lt;/mn&gt;&lt;/mtd&gt;&lt;/mtr&gt;&lt;/mtable&gt;&lt;mo data-mjx-texclass=&quot;CLOSE&quot;&gt;)&lt;/mo&gt;&lt;/mrow&gt;&lt;/math&gt;" title="the 2 by 1 column matrix negative 3 negative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8511" y="5164565"/>
            <a:ext cx="575769" cy="5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&lt;math xmlns=&quot;http://www.w3.org/1998/Math/MathML&quot; display=&quot;block&quot; data-is-equatio=&quot;1&quot; data-latex=&quot;\left(\begin{matrix}2\\&amp;#13;&amp;#10;0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n&gt;0&lt;/mn&gt;&lt;/mtd&gt;&lt;/mtr&gt;&lt;/mtable&gt;&lt;mo data-mjx-texclass=&quot;CLOSE&quot;&gt;)&lt;/mo&gt;&lt;/mrow&gt;&lt;/math&gt;" title="the 2 by 1 column matrix 2 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6348" y="6718776"/>
            <a:ext cx="427200" cy="536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&lt;math xmlns=&quot;http://www.w3.org/1998/Math/MathML&quot; display=&quot;block&quot; data-is-equatio=&quot;1&quot; data-latex=&quot;\left(\begin{matrix}0\\&amp;#13;&amp;#10;-3\end{matrix}\right)&quot;&gt;&lt;mrow data-mjx-texclass=&quot;INNER&quot;&gt;&lt;mo data-mjx-texclass=&quot;OPEN&quot;&gt;(&lt;/mo&gt;&lt;mtable columnspacing=&quot;1em&quot; rowspacing=&quot;4pt&quot;&gt;&lt;mtr&gt;&lt;mtd&gt;&lt;mn&gt;0&lt;/mn&gt;&lt;/mtd&gt;&lt;/mtr&gt;&lt;mtr&gt;&lt;mtd&gt;&lt;mo&gt;−&lt;/mo&gt;&lt;mn&gt;3&lt;/mn&gt;&lt;/mtd&gt;&lt;/mtr&gt;&lt;/mtable&gt;&lt;mo data-mjx-texclass=&quot;CLOSE&quot;&gt;)&lt;/mo&gt;&lt;/mrow&gt;&lt;/math&gt;" title="the 2 by 1 column matrix 0 negative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18513" y="6718775"/>
            <a:ext cx="575775" cy="53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1952528" y="5242909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888222" y="6021990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936965" y="6006817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81920" y="6770877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951344" y="6747648"/>
            <a:ext cx="4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 descr="&lt;math xmlns=&quot;http://www.w3.org/1998/Math/MathML&quot; display=&quot;block&quot; data-is-equatio=&quot;1&quot; data-latex=&quot;\left(\begin{matrix}2\\&amp;#13;&amp;#10;-1\end{matrix}\right)&quot;&gt;&lt;mrow data-mjx-texclass=&quot;INNER&quot;&gt;&lt;mo data-mjx-texclass=&quot;OPEN&quot;&gt;(&lt;/mo&gt;&lt;mtable columnspacing=&quot;1em&quot; rowspacing=&quot;4pt&quot;&gt;&lt;mtr&gt;&lt;mtd&gt;&lt;mn&gt;2&lt;/mn&gt;&lt;/mtd&gt;&lt;/mtr&gt;&lt;mtr&gt;&lt;mtd&gt;&lt;mo&gt;−&lt;/mo&gt;&lt;mn&gt;1&lt;/mn&gt;&lt;/mtd&gt;&lt;/mtr&gt;&lt;/mtable&gt;&lt;mo data-mjx-texclass=&quot;CLOSE&quot;&gt;)&lt;/mo&gt;&lt;/mrow&gt;&lt;/math&gt;" title="the 2 by 1 column matrix 2 negative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38261" y="5957603"/>
            <a:ext cx="575775" cy="536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\left(\begin{matrix}-1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1&lt;/mn&gt;&lt;/mtd&gt;&lt;/mtr&gt;&lt;mtr&gt;&lt;mtd&gt;&lt;mn&gt;3&lt;/mn&gt;&lt;/mtd&gt;&lt;/mtr&gt;&lt;/mtable&gt;&lt;mo data-mjx-texclass=&quot;CLOSE&quot;&gt;)&lt;/mo&gt;&lt;/mrow&gt;&lt;/math&gt;" title="the 2 by 1 column matrix negative 1 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8500" y="5957602"/>
            <a:ext cx="575775" cy="53635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8370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Translating more complex objects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471800" y="9979000"/>
            <a:ext cx="661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Translating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2023-11-02T14:20:11.187</cp:lastPrinted>
  <dcterms:created xsi:type="dcterms:W3CDTF">2023-11-02T14:20:11Z</dcterms:created>
  <dcterms:modified xsi:type="dcterms:W3CDTF">2023-11-02T14:20:20Z</dcterms:modified>
</cp:coreProperties>
</file>