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5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0.png" /><Relationship Id="rId4" Type="http://schemas.openxmlformats.org/officeDocument/2006/relationships/image" Target="../media/image21.png" /><Relationship Id="rId5" Type="http://schemas.openxmlformats.org/officeDocument/2006/relationships/image" Target="../media/image22.png" /><Relationship Id="rId6" Type="http://schemas.openxmlformats.org/officeDocument/2006/relationships/image" Target="../media/image23.png" /><Relationship Id="rId7" Type="http://schemas.openxmlformats.org/officeDocument/2006/relationships/image" Target="../media/image19.png" /><Relationship Id="rId8" Type="http://schemas.openxmlformats.org/officeDocument/2006/relationships/image" Target="../media/image14.png" /><Relationship Id="rId9" Type="http://schemas.openxmlformats.org/officeDocument/2006/relationships/image" Target="../media/image2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objects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4665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Translating a single point from a description 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961925"/>
            <a:ext cx="6624000" cy="23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Mark the image of point L after the following translations: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 descr="&lt;math xmlns=&quot;http://www.w3.org/1998/Math/MathML&quot; display=&quot;block&quot; data-is-equatio=&quot;1&quot; data-latex=&quot;\left(\begin{matrix}1\\&amp;#13;&amp;#10;2\end{matrix}\right)&quot;&gt;&lt;mrow data-mjx-texclass=&quot;INNER&quot;&gt;&lt;mo data-mjx-texclass=&quot;OPEN&quot;&gt;(&lt;/mo&gt;&lt;mtable columnspacing=&quot;1em&quot; rowspacing=&quot;4pt&quot;&gt;&lt;mtr&gt;&lt;mtd&gt;&lt;mn&gt;1&lt;/mn&gt;&lt;/mtd&gt;&lt;/mtr&gt;&lt;mtr&gt;&lt;mtd&gt;&lt;mn&gt;2&lt;/mn&gt;&lt;/mtd&gt;&lt;/mtr&gt;&lt;/mtable&gt;&lt;mo data-mjx-texclass=&quot;CLOSE&quot;&gt;)&lt;/mo&gt;&lt;/mrow&gt;&lt;/math&gt;" title="the 2 by 1 column matrix 1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274" y="2152299"/>
            <a:ext cx="356100" cy="44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&lt;math xmlns=&quot;http://www.w3.org/1998/Math/MathML&quot; display=&quot;block&quot; data-is-equatio=&quot;1&quot; data-latex=&quot;\left(\begin{matrix}-2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3&lt;/mn&gt;&lt;/mtd&gt;&lt;/mtr&gt;&lt;/mtable&gt;&lt;mo data-mjx-texclass=&quot;CLOSE&quot;&gt;)&lt;/mo&gt;&lt;/mrow&gt;&lt;/math&gt;" title="the 2 by 1 column matrix negative 2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9150" y="2152299"/>
            <a:ext cx="483300" cy="450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&lt;math xmlns=&quot;http://www.w3.org/1998/Math/MathML&quot; display=&quot;block&quot; data-is-equatio=&quot;1&quot; data-latex=&quot;\left(\begin{matrix}-1\\&amp;#13;&amp;#10;-3\end{matrix}\right)&quot;&gt;&lt;mrow data-mjx-texclass=&quot;INNER&quot;&gt;&lt;mo data-mjx-texclass=&quot;OPEN&quot;&gt;(&lt;/mo&gt;&lt;mtable columnspacing=&quot;1em&quot; rowspacing=&quot;4pt&quot;&gt;&lt;mtr&gt;&lt;mtd&gt;&lt;mo&gt;−&lt;/mo&gt;&lt;mn&gt;1&lt;/mn&gt;&lt;/mtd&gt;&lt;/mtr&gt;&lt;mtr&gt;&lt;mtd&gt;&lt;mo&gt;−&lt;/mo&gt;&lt;mn&gt;3&lt;/mn&gt;&lt;/mtd&gt;&lt;/mtr&gt;&lt;/mtable&gt;&lt;mo data-mjx-texclass=&quot;CLOSE&quot;&gt;)&lt;/mo&gt;&lt;/mrow&gt;&lt;/math&gt;" title="the 2 by 1 column matrix negative 1 negative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8353" y="2152590"/>
            <a:ext cx="483300" cy="450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&lt;math xmlns=&quot;http://www.w3.org/1998/Math/MathML&quot; display=&quot;block&quot; data-is-equatio=&quot;1&quot; data-latex=&quot;\left(\begin{matrix}3\\&amp;#13;&amp;#10;-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o&gt;−&lt;/mo&gt;&lt;mn&gt;2&lt;/mn&gt;&lt;/mtd&gt;&lt;/mtr&gt;&lt;/mtable&gt;&lt;mo data-mjx-texclass=&quot;CLOSE&quot;&gt;)&lt;/mo&gt;&lt;/mrow&gt;&lt;/math&gt;" title="the 2 by 1 column matrix 3 negative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3724" y="2152302"/>
            <a:ext cx="483300" cy="45020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2337585" y="2076933"/>
            <a:ext cx="35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642217" y="2076925"/>
            <a:ext cx="35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048408" y="2076925"/>
            <a:ext cx="35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20" descr="&lt;math xmlns=&quot;http://www.w3.org/1998/Math/MathML&quot; data-is-equatio=&quot;1&quot; data-equatio-url=&quot;https://equatio-api.texthelp.com/desmos/get/25-09-2023/7412ff76-4147-4188-a32f-15ec821c79bc&quot; data-equatio-type=&quot;image&quot;&gt;&lt;mglyph src=&quot;https://equatio-api.texthelp.com/desmos/get/25-09-2023/7412ff76-4147-4188-a32f-15ec821c79bc&quot; alt=&quot;Equatio Image&quot;/&gt;&lt;/math&gt;" title="Equatio Imag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45402" y="2708569"/>
            <a:ext cx="2069197" cy="206919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3712182" y="3864567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 flipH="1">
            <a:off x="3834212" y="3302705"/>
            <a:ext cx="2451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x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 flipH="1">
            <a:off x="3209607" y="3100829"/>
            <a:ext cx="2451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x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 flipH="1">
            <a:off x="3426668" y="4330522"/>
            <a:ext cx="2451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x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 flipH="1">
            <a:off x="4242464" y="4122063"/>
            <a:ext cx="2451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x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968218" y="3266665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317440" y="3028669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540146" y="4266482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376308" y="4252673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68000" y="5040125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total money collected when following this vector trail.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 on the star.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 descr="&lt;math xmlns=&quot;http://www.w3.org/1998/Math/MathML&quot; data-is-equatio=&quot;1&quot; data-equatio-url=&quot;https://equatio-api.texthelp.com/desmos/get/25-09-2023/266759d6-421a-4908-baea-442132a1728d&quot; data-equatio-type=&quot;image&quot;&gt;&lt;mglyph src=&quot;https://equatio-api.texthelp.com/desmos/get/25-09-2023/266759d6-421a-4908-baea-442132a1728d&quot; alt=&quot;Equatio Image&quot;/&gt;&lt;/math&gt;" title="Equatio Imag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7771" y="5288775"/>
            <a:ext cx="2994558" cy="2994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\left(\begin{matrix}2\\&amp;#13;&amp;#10;2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2&lt;/mn&gt;&lt;/mtd&gt;&lt;/mtr&gt;&lt;/mtable&gt;&lt;mo data-mjx-texclass=&quot;CLOSE&quot;&gt;)&lt;/mo&gt;&lt;/mrow&gt;&lt;/math&gt;" title="the 2 by 1 column matrix 2 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36223" y="5526925"/>
            <a:ext cx="386999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&lt;math xmlns=&quot;http://www.w3.org/1998/Math/MathML&quot; display=&quot;block&quot; data-is-equatio=&quot;1&quot; data-latex=&quot;\left(\begin{matrix}2\\&amp;#13;&amp;#10;-1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1&lt;/mn&gt;&lt;/mtd&gt;&lt;/mtr&gt;&lt;/mtable&gt;&lt;mo data-mjx-texclass=&quot;CLOSE&quot;&gt;)&lt;/mo&gt;&lt;/mrow&gt;&lt;/math&gt;" title="the 2 by 1 column matrix 2 negative 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15676" y="5526925"/>
            <a:ext cx="521555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&lt;math xmlns=&quot;http://www.w3.org/1998/Math/MathML&quot; display=&quot;block&quot; data-is-equatio=&quot;1&quot; data-latex=&quot;\left(\begin{matrix}4\\&amp;#13;&amp;#10;7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7&lt;/mn&gt;&lt;/mtd&gt;&lt;/mtr&gt;&lt;/mtable&gt;&lt;mo data-mjx-texclass=&quot;CLOSE&quot;&gt;)&lt;/mo&gt;&lt;/mrow&gt;&lt;/math&gt;" title="the 2 by 1 column matrix 4 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92512" y="5526925"/>
            <a:ext cx="386999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&lt;math xmlns=&quot;http://www.w3.org/1998/Math/MathML&quot; display=&quot;block&quot; data-is-equatio=&quot;1&quot; data-latex=&quot;\left(\begin{matrix}-3\\&amp;#13;&amp;#10;-1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1&lt;/mn&gt;&lt;/mtd&gt;&lt;/mtr&gt;&lt;/mtable&gt;&lt;mo data-mjx-texclass=&quot;CLOSE&quot;&gt;)&lt;/mo&gt;&lt;/mrow&gt;&lt;/math&gt;" title="the 2 by 1 column matrix negative 3 negative 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09500" y="6157193"/>
            <a:ext cx="521555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&lt;math xmlns=&quot;http://www.w3.org/1998/Math/MathML&quot; display=&quot;block&quot; data-is-equatio=&quot;1&quot; data-latex=&quot;\left(\begin{matrix}-2\\&amp;#13;&amp;#10;1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1&lt;/mn&gt;&lt;/mtd&gt;&lt;/mtr&gt;&lt;/mtable&gt;&lt;mo data-mjx-texclass=&quot;CLOSE&quot;&gt;)&lt;/mo&gt;&lt;/mrow&gt;&lt;/math&gt;" title="the 2 by 1 column matrix negative 2 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35904" y="6157193"/>
            <a:ext cx="521555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&lt;math xmlns=&quot;http://www.w3.org/1998/Math/MathML&quot; display=&quot;block&quot; data-is-equatio=&quot;1&quot; data-latex=&quot;\left(\begin{matrix}4\\&amp;#13;&amp;#10;0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0&lt;/mn&gt;&lt;/mtd&gt;&lt;/mtr&gt;&lt;/mtable&gt;&lt;mo data-mjx-texclass=&quot;CLOSE&quot;&gt;)&lt;/mo&gt;&lt;/mrow&gt;&lt;/math&gt;" title="the 2 by 1 column matrix 4 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891701" y="6157193"/>
            <a:ext cx="386999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&lt;math xmlns=&quot;http://www.w3.org/1998/Math/MathML&quot; display=&quot;block&quot; data-is-equatio=&quot;1&quot; data-latex=&quot;\left(\begin{matrix}0\\&amp;#13;&amp;#10;-3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o&gt;−&lt;/mo&gt;&lt;mn&gt;3&lt;/mn&gt;&lt;/mtd&gt;&lt;/mtr&gt;&lt;/mtable&gt;&lt;mo data-mjx-texclass=&quot;CLOSE&quot;&gt;)&lt;/mo&gt;&lt;/mrow&gt;&lt;/math&gt;" title="the 2 by 1 column matrix 0 negative 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937994" y="6816216"/>
            <a:ext cx="521555" cy="4858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20"/>
          <p:cNvCxnSpPr>
            <a:stCxn id="194" idx="3"/>
            <a:endCxn id="195" idx="1"/>
          </p:cNvCxnSpPr>
          <p:nvPr/>
        </p:nvCxnSpPr>
        <p:spPr>
          <a:xfrm>
            <a:off x="1623222" y="5769843"/>
            <a:ext cx="292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2" name="Google Shape;202;p20"/>
          <p:cNvCxnSpPr>
            <a:stCxn id="196" idx="3"/>
            <a:endCxn id="197" idx="1"/>
          </p:cNvCxnSpPr>
          <p:nvPr/>
        </p:nvCxnSpPr>
        <p:spPr>
          <a:xfrm flipH="1">
            <a:off x="1209610" y="5769843"/>
            <a:ext cx="1869900" cy="630300"/>
          </a:xfrm>
          <a:prstGeom prst="bentConnector5">
            <a:avLst>
              <a:gd name="adj1" fmla="val -12735"/>
              <a:gd name="adj2" fmla="val 49997"/>
              <a:gd name="adj3" fmla="val 112741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3" name="Google Shape;203;p20"/>
          <p:cNvCxnSpPr>
            <a:stCxn id="199" idx="3"/>
            <a:endCxn id="200" idx="1"/>
          </p:cNvCxnSpPr>
          <p:nvPr/>
        </p:nvCxnSpPr>
        <p:spPr>
          <a:xfrm flipH="1">
            <a:off x="1938000" y="6400111"/>
            <a:ext cx="1340700" cy="659100"/>
          </a:xfrm>
          <a:prstGeom prst="bentConnector5">
            <a:avLst>
              <a:gd name="adj1" fmla="val -17761"/>
              <a:gd name="adj2" fmla="val 49994"/>
              <a:gd name="adj3" fmla="val 117762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4" name="Google Shape;204;p20"/>
          <p:cNvCxnSpPr/>
          <p:nvPr/>
        </p:nvCxnSpPr>
        <p:spPr>
          <a:xfrm>
            <a:off x="2557457" y="6400151"/>
            <a:ext cx="359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5" name="Google Shape;205;p20"/>
          <p:cNvCxnSpPr>
            <a:endCxn id="196" idx="1"/>
          </p:cNvCxnSpPr>
          <p:nvPr/>
        </p:nvCxnSpPr>
        <p:spPr>
          <a:xfrm rot="10800000" flipH="1">
            <a:off x="2411112" y="5769843"/>
            <a:ext cx="281400" cy="1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6" name="Google Shape;206;p20"/>
          <p:cNvCxnSpPr/>
          <p:nvPr/>
        </p:nvCxnSpPr>
        <p:spPr>
          <a:xfrm>
            <a:off x="1699872" y="6400148"/>
            <a:ext cx="359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07" name="Google Shape;207;p20"/>
          <p:cNvSpPr/>
          <p:nvPr/>
        </p:nvSpPr>
        <p:spPr>
          <a:xfrm>
            <a:off x="4582721" y="7375134"/>
            <a:ext cx="325200" cy="3129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177761" y="7685600"/>
            <a:ext cx="325200" cy="3129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6355779" y="5592889"/>
            <a:ext cx="325200" cy="3129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471944" y="5881121"/>
            <a:ext cx="325200" cy="3129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4882673" y="5592889"/>
            <a:ext cx="325200" cy="3129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6061214" y="5592889"/>
            <a:ext cx="325200" cy="3129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6061214" y="6476342"/>
            <a:ext cx="325200" cy="3129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2933768" y="7359791"/>
            <a:ext cx="353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£1.33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68000" y="8488200"/>
            <a:ext cx="6624000" cy="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Investigate the total money you can collect using all of the vectors but in any order.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 on the star.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882675" y="9164175"/>
            <a:ext cx="1816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Some examples: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A-C-F-B-G-E-D £3.36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E-A-D-F-C-G-B 5p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7" name="Google Shape;217;p20" descr="&lt;math xmlns=&quot;http://www.w3.org/1998/Math/MathML&quot; display=&quot;block&quot; data-is-equatio=&quot;1&quot; data-latex=&quot;\left(\begin{matrix}2\\&amp;#13;&amp;#10;2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2&lt;/mn&gt;&lt;/mtd&gt;&lt;/mtr&gt;&lt;/mtable&gt;&lt;mo data-mjx-texclass=&quot;CLOSE&quot;&gt;)&lt;/mo&gt;&lt;/mrow&gt;&lt;/math&gt;" title="the 2 by 1 column matrix 2 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52124" y="8682000"/>
            <a:ext cx="387000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&lt;math xmlns=&quot;http://www.w3.org/1998/Math/MathML&quot; display=&quot;block&quot; data-is-equatio=&quot;1&quot; data-latex=&quot;\left(\begin{matrix}2\\&amp;#13;&amp;#10;-1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1&lt;/mn&gt;&lt;/mtd&gt;&lt;/mtr&gt;&lt;/mtable&gt;&lt;mo data-mjx-texclass=&quot;CLOSE&quot;&gt;)&lt;/mo&gt;&lt;/mrow&gt;&lt;/math&gt;" title="the 2 by 1 column matrix 2 negative 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88850" y="8682000"/>
            <a:ext cx="521550" cy="4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&lt;math xmlns=&quot;http://www.w3.org/1998/Math/MathML&quot; display=&quot;block&quot; data-is-equatio=&quot;1&quot; data-latex=&quot;\left(\begin{matrix}4\\&amp;#13;&amp;#10;7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7&lt;/mn&gt;&lt;/mtd&gt;&lt;/mtr&gt;&lt;/mtable&gt;&lt;mo data-mjx-texclass=&quot;CLOSE&quot;&gt;)&lt;/mo&gt;&lt;/mrow&gt;&lt;/math&gt;" title="the 2 by 1 column matrix 4 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90276" y="8652875"/>
            <a:ext cx="387000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&lt;math xmlns=&quot;http://www.w3.org/1998/Math/MathML&quot; display=&quot;block&quot; data-is-equatio=&quot;1&quot; data-latex=&quot;\left(\begin{matrix}-3\\&amp;#13;&amp;#10;-1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1&lt;/mn&gt;&lt;/mtd&gt;&lt;/mtr&gt;&lt;/mtable&gt;&lt;mo data-mjx-texclass=&quot;CLOSE&quot;&gt;)&lt;/mo&gt;&lt;/mrow&gt;&lt;/math&gt;" title="the 2 by 1 column matrix negative 3 negative 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709488" y="9273850"/>
            <a:ext cx="521550" cy="4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&lt;math xmlns=&quot;http://www.w3.org/1998/Math/MathML&quot; display=&quot;block&quot; data-is-equatio=&quot;1&quot; data-latex=&quot;\left(\begin{matrix}-2\\&amp;#13;&amp;#10;1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1&lt;/mn&gt;&lt;/mtd&gt;&lt;/mtr&gt;&lt;/mtable&gt;&lt;mo data-mjx-texclass=&quot;CLOSE&quot;&gt;)&lt;/mo&gt;&lt;/mrow&gt;&lt;/math&gt;" title="the 2 by 1 column matrix negative 2 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45828" y="8682003"/>
            <a:ext cx="521550" cy="4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&lt;math xmlns=&quot;http://www.w3.org/1998/Math/MathML&quot; display=&quot;block&quot; data-is-equatio=&quot;1&quot; data-latex=&quot;\left(\begin{matrix}4\\&amp;#13;&amp;#10;0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0&lt;/mn&gt;&lt;/mtd&gt;&lt;/mtr&gt;&lt;/mtable&gt;&lt;mo data-mjx-texclass=&quot;CLOSE&quot;&gt;)&lt;/mo&gt;&lt;/mrow&gt;&lt;/math&gt;" title="the 2 by 1 column matrix 4 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127878" y="8682000"/>
            <a:ext cx="387000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&lt;math xmlns=&quot;http://www.w3.org/1998/Math/MathML&quot; display=&quot;block&quot; data-is-equatio=&quot;1&quot; data-latex=&quot;\left(\begin{matrix}0\\&amp;#13;&amp;#10;-3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o&gt;−&lt;/mo&gt;&lt;mn&gt;3&lt;/mn&gt;&lt;/mtd&gt;&lt;/mtr&gt;&lt;/mtable&gt;&lt;mo data-mjx-texclass=&quot;CLOSE&quot;&gt;)&lt;/mo&gt;&lt;/mrow&gt;&lt;/math&gt;" title="the 2 by 1 column matrix 0 negative 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700260" y="9298976"/>
            <a:ext cx="521550" cy="48584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2337575" y="8727825"/>
            <a:ext cx="53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3079500" y="8727863"/>
            <a:ext cx="53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3963263" y="8711138"/>
            <a:ext cx="53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4785525" y="8725950"/>
            <a:ext cx="53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5797150" y="8740250"/>
            <a:ext cx="53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2370563" y="9332100"/>
            <a:ext cx="53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3338187" y="9357225"/>
            <a:ext cx="53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1" name="Google Shape;231;p20"/>
          <p:cNvCxnSpPr/>
          <p:nvPr/>
        </p:nvCxnSpPr>
        <p:spPr>
          <a:xfrm>
            <a:off x="471800" y="9979000"/>
            <a:ext cx="6614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5" name="Shape 235"/>
        <p:cNvGrpSpPr/>
        <p:nvPr/>
      </p:nvGrpSpPr>
      <p:grpSpPr>
        <a:xfrm>
          <a:off x="0" y="0"/>
          <a:ext cx="0" cy="0"/>
        </a:xfrm>
      </p:grpSpPr>
      <p:pic>
        <p:nvPicPr>
          <p:cNvPr id="236" name="Google Shape;236;p21"/>
          <p:cNvPicPr preferRelativeResize="0"/>
          <p:nvPr/>
        </p:nvPicPr>
        <p:blipFill>
          <a:blip r:embed="rId3">
            <a:alphaModFix/>
          </a:blip>
          <a:srcRect l="7305" t="5642" r="7552" b="5633"/>
          <a:stretch>
            <a:fillRect/>
          </a:stretch>
        </p:blipFill>
        <p:spPr>
          <a:xfrm>
            <a:off x="1007225" y="1858526"/>
            <a:ext cx="3014049" cy="242909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38" name="Google Shape;238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objects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468000" y="12927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plan view of a bedroom. By only translating the objects, redesign the layout.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2269609" y="3862089"/>
            <a:ext cx="48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bed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1068778" y="1858525"/>
            <a:ext cx="91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drawers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 rot="-5400000">
            <a:off x="873860" y="3152748"/>
            <a:ext cx="57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desk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3013246" y="4269657"/>
            <a:ext cx="18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wardrobe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6" name="Google Shape;246;p21"/>
          <p:cNvCxnSpPr/>
          <p:nvPr/>
        </p:nvCxnSpPr>
        <p:spPr>
          <a:xfrm rot="10800000" flipH="1">
            <a:off x="3580464" y="4186366"/>
            <a:ext cx="79800" cy="159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7" name="Google Shape;247;p21"/>
          <p:cNvSpPr txBox="1"/>
          <p:nvPr/>
        </p:nvSpPr>
        <p:spPr>
          <a:xfrm>
            <a:off x="468000" y="49159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translations, always start with triangle A.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8" name="Google Shape;248;p21" descr="&lt;math xmlns=&quot;http://www.w3.org/1998/Math/MathML&quot; display=&quot;block&quot; data-is-equatio=&quot;1&quot; data-latex=&quot;\left(\begin{matrix}4\\&amp;#13;&amp;#10;2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2&lt;/mn&gt;&lt;/mtd&gt;&lt;/mtr&gt;&lt;/mtable&gt;&lt;mo data-mjx-texclass=&quot;CLOSE&quot;&gt;)&lt;/mo&gt;&lt;/mrow&gt;&lt;/math&gt;" title="the 2 by 1 column matrix 4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6348" y="5196427"/>
            <a:ext cx="427200" cy="53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&lt;math xmlns=&quot;http://www.w3.org/1998/Math/MathML&quot; display=&quot;block&quot; data-is-equatio=&quot;1&quot; data-latex=&quot;\left(\begin{matrix}-3\\&amp;#13;&amp;#10;-2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2&lt;/mn&gt;&lt;/mtd&gt;&lt;/mtr&gt;&lt;/mtable&gt;&lt;mo data-mjx-texclass=&quot;CLOSE&quot;&gt;)&lt;/mo&gt;&lt;/mrow&gt;&lt;/math&gt;" title="the 2 by 1 column matrix negative 3 negative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8511" y="5164565"/>
            <a:ext cx="575769" cy="53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&lt;math xmlns=&quot;http://www.w3.org/1998/Math/MathML&quot; display=&quot;block&quot; data-is-equatio=&quot;1&quot; data-latex=&quot;\left(\begin{matrix}2\\&amp;#13;&amp;#10;0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0&lt;/mn&gt;&lt;/mtd&gt;&lt;/mtr&gt;&lt;/mtable&gt;&lt;mo data-mjx-texclass=&quot;CLOSE&quot;&gt;)&lt;/mo&gt;&lt;/mrow&gt;&lt;/math&gt;" title="the 2 by 1 column matrix 2 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6348" y="6718776"/>
            <a:ext cx="427200" cy="536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&lt;math xmlns=&quot;http://www.w3.org/1998/Math/MathML&quot; display=&quot;block&quot; data-is-equatio=&quot;1&quot; data-latex=&quot;\left(\begin{matrix}0\\&amp;#13;&amp;#10;-3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o&gt;−&lt;/mo&gt;&lt;mn&gt;3&lt;/mn&gt;&lt;/mtd&gt;&lt;/mtr&gt;&lt;/mtable&gt;&lt;mo data-mjx-texclass=&quot;CLOSE&quot;&gt;)&lt;/mo&gt;&lt;/mrow&gt;&lt;/math&gt;" title="the 2 by 1 column matrix 0 negative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18513" y="6718775"/>
            <a:ext cx="575775" cy="53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1952528" y="5242909"/>
            <a:ext cx="42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888222" y="6021990"/>
            <a:ext cx="42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1936965" y="6006817"/>
            <a:ext cx="42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881920" y="6770877"/>
            <a:ext cx="42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1951344" y="6747648"/>
            <a:ext cx="42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7" name="Google Shape;257;p21" descr="&lt;math xmlns=&quot;http://www.w3.org/1998/Math/MathML&quot; display=&quot;block&quot; data-is-equatio=&quot;1&quot; data-latex=&quot;\left(\begin{matrix}2\\&amp;#13;&amp;#10;-1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1&lt;/mn&gt;&lt;/mtd&gt;&lt;/mtr&gt;&lt;/mtable&gt;&lt;mo data-mjx-texclass=&quot;CLOSE&quot;&gt;)&lt;/mo&gt;&lt;/mrow&gt;&lt;/math&gt;" title="the 2 by 1 column matrix 2 negative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38261" y="5957603"/>
            <a:ext cx="575775" cy="536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&lt;math xmlns=&quot;http://www.w3.org/1998/Math/MathML&quot; display=&quot;block&quot; data-is-equatio=&quot;1&quot; data-latex=&quot;\left(\begin{matrix}-1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1&lt;/mn&gt;&lt;/mtd&gt;&lt;/mtr&gt;&lt;mtr&gt;&lt;mtd&gt;&lt;mn&gt;3&lt;/mn&gt;&lt;/mtd&gt;&lt;/mtr&gt;&lt;/mtable&gt;&lt;mo data-mjx-texclass=&quot;CLOSE&quot;&gt;)&lt;/mo&gt;&lt;/mrow&gt;&lt;/math&gt;" title="the 2 by 1 column matrix negative 1 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18500" y="5957602"/>
            <a:ext cx="575775" cy="53635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468000" y="83705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Translating more complex objects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532443" y="2171772"/>
            <a:ext cx="19725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Here is an example.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pink corner wardrobe cannot move anywhere else, if it is to remain touching two walls.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61" name="Google Shape;261;p21"/>
          <p:cNvCxnSpPr/>
          <p:nvPr/>
        </p:nvCxnSpPr>
        <p:spPr>
          <a:xfrm>
            <a:off x="471800" y="9979000"/>
            <a:ext cx="6614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2" name="Google Shape;262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236750" y="5226074"/>
            <a:ext cx="3855250" cy="308782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5034067" y="6595559"/>
            <a:ext cx="36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6549816" y="5770062"/>
            <a:ext cx="36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3887465" y="7329359"/>
            <a:ext cx="36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5794906" y="6943609"/>
            <a:ext cx="36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641365" y="5432692"/>
            <a:ext cx="36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6157043" y="6550571"/>
            <a:ext cx="36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055732" y="7725325"/>
            <a:ext cx="36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f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Translating objects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2023-11-02T14:19:35.029</cp:lastPrinted>
  <dcterms:created xsi:type="dcterms:W3CDTF">2023-11-02T14:19:35Z</dcterms:created>
  <dcterms:modified xsi:type="dcterms:W3CDTF">2023-11-02T14:20:26Z</dcterms:modified>
</cp:coreProperties>
</file>