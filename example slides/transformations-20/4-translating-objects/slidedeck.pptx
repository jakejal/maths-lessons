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0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711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</p:sldIdLst>
  <p:sldSz cx="9144000" cy="5143500"/>
  <p:notesSz cx="6858000" cy="9144000"/>
  <p:embeddedFontLst>
    <p:embeddedFont>
      <p:font typeface="Lexend" panose="00000000000000000000"/>
      <p:regular r:id="rId36"/>
    </p:embeddedFont>
    <p:embeddedFont>
      <p:font typeface="Lexend Medium" panose="00000000000000000000"/>
      <p:regular r:id="rId37"/>
    </p:embeddedFont>
    <p:embeddedFont>
      <p:font typeface="Kalam" panose="02000000000000000000"/>
      <p:regular r:id="rId38"/>
    </p:embeddedFont>
    <p:embeddedFont>
      <p:font typeface="Lexend Light" panose="00000000000000000000"/>
      <p:regular r:id="rId39"/>
    </p:embeddedFont>
  </p:embeddedFontLst>
  <p:custDataLst>
    <p:tags r:id="rId35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slide" Target="slides/slide8.xml" /><Relationship Id="rId11" Type="http://schemas.openxmlformats.org/officeDocument/2006/relationships/slide" Target="slides/slide9.xml" /><Relationship Id="rId12" Type="http://schemas.openxmlformats.org/officeDocument/2006/relationships/slide" Target="slides/slide10.xml" /><Relationship Id="rId13" Type="http://schemas.openxmlformats.org/officeDocument/2006/relationships/slide" Target="slides/slide11.xml" /><Relationship Id="rId14" Type="http://schemas.openxmlformats.org/officeDocument/2006/relationships/slide" Target="slides/slide12.xml" /><Relationship Id="rId15" Type="http://schemas.openxmlformats.org/officeDocument/2006/relationships/slide" Target="slides/slide13.xml" /><Relationship Id="rId16" Type="http://schemas.openxmlformats.org/officeDocument/2006/relationships/slide" Target="slides/slide14.xml" /><Relationship Id="rId17" Type="http://schemas.openxmlformats.org/officeDocument/2006/relationships/slide" Target="slides/slide15.xml" /><Relationship Id="rId18" Type="http://schemas.openxmlformats.org/officeDocument/2006/relationships/slide" Target="slides/slide16.xml" /><Relationship Id="rId19" Type="http://schemas.openxmlformats.org/officeDocument/2006/relationships/slide" Target="slides/slide17.xml" /><Relationship Id="rId2" Type="http://schemas.openxmlformats.org/officeDocument/2006/relationships/notesMaster" Target="notesMasters/notesMaster1.xml" /><Relationship Id="rId20" Type="http://schemas.openxmlformats.org/officeDocument/2006/relationships/slide" Target="slides/slide18.xml" /><Relationship Id="rId21" Type="http://schemas.openxmlformats.org/officeDocument/2006/relationships/slide" Target="slides/slide19.xml" /><Relationship Id="rId22" Type="http://schemas.openxmlformats.org/officeDocument/2006/relationships/slide" Target="slides/slide20.xml" /><Relationship Id="rId23" Type="http://schemas.openxmlformats.org/officeDocument/2006/relationships/slide" Target="slides/slide21.xml" /><Relationship Id="rId24" Type="http://schemas.openxmlformats.org/officeDocument/2006/relationships/slide" Target="slides/slide22.xml" /><Relationship Id="rId25" Type="http://schemas.openxmlformats.org/officeDocument/2006/relationships/slide" Target="slides/slide23.xml" /><Relationship Id="rId26" Type="http://schemas.openxmlformats.org/officeDocument/2006/relationships/slide" Target="slides/slide24.xml" /><Relationship Id="rId27" Type="http://schemas.openxmlformats.org/officeDocument/2006/relationships/slide" Target="slides/slide25.xml" /><Relationship Id="rId28" Type="http://schemas.openxmlformats.org/officeDocument/2006/relationships/slide" Target="slides/slide26.xml" /><Relationship Id="rId29" Type="http://schemas.openxmlformats.org/officeDocument/2006/relationships/slide" Target="slides/slide27.xml" /><Relationship Id="rId3" Type="http://schemas.openxmlformats.org/officeDocument/2006/relationships/slide" Target="slides/slide1.xml" /><Relationship Id="rId30" Type="http://schemas.openxmlformats.org/officeDocument/2006/relationships/slide" Target="slides/slide28.xml" /><Relationship Id="rId31" Type="http://schemas.openxmlformats.org/officeDocument/2006/relationships/slide" Target="slides/slide29.xml" /><Relationship Id="rId32" Type="http://schemas.openxmlformats.org/officeDocument/2006/relationships/slide" Target="slides/slide30.xml" /><Relationship Id="rId33" Type="http://schemas.openxmlformats.org/officeDocument/2006/relationships/slide" Target="slides/slide31.xml" /><Relationship Id="rId34" Type="http://schemas.openxmlformats.org/officeDocument/2006/relationships/slide" Target="slides/slide32.xml" /><Relationship Id="rId35" Type="http://schemas.openxmlformats.org/officeDocument/2006/relationships/tags" Target="tags/tag1.xml" /><Relationship Id="rId36" Type="http://schemas.openxmlformats.org/officeDocument/2006/relationships/font" Target="fonts/font1.fntdata" /><Relationship Id="rId37" Type="http://schemas.openxmlformats.org/officeDocument/2006/relationships/font" Target="fonts/font2.fntdata" /><Relationship Id="rId38" Type="http://schemas.openxmlformats.org/officeDocument/2006/relationships/font" Target="fonts/font3.fntdata" /><Relationship Id="rId39" Type="http://schemas.openxmlformats.org/officeDocument/2006/relationships/font" Target="fonts/font4.fntdata" /><Relationship Id="rId4" Type="http://schemas.openxmlformats.org/officeDocument/2006/relationships/slide" Target="slides/slide2.xml" /><Relationship Id="rId40" Type="http://schemas.openxmlformats.org/officeDocument/2006/relationships/presProps" Target="presProps.xml" /><Relationship Id="rId41" Type="http://schemas.openxmlformats.org/officeDocument/2006/relationships/viewProps" Target="viewProps.xml" /><Relationship Id="rId42" Type="http://schemas.openxmlformats.org/officeDocument/2006/relationships/theme" Target="theme/theme1.xml" /><Relationship Id="rId43" Type="http://schemas.openxmlformats.org/officeDocument/2006/relationships/tableStyles" Target="tableStyles.xml" /><Relationship Id="rId5" Type="http://schemas.openxmlformats.org/officeDocument/2006/relationships/slide" Target="slides/slide3.xml" /><Relationship Id="rId6" Type="http://schemas.openxmlformats.org/officeDocument/2006/relationships/slide" Target="slides/slide4.xml" /><Relationship Id="rId7" Type="http://schemas.openxmlformats.org/officeDocument/2006/relationships/slide" Target="slides/slide5.xml" /><Relationship Id="rId8" Type="http://schemas.openxmlformats.org/officeDocument/2006/relationships/slide" Target="slides/slide6.xml" /><Relationship Id="rId9" Type="http://schemas.openxmlformats.org/officeDocument/2006/relationships/slide" Target="slides/slide7.xml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_rels/notesSlide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.xml" /><Relationship Id="rId2" Type="http://schemas.openxmlformats.org/officeDocument/2006/relationships/notesMaster" Target="../notesMasters/notesMaster1.xml" /></Relationships>
</file>

<file path=ppt/notesSlides/_rels/notesSlide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5.xml" /><Relationship Id="rId2" Type="http://schemas.openxmlformats.org/officeDocument/2006/relationships/notesMaster" Target="../notesMasters/notesMaster1.xml" /></Relationships>
</file>

<file path=ppt/notesSlides/_rels/notesSlide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6.xml" /><Relationship Id="rId2" Type="http://schemas.openxmlformats.org/officeDocument/2006/relationships/notesMaster" Target="../notesMasters/notesMaster1.xml" /></Relationships>
</file>

<file path=ppt/notesSlides/_rels/notesSlide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7.xml" /><Relationship Id="rId2" Type="http://schemas.openxmlformats.org/officeDocument/2006/relationships/notesMaster" Target="../notesMasters/notesMaster1.xml" /></Relationships>
</file>

<file path=ppt/notesSlides/_rels/notesSlide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8.xml" /><Relationship Id="rId2" Type="http://schemas.openxmlformats.org/officeDocument/2006/relationships/notesMaster" Target="../notesMasters/notesMaster1.xml" /></Relationships>
</file>

<file path=ppt/notesSlides/_rels/notesSlide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9.xml" /><Relationship Id="rId2" Type="http://schemas.openxmlformats.org/officeDocument/2006/relationships/notesMaster" Target="../notesMasters/notesMaster1.xml" /></Relationships>
</file>

<file path=ppt/notesSlides/_rels/notesSlide1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0.xml" /><Relationship Id="rId2" Type="http://schemas.openxmlformats.org/officeDocument/2006/relationships/notesMaster" Target="../notesMasters/notesMaster1.xml" /></Relationships>
</file>

<file path=ppt/notesSlides/_rels/notesSlide1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1.xml" /><Relationship Id="rId2" Type="http://schemas.openxmlformats.org/officeDocument/2006/relationships/notesMaster" Target="../notesMasters/notesMaster1.xml" /></Relationships>
</file>

<file path=ppt/notesSlides/_rels/notesSlide1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2.xml" /><Relationship Id="rId2" Type="http://schemas.openxmlformats.org/officeDocument/2006/relationships/notesMaster" Target="../notesMasters/notesMaster1.xml" /></Relationships>
</file>

<file path=ppt/notesSlides/_rels/notesSlide1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3.xml" /><Relationship Id="rId2" Type="http://schemas.openxmlformats.org/officeDocument/2006/relationships/notesMaster" Target="../notesMasters/notesMaster1.xml" /></Relationships>
</file>

<file path=ppt/notesSlides/_rels/notesSlide1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4.xml" /><Relationship Id="rId2" Type="http://schemas.openxmlformats.org/officeDocument/2006/relationships/notesMaster" Target="../notesMasters/notesMaster1.xml" /></Relationships>
</file>

<file path=ppt/notesSlides/_rels/notesSlide1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5.xml" /><Relationship Id="rId2" Type="http://schemas.openxmlformats.org/officeDocument/2006/relationships/notesMaster" Target="../notesMasters/notesMaster1.xml" /></Relationships>
</file>

<file path=ppt/notesSlides/_rels/notesSlide1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6.xml" /><Relationship Id="rId2" Type="http://schemas.openxmlformats.org/officeDocument/2006/relationships/notesMaster" Target="../notesMasters/notesMaster1.xml" /></Relationships>
</file>

<file path=ppt/notesSlides/_rels/notesSlide1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7.xml" /><Relationship Id="rId2" Type="http://schemas.openxmlformats.org/officeDocument/2006/relationships/notesMaster" Target="../notesMasters/notesMaster1.xml" /></Relationships>
</file>

<file path=ppt/notesSlides/_rels/notesSlide1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8.xml" /><Relationship Id="rId2" Type="http://schemas.openxmlformats.org/officeDocument/2006/relationships/notesMaster" Target="../notesMasters/notesMaster1.xml" /></Relationships>
</file>

<file path=ppt/notesSlides/_rels/notesSlide1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9.xml" /><Relationship Id="rId2" Type="http://schemas.openxmlformats.org/officeDocument/2006/relationships/notesMaster" Target="../notesMasters/notesMaster1.xml" /></Relationships>
</file>

<file path=ppt/notesSlides/_rels/notesSlide2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0.xml" /><Relationship Id="rId2" Type="http://schemas.openxmlformats.org/officeDocument/2006/relationships/notesMaster" Target="../notesMasters/notesMaster1.xml" /></Relationships>
</file>

<file path=ppt/notesSlides/_rels/notesSlide2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1.xml" /><Relationship Id="rId2" Type="http://schemas.openxmlformats.org/officeDocument/2006/relationships/notesMaster" Target="../notesMasters/notesMaster1.xml" /></Relationships>
</file>

<file path=ppt/notesSlides/_rels/notesSlide2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2.xml" /><Relationship Id="rId2" Type="http://schemas.openxmlformats.org/officeDocument/2006/relationships/notesMaster" Target="../notesMasters/notesMaster1.xml" /></Relationships>
</file>

<file path=ppt/notesSlides/_rels/notesSlide2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3.xml" /><Relationship Id="rId2" Type="http://schemas.openxmlformats.org/officeDocument/2006/relationships/notesMaster" Target="../notesMasters/notesMaster1.xml" /></Relationships>
</file>

<file path=ppt/notesSlides/_rels/notesSlide2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4.xml" /><Relationship Id="rId2" Type="http://schemas.openxmlformats.org/officeDocument/2006/relationships/notesMaster" Target="../notesMasters/notesMaster1.xml" /></Relationships>
</file>

<file path=ppt/notesSlides/_rels/notesSlide2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5.xml" /><Relationship Id="rId2" Type="http://schemas.openxmlformats.org/officeDocument/2006/relationships/notesMaster" Target="../notesMasters/notesMaster1.xml" /></Relationships>
</file>

<file path=ppt/notesSlides/_rels/notesSlide2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6.xml" /><Relationship Id="rId2" Type="http://schemas.openxmlformats.org/officeDocument/2006/relationships/notesMaster" Target="../notesMasters/notesMaster1.xml" /></Relationships>
</file>

<file path=ppt/notesSlides/_rels/notesSlide2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7.xml" /><Relationship Id="rId2" Type="http://schemas.openxmlformats.org/officeDocument/2006/relationships/notesMaster" Target="../notesMasters/notesMaster1.xml" /></Relationships>
</file>

<file path=ppt/notesSlides/_rels/notesSlide2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8.xml" /><Relationship Id="rId2" Type="http://schemas.openxmlformats.org/officeDocument/2006/relationships/notesMaster" Target="../notesMasters/notesMaster1.xml" /></Relationships>
</file>

<file path=ppt/notesSlides/_rels/notesSlide2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9.xml" /><Relationship Id="rId2" Type="http://schemas.openxmlformats.org/officeDocument/2006/relationships/notesMaster" Target="../notesMasters/notesMaster1.xml" /></Relationships>
</file>

<file path=ppt/notesSlides/_rels/notesSlide3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0.xml" /><Relationship Id="rId2" Type="http://schemas.openxmlformats.org/officeDocument/2006/relationships/notesMaster" Target="../notesMasters/notesMaster1.xml" /></Relationships>
</file>

<file path=ppt/notesSlides/_rels/notesSlide3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1.xml" /><Relationship Id="rId2" Type="http://schemas.openxmlformats.org/officeDocument/2006/relationships/notesMaster" Target="../notesMasters/notesMaster1.xml" /></Relationships>
</file>

<file path=ppt/notesSlides/_rels/notesSlide3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50" name="Shape 750"/>
        <p:cNvGrpSpPr/>
        <p:nvPr/>
      </p:nvGrpSpPr>
      <p:grpSpPr>
        <a:xfrm>
          <a:off x="0" y="0"/>
          <a:ext cx="0" cy="0"/>
        </a:xfrm>
      </p:grpSpPr>
      <p:sp>
        <p:nvSpPr>
          <p:cNvPr id="751" name="Google Shape;751;g279955a40ae_0_83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2" name="Google Shape;752;g279955a40ae_0_83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56" name="Shape 756"/>
        <p:cNvGrpSpPr/>
        <p:nvPr/>
      </p:nvGrpSpPr>
      <p:grpSpPr>
        <a:xfrm>
          <a:off x="0" y="0"/>
          <a:ext cx="0" cy="0"/>
        </a:xfrm>
      </p:grpSpPr>
      <p:sp>
        <p:nvSpPr>
          <p:cNvPr id="757" name="Google Shape;757;g279955a40ae_0_83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279955a40ae_0_83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61" name="Shape 761"/>
        <p:cNvGrpSpPr/>
        <p:nvPr/>
      </p:nvGrpSpPr>
      <p:grpSpPr>
        <a:xfrm>
          <a:off x="0" y="0"/>
          <a:ext cx="0" cy="0"/>
        </a:xfrm>
      </p:grpSpPr>
      <p:sp>
        <p:nvSpPr>
          <p:cNvPr id="762" name="Google Shape;762;g279955a40ae_0_84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3" name="Google Shape;763;g279955a40ae_0_84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66" name="Shape 766"/>
        <p:cNvGrpSpPr/>
        <p:nvPr/>
      </p:nvGrpSpPr>
      <p:grpSpPr>
        <a:xfrm>
          <a:off x="0" y="0"/>
          <a:ext cx="0" cy="0"/>
        </a:xfrm>
      </p:grpSpPr>
      <p:sp>
        <p:nvSpPr>
          <p:cNvPr id="767" name="Google Shape;767;g28fea48b794_0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8" name="Google Shape;768;g28fea48b794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75" name="Shape 775"/>
        <p:cNvGrpSpPr/>
        <p:nvPr/>
      </p:nvGrpSpPr>
      <p:grpSpPr>
        <a:xfrm>
          <a:off x="0" y="0"/>
          <a:ext cx="0" cy="0"/>
        </a:xfrm>
      </p:grpSpPr>
      <p:sp>
        <p:nvSpPr>
          <p:cNvPr id="776" name="Google Shape;776;g2828ce9cfb4_0_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7" name="Google Shape;777;g2828ce9cfb4_0_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83" name="Shape 783"/>
        <p:cNvGrpSpPr/>
        <p:nvPr/>
      </p:nvGrpSpPr>
      <p:grpSpPr>
        <a:xfrm>
          <a:off x="0" y="0"/>
          <a:ext cx="0" cy="0"/>
        </a:xfrm>
      </p:grpSpPr>
      <p:sp>
        <p:nvSpPr>
          <p:cNvPr id="784" name="Google Shape;784;g1e808289d9e_0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5" name="Google Shape;785;g1e808289d9e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93" name="Shape 793"/>
        <p:cNvGrpSpPr/>
        <p:nvPr/>
      </p:nvGrpSpPr>
      <p:grpSpPr>
        <a:xfrm>
          <a:off x="0" y="0"/>
          <a:ext cx="0" cy="0"/>
        </a:xfrm>
      </p:grpSpPr>
      <p:sp>
        <p:nvSpPr>
          <p:cNvPr id="794" name="Google Shape;794;g1e808289d9e_0_1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5" name="Google Shape;795;g1e808289d9e_0_1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18" name="Shape 818"/>
        <p:cNvGrpSpPr/>
        <p:nvPr/>
      </p:nvGrpSpPr>
      <p:grpSpPr>
        <a:xfrm>
          <a:off x="0" y="0"/>
          <a:ext cx="0" cy="0"/>
        </a:xfrm>
      </p:grpSpPr>
      <p:sp>
        <p:nvSpPr>
          <p:cNvPr id="819" name="Google Shape;819;g286fcfe7cde_1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0" name="Google Shape;820;g286fcfe7cde_1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53" name="Shape 853"/>
        <p:cNvGrpSpPr/>
        <p:nvPr/>
      </p:nvGrpSpPr>
      <p:grpSpPr>
        <a:xfrm>
          <a:off x="0" y="0"/>
          <a:ext cx="0" cy="0"/>
        </a:xfrm>
      </p:grpSpPr>
      <p:sp>
        <p:nvSpPr>
          <p:cNvPr id="854" name="Google Shape;854;g1e808289d9e_0_1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5" name="Google Shape;855;g1e808289d9e_0_1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71" name="Shape 871"/>
        <p:cNvGrpSpPr/>
        <p:nvPr/>
      </p:nvGrpSpPr>
      <p:grpSpPr>
        <a:xfrm>
          <a:off x="0" y="0"/>
          <a:ext cx="0" cy="0"/>
        </a:xfrm>
      </p:grpSpPr>
      <p:sp>
        <p:nvSpPr>
          <p:cNvPr id="872" name="Google Shape;872;g1e808289d9e_0_9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3" name="Google Shape;873;g1e808289d9e_0_9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83" name="Shape 883"/>
        <p:cNvGrpSpPr/>
        <p:nvPr/>
      </p:nvGrpSpPr>
      <p:grpSpPr>
        <a:xfrm>
          <a:off x="0" y="0"/>
          <a:ext cx="0" cy="0"/>
        </a:xfrm>
      </p:grpSpPr>
      <p:sp>
        <p:nvSpPr>
          <p:cNvPr id="884" name="Google Shape;884;g1e808289d9e_0_10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5" name="Google Shape;885;g1e808289d9e_0_10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94" name="Shape 894"/>
        <p:cNvGrpSpPr/>
        <p:nvPr/>
      </p:nvGrpSpPr>
      <p:grpSpPr>
        <a:xfrm>
          <a:off x="0" y="0"/>
          <a:ext cx="0" cy="0"/>
        </a:xfrm>
      </p:grpSpPr>
      <p:sp>
        <p:nvSpPr>
          <p:cNvPr id="895" name="Google Shape;895;g1e808289d9e_0_2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6" name="Google Shape;896;g1e808289d9e_0_2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05" name="Shape 905"/>
        <p:cNvGrpSpPr/>
        <p:nvPr/>
      </p:nvGrpSpPr>
      <p:grpSpPr>
        <a:xfrm>
          <a:off x="0" y="0"/>
          <a:ext cx="0" cy="0"/>
        </a:xfrm>
      </p:grpSpPr>
      <p:sp>
        <p:nvSpPr>
          <p:cNvPr id="906" name="Google Shape;906;g1e8084a6094_0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7" name="Google Shape;907;g1e8084a6094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17" name="Shape 917"/>
        <p:cNvGrpSpPr/>
        <p:nvPr/>
      </p:nvGrpSpPr>
      <p:grpSpPr>
        <a:xfrm>
          <a:off x="0" y="0"/>
          <a:ext cx="0" cy="0"/>
        </a:xfrm>
      </p:grpSpPr>
      <p:sp>
        <p:nvSpPr>
          <p:cNvPr id="918" name="Google Shape;918;g1e808051392_0_4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9" name="Google Shape;919;g1e808051392_0_4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33" name="Shape 933"/>
        <p:cNvGrpSpPr/>
        <p:nvPr/>
      </p:nvGrpSpPr>
      <p:grpSpPr>
        <a:xfrm>
          <a:off x="0" y="0"/>
          <a:ext cx="0" cy="0"/>
        </a:xfrm>
      </p:grpSpPr>
      <p:sp>
        <p:nvSpPr>
          <p:cNvPr id="934" name="Google Shape;934;g1e808051392_0_5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5" name="Google Shape;935;g1e808051392_0_5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53" name="Shape 953"/>
        <p:cNvGrpSpPr/>
        <p:nvPr/>
      </p:nvGrpSpPr>
      <p:grpSpPr>
        <a:xfrm>
          <a:off x="0" y="0"/>
          <a:ext cx="0" cy="0"/>
        </a:xfrm>
      </p:grpSpPr>
      <p:sp>
        <p:nvSpPr>
          <p:cNvPr id="954" name="Google Shape;954;g2868c0770dd_1_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5" name="Google Shape;955;g2868c0770dd_1_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75" name="Shape 975"/>
        <p:cNvGrpSpPr/>
        <p:nvPr/>
      </p:nvGrpSpPr>
      <p:grpSpPr>
        <a:xfrm>
          <a:off x="0" y="0"/>
          <a:ext cx="0" cy="0"/>
        </a:xfrm>
      </p:grpSpPr>
      <p:sp>
        <p:nvSpPr>
          <p:cNvPr id="976" name="Google Shape;976;g1e808051392_0_8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7" name="Google Shape;977;g1e808051392_0_8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99" name="Shape 999"/>
        <p:cNvGrpSpPr/>
        <p:nvPr/>
      </p:nvGrpSpPr>
      <p:grpSpPr>
        <a:xfrm>
          <a:off x="0" y="0"/>
          <a:ext cx="0" cy="0"/>
        </a:xfrm>
      </p:grpSpPr>
      <p:sp>
        <p:nvSpPr>
          <p:cNvPr id="1000" name="Google Shape;1000;g1e808051392_0_10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1" name="Google Shape;1001;g1e808051392_0_10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27" name="Shape 1027"/>
        <p:cNvGrpSpPr/>
        <p:nvPr/>
      </p:nvGrpSpPr>
      <p:grpSpPr>
        <a:xfrm>
          <a:off x="0" y="0"/>
          <a:ext cx="0" cy="0"/>
        </a:xfrm>
      </p:grpSpPr>
      <p:sp>
        <p:nvSpPr>
          <p:cNvPr id="1028" name="Google Shape;1028;g2868c0770dd_0_3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9" name="Google Shape;1029;g2868c0770dd_0_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49" name="Shape 1049"/>
        <p:cNvGrpSpPr/>
        <p:nvPr/>
      </p:nvGrpSpPr>
      <p:grpSpPr>
        <a:xfrm>
          <a:off x="0" y="0"/>
          <a:ext cx="0" cy="0"/>
        </a:xfrm>
      </p:grpSpPr>
      <p:sp>
        <p:nvSpPr>
          <p:cNvPr id="1050" name="Google Shape;1050;g2828ce9cfb4_0_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1" name="Google Shape;1051;g2828ce9cfb4_0_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57" name="Shape 1057"/>
        <p:cNvGrpSpPr/>
        <p:nvPr/>
      </p:nvGrpSpPr>
      <p:grpSpPr>
        <a:xfrm>
          <a:off x="0" y="0"/>
          <a:ext cx="0" cy="0"/>
        </a:xfrm>
      </p:grpSpPr>
      <p:sp>
        <p:nvSpPr>
          <p:cNvPr id="1058" name="Google Shape;1058;g1e808051392_0_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9" name="Google Shape;1059;g1e808051392_0_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72" name="Shape 1072"/>
        <p:cNvGrpSpPr/>
        <p:nvPr/>
      </p:nvGrpSpPr>
      <p:grpSpPr>
        <a:xfrm>
          <a:off x="0" y="0"/>
          <a:ext cx="0" cy="0"/>
        </a:xfrm>
      </p:grpSpPr>
      <p:sp>
        <p:nvSpPr>
          <p:cNvPr id="1073" name="Google Shape;1073;g286fcfe7d89_11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74" name="Google Shape;1074;g286fcfe7d89_11_0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07" name="Shape 1107"/>
        <p:cNvGrpSpPr/>
        <p:nvPr/>
      </p:nvGrpSpPr>
      <p:grpSpPr>
        <a:xfrm>
          <a:off x="0" y="0"/>
          <a:ext cx="0" cy="0"/>
        </a:xfrm>
      </p:grpSpPr>
      <p:sp>
        <p:nvSpPr>
          <p:cNvPr id="1108" name="Google Shape;1108;g1e808051392_0_1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9" name="Google Shape;1109;g1e808051392_0_1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51" name="Shape 1151"/>
        <p:cNvGrpSpPr/>
        <p:nvPr/>
      </p:nvGrpSpPr>
      <p:grpSpPr>
        <a:xfrm>
          <a:off x="0" y="0"/>
          <a:ext cx="0" cy="0"/>
        </a:xfrm>
      </p:grpSpPr>
      <p:sp>
        <p:nvSpPr>
          <p:cNvPr id="1152" name="Google Shape;1152;g1e808051392_0_2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3" name="Google Shape;1153;g1e808051392_0_2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77" name="Shape 1177"/>
        <p:cNvGrpSpPr/>
        <p:nvPr/>
      </p:nvGrpSpPr>
      <p:grpSpPr>
        <a:xfrm>
          <a:off x="0" y="0"/>
          <a:ext cx="0" cy="0"/>
        </a:xfrm>
      </p:grpSpPr>
      <p:sp>
        <p:nvSpPr>
          <p:cNvPr id="1178" name="Google Shape;1178;g1e808051392_0_2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9" name="Google Shape;1179;g1e808051392_0_2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86" name="Shape 1186"/>
        <p:cNvGrpSpPr/>
        <p:nvPr/>
      </p:nvGrpSpPr>
      <p:grpSpPr>
        <a:xfrm>
          <a:off x="0" y="0"/>
          <a:ext cx="0" cy="0"/>
        </a:xfrm>
      </p:grpSpPr>
      <p:sp>
        <p:nvSpPr>
          <p:cNvPr id="1187" name="Google Shape;1187;g286f96cbd5f_2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8" name="Google Shape;1188;g286f96cbd5f_2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232" name="Shape 1232"/>
        <p:cNvGrpSpPr/>
        <p:nvPr/>
      </p:nvGrpSpPr>
      <p:grpSpPr>
        <a:xfrm>
          <a:off x="0" y="0"/>
          <a:ext cx="0" cy="0"/>
        </a:xfrm>
      </p:grpSpPr>
      <p:sp>
        <p:nvSpPr>
          <p:cNvPr id="1233" name="Google Shape;1233;g1e808051392_0_4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4" name="Google Shape;1234;g1e808051392_0_4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245" name="Shape 1245"/>
        <p:cNvGrpSpPr/>
        <p:nvPr/>
      </p:nvGrpSpPr>
      <p:grpSpPr>
        <a:xfrm>
          <a:off x="0" y="0"/>
          <a:ext cx="0" cy="0"/>
        </a:xfrm>
      </p:grpSpPr>
      <p:sp>
        <p:nvSpPr>
          <p:cNvPr id="1246" name="Google Shape;1246;g284ce003606_0_6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7" name="Google Shape;1247;g284ce003606_0_6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266" name="Shape 1266"/>
        <p:cNvGrpSpPr/>
        <p:nvPr/>
      </p:nvGrpSpPr>
      <p:grpSpPr>
        <a:xfrm>
          <a:off x="0" y="0"/>
          <a:ext cx="0" cy="0"/>
        </a:xfrm>
      </p:grpSpPr>
      <p:sp>
        <p:nvSpPr>
          <p:cNvPr id="1267" name="Google Shape;1267;g284ce003606_0_5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8" name="Google Shape;1268;g284ce003606_0_5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274" name="Shape 1274"/>
        <p:cNvGrpSpPr/>
        <p:nvPr/>
      </p:nvGrpSpPr>
      <p:grpSpPr>
        <a:xfrm>
          <a:off x="0" y="0"/>
          <a:ext cx="0" cy="0"/>
        </a:xfrm>
      </p:grpSpPr>
      <p:sp>
        <p:nvSpPr>
          <p:cNvPr id="1275" name="Google Shape;1275;g284ce003606_1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6" name="Google Shape;1276;g284ce003606_1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300" name="Shape 1300"/>
        <p:cNvGrpSpPr/>
        <p:nvPr/>
      </p:nvGrpSpPr>
      <p:grpSpPr>
        <a:xfrm>
          <a:off x="0" y="0"/>
          <a:ext cx="0" cy="0"/>
        </a:xfrm>
      </p:grpSpPr>
      <p:sp>
        <p:nvSpPr>
          <p:cNvPr id="1301" name="Google Shape;1301;g279955a40ae_0_84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2" name="Google Shape;1302;g279955a40ae_0_84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306" name="Shape 1306"/>
        <p:cNvGrpSpPr/>
        <p:nvPr/>
      </p:nvGrpSpPr>
      <p:grpSpPr>
        <a:xfrm>
          <a:off x="0" y="0"/>
          <a:ext cx="0" cy="0"/>
        </a:xfrm>
      </p:grpSpPr>
      <p:sp>
        <p:nvSpPr>
          <p:cNvPr id="1307" name="Google Shape;1307;g279955a40ae_0_85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8" name="Google Shape;1308;g279955a40ae_0_85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4.png" /><Relationship Id="rId2" Type="http://schemas.openxmlformats.org/officeDocument/2006/relationships/image" Target="../media/image2.png" /><Relationship Id="rId3" Type="http://schemas.openxmlformats.org/officeDocument/2006/relationships/image" Target="../media/image1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6.png" /><Relationship Id="rId4" Type="http://schemas.openxmlformats.org/officeDocument/2006/relationships/image" Target="../media/image7.png" /><Relationship Id="rId5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8.png" /><Relationship Id="rId2" Type="http://schemas.openxmlformats.org/officeDocument/2006/relationships/image" Target="../media/image2.png" /><Relationship Id="rId3" Type="http://schemas.openxmlformats.org/officeDocument/2006/relationships/image" Target="../media/image1.png" /><Relationship Id="rId4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.png" /><Relationship Id="rId2" Type="http://schemas.openxmlformats.org/officeDocument/2006/relationships/image" Target="../media/image1.png" /><Relationship Id="rId3" Type="http://schemas.openxmlformats.org/officeDocument/2006/relationships/image" Target="../media/image9.png" /><Relationship Id="rId4" Type="http://schemas.openxmlformats.org/officeDocument/2006/relationships/image" Target="../media/image10.png" /><Relationship Id="rId5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11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12.png" /><Relationship Id="rId4" Type="http://schemas.openxmlformats.org/officeDocument/2006/relationships/image" Target="../media/image13.png" /><Relationship Id="rId5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14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5.png" /><Relationship Id="rId2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6.png" /><Relationship Id="rId2" Type="http://schemas.openxmlformats.org/officeDocument/2006/relationships/image" Target="../media/image17.png" /><Relationship Id="rId3" Type="http://schemas.openxmlformats.org/officeDocument/2006/relationships/image" Target="../media/image18.png" /><Relationship Id="rId4" Type="http://schemas.openxmlformats.org/officeDocument/2006/relationships/image" Target="../media/image19.png" /><Relationship Id="rId5" Type="http://schemas.openxmlformats.org/officeDocument/2006/relationships/image" Target="../media/image20.png" /><Relationship Id="rId6" Type="http://schemas.openxmlformats.org/officeDocument/2006/relationships/image" Target="../media/image21.png" /><Relationship Id="rId7" Type="http://schemas.openxmlformats.org/officeDocument/2006/relationships/slideMaster" Target="../slideMasters/slideMaster1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3.png" /><Relationship Id="rId2" Type="http://schemas.openxmlformats.org/officeDocument/2006/relationships/image" Target="../media/image24.png" /><Relationship Id="rId3" Type="http://schemas.openxmlformats.org/officeDocument/2006/relationships/image" Target="../media/image25.png" /><Relationship Id="rId4" Type="http://schemas.openxmlformats.org/officeDocument/2006/relationships/image" Target="../media/image26.png" /><Relationship Id="rId5" Type="http://schemas.openxmlformats.org/officeDocument/2006/relationships/image" Target="../media/image27.png" /><Relationship Id="rId6" Type="http://schemas.openxmlformats.org/officeDocument/2006/relationships/image" Target="../media/image22.png" /><Relationship Id="rId7" Type="http://schemas.openxmlformats.org/officeDocument/2006/relationships/slideMaster" Target="../slideMasters/slideMaster1.xml" /></Relationships>
</file>

<file path=ppt/slideLayouts/_rels/slideLayout1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8.png" /><Relationship Id="rId2" Type="http://schemas.openxmlformats.org/officeDocument/2006/relationships/image" Target="../media/image25.png" /><Relationship Id="rId3" Type="http://schemas.openxmlformats.org/officeDocument/2006/relationships/image" Target="../media/image23.png" /><Relationship Id="rId4" Type="http://schemas.openxmlformats.org/officeDocument/2006/relationships/image" Target="../media/image24.png" /><Relationship Id="rId5" Type="http://schemas.openxmlformats.org/officeDocument/2006/relationships/image" Target="../media/image29.png" /><Relationship Id="rId6" Type="http://schemas.openxmlformats.org/officeDocument/2006/relationships/image" Target="../media/image26.png" /><Relationship Id="rId7" Type="http://schemas.openxmlformats.org/officeDocument/2006/relationships/image" Target="../media/image27.png" /><Relationship Id="rId8" Type="http://schemas.openxmlformats.org/officeDocument/2006/relationships/image" Target="../media/image22.png" /><Relationship Id="rId9" Type="http://schemas.openxmlformats.org/officeDocument/2006/relationships/slideMaster" Target="../slideMasters/slideMaster1.xml" /></Relationships>
</file>

<file path=ppt/slideLayouts/_rels/slideLayout2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8.png" /><Relationship Id="rId10" Type="http://schemas.openxmlformats.org/officeDocument/2006/relationships/image" Target="../media/image22.png" /><Relationship Id="rId11" Type="http://schemas.openxmlformats.org/officeDocument/2006/relationships/slideMaster" Target="../slideMasters/slideMaster1.xml" /><Relationship Id="rId2" Type="http://schemas.openxmlformats.org/officeDocument/2006/relationships/image" Target="../media/image25.png" /><Relationship Id="rId3" Type="http://schemas.openxmlformats.org/officeDocument/2006/relationships/image" Target="../media/image30.png" /><Relationship Id="rId4" Type="http://schemas.openxmlformats.org/officeDocument/2006/relationships/image" Target="../media/image23.png" /><Relationship Id="rId5" Type="http://schemas.openxmlformats.org/officeDocument/2006/relationships/image" Target="../media/image24.png" /><Relationship Id="rId6" Type="http://schemas.openxmlformats.org/officeDocument/2006/relationships/image" Target="../media/image29.png" /><Relationship Id="rId7" Type="http://schemas.openxmlformats.org/officeDocument/2006/relationships/image" Target="../media/image26.png" /><Relationship Id="rId8" Type="http://schemas.openxmlformats.org/officeDocument/2006/relationships/image" Target="../media/image27.png" /><Relationship Id="rId9" Type="http://schemas.openxmlformats.org/officeDocument/2006/relationships/image" Target="../media/image31.png" /></Relationships>
</file>

<file path=ppt/slideLayouts/_rels/slideLayout2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8.png" /><Relationship Id="rId2" Type="http://schemas.openxmlformats.org/officeDocument/2006/relationships/image" Target="../media/image32.png" /><Relationship Id="rId3" Type="http://schemas.openxmlformats.org/officeDocument/2006/relationships/image" Target="../media/image37.png" /><Relationship Id="rId4" Type="http://schemas.openxmlformats.org/officeDocument/2006/relationships/image" Target="../media/image39.png" /><Relationship Id="rId5" Type="http://schemas.openxmlformats.org/officeDocument/2006/relationships/slideMaster" Target="../slideMasters/slideMaster1.xml" /></Relationships>
</file>

<file path=ppt/slideLayouts/_rels/slideLayout3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3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3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3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5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5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42.png" /><Relationship Id="rId2" Type="http://schemas.openxmlformats.org/officeDocument/2006/relationships/slideMaster" Target="../slideMasters/slideMaster1.xml" /></Relationships>
</file>

<file path=ppt/slideLayouts/_rels/slideLayout6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5.png" /><Relationship Id="rId2" Type="http://schemas.openxmlformats.org/officeDocument/2006/relationships/slideMaster" Target="../slideMasters/slideMaster1.xml" /></Relationships>
</file>

<file path=ppt/slideLayouts/_rels/slideLayout6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English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English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type="subTitle" idx="1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Maths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pic>
        <p:nvPicPr>
          <p:cNvPr id="18" name="Google Shape;18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Maths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>
          <a:blip r:embed="rId3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Geography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</a:xfrm>
      </p:grpSpPr>
      <p:pic>
        <p:nvPicPr>
          <p:cNvPr id="26" name="Google Shape;26;p4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Geography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type="subTitle" idx="1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History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pic>
        <p:nvPicPr>
          <p:cNvPr id="34" name="Google Shape;34;p5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History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type="subTitle" idx="1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Music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</a:xfrm>
      </p:grpSpPr>
      <p:pic>
        <p:nvPicPr>
          <p:cNvPr id="45" name="Google Shape;45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Music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type="subTitle" idx="1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>
          <a:blip r:embed="rId3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Science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Science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>
          <a:blip r:embed="rId2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Biology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</a:xfrm>
      </p:grpSpPr>
      <p:pic>
        <p:nvPicPr>
          <p:cNvPr id="64" name="Google Shape;64;p8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Biology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type="subTitle" idx="1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Physics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</a:xfrm>
      </p:grpSpPr>
      <p:pic>
        <p:nvPicPr>
          <p:cNvPr id="72" name="Google Shape;72;p9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Physics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Chemistry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</a:xfrm>
      </p:grpSpPr>
      <p:pic>
        <p:nvPicPr>
          <p:cNvPr id="83" name="Google Shape;83;p10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Chemistry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type="subTitle" idx="1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800" b="1">
                <a:latin typeface="Lexend"/>
                <a:ea typeface="Lexend"/>
                <a:cs typeface="Lexend"/>
                <a:sym typeface="Lexend"/>
              </a:rPr>
              <a:t>Outcome</a:t>
            </a:r>
            <a:endParaRPr sz="28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type="subTitle" idx="1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</a:xfrm>
      </p:grpSpPr>
      <p:sp>
        <p:nvSpPr>
          <p:cNvPr id="95" name="Google Shape;95;p12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lang="en-GB" sz="1200" i="1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sz="18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sz="18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 on                                          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1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>
          <a:blip r:embed="rId5">
            <a:alphaModFix/>
          </a:blip>
          <a:srcRect l="3910" b="5222"/>
          <a:stretch>
            <a:fillRect/>
          </a:stretch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ransition/>
  <p:timing/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type="subTitle" idx="1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type="subTitle" idx="2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type="subTitle" idx="3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.1 Keywords definitions (3)">
  <p:cSld name="CUSTOM_3_1_1"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sp>
        <p:nvSpPr>
          <p:cNvPr id="115" name="Google Shape;115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16" name="Google Shape;116;p14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>
            <p:ph type="subTitle" idx="1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9" name="Google Shape;119;p14"/>
          <p:cNvSpPr txBox="1"/>
          <p:nvPr>
            <p:ph type="subTitle" idx="2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0" name="Google Shape;120;p14"/>
          <p:cNvSpPr txBox="1"/>
          <p:nvPr>
            <p:ph type="subTitle" idx="3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1 Keyword (4)">
  <p:cSld name="CUSTOM_27_1"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sp>
        <p:nvSpPr>
          <p:cNvPr id="122" name="Google Shape;122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23" name="Google Shape;123;p15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>
            <p:ph type="subTitle" idx="1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5"/>
          <p:cNvSpPr txBox="1"/>
          <p:nvPr>
            <p:ph type="subTitle" idx="2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5"/>
          <p:cNvSpPr txBox="1"/>
          <p:nvPr>
            <p:ph type="subTitle" idx="3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5"/>
          <p:cNvSpPr txBox="1"/>
          <p:nvPr>
            <p:ph type="subTitle" idx="4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/>
  <p:timing/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1.1 Keyword definitions (4)">
  <p:cSld name="CUSTOM_27_1_2">
    <p:spTree>
      <p:nvGrpSpPr>
        <p:cNvPr id="129" name="Shape 129"/>
        <p:cNvGrpSpPr/>
        <p:nvPr/>
      </p:nvGrpSpPr>
      <p:grpSpPr>
        <a:xfrm>
          <a:off x="0" y="0"/>
          <a:ext cx="0" cy="0"/>
        </a:xfrm>
      </p:grpSpPr>
      <p:sp>
        <p:nvSpPr>
          <p:cNvPr id="130" name="Google Shape;130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31" name="Google Shape;131;p16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>
            <p:ph type="subTitle" idx="1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type="subTitle" idx="2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6"/>
          <p:cNvSpPr txBox="1"/>
          <p:nvPr>
            <p:ph type="subTitle" idx="3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6"/>
          <p:cNvSpPr txBox="1"/>
          <p:nvPr>
            <p:ph type="subTitle" idx="4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/>
  <p:timing/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2 Keywords (5)">
  <p:cSld name="CUSTOM_27_1_1">
    <p:spTree>
      <p:nvGrpSpPr>
        <p:cNvPr id="137" name="Shape 137"/>
        <p:cNvGrpSpPr/>
        <p:nvPr/>
      </p:nvGrpSpPr>
      <p:grpSpPr>
        <a:xfrm>
          <a:off x="0" y="0"/>
          <a:ext cx="0" cy="0"/>
        </a:xfrm>
      </p:grpSpPr>
      <p:sp>
        <p:nvSpPr>
          <p:cNvPr id="138" name="Google Shape;138;p1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39" name="Google Shape;139;p17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>
            <p:ph type="subTitle" idx="1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7"/>
          <p:cNvSpPr txBox="1"/>
          <p:nvPr>
            <p:ph type="subTitle" idx="2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type="subTitle" idx="3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type="subTitle" idx="4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type="subTitle" idx="5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" name="Google Shape;145;p1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/>
  <p:timing/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2.1 Keywords definitions (5)">
  <p:cSld name="CUSTOM_27_1_1_1">
    <p:spTree>
      <p:nvGrpSpPr>
        <p:cNvPr id="146" name="Shape 146"/>
        <p:cNvGrpSpPr/>
        <p:nvPr/>
      </p:nvGrpSpPr>
      <p:grpSpPr>
        <a:xfrm>
          <a:off x="0" y="0"/>
          <a:ext cx="0" cy="0"/>
        </a:xfrm>
      </p:grpSpPr>
      <p:sp>
        <p:nvSpPr>
          <p:cNvPr id="147" name="Google Shape;147;p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48" name="Google Shape;148;p18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>
            <p:ph type="subTitle" idx="1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8"/>
          <p:cNvSpPr txBox="1"/>
          <p:nvPr>
            <p:ph type="subTitle" idx="2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8"/>
          <p:cNvSpPr txBox="1"/>
          <p:nvPr>
            <p:ph type="subTitle" idx="3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2" name="Google Shape;152;p18"/>
          <p:cNvSpPr txBox="1"/>
          <p:nvPr>
            <p:ph type="subTitle" idx="4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5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4" name="Google Shape;154;p1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/>
  <p:timing/>
</p:sldLayout>
</file>

<file path=ppt/slideLayouts/slideLayout1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2)">
  <p:cSld name="CUSTOM_3">
    <p:spTree>
      <p:nvGrpSpPr>
        <p:cNvPr id="155" name="Shape 155"/>
        <p:cNvGrpSpPr/>
        <p:nvPr/>
      </p:nvGrpSpPr>
      <p:grpSpPr>
        <a:xfrm>
          <a:off x="0" y="0"/>
          <a:ext cx="0" cy="0"/>
        </a:xfrm>
      </p:grpSpPr>
      <p:sp>
        <p:nvSpPr>
          <p:cNvPr id="156" name="Google Shape;156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57" name="Google Shape;157;p19"/>
          <p:cNvPicPr preferRelativeResize="0"/>
          <p:nvPr/>
        </p:nvPicPr>
        <p:blipFill>
          <a:blip r:embed="rId1">
            <a:alphaModFix/>
          </a:blip>
          <a:srcRect t="3678" b="3669"/>
          <a:stretch>
            <a:fillRect/>
          </a:stretch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rcRect t="3678" b="3669"/>
          <a:stretch>
            <a:fillRect/>
          </a:stretch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rcRect l="74623"/>
          <a:stretch>
            <a:fillRect/>
          </a:stretch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19"/>
          <p:cNvCxnSpPr>
            <a:endCxn id="161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62" name="Google Shape;162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>
            <p:ph type="title"/>
          </p:nvPr>
        </p:nvSpPr>
        <p:spPr>
          <a:xfrm>
            <a:off x="1224000" y="2098125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4" name="Google Shape;164;p19"/>
          <p:cNvSpPr txBox="1"/>
          <p:nvPr>
            <p:ph type="title" idx="2"/>
          </p:nvPr>
        </p:nvSpPr>
        <p:spPr>
          <a:xfrm>
            <a:off x="1224000" y="3053050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61" name="Google Shape;16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/>
          <p:cNvPicPr preferRelativeResize="0"/>
          <p:nvPr/>
        </p:nvPicPr>
        <p:blipFill>
          <a:blip r:embed="rId6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19"/>
          <p:cNvSpPr txBox="1"/>
          <p:nvPr>
            <p:ph type="title" idx="3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3)">
  <p:cSld name="CUSTOM_3_2">
    <p:spTree>
      <p:nvGrpSpPr>
        <p:cNvPr id="168" name="Shape 168"/>
        <p:cNvGrpSpPr/>
        <p:nvPr/>
      </p:nvGrpSpPr>
      <p:grpSpPr>
        <a:xfrm>
          <a:off x="0" y="0"/>
          <a:ext cx="0" cy="0"/>
        </a:xfrm>
      </p:grpSpPr>
      <p:pic>
        <p:nvPicPr>
          <p:cNvPr id="169" name="Google Shape;169;p20"/>
          <p:cNvPicPr preferRelativeResize="0"/>
          <p:nvPr/>
        </p:nvPicPr>
        <p:blipFill>
          <a:blip r:embed="rId1">
            <a:alphaModFix/>
          </a:blip>
          <a:srcRect t="4429" b="4438"/>
          <a:stretch>
            <a:fillRect/>
          </a:stretch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>
          <a:blip r:embed="rId3">
            <a:alphaModFix/>
          </a:blip>
          <a:srcRect t="3678" b="3669"/>
          <a:stretch>
            <a:fillRect/>
          </a:stretch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/>
          <p:cNvPicPr preferRelativeResize="0"/>
          <p:nvPr/>
        </p:nvPicPr>
        <p:blipFill>
          <a:blip r:embed="rId4">
            <a:alphaModFix/>
          </a:blip>
          <a:srcRect t="3678" b="3669"/>
          <a:stretch>
            <a:fillRect/>
          </a:stretch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20"/>
          <p:cNvCxnSpPr>
            <a:endCxn id="176" idx="2"/>
          </p:cNvCxnSpPr>
          <p:nvPr/>
        </p:nvCxnSpPr>
        <p:spPr>
          <a:xfrm flipH="1">
            <a:off x="647802" y="1841898"/>
            <a:ext cx="0" cy="23664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76" name="Google Shape;176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>
            <p:ph type="title"/>
          </p:nvPr>
        </p:nvSpPr>
        <p:spPr>
          <a:xfrm>
            <a:off x="1224600" y="1787025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9" name="Google Shape;179;p20"/>
          <p:cNvSpPr txBox="1"/>
          <p:nvPr>
            <p:ph type="title" idx="2"/>
          </p:nvPr>
        </p:nvSpPr>
        <p:spPr>
          <a:xfrm>
            <a:off x="1224000" y="2830775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0" name="Google Shape;180;p20"/>
          <p:cNvSpPr txBox="1"/>
          <p:nvPr>
            <p:ph type="title" idx="3"/>
          </p:nvPr>
        </p:nvSpPr>
        <p:spPr>
          <a:xfrm>
            <a:off x="1224000" y="3758277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81" name="Google Shape;181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83" name="Google Shape;183;p20"/>
          <p:cNvPicPr preferRelativeResize="0"/>
          <p:nvPr/>
        </p:nvPicPr>
        <p:blipFill>
          <a:blip r:embed="rId8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>
            <p:ph type="title" idx="4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2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4)">
  <p:cSld name="CUSTOM_4">
    <p:spTree>
      <p:nvGrpSpPr>
        <p:cNvPr id="186" name="Shape 186"/>
        <p:cNvGrpSpPr/>
        <p:nvPr/>
      </p:nvGrpSpPr>
      <p:grpSpPr>
        <a:xfrm>
          <a:off x="0" y="0"/>
          <a:ext cx="0" cy="0"/>
        </a:xfrm>
      </p:grpSpPr>
      <p:pic>
        <p:nvPicPr>
          <p:cNvPr id="187" name="Google Shape;187;p21"/>
          <p:cNvPicPr preferRelativeResize="0"/>
          <p:nvPr/>
        </p:nvPicPr>
        <p:blipFill>
          <a:blip r:embed="rId1">
            <a:alphaModFix/>
          </a:blip>
          <a:srcRect t="4429" b="4438"/>
          <a:stretch>
            <a:fillRect/>
          </a:stretch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/>
          <p:cNvPicPr preferRelativeResize="0"/>
          <p:nvPr/>
        </p:nvPicPr>
        <p:blipFill>
          <a:blip r:embed="rId3">
            <a:alphaModFix/>
          </a:blip>
          <a:srcRect t="4387" b="4396"/>
          <a:stretch>
            <a:fillRect/>
          </a:stretch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/>
          <p:cNvPicPr preferRelativeResize="0"/>
          <p:nvPr/>
        </p:nvPicPr>
        <p:blipFill>
          <a:blip r:embed="rId4">
            <a:alphaModFix/>
          </a:blip>
          <a:srcRect t="3678" b="3669"/>
          <a:stretch>
            <a:fillRect/>
          </a:stretch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/>
          <p:cNvPicPr preferRelativeResize="0"/>
          <p:nvPr/>
        </p:nvPicPr>
        <p:blipFill>
          <a:blip r:embed="rId5">
            <a:alphaModFix/>
          </a:blip>
          <a:srcRect t="3678" b="3669"/>
          <a:stretch>
            <a:fillRect/>
          </a:stretch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21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96" name="Google Shape;196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>
            <p:ph type="title"/>
          </p:nvPr>
        </p:nvSpPr>
        <p:spPr>
          <a:xfrm>
            <a:off x="1224600" y="1462150"/>
            <a:ext cx="6850800" cy="563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0" name="Google Shape;200;p21"/>
          <p:cNvSpPr txBox="1"/>
          <p:nvPr>
            <p:ph type="title" idx="2"/>
          </p:nvPr>
        </p:nvSpPr>
        <p:spPr>
          <a:xfrm>
            <a:off x="1224600" y="2292200"/>
            <a:ext cx="6850800" cy="57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1" name="Google Shape;201;p21"/>
          <p:cNvSpPr txBox="1"/>
          <p:nvPr>
            <p:ph type="title" idx="3"/>
          </p:nvPr>
        </p:nvSpPr>
        <p:spPr>
          <a:xfrm>
            <a:off x="1224600" y="3170276"/>
            <a:ext cx="6850800" cy="536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2" name="Google Shape;202;p21"/>
          <p:cNvSpPr txBox="1"/>
          <p:nvPr>
            <p:ph type="title" idx="4"/>
          </p:nvPr>
        </p:nvSpPr>
        <p:spPr>
          <a:xfrm>
            <a:off x="1224600" y="3971352"/>
            <a:ext cx="6850800" cy="563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3" name="Google Shape;203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05" name="Google Shape;205;p21"/>
          <p:cNvPicPr preferRelativeResize="0"/>
          <p:nvPr/>
        </p:nvPicPr>
        <p:blipFill>
          <a:blip r:embed="rId10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>
            <p:ph type="title" idx="5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2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0 Explanation blank - purple ">
  <p:cSld name="TITLE_AND_TWO_COLUMNS_1_1_6_2_1_4">
    <p:spTree>
      <p:nvGrpSpPr>
        <p:cNvPr id="208" name="Shape 208"/>
        <p:cNvGrpSpPr/>
        <p:nvPr/>
      </p:nvGrpSpPr>
      <p:grpSpPr>
        <a:xfrm>
          <a:off x="0" y="0"/>
          <a:ext cx="0" cy="0"/>
        </a:xfrm>
      </p:grpSpPr>
      <p:pic>
        <p:nvPicPr>
          <p:cNvPr id="209" name="Google Shape;209;p2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11" name="Google Shape;211;p22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2" name="Google Shape;212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3" name="Google Shape;213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2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0 Explanation blank - jade">
  <p:cSld name="TITLE_AND_TWO_COLUMNS_1_1_6_2_1_2">
    <p:spTree>
      <p:nvGrpSpPr>
        <p:cNvPr id="215" name="Shape 215"/>
        <p:cNvGrpSpPr/>
        <p:nvPr/>
      </p:nvGrpSpPr>
      <p:grpSpPr>
        <a:xfrm>
          <a:off x="0" y="0"/>
          <a:ext cx="0" cy="0"/>
        </a:xfrm>
      </p:grpSpPr>
      <p:pic>
        <p:nvPicPr>
          <p:cNvPr id="216" name="Google Shape;216;p2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18" name="Google Shape;218;p23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9" name="Google Shape;21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1" name="Google Shape;221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0 Explanation blank - blue ">
  <p:cSld name="TITLE_AND_TWO_COLUMNS_1_1_6_2_2">
    <p:spTree>
      <p:nvGrpSpPr>
        <p:cNvPr id="222" name="Shape 222"/>
        <p:cNvGrpSpPr/>
        <p:nvPr/>
      </p:nvGrpSpPr>
      <p:grpSpPr>
        <a:xfrm>
          <a:off x="0" y="0"/>
          <a:ext cx="0" cy="0"/>
        </a:xfrm>
      </p:grpSpPr>
      <p:pic>
        <p:nvPicPr>
          <p:cNvPr id="223" name="Google Shape;223;p24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25" name="Google Shape;225;p24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6" name="Google Shape;226;p2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8" name="Google Shape;228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0 Explanation blank - pink ">
  <p:cSld name="TITLE_AND_TWO_COLUMNS_1_1_6_2_1_1">
    <p:spTree>
      <p:nvGrpSpPr>
        <p:cNvPr id="229" name="Shape 229"/>
        <p:cNvGrpSpPr/>
        <p:nvPr/>
      </p:nvGrpSpPr>
      <p:grpSpPr>
        <a:xfrm>
          <a:off x="0" y="0"/>
          <a:ext cx="0" cy="0"/>
        </a:xfrm>
      </p:grpSpPr>
      <p:pic>
        <p:nvPicPr>
          <p:cNvPr id="230" name="Google Shape;230;p2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32" name="Google Shape;232;p25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3" name="Google Shape;233;p2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5" name="Google Shape;235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</a:xfrm>
      </p:grpSpPr>
      <p:sp>
        <p:nvSpPr>
          <p:cNvPr id="237" name="Google Shape;237;p2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38" name="Google Shape;238;p2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40" name="Google Shape;240;p26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1" name="Google Shape;241;p26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2" name="Google Shape;242;p26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3" name="Google Shape;243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4" name="Google Shape;244;p26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6" name="Google Shape;246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7" name="Google Shape;247;p2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" name="Google Shape;248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</a:xfrm>
      </p:grpSpPr>
      <p:sp>
        <p:nvSpPr>
          <p:cNvPr id="250" name="Google Shape;250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51" name="Google Shape;251;p2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53" name="Google Shape;253;p27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4" name="Google Shape;254;p27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5" name="Google Shape;255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6" name="Google Shape;256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7" name="Google Shape;257;p27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9" name="Google Shape;259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0" name="Google Shape;260;p2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</a:xfrm>
      </p:grpSpPr>
      <p:sp>
        <p:nvSpPr>
          <p:cNvPr id="263" name="Google Shape;263;p28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64" name="Google Shape;264;p28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66" name="Google Shape;266;p28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7" name="Google Shape;267;p28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8" name="Google Shape;268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9" name="Google Shape;269;p2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0" name="Google Shape;270;p28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2" name="Google Shape;272;p2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3" name="Google Shape;273;p2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4" name="Google Shape;274;p2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</a:xfrm>
      </p:grpSpPr>
      <p:sp>
        <p:nvSpPr>
          <p:cNvPr id="276" name="Google Shape;276;p2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77" name="Google Shape;277;p29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79" name="Google Shape;279;p29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0" name="Google Shape;280;p29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1" name="Google Shape;281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82" name="Google Shape;282;p2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3" name="Google Shape;283;p29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5" name="Google Shape;285;p2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6" name="Google Shape;286;p2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7" name="Google Shape;287;p2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</a:xfrm>
      </p:grpSpPr>
      <p:pic>
        <p:nvPicPr>
          <p:cNvPr id="289" name="Google Shape;289;p3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93" name="Google Shape;29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30"/>
          <p:cNvSpPr txBox="1"/>
          <p:nvPr>
            <p:ph type="subTitle" idx="1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30"/>
          <p:cNvSpPr txBox="1"/>
          <p:nvPr>
            <p:ph type="subTitle" idx="2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8" name="Google Shape;29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9" name="Google Shape;299;p30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00" name="Google Shape;300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2" name="Google Shape;302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5" name="Google Shape;305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6" name="Google Shape;306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8" name="Google Shape;308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9" name="Google Shape;309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0" name="Google Shape;310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</a:xfrm>
      </p:grpSpPr>
      <p:pic>
        <p:nvPicPr>
          <p:cNvPr id="312" name="Google Shape;312;p3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14" name="Google Shape;314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31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8" name="Google Shape;318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9" name="Google Shape;319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2" name="Google Shape;322;p31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3" name="Google Shape;323;p31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4" name="Google Shape;324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5" name="Google Shape;325;p3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7" name="Google Shape;327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8" name="Google Shape;328;p3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" name="Google Shape;32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30" name="Google Shape;330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3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</a:xfrm>
      </p:grpSpPr>
      <p:pic>
        <p:nvPicPr>
          <p:cNvPr id="335" name="Google Shape;335;p32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37" name="Google Shape;337;p3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3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3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2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1" name="Google Shape;341;p3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42" name="Google Shape;342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5" name="Google Shape;345;p32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6" name="Google Shape;346;p32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7" name="Google Shape;347;p3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8" name="Google Shape;348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50" name="Google Shape;350;p3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51" name="Google Shape;351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2" name="Google Shape;35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3" name="Google Shape;353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3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3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</a:xfrm>
      </p:grpSpPr>
      <p:pic>
        <p:nvPicPr>
          <p:cNvPr id="358" name="Google Shape;358;p3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60" name="Google Shape;360;p3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3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3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3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4" name="Google Shape;364;p3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5" name="Google Shape;365;p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8" name="Google Shape;368;p33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9" name="Google Shape;369;p33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70" name="Google Shape;370;p3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71" name="Google Shape;371;p3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3" name="Google Shape;373;p3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4" name="Google Shape;374;p3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6" name="Google Shape;376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3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3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</a:xfrm>
      </p:grpSpPr>
      <p:pic>
        <p:nvPicPr>
          <p:cNvPr id="381" name="Google Shape;381;p3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4" name="Google Shape;384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6" name="Google Shape;386;p34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7" name="Google Shape;387;p34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8" name="Google Shape;388;p34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9" name="Google Shape;389;p34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90" name="Google Shape;390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91" name="Google Shape;391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4" name="Google Shape;394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6" name="Google Shape;396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7" name="Google Shape;397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8" name="Google Shape;398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</a:xfrm>
      </p:grpSpPr>
      <p:pic>
        <p:nvPicPr>
          <p:cNvPr id="400" name="Google Shape;400;p3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02" name="Google Shape;402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3" name="Google Shape;403;p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35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6" name="Google Shape;406;p35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7" name="Google Shape;407;p35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8" name="Google Shape;408;p35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9" name="Google Shape;409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10" name="Google Shape;410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3" name="Google Shape;413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5" name="Google Shape;415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6" name="Google Shape;416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7" name="Google Shape;417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</a:xfrm>
      </p:grpSpPr>
      <p:pic>
        <p:nvPicPr>
          <p:cNvPr id="419" name="Google Shape;419;p36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21" name="Google Shape;421;p3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22" name="Google Shape;422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4" name="Google Shape;424;p36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5" name="Google Shape;425;p36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6" name="Google Shape;426;p36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7" name="Google Shape;427;p36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8" name="Google Shape;428;p3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9" name="Google Shape;429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32" name="Google Shape;432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4" name="Google Shape;434;p3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5" name="Google Shape;435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6" name="Google Shape;43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</a:xfrm>
      </p:grpSpPr>
      <p:pic>
        <p:nvPicPr>
          <p:cNvPr id="438" name="Google Shape;438;p3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40" name="Google Shape;440;p3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41" name="Google Shape;441;p3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3" name="Google Shape;443;p37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4" name="Google Shape;444;p37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5" name="Google Shape;445;p37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6" name="Google Shape;446;p37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7" name="Google Shape;447;p3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8" name="Google Shape;448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51" name="Google Shape;451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3" name="Google Shape;453;p3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4" name="Google Shape;454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5" name="Google Shape;45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</a:xfrm>
      </p:grpSpPr>
      <p:pic>
        <p:nvPicPr>
          <p:cNvPr id="457" name="Google Shape;457;p3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59" name="Google Shape;459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60" name="Google Shape;460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2" name="Google Shape;462;p38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3" name="Google Shape;463;p38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4" name="Google Shape;464;p38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5" name="Google Shape;465;p38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6" name="Google Shape;466;p38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7" name="Google Shape;467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8" name="Google Shape;468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71" name="Google Shape;471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4" name="Google Shape;474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6" name="Google Shape;476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7" name="Google Shape;477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8" name="Google Shape;47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</a:xfrm>
      </p:grpSpPr>
      <p:pic>
        <p:nvPicPr>
          <p:cNvPr id="480" name="Google Shape;480;p39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82" name="Google Shape;482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3" name="Google Shape;483;p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5" name="Google Shape;485;p39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6" name="Google Shape;486;p39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7" name="Google Shape;487;p39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8" name="Google Shape;488;p39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9" name="Google Shape;489;p39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90" name="Google Shape;490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91" name="Google Shape;491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4" name="Google Shape;494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7" name="Google Shape;497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9" name="Google Shape;499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00" name="Google Shape;500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1" name="Google Shape;50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</a:xfrm>
      </p:grpSpPr>
      <p:pic>
        <p:nvPicPr>
          <p:cNvPr id="503" name="Google Shape;503;p40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05" name="Google Shape;505;p4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6" name="Google Shape;506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8" name="Google Shape;508;p40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9" name="Google Shape;509;p40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0" name="Google Shape;510;p40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1" name="Google Shape;511;p40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2" name="Google Shape;512;p40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3" name="Google Shape;513;p4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4" name="Google Shape;514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4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7" name="Google Shape;517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4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20" name="Google Shape;520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22" name="Google Shape;522;p4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3" name="Google Shape;523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4" name="Google Shape;524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</a:xfrm>
      </p:grpSpPr>
      <p:pic>
        <p:nvPicPr>
          <p:cNvPr id="526" name="Google Shape;526;p4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28" name="Google Shape;528;p4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9" name="Google Shape;529;p4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1" name="Google Shape;531;p41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2" name="Google Shape;532;p41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3" name="Google Shape;533;p41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4" name="Google Shape;534;p41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5" name="Google Shape;535;p41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6" name="Google Shape;536;p4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7" name="Google Shape;537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4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40" name="Google Shape;540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4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3" name="Google Shape;543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5" name="Google Shape;545;p4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6" name="Google Shape;546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7" name="Google Shape;547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</a:xfrm>
      </p:grpSpPr>
      <p:pic>
        <p:nvPicPr>
          <p:cNvPr id="549" name="Google Shape;549;p4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51" name="Google Shape;551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52" name="Google Shape;552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4" name="Google Shape;554;p42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5" name="Google Shape;555;p42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56" name="Google Shape;556;p42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57" name="Google Shape;557;p42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558" name="Google Shape;558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9" name="Google Shape;559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62" name="Google Shape;562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4" name="Google Shape;564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5" name="Google Shape;565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6" name="Google Shape;566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</a:xfrm>
      </p:grpSpPr>
      <p:pic>
        <p:nvPicPr>
          <p:cNvPr id="568" name="Google Shape;568;p4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70" name="Google Shape;570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71" name="Google Shape;571;p4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3" name="Google Shape;573;p43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4" name="Google Shape;574;p43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75" name="Google Shape;575;p43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76" name="Google Shape;576;p43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577" name="Google Shape;577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8" name="Google Shape;578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81" name="Google Shape;581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3" name="Google Shape;583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4" name="Google Shape;584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5" name="Google Shape;585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</a:xfrm>
      </p:grpSpPr>
      <p:pic>
        <p:nvPicPr>
          <p:cNvPr id="587" name="Google Shape;587;p44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89" name="Google Shape;589;p4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90" name="Google Shape;590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2" name="Google Shape;592;p44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3" name="Google Shape;593;p44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94" name="Google Shape;594;p44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95" name="Google Shape;595;p44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596" name="Google Shape;596;p4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7" name="Google Shape;597;p4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00" name="Google Shape;600;p4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2" name="Google Shape;602;p4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3" name="Google Shape;603;p4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4" name="Google Shape;604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</a:xfrm>
      </p:grpSpPr>
      <p:pic>
        <p:nvPicPr>
          <p:cNvPr id="606" name="Google Shape;606;p4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08" name="Google Shape;608;p4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9" name="Google Shape;609;p4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1" name="Google Shape;611;p45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2" name="Google Shape;612;p45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613" name="Google Shape;613;p45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614" name="Google Shape;614;p45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615" name="Google Shape;615;p4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6" name="Google Shape;616;p4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9" name="Google Shape;619;p4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1" name="Google Shape;621;p4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22" name="Google Shape;622;p4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3" name="Google Shape;623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</a:xfrm>
      </p:grpSpPr>
      <p:pic>
        <p:nvPicPr>
          <p:cNvPr id="625" name="Google Shape;625;p4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27" name="Google Shape;627;p46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8" name="Google Shape;628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0" name="Google Shape;63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31" name="Shape 631"/>
        <p:cNvGrpSpPr/>
        <p:nvPr/>
      </p:nvGrpSpPr>
      <p:grpSpPr>
        <a:xfrm>
          <a:off x="0" y="0"/>
          <a:ext cx="0" cy="0"/>
        </a:xfrm>
      </p:grpSpPr>
      <p:pic>
        <p:nvPicPr>
          <p:cNvPr id="632" name="Google Shape;632;p4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34" name="Google Shape;634;p47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5" name="Google Shape;635;p4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7" name="Google Shape;63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</a:xfrm>
      </p:grpSpPr>
      <p:pic>
        <p:nvPicPr>
          <p:cNvPr id="639" name="Google Shape;639;p48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41" name="Google Shape;641;p48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2" name="Google Shape;642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4" name="Google Shape;644;p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5" name="Shape 645"/>
        <p:cNvGrpSpPr/>
        <p:nvPr/>
      </p:nvGrpSpPr>
      <p:grpSpPr>
        <a:xfrm>
          <a:off x="0" y="0"/>
          <a:ext cx="0" cy="0"/>
        </a:xfrm>
      </p:grpSpPr>
      <p:pic>
        <p:nvPicPr>
          <p:cNvPr id="646" name="Google Shape;646;p49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48" name="Google Shape;648;p49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9" name="Google Shape;649;p4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1" name="Google Shape;651;p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7 Practice - purple ">
  <p:cSld name="TITLE_AND_TWO_COLUMNS_1_1_5_1_3_1_1">
    <p:spTree>
      <p:nvGrpSpPr>
        <p:cNvPr id="652" name="Shape 652"/>
        <p:cNvGrpSpPr/>
        <p:nvPr/>
      </p:nvGrpSpPr>
      <p:grpSpPr>
        <a:xfrm>
          <a:off x="0" y="0"/>
          <a:ext cx="0" cy="0"/>
        </a:xfrm>
      </p:grpSpPr>
      <p:pic>
        <p:nvPicPr>
          <p:cNvPr id="653" name="Google Shape;653;p5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55" name="Google Shape;655;p50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56" name="Google Shape;656;p50"/>
          <p:cNvSpPr txBox="1"/>
          <p:nvPr/>
        </p:nvSpPr>
        <p:spPr>
          <a:xfrm>
            <a:off x="324000" y="45525"/>
            <a:ext cx="14121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7" name="Google Shape;657;p50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8" name="Google Shape;658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7 Practice - jade">
  <p:cSld name="TITLE_AND_TWO_COLUMNS_1_1_5_1_3_1_1_1_1">
    <p:spTree>
      <p:nvGrpSpPr>
        <p:cNvPr id="660" name="Shape 660"/>
        <p:cNvGrpSpPr/>
        <p:nvPr/>
      </p:nvGrpSpPr>
      <p:grpSpPr>
        <a:xfrm>
          <a:off x="0" y="0"/>
          <a:ext cx="0" cy="0"/>
        </a:xfrm>
      </p:grpSpPr>
      <p:pic>
        <p:nvPicPr>
          <p:cNvPr id="661" name="Google Shape;661;p5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63" name="Google Shape;663;p51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4" name="Google Shape;664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5" name="Google Shape;665;p51"/>
          <p:cNvSpPr txBox="1"/>
          <p:nvPr/>
        </p:nvSpPr>
        <p:spPr>
          <a:xfrm>
            <a:off x="324000" y="45525"/>
            <a:ext cx="15474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6" name="Google Shape;666;p51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67" name="Google Shape;667;p5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7 Practice - blue ">
  <p:cSld name="TITLE_AND_TWO_COLUMNS_1_1_5_1_3_1_2">
    <p:spTree>
      <p:nvGrpSpPr>
        <p:cNvPr id="668" name="Shape 668"/>
        <p:cNvGrpSpPr/>
        <p:nvPr/>
      </p:nvGrpSpPr>
      <p:grpSpPr>
        <a:xfrm>
          <a:off x="0" y="0"/>
          <a:ext cx="0" cy="0"/>
        </a:xfrm>
      </p:grpSpPr>
      <p:pic>
        <p:nvPicPr>
          <p:cNvPr id="669" name="Google Shape;669;p52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71" name="Google Shape;671;p52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2" name="Google Shape;672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3" name="Google Shape;673;p52"/>
          <p:cNvSpPr txBox="1"/>
          <p:nvPr/>
        </p:nvSpPr>
        <p:spPr>
          <a:xfrm>
            <a:off x="324000" y="45525"/>
            <a:ext cx="10191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4" name="Google Shape;674;p52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5" name="Google Shape;675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7 Practice - pink">
  <p:cSld name="TITLE_AND_TWO_COLUMNS_1_1_5_1_3_1_1_1_1_1">
    <p:spTree>
      <p:nvGrpSpPr>
        <p:cNvPr id="676" name="Shape 676"/>
        <p:cNvGrpSpPr/>
        <p:nvPr/>
      </p:nvGrpSpPr>
      <p:grpSpPr>
        <a:xfrm>
          <a:off x="0" y="0"/>
          <a:ext cx="0" cy="0"/>
        </a:xfrm>
      </p:grpSpPr>
      <p:pic>
        <p:nvPicPr>
          <p:cNvPr id="677" name="Google Shape;677;p5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79" name="Google Shape;679;p53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0" name="Google Shape;680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1" name="Google Shape;681;p53"/>
          <p:cNvSpPr txBox="1"/>
          <p:nvPr/>
        </p:nvSpPr>
        <p:spPr>
          <a:xfrm>
            <a:off x="324000" y="45525"/>
            <a:ext cx="10419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2" name="Google Shape;682;p53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3" name="Google Shape;683;p5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4" name="Shape 684"/>
        <p:cNvGrpSpPr/>
        <p:nvPr/>
      </p:nvGrpSpPr>
      <p:grpSpPr>
        <a:xfrm>
          <a:off x="0" y="0"/>
          <a:ext cx="0" cy="0"/>
        </a:xfrm>
      </p:grpSpPr>
      <p:pic>
        <p:nvPicPr>
          <p:cNvPr id="685" name="Google Shape;685;p5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87" name="Google Shape;687;p54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8" name="Google Shape;688;p54"/>
          <p:cNvSpPr txBox="1"/>
          <p:nvPr/>
        </p:nvSpPr>
        <p:spPr>
          <a:xfrm>
            <a:off x="324000" y="45525"/>
            <a:ext cx="11949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9" name="Google Shape;689;p54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90" name="Google Shape;690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</a:xfrm>
      </p:grpSpPr>
      <p:pic>
        <p:nvPicPr>
          <p:cNvPr id="693" name="Google Shape;693;p5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95" name="Google Shape;695;p55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6" name="Google Shape;696;p55"/>
          <p:cNvSpPr txBox="1"/>
          <p:nvPr/>
        </p:nvSpPr>
        <p:spPr>
          <a:xfrm>
            <a:off x="324000" y="45525"/>
            <a:ext cx="1049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7" name="Google Shape;697;p55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8" name="Google Shape;69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9" name="Google Shape;699;p5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</a:xfrm>
      </p:grpSpPr>
      <p:pic>
        <p:nvPicPr>
          <p:cNvPr id="701" name="Google Shape;701;p56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703" name="Google Shape;703;p56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4" name="Google Shape;704;p56"/>
          <p:cNvSpPr txBox="1"/>
          <p:nvPr/>
        </p:nvSpPr>
        <p:spPr>
          <a:xfrm>
            <a:off x="324000" y="45525"/>
            <a:ext cx="10344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5" name="Google Shape;705;p56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6" name="Google Shape;706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7" name="Google Shape;707;p5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8" name="Shape 708"/>
        <p:cNvGrpSpPr/>
        <p:nvPr/>
      </p:nvGrpSpPr>
      <p:grpSpPr>
        <a:xfrm>
          <a:off x="0" y="0"/>
          <a:ext cx="0" cy="0"/>
        </a:xfrm>
      </p:grpSpPr>
      <p:pic>
        <p:nvPicPr>
          <p:cNvPr id="709" name="Google Shape;709;p5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711" name="Google Shape;711;p57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2" name="Google Shape;712;p57"/>
          <p:cNvSpPr txBox="1"/>
          <p:nvPr/>
        </p:nvSpPr>
        <p:spPr>
          <a:xfrm>
            <a:off x="324000" y="45525"/>
            <a:ext cx="9885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3" name="Google Shape;713;p57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4" name="Google Shape;714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5" name="Google Shape;715;p5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6 Summary 1">
  <p:cSld name="TITLE_AND_TWO_COLUMNS_1_1_5_1_2_1">
    <p:spTree>
      <p:nvGrpSpPr>
        <p:cNvPr id="716" name="Shape 716"/>
        <p:cNvGrpSpPr/>
        <p:nvPr/>
      </p:nvGrpSpPr>
      <p:grpSpPr>
        <a:xfrm>
          <a:off x="0" y="0"/>
          <a:ext cx="0" cy="0"/>
        </a:xfrm>
      </p:grpSpPr>
      <p:sp>
        <p:nvSpPr>
          <p:cNvPr id="717" name="Google Shape;717;p58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718" name="Google Shape;718;p58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58"/>
          <p:cNvSpPr txBox="1"/>
          <p:nvPr>
            <p:ph type="body" idx="1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0" name="Google Shape;720;p58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1" name="Google Shape;721;p58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5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6 Summary 2">
  <p:cSld name="TITLE_AND_TWO_COLUMNS_1_1_5_1_2">
    <p:spTree>
      <p:nvGrpSpPr>
        <p:cNvPr id="722" name="Shape 722"/>
        <p:cNvGrpSpPr/>
        <p:nvPr/>
      </p:nvGrpSpPr>
      <p:grpSpPr>
        <a:xfrm>
          <a:off x="0" y="0"/>
          <a:ext cx="0" cy="0"/>
        </a:xfrm>
      </p:grpSpPr>
      <p:sp>
        <p:nvSpPr>
          <p:cNvPr id="723" name="Google Shape;723;p59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724" name="Google Shape;724;p59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59"/>
          <p:cNvSpPr txBox="1"/>
          <p:nvPr>
            <p:ph type="body" idx="1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6" name="Google Shape;726;p59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7" name="Google Shape;727;p59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5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3 Projectable quiz">
  <p:cSld name="Title Slide 3_1">
    <p:bg>
      <p:bgPr>
        <a:solidFill>
          <a:schemeClr val="lt1"/>
        </a:solidFill>
      </p:bgPr>
    </p:bg>
    <p:spTree>
      <p:nvGrpSpPr>
        <p:cNvPr id="728" name="Shape 728"/>
        <p:cNvGrpSpPr/>
        <p:nvPr/>
      </p:nvGrpSpPr>
      <p:grpSpPr>
        <a:xfrm>
          <a:off x="0" y="0"/>
          <a:ext cx="0" cy="0"/>
        </a:xfrm>
      </p:grpSpPr>
      <p:pic>
        <p:nvPicPr>
          <p:cNvPr id="729" name="Google Shape;729;p6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60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6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4 Items to copy-paste">
  <p:cSld name="CUSTOM_104_1_2_1_1">
    <p:spTree>
      <p:nvGrpSpPr>
        <p:cNvPr id="731" name="Shape 731"/>
        <p:cNvGrpSpPr/>
        <p:nvPr/>
      </p:nvGrpSpPr>
      <p:grpSpPr>
        <a:xfrm>
          <a:off x="0" y="0"/>
          <a:ext cx="0" cy="0"/>
        </a:xfrm>
      </p:grpSpPr>
      <p:sp>
        <p:nvSpPr>
          <p:cNvPr id="732" name="Google Shape;732;p61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61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61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61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61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61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8" name="Google Shape;738;p61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9" name="Google Shape;739;p61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0" name="Google Shape;740;p61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6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5 OGL">
  <p:cSld name="CUSTOM_5_1">
    <p:bg>
      <p:bgPr>
        <a:solidFill>
          <a:srgbClr val="BEF2BD"/>
        </a:solidFill>
      </p:bgPr>
    </p:bg>
    <p:spTree>
      <p:nvGrpSpPr>
        <p:cNvPr id="741" name="Shape 741"/>
        <p:cNvGrpSpPr/>
        <p:nvPr/>
      </p:nvGrpSpPr>
      <p:grpSpPr>
        <a:xfrm>
          <a:off x="0" y="0"/>
          <a:ext cx="0" cy="0"/>
        </a:xfrm>
      </p:grpSpPr>
      <p:pic>
        <p:nvPicPr>
          <p:cNvPr id="742" name="Google Shape;742;p6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62"/>
          <p:cNvSpPr txBox="1"/>
          <p:nvPr>
            <p:ph type="subTitle" idx="1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6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6 Blank">
  <p:cSld name="CUSTOM_6">
    <p:spTree>
      <p:nvGrpSpPr>
        <p:cNvPr id="744" name="Shape 744"/>
        <p:cNvGrpSpPr/>
        <p:nvPr/>
      </p:nvGrpSpPr>
      <p:grpSpPr>
        <a:xfrm>
          <a:off x="0" y="0"/>
          <a:ext cx="0" cy="0"/>
        </a:xfrm>
      </p:grpSpPr>
      <p:sp>
        <p:nvSpPr>
          <p:cNvPr id="745" name="Google Shape;745;p63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200"/>
              <a:buNone/>
              <a:defRPr/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6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Blank" type="blank">
  <p:cSld name="BLANK">
    <p:spTree>
      <p:nvGrpSpPr>
        <p:cNvPr id="746" name="Shape 746"/>
        <p:cNvGrpSpPr/>
        <p:nvPr/>
      </p:nvGrpSpPr>
      <p:grpSpPr>
        <a:xfrm>
          <a:off x="0" y="0"/>
          <a:ext cx="0" cy="0"/>
        </a:xfrm>
      </p:grpSpPr>
      <p:sp>
        <p:nvSpPr>
          <p:cNvPr id="747" name="Google Shape;747;p64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ct val="0"/>
              </a:spcBef>
              <a:spcAft>
                <a:spcPct val="0"/>
              </a:spcAft>
              <a:buSzPts val="1100"/>
              <a:buNone/>
              <a:defRPr sz="1100"/>
            </a:lvl1pPr>
            <a:lvl2pPr lvl="1" algn="l">
              <a:spcBef>
                <a:spcPct val="0"/>
              </a:spcBef>
              <a:spcAft>
                <a:spcPct val="0"/>
              </a:spcAft>
              <a:buSzPts val="1100"/>
              <a:buNone/>
              <a:defRPr sz="1100"/>
            </a:lvl2pPr>
            <a:lvl3pPr lvl="2" algn="l">
              <a:spcBef>
                <a:spcPct val="0"/>
              </a:spcBef>
              <a:spcAft>
                <a:spcPct val="0"/>
              </a:spcAft>
              <a:buSzPts val="1100"/>
              <a:buNone/>
              <a:defRPr sz="1100"/>
            </a:lvl3pPr>
            <a:lvl4pPr lvl="3" algn="l">
              <a:spcBef>
                <a:spcPct val="0"/>
              </a:spcBef>
              <a:spcAft>
                <a:spcPct val="0"/>
              </a:spcAft>
              <a:buSzPts val="1100"/>
              <a:buNone/>
              <a:defRPr sz="1100"/>
            </a:lvl4pPr>
            <a:lvl5pPr lvl="4" algn="l">
              <a:spcBef>
                <a:spcPct val="0"/>
              </a:spcBef>
              <a:spcAft>
                <a:spcPct val="0"/>
              </a:spcAft>
              <a:buSzPts val="1100"/>
              <a:buNone/>
              <a:defRPr sz="1100"/>
            </a:lvl5pPr>
            <a:lvl6pPr lvl="5" algn="l">
              <a:spcBef>
                <a:spcPct val="0"/>
              </a:spcBef>
              <a:spcAft>
                <a:spcPct val="0"/>
              </a:spcAft>
              <a:buSzPts val="1100"/>
              <a:buNone/>
              <a:defRPr sz="1100"/>
            </a:lvl6pPr>
            <a:lvl7pPr lvl="6" algn="l">
              <a:spcBef>
                <a:spcPct val="0"/>
              </a:spcBef>
              <a:spcAft>
                <a:spcPct val="0"/>
              </a:spcAft>
              <a:buSzPts val="1100"/>
              <a:buNone/>
              <a:defRPr sz="1100"/>
            </a:lvl7pPr>
            <a:lvl8pPr lvl="7" algn="l">
              <a:spcBef>
                <a:spcPct val="0"/>
              </a:spcBef>
              <a:spcAft>
                <a:spcPct val="0"/>
              </a:spcAft>
              <a:buSzPts val="1100"/>
              <a:buNone/>
              <a:defRPr sz="1100"/>
            </a:lvl8pPr>
            <a:lvl9pPr lvl="8" algn="l">
              <a:spcBef>
                <a:spcPct val="0"/>
              </a:spcBef>
              <a:spcAft>
                <a:spcPct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748" name="Google Shape;748;p6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ct val="0"/>
              </a:spcBef>
              <a:spcAft>
                <a:spcPct val="0"/>
              </a:spcAft>
              <a:buSzPts val="1100"/>
              <a:buNone/>
              <a:defRPr sz="1100"/>
            </a:lvl1pPr>
            <a:lvl2pPr lvl="1" algn="l">
              <a:spcBef>
                <a:spcPct val="0"/>
              </a:spcBef>
              <a:spcAft>
                <a:spcPct val="0"/>
              </a:spcAft>
              <a:buSzPts val="1100"/>
              <a:buNone/>
              <a:defRPr sz="1100"/>
            </a:lvl2pPr>
            <a:lvl3pPr lvl="2" algn="l">
              <a:spcBef>
                <a:spcPct val="0"/>
              </a:spcBef>
              <a:spcAft>
                <a:spcPct val="0"/>
              </a:spcAft>
              <a:buSzPts val="1100"/>
              <a:buNone/>
              <a:defRPr sz="1100"/>
            </a:lvl3pPr>
            <a:lvl4pPr lvl="3" algn="l">
              <a:spcBef>
                <a:spcPct val="0"/>
              </a:spcBef>
              <a:spcAft>
                <a:spcPct val="0"/>
              </a:spcAft>
              <a:buSzPts val="1100"/>
              <a:buNone/>
              <a:defRPr sz="1100"/>
            </a:lvl4pPr>
            <a:lvl5pPr lvl="4" algn="l">
              <a:spcBef>
                <a:spcPct val="0"/>
              </a:spcBef>
              <a:spcAft>
                <a:spcPct val="0"/>
              </a:spcAft>
              <a:buSzPts val="1100"/>
              <a:buNone/>
              <a:defRPr sz="1100"/>
            </a:lvl5pPr>
            <a:lvl6pPr lvl="5" algn="l">
              <a:spcBef>
                <a:spcPct val="0"/>
              </a:spcBef>
              <a:spcAft>
                <a:spcPct val="0"/>
              </a:spcAft>
              <a:buSzPts val="1100"/>
              <a:buNone/>
              <a:defRPr sz="1100"/>
            </a:lvl6pPr>
            <a:lvl7pPr lvl="6" algn="l">
              <a:spcBef>
                <a:spcPct val="0"/>
              </a:spcBef>
              <a:spcAft>
                <a:spcPct val="0"/>
              </a:spcAft>
              <a:buSzPts val="1100"/>
              <a:buNone/>
              <a:defRPr sz="1100"/>
            </a:lvl7pPr>
            <a:lvl8pPr lvl="7" algn="l">
              <a:spcBef>
                <a:spcPct val="0"/>
              </a:spcBef>
              <a:spcAft>
                <a:spcPct val="0"/>
              </a:spcAft>
              <a:buSzPts val="1100"/>
              <a:buNone/>
              <a:defRPr sz="1100"/>
            </a:lvl8pPr>
            <a:lvl9pPr lvl="8" algn="l">
              <a:spcBef>
                <a:spcPct val="0"/>
              </a:spcBef>
              <a:spcAft>
                <a:spcPct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749" name="Google Shape;749;p6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ct val="0"/>
              </a:spcBef>
              <a:buNone/>
              <a:defRPr sz="1100"/>
            </a:lvl1pPr>
            <a:lvl2pPr marL="0" lvl="1" indent="0" algn="r">
              <a:spcBef>
                <a:spcPct val="0"/>
              </a:spcBef>
              <a:buNone/>
              <a:defRPr sz="1100"/>
            </a:lvl2pPr>
            <a:lvl3pPr marL="0" lvl="2" indent="0" algn="r">
              <a:spcBef>
                <a:spcPct val="0"/>
              </a:spcBef>
              <a:buNone/>
              <a:defRPr sz="1100"/>
            </a:lvl3pPr>
            <a:lvl4pPr marL="0" lvl="3" indent="0" algn="r">
              <a:spcBef>
                <a:spcPct val="0"/>
              </a:spcBef>
              <a:buNone/>
              <a:defRPr sz="1100"/>
            </a:lvl4pPr>
            <a:lvl5pPr marL="0" lvl="4" indent="0" algn="r">
              <a:spcBef>
                <a:spcPct val="0"/>
              </a:spcBef>
              <a:buNone/>
              <a:defRPr sz="1100"/>
            </a:lvl5pPr>
            <a:lvl6pPr marL="0" lvl="5" indent="0" algn="r">
              <a:spcBef>
                <a:spcPct val="0"/>
              </a:spcBef>
              <a:buNone/>
              <a:defRPr sz="1100"/>
            </a:lvl6pPr>
            <a:lvl7pPr marL="0" lvl="6" indent="0" algn="r">
              <a:spcBef>
                <a:spcPct val="0"/>
              </a:spcBef>
              <a:buNone/>
              <a:defRPr sz="1100"/>
            </a:lvl7pPr>
            <a:lvl8pPr marL="0" lvl="7" indent="0" algn="r">
              <a:spcBef>
                <a:spcPct val="0"/>
              </a:spcBef>
              <a:buNone/>
              <a:defRPr sz="1100"/>
            </a:lvl8pPr>
            <a:lvl9pPr marL="0" lvl="8" indent="0" algn="r">
              <a:spcBef>
                <a:spcPct val="0"/>
              </a:spcBef>
              <a:buNone/>
              <a:defRPr sz="1100"/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slideLayout" Target="../slideLayouts/slideLayout12.xml" /><Relationship Id="rId13" Type="http://schemas.openxmlformats.org/officeDocument/2006/relationships/slideLayout" Target="../slideLayouts/slideLayout13.xml" /><Relationship Id="rId14" Type="http://schemas.openxmlformats.org/officeDocument/2006/relationships/slideLayout" Target="../slideLayouts/slideLayout14.xml" /><Relationship Id="rId15" Type="http://schemas.openxmlformats.org/officeDocument/2006/relationships/slideLayout" Target="../slideLayouts/slideLayout15.xml" /><Relationship Id="rId16" Type="http://schemas.openxmlformats.org/officeDocument/2006/relationships/slideLayout" Target="../slideLayouts/slideLayout16.xml" /><Relationship Id="rId17" Type="http://schemas.openxmlformats.org/officeDocument/2006/relationships/slideLayout" Target="../slideLayouts/slideLayout17.xml" /><Relationship Id="rId18" Type="http://schemas.openxmlformats.org/officeDocument/2006/relationships/slideLayout" Target="../slideLayouts/slideLayout18.xml" /><Relationship Id="rId19" Type="http://schemas.openxmlformats.org/officeDocument/2006/relationships/slideLayout" Target="../slideLayouts/slideLayout19.xml" /><Relationship Id="rId2" Type="http://schemas.openxmlformats.org/officeDocument/2006/relationships/slideLayout" Target="../slideLayouts/slideLayout2.xml" /><Relationship Id="rId20" Type="http://schemas.openxmlformats.org/officeDocument/2006/relationships/slideLayout" Target="../slideLayouts/slideLayout20.xml" /><Relationship Id="rId21" Type="http://schemas.openxmlformats.org/officeDocument/2006/relationships/slideLayout" Target="../slideLayouts/slideLayout21.xml" /><Relationship Id="rId22" Type="http://schemas.openxmlformats.org/officeDocument/2006/relationships/slideLayout" Target="../slideLayouts/slideLayout22.xml" /><Relationship Id="rId23" Type="http://schemas.openxmlformats.org/officeDocument/2006/relationships/slideLayout" Target="../slideLayouts/slideLayout23.xml" /><Relationship Id="rId24" Type="http://schemas.openxmlformats.org/officeDocument/2006/relationships/slideLayout" Target="../slideLayouts/slideLayout24.xml" /><Relationship Id="rId25" Type="http://schemas.openxmlformats.org/officeDocument/2006/relationships/slideLayout" Target="../slideLayouts/slideLayout25.xml" /><Relationship Id="rId26" Type="http://schemas.openxmlformats.org/officeDocument/2006/relationships/slideLayout" Target="../slideLayouts/slideLayout26.xml" /><Relationship Id="rId27" Type="http://schemas.openxmlformats.org/officeDocument/2006/relationships/slideLayout" Target="../slideLayouts/slideLayout27.xml" /><Relationship Id="rId28" Type="http://schemas.openxmlformats.org/officeDocument/2006/relationships/slideLayout" Target="../slideLayouts/slideLayout28.xml" /><Relationship Id="rId29" Type="http://schemas.openxmlformats.org/officeDocument/2006/relationships/slideLayout" Target="../slideLayouts/slideLayout29.xml" /><Relationship Id="rId3" Type="http://schemas.openxmlformats.org/officeDocument/2006/relationships/slideLayout" Target="../slideLayouts/slideLayout3.xml" /><Relationship Id="rId30" Type="http://schemas.openxmlformats.org/officeDocument/2006/relationships/slideLayout" Target="../slideLayouts/slideLayout30.xml" /><Relationship Id="rId31" Type="http://schemas.openxmlformats.org/officeDocument/2006/relationships/slideLayout" Target="../slideLayouts/slideLayout31.xml" /><Relationship Id="rId32" Type="http://schemas.openxmlformats.org/officeDocument/2006/relationships/slideLayout" Target="../slideLayouts/slideLayout32.xml" /><Relationship Id="rId33" Type="http://schemas.openxmlformats.org/officeDocument/2006/relationships/slideLayout" Target="../slideLayouts/slideLayout33.xml" /><Relationship Id="rId34" Type="http://schemas.openxmlformats.org/officeDocument/2006/relationships/slideLayout" Target="../slideLayouts/slideLayout34.xml" /><Relationship Id="rId35" Type="http://schemas.openxmlformats.org/officeDocument/2006/relationships/slideLayout" Target="../slideLayouts/slideLayout35.xml" /><Relationship Id="rId36" Type="http://schemas.openxmlformats.org/officeDocument/2006/relationships/slideLayout" Target="../slideLayouts/slideLayout36.xml" /><Relationship Id="rId37" Type="http://schemas.openxmlformats.org/officeDocument/2006/relationships/slideLayout" Target="../slideLayouts/slideLayout37.xml" /><Relationship Id="rId38" Type="http://schemas.openxmlformats.org/officeDocument/2006/relationships/slideLayout" Target="../slideLayouts/slideLayout38.xml" /><Relationship Id="rId39" Type="http://schemas.openxmlformats.org/officeDocument/2006/relationships/slideLayout" Target="../slideLayouts/slideLayout39.xml" /><Relationship Id="rId4" Type="http://schemas.openxmlformats.org/officeDocument/2006/relationships/slideLayout" Target="../slideLayouts/slideLayout4.xml" /><Relationship Id="rId40" Type="http://schemas.openxmlformats.org/officeDocument/2006/relationships/slideLayout" Target="../slideLayouts/slideLayout40.xml" /><Relationship Id="rId41" Type="http://schemas.openxmlformats.org/officeDocument/2006/relationships/slideLayout" Target="../slideLayouts/slideLayout41.xml" /><Relationship Id="rId42" Type="http://schemas.openxmlformats.org/officeDocument/2006/relationships/slideLayout" Target="../slideLayouts/slideLayout42.xml" /><Relationship Id="rId43" Type="http://schemas.openxmlformats.org/officeDocument/2006/relationships/slideLayout" Target="../slideLayouts/slideLayout43.xml" /><Relationship Id="rId44" Type="http://schemas.openxmlformats.org/officeDocument/2006/relationships/slideLayout" Target="../slideLayouts/slideLayout44.xml" /><Relationship Id="rId45" Type="http://schemas.openxmlformats.org/officeDocument/2006/relationships/slideLayout" Target="../slideLayouts/slideLayout45.xml" /><Relationship Id="rId46" Type="http://schemas.openxmlformats.org/officeDocument/2006/relationships/slideLayout" Target="../slideLayouts/slideLayout46.xml" /><Relationship Id="rId47" Type="http://schemas.openxmlformats.org/officeDocument/2006/relationships/slideLayout" Target="../slideLayouts/slideLayout47.xml" /><Relationship Id="rId48" Type="http://schemas.openxmlformats.org/officeDocument/2006/relationships/slideLayout" Target="../slideLayouts/slideLayout48.xml" /><Relationship Id="rId49" Type="http://schemas.openxmlformats.org/officeDocument/2006/relationships/slideLayout" Target="../slideLayouts/slideLayout49.xml" /><Relationship Id="rId5" Type="http://schemas.openxmlformats.org/officeDocument/2006/relationships/slideLayout" Target="../slideLayouts/slideLayout5.xml" /><Relationship Id="rId50" Type="http://schemas.openxmlformats.org/officeDocument/2006/relationships/slideLayout" Target="../slideLayouts/slideLayout50.xml" /><Relationship Id="rId51" Type="http://schemas.openxmlformats.org/officeDocument/2006/relationships/slideLayout" Target="../slideLayouts/slideLayout51.xml" /><Relationship Id="rId52" Type="http://schemas.openxmlformats.org/officeDocument/2006/relationships/slideLayout" Target="../slideLayouts/slideLayout52.xml" /><Relationship Id="rId53" Type="http://schemas.openxmlformats.org/officeDocument/2006/relationships/slideLayout" Target="../slideLayouts/slideLayout53.xml" /><Relationship Id="rId54" Type="http://schemas.openxmlformats.org/officeDocument/2006/relationships/slideLayout" Target="../slideLayouts/slideLayout54.xml" /><Relationship Id="rId55" Type="http://schemas.openxmlformats.org/officeDocument/2006/relationships/slideLayout" Target="../slideLayouts/slideLayout55.xml" /><Relationship Id="rId56" Type="http://schemas.openxmlformats.org/officeDocument/2006/relationships/slideLayout" Target="../slideLayouts/slideLayout56.xml" /><Relationship Id="rId57" Type="http://schemas.openxmlformats.org/officeDocument/2006/relationships/slideLayout" Target="../slideLayouts/slideLayout57.xml" /><Relationship Id="rId58" Type="http://schemas.openxmlformats.org/officeDocument/2006/relationships/slideLayout" Target="../slideLayouts/slideLayout58.xml" /><Relationship Id="rId59" Type="http://schemas.openxmlformats.org/officeDocument/2006/relationships/slideLayout" Target="../slideLayouts/slideLayout59.xml" /><Relationship Id="rId6" Type="http://schemas.openxmlformats.org/officeDocument/2006/relationships/slideLayout" Target="../slideLayouts/slideLayout6.xml" /><Relationship Id="rId60" Type="http://schemas.openxmlformats.org/officeDocument/2006/relationships/slideLayout" Target="../slideLayouts/slideLayout60.xml" /><Relationship Id="rId61" Type="http://schemas.openxmlformats.org/officeDocument/2006/relationships/slideLayout" Target="../slideLayouts/slideLayout61.xml" /><Relationship Id="rId62" Type="http://schemas.openxmlformats.org/officeDocument/2006/relationships/slideLayout" Target="../slideLayouts/slideLayout62.xml" /><Relationship Id="rId63" Type="http://schemas.openxmlformats.org/officeDocument/2006/relationships/slideLayout" Target="../slideLayouts/slideLayout63.xml" /><Relationship Id="rId64" Type="http://schemas.openxmlformats.org/officeDocument/2006/relationships/image" Target="../media/image42.png" /><Relationship Id="rId65" Type="http://schemas.openxmlformats.org/officeDocument/2006/relationships/theme" Target="../theme/theme1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1950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49250" rtl="0">
              <a:lnSpc>
                <a:spcPct val="130000"/>
              </a:lnSpc>
              <a:spcBef>
                <a:spcPts val="800"/>
              </a:spcBef>
              <a:spcAft>
                <a:spcPct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lnSpc>
                <a:spcPct val="130000"/>
              </a:lnSpc>
              <a:spcBef>
                <a:spcPts val="8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lnSpc>
                <a:spcPct val="130000"/>
              </a:lnSpc>
              <a:spcBef>
                <a:spcPts val="4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64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  <p:sldLayoutId id="2147483703" r:id="rId56"/>
    <p:sldLayoutId id="2147483704" r:id="rId57"/>
    <p:sldLayoutId id="2147483705" r:id="rId58"/>
    <p:sldLayoutId id="2147483706" r:id="rId59"/>
    <p:sldLayoutId id="2147483707" r:id="rId60"/>
    <p:sldLayoutId id="2147483708" r:id="rId61"/>
    <p:sldLayoutId id="2147483709" r:id="rId62"/>
    <p:sldLayoutId id="2147483710" r:id="rId63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notesSlide" Target="../notesSlides/notesSlide3.xml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5.xml" /><Relationship Id="rId2" Type="http://schemas.openxmlformats.org/officeDocument/2006/relationships/notesSlide" Target="../notesSlides/notesSlide4.xml" /><Relationship Id="rId3" Type="http://schemas.openxmlformats.org/officeDocument/2006/relationships/image" Target="../media/image43.png" /></Relationships>
</file>

<file path=ppt/slides/_rels/slide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8.xml" /><Relationship Id="rId2" Type="http://schemas.openxmlformats.org/officeDocument/2006/relationships/notesSlide" Target="../notesSlides/notesSlide5.xml" /><Relationship Id="rId3" Type="http://schemas.openxmlformats.org/officeDocument/2006/relationships/image" Target="../media/image44.png" /></Relationships>
</file>

<file path=ppt/slides/_rels/slide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6.xml" /><Relationship Id="rId3" Type="http://schemas.openxmlformats.org/officeDocument/2006/relationships/image" Target="../media/image45.png" /><Relationship Id="rId4" Type="http://schemas.openxmlformats.org/officeDocument/2006/relationships/image" Target="../media/image46.png" /></Relationships>
</file>

<file path=ppt/slides/_rels/slide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7.xml" /><Relationship Id="rId3" Type="http://schemas.openxmlformats.org/officeDocument/2006/relationships/image" Target="../media/image47.png" /><Relationship Id="rId4" Type="http://schemas.openxmlformats.org/officeDocument/2006/relationships/image" Target="../media/image48.png" /><Relationship Id="rId5" Type="http://schemas.openxmlformats.org/officeDocument/2006/relationships/image" Target="../media/image49.png" /><Relationship Id="rId6" Type="http://schemas.openxmlformats.org/officeDocument/2006/relationships/image" Target="../media/image50.png" /><Relationship Id="rId7" Type="http://schemas.openxmlformats.org/officeDocument/2006/relationships/image" Target="../media/image51.png" /><Relationship Id="rId8" Type="http://schemas.openxmlformats.org/officeDocument/2006/relationships/image" Target="../media/image52.png" /></Relationships>
</file>

<file path=ppt/slides/_rels/slide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10" Type="http://schemas.openxmlformats.org/officeDocument/2006/relationships/image" Target="../media/image60.png" /><Relationship Id="rId11" Type="http://schemas.openxmlformats.org/officeDocument/2006/relationships/image" Target="../media/image61.png" /><Relationship Id="rId12" Type="http://schemas.openxmlformats.org/officeDocument/2006/relationships/image" Target="../media/image62.png" /><Relationship Id="rId2" Type="http://schemas.openxmlformats.org/officeDocument/2006/relationships/notesSlide" Target="../notesSlides/notesSlide8.xml" /><Relationship Id="rId3" Type="http://schemas.openxmlformats.org/officeDocument/2006/relationships/image" Target="../media/image53.png" /><Relationship Id="rId4" Type="http://schemas.openxmlformats.org/officeDocument/2006/relationships/image" Target="../media/image54.png" /><Relationship Id="rId5" Type="http://schemas.openxmlformats.org/officeDocument/2006/relationships/image" Target="../media/image55.png" /><Relationship Id="rId6" Type="http://schemas.openxmlformats.org/officeDocument/2006/relationships/image" Target="../media/image56.png" /><Relationship Id="rId7" Type="http://schemas.openxmlformats.org/officeDocument/2006/relationships/image" Target="../media/image57.png" /><Relationship Id="rId8" Type="http://schemas.openxmlformats.org/officeDocument/2006/relationships/image" Target="../media/image58.png" /><Relationship Id="rId9" Type="http://schemas.openxmlformats.org/officeDocument/2006/relationships/image" Target="../media/image59.png" /></Relationships>
</file>

<file path=ppt/slides/_rels/slide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9.xml" /><Relationship Id="rId3" Type="http://schemas.openxmlformats.org/officeDocument/2006/relationships/image" Target="../media/image63.png" /><Relationship Id="rId4" Type="http://schemas.openxmlformats.org/officeDocument/2006/relationships/image" Target="../media/image64.png" /><Relationship Id="rId5" Type="http://schemas.openxmlformats.org/officeDocument/2006/relationships/image" Target="../media/image65.png" /><Relationship Id="rId6" Type="http://schemas.openxmlformats.org/officeDocument/2006/relationships/image" Target="../media/image66.png" /></Relationships>
</file>

<file path=ppt/slides/_rels/slide1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5.xml" /><Relationship Id="rId2" Type="http://schemas.openxmlformats.org/officeDocument/2006/relationships/notesSlide" Target="../notesSlides/notesSlide10.xml" /></Relationships>
</file>

<file path=ppt/slides/_rels/slide1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11.xml" /><Relationship Id="rId3" Type="http://schemas.openxmlformats.org/officeDocument/2006/relationships/image" Target="../media/image67.png" /><Relationship Id="rId4" Type="http://schemas.openxmlformats.org/officeDocument/2006/relationships/image" Target="../media/image68.png" /><Relationship Id="rId5" Type="http://schemas.openxmlformats.org/officeDocument/2006/relationships/image" Target="../media/image69.png" /></Relationships>
</file>

<file path=ppt/slides/_rels/slide1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12.xml" /><Relationship Id="rId3" Type="http://schemas.openxmlformats.org/officeDocument/2006/relationships/image" Target="../media/image68.png" /><Relationship Id="rId4" Type="http://schemas.openxmlformats.org/officeDocument/2006/relationships/image" Target="../media/image70.png" /><Relationship Id="rId5" Type="http://schemas.openxmlformats.org/officeDocument/2006/relationships/image" Target="../media/image71.png" /></Relationships>
</file>

<file path=ppt/slides/_rels/slide1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5.xml" /><Relationship Id="rId2" Type="http://schemas.openxmlformats.org/officeDocument/2006/relationships/notesSlide" Target="../notesSlides/notesSlide13.xml" /><Relationship Id="rId3" Type="http://schemas.openxmlformats.org/officeDocument/2006/relationships/image" Target="../media/image58.png" /><Relationship Id="rId4" Type="http://schemas.openxmlformats.org/officeDocument/2006/relationships/image" Target="../media/image72.png" /></Relationships>
</file>

<file path=ppt/slides/_rels/slide1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9.xml" /><Relationship Id="rId2" Type="http://schemas.openxmlformats.org/officeDocument/2006/relationships/notesSlide" Target="../notesSlides/notesSlide14.xml" /><Relationship Id="rId3" Type="http://schemas.openxmlformats.org/officeDocument/2006/relationships/image" Target="../media/image73.png" /><Relationship Id="rId4" Type="http://schemas.openxmlformats.org/officeDocument/2006/relationships/image" Target="../media/image74.png" /><Relationship Id="rId5" Type="http://schemas.openxmlformats.org/officeDocument/2006/relationships/image" Target="../media/image75.png" /><Relationship Id="rId6" Type="http://schemas.openxmlformats.org/officeDocument/2006/relationships/image" Target="../media/image76.png" /><Relationship Id="rId7" Type="http://schemas.openxmlformats.org/officeDocument/2006/relationships/image" Target="../media/image77.png" /></Relationships>
</file>

<file path=ppt/slides/_rels/slide1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9.xml" /><Relationship Id="rId10" Type="http://schemas.openxmlformats.org/officeDocument/2006/relationships/image" Target="../media/image85.png" /><Relationship Id="rId2" Type="http://schemas.openxmlformats.org/officeDocument/2006/relationships/notesSlide" Target="../notesSlides/notesSlide15.xml" /><Relationship Id="rId3" Type="http://schemas.openxmlformats.org/officeDocument/2006/relationships/image" Target="../media/image78.png" /><Relationship Id="rId4" Type="http://schemas.openxmlformats.org/officeDocument/2006/relationships/image" Target="../media/image79.png" /><Relationship Id="rId5" Type="http://schemas.openxmlformats.org/officeDocument/2006/relationships/image" Target="../media/image80.png" /><Relationship Id="rId6" Type="http://schemas.openxmlformats.org/officeDocument/2006/relationships/image" Target="../media/image81.png" /><Relationship Id="rId7" Type="http://schemas.openxmlformats.org/officeDocument/2006/relationships/image" Target="../media/image82.png" /><Relationship Id="rId8" Type="http://schemas.openxmlformats.org/officeDocument/2006/relationships/image" Target="../media/image83.png" /><Relationship Id="rId9" Type="http://schemas.openxmlformats.org/officeDocument/2006/relationships/image" Target="../media/image84.png" /></Relationships>
</file>

<file path=ppt/slides/_rels/slide1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9.xml" /><Relationship Id="rId10" Type="http://schemas.openxmlformats.org/officeDocument/2006/relationships/image" Target="../media/image85.png" /><Relationship Id="rId2" Type="http://schemas.openxmlformats.org/officeDocument/2006/relationships/notesSlide" Target="../notesSlides/notesSlide16.xml" /><Relationship Id="rId3" Type="http://schemas.openxmlformats.org/officeDocument/2006/relationships/image" Target="../media/image78.png" /><Relationship Id="rId4" Type="http://schemas.openxmlformats.org/officeDocument/2006/relationships/image" Target="../media/image79.png" /><Relationship Id="rId5" Type="http://schemas.openxmlformats.org/officeDocument/2006/relationships/image" Target="../media/image80.png" /><Relationship Id="rId6" Type="http://schemas.openxmlformats.org/officeDocument/2006/relationships/image" Target="../media/image81.png" /><Relationship Id="rId7" Type="http://schemas.openxmlformats.org/officeDocument/2006/relationships/image" Target="../media/image82.png" /><Relationship Id="rId8" Type="http://schemas.openxmlformats.org/officeDocument/2006/relationships/image" Target="../media/image83.png" /><Relationship Id="rId9" Type="http://schemas.openxmlformats.org/officeDocument/2006/relationships/image" Target="../media/image84.png" /></Relationships>
</file>

<file path=ppt/slides/_rels/slide1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3.xml" /><Relationship Id="rId2" Type="http://schemas.openxmlformats.org/officeDocument/2006/relationships/notesSlide" Target="../notesSlides/notesSlide17.xml" /><Relationship Id="rId3" Type="http://schemas.openxmlformats.org/officeDocument/2006/relationships/image" Target="../media/image77.png" /><Relationship Id="rId4" Type="http://schemas.openxmlformats.org/officeDocument/2006/relationships/image" Target="../media/image74.png" /><Relationship Id="rId5" Type="http://schemas.openxmlformats.org/officeDocument/2006/relationships/image" Target="../media/image75.png" /><Relationship Id="rId6" Type="http://schemas.openxmlformats.org/officeDocument/2006/relationships/image" Target="../media/image76.png" /><Relationship Id="rId7" Type="http://schemas.openxmlformats.org/officeDocument/2006/relationships/image" Target="../media/image73.png" /></Relationships>
</file>

<file path=ppt/slides/_rels/slide1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3.xml" /><Relationship Id="rId10" Type="http://schemas.openxmlformats.org/officeDocument/2006/relationships/image" Target="../media/image85.png" /><Relationship Id="rId2" Type="http://schemas.openxmlformats.org/officeDocument/2006/relationships/notesSlide" Target="../notesSlides/notesSlide18.xml" /><Relationship Id="rId3" Type="http://schemas.openxmlformats.org/officeDocument/2006/relationships/image" Target="../media/image78.png" /><Relationship Id="rId4" Type="http://schemas.openxmlformats.org/officeDocument/2006/relationships/image" Target="../media/image79.png" /><Relationship Id="rId5" Type="http://schemas.openxmlformats.org/officeDocument/2006/relationships/image" Target="../media/image80.png" /><Relationship Id="rId6" Type="http://schemas.openxmlformats.org/officeDocument/2006/relationships/image" Target="../media/image81.png" /><Relationship Id="rId7" Type="http://schemas.openxmlformats.org/officeDocument/2006/relationships/image" Target="../media/image82.png" /><Relationship Id="rId8" Type="http://schemas.openxmlformats.org/officeDocument/2006/relationships/image" Target="../media/image83.png" /><Relationship Id="rId9" Type="http://schemas.openxmlformats.org/officeDocument/2006/relationships/image" Target="../media/image84.png" /></Relationships>
</file>

<file path=ppt/slides/_rels/slide1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3.xml" /><Relationship Id="rId10" Type="http://schemas.openxmlformats.org/officeDocument/2006/relationships/image" Target="../media/image85.png" /><Relationship Id="rId2" Type="http://schemas.openxmlformats.org/officeDocument/2006/relationships/notesSlide" Target="../notesSlides/notesSlide19.xml" /><Relationship Id="rId3" Type="http://schemas.openxmlformats.org/officeDocument/2006/relationships/image" Target="../media/image78.png" /><Relationship Id="rId4" Type="http://schemas.openxmlformats.org/officeDocument/2006/relationships/image" Target="../media/image79.png" /><Relationship Id="rId5" Type="http://schemas.openxmlformats.org/officeDocument/2006/relationships/image" Target="../media/image80.png" /><Relationship Id="rId6" Type="http://schemas.openxmlformats.org/officeDocument/2006/relationships/image" Target="../media/image81.png" /><Relationship Id="rId7" Type="http://schemas.openxmlformats.org/officeDocument/2006/relationships/image" Target="../media/image82.png" /><Relationship Id="rId8" Type="http://schemas.openxmlformats.org/officeDocument/2006/relationships/image" Target="../media/image83.png" /><Relationship Id="rId9" Type="http://schemas.openxmlformats.org/officeDocument/2006/relationships/image" Target="../media/image84.png" /></Relationships>
</file>

<file path=ppt/slides/_rels/slide2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8.xml" /><Relationship Id="rId2" Type="http://schemas.openxmlformats.org/officeDocument/2006/relationships/notesSlide" Target="../notesSlides/notesSlide20.xml" /><Relationship Id="rId3" Type="http://schemas.openxmlformats.org/officeDocument/2006/relationships/image" Target="../media/image44.png" /></Relationships>
</file>

<file path=ppt/slides/_rels/slide2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21.xml" /><Relationship Id="rId3" Type="http://schemas.openxmlformats.org/officeDocument/2006/relationships/image" Target="../media/image86.png" /><Relationship Id="rId4" Type="http://schemas.openxmlformats.org/officeDocument/2006/relationships/image" Target="../media/image87.png" /><Relationship Id="rId5" Type="http://schemas.openxmlformats.org/officeDocument/2006/relationships/image" Target="../media/image88.png" /></Relationships>
</file>

<file path=ppt/slides/_rels/slide2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22.xml" /><Relationship Id="rId3" Type="http://schemas.openxmlformats.org/officeDocument/2006/relationships/image" Target="../media/image89.png" /></Relationships>
</file>

<file path=ppt/slides/_rels/slide2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23.xml" /><Relationship Id="rId3" Type="http://schemas.openxmlformats.org/officeDocument/2006/relationships/image" Target="../media/image90.png" /><Relationship Id="rId4" Type="http://schemas.openxmlformats.org/officeDocument/2006/relationships/image" Target="../media/image91.png" /><Relationship Id="rId5" Type="http://schemas.openxmlformats.org/officeDocument/2006/relationships/image" Target="../media/image92.png" /><Relationship Id="rId6" Type="http://schemas.openxmlformats.org/officeDocument/2006/relationships/image" Target="../media/image93.png" /></Relationships>
</file>

<file path=ppt/slides/_rels/slide2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24.xml" /><Relationship Id="rId3" Type="http://schemas.openxmlformats.org/officeDocument/2006/relationships/image" Target="../media/image91.png" /><Relationship Id="rId4" Type="http://schemas.openxmlformats.org/officeDocument/2006/relationships/image" Target="../media/image93.png" /></Relationships>
</file>

<file path=ppt/slides/_rels/slide2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25.xml" /><Relationship Id="rId3" Type="http://schemas.openxmlformats.org/officeDocument/2006/relationships/image" Target="../media/image94.png" /><Relationship Id="rId4" Type="http://schemas.openxmlformats.org/officeDocument/2006/relationships/image" Target="../media/image95.png" /></Relationships>
</file>

<file path=ppt/slides/_rels/slide2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6.xml" /><Relationship Id="rId10" Type="http://schemas.openxmlformats.org/officeDocument/2006/relationships/image" Target="../media/image103.png" /><Relationship Id="rId11" Type="http://schemas.openxmlformats.org/officeDocument/2006/relationships/image" Target="../media/image104.png" /><Relationship Id="rId12" Type="http://schemas.openxmlformats.org/officeDocument/2006/relationships/image" Target="../media/image105.png" /><Relationship Id="rId13" Type="http://schemas.openxmlformats.org/officeDocument/2006/relationships/image" Target="../media/image106.png" /><Relationship Id="rId14" Type="http://schemas.openxmlformats.org/officeDocument/2006/relationships/image" Target="../media/image107.png" /><Relationship Id="rId15" Type="http://schemas.openxmlformats.org/officeDocument/2006/relationships/image" Target="../media/image108.png" /><Relationship Id="rId16" Type="http://schemas.openxmlformats.org/officeDocument/2006/relationships/image" Target="../media/image109.png" /><Relationship Id="rId17" Type="http://schemas.openxmlformats.org/officeDocument/2006/relationships/image" Target="../media/image110.png" /><Relationship Id="rId18" Type="http://schemas.openxmlformats.org/officeDocument/2006/relationships/image" Target="../media/image111.png" /><Relationship Id="rId2" Type="http://schemas.openxmlformats.org/officeDocument/2006/relationships/notesSlide" Target="../notesSlides/notesSlide26.xml" /><Relationship Id="rId3" Type="http://schemas.openxmlformats.org/officeDocument/2006/relationships/image" Target="../media/image96.png" /><Relationship Id="rId4" Type="http://schemas.openxmlformats.org/officeDocument/2006/relationships/image" Target="../media/image97.png" /><Relationship Id="rId5" Type="http://schemas.openxmlformats.org/officeDocument/2006/relationships/image" Target="../media/image98.png" /><Relationship Id="rId6" Type="http://schemas.openxmlformats.org/officeDocument/2006/relationships/image" Target="../media/image99.png" /><Relationship Id="rId7" Type="http://schemas.openxmlformats.org/officeDocument/2006/relationships/image" Target="../media/image100.png" /><Relationship Id="rId8" Type="http://schemas.openxmlformats.org/officeDocument/2006/relationships/image" Target="../media/image101.png" /><Relationship Id="rId9" Type="http://schemas.openxmlformats.org/officeDocument/2006/relationships/image" Target="../media/image102.png" /></Relationships>
</file>

<file path=ppt/slides/_rels/slide2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0.xml" /><Relationship Id="rId2" Type="http://schemas.openxmlformats.org/officeDocument/2006/relationships/notesSlide" Target="../notesSlides/notesSlide27.xml" /><Relationship Id="rId3" Type="http://schemas.openxmlformats.org/officeDocument/2006/relationships/image" Target="../media/image112.png" /><Relationship Id="rId4" Type="http://schemas.openxmlformats.org/officeDocument/2006/relationships/image" Target="../media/image113.png" /></Relationships>
</file>

<file path=ppt/slides/_rels/slide2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0.xml" /><Relationship Id="rId2" Type="http://schemas.openxmlformats.org/officeDocument/2006/relationships/notesSlide" Target="../notesSlides/notesSlide28.xml" /><Relationship Id="rId3" Type="http://schemas.openxmlformats.org/officeDocument/2006/relationships/image" Target="../media/image114.png" /><Relationship Id="rId4" Type="http://schemas.openxmlformats.org/officeDocument/2006/relationships/image" Target="../media/image58.png" /><Relationship Id="rId5" Type="http://schemas.openxmlformats.org/officeDocument/2006/relationships/image" Target="../media/image115.png" /><Relationship Id="rId6" Type="http://schemas.openxmlformats.org/officeDocument/2006/relationships/image" Target="../media/image116.png" /><Relationship Id="rId7" Type="http://schemas.openxmlformats.org/officeDocument/2006/relationships/image" Target="../media/image85.png" /><Relationship Id="rId8" Type="http://schemas.openxmlformats.org/officeDocument/2006/relationships/image" Target="../media/image80.png" /><Relationship Id="rId9" Type="http://schemas.openxmlformats.org/officeDocument/2006/relationships/image" Target="../media/image117.png" /></Relationships>
</file>

<file path=ppt/slides/_rels/slide2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4.xml" /><Relationship Id="rId2" Type="http://schemas.openxmlformats.org/officeDocument/2006/relationships/notesSlide" Target="../notesSlides/notesSlide29.xml" /><Relationship Id="rId3" Type="http://schemas.openxmlformats.org/officeDocument/2006/relationships/image" Target="../media/image118.png" /></Relationships>
</file>

<file path=ppt/slides/_rels/slide3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4.xml" /><Relationship Id="rId2" Type="http://schemas.openxmlformats.org/officeDocument/2006/relationships/notesSlide" Target="../notesSlides/notesSlide30.xml" /><Relationship Id="rId3" Type="http://schemas.openxmlformats.org/officeDocument/2006/relationships/image" Target="../media/image119.png" /><Relationship Id="rId4" Type="http://schemas.openxmlformats.org/officeDocument/2006/relationships/image" Target="../media/image58.png" /><Relationship Id="rId5" Type="http://schemas.openxmlformats.org/officeDocument/2006/relationships/image" Target="../media/image115.png" /><Relationship Id="rId6" Type="http://schemas.openxmlformats.org/officeDocument/2006/relationships/image" Target="../media/image116.png" /><Relationship Id="rId7" Type="http://schemas.openxmlformats.org/officeDocument/2006/relationships/image" Target="../media/image85.png" /><Relationship Id="rId8" Type="http://schemas.openxmlformats.org/officeDocument/2006/relationships/image" Target="../media/image80.png" /><Relationship Id="rId9" Type="http://schemas.openxmlformats.org/officeDocument/2006/relationships/image" Target="../media/image117.png" /></Relationships>
</file>

<file path=ppt/slides/_rels/slide3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7.xml" /><Relationship Id="rId2" Type="http://schemas.openxmlformats.org/officeDocument/2006/relationships/notesSlide" Target="../notesSlides/notesSlide31.xml" /></Relationships>
</file>

<file path=ppt/slides/_rels/slide3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1.xml" /><Relationship Id="rId2" Type="http://schemas.openxmlformats.org/officeDocument/2006/relationships/notesSlide" Target="../notesSlides/notesSlide32.xml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image" Target="../media/image120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53" name="Shape 753"/>
        <p:cNvGrpSpPr/>
        <p:nvPr/>
      </p:nvGrpSpPr>
      <p:grpSpPr>
        <a:xfrm>
          <a:off x="0" y="0"/>
          <a:ext cx="0" cy="0"/>
        </a:xfrm>
      </p:grpSpPr>
      <p:sp>
        <p:nvSpPr>
          <p:cNvPr id="754" name="Google Shape;754;p6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Translating objects</a:t>
            </a:r>
            <a:endParaRPr/>
          </a:p>
        </p:txBody>
      </p:sp>
      <p:sp>
        <p:nvSpPr>
          <p:cNvPr id="755" name="Google Shape;755;p65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Transformations</a:t>
            </a:r>
            <a:endParaRPr/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="0">
  <p:cSld name="">
    <p:spTree>
      <p:nvGrpSpPr>
        <p:cNvPr id="759" name="Shape 759"/>
        <p:cNvGrpSpPr/>
        <p:nvPr/>
      </p:nvGrpSpPr>
      <p:grpSpPr>
        <a:xfrm>
          <a:off x="0" y="0"/>
          <a:ext cx="0" cy="0"/>
        </a:xfrm>
      </p:grpSpPr>
      <p:sp>
        <p:nvSpPr>
          <p:cNvPr id="760" name="Google Shape;760;p66"/>
          <p:cNvSpPr txBox="1"/>
          <p:nvPr/>
        </p:nvSpPr>
        <p:spPr>
          <a:xfrm>
            <a:off x="5590850" y="725950"/>
            <a:ext cx="2337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64" name="Shape 764"/>
        <p:cNvGrpSpPr/>
        <p:nvPr/>
      </p:nvGrpSpPr>
      <p:grpSpPr>
        <a:xfrm>
          <a:off x="0" y="0"/>
          <a:ext cx="0" cy="0"/>
        </a:xfrm>
      </p:grpSpPr>
      <p:sp>
        <p:nvSpPr>
          <p:cNvPr id="765" name="Google Shape;765;p67"/>
          <p:cNvSpPr txBox="1"/>
          <p:nvPr>
            <p:ph type="subTitle" idx="1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I can translate objects from information given in a variety of forms.</a:t>
            </a:r>
            <a:endParaRPr/>
          </a:p>
        </p:txBody>
      </p:sp>
    </p:spTree>
  </p:cSld>
  <p:clrMapOvr>
    <a:masterClrMapping/>
  </p:clrMapOvr>
  <p:transition/>
  <p:timing/>
</p:sld>
</file>

<file path=ppt/slides/slide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69" name="Shape 769"/>
        <p:cNvGrpSpPr/>
        <p:nvPr/>
      </p:nvGrpSpPr>
      <p:grpSpPr>
        <a:xfrm>
          <a:off x="0" y="0"/>
          <a:ext cx="0" cy="0"/>
        </a:xfrm>
      </p:grpSpPr>
      <p:sp>
        <p:nvSpPr>
          <p:cNvPr id="770" name="Google Shape;770;p68"/>
          <p:cNvSpPr txBox="1"/>
          <p:nvPr>
            <p:ph type="subTitle" idx="1"/>
          </p:nvPr>
        </p:nvSpPr>
        <p:spPr>
          <a:xfrm>
            <a:off x="324000" y="1711950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A vector can be used to describe a translation. The vector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shows the translation 2 units right and 5 units down.</a:t>
            </a:r>
            <a:endParaRPr/>
          </a:p>
        </p:txBody>
      </p:sp>
      <p:sp>
        <p:nvSpPr>
          <p:cNvPr id="771" name="Google Shape;771;p68"/>
          <p:cNvSpPr txBox="1"/>
          <p:nvPr>
            <p:ph type="subTitle" idx="2"/>
          </p:nvPr>
        </p:nvSpPr>
        <p:spPr>
          <a:xfrm>
            <a:off x="324000" y="2747050"/>
            <a:ext cx="8496000" cy="686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  <a:highlight>
                  <a:srgbClr val="FFFFFF"/>
                </a:highlight>
              </a:rPr>
              <a:t>If one shape can fit exactly on top of another using rotation, reflection or translation, then the shapes are congruent.</a:t>
            </a:r>
            <a:endParaRPr sz="2900"/>
          </a:p>
        </p:txBody>
      </p:sp>
      <p:sp>
        <p:nvSpPr>
          <p:cNvPr id="772" name="Google Shape;772;p68"/>
          <p:cNvSpPr txBox="1"/>
          <p:nvPr>
            <p:ph type="subTitle" idx="3"/>
          </p:nvPr>
        </p:nvSpPr>
        <p:spPr>
          <a:xfrm>
            <a:off x="324000" y="810000"/>
            <a:ext cx="8496000" cy="732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highlight>
                  <a:srgbClr val="FFFFFF"/>
                </a:highlight>
              </a:rPr>
              <a:t>Translation is a transformation in which every point of a shape moves the same distance in the same direction.</a:t>
            </a:r>
            <a:r>
              <a:rPr lang="en-GB" sz="1100"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 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100"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68"/>
          <p:cNvSpPr txBox="1"/>
          <p:nvPr>
            <p:ph type="subTitle" idx="4"/>
          </p:nvPr>
        </p:nvSpPr>
        <p:spPr>
          <a:xfrm>
            <a:off x="324000" y="3716450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chemeClr val="dk1"/>
                </a:solidFill>
              </a:rPr>
              <a:t>A vertex is the point where two or more line segments meet. The plural is vertices.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774" name="Google Shape;774;p68" descr="&lt;math xmlns=&quot;http://www.w3.org/1998/Math/MathML&quot; display=&quot;block&quot; data-is-equatio=&quot;1&quot; data-latex=&quot;\begin{pmatrix}&amp;#10;2 \\&amp;#10;-5&amp;#10;\end{pmatrix}&quot;&gt;&lt;mrow data-mjx-texclass=&quot;INNER&quot;&gt;&lt;mo data-mjx-texclass=&quot;OPEN&quot;&gt;(&lt;/mo&gt;&lt;mtable columnspacing=&quot;1em&quot; rowspacing=&quot;4pt&quot;&gt;&lt;mtr&gt;&lt;mtd&gt;&lt;mn&gt;2&lt;/mn&gt;&lt;/mtd&gt;&lt;/mtr&gt;&lt;mtr&gt;&lt;mtd&gt;&lt;mo&gt;−&lt;/mo&gt;&lt;mn&gt;5&lt;/mn&gt;&lt;/mtd&gt;&lt;/mtr&gt;&lt;/mtable&gt;&lt;mo data-mjx-texclass=&quot;CLOSE&quot;&gt;)&lt;/mo&gt;&lt;/mrow&gt;&lt;/math&gt;" title="the 2 by 1 column matrix 2 negative 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90825" y="1473775"/>
            <a:ext cx="736575" cy="68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78" name="Shape 778"/>
        <p:cNvGrpSpPr/>
        <p:nvPr/>
      </p:nvGrpSpPr>
      <p:grpSpPr>
        <a:xfrm>
          <a:off x="0" y="0"/>
          <a:ext cx="0" cy="0"/>
        </a:xfrm>
      </p:grpSpPr>
      <p:sp>
        <p:nvSpPr>
          <p:cNvPr id="779" name="Google Shape;779;p69"/>
          <p:cNvSpPr txBox="1"/>
          <p:nvPr>
            <p:ph type="title"/>
          </p:nvPr>
        </p:nvSpPr>
        <p:spPr>
          <a:xfrm>
            <a:off x="1224000" y="2098125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Translating a single point from a description</a:t>
            </a:r>
            <a:endParaRPr/>
          </a:p>
        </p:txBody>
      </p:sp>
      <p:sp>
        <p:nvSpPr>
          <p:cNvPr id="780" name="Google Shape;780;p69"/>
          <p:cNvSpPr txBox="1"/>
          <p:nvPr>
            <p:ph type="title" idx="2"/>
          </p:nvPr>
        </p:nvSpPr>
        <p:spPr>
          <a:xfrm>
            <a:off x="1224000" y="3053050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Translating more complex objects</a:t>
            </a:r>
            <a:endParaRPr/>
          </a:p>
        </p:txBody>
      </p:sp>
      <p:sp>
        <p:nvSpPr>
          <p:cNvPr id="781" name="Google Shape;781;p69"/>
          <p:cNvSpPr txBox="1"/>
          <p:nvPr>
            <p:ph type="title" idx="3"/>
          </p:nvPr>
        </p:nvSpPr>
        <p:spPr>
          <a:xfrm>
            <a:off x="324000" y="8100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Translating objects</a:t>
            </a:r>
            <a:endParaRPr/>
          </a:p>
        </p:txBody>
      </p:sp>
      <p:pic>
        <p:nvPicPr>
          <p:cNvPr id="782" name="Google Shape;782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969" y="205940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86" name="Shape 786"/>
        <p:cNvGrpSpPr/>
        <p:nvPr/>
      </p:nvGrpSpPr>
      <p:grpSpPr>
        <a:xfrm>
          <a:off x="0" y="0"/>
          <a:ext cx="0" cy="0"/>
        </a:xfrm>
      </p:grpSpPr>
      <p:pic>
        <p:nvPicPr>
          <p:cNvPr id="787" name="Google Shape;787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28938" y="1869675"/>
            <a:ext cx="2855725" cy="2547375"/>
          </a:xfrm>
          <a:prstGeom prst="rect">
            <a:avLst/>
          </a:prstGeom>
          <a:noFill/>
          <a:ln>
            <a:noFill/>
          </a:ln>
        </p:spPr>
      </p:pic>
      <p:sp>
        <p:nvSpPr>
          <p:cNvPr id="788" name="Google Shape;788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Translating a single point from a description </a:t>
            </a:r>
            <a:endParaRPr/>
          </a:p>
        </p:txBody>
      </p:sp>
      <p:sp>
        <p:nvSpPr>
          <p:cNvPr id="789" name="Google Shape;789;p70"/>
          <p:cNvSpPr txBox="1"/>
          <p:nvPr>
            <p:ph type="body" idx="1"/>
          </p:nvPr>
        </p:nvSpPr>
        <p:spPr>
          <a:xfrm>
            <a:off x="324000" y="759300"/>
            <a:ext cx="7135200" cy="1013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To translate an object or a single point, means to move it horizontally and/or vertically, maintaining orientation.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/>
          </a:p>
        </p:txBody>
      </p:sp>
      <p:pic>
        <p:nvPicPr>
          <p:cNvPr id="790" name="Google Shape;790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95125" y="1869675"/>
            <a:ext cx="2911292" cy="2547375"/>
          </a:xfrm>
          <a:prstGeom prst="rect">
            <a:avLst/>
          </a:prstGeom>
          <a:noFill/>
          <a:ln>
            <a:noFill/>
          </a:ln>
        </p:spPr>
      </p:pic>
      <p:sp>
        <p:nvSpPr>
          <p:cNvPr id="791" name="Google Shape;791;p70"/>
          <p:cNvSpPr txBox="1"/>
          <p:nvPr/>
        </p:nvSpPr>
        <p:spPr>
          <a:xfrm>
            <a:off x="1684800" y="4320000"/>
            <a:ext cx="4395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 translation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2" name="Google Shape;792;p70"/>
          <p:cNvSpPr txBox="1"/>
          <p:nvPr/>
        </p:nvSpPr>
        <p:spPr>
          <a:xfrm>
            <a:off x="5149200" y="4320000"/>
            <a:ext cx="4395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NOT a translation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96" name="Shape 796"/>
        <p:cNvGrpSpPr/>
        <p:nvPr/>
      </p:nvGrpSpPr>
      <p:grpSpPr>
        <a:xfrm>
          <a:off x="0" y="0"/>
          <a:ext cx="0" cy="0"/>
        </a:xfrm>
      </p:grpSpPr>
      <p:sp>
        <p:nvSpPr>
          <p:cNvPr id="797" name="Google Shape;797;p71"/>
          <p:cNvSpPr txBox="1"/>
          <p:nvPr>
            <p:ph type="body" idx="1"/>
          </p:nvPr>
        </p:nvSpPr>
        <p:spPr>
          <a:xfrm>
            <a:off x="392100" y="759300"/>
            <a:ext cx="8237700" cy="416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Translate point A down by 3 and right by 1.</a:t>
            </a:r>
            <a:endParaRPr/>
          </a:p>
        </p:txBody>
      </p:sp>
      <p:grpSp>
        <p:nvGrpSpPr>
          <p:cNvPr id="798" name="Google Shape;798;p71"/>
          <p:cNvGrpSpPr/>
          <p:nvPr/>
        </p:nvGrpSpPr>
        <p:grpSpPr>
          <a:xfrm>
            <a:off x="840450" y="1354800"/>
            <a:ext cx="2738700" cy="2738700"/>
            <a:chOff x="3246200" y="1274225"/>
            <a:chExt cx="2738700" cy="2738700"/>
          </a:xfrm>
        </p:grpSpPr>
        <p:pic>
          <p:nvPicPr>
            <p:cNvPr id="799" name="Google Shape;799;p7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246200" y="1274225"/>
              <a:ext cx="2738700" cy="2738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0" name="Google Shape;800;p71"/>
            <p:cNvSpPr txBox="1"/>
            <p:nvPr/>
          </p:nvSpPr>
          <p:spPr>
            <a:xfrm>
              <a:off x="4967856" y="1819813"/>
              <a:ext cx="3357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01" name="Google Shape;801;p71"/>
          <p:cNvGrpSpPr/>
          <p:nvPr/>
        </p:nvGrpSpPr>
        <p:grpSpPr>
          <a:xfrm>
            <a:off x="840450" y="1354800"/>
            <a:ext cx="2738700" cy="2738700"/>
            <a:chOff x="3246200" y="1274225"/>
            <a:chExt cx="2738700" cy="2738700"/>
          </a:xfrm>
        </p:grpSpPr>
        <p:pic>
          <p:nvPicPr>
            <p:cNvPr id="802" name="Google Shape;802;p7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246200" y="1274225"/>
              <a:ext cx="2738700" cy="2738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3" name="Google Shape;803;p71"/>
            <p:cNvSpPr txBox="1"/>
            <p:nvPr/>
          </p:nvSpPr>
          <p:spPr>
            <a:xfrm>
              <a:off x="4975387" y="1827463"/>
              <a:ext cx="3357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04" name="Google Shape;804;p71"/>
          <p:cNvGrpSpPr/>
          <p:nvPr/>
        </p:nvGrpSpPr>
        <p:grpSpPr>
          <a:xfrm>
            <a:off x="840450" y="1354800"/>
            <a:ext cx="2738700" cy="2738700"/>
            <a:chOff x="1142200" y="1945825"/>
            <a:chExt cx="2738700" cy="2738700"/>
          </a:xfrm>
        </p:grpSpPr>
        <p:pic>
          <p:nvPicPr>
            <p:cNvPr id="805" name="Google Shape;805;p7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142200" y="1945825"/>
              <a:ext cx="2738700" cy="2738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6" name="Google Shape;806;p71"/>
            <p:cNvSpPr txBox="1"/>
            <p:nvPr/>
          </p:nvSpPr>
          <p:spPr>
            <a:xfrm>
              <a:off x="2863393" y="2497275"/>
              <a:ext cx="3357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07" name="Google Shape;807;p71"/>
          <p:cNvGrpSpPr/>
          <p:nvPr/>
        </p:nvGrpSpPr>
        <p:grpSpPr>
          <a:xfrm>
            <a:off x="840450" y="1354800"/>
            <a:ext cx="2738699" cy="2738699"/>
            <a:chOff x="392100" y="1274225"/>
            <a:chExt cx="2738699" cy="2738699"/>
          </a:xfrm>
        </p:grpSpPr>
        <p:pic>
          <p:nvPicPr>
            <p:cNvPr id="808" name="Google Shape;808;p71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392100" y="1274225"/>
              <a:ext cx="2738699" cy="27386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9" name="Google Shape;809;p71"/>
            <p:cNvSpPr txBox="1"/>
            <p:nvPr/>
          </p:nvSpPr>
          <p:spPr>
            <a:xfrm>
              <a:off x="2113993" y="1812425"/>
              <a:ext cx="3357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10" name="Google Shape;810;p71"/>
            <p:cNvSpPr txBox="1"/>
            <p:nvPr/>
          </p:nvSpPr>
          <p:spPr>
            <a:xfrm>
              <a:off x="2658152" y="3162950"/>
              <a:ext cx="4581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A′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811" name="Google Shape;811;p7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572007" y="3036550"/>
            <a:ext cx="705943" cy="1016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12" name="Google Shape;812;p71"/>
          <p:cNvPicPr preferRelativeResize="0"/>
          <p:nvPr/>
        </p:nvPicPr>
        <p:blipFill>
          <a:blip r:embed="rId8">
            <a:alphaModFix/>
          </a:blip>
          <a:srcRect l="40550" t="13240" b="6172"/>
          <a:stretch>
            <a:fillRect/>
          </a:stretch>
        </p:blipFill>
        <p:spPr>
          <a:xfrm>
            <a:off x="5125525" y="1314850"/>
            <a:ext cx="3164513" cy="2042225"/>
          </a:xfrm>
          <a:prstGeom prst="rect">
            <a:avLst/>
          </a:prstGeom>
          <a:noFill/>
          <a:ln>
            <a:noFill/>
          </a:ln>
        </p:spPr>
      </p:pic>
      <p:sp>
        <p:nvSpPr>
          <p:cNvPr id="813" name="Google Shape;813;p71"/>
          <p:cNvSpPr txBox="1"/>
          <p:nvPr/>
        </p:nvSpPr>
        <p:spPr>
          <a:xfrm>
            <a:off x="5439001" y="1559300"/>
            <a:ext cx="27702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If you went right by 1 and then down by 3, you would get to the same point.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4" name="Google Shape;814;p71"/>
          <p:cNvSpPr txBox="1"/>
          <p:nvPr/>
        </p:nvSpPr>
        <p:spPr>
          <a:xfrm>
            <a:off x="3729144" y="4013748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Sam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5" name="Google Shape;815;p71"/>
          <p:cNvCxnSpPr/>
          <p:nvPr/>
        </p:nvCxnSpPr>
        <p:spPr>
          <a:xfrm>
            <a:off x="2645843" y="2262019"/>
            <a:ext cx="4827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816" name="Google Shape;816;p71"/>
          <p:cNvCxnSpPr/>
          <p:nvPr/>
        </p:nvCxnSpPr>
        <p:spPr>
          <a:xfrm flipH="1">
            <a:off x="3113569" y="2266500"/>
            <a:ext cx="0" cy="13659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817" name="Google Shape;817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Translating a single point from a description </a:t>
            </a:r>
            <a:endParaRPr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21" name="Shape 821"/>
        <p:cNvGrpSpPr/>
        <p:nvPr/>
      </p:nvGrpSpPr>
      <p:grpSpPr>
        <a:xfrm>
          <a:off x="0" y="0"/>
          <a:ext cx="0" cy="0"/>
        </a:xfrm>
      </p:grpSpPr>
      <p:sp>
        <p:nvSpPr>
          <p:cNvPr id="822" name="Google Shape;822;p72"/>
          <p:cNvSpPr txBox="1"/>
          <p:nvPr>
            <p:ph type="body" idx="1"/>
          </p:nvPr>
        </p:nvSpPr>
        <p:spPr>
          <a:xfrm>
            <a:off x="401650" y="1238175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Translate point M by </a:t>
            </a:r>
            <a:endParaRPr/>
          </a:p>
        </p:txBody>
      </p:sp>
      <p:pic>
        <p:nvPicPr>
          <p:cNvPr id="823" name="Google Shape;823;p72" descr="&lt;math xmlns=&quot;http://www.w3.org/1998/Math/MathML&quot; display=&quot;block&quot; data-is-equatio=&quot;1&quot; data-latex=&quot;\left(\begin{matrix}2\\&amp;#13;&amp;#10;4\end{matrix}\right)&quot;&gt;&lt;mrow data-mjx-texclass=&quot;INNER&quot;&gt;&lt;mo data-mjx-texclass=&quot;OPEN&quot;&gt;(&lt;/mo&gt;&lt;mtable columnspacing=&quot;1em&quot; rowspacing=&quot;4pt&quot;&gt;&lt;mtr&gt;&lt;mtd&gt;&lt;mn&gt;2&lt;/mn&gt;&lt;/mtd&gt;&lt;/mtr&gt;&lt;mtr&gt;&lt;mtd&gt;&lt;mn&gt;4&lt;/mn&gt;&lt;/mtd&gt;&lt;/mtr&gt;&lt;/mtable&gt;&lt;mo data-mjx-texclass=&quot;CLOSE&quot;&gt;)&lt;/mo&gt;&lt;/mrow&gt;&lt;/math&gt;" title="the 2 by 1 column matrix 2 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2875" y="1098327"/>
            <a:ext cx="488700" cy="61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24" name="Google Shape;824;p72"/>
          <p:cNvGrpSpPr/>
          <p:nvPr/>
        </p:nvGrpSpPr>
        <p:grpSpPr>
          <a:xfrm>
            <a:off x="531400" y="1729650"/>
            <a:ext cx="3030236" cy="3020700"/>
            <a:chOff x="517975" y="1729650"/>
            <a:chExt cx="3030236" cy="3020700"/>
          </a:xfrm>
        </p:grpSpPr>
        <p:pic>
          <p:nvPicPr>
            <p:cNvPr id="825" name="Google Shape;825;p7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17975" y="1729650"/>
              <a:ext cx="3030236" cy="3020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26" name="Google Shape;826;p72"/>
            <p:cNvSpPr txBox="1"/>
            <p:nvPr/>
          </p:nvSpPr>
          <p:spPr>
            <a:xfrm>
              <a:off x="671425" y="3858300"/>
              <a:ext cx="4350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27" name="Google Shape;827;p72"/>
          <p:cNvGrpSpPr/>
          <p:nvPr/>
        </p:nvGrpSpPr>
        <p:grpSpPr>
          <a:xfrm>
            <a:off x="535633" y="1734947"/>
            <a:ext cx="3030225" cy="3020649"/>
            <a:chOff x="517975" y="1729650"/>
            <a:chExt cx="3030225" cy="3020649"/>
          </a:xfrm>
        </p:grpSpPr>
        <p:pic>
          <p:nvPicPr>
            <p:cNvPr id="828" name="Google Shape;828;p7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17975" y="1729650"/>
              <a:ext cx="3030225" cy="302064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29" name="Google Shape;829;p72"/>
            <p:cNvSpPr txBox="1"/>
            <p:nvPr/>
          </p:nvSpPr>
          <p:spPr>
            <a:xfrm>
              <a:off x="686850" y="3861432"/>
              <a:ext cx="3510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30" name="Google Shape;830;p72"/>
          <p:cNvGrpSpPr/>
          <p:nvPr/>
        </p:nvGrpSpPr>
        <p:grpSpPr>
          <a:xfrm>
            <a:off x="531400" y="1729675"/>
            <a:ext cx="3030225" cy="3020657"/>
            <a:chOff x="517975" y="1729650"/>
            <a:chExt cx="3030225" cy="3020657"/>
          </a:xfrm>
        </p:grpSpPr>
        <p:pic>
          <p:nvPicPr>
            <p:cNvPr id="831" name="Google Shape;831;p72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517975" y="1729650"/>
              <a:ext cx="3030225" cy="302065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32" name="Google Shape;832;p72"/>
            <p:cNvSpPr txBox="1"/>
            <p:nvPr/>
          </p:nvSpPr>
          <p:spPr>
            <a:xfrm>
              <a:off x="679194" y="3865931"/>
              <a:ext cx="3588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33" name="Google Shape;833;p72"/>
          <p:cNvGrpSpPr/>
          <p:nvPr/>
        </p:nvGrpSpPr>
        <p:grpSpPr>
          <a:xfrm>
            <a:off x="531412" y="1722494"/>
            <a:ext cx="3030225" cy="3035007"/>
            <a:chOff x="517975" y="1722475"/>
            <a:chExt cx="3030225" cy="3035007"/>
          </a:xfrm>
        </p:grpSpPr>
        <p:pic>
          <p:nvPicPr>
            <p:cNvPr id="834" name="Google Shape;834;p72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517975" y="1722475"/>
              <a:ext cx="3030225" cy="303500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35" name="Google Shape;835;p72"/>
            <p:cNvSpPr txBox="1"/>
            <p:nvPr/>
          </p:nvSpPr>
          <p:spPr>
            <a:xfrm>
              <a:off x="686825" y="3858300"/>
              <a:ext cx="4809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36" name="Google Shape;836;p72"/>
            <p:cNvSpPr txBox="1"/>
            <p:nvPr/>
          </p:nvSpPr>
          <p:spPr>
            <a:xfrm>
              <a:off x="1686876" y="1858544"/>
              <a:ext cx="4809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M′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837" name="Google Shape;837;p72"/>
          <p:cNvSpPr txBox="1"/>
          <p:nvPr/>
        </p:nvSpPr>
        <p:spPr>
          <a:xfrm>
            <a:off x="4572000" y="1188625"/>
            <a:ext cx="4395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Translate point M by 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38" name="Google Shape;838;p72" descr="&lt;math xmlns=&quot;http://www.w3.org/1998/Math/MathML&quot; display=&quot;block&quot; data-is-equatio=&quot;1&quot; data-latex=&quot;\left(\begin{matrix}4\\&amp;#13;&amp;#10;2\end{matrix}\right)&quot;&gt;&lt;mrow data-mjx-texclass=&quot;INNER&quot;&gt;&lt;mo data-mjx-texclass=&quot;OPEN&quot;&gt;(&lt;/mo&gt;&lt;mtable columnspacing=&quot;1em&quot; rowspacing=&quot;4pt&quot;&gt;&lt;mtr&gt;&lt;mtd&gt;&lt;mn&gt;4&lt;/mn&gt;&lt;/mtd&gt;&lt;/mtr&gt;&lt;mtr&gt;&lt;mtd&gt;&lt;mn&gt;2&lt;/mn&gt;&lt;/mtd&gt;&lt;/mtr&gt;&lt;/mtable&gt;&lt;mo data-mjx-texclass=&quot;CLOSE&quot;&gt;)&lt;/mo&gt;&lt;/mrow&gt;&lt;/math&gt;" title="the 2 by 1 column matrix 4 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536325" y="1098323"/>
            <a:ext cx="488700" cy="61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39" name="Google Shape;839;p72"/>
          <p:cNvGrpSpPr/>
          <p:nvPr/>
        </p:nvGrpSpPr>
        <p:grpSpPr>
          <a:xfrm>
            <a:off x="4883850" y="1729675"/>
            <a:ext cx="3020651" cy="3020651"/>
            <a:chOff x="4883850" y="1729675"/>
            <a:chExt cx="3020651" cy="3020651"/>
          </a:xfrm>
        </p:grpSpPr>
        <p:pic>
          <p:nvPicPr>
            <p:cNvPr id="840" name="Google Shape;840;p72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4883850" y="1729675"/>
              <a:ext cx="3020651" cy="30206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41" name="Google Shape;841;p72"/>
            <p:cNvSpPr txBox="1"/>
            <p:nvPr/>
          </p:nvSpPr>
          <p:spPr>
            <a:xfrm>
              <a:off x="5052019" y="3865931"/>
              <a:ext cx="3588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42" name="Google Shape;842;p72"/>
          <p:cNvGrpSpPr/>
          <p:nvPr/>
        </p:nvGrpSpPr>
        <p:grpSpPr>
          <a:xfrm>
            <a:off x="4883738" y="1729675"/>
            <a:ext cx="3020650" cy="3020650"/>
            <a:chOff x="4883850" y="1748275"/>
            <a:chExt cx="3020650" cy="3020650"/>
          </a:xfrm>
        </p:grpSpPr>
        <p:pic>
          <p:nvPicPr>
            <p:cNvPr id="843" name="Google Shape;843;p72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4883850" y="1748275"/>
              <a:ext cx="3020650" cy="30206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44" name="Google Shape;844;p72"/>
            <p:cNvSpPr txBox="1"/>
            <p:nvPr/>
          </p:nvSpPr>
          <p:spPr>
            <a:xfrm>
              <a:off x="5044850" y="3873563"/>
              <a:ext cx="3588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45" name="Google Shape;845;p72"/>
          <p:cNvGrpSpPr/>
          <p:nvPr/>
        </p:nvGrpSpPr>
        <p:grpSpPr>
          <a:xfrm>
            <a:off x="4879063" y="1727763"/>
            <a:ext cx="3030225" cy="3035021"/>
            <a:chOff x="4874275" y="1748250"/>
            <a:chExt cx="3030225" cy="3035021"/>
          </a:xfrm>
        </p:grpSpPr>
        <p:pic>
          <p:nvPicPr>
            <p:cNvPr id="846" name="Google Shape;846;p72"/>
            <p:cNvPicPr preferRelativeResize="0"/>
            <p:nvPr/>
          </p:nvPicPr>
          <p:blipFill>
            <a:blip r:embed="rId11">
              <a:alphaModFix/>
            </a:blip>
            <a:stretch>
              <a:fillRect/>
            </a:stretch>
          </p:blipFill>
          <p:spPr>
            <a:xfrm>
              <a:off x="4874275" y="1748250"/>
              <a:ext cx="3030225" cy="303502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47" name="Google Shape;847;p72"/>
            <p:cNvSpPr txBox="1"/>
            <p:nvPr/>
          </p:nvSpPr>
          <p:spPr>
            <a:xfrm>
              <a:off x="5052487" y="3888825"/>
              <a:ext cx="3588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48" name="Google Shape;848;p72"/>
          <p:cNvGrpSpPr/>
          <p:nvPr/>
        </p:nvGrpSpPr>
        <p:grpSpPr>
          <a:xfrm>
            <a:off x="4879075" y="1730156"/>
            <a:ext cx="3030225" cy="3030225"/>
            <a:chOff x="4874275" y="1748250"/>
            <a:chExt cx="3030225" cy="3030225"/>
          </a:xfrm>
        </p:grpSpPr>
        <p:pic>
          <p:nvPicPr>
            <p:cNvPr id="849" name="Google Shape;849;p72"/>
            <p:cNvPicPr preferRelativeResize="0"/>
            <p:nvPr/>
          </p:nvPicPr>
          <p:blipFill>
            <a:blip r:embed="rId12">
              <a:alphaModFix/>
            </a:blip>
            <a:stretch>
              <a:fillRect/>
            </a:stretch>
          </p:blipFill>
          <p:spPr>
            <a:xfrm>
              <a:off x="4874275" y="1748250"/>
              <a:ext cx="3030225" cy="30302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50" name="Google Shape;850;p72"/>
            <p:cNvSpPr txBox="1"/>
            <p:nvPr/>
          </p:nvSpPr>
          <p:spPr>
            <a:xfrm>
              <a:off x="7032850" y="2883169"/>
              <a:ext cx="5805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M′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′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51" name="Google Shape;851;p72"/>
            <p:cNvSpPr txBox="1"/>
            <p:nvPr/>
          </p:nvSpPr>
          <p:spPr>
            <a:xfrm>
              <a:off x="5044606" y="3881194"/>
              <a:ext cx="3588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852" name="Google Shape;852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Translating a single point from a description </a:t>
            </a:r>
            <a:endParaRPr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56" name="Shape 856"/>
        <p:cNvGrpSpPr/>
        <p:nvPr/>
      </p:nvGrpSpPr>
      <p:grpSpPr>
        <a:xfrm>
          <a:off x="0" y="0"/>
          <a:ext cx="0" cy="0"/>
        </a:xfrm>
      </p:grpSpPr>
      <p:sp>
        <p:nvSpPr>
          <p:cNvPr id="857" name="Google Shape;857;p73"/>
          <p:cNvSpPr txBox="1"/>
          <p:nvPr>
            <p:ph type="body" idx="1"/>
          </p:nvPr>
        </p:nvSpPr>
        <p:spPr>
          <a:xfrm>
            <a:off x="324000" y="759300"/>
            <a:ext cx="8237700" cy="6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Translate the point (3, 2) left by 2 and up by 4. </a:t>
            </a:r>
            <a:endParaRPr/>
          </a:p>
        </p:txBody>
      </p:sp>
      <p:grpSp>
        <p:nvGrpSpPr>
          <p:cNvPr id="858" name="Google Shape;858;p73"/>
          <p:cNvGrpSpPr/>
          <p:nvPr/>
        </p:nvGrpSpPr>
        <p:grpSpPr>
          <a:xfrm>
            <a:off x="2558943" y="1274425"/>
            <a:ext cx="3522125" cy="3502776"/>
            <a:chOff x="2558943" y="1274425"/>
            <a:chExt cx="3522125" cy="3502776"/>
          </a:xfrm>
        </p:grpSpPr>
        <p:pic>
          <p:nvPicPr>
            <p:cNvPr id="859" name="Google Shape;859;p73"/>
            <p:cNvPicPr preferRelativeResize="0"/>
            <p:nvPr/>
          </p:nvPicPr>
          <p:blipFill>
            <a:blip r:embed="rId3">
              <a:alphaModFix/>
            </a:blip>
            <a:srcRect l="61047" b="31898"/>
            <a:stretch>
              <a:fillRect/>
            </a:stretch>
          </p:blipFill>
          <p:spPr>
            <a:xfrm>
              <a:off x="2558943" y="1274425"/>
              <a:ext cx="3522125" cy="35027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60" name="Google Shape;860;p73"/>
            <p:cNvSpPr txBox="1"/>
            <p:nvPr/>
          </p:nvSpPr>
          <p:spPr>
            <a:xfrm>
              <a:off x="3739336" y="3495375"/>
              <a:ext cx="3510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61" name="Google Shape;861;p73"/>
            <p:cNvSpPr txBox="1"/>
            <p:nvPr/>
          </p:nvSpPr>
          <p:spPr>
            <a:xfrm>
              <a:off x="3120971" y="2299237"/>
              <a:ext cx="4887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A′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862" name="Google Shape;862;p73"/>
          <p:cNvPicPr preferRelativeResize="0"/>
          <p:nvPr/>
        </p:nvPicPr>
        <p:blipFill>
          <a:blip r:embed="rId4">
            <a:alphaModFix/>
          </a:blip>
          <a:srcRect l="61047" b="31898"/>
          <a:stretch>
            <a:fillRect/>
          </a:stretch>
        </p:blipFill>
        <p:spPr>
          <a:xfrm>
            <a:off x="2560122" y="1271849"/>
            <a:ext cx="3522125" cy="350277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63" name="Google Shape;863;p73"/>
          <p:cNvGrpSpPr/>
          <p:nvPr/>
        </p:nvGrpSpPr>
        <p:grpSpPr>
          <a:xfrm>
            <a:off x="2559916" y="1275445"/>
            <a:ext cx="3522125" cy="3541376"/>
            <a:chOff x="2356203" y="1289101"/>
            <a:chExt cx="3522125" cy="3541376"/>
          </a:xfrm>
        </p:grpSpPr>
        <p:pic>
          <p:nvPicPr>
            <p:cNvPr id="864" name="Google Shape;864;p73"/>
            <p:cNvPicPr preferRelativeResize="0"/>
            <p:nvPr/>
          </p:nvPicPr>
          <p:blipFill>
            <a:blip r:embed="rId5">
              <a:alphaModFix/>
            </a:blip>
            <a:srcRect l="61047" b="31148"/>
            <a:stretch>
              <a:fillRect/>
            </a:stretch>
          </p:blipFill>
          <p:spPr>
            <a:xfrm>
              <a:off x="2356203" y="1289101"/>
              <a:ext cx="3522125" cy="35413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65" name="Google Shape;865;p73"/>
            <p:cNvSpPr txBox="1"/>
            <p:nvPr/>
          </p:nvSpPr>
          <p:spPr>
            <a:xfrm>
              <a:off x="3529856" y="3526263"/>
              <a:ext cx="3510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66" name="Google Shape;866;p73"/>
          <p:cNvGrpSpPr/>
          <p:nvPr/>
        </p:nvGrpSpPr>
        <p:grpSpPr>
          <a:xfrm>
            <a:off x="2562150" y="1279573"/>
            <a:ext cx="3522125" cy="3502776"/>
            <a:chOff x="2559805" y="1264206"/>
            <a:chExt cx="3522125" cy="3502776"/>
          </a:xfrm>
        </p:grpSpPr>
        <p:pic>
          <p:nvPicPr>
            <p:cNvPr id="867" name="Google Shape;867;p73"/>
            <p:cNvPicPr preferRelativeResize="0"/>
            <p:nvPr/>
          </p:nvPicPr>
          <p:blipFill>
            <a:blip r:embed="rId6">
              <a:alphaModFix/>
            </a:blip>
            <a:srcRect l="61047" b="31898"/>
            <a:stretch>
              <a:fillRect/>
            </a:stretch>
          </p:blipFill>
          <p:spPr>
            <a:xfrm>
              <a:off x="2559805" y="1264206"/>
              <a:ext cx="3522125" cy="35027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68" name="Google Shape;868;p73"/>
            <p:cNvSpPr txBox="1"/>
            <p:nvPr/>
          </p:nvSpPr>
          <p:spPr>
            <a:xfrm>
              <a:off x="3731700" y="3487525"/>
              <a:ext cx="3282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869" name="Google Shape;869;p73"/>
          <p:cNvSpPr txBox="1"/>
          <p:nvPr/>
        </p:nvSpPr>
        <p:spPr>
          <a:xfrm>
            <a:off x="3731474" y="3487299"/>
            <a:ext cx="328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0" name="Google Shape;870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Translating a single point from a description </a:t>
            </a:r>
            <a:endParaRPr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74" name="Shape 874"/>
        <p:cNvGrpSpPr/>
        <p:nvPr/>
      </p:nvGrpSpPr>
      <p:grpSpPr>
        <a:xfrm>
          <a:off x="0" y="0"/>
          <a:ext cx="0" cy="0"/>
        </a:xfrm>
      </p:grpSpPr>
      <p:sp>
        <p:nvSpPr>
          <p:cNvPr id="875" name="Google Shape;875;p74"/>
          <p:cNvSpPr txBox="1"/>
          <p:nvPr>
            <p:ph type="body" idx="1"/>
          </p:nvPr>
        </p:nvSpPr>
        <p:spPr>
          <a:xfrm>
            <a:off x="324000" y="1292700"/>
            <a:ext cx="8237700" cy="858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The bottom value in a column vector, tells you the displacement.</a:t>
            </a:r>
            <a:endParaRPr/>
          </a:p>
        </p:txBody>
      </p:sp>
      <p:cxnSp>
        <p:nvCxnSpPr>
          <p:cNvPr id="876" name="Google Shape;876;p74"/>
          <p:cNvCxnSpPr/>
          <p:nvPr/>
        </p:nvCxnSpPr>
        <p:spPr>
          <a:xfrm>
            <a:off x="7173425" y="1578900"/>
            <a:ext cx="15414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77" name="Google Shape;877;p74"/>
          <p:cNvSpPr txBox="1"/>
          <p:nvPr/>
        </p:nvSpPr>
        <p:spPr>
          <a:xfrm>
            <a:off x="7097225" y="1189650"/>
            <a:ext cx="12822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vertical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78" name="Google Shape;878;p74"/>
          <p:cNvSpPr txBox="1"/>
          <p:nvPr>
            <p:ph type="body" idx="1"/>
          </p:nvPr>
        </p:nvSpPr>
        <p:spPr>
          <a:xfrm>
            <a:off x="324000" y="2460050"/>
            <a:ext cx="8237700" cy="858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If the horizontal displacement is negative then you translate                </a:t>
            </a:r>
            <a:endParaRPr/>
          </a:p>
        </p:txBody>
      </p:sp>
      <p:cxnSp>
        <p:nvCxnSpPr>
          <p:cNvPr id="879" name="Google Shape;879;p74"/>
          <p:cNvCxnSpPr/>
          <p:nvPr/>
        </p:nvCxnSpPr>
        <p:spPr>
          <a:xfrm>
            <a:off x="324000" y="3188750"/>
            <a:ext cx="15414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80" name="Google Shape;880;p74"/>
          <p:cNvSpPr txBox="1"/>
          <p:nvPr/>
        </p:nvSpPr>
        <p:spPr>
          <a:xfrm>
            <a:off x="1865399" y="2848319"/>
            <a:ext cx="2367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.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1" name="Google Shape;881;p74"/>
          <p:cNvSpPr txBox="1"/>
          <p:nvPr/>
        </p:nvSpPr>
        <p:spPr>
          <a:xfrm>
            <a:off x="757975" y="2795750"/>
            <a:ext cx="12822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left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82" name="Google Shape;882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Translating a single point from a description </a:t>
            </a:r>
            <a:endParaRPr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86" name="Shape 886"/>
        <p:cNvGrpSpPr/>
        <p:nvPr/>
      </p:nvGrpSpPr>
      <p:grpSpPr>
        <a:xfrm>
          <a:off x="0" y="0"/>
          <a:ext cx="0" cy="0"/>
        </a:xfrm>
      </p:grpSpPr>
      <p:sp>
        <p:nvSpPr>
          <p:cNvPr id="887" name="Google Shape;887;p75"/>
          <p:cNvSpPr txBox="1"/>
          <p:nvPr>
            <p:ph type="body" idx="1"/>
          </p:nvPr>
        </p:nvSpPr>
        <p:spPr>
          <a:xfrm>
            <a:off x="324000" y="995400"/>
            <a:ext cx="8237700" cy="461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If the car is translated by</a:t>
            </a:r>
            <a:br>
              <a:rPr lang="en-GB"/>
            </a:br>
            <a:br>
              <a:rPr lang="en-GB"/>
            </a:br>
            <a:endParaRPr/>
          </a:p>
        </p:txBody>
      </p:sp>
      <p:pic>
        <p:nvPicPr>
          <p:cNvPr id="888" name="Google Shape;888;p75" descr="&lt;math xmlns=&quot;http://www.w3.org/1998/Math/MathML&quot; display=&quot;block&quot; data-is-equatio=&quot;1&quot; data-latex=&quot;\left(\begin{matrix}3\\&amp;#13;&amp;#10;1\end{matrix}\right)&quot;&gt;&lt;mrow data-mjx-texclass=&quot;INNER&quot;&gt;&lt;mo data-mjx-texclass=&quot;OPEN&quot;&gt;(&lt;/mo&gt;&lt;mtable columnspacing=&quot;1em&quot; rowspacing=&quot;4pt&quot;&gt;&lt;mtr&gt;&lt;mtd&gt;&lt;mn&gt;3&lt;/mn&gt;&lt;/mtd&gt;&lt;/mtr&gt;&lt;mtr&gt;&lt;mtd&gt;&lt;mn&gt;1&lt;/mn&gt;&lt;/mtd&gt;&lt;/mtr&gt;&lt;/mtable&gt;&lt;mo data-mjx-texclass=&quot;CLOSE&quot;&gt;)&lt;/mo&gt;&lt;/mrow&gt;&lt;/math&gt;" title="the 2 by 1 column matrix 3 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64875" y="900437"/>
            <a:ext cx="519054" cy="651613"/>
          </a:xfrm>
          <a:prstGeom prst="rect">
            <a:avLst/>
          </a:prstGeom>
          <a:noFill/>
          <a:ln>
            <a:noFill/>
          </a:ln>
        </p:spPr>
      </p:pic>
      <p:pic>
        <p:nvPicPr>
          <p:cNvPr id="889" name="Google Shape;889;p75" descr="&lt;math xmlns=&quot;http://www.w3.org/1998/Math/MathML&quot; data-is-equatio=&quot;1&quot; data-equatio-url=&quot;https://equatio-api.texthelp.com/desmos/get/25-09-2023/341028c5-5fb9-42f1-9a07-4ce0408a531a&quot; data-equatio-type=&quot;image&quot;&gt;&lt;mglyph src=&quot;https://equatio-api.texthelp.com/desmos/get/25-09-2023/341028c5-5fb9-42f1-9a07-4ce0408a531a&quot; alt=&quot;Equatio Image&quot;/&gt;&lt;/math&gt;" title="Equatio Image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31549" y="917049"/>
            <a:ext cx="3777650" cy="3903350"/>
          </a:xfrm>
          <a:prstGeom prst="rect">
            <a:avLst/>
          </a:prstGeom>
          <a:noFill/>
          <a:ln>
            <a:noFill/>
          </a:ln>
        </p:spPr>
      </p:pic>
      <p:sp>
        <p:nvSpPr>
          <p:cNvPr id="890" name="Google Shape;890;p75"/>
          <p:cNvSpPr txBox="1"/>
          <p:nvPr/>
        </p:nvSpPr>
        <p:spPr>
          <a:xfrm>
            <a:off x="231125" y="1838975"/>
            <a:ext cx="4395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which shape will it land on? 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1" name="Google Shape;891;p75"/>
          <p:cNvSpPr txBox="1"/>
          <p:nvPr/>
        </p:nvSpPr>
        <p:spPr>
          <a:xfrm>
            <a:off x="424125" y="2525850"/>
            <a:ext cx="2243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On the trapezium.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892" name="Google Shape;892;p75" descr="&lt;math xmlns=&quot;http://www.w3.org/1998/Math/MathML&quot; data-is-equatio=&quot;1&quot; data-equatio-url=&quot;https://equatio-api.texthelp.com/desmos/get/03-10-2023/30c06df1-638c-4718-be34-50e4eaa49bf5&quot; data-equatio-type=&quot;image&quot;&gt;&lt;mglyph src=&quot;https://equatio-api.texthelp.com/desmos/get/03-10-2023/30c06df1-638c-4718-be34-50e4eaa49bf5&quot; alt=&quot;Equatio Image&quot;/&gt;&lt;/math&gt;" title="Equatio Image"/>
          <p:cNvPicPr preferRelativeResize="0"/>
          <p:nvPr/>
        </p:nvPicPr>
        <p:blipFill>
          <a:blip r:embed="rId5">
            <a:alphaModFix/>
          </a:blip>
          <a:srcRect t="12157"/>
          <a:stretch>
            <a:fillRect/>
          </a:stretch>
        </p:blipFill>
        <p:spPr>
          <a:xfrm>
            <a:off x="4431550" y="1391476"/>
            <a:ext cx="3777650" cy="3428950"/>
          </a:xfrm>
          <a:prstGeom prst="rect">
            <a:avLst/>
          </a:prstGeom>
          <a:noFill/>
          <a:ln>
            <a:noFill/>
          </a:ln>
        </p:spPr>
      </p:pic>
      <p:sp>
        <p:nvSpPr>
          <p:cNvPr id="893" name="Google Shape;893;p7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Translating a single point from a description </a:t>
            </a:r>
            <a:endParaRPr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97" name="Shape 897"/>
        <p:cNvGrpSpPr/>
        <p:nvPr/>
      </p:nvGrpSpPr>
      <p:grpSpPr>
        <a:xfrm>
          <a:off x="0" y="0"/>
          <a:ext cx="0" cy="0"/>
        </a:xfrm>
      </p:grpSpPr>
      <p:pic>
        <p:nvPicPr>
          <p:cNvPr id="898" name="Google Shape;898;p76" descr="&lt;math xmlns=&quot;http://www.w3.org/1998/Math/MathML&quot; data-is-equatio=&quot;1&quot; data-equatio-url=&quot;https://equatio-api.texthelp.com/desmos/get/25-09-2023/341028c5-5fb9-42f1-9a07-4ce0408a531a&quot; data-equatio-type=&quot;image&quot;&gt;&lt;mglyph src=&quot;https://equatio-api.texthelp.com/desmos/get/25-09-2023/341028c5-5fb9-42f1-9a07-4ce0408a531a&quot; alt=&quot;Equatio Image&quot;/&gt;&lt;/math&gt;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60149" y="917049"/>
            <a:ext cx="3777650" cy="3903350"/>
          </a:xfrm>
          <a:prstGeom prst="rect">
            <a:avLst/>
          </a:prstGeom>
          <a:noFill/>
          <a:ln>
            <a:noFill/>
          </a:ln>
        </p:spPr>
      </p:pic>
      <p:sp>
        <p:nvSpPr>
          <p:cNvPr id="899" name="Google Shape;899;p76"/>
          <p:cNvSpPr txBox="1"/>
          <p:nvPr/>
        </p:nvSpPr>
        <p:spPr>
          <a:xfrm>
            <a:off x="1442325" y="2558700"/>
            <a:ext cx="2243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On the circle.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900" name="Google Shape;900;p76" descr="&lt;math xmlns=&quot;http://www.w3.org/1998/Math/MathML&quot; data-is-equatio=&quot;1&quot; data-equatio-url=&quot;https://equatio-api.texthelp.com/desmos/get/03-10-2023/e9f12f0f-3cef-4678-96f5-7d9c3c6ea43d&quot; data-equatio-type=&quot;image&quot;&gt;&lt;mglyph src=&quot;https://equatio-api.texthelp.com/desmos/get/03-10-2023/e9f12f0f-3cef-4678-96f5-7d9c3c6ea43d&quot; alt=&quot;Equatio Image&quot;/&gt;&lt;/math&gt;" title="Equatio Image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60150" y="917050"/>
            <a:ext cx="3777650" cy="3903384"/>
          </a:xfrm>
          <a:prstGeom prst="rect">
            <a:avLst/>
          </a:prstGeom>
          <a:noFill/>
          <a:ln>
            <a:noFill/>
          </a:ln>
        </p:spPr>
      </p:pic>
      <p:sp>
        <p:nvSpPr>
          <p:cNvPr id="901" name="Google Shape;901;p76"/>
          <p:cNvSpPr txBox="1"/>
          <p:nvPr>
            <p:ph type="body" idx="1"/>
          </p:nvPr>
        </p:nvSpPr>
        <p:spPr>
          <a:xfrm>
            <a:off x="324000" y="995400"/>
            <a:ext cx="8237700" cy="461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If the car is translated by</a:t>
            </a:r>
            <a:br>
              <a:rPr lang="en-GB"/>
            </a:br>
            <a:br>
              <a:rPr lang="en-GB"/>
            </a:br>
            <a:endParaRPr/>
          </a:p>
        </p:txBody>
      </p:sp>
      <p:sp>
        <p:nvSpPr>
          <p:cNvPr id="902" name="Google Shape;902;p76"/>
          <p:cNvSpPr txBox="1"/>
          <p:nvPr/>
        </p:nvSpPr>
        <p:spPr>
          <a:xfrm>
            <a:off x="324000" y="1839000"/>
            <a:ext cx="4395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which shape will it land on? 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03" name="Google Shape;903;p76" descr="{&quot;type&quot;:&quot;$&quot;,&quot;backgroundColor&quot;:&quot;#FFFFFF&quot;,&quot;id&quot;:&quot;2&quot;,&quot;aid&quot;:null,&quot;font&quot;:{&quot;size&quot;:27,&quot;color&quot;:&quot;#000000&quot;,&quot;family&quot;:&quot;Arial&quot;},&quot;code&quot;:&quot;$\\binom{\\,\\,\\,2}{-2}$&quot;,&quot;ts&quot;:1697740274246,&quot;cs&quot;:&quot;7XUz5Mv7f+AsMsqm94S19Q==&quot;,&quot;size&quot;:{&quot;width&quot;:54.42517900262467,&quot;height&quot;:54.92915249343829}}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77800" y="919200"/>
            <a:ext cx="646210" cy="537250"/>
          </a:xfrm>
          <a:prstGeom prst="rect">
            <a:avLst/>
          </a:prstGeom>
          <a:noFill/>
          <a:ln>
            <a:noFill/>
          </a:ln>
        </p:spPr>
      </p:pic>
      <p:sp>
        <p:nvSpPr>
          <p:cNvPr id="904" name="Google Shape;904;p7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Translating a single point from a description </a:t>
            </a:r>
            <a:endParaRPr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08" name="Shape 908"/>
        <p:cNvGrpSpPr/>
        <p:nvPr/>
      </p:nvGrpSpPr>
      <p:grpSpPr>
        <a:xfrm>
          <a:off x="0" y="0"/>
          <a:ext cx="0" cy="0"/>
        </a:xfrm>
      </p:grpSpPr>
      <p:sp>
        <p:nvSpPr>
          <p:cNvPr id="909" name="Google Shape;909;p77"/>
          <p:cNvSpPr txBox="1"/>
          <p:nvPr>
            <p:ph type="body" idx="1"/>
          </p:nvPr>
        </p:nvSpPr>
        <p:spPr>
          <a:xfrm>
            <a:off x="324000" y="1000575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The bicycle is translated by </a:t>
            </a:r>
            <a:endParaRPr/>
          </a:p>
        </p:txBody>
      </p:sp>
      <p:pic>
        <p:nvPicPr>
          <p:cNvPr id="910" name="Google Shape;910;p77" descr="&lt;math xmlns=&quot;http://www.w3.org/1998/Math/MathML&quot; display=&quot;block&quot; data-is-equatio=&quot;1&quot; data-latex=&quot;\left(\begin{matrix}4\\&amp;#13;&amp;#10;2\end{matrix}\right)&quot;&gt;&lt;mrow data-mjx-texclass=&quot;INNER&quot;&gt;&lt;mo data-mjx-texclass=&quot;OPEN&quot;&gt;(&lt;/mo&gt;&lt;mtable columnspacing=&quot;1em&quot; rowspacing=&quot;4pt&quot;&gt;&lt;mtr&gt;&lt;mtd&gt;&lt;mn&gt;4&lt;/mn&gt;&lt;/mtd&gt;&lt;/mtr&gt;&lt;mtr&gt;&lt;mtd&gt;&lt;mn&gt;2&lt;/mn&gt;&lt;/mtd&gt;&lt;/mtr&gt;&lt;/mtable&gt;&lt;mo data-mjx-texclass=&quot;CLOSE&quot;&gt;)&lt;/mo&gt;&lt;/mrow&gt;&lt;/math&gt;" title="the 2 by 1 column matrix 4 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60851" y="771675"/>
            <a:ext cx="663150" cy="832508"/>
          </a:xfrm>
          <a:prstGeom prst="rect">
            <a:avLst/>
          </a:prstGeom>
          <a:noFill/>
          <a:ln>
            <a:noFill/>
          </a:ln>
        </p:spPr>
      </p:pic>
      <p:pic>
        <p:nvPicPr>
          <p:cNvPr id="911" name="Google Shape;911;p77" descr="&lt;math xmlns=&quot;http://www.w3.org/1998/Math/MathML&quot; data-is-equatio=&quot;1&quot; data-equatio-url=&quot;https://equatio-api.texthelp.com/desmos/get/25-09-2023/4c507fbf-d04f-4daf-a956-53e8fe921122&quot; data-equatio-type=&quot;image&quot;&gt;&lt;mglyph src=&quot;https://equatio-api.texthelp.com/desmos/get/25-09-2023/4c507fbf-d04f-4daf-a956-53e8fe921122&quot; alt=&quot;Equatio Image&quot;/&gt;&lt;/math&gt;" title="Equatio Image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9975" y="1604163"/>
            <a:ext cx="3271675" cy="3271675"/>
          </a:xfrm>
          <a:prstGeom prst="rect">
            <a:avLst/>
          </a:prstGeom>
          <a:noFill/>
          <a:ln>
            <a:noFill/>
          </a:ln>
        </p:spPr>
      </p:pic>
      <p:sp>
        <p:nvSpPr>
          <p:cNvPr id="912" name="Google Shape;912;p77"/>
          <p:cNvSpPr txBox="1"/>
          <p:nvPr/>
        </p:nvSpPr>
        <p:spPr>
          <a:xfrm>
            <a:off x="3556187" y="2396350"/>
            <a:ext cx="335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3" name="Google Shape;913;p77"/>
          <p:cNvSpPr txBox="1"/>
          <p:nvPr/>
        </p:nvSpPr>
        <p:spPr>
          <a:xfrm>
            <a:off x="2757406" y="1589475"/>
            <a:ext cx="335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4" name="Google Shape;914;p77"/>
          <p:cNvSpPr txBox="1"/>
          <p:nvPr/>
        </p:nvSpPr>
        <p:spPr>
          <a:xfrm>
            <a:off x="4525375" y="2079975"/>
            <a:ext cx="43956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Where is the image of the bicycle located? A or B?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5" name="Google Shape;915;p77"/>
          <p:cNvSpPr txBox="1"/>
          <p:nvPr/>
        </p:nvSpPr>
        <p:spPr>
          <a:xfrm>
            <a:off x="4572000" y="3087675"/>
            <a:ext cx="3915000" cy="12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B, it would have moved 4 squares to the right and then 2 squares up.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16" name="Google Shape;916;p7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Translating a single point from a description </a:t>
            </a:r>
            <a:endParaRPr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20" name="Shape 920"/>
        <p:cNvGrpSpPr/>
        <p:nvPr/>
      </p:nvGrpSpPr>
      <p:grpSpPr>
        <a:xfrm>
          <a:off x="0" y="0"/>
          <a:ext cx="0" cy="0"/>
        </a:xfrm>
      </p:grpSpPr>
      <p:sp>
        <p:nvSpPr>
          <p:cNvPr id="921" name="Google Shape;921;p78"/>
          <p:cNvSpPr txBox="1"/>
          <p:nvPr>
            <p:ph type="body" idx="1"/>
          </p:nvPr>
        </p:nvSpPr>
        <p:spPr>
          <a:xfrm>
            <a:off x="324000" y="759300"/>
            <a:ext cx="7062000" cy="71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1) Mark the image of point L after the following translations:</a:t>
            </a:r>
            <a:endParaRPr/>
          </a:p>
          <a:p>
            <a:pPr marL="45720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/>
          </a:p>
          <a:p>
            <a:pPr marL="91440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/>
          </a:p>
          <a:p>
            <a:pPr marL="91440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/>
              <a:t> </a:t>
            </a:r>
            <a:r>
              <a:rPr lang="en-GB">
                <a:solidFill>
                  <a:schemeClr val="lt1"/>
                </a:solidFill>
              </a:rPr>
              <a:t>.</a:t>
            </a:r>
            <a:endParaRPr>
              <a:solidFill>
                <a:schemeClr val="lt1"/>
              </a:solidFill>
            </a:endParaRPr>
          </a:p>
          <a:p>
            <a:pPr marL="91440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br>
              <a:rPr lang="en-GB">
                <a:solidFill>
                  <a:schemeClr val="lt1"/>
                </a:solidFill>
              </a:rPr>
            </a:br>
            <a:endParaRPr>
              <a:solidFill>
                <a:schemeClr val="lt1"/>
              </a:solidFill>
            </a:endParaRPr>
          </a:p>
        </p:txBody>
      </p:sp>
      <p:sp>
        <p:nvSpPr>
          <p:cNvPr id="922" name="Google Shape;922;p78"/>
          <p:cNvSpPr txBox="1"/>
          <p:nvPr>
            <p:ph type="subTitle" idx="2"/>
          </p:nvPr>
        </p:nvSpPr>
        <p:spPr>
          <a:xfrm>
            <a:off x="1350550" y="1257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Translating a single point from a description</a:t>
            </a:r>
            <a:r>
              <a:rPr lang="en-GB" b="1"/>
              <a:t> </a:t>
            </a:r>
            <a:endParaRPr/>
          </a:p>
        </p:txBody>
      </p:sp>
      <p:pic>
        <p:nvPicPr>
          <p:cNvPr id="923" name="Google Shape;923;p78" descr="&lt;math xmlns=&quot;http://www.w3.org/1998/Math/MathML&quot; display=&quot;block&quot; data-is-equatio=&quot;1&quot; data-latex=&quot;\left(\begin{matrix}1\\&amp;#13;&amp;#10;2\end{matrix}\right)&quot;&gt;&lt;mrow data-mjx-texclass=&quot;INNER&quot;&gt;&lt;mo data-mjx-texclass=&quot;OPEN&quot;&gt;(&lt;/mo&gt;&lt;mtable columnspacing=&quot;1em&quot; rowspacing=&quot;4pt&quot;&gt;&lt;mtr&gt;&lt;mtd&gt;&lt;mn&gt;1&lt;/mn&gt;&lt;/mtd&gt;&lt;/mtr&gt;&lt;mtr&gt;&lt;mtd&gt;&lt;mn&gt;2&lt;/mn&gt;&lt;/mtd&gt;&lt;/mtr&gt;&lt;/mtable&gt;&lt;mo data-mjx-texclass=&quot;CLOSE&quot;&gt;)&lt;/mo&gt;&lt;/mrow&gt;&lt;/math&gt;" title="the 2 by 1 column matrix 1 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0900" y="1477200"/>
            <a:ext cx="551967" cy="603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4" name="Google Shape;924;p78" descr="&lt;math xmlns=&quot;http://www.w3.org/1998/Math/MathML&quot; display=&quot;block&quot; data-is-equatio=&quot;1&quot; data-latex=&quot;\left(\begin{matrix}-2\\&amp;#13;&amp;#10;3\end{matrix}\right)&quot;&gt;&lt;mrow data-mjx-texclass=&quot;INNER&quot;&gt;&lt;mo data-mjx-texclass=&quot;OPEN&quot;&gt;(&lt;/mo&gt;&lt;mtable columnspacing=&quot;1em&quot; rowspacing=&quot;4pt&quot;&gt;&lt;mtr&gt;&lt;mtd&gt;&lt;mo&gt;−&lt;/mo&gt;&lt;mn&gt;2&lt;/mn&gt;&lt;/mtd&gt;&lt;/mtr&gt;&lt;mtr&gt;&lt;mtd&gt;&lt;mn&gt;3&lt;/mn&gt;&lt;/mtd&gt;&lt;/mtr&gt;&lt;/mtable&gt;&lt;mo data-mjx-texclass=&quot;CLOSE&quot;&gt;)&lt;/mo&gt;&lt;/mrow&gt;&lt;/math&gt;" title="the 2 by 1 column matrix negative 2 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51649" y="1477200"/>
            <a:ext cx="617950" cy="603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5" name="Google Shape;925;p78" descr="&lt;math xmlns=&quot;http://www.w3.org/1998/Math/MathML&quot; display=&quot;block&quot; data-is-equatio=&quot;1&quot; data-latex=&quot;\left(\begin{matrix}-1\\&amp;#13;&amp;#10;-3\end{matrix}\right)&quot;&gt;&lt;mrow data-mjx-texclass=&quot;INNER&quot;&gt;&lt;mo data-mjx-texclass=&quot;OPEN&quot;&gt;(&lt;/mo&gt;&lt;mtable columnspacing=&quot;1em&quot; rowspacing=&quot;4pt&quot;&gt;&lt;mtr&gt;&lt;mtd&gt;&lt;mo&gt;−&lt;/mo&gt;&lt;mn&gt;1&lt;/mn&gt;&lt;/mtd&gt;&lt;/mtr&gt;&lt;mtr&gt;&lt;mtd&gt;&lt;mo&gt;−&lt;/mo&gt;&lt;mn&gt;3&lt;/mn&gt;&lt;/mtd&gt;&lt;/mtr&gt;&lt;/mtable&gt;&lt;mo data-mjx-texclass=&quot;CLOSE&quot;&gt;)&lt;/mo&gt;&lt;/mrow&gt;&lt;/math&gt;" title="the 2 by 1 column matrix negative 1 negative 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36635" y="1477200"/>
            <a:ext cx="647526" cy="603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6" name="Google Shape;926;p78" descr="&lt;math xmlns=&quot;http://www.w3.org/1998/Math/MathML&quot; display=&quot;block&quot; data-is-equatio=&quot;1&quot; data-latex=&quot;\left(\begin{matrix}3\\&amp;#13;&amp;#10;-2\end{matrix}\right)&quot;&gt;&lt;mrow data-mjx-texclass=&quot;INNER&quot;&gt;&lt;mo data-mjx-texclass=&quot;OPEN&quot;&gt;(&lt;/mo&gt;&lt;mtable columnspacing=&quot;1em&quot; rowspacing=&quot;4pt&quot;&gt;&lt;mtr&gt;&lt;mtd&gt;&lt;mn&gt;3&lt;/mn&gt;&lt;/mtd&gt;&lt;/mtr&gt;&lt;mtr&gt;&lt;mtd&gt;&lt;mo&gt;−&lt;/mo&gt;&lt;mn&gt;2&lt;/mn&gt;&lt;/mtd&gt;&lt;/mtr&gt;&lt;/mtable&gt;&lt;mo data-mjx-texclass=&quot;CLOSE&quot;&gt;)&lt;/mo&gt;&lt;/mrow&gt;&lt;/math&gt;" title="the 2 by 1 column matrix 3 negative 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84619" y="1477200"/>
            <a:ext cx="647526" cy="603175"/>
          </a:xfrm>
          <a:prstGeom prst="rect">
            <a:avLst/>
          </a:prstGeom>
          <a:noFill/>
          <a:ln>
            <a:noFill/>
          </a:ln>
        </p:spPr>
      </p:pic>
      <p:sp>
        <p:nvSpPr>
          <p:cNvPr id="927" name="Google Shape;927;p78"/>
          <p:cNvSpPr txBox="1"/>
          <p:nvPr/>
        </p:nvSpPr>
        <p:spPr>
          <a:xfrm>
            <a:off x="2377043" y="1358394"/>
            <a:ext cx="465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b)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8" name="Google Shape;928;p78"/>
          <p:cNvSpPr txBox="1"/>
          <p:nvPr/>
        </p:nvSpPr>
        <p:spPr>
          <a:xfrm>
            <a:off x="4368568" y="1358394"/>
            <a:ext cx="465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c)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9" name="Google Shape;929;p78"/>
          <p:cNvSpPr txBox="1"/>
          <p:nvPr/>
        </p:nvSpPr>
        <p:spPr>
          <a:xfrm>
            <a:off x="6184593" y="1358394"/>
            <a:ext cx="465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d)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30" name="Google Shape;930;p78" descr="&lt;math xmlns=&quot;http://www.w3.org/1998/Math/MathML&quot; data-is-equatio=&quot;1&quot; data-equatio-url=&quot;https://equatio-api.texthelp.com/desmos/get/25-09-2023/7412ff76-4147-4188-a32f-15ec821c79bc&quot; data-equatio-type=&quot;image&quot;&gt;&lt;mglyph src=&quot;https://equatio-api.texthelp.com/desmos/get/25-09-2023/7412ff76-4147-4188-a32f-15ec821c79bc&quot; alt=&quot;Equatio Image&quot;/&gt;&lt;/math&gt;" title="Equatio Image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313000" y="2080375"/>
            <a:ext cx="2704575" cy="2704575"/>
          </a:xfrm>
          <a:prstGeom prst="rect">
            <a:avLst/>
          </a:prstGeom>
          <a:noFill/>
          <a:ln>
            <a:noFill/>
          </a:ln>
        </p:spPr>
      </p:pic>
      <p:sp>
        <p:nvSpPr>
          <p:cNvPr id="931" name="Google Shape;931;p78"/>
          <p:cNvSpPr txBox="1"/>
          <p:nvPr/>
        </p:nvSpPr>
        <p:spPr>
          <a:xfrm>
            <a:off x="4618012" y="3342606"/>
            <a:ext cx="320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2" name="Google Shape;932;p78"/>
          <p:cNvSpPr txBox="1"/>
          <p:nvPr/>
        </p:nvSpPr>
        <p:spPr>
          <a:xfrm>
            <a:off x="637093" y="1358394"/>
            <a:ext cx="465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a)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1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36" name="Shape 936"/>
        <p:cNvGrpSpPr/>
        <p:nvPr/>
      </p:nvGrpSpPr>
      <p:grpSpPr>
        <a:xfrm>
          <a:off x="0" y="0"/>
          <a:ext cx="0" cy="0"/>
        </a:xfrm>
      </p:grpSpPr>
      <p:sp>
        <p:nvSpPr>
          <p:cNvPr id="937" name="Google Shape;937;p79"/>
          <p:cNvSpPr txBox="1"/>
          <p:nvPr>
            <p:ph type="body" idx="1"/>
          </p:nvPr>
        </p:nvSpPr>
        <p:spPr>
          <a:xfrm>
            <a:off x="324000" y="759300"/>
            <a:ext cx="6972900" cy="98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55600" algn="l" rtl="0">
              <a:spcBef>
                <a:spcPct val="0"/>
              </a:spcBef>
              <a:spcAft>
                <a:spcPct val="0"/>
              </a:spcAft>
              <a:buSzPts val="2000"/>
              <a:buAutoNum type="arabicParenR" startAt="2"/>
            </a:pPr>
            <a:r>
              <a:rPr lang="en-GB" sz="2000"/>
              <a:t>Work out the total money collected when following this vector trail. </a:t>
            </a:r>
            <a:endParaRPr sz="2000"/>
          </a:p>
          <a:p>
            <a:pPr marL="45720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/>
              <a:t>Start on the star.</a:t>
            </a:r>
            <a:endParaRPr sz="2000"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2000"/>
          </a:p>
          <a:p>
            <a:pPr marL="91440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2000"/>
          </a:p>
          <a:p>
            <a:pPr marL="91440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2000"/>
              <a:t> </a:t>
            </a:r>
            <a:r>
              <a:rPr lang="en-GB" sz="2000">
                <a:solidFill>
                  <a:schemeClr val="lt1"/>
                </a:solidFill>
              </a:rPr>
              <a:t>.</a:t>
            </a:r>
            <a:endParaRPr sz="2000">
              <a:solidFill>
                <a:schemeClr val="lt1"/>
              </a:solidFill>
            </a:endParaRPr>
          </a:p>
          <a:p>
            <a:pPr marL="91440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br>
              <a:rPr lang="en-GB" sz="2000">
                <a:solidFill>
                  <a:schemeClr val="lt1"/>
                </a:solidFill>
              </a:rPr>
            </a:br>
            <a:endParaRPr sz="2000">
              <a:solidFill>
                <a:schemeClr val="lt1"/>
              </a:solidFill>
            </a:endParaRPr>
          </a:p>
        </p:txBody>
      </p:sp>
      <p:pic>
        <p:nvPicPr>
          <p:cNvPr id="938" name="Google Shape;938;p79" descr="&lt;math xmlns=&quot;http://www.w3.org/1998/Math/MathML&quot; data-is-equatio=&quot;1&quot; data-equatio-url=&quot;https://equatio-api.texthelp.com/desmos/get/25-09-2023/266759d6-421a-4908-baea-442132a1728d&quot; data-equatio-type=&quot;image&quot;&gt;&lt;mglyph src=&quot;https://equatio-api.texthelp.com/desmos/get/25-09-2023/266759d6-421a-4908-baea-442132a1728d&quot; alt=&quot;Equatio Image&quot;/&gt;&lt;/math&gt;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01238" y="1068525"/>
            <a:ext cx="3724075" cy="3724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9" name="Google Shape;939;p79" descr="&lt;math xmlns=&quot;http://www.w3.org/1998/Math/MathML&quot; display=&quot;block&quot; data-is-equatio=&quot;1&quot; data-latex=&quot;\left(\begin{matrix}2\\&amp;#13;&amp;#10;2\end{matrix}\right)&quot;&gt;&lt;mrow data-mjx-texclass=&quot;INNER&quot;&gt;&lt;mo data-mjx-texclass=&quot;OPEN&quot;&gt;(&lt;/mo&gt;&lt;mtable columnspacing=&quot;1em&quot; rowspacing=&quot;4pt&quot;&gt;&lt;mtr&gt;&lt;mtd&gt;&lt;mn&gt;2&lt;/mn&gt;&lt;/mtd&gt;&lt;/mtr&gt;&lt;mtr&gt;&lt;mtd&gt;&lt;mn&gt;2&lt;/mn&gt;&lt;/mtd&gt;&lt;/mtr&gt;&lt;/mtable&gt;&lt;mo data-mjx-texclass=&quot;CLOSE&quot;&gt;)&lt;/mo&gt;&lt;/mrow&gt;&lt;/math&gt;" title="the 2 by 1 column matrix 2 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84355" y="1972350"/>
            <a:ext cx="569670" cy="705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0" name="Google Shape;940;p79" descr="&lt;math xmlns=&quot;http://www.w3.org/1998/Math/MathML&quot; display=&quot;block&quot; data-is-equatio=&quot;1&quot; data-latex=&quot;\left(\begin{matrix}2\\&amp;#13;&amp;#10;-1\end{matrix}\right)&quot;&gt;&lt;mrow data-mjx-texclass=&quot;INNER&quot;&gt;&lt;mo data-mjx-texclass=&quot;OPEN&quot;&gt;(&lt;/mo&gt;&lt;mtable columnspacing=&quot;1em&quot; rowspacing=&quot;4pt&quot;&gt;&lt;mtr&gt;&lt;mtd&gt;&lt;mn&gt;2&lt;/mn&gt;&lt;/mtd&gt;&lt;/mtr&gt;&lt;mtr&gt;&lt;mtd&gt;&lt;mo&gt;−&lt;/mo&gt;&lt;mn&gt;1&lt;/mn&gt;&lt;/mtd&gt;&lt;/mtr&gt;&lt;/mtable&gt;&lt;mo data-mjx-texclass=&quot;CLOSE&quot;&gt;)&lt;/mo&gt;&lt;/mrow&gt;&lt;/math&gt;" title="the 2 by 1 column matrix 2 negative 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84523" y="1972350"/>
            <a:ext cx="767740" cy="705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1" name="Google Shape;941;p79" descr="&lt;math xmlns=&quot;http://www.w3.org/1998/Math/MathML&quot; display=&quot;block&quot; data-is-equatio=&quot;1&quot; data-latex=&quot;\left(\begin{matrix}4\\&amp;#13;&amp;#10;7\end{matrix}\right)&quot;&gt;&lt;mrow data-mjx-texclass=&quot;INNER&quot;&gt;&lt;mo data-mjx-texclass=&quot;OPEN&quot;&gt;(&lt;/mo&gt;&lt;mtable columnspacing=&quot;1em&quot; rowspacing=&quot;4pt&quot;&gt;&lt;mtr&gt;&lt;mtd&gt;&lt;mn&gt;4&lt;/mn&gt;&lt;/mtd&gt;&lt;/mtr&gt;&lt;mtr&gt;&lt;mtd&gt;&lt;mn&gt;7&lt;/mn&gt;&lt;/mtd&gt;&lt;/mtr&gt;&lt;/mtable&gt;&lt;mo data-mjx-texclass=&quot;CLOSE&quot;&gt;)&lt;/mo&gt;&lt;/mrow&gt;&lt;/math&gt;" title="the 2 by 1 column matrix 4 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028040" y="1972350"/>
            <a:ext cx="569670" cy="705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2" name="Google Shape;942;p79" descr="&lt;math xmlns=&quot;http://www.w3.org/1998/Math/MathML&quot; display=&quot;block&quot; data-is-equatio=&quot;1&quot; data-latex=&quot;\left(\begin{matrix}-3\\&amp;#13;&amp;#10;-1\end{matrix}\right)&quot;&gt;&lt;mrow data-mjx-texclass=&quot;INNER&quot;&gt;&lt;mo data-mjx-texclass=&quot;OPEN&quot;&gt;(&lt;/mo&gt;&lt;mtable columnspacing=&quot;1em&quot; rowspacing=&quot;4pt&quot;&gt;&lt;mtr&gt;&lt;mtd&gt;&lt;mo&gt;−&lt;/mo&gt;&lt;mn&gt;3&lt;/mn&gt;&lt;/mtd&gt;&lt;/mtr&gt;&lt;mtr&gt;&lt;mtd&gt;&lt;mo&gt;−&lt;/mo&gt;&lt;mn&gt;1&lt;/mn&gt;&lt;/mtd&gt;&lt;/mtr&gt;&lt;/mtable&gt;&lt;mo data-mjx-texclass=&quot;CLOSE&quot;&gt;)&lt;/mo&gt;&lt;/mrow&gt;&lt;/math&gt;" title="the 2 by 1 column matrix negative 3 negative 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45018" y="2887060"/>
            <a:ext cx="767740" cy="705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" name="Google Shape;943;p79" descr="&lt;math xmlns=&quot;http://www.w3.org/1998/Math/MathML&quot; display=&quot;block&quot; data-is-equatio=&quot;1&quot; data-latex=&quot;\left(\begin{matrix}-2\\&amp;#13;&amp;#10;1\end{matrix}\right)&quot;&gt;&lt;mrow data-mjx-texclass=&quot;INNER&quot;&gt;&lt;mo data-mjx-texclass=&quot;OPEN&quot;&gt;(&lt;/mo&gt;&lt;mtable columnspacing=&quot;1em&quot; rowspacing=&quot;4pt&quot;&gt;&lt;mtr&gt;&lt;mtd&gt;&lt;mo&gt;−&lt;/mo&gt;&lt;mn&gt;2&lt;/mn&gt;&lt;/mtd&gt;&lt;/mtr&gt;&lt;mtr&gt;&lt;mtd&gt;&lt;mn&gt;1&lt;/mn&gt;&lt;/mtd&gt;&lt;/mtr&gt;&lt;/mtable&gt;&lt;mo data-mjx-texclass=&quot;CLOSE&quot;&gt;)&lt;/mo&gt;&lt;/mrow&gt;&lt;/math&gt;" title="the 2 by 1 column matrix negative 2 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061500" y="2887060"/>
            <a:ext cx="767740" cy="705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4" name="Google Shape;944;p79" descr="&lt;math xmlns=&quot;http://www.w3.org/1998/Math/MathML&quot; display=&quot;block&quot; data-is-equatio=&quot;1&quot; data-latex=&quot;\left(\begin{matrix}4\\&amp;#13;&amp;#10;0\end{matrix}\right)&quot;&gt;&lt;mrow data-mjx-texclass=&quot;INNER&quot;&gt;&lt;mo data-mjx-texclass=&quot;OPEN&quot;&gt;(&lt;/mo&gt;&lt;mtable columnspacing=&quot;1em&quot; rowspacing=&quot;4pt&quot;&gt;&lt;mtr&gt;&lt;mtd&gt;&lt;mn&gt;4&lt;/mn&gt;&lt;/mtd&gt;&lt;/mtr&gt;&lt;mtr&gt;&lt;mtd&gt;&lt;mn&gt;0&lt;/mn&gt;&lt;/mtd&gt;&lt;/mtr&gt;&lt;/mtable&gt;&lt;mo data-mjx-texclass=&quot;CLOSE&quot;&gt;)&lt;/mo&gt;&lt;/mrow&gt;&lt;/math&gt;" title="the 2 by 1 column matrix 4 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321251" y="2887060"/>
            <a:ext cx="569670" cy="705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5" name="Google Shape;945;p79" descr="&lt;math xmlns=&quot;http://www.w3.org/1998/Math/MathML&quot; display=&quot;block&quot; data-is-equatio=&quot;1&quot; data-latex=&quot;\left(\begin{matrix}0\\&amp;#13;&amp;#10;-3\end{matrix}\right)&quot;&gt;&lt;mrow data-mjx-texclass=&quot;INNER&quot;&gt;&lt;mo data-mjx-texclass=&quot;OPEN&quot;&gt;(&lt;/mo&gt;&lt;mtable columnspacing=&quot;1em&quot; rowspacing=&quot;4pt&quot;&gt;&lt;mtr&gt;&lt;mtd&gt;&lt;mn&gt;0&lt;/mn&gt;&lt;/mtd&gt;&lt;/mtr&gt;&lt;mtr&gt;&lt;mtd&gt;&lt;mo&gt;−&lt;/mo&gt;&lt;mn&gt;3&lt;/mn&gt;&lt;/mtd&gt;&lt;/mtr&gt;&lt;/mtable&gt;&lt;mo data-mjx-texclass=&quot;CLOSE&quot;&gt;)&lt;/mo&gt;&lt;/mrow&gt;&lt;/math&gt;" title="the 2 by 1 column matrix 0 negative 3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917375" y="3843504"/>
            <a:ext cx="767740" cy="70509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46" name="Google Shape;946;p79"/>
          <p:cNvCxnSpPr/>
          <p:nvPr/>
        </p:nvCxnSpPr>
        <p:spPr>
          <a:xfrm>
            <a:off x="1621668" y="3239608"/>
            <a:ext cx="440700" cy="144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947" name="Google Shape;947;p79"/>
          <p:cNvCxnSpPr>
            <a:stCxn id="941" idx="3"/>
            <a:endCxn id="942" idx="1"/>
          </p:cNvCxnSpPr>
          <p:nvPr/>
        </p:nvCxnSpPr>
        <p:spPr>
          <a:xfrm flipH="1">
            <a:off x="844910" y="2324898"/>
            <a:ext cx="2752800" cy="914700"/>
          </a:xfrm>
          <a:prstGeom prst="bentConnector5">
            <a:avLst>
              <a:gd name="adj1" fmla="val -7995"/>
              <a:gd name="adj2" fmla="val 50000"/>
              <a:gd name="adj3" fmla="val 107993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948" name="Google Shape;948;p79"/>
          <p:cNvCxnSpPr>
            <a:stCxn id="944" idx="3"/>
            <a:endCxn id="945" idx="1"/>
          </p:cNvCxnSpPr>
          <p:nvPr/>
        </p:nvCxnSpPr>
        <p:spPr>
          <a:xfrm flipH="1">
            <a:off x="1917520" y="3239608"/>
            <a:ext cx="1973400" cy="956400"/>
          </a:xfrm>
          <a:prstGeom prst="bentConnector5">
            <a:avLst>
              <a:gd name="adj1" fmla="val -11151"/>
              <a:gd name="adj2" fmla="val 50003"/>
              <a:gd name="adj3" fmla="val 111147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949" name="Google Shape;949;p79"/>
          <p:cNvCxnSpPr>
            <a:endCxn id="944" idx="1"/>
          </p:cNvCxnSpPr>
          <p:nvPr/>
        </p:nvCxnSpPr>
        <p:spPr>
          <a:xfrm>
            <a:off x="2857751" y="3239608"/>
            <a:ext cx="4635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950" name="Google Shape;950;p79"/>
          <p:cNvCxnSpPr/>
          <p:nvPr/>
        </p:nvCxnSpPr>
        <p:spPr>
          <a:xfrm>
            <a:off x="1462849" y="2306538"/>
            <a:ext cx="4128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951" name="Google Shape;951;p79"/>
          <p:cNvCxnSpPr/>
          <p:nvPr/>
        </p:nvCxnSpPr>
        <p:spPr>
          <a:xfrm>
            <a:off x="2632637" y="2327881"/>
            <a:ext cx="4128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952" name="Google Shape;952;p79"/>
          <p:cNvSpPr txBox="1"/>
          <p:nvPr>
            <p:ph type="subTitle" idx="2"/>
          </p:nvPr>
        </p:nvSpPr>
        <p:spPr>
          <a:xfrm>
            <a:off x="1350550" y="1257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Translating a single point from a description</a:t>
            </a:r>
            <a:r>
              <a:rPr lang="en-GB" b="1"/>
              <a:t> </a:t>
            </a:r>
            <a:endParaRPr/>
          </a:p>
        </p:txBody>
      </p:sp>
    </p:spTree>
  </p:cSld>
  <p:clrMapOvr>
    <a:masterClrMapping/>
  </p:clrMapOvr>
  <p:transition/>
  <p:timing/>
</p:sld>
</file>

<file path=ppt/slides/slide1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56" name="Shape 956"/>
        <p:cNvGrpSpPr/>
        <p:nvPr/>
      </p:nvGrpSpPr>
      <p:grpSpPr>
        <a:xfrm>
          <a:off x="0" y="0"/>
          <a:ext cx="0" cy="0"/>
        </a:xfrm>
      </p:grpSpPr>
      <p:sp>
        <p:nvSpPr>
          <p:cNvPr id="957" name="Google Shape;957;p80"/>
          <p:cNvSpPr txBox="1"/>
          <p:nvPr>
            <p:ph type="body" idx="1"/>
          </p:nvPr>
        </p:nvSpPr>
        <p:spPr>
          <a:xfrm>
            <a:off x="324000" y="759300"/>
            <a:ext cx="70620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55600" algn="l" rtl="0">
              <a:spcBef>
                <a:spcPct val="0"/>
              </a:spcBef>
              <a:spcAft>
                <a:spcPct val="0"/>
              </a:spcAft>
              <a:buSzPts val="2000"/>
              <a:buAutoNum type="arabicParenR" startAt="3"/>
            </a:pPr>
            <a:r>
              <a:rPr lang="en-GB" sz="2000"/>
              <a:t>Investigate the total money you can collect using all of the vectors but in any order. </a:t>
            </a:r>
            <a:br>
              <a:rPr lang="en-GB" sz="2000"/>
            </a:br>
            <a:r>
              <a:rPr lang="en-GB" sz="2000"/>
              <a:t>Start on the star. </a:t>
            </a:r>
            <a:endParaRPr sz="20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2000"/>
          </a:p>
          <a:p>
            <a:pPr marL="91440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2000"/>
          </a:p>
          <a:p>
            <a:pPr marL="91440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2000"/>
              <a:t> </a:t>
            </a:r>
            <a:r>
              <a:rPr lang="en-GB" sz="2000">
                <a:solidFill>
                  <a:schemeClr val="lt1"/>
                </a:solidFill>
              </a:rPr>
              <a:t>.</a:t>
            </a:r>
            <a:endParaRPr sz="2000">
              <a:solidFill>
                <a:schemeClr val="lt1"/>
              </a:solidFill>
            </a:endParaRPr>
          </a:p>
          <a:p>
            <a:pPr marL="91440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br>
              <a:rPr lang="en-GB" sz="2000">
                <a:solidFill>
                  <a:schemeClr val="lt1"/>
                </a:solidFill>
              </a:rPr>
            </a:br>
            <a:endParaRPr sz="2000">
              <a:solidFill>
                <a:schemeClr val="lt1"/>
              </a:solidFill>
            </a:endParaRPr>
          </a:p>
        </p:txBody>
      </p:sp>
      <p:pic>
        <p:nvPicPr>
          <p:cNvPr id="958" name="Google Shape;958;p80" descr="&lt;math xmlns=&quot;http://www.w3.org/1998/Math/MathML&quot; data-is-equatio=&quot;1&quot; data-equatio-url=&quot;https://equatio-api.texthelp.com/desmos/get/25-09-2023/266759d6-421a-4908-baea-442132a1728d&quot; data-equatio-type=&quot;image&quot;&gt;&lt;mglyph src=&quot;https://equatio-api.texthelp.com/desmos/get/25-09-2023/266759d6-421a-4908-baea-442132a1728d&quot; alt=&quot;Equatio Image&quot;/&gt;&lt;/math&gt;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01238" y="1068525"/>
            <a:ext cx="3724075" cy="3724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9" name="Google Shape;959;p80" descr="&lt;math xmlns=&quot;http://www.w3.org/1998/Math/MathML&quot; display=&quot;block&quot; data-is-equatio=&quot;1&quot; data-latex=&quot;\left(\begin{matrix}2\\&amp;#13;&amp;#10;2\end{matrix}\right)&quot;&gt;&lt;mrow data-mjx-texclass=&quot;INNER&quot;&gt;&lt;mo data-mjx-texclass=&quot;OPEN&quot;&gt;(&lt;/mo&gt;&lt;mtable columnspacing=&quot;1em&quot; rowspacing=&quot;4pt&quot;&gt;&lt;mtr&gt;&lt;mtd&gt;&lt;mn&gt;2&lt;/mn&gt;&lt;/mtd&gt;&lt;/mtr&gt;&lt;mtr&gt;&lt;mtd&gt;&lt;mn&gt;2&lt;/mn&gt;&lt;/mtd&gt;&lt;/mtr&gt;&lt;/mtable&gt;&lt;mo data-mjx-texclass=&quot;CLOSE&quot;&gt;)&lt;/mo&gt;&lt;/mrow&gt;&lt;/math&gt;" title="the 2 by 1 column matrix 2 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4272" y="2239113"/>
            <a:ext cx="529978" cy="665322"/>
          </a:xfrm>
          <a:prstGeom prst="rect">
            <a:avLst/>
          </a:prstGeom>
          <a:noFill/>
          <a:ln>
            <a:noFill/>
          </a:ln>
        </p:spPr>
      </p:pic>
      <p:pic>
        <p:nvPicPr>
          <p:cNvPr id="960" name="Google Shape;960;p80" descr="&lt;math xmlns=&quot;http://www.w3.org/1998/Math/MathML&quot; display=&quot;block&quot; data-is-equatio=&quot;1&quot; data-latex=&quot;\left(\begin{matrix}2\\&amp;#13;&amp;#10;-1\end{matrix}\right)&quot;&gt;&lt;mrow data-mjx-texclass=&quot;INNER&quot;&gt;&lt;mo data-mjx-texclass=&quot;OPEN&quot;&gt;(&lt;/mo&gt;&lt;mtable columnspacing=&quot;1em&quot; rowspacing=&quot;4pt&quot;&gt;&lt;mtr&gt;&lt;mtd&gt;&lt;mn&gt;2&lt;/mn&gt;&lt;/mtd&gt;&lt;/mtr&gt;&lt;mtr&gt;&lt;mtd&gt;&lt;mo&gt;−&lt;/mo&gt;&lt;mn&gt;1&lt;/mn&gt;&lt;/mtd&gt;&lt;/mtr&gt;&lt;/mtable&gt;&lt;mo data-mjx-texclass=&quot;CLOSE&quot;&gt;)&lt;/mo&gt;&lt;/mrow&gt;&lt;/math&gt;" title="the 2 by 1 column matrix 2 negative 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40451" y="2239113"/>
            <a:ext cx="714247" cy="665322"/>
          </a:xfrm>
          <a:prstGeom prst="rect">
            <a:avLst/>
          </a:prstGeom>
          <a:noFill/>
          <a:ln>
            <a:noFill/>
          </a:ln>
        </p:spPr>
      </p:pic>
      <p:pic>
        <p:nvPicPr>
          <p:cNvPr id="961" name="Google Shape;961;p80" descr="&lt;math xmlns=&quot;http://www.w3.org/1998/Math/MathML&quot; display=&quot;block&quot; data-is-equatio=&quot;1&quot; data-latex=&quot;\left(\begin{matrix}4\\&amp;#13;&amp;#10;7\end{matrix}\right)&quot;&gt;&lt;mrow data-mjx-texclass=&quot;INNER&quot;&gt;&lt;mo data-mjx-texclass=&quot;OPEN&quot;&gt;(&lt;/mo&gt;&lt;mtable columnspacing=&quot;1em&quot; rowspacing=&quot;4pt&quot;&gt;&lt;mtr&gt;&lt;mtd&gt;&lt;mn&gt;4&lt;/mn&gt;&lt;/mtd&gt;&lt;/mtr&gt;&lt;mtr&gt;&lt;mtd&gt;&lt;mn&gt;7&lt;/mn&gt;&lt;/mtd&gt;&lt;/mtr&gt;&lt;/mtable&gt;&lt;mo data-mjx-texclass=&quot;CLOSE&quot;&gt;)&lt;/mo&gt;&lt;/mrow&gt;&lt;/math&gt;" title="the 2 by 1 column matrix 4 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839629" y="2239113"/>
            <a:ext cx="529977" cy="665322"/>
          </a:xfrm>
          <a:prstGeom prst="rect">
            <a:avLst/>
          </a:prstGeom>
          <a:noFill/>
          <a:ln>
            <a:noFill/>
          </a:ln>
        </p:spPr>
      </p:pic>
      <p:pic>
        <p:nvPicPr>
          <p:cNvPr id="962" name="Google Shape;962;p80" descr="&lt;math xmlns=&quot;http://www.w3.org/1998/Math/MathML&quot; display=&quot;block&quot; data-is-equatio=&quot;1&quot; data-latex=&quot;\left(\begin{matrix}-3\\&amp;#13;&amp;#10;-1\end{matrix}\right)&quot;&gt;&lt;mrow data-mjx-texclass=&quot;INNER&quot;&gt;&lt;mo data-mjx-texclass=&quot;OPEN&quot;&gt;(&lt;/mo&gt;&lt;mtable columnspacing=&quot;1em&quot; rowspacing=&quot;4pt&quot;&gt;&lt;mtr&gt;&lt;mtd&gt;&lt;mo&gt;−&lt;/mo&gt;&lt;mn&gt;3&lt;/mn&gt;&lt;/mtd&gt;&lt;/mtr&gt;&lt;mtr&gt;&lt;mtd&gt;&lt;mo&gt;−&lt;/mo&gt;&lt;mn&gt;1&lt;/mn&gt;&lt;/mtd&gt;&lt;/mtr&gt;&lt;/mtable&gt;&lt;mo data-mjx-texclass=&quot;CLOSE&quot;&gt;)&lt;/mo&gt;&lt;/mrow&gt;&lt;/math&gt;" title="the 2 by 1 column matrix negative 3 negative 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321450" y="3398100"/>
            <a:ext cx="714247" cy="665322"/>
          </a:xfrm>
          <a:prstGeom prst="rect">
            <a:avLst/>
          </a:prstGeom>
          <a:noFill/>
          <a:ln>
            <a:noFill/>
          </a:ln>
        </p:spPr>
      </p:pic>
      <p:pic>
        <p:nvPicPr>
          <p:cNvPr id="963" name="Google Shape;963;p80" descr="&lt;math xmlns=&quot;http://www.w3.org/1998/Math/MathML&quot; display=&quot;block&quot; data-is-equatio=&quot;1&quot; data-latex=&quot;\left(\begin{matrix}-2\\&amp;#13;&amp;#10;1\end{matrix}\right)&quot;&gt;&lt;mrow data-mjx-texclass=&quot;INNER&quot;&gt;&lt;mo data-mjx-texclass=&quot;OPEN&quot;&gt;(&lt;/mo&gt;&lt;mtable columnspacing=&quot;1em&quot; rowspacing=&quot;4pt&quot;&gt;&lt;mtr&gt;&lt;mtd&gt;&lt;mo&gt;−&lt;/mo&gt;&lt;mn&gt;2&lt;/mn&gt;&lt;/mtd&gt;&lt;/mtr&gt;&lt;mtr&gt;&lt;mtd&gt;&lt;mn&gt;1&lt;/mn&gt;&lt;/mtd&gt;&lt;/mtr&gt;&lt;/mtable&gt;&lt;mo data-mjx-texclass=&quot;CLOSE&quot;&gt;)&lt;/mo&gt;&lt;/mrow&gt;&lt;/math&gt;" title="the 2 by 1 column matrix negative 2 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747385" y="2239075"/>
            <a:ext cx="714247" cy="665322"/>
          </a:xfrm>
          <a:prstGeom prst="rect">
            <a:avLst/>
          </a:prstGeom>
          <a:noFill/>
          <a:ln>
            <a:noFill/>
          </a:ln>
        </p:spPr>
      </p:pic>
      <p:pic>
        <p:nvPicPr>
          <p:cNvPr id="964" name="Google Shape;964;p80" descr="&lt;math xmlns=&quot;http://www.w3.org/1998/Math/MathML&quot; display=&quot;block&quot; data-is-equatio=&quot;1&quot; data-latex=&quot;\left(\begin{matrix}4\\&amp;#13;&amp;#10;0\end{matrix}\right)&quot;&gt;&lt;mrow data-mjx-texclass=&quot;INNER&quot;&gt;&lt;mo data-mjx-texclass=&quot;OPEN&quot;&gt;(&lt;/mo&gt;&lt;mtable columnspacing=&quot;1em&quot; rowspacing=&quot;4pt&quot;&gt;&lt;mtr&gt;&lt;mtd&gt;&lt;mn&gt;4&lt;/mn&gt;&lt;/mtd&gt;&lt;/mtr&gt;&lt;mtr&gt;&lt;mtd&gt;&lt;mn&gt;0&lt;/mn&gt;&lt;/mtd&gt;&lt;/mtr&gt;&lt;/mtable&gt;&lt;mo data-mjx-texclass=&quot;CLOSE&quot;&gt;)&lt;/mo&gt;&lt;/mrow&gt;&lt;/math&gt;" title="the 2 by 1 column matrix 4 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284260" y="3398100"/>
            <a:ext cx="529977" cy="665322"/>
          </a:xfrm>
          <a:prstGeom prst="rect">
            <a:avLst/>
          </a:prstGeom>
          <a:noFill/>
          <a:ln>
            <a:noFill/>
          </a:ln>
        </p:spPr>
      </p:pic>
      <p:pic>
        <p:nvPicPr>
          <p:cNvPr id="965" name="Google Shape;965;p80" descr="&lt;math xmlns=&quot;http://www.w3.org/1998/Math/MathML&quot; display=&quot;block&quot; data-is-equatio=&quot;1&quot; data-latex=&quot;\left(\begin{matrix}0\\&amp;#13;&amp;#10;-3\end{matrix}\right)&quot;&gt;&lt;mrow data-mjx-texclass=&quot;INNER&quot;&gt;&lt;mo data-mjx-texclass=&quot;OPEN&quot;&gt;(&lt;/mo&gt;&lt;mtable columnspacing=&quot;1em&quot; rowspacing=&quot;4pt&quot;&gt;&lt;mtr&gt;&lt;mtd&gt;&lt;mn&gt;0&lt;/mn&gt;&lt;/mtd&gt;&lt;/mtr&gt;&lt;mtr&gt;&lt;mtd&gt;&lt;mo&gt;−&lt;/mo&gt;&lt;mn&gt;3&lt;/mn&gt;&lt;/mtd&gt;&lt;/mtr&gt;&lt;/mtable&gt;&lt;mo data-mjx-texclass=&quot;CLOSE&quot;&gt;)&lt;/mo&gt;&lt;/mrow&gt;&lt;/math&gt;" title="the 2 by 1 column matrix 0 negative 3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480290" y="3398079"/>
            <a:ext cx="714247" cy="665322"/>
          </a:xfrm>
          <a:prstGeom prst="rect">
            <a:avLst/>
          </a:prstGeom>
          <a:noFill/>
          <a:ln>
            <a:noFill/>
          </a:ln>
        </p:spPr>
      </p:pic>
      <p:sp>
        <p:nvSpPr>
          <p:cNvPr id="966" name="Google Shape;966;p80"/>
          <p:cNvSpPr txBox="1"/>
          <p:nvPr/>
        </p:nvSpPr>
        <p:spPr>
          <a:xfrm>
            <a:off x="480775" y="3800400"/>
            <a:ext cx="43956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67" name="Google Shape;967;p80"/>
          <p:cNvSpPr txBox="1"/>
          <p:nvPr/>
        </p:nvSpPr>
        <p:spPr>
          <a:xfrm>
            <a:off x="324000" y="2340875"/>
            <a:ext cx="530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A=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8" name="Google Shape;968;p80"/>
          <p:cNvSpPr txBox="1"/>
          <p:nvPr/>
        </p:nvSpPr>
        <p:spPr>
          <a:xfrm>
            <a:off x="1224275" y="2340913"/>
            <a:ext cx="530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B=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9" name="Google Shape;969;p80"/>
          <p:cNvSpPr txBox="1"/>
          <p:nvPr/>
        </p:nvSpPr>
        <p:spPr>
          <a:xfrm>
            <a:off x="2354700" y="2340875"/>
            <a:ext cx="530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C=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0" name="Google Shape;970;p80"/>
          <p:cNvSpPr txBox="1"/>
          <p:nvPr/>
        </p:nvSpPr>
        <p:spPr>
          <a:xfrm>
            <a:off x="3323650" y="2340863"/>
            <a:ext cx="530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D=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1" name="Google Shape;971;p80"/>
          <p:cNvSpPr txBox="1"/>
          <p:nvPr/>
        </p:nvSpPr>
        <p:spPr>
          <a:xfrm>
            <a:off x="896575" y="3499913"/>
            <a:ext cx="530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E=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2" name="Google Shape;972;p80"/>
          <p:cNvSpPr txBox="1"/>
          <p:nvPr/>
        </p:nvSpPr>
        <p:spPr>
          <a:xfrm>
            <a:off x="1911300" y="3499913"/>
            <a:ext cx="530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F=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3" name="Google Shape;973;p80"/>
          <p:cNvSpPr txBox="1"/>
          <p:nvPr/>
        </p:nvSpPr>
        <p:spPr>
          <a:xfrm>
            <a:off x="3081375" y="3499900"/>
            <a:ext cx="530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G=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4" name="Google Shape;974;p80"/>
          <p:cNvSpPr txBox="1"/>
          <p:nvPr>
            <p:ph type="subTitle" idx="2"/>
          </p:nvPr>
        </p:nvSpPr>
        <p:spPr>
          <a:xfrm>
            <a:off x="1350550" y="1257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Translating a single point from a description</a:t>
            </a:r>
            <a:r>
              <a:rPr lang="en-GB" b="1"/>
              <a:t> </a:t>
            </a:r>
            <a:endParaRPr/>
          </a:p>
        </p:txBody>
      </p:sp>
    </p:spTree>
  </p:cSld>
  <p:clrMapOvr>
    <a:masterClrMapping/>
  </p:clrMapOvr>
  <p:transition/>
  <p:timing/>
</p:sld>
</file>

<file path=ppt/slides/slide1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78" name="Shape 978"/>
        <p:cNvGrpSpPr/>
        <p:nvPr/>
      </p:nvGrpSpPr>
      <p:grpSpPr>
        <a:xfrm>
          <a:off x="0" y="0"/>
          <a:ext cx="0" cy="0"/>
        </a:xfrm>
      </p:grpSpPr>
      <p:pic>
        <p:nvPicPr>
          <p:cNvPr id="979" name="Google Shape;979;p81" descr="&lt;math xmlns=&quot;http://www.w3.org/1998/Math/MathML&quot; data-is-equatio=&quot;1&quot; data-equatio-url=&quot;https://equatio-api.texthelp.com/desmos/get/25-09-2023/7412ff76-4147-4188-a32f-15ec821c79bc&quot; data-equatio-type=&quot;image&quot;&gt;&lt;mglyph src=&quot;https://equatio-api.texthelp.com/desmos/get/25-09-2023/7412ff76-4147-4188-a32f-15ec821c79bc&quot; alt=&quot;Equatio Image&quot;/&gt;&lt;/math&gt;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13000" y="2080375"/>
            <a:ext cx="2704575" cy="2704575"/>
          </a:xfrm>
          <a:prstGeom prst="rect">
            <a:avLst/>
          </a:prstGeom>
          <a:noFill/>
          <a:ln>
            <a:noFill/>
          </a:ln>
        </p:spPr>
      </p:pic>
      <p:sp>
        <p:nvSpPr>
          <p:cNvPr id="980" name="Google Shape;980;p81"/>
          <p:cNvSpPr txBox="1"/>
          <p:nvPr/>
        </p:nvSpPr>
        <p:spPr>
          <a:xfrm>
            <a:off x="4618012" y="3342606"/>
            <a:ext cx="320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1" name="Google Shape;981;p81"/>
          <p:cNvSpPr txBox="1"/>
          <p:nvPr/>
        </p:nvSpPr>
        <p:spPr>
          <a:xfrm flipH="1">
            <a:off x="4784763" y="2918887"/>
            <a:ext cx="3204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700">
                <a:latin typeface="Lexend"/>
                <a:ea typeface="Lexend"/>
                <a:cs typeface="Lexend"/>
                <a:sym typeface="Lexend"/>
              </a:rPr>
              <a:t>x</a:t>
            </a:r>
            <a:endParaRPr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2" name="Google Shape;982;p81"/>
          <p:cNvSpPr txBox="1"/>
          <p:nvPr/>
        </p:nvSpPr>
        <p:spPr>
          <a:xfrm flipH="1">
            <a:off x="3977088" y="2652243"/>
            <a:ext cx="3204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700">
                <a:latin typeface="Lexend"/>
                <a:ea typeface="Lexend"/>
                <a:cs typeface="Lexend"/>
                <a:sym typeface="Lexend"/>
              </a:rPr>
              <a:t>x</a:t>
            </a:r>
            <a:endParaRPr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3" name="Google Shape;983;p81"/>
          <p:cNvSpPr txBox="1"/>
          <p:nvPr/>
        </p:nvSpPr>
        <p:spPr>
          <a:xfrm flipH="1">
            <a:off x="4243958" y="4267706"/>
            <a:ext cx="3204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700">
                <a:latin typeface="Lexend"/>
                <a:ea typeface="Lexend"/>
                <a:cs typeface="Lexend"/>
                <a:sym typeface="Lexend"/>
              </a:rPr>
              <a:t>x</a:t>
            </a:r>
            <a:endParaRPr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4" name="Google Shape;984;p81"/>
          <p:cNvSpPr txBox="1"/>
          <p:nvPr/>
        </p:nvSpPr>
        <p:spPr>
          <a:xfrm flipH="1">
            <a:off x="5318389" y="4001176"/>
            <a:ext cx="3204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700">
                <a:latin typeface="Lexend"/>
                <a:ea typeface="Lexend"/>
                <a:cs typeface="Lexend"/>
                <a:sym typeface="Lexend"/>
              </a:rPr>
              <a:t>x</a:t>
            </a:r>
            <a:endParaRPr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5" name="Google Shape;985;p81"/>
          <p:cNvSpPr txBox="1"/>
          <p:nvPr/>
        </p:nvSpPr>
        <p:spPr>
          <a:xfrm>
            <a:off x="4899013" y="2763475"/>
            <a:ext cx="3204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86" name="Google Shape;986;p81"/>
          <p:cNvSpPr txBox="1"/>
          <p:nvPr/>
        </p:nvSpPr>
        <p:spPr>
          <a:xfrm>
            <a:off x="4137013" y="2534875"/>
            <a:ext cx="3204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b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87" name="Google Shape;987;p81"/>
          <p:cNvSpPr txBox="1"/>
          <p:nvPr/>
        </p:nvSpPr>
        <p:spPr>
          <a:xfrm>
            <a:off x="4365613" y="4135075"/>
            <a:ext cx="3204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c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88" name="Google Shape;988;p81"/>
          <p:cNvSpPr txBox="1"/>
          <p:nvPr/>
        </p:nvSpPr>
        <p:spPr>
          <a:xfrm>
            <a:off x="5432413" y="3853056"/>
            <a:ext cx="3204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d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89" name="Google Shape;989;p81"/>
          <p:cNvSpPr txBox="1"/>
          <p:nvPr>
            <p:ph type="body" idx="1"/>
          </p:nvPr>
        </p:nvSpPr>
        <p:spPr>
          <a:xfrm>
            <a:off x="324000" y="759300"/>
            <a:ext cx="7062000" cy="132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1) Mark the image of point L after the following translations:</a:t>
            </a:r>
            <a:endParaRPr/>
          </a:p>
          <a:p>
            <a:pPr marL="45720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/>
          </a:p>
          <a:p>
            <a:pPr marL="91440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/>
          </a:p>
          <a:p>
            <a:pPr marL="91440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/>
              <a:t> </a:t>
            </a:r>
            <a:r>
              <a:rPr lang="en-GB">
                <a:solidFill>
                  <a:schemeClr val="lt1"/>
                </a:solidFill>
              </a:rPr>
              <a:t>.</a:t>
            </a:r>
            <a:endParaRPr>
              <a:solidFill>
                <a:schemeClr val="lt1"/>
              </a:solidFill>
            </a:endParaRPr>
          </a:p>
          <a:p>
            <a:pPr marL="91440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br>
              <a:rPr lang="en-GB">
                <a:solidFill>
                  <a:schemeClr val="lt1"/>
                </a:solidFill>
              </a:rPr>
            </a:br>
            <a:endParaRPr>
              <a:solidFill>
                <a:schemeClr val="lt1"/>
              </a:solidFill>
            </a:endParaRPr>
          </a:p>
        </p:txBody>
      </p:sp>
      <p:pic>
        <p:nvPicPr>
          <p:cNvPr id="990" name="Google Shape;990;p81" descr="&lt;math xmlns=&quot;http://www.w3.org/1998/Math/MathML&quot; display=&quot;block&quot; data-is-equatio=&quot;1&quot; data-latex=&quot;\left(\begin{matrix}-2\\&amp;#13;&amp;#10;3\end{matrix}\right)&quot;&gt;&lt;mrow data-mjx-texclass=&quot;INNER&quot;&gt;&lt;mo data-mjx-texclass=&quot;OPEN&quot;&gt;(&lt;/mo&gt;&lt;mtable columnspacing=&quot;1em&quot; rowspacing=&quot;4pt&quot;&gt;&lt;mtr&gt;&lt;mtd&gt;&lt;mo&gt;−&lt;/mo&gt;&lt;mn&gt;2&lt;/mn&gt;&lt;/mtd&gt;&lt;/mtr&gt;&lt;mtr&gt;&lt;mtd&gt;&lt;mn&gt;3&lt;/mn&gt;&lt;/mtd&gt;&lt;/mtr&gt;&lt;/mtable&gt;&lt;mo data-mjx-texclass=&quot;CLOSE&quot;&gt;)&lt;/mo&gt;&lt;/mrow&gt;&lt;/math&gt;" title="the 2 by 1 column matrix negative 2 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51650" y="1477200"/>
            <a:ext cx="617950" cy="603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1" name="Google Shape;991;p81" descr="&lt;math xmlns=&quot;http://www.w3.org/1998/Math/MathML&quot; display=&quot;block&quot; data-is-equatio=&quot;1&quot; data-latex=&quot;\left(\begin{matrix}-1\\&amp;#13;&amp;#10;-3\end{matrix}\right)&quot;&gt;&lt;mrow data-mjx-texclass=&quot;INNER&quot;&gt;&lt;mo data-mjx-texclass=&quot;OPEN&quot;&gt;(&lt;/mo&gt;&lt;mtable columnspacing=&quot;1em&quot; rowspacing=&quot;4pt&quot;&gt;&lt;mtr&gt;&lt;mtd&gt;&lt;mo&gt;−&lt;/mo&gt;&lt;mn&gt;1&lt;/mn&gt;&lt;/mtd&gt;&lt;/mtr&gt;&lt;mtr&gt;&lt;mtd&gt;&lt;mo&gt;−&lt;/mo&gt;&lt;mn&gt;3&lt;/mn&gt;&lt;/mtd&gt;&lt;/mtr&gt;&lt;/mtable&gt;&lt;mo data-mjx-texclass=&quot;CLOSE&quot;&gt;)&lt;/mo&gt;&lt;/mrow&gt;&lt;/math&gt;" title="the 2 by 1 column matrix negative 1 negative 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36628" y="1477200"/>
            <a:ext cx="551975" cy="603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2" name="Google Shape;992;p81" descr="&lt;math xmlns=&quot;http://www.w3.org/1998/Math/MathML&quot; display=&quot;block&quot; data-is-equatio=&quot;1&quot; data-latex=&quot;\left(\begin{matrix}3\\&amp;#13;&amp;#10;-2\end{matrix}\right)&quot;&gt;&lt;mrow data-mjx-texclass=&quot;INNER&quot;&gt;&lt;mo data-mjx-texclass=&quot;OPEN&quot;&gt;(&lt;/mo&gt;&lt;mtable columnspacing=&quot;1em&quot; rowspacing=&quot;4pt&quot;&gt;&lt;mtr&gt;&lt;mtd&gt;&lt;mn&gt;3&lt;/mn&gt;&lt;/mtd&gt;&lt;/mtr&gt;&lt;mtr&gt;&lt;mtd&gt;&lt;mo&gt;−&lt;/mo&gt;&lt;mn&gt;2&lt;/mn&gt;&lt;/mtd&gt;&lt;/mtr&gt;&lt;/mtable&gt;&lt;mo data-mjx-texclass=&quot;CLOSE&quot;&gt;)&lt;/mo&gt;&lt;/mrow&gt;&lt;/math&gt;" title="the 2 by 1 column matrix 3 negative 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06525" y="1477200"/>
            <a:ext cx="617950" cy="603175"/>
          </a:xfrm>
          <a:prstGeom prst="rect">
            <a:avLst/>
          </a:prstGeom>
          <a:noFill/>
          <a:ln>
            <a:noFill/>
          </a:ln>
        </p:spPr>
      </p:pic>
      <p:sp>
        <p:nvSpPr>
          <p:cNvPr id="993" name="Google Shape;993;p81"/>
          <p:cNvSpPr txBox="1"/>
          <p:nvPr/>
        </p:nvSpPr>
        <p:spPr>
          <a:xfrm>
            <a:off x="2377043" y="1358394"/>
            <a:ext cx="465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b)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4" name="Google Shape;994;p81"/>
          <p:cNvSpPr txBox="1"/>
          <p:nvPr/>
        </p:nvSpPr>
        <p:spPr>
          <a:xfrm>
            <a:off x="4368568" y="1358394"/>
            <a:ext cx="465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c)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5" name="Google Shape;995;p81"/>
          <p:cNvSpPr txBox="1"/>
          <p:nvPr/>
        </p:nvSpPr>
        <p:spPr>
          <a:xfrm>
            <a:off x="6184593" y="1358394"/>
            <a:ext cx="465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d)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6" name="Google Shape;996;p81"/>
          <p:cNvSpPr txBox="1"/>
          <p:nvPr/>
        </p:nvSpPr>
        <p:spPr>
          <a:xfrm>
            <a:off x="637093" y="1358394"/>
            <a:ext cx="465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a)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7" name="Google Shape;997;p81"/>
          <p:cNvSpPr txBox="1"/>
          <p:nvPr>
            <p:ph type="subTitle" idx="2"/>
          </p:nvPr>
        </p:nvSpPr>
        <p:spPr>
          <a:xfrm>
            <a:off x="1350550" y="1257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Translating a single point from a description</a:t>
            </a:r>
            <a:r>
              <a:rPr lang="en-GB" b="1"/>
              <a:t> </a:t>
            </a:r>
            <a:endParaRPr/>
          </a:p>
        </p:txBody>
      </p:sp>
      <p:pic>
        <p:nvPicPr>
          <p:cNvPr id="998" name="Google Shape;998;p81" descr="&lt;math xmlns=&quot;http://www.w3.org/1998/Math/MathML&quot; display=&quot;block&quot; data-is-equatio=&quot;1&quot; data-latex=&quot;\left(\begin{matrix}1\\&amp;#13;&amp;#10;2\end{matrix}\right)&quot;&gt;&lt;mrow data-mjx-texclass=&quot;INNER&quot;&gt;&lt;mo data-mjx-texclass=&quot;OPEN&quot;&gt;(&lt;/mo&gt;&lt;mtable columnspacing=&quot;1em&quot; rowspacing=&quot;4pt&quot;&gt;&lt;mtr&gt;&lt;mtd&gt;&lt;mn&gt;1&lt;/mn&gt;&lt;/mtd&gt;&lt;/mtr&gt;&lt;mtr&gt;&lt;mtd&gt;&lt;mn&gt;2&lt;/mn&gt;&lt;/mtd&gt;&lt;/mtr&gt;&lt;/mtable&gt;&lt;mo data-mjx-texclass=&quot;CLOSE&quot;&gt;)&lt;/mo&gt;&lt;/mrow&gt;&lt;/math&gt;" title="the 2 by 1 column matrix 1 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20900" y="1477200"/>
            <a:ext cx="551967" cy="60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1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02" name="Shape 1002"/>
        <p:cNvGrpSpPr/>
        <p:nvPr/>
      </p:nvGrpSpPr>
      <p:grpSpPr>
        <a:xfrm>
          <a:off x="0" y="0"/>
          <a:ext cx="0" cy="0"/>
        </a:xfrm>
      </p:grpSpPr>
      <p:sp>
        <p:nvSpPr>
          <p:cNvPr id="1003" name="Google Shape;1003;p82"/>
          <p:cNvSpPr txBox="1"/>
          <p:nvPr>
            <p:ph type="body" idx="1"/>
          </p:nvPr>
        </p:nvSpPr>
        <p:spPr>
          <a:xfrm>
            <a:off x="324000" y="759300"/>
            <a:ext cx="7053000" cy="98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55600" algn="l" rtl="0">
              <a:spcBef>
                <a:spcPct val="0"/>
              </a:spcBef>
              <a:spcAft>
                <a:spcPct val="0"/>
              </a:spcAft>
              <a:buSzPts val="2000"/>
              <a:buAutoNum type="arabicParenR" startAt="2"/>
            </a:pPr>
            <a:r>
              <a:rPr lang="en-GB" sz="2000"/>
              <a:t>Work out the total money collected when following this vector trail. </a:t>
            </a:r>
            <a:endParaRPr sz="2000"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/>
              <a:t>       Start on the star.</a:t>
            </a:r>
            <a:endParaRPr sz="2000"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2000"/>
          </a:p>
          <a:p>
            <a:pPr marL="91440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2000"/>
          </a:p>
          <a:p>
            <a:pPr marL="91440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2000"/>
              <a:t> </a:t>
            </a:r>
            <a:r>
              <a:rPr lang="en-GB" sz="2000">
                <a:solidFill>
                  <a:schemeClr val="lt1"/>
                </a:solidFill>
              </a:rPr>
              <a:t>.</a:t>
            </a:r>
            <a:endParaRPr sz="2000">
              <a:solidFill>
                <a:schemeClr val="lt1"/>
              </a:solidFill>
            </a:endParaRPr>
          </a:p>
          <a:p>
            <a:pPr marL="91440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br>
              <a:rPr lang="en-GB" sz="2000">
                <a:solidFill>
                  <a:schemeClr val="lt1"/>
                </a:solidFill>
              </a:rPr>
            </a:br>
            <a:endParaRPr sz="2000">
              <a:solidFill>
                <a:schemeClr val="lt1"/>
              </a:solidFill>
            </a:endParaRPr>
          </a:p>
        </p:txBody>
      </p:sp>
      <p:pic>
        <p:nvPicPr>
          <p:cNvPr id="1004" name="Google Shape;1004;p82" descr="&lt;math xmlns=&quot;http://www.w3.org/1998/Math/MathML&quot; data-is-equatio=&quot;1&quot; data-equatio-url=&quot;https://equatio-api.texthelp.com/desmos/get/25-09-2023/266759d6-421a-4908-baea-442132a1728d&quot; data-equatio-type=&quot;image&quot;&gt;&lt;mglyph src=&quot;https://equatio-api.texthelp.com/desmos/get/25-09-2023/266759d6-421a-4908-baea-442132a1728d&quot; alt=&quot;Equatio Image&quot;/&gt;&lt;/math&gt;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01238" y="1068525"/>
            <a:ext cx="3724075" cy="3724075"/>
          </a:xfrm>
          <a:prstGeom prst="rect">
            <a:avLst/>
          </a:prstGeom>
          <a:noFill/>
          <a:ln>
            <a:noFill/>
          </a:ln>
        </p:spPr>
      </p:pic>
      <p:sp>
        <p:nvSpPr>
          <p:cNvPr id="1005" name="Google Shape;1005;p82"/>
          <p:cNvSpPr/>
          <p:nvPr/>
        </p:nvSpPr>
        <p:spPr>
          <a:xfrm>
            <a:off x="5441125" y="3663150"/>
            <a:ext cx="404400" cy="389100"/>
          </a:xfrm>
          <a:prstGeom prst="rect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06" name="Google Shape;1006;p82"/>
          <p:cNvSpPr/>
          <p:nvPr/>
        </p:nvSpPr>
        <p:spPr>
          <a:xfrm>
            <a:off x="6181125" y="4049250"/>
            <a:ext cx="404400" cy="389100"/>
          </a:xfrm>
          <a:prstGeom prst="rect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07" name="Google Shape;1007;p82"/>
          <p:cNvSpPr/>
          <p:nvPr/>
        </p:nvSpPr>
        <p:spPr>
          <a:xfrm>
            <a:off x="7646125" y="1446725"/>
            <a:ext cx="404400" cy="389100"/>
          </a:xfrm>
          <a:prstGeom prst="rect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08" name="Google Shape;1008;p82"/>
          <p:cNvSpPr/>
          <p:nvPr/>
        </p:nvSpPr>
        <p:spPr>
          <a:xfrm>
            <a:off x="6546975" y="1805175"/>
            <a:ext cx="404400" cy="389100"/>
          </a:xfrm>
          <a:prstGeom prst="rect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09" name="Google Shape;1009;p82"/>
          <p:cNvSpPr/>
          <p:nvPr/>
        </p:nvSpPr>
        <p:spPr>
          <a:xfrm>
            <a:off x="5814150" y="1446725"/>
            <a:ext cx="404400" cy="389100"/>
          </a:xfrm>
          <a:prstGeom prst="rect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10" name="Google Shape;1010;p82"/>
          <p:cNvSpPr/>
          <p:nvPr/>
        </p:nvSpPr>
        <p:spPr>
          <a:xfrm>
            <a:off x="7279800" y="1446725"/>
            <a:ext cx="404400" cy="389100"/>
          </a:xfrm>
          <a:prstGeom prst="rect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11" name="Google Shape;1011;p82"/>
          <p:cNvSpPr/>
          <p:nvPr/>
        </p:nvSpPr>
        <p:spPr>
          <a:xfrm>
            <a:off x="7279800" y="2545400"/>
            <a:ext cx="404400" cy="389100"/>
          </a:xfrm>
          <a:prstGeom prst="rect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12" name="Google Shape;1012;p82"/>
          <p:cNvSpPr txBox="1"/>
          <p:nvPr/>
        </p:nvSpPr>
        <p:spPr>
          <a:xfrm>
            <a:off x="3445525" y="4292925"/>
            <a:ext cx="43956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£1.33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13" name="Google Shape;1013;p82"/>
          <p:cNvSpPr txBox="1"/>
          <p:nvPr>
            <p:ph type="subTitle" idx="2"/>
          </p:nvPr>
        </p:nvSpPr>
        <p:spPr>
          <a:xfrm>
            <a:off x="1350550" y="1257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Translating a single point from a description</a:t>
            </a:r>
            <a:r>
              <a:rPr lang="en-GB" b="1"/>
              <a:t> </a:t>
            </a:r>
            <a:endParaRPr/>
          </a:p>
        </p:txBody>
      </p:sp>
      <p:pic>
        <p:nvPicPr>
          <p:cNvPr id="1014" name="Google Shape;1014;p82" descr="&lt;math xmlns=&quot;http://www.w3.org/1998/Math/MathML&quot; display=&quot;block&quot; data-is-equatio=&quot;1&quot; data-latex=&quot;\left(\begin{matrix}2\\&amp;#13;&amp;#10;2\end{matrix}\right)&quot;&gt;&lt;mrow data-mjx-texclass=&quot;INNER&quot;&gt;&lt;mo data-mjx-texclass=&quot;OPEN&quot;&gt;(&lt;/mo&gt;&lt;mtable columnspacing=&quot;1em&quot; rowspacing=&quot;4pt&quot;&gt;&lt;mtr&gt;&lt;mtd&gt;&lt;mn&gt;2&lt;/mn&gt;&lt;/mtd&gt;&lt;/mtr&gt;&lt;mtr&gt;&lt;mtd&gt;&lt;mn&gt;2&lt;/mn&gt;&lt;/mtd&gt;&lt;/mtr&gt;&lt;/mtable&gt;&lt;mo data-mjx-texclass=&quot;CLOSE&quot;&gt;)&lt;/mo&gt;&lt;/mrow&gt;&lt;/math&gt;" title="the 2 by 1 column matrix 2 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84355" y="1972350"/>
            <a:ext cx="569670" cy="705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5" name="Google Shape;1015;p82" descr="&lt;math xmlns=&quot;http://www.w3.org/1998/Math/MathML&quot; display=&quot;block&quot; data-is-equatio=&quot;1&quot; data-latex=&quot;\left(\begin{matrix}2\\&amp;#13;&amp;#10;-1\end{matrix}\right)&quot;&gt;&lt;mrow data-mjx-texclass=&quot;INNER&quot;&gt;&lt;mo data-mjx-texclass=&quot;OPEN&quot;&gt;(&lt;/mo&gt;&lt;mtable columnspacing=&quot;1em&quot; rowspacing=&quot;4pt&quot;&gt;&lt;mtr&gt;&lt;mtd&gt;&lt;mn&gt;2&lt;/mn&gt;&lt;/mtd&gt;&lt;/mtr&gt;&lt;mtr&gt;&lt;mtd&gt;&lt;mo&gt;−&lt;/mo&gt;&lt;mn&gt;1&lt;/mn&gt;&lt;/mtd&gt;&lt;/mtr&gt;&lt;/mtable&gt;&lt;mo data-mjx-texclass=&quot;CLOSE&quot;&gt;)&lt;/mo&gt;&lt;/mrow&gt;&lt;/math&gt;" title="the 2 by 1 column matrix 2 negative 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84523" y="1972350"/>
            <a:ext cx="767740" cy="705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6" name="Google Shape;1016;p82" descr="&lt;math xmlns=&quot;http://www.w3.org/1998/Math/MathML&quot; display=&quot;block&quot; data-is-equatio=&quot;1&quot; data-latex=&quot;\left(\begin{matrix}4\\&amp;#13;&amp;#10;7\end{matrix}\right)&quot;&gt;&lt;mrow data-mjx-texclass=&quot;INNER&quot;&gt;&lt;mo data-mjx-texclass=&quot;OPEN&quot;&gt;(&lt;/mo&gt;&lt;mtable columnspacing=&quot;1em&quot; rowspacing=&quot;4pt&quot;&gt;&lt;mtr&gt;&lt;mtd&gt;&lt;mn&gt;4&lt;/mn&gt;&lt;/mtd&gt;&lt;/mtr&gt;&lt;mtr&gt;&lt;mtd&gt;&lt;mn&gt;7&lt;/mn&gt;&lt;/mtd&gt;&lt;/mtr&gt;&lt;/mtable&gt;&lt;mo data-mjx-texclass=&quot;CLOSE&quot;&gt;)&lt;/mo&gt;&lt;/mrow&gt;&lt;/math&gt;" title="the 2 by 1 column matrix 4 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028040" y="1972350"/>
            <a:ext cx="569670" cy="705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7" name="Google Shape;1017;p82" descr="&lt;math xmlns=&quot;http://www.w3.org/1998/Math/MathML&quot; display=&quot;block&quot; data-is-equatio=&quot;1&quot; data-latex=&quot;\left(\begin{matrix}-3\\&amp;#13;&amp;#10;-1\end{matrix}\right)&quot;&gt;&lt;mrow data-mjx-texclass=&quot;INNER&quot;&gt;&lt;mo data-mjx-texclass=&quot;OPEN&quot;&gt;(&lt;/mo&gt;&lt;mtable columnspacing=&quot;1em&quot; rowspacing=&quot;4pt&quot;&gt;&lt;mtr&gt;&lt;mtd&gt;&lt;mo&gt;−&lt;/mo&gt;&lt;mn&gt;3&lt;/mn&gt;&lt;/mtd&gt;&lt;/mtr&gt;&lt;mtr&gt;&lt;mtd&gt;&lt;mo&gt;−&lt;/mo&gt;&lt;mn&gt;1&lt;/mn&gt;&lt;/mtd&gt;&lt;/mtr&gt;&lt;/mtable&gt;&lt;mo data-mjx-texclass=&quot;CLOSE&quot;&gt;)&lt;/mo&gt;&lt;/mrow&gt;&lt;/math&gt;" title="the 2 by 1 column matrix negative 3 negative 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45018" y="2887060"/>
            <a:ext cx="767740" cy="705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8" name="Google Shape;1018;p82" descr="&lt;math xmlns=&quot;http://www.w3.org/1998/Math/MathML&quot; display=&quot;block&quot; data-is-equatio=&quot;1&quot; data-latex=&quot;\left(\begin{matrix}-2\\&amp;#13;&amp;#10;1\end{matrix}\right)&quot;&gt;&lt;mrow data-mjx-texclass=&quot;INNER&quot;&gt;&lt;mo data-mjx-texclass=&quot;OPEN&quot;&gt;(&lt;/mo&gt;&lt;mtable columnspacing=&quot;1em&quot; rowspacing=&quot;4pt&quot;&gt;&lt;mtr&gt;&lt;mtd&gt;&lt;mo&gt;−&lt;/mo&gt;&lt;mn&gt;2&lt;/mn&gt;&lt;/mtd&gt;&lt;/mtr&gt;&lt;mtr&gt;&lt;mtd&gt;&lt;mn&gt;1&lt;/mn&gt;&lt;/mtd&gt;&lt;/mtr&gt;&lt;/mtable&gt;&lt;mo data-mjx-texclass=&quot;CLOSE&quot;&gt;)&lt;/mo&gt;&lt;/mrow&gt;&lt;/math&gt;" title="the 2 by 1 column matrix negative 2 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061500" y="2887060"/>
            <a:ext cx="767740" cy="705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9" name="Google Shape;1019;p82" descr="&lt;math xmlns=&quot;http://www.w3.org/1998/Math/MathML&quot; display=&quot;block&quot; data-is-equatio=&quot;1&quot; data-latex=&quot;\left(\begin{matrix}4\\&amp;#13;&amp;#10;0\end{matrix}\right)&quot;&gt;&lt;mrow data-mjx-texclass=&quot;INNER&quot;&gt;&lt;mo data-mjx-texclass=&quot;OPEN&quot;&gt;(&lt;/mo&gt;&lt;mtable columnspacing=&quot;1em&quot; rowspacing=&quot;4pt&quot;&gt;&lt;mtr&gt;&lt;mtd&gt;&lt;mn&gt;4&lt;/mn&gt;&lt;/mtd&gt;&lt;/mtr&gt;&lt;mtr&gt;&lt;mtd&gt;&lt;mn&gt;0&lt;/mn&gt;&lt;/mtd&gt;&lt;/mtr&gt;&lt;/mtable&gt;&lt;mo data-mjx-texclass=&quot;CLOSE&quot;&gt;)&lt;/mo&gt;&lt;/mrow&gt;&lt;/math&gt;" title="the 2 by 1 column matrix 4 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321251" y="2887060"/>
            <a:ext cx="569670" cy="705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0" name="Google Shape;1020;p82" descr="&lt;math xmlns=&quot;http://www.w3.org/1998/Math/MathML&quot; display=&quot;block&quot; data-is-equatio=&quot;1&quot; data-latex=&quot;\left(\begin{matrix}0\\&amp;#13;&amp;#10;-3\end{matrix}\right)&quot;&gt;&lt;mrow data-mjx-texclass=&quot;INNER&quot;&gt;&lt;mo data-mjx-texclass=&quot;OPEN&quot;&gt;(&lt;/mo&gt;&lt;mtable columnspacing=&quot;1em&quot; rowspacing=&quot;4pt&quot;&gt;&lt;mtr&gt;&lt;mtd&gt;&lt;mn&gt;0&lt;/mn&gt;&lt;/mtd&gt;&lt;/mtr&gt;&lt;mtr&gt;&lt;mtd&gt;&lt;mo&gt;−&lt;/mo&gt;&lt;mn&gt;3&lt;/mn&gt;&lt;/mtd&gt;&lt;/mtr&gt;&lt;/mtable&gt;&lt;mo data-mjx-texclass=&quot;CLOSE&quot;&gt;)&lt;/mo&gt;&lt;/mrow&gt;&lt;/math&gt;" title="the 2 by 1 column matrix 0 negative 3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917375" y="3843504"/>
            <a:ext cx="767740" cy="70509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21" name="Google Shape;1021;p82"/>
          <p:cNvCxnSpPr/>
          <p:nvPr/>
        </p:nvCxnSpPr>
        <p:spPr>
          <a:xfrm>
            <a:off x="1621668" y="3239608"/>
            <a:ext cx="440700" cy="144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022" name="Google Shape;1022;p82"/>
          <p:cNvCxnSpPr>
            <a:stCxn id="1016" idx="3"/>
            <a:endCxn id="1017" idx="1"/>
          </p:cNvCxnSpPr>
          <p:nvPr/>
        </p:nvCxnSpPr>
        <p:spPr>
          <a:xfrm flipH="1">
            <a:off x="844910" y="2324898"/>
            <a:ext cx="2752800" cy="914700"/>
          </a:xfrm>
          <a:prstGeom prst="bentConnector5">
            <a:avLst>
              <a:gd name="adj1" fmla="val -8650"/>
              <a:gd name="adj2" fmla="val 50001"/>
              <a:gd name="adj3" fmla="val 108646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023" name="Google Shape;1023;p82"/>
          <p:cNvCxnSpPr>
            <a:stCxn id="1019" idx="3"/>
            <a:endCxn id="1020" idx="1"/>
          </p:cNvCxnSpPr>
          <p:nvPr/>
        </p:nvCxnSpPr>
        <p:spPr>
          <a:xfrm flipH="1">
            <a:off x="1917520" y="3239608"/>
            <a:ext cx="1973400" cy="956400"/>
          </a:xfrm>
          <a:prstGeom prst="bentConnector5">
            <a:avLst>
              <a:gd name="adj1" fmla="val -12067"/>
              <a:gd name="adj2" fmla="val 50002"/>
              <a:gd name="adj3" fmla="val 112074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024" name="Google Shape;1024;p82"/>
          <p:cNvCxnSpPr>
            <a:endCxn id="1019" idx="1"/>
          </p:cNvCxnSpPr>
          <p:nvPr/>
        </p:nvCxnSpPr>
        <p:spPr>
          <a:xfrm>
            <a:off x="2857751" y="3239608"/>
            <a:ext cx="4635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025" name="Google Shape;1025;p82"/>
          <p:cNvCxnSpPr/>
          <p:nvPr/>
        </p:nvCxnSpPr>
        <p:spPr>
          <a:xfrm>
            <a:off x="1462849" y="2306538"/>
            <a:ext cx="4128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026" name="Google Shape;1026;p82"/>
          <p:cNvCxnSpPr/>
          <p:nvPr/>
        </p:nvCxnSpPr>
        <p:spPr>
          <a:xfrm>
            <a:off x="2632637" y="2327881"/>
            <a:ext cx="4128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</p:spTree>
  </p:cSld>
  <p:clrMapOvr>
    <a:masterClrMapping/>
  </p:clrMapOvr>
  <p:transition/>
  <p:timing/>
</p:sld>
</file>

<file path=ppt/slides/slide1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30" name="Shape 1030"/>
        <p:cNvGrpSpPr/>
        <p:nvPr/>
      </p:nvGrpSpPr>
      <p:grpSpPr>
        <a:xfrm>
          <a:off x="0" y="0"/>
          <a:ext cx="0" cy="0"/>
        </a:xfrm>
      </p:grpSpPr>
      <p:sp>
        <p:nvSpPr>
          <p:cNvPr id="1031" name="Google Shape;1031;p83"/>
          <p:cNvSpPr txBox="1"/>
          <p:nvPr>
            <p:ph type="body" idx="1"/>
          </p:nvPr>
        </p:nvSpPr>
        <p:spPr>
          <a:xfrm>
            <a:off x="324000" y="759300"/>
            <a:ext cx="69729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55600" algn="l" rtl="0">
              <a:spcBef>
                <a:spcPct val="0"/>
              </a:spcBef>
              <a:spcAft>
                <a:spcPct val="0"/>
              </a:spcAft>
              <a:buSzPts val="2000"/>
              <a:buAutoNum type="arabicParenR" startAt="3"/>
            </a:pPr>
            <a:r>
              <a:rPr lang="en-GB" sz="2000"/>
              <a:t>Investigate the total money you can collect using all of the vectors but in any order. </a:t>
            </a:r>
            <a:br>
              <a:rPr lang="en-GB" sz="2000"/>
            </a:br>
            <a:r>
              <a:rPr lang="en-GB" sz="2000"/>
              <a:t>Start on the star. </a:t>
            </a:r>
            <a:endParaRPr sz="20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2000"/>
          </a:p>
          <a:p>
            <a:pPr marL="91440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2000"/>
          </a:p>
          <a:p>
            <a:pPr marL="91440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2000"/>
              <a:t> </a:t>
            </a:r>
            <a:r>
              <a:rPr lang="en-GB" sz="2000">
                <a:solidFill>
                  <a:schemeClr val="lt1"/>
                </a:solidFill>
              </a:rPr>
              <a:t>.</a:t>
            </a:r>
            <a:endParaRPr sz="2000">
              <a:solidFill>
                <a:schemeClr val="lt1"/>
              </a:solidFill>
            </a:endParaRPr>
          </a:p>
          <a:p>
            <a:pPr marL="91440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br>
              <a:rPr lang="en-GB" sz="2000">
                <a:solidFill>
                  <a:schemeClr val="lt1"/>
                </a:solidFill>
              </a:rPr>
            </a:br>
            <a:endParaRPr sz="2000">
              <a:solidFill>
                <a:schemeClr val="lt1"/>
              </a:solidFill>
            </a:endParaRPr>
          </a:p>
        </p:txBody>
      </p:sp>
      <p:pic>
        <p:nvPicPr>
          <p:cNvPr id="1032" name="Google Shape;1032;p83" descr="&lt;math xmlns=&quot;http://www.w3.org/1998/Math/MathML&quot; data-is-equatio=&quot;1&quot; data-equatio-url=&quot;https://equatio-api.texthelp.com/desmos/get/25-09-2023/266759d6-421a-4908-baea-442132a1728d&quot; data-equatio-type=&quot;image&quot;&gt;&lt;mglyph src=&quot;https://equatio-api.texthelp.com/desmos/get/25-09-2023/266759d6-421a-4908-baea-442132a1728d&quot; alt=&quot;Equatio Image&quot;/&gt;&lt;/math&gt;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01238" y="1068525"/>
            <a:ext cx="3724075" cy="3724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3" name="Google Shape;1033;p83" descr="&lt;math xmlns=&quot;http://www.w3.org/1998/Math/MathML&quot; display=&quot;block&quot; data-is-equatio=&quot;1&quot; data-latex=&quot;\left(\begin{matrix}2\\&amp;#13;&amp;#10;2\end{matrix}\right)&quot;&gt;&lt;mrow data-mjx-texclass=&quot;INNER&quot;&gt;&lt;mo data-mjx-texclass=&quot;OPEN&quot;&gt;(&lt;/mo&gt;&lt;mtable columnspacing=&quot;1em&quot; rowspacing=&quot;4pt&quot;&gt;&lt;mtr&gt;&lt;mtd&gt;&lt;mn&gt;2&lt;/mn&gt;&lt;/mtd&gt;&lt;/mtr&gt;&lt;mtr&gt;&lt;mtd&gt;&lt;mn&gt;2&lt;/mn&gt;&lt;/mtd&gt;&lt;/mtr&gt;&lt;/mtable&gt;&lt;mo data-mjx-texclass=&quot;CLOSE&quot;&gt;)&lt;/mo&gt;&lt;/mrow&gt;&lt;/math&gt;" title="the 2 by 1 column matrix 2 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4272" y="2034700"/>
            <a:ext cx="529978" cy="6653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4" name="Google Shape;1034;p83" descr="&lt;math xmlns=&quot;http://www.w3.org/1998/Math/MathML&quot; display=&quot;block&quot; data-is-equatio=&quot;1&quot; data-latex=&quot;\left(\begin{matrix}2\\&amp;#13;&amp;#10;-1\end{matrix}\right)&quot;&gt;&lt;mrow data-mjx-texclass=&quot;INNER&quot;&gt;&lt;mo data-mjx-texclass=&quot;OPEN&quot;&gt;(&lt;/mo&gt;&lt;mtable columnspacing=&quot;1em&quot; rowspacing=&quot;4pt&quot;&gt;&lt;mtr&gt;&lt;mtd&gt;&lt;mn&gt;2&lt;/mn&gt;&lt;/mtd&gt;&lt;/mtr&gt;&lt;mtr&gt;&lt;mtd&gt;&lt;mo&gt;−&lt;/mo&gt;&lt;mn&gt;1&lt;/mn&gt;&lt;/mtd&gt;&lt;/mtr&gt;&lt;/mtable&gt;&lt;mo data-mjx-texclass=&quot;CLOSE&quot;&gt;)&lt;/mo&gt;&lt;/mrow&gt;&lt;/math&gt;" title="the 2 by 1 column matrix 2 negative 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40451" y="2034700"/>
            <a:ext cx="714247" cy="6653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5" name="Google Shape;1035;p83" descr="&lt;math xmlns=&quot;http://www.w3.org/1998/Math/MathML&quot; display=&quot;block&quot; data-is-equatio=&quot;1&quot; data-latex=&quot;\left(\begin{matrix}4\\&amp;#13;&amp;#10;7\end{matrix}\right)&quot;&gt;&lt;mrow data-mjx-texclass=&quot;INNER&quot;&gt;&lt;mo data-mjx-texclass=&quot;OPEN&quot;&gt;(&lt;/mo&gt;&lt;mtable columnspacing=&quot;1em&quot; rowspacing=&quot;4pt&quot;&gt;&lt;mtr&gt;&lt;mtd&gt;&lt;mn&gt;4&lt;/mn&gt;&lt;/mtd&gt;&lt;/mtr&gt;&lt;mtr&gt;&lt;mtd&gt;&lt;mn&gt;7&lt;/mn&gt;&lt;/mtd&gt;&lt;/mtr&gt;&lt;/mtable&gt;&lt;mo data-mjx-texclass=&quot;CLOSE&quot;&gt;)&lt;/mo&gt;&lt;/mrow&gt;&lt;/math&gt;" title="the 2 by 1 column matrix 4 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839629" y="2034700"/>
            <a:ext cx="529977" cy="6653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6" name="Google Shape;1036;p83" descr="&lt;math xmlns=&quot;http://www.w3.org/1998/Math/MathML&quot; display=&quot;block&quot; data-is-equatio=&quot;1&quot; data-latex=&quot;\left(\begin{matrix}-3\\&amp;#13;&amp;#10;-1\end{matrix}\right)&quot;&gt;&lt;mrow data-mjx-texclass=&quot;INNER&quot;&gt;&lt;mo data-mjx-texclass=&quot;OPEN&quot;&gt;(&lt;/mo&gt;&lt;mtable columnspacing=&quot;1em&quot; rowspacing=&quot;4pt&quot;&gt;&lt;mtr&gt;&lt;mtd&gt;&lt;mo&gt;−&lt;/mo&gt;&lt;mn&gt;3&lt;/mn&gt;&lt;/mtd&gt;&lt;/mtr&gt;&lt;mtr&gt;&lt;mtd&gt;&lt;mo&gt;−&lt;/mo&gt;&lt;mn&gt;1&lt;/mn&gt;&lt;/mtd&gt;&lt;/mtr&gt;&lt;/mtable&gt;&lt;mo data-mjx-texclass=&quot;CLOSE&quot;&gt;)&lt;/mo&gt;&lt;/mrow&gt;&lt;/math&gt;" title="the 2 by 1 column matrix negative 3 negative 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321450" y="2917550"/>
            <a:ext cx="714247" cy="6653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7" name="Google Shape;1037;p83" descr="&lt;math xmlns=&quot;http://www.w3.org/1998/Math/MathML&quot; display=&quot;block&quot; data-is-equatio=&quot;1&quot; data-latex=&quot;\left(\begin{matrix}-2\\&amp;#13;&amp;#10;1\end{matrix}\right)&quot;&gt;&lt;mrow data-mjx-texclass=&quot;INNER&quot;&gt;&lt;mo data-mjx-texclass=&quot;OPEN&quot;&gt;(&lt;/mo&gt;&lt;mtable columnspacing=&quot;1em&quot; rowspacing=&quot;4pt&quot;&gt;&lt;mtr&gt;&lt;mtd&gt;&lt;mo&gt;−&lt;/mo&gt;&lt;mn&gt;2&lt;/mn&gt;&lt;/mtd&gt;&lt;/mtr&gt;&lt;mtr&gt;&lt;mtd&gt;&lt;mn&gt;1&lt;/mn&gt;&lt;/mtd&gt;&lt;/mtr&gt;&lt;/mtable&gt;&lt;mo data-mjx-texclass=&quot;CLOSE&quot;&gt;)&lt;/mo&gt;&lt;/mrow&gt;&lt;/math&gt;" title="the 2 by 1 column matrix negative 2 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747385" y="2034662"/>
            <a:ext cx="714247" cy="6653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8" name="Google Shape;1038;p83" descr="&lt;math xmlns=&quot;http://www.w3.org/1998/Math/MathML&quot; display=&quot;block&quot; data-is-equatio=&quot;1&quot; data-latex=&quot;\left(\begin{matrix}4\\&amp;#13;&amp;#10;0\end{matrix}\right)&quot;&gt;&lt;mrow data-mjx-texclass=&quot;INNER&quot;&gt;&lt;mo data-mjx-texclass=&quot;OPEN&quot;&gt;(&lt;/mo&gt;&lt;mtable columnspacing=&quot;1em&quot; rowspacing=&quot;4pt&quot;&gt;&lt;mtr&gt;&lt;mtd&gt;&lt;mn&gt;4&lt;/mn&gt;&lt;/mtd&gt;&lt;/mtr&gt;&lt;mtr&gt;&lt;mtd&gt;&lt;mn&gt;0&lt;/mn&gt;&lt;/mtd&gt;&lt;/mtr&gt;&lt;/mtable&gt;&lt;mo data-mjx-texclass=&quot;CLOSE&quot;&gt;)&lt;/mo&gt;&lt;/mrow&gt;&lt;/math&gt;" title="the 2 by 1 column matrix 4 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284260" y="2917550"/>
            <a:ext cx="529977" cy="6653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9" name="Google Shape;1039;p83" descr="&lt;math xmlns=&quot;http://www.w3.org/1998/Math/MathML&quot; display=&quot;block&quot; data-is-equatio=&quot;1&quot; data-latex=&quot;\left(\begin{matrix}0\\&amp;#13;&amp;#10;-3\end{matrix}\right)&quot;&gt;&lt;mrow data-mjx-texclass=&quot;INNER&quot;&gt;&lt;mo data-mjx-texclass=&quot;OPEN&quot;&gt;(&lt;/mo&gt;&lt;mtable columnspacing=&quot;1em&quot; rowspacing=&quot;4pt&quot;&gt;&lt;mtr&gt;&lt;mtd&gt;&lt;mn&gt;0&lt;/mn&gt;&lt;/mtd&gt;&lt;/mtr&gt;&lt;mtr&gt;&lt;mtd&gt;&lt;mo&gt;−&lt;/mo&gt;&lt;mn&gt;3&lt;/mn&gt;&lt;/mtd&gt;&lt;/mtr&gt;&lt;/mtable&gt;&lt;mo data-mjx-texclass=&quot;CLOSE&quot;&gt;)&lt;/mo&gt;&lt;/mrow&gt;&lt;/math&gt;" title="the 2 by 1 column matrix 0 negative 3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480290" y="2917529"/>
            <a:ext cx="714247" cy="665322"/>
          </a:xfrm>
          <a:prstGeom prst="rect">
            <a:avLst/>
          </a:prstGeom>
          <a:noFill/>
          <a:ln>
            <a:noFill/>
          </a:ln>
        </p:spPr>
      </p:pic>
      <p:sp>
        <p:nvSpPr>
          <p:cNvPr id="1040" name="Google Shape;1040;p83"/>
          <p:cNvSpPr txBox="1"/>
          <p:nvPr/>
        </p:nvSpPr>
        <p:spPr>
          <a:xfrm>
            <a:off x="480775" y="3800400"/>
            <a:ext cx="43956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Some examples: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A-C-F-B-G-E-D £3.36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E-A-D-F-C-G-B 5p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41" name="Google Shape;1041;p83"/>
          <p:cNvSpPr txBox="1"/>
          <p:nvPr/>
        </p:nvSpPr>
        <p:spPr>
          <a:xfrm>
            <a:off x="324000" y="2136463"/>
            <a:ext cx="530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A=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2" name="Google Shape;1042;p83"/>
          <p:cNvSpPr txBox="1"/>
          <p:nvPr/>
        </p:nvSpPr>
        <p:spPr>
          <a:xfrm>
            <a:off x="1224275" y="2136500"/>
            <a:ext cx="530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B=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3" name="Google Shape;1043;p83"/>
          <p:cNvSpPr txBox="1"/>
          <p:nvPr/>
        </p:nvSpPr>
        <p:spPr>
          <a:xfrm>
            <a:off x="2354700" y="2136463"/>
            <a:ext cx="530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C=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4" name="Google Shape;1044;p83"/>
          <p:cNvSpPr txBox="1"/>
          <p:nvPr/>
        </p:nvSpPr>
        <p:spPr>
          <a:xfrm>
            <a:off x="3323650" y="2136450"/>
            <a:ext cx="530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D=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5" name="Google Shape;1045;p83"/>
          <p:cNvSpPr txBox="1"/>
          <p:nvPr/>
        </p:nvSpPr>
        <p:spPr>
          <a:xfrm>
            <a:off x="896575" y="3019363"/>
            <a:ext cx="530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E=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6" name="Google Shape;1046;p83"/>
          <p:cNvSpPr txBox="1"/>
          <p:nvPr/>
        </p:nvSpPr>
        <p:spPr>
          <a:xfrm>
            <a:off x="1911300" y="3019363"/>
            <a:ext cx="530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F=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7" name="Google Shape;1047;p83"/>
          <p:cNvSpPr txBox="1"/>
          <p:nvPr/>
        </p:nvSpPr>
        <p:spPr>
          <a:xfrm>
            <a:off x="3081375" y="3019350"/>
            <a:ext cx="530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G=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8" name="Google Shape;1048;p83"/>
          <p:cNvSpPr txBox="1"/>
          <p:nvPr>
            <p:ph type="subTitle" idx="2"/>
          </p:nvPr>
        </p:nvSpPr>
        <p:spPr>
          <a:xfrm>
            <a:off x="1350550" y="1257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Translating a single point from a description</a:t>
            </a:r>
            <a:r>
              <a:rPr lang="en-GB" b="1"/>
              <a:t> </a:t>
            </a:r>
            <a:endParaRPr/>
          </a:p>
        </p:txBody>
      </p:sp>
    </p:spTree>
  </p:cSld>
  <p:clrMapOvr>
    <a:masterClrMapping/>
  </p:clrMapOvr>
  <p:transition/>
  <p:timing/>
</p:sld>
</file>

<file path=ppt/slides/slide2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52" name="Shape 1052"/>
        <p:cNvGrpSpPr/>
        <p:nvPr/>
      </p:nvGrpSpPr>
      <p:grpSpPr>
        <a:xfrm>
          <a:off x="0" y="0"/>
          <a:ext cx="0" cy="0"/>
        </a:xfrm>
      </p:grpSpPr>
      <p:sp>
        <p:nvSpPr>
          <p:cNvPr id="1053" name="Google Shape;1053;p84"/>
          <p:cNvSpPr txBox="1"/>
          <p:nvPr>
            <p:ph type="title"/>
          </p:nvPr>
        </p:nvSpPr>
        <p:spPr>
          <a:xfrm>
            <a:off x="1224000" y="2098125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Translating a single point from a description</a:t>
            </a:r>
            <a:endParaRPr/>
          </a:p>
        </p:txBody>
      </p:sp>
      <p:sp>
        <p:nvSpPr>
          <p:cNvPr id="1054" name="Google Shape;1054;p84"/>
          <p:cNvSpPr txBox="1"/>
          <p:nvPr>
            <p:ph type="title" idx="2"/>
          </p:nvPr>
        </p:nvSpPr>
        <p:spPr>
          <a:xfrm>
            <a:off x="1224000" y="3053050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Translating more complex objects</a:t>
            </a:r>
            <a:endParaRPr/>
          </a:p>
        </p:txBody>
      </p:sp>
      <p:pic>
        <p:nvPicPr>
          <p:cNvPr id="1055" name="Google Shape;1055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969" y="2991431"/>
            <a:ext cx="450575" cy="44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056" name="Google Shape;1056;p84"/>
          <p:cNvSpPr txBox="1"/>
          <p:nvPr>
            <p:ph type="title" idx="3"/>
          </p:nvPr>
        </p:nvSpPr>
        <p:spPr>
          <a:xfrm>
            <a:off x="324000" y="8100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Translating objects</a:t>
            </a:r>
            <a:endParaRPr/>
          </a:p>
        </p:txBody>
      </p:sp>
    </p:spTree>
  </p:cSld>
  <p:clrMapOvr>
    <a:masterClrMapping/>
  </p:clrMapOvr>
  <p:transition/>
  <p:timing/>
</p:sld>
</file>

<file path=ppt/slides/slide2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60" name="Shape 1060"/>
        <p:cNvGrpSpPr/>
        <p:nvPr/>
      </p:nvGrpSpPr>
      <p:grpSpPr>
        <a:xfrm>
          <a:off x="0" y="0"/>
          <a:ext cx="0" cy="0"/>
        </a:xfrm>
      </p:grpSpPr>
      <p:sp>
        <p:nvSpPr>
          <p:cNvPr id="1061" name="Google Shape;1061;p8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Translating more complex objects</a:t>
            </a:r>
            <a:endParaRPr/>
          </a:p>
        </p:txBody>
      </p:sp>
      <p:pic>
        <p:nvPicPr>
          <p:cNvPr id="1062" name="Google Shape;1062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83869" y="1430260"/>
            <a:ext cx="6258730" cy="3390140"/>
          </a:xfrm>
          <a:prstGeom prst="rect">
            <a:avLst/>
          </a:prstGeom>
          <a:noFill/>
          <a:ln>
            <a:noFill/>
          </a:ln>
        </p:spPr>
      </p:pic>
      <p:sp>
        <p:nvSpPr>
          <p:cNvPr id="1063" name="Google Shape;1063;p85"/>
          <p:cNvSpPr txBox="1"/>
          <p:nvPr/>
        </p:nvSpPr>
        <p:spPr>
          <a:xfrm>
            <a:off x="1755200" y="1778405"/>
            <a:ext cx="3527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64" name="Google Shape;1064;p85"/>
          <p:cNvGrpSpPr/>
          <p:nvPr/>
        </p:nvGrpSpPr>
        <p:grpSpPr>
          <a:xfrm>
            <a:off x="1883893" y="1430210"/>
            <a:ext cx="6259001" cy="3389870"/>
            <a:chOff x="366425" y="810000"/>
            <a:chExt cx="7800350" cy="4225190"/>
          </a:xfrm>
        </p:grpSpPr>
        <p:pic>
          <p:nvPicPr>
            <p:cNvPr id="1065" name="Google Shape;1065;p8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66425" y="810000"/>
              <a:ext cx="7800350" cy="422519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66" name="Google Shape;1066;p85"/>
            <p:cNvSpPr/>
            <p:nvPr/>
          </p:nvSpPr>
          <p:spPr>
            <a:xfrm>
              <a:off x="3616525" y="2393175"/>
              <a:ext cx="210300" cy="213600"/>
            </a:xfrm>
            <a:prstGeom prst="quadArrow">
              <a:avLst>
                <a:gd name="adj1" fmla="val 9350"/>
                <a:gd name="adj2" fmla="val 22897"/>
                <a:gd name="adj3" fmla="val 22500"/>
              </a:avLst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067" name="Google Shape;1067;p85"/>
          <p:cNvGrpSpPr/>
          <p:nvPr/>
        </p:nvGrpSpPr>
        <p:grpSpPr>
          <a:xfrm>
            <a:off x="1883892" y="1430216"/>
            <a:ext cx="6259001" cy="3389864"/>
            <a:chOff x="366425" y="810007"/>
            <a:chExt cx="7800350" cy="4225182"/>
          </a:xfrm>
        </p:grpSpPr>
        <p:pic>
          <p:nvPicPr>
            <p:cNvPr id="1068" name="Google Shape;1068;p8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366425" y="810007"/>
              <a:ext cx="7800350" cy="422518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69" name="Google Shape;1069;p85"/>
            <p:cNvSpPr/>
            <p:nvPr/>
          </p:nvSpPr>
          <p:spPr>
            <a:xfrm>
              <a:off x="4466850" y="2321150"/>
              <a:ext cx="210300" cy="213600"/>
            </a:xfrm>
            <a:prstGeom prst="quadArrow">
              <a:avLst>
                <a:gd name="adj1" fmla="val 9350"/>
                <a:gd name="adj2" fmla="val 22897"/>
                <a:gd name="adj3" fmla="val 22500"/>
              </a:avLst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070" name="Google Shape;1070;p85"/>
          <p:cNvSpPr/>
          <p:nvPr/>
        </p:nvSpPr>
        <p:spPr>
          <a:xfrm>
            <a:off x="3487101" y="2605319"/>
            <a:ext cx="168600" cy="171300"/>
          </a:xfrm>
          <a:prstGeom prst="quadArrow">
            <a:avLst>
              <a:gd name="adj1" fmla="val 9350"/>
              <a:gd name="adj2" fmla="val 22897"/>
              <a:gd name="adj3" fmla="val 2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71" name="Google Shape;1071;p85"/>
          <p:cNvSpPr txBox="1"/>
          <p:nvPr/>
        </p:nvSpPr>
        <p:spPr>
          <a:xfrm>
            <a:off x="302100" y="652425"/>
            <a:ext cx="71196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When we use technology and drag images into different spaces, we are performing a translation. The whole image translates.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75" name="Shape 1075"/>
        <p:cNvGrpSpPr/>
        <p:nvPr/>
      </p:nvGrpSpPr>
      <p:grpSpPr>
        <a:xfrm>
          <a:off x="0" y="0"/>
          <a:ext cx="0" cy="0"/>
        </a:xfrm>
      </p:grpSpPr>
      <p:pic>
        <p:nvPicPr>
          <p:cNvPr id="1076" name="Google Shape;1076;p86"/>
          <p:cNvPicPr preferRelativeResize="0"/>
          <p:nvPr/>
        </p:nvPicPr>
        <p:blipFill>
          <a:blip r:embed="rId3">
            <a:alphaModFix/>
          </a:blip>
          <a:srcRect r="35453"/>
          <a:stretch>
            <a:fillRect/>
          </a:stretch>
        </p:blipFill>
        <p:spPr>
          <a:xfrm>
            <a:off x="2402650" y="1976499"/>
            <a:ext cx="3841152" cy="2571775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077" name="Google Shape;1077;p86"/>
          <p:cNvSpPr/>
          <p:nvPr/>
        </p:nvSpPr>
        <p:spPr>
          <a:xfrm>
            <a:off x="2899068" y="2469732"/>
            <a:ext cx="2828100" cy="1803600"/>
          </a:xfrm>
          <a:prstGeom prst="rect">
            <a:avLst/>
          </a:prstGeom>
          <a:solidFill>
            <a:srgbClr val="FFF2CC">
              <a:alpha val="29019"/>
            </a:srgbClr>
          </a:solidFill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8" name="Google Shape;1078;p86"/>
          <p:cNvSpPr/>
          <p:nvPr/>
        </p:nvSpPr>
        <p:spPr>
          <a:xfrm>
            <a:off x="3414372" y="2708060"/>
            <a:ext cx="339900" cy="339900"/>
          </a:xfrm>
          <a:prstGeom prst="mathMultiply">
            <a:avLst>
              <a:gd name="adj1" fmla="val 6610"/>
            </a:avLst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9" name="Google Shape;1079;p86"/>
          <p:cNvSpPr/>
          <p:nvPr/>
        </p:nvSpPr>
        <p:spPr>
          <a:xfrm>
            <a:off x="3410960" y="3683282"/>
            <a:ext cx="339900" cy="339900"/>
          </a:xfrm>
          <a:prstGeom prst="mathMultiply">
            <a:avLst>
              <a:gd name="adj1" fmla="val 6610"/>
            </a:avLst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0" name="Google Shape;1080;p86"/>
          <p:cNvSpPr/>
          <p:nvPr/>
        </p:nvSpPr>
        <p:spPr>
          <a:xfrm>
            <a:off x="3907378" y="3683282"/>
            <a:ext cx="339900" cy="339900"/>
          </a:xfrm>
          <a:prstGeom prst="mathMultiply">
            <a:avLst>
              <a:gd name="adj1" fmla="val 6610"/>
            </a:avLst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81" name="Google Shape;1081;p86"/>
          <p:cNvGrpSpPr/>
          <p:nvPr/>
        </p:nvGrpSpPr>
        <p:grpSpPr>
          <a:xfrm>
            <a:off x="3395482" y="2469725"/>
            <a:ext cx="2828203" cy="1803491"/>
            <a:chOff x="1259633" y="1978090"/>
            <a:chExt cx="5794311" cy="3694922"/>
          </a:xfrm>
        </p:grpSpPr>
        <p:sp>
          <p:nvSpPr>
            <p:cNvPr id="1082" name="Google Shape;1082;p86"/>
            <p:cNvSpPr/>
            <p:nvPr/>
          </p:nvSpPr>
          <p:spPr>
            <a:xfrm>
              <a:off x="1259633" y="1978090"/>
              <a:ext cx="5794311" cy="3694922"/>
            </a:xfrm>
            <a:prstGeom prst="rect">
              <a:avLst/>
            </a:prstGeom>
            <a:solidFill>
              <a:srgbClr val="FFF2CC">
                <a:alpha val="29019"/>
              </a:srgbClr>
            </a:solidFill>
            <a:ln w="12700" cap="flat" cmpd="sng">
              <a:solidFill>
                <a:srgbClr val="1C305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083" name="Google Shape;1083;p86"/>
            <p:cNvGrpSpPr/>
            <p:nvPr/>
          </p:nvGrpSpPr>
          <p:grpSpPr>
            <a:xfrm>
              <a:off x="2280377" y="2466363"/>
              <a:ext cx="1703991" cy="2694266"/>
              <a:chOff x="2432777" y="2618763"/>
              <a:chExt cx="1703991" cy="2694266"/>
            </a:xfrm>
          </p:grpSpPr>
          <p:sp>
            <p:nvSpPr>
              <p:cNvPr id="1084" name="Google Shape;1084;p86"/>
              <p:cNvSpPr/>
              <p:nvPr/>
            </p:nvSpPr>
            <p:spPr>
              <a:xfrm>
                <a:off x="2439768" y="2618763"/>
                <a:ext cx="696286" cy="696286"/>
              </a:xfrm>
              <a:prstGeom prst="mathMultiply">
                <a:avLst>
                  <a:gd name="adj1" fmla="val 6610"/>
                </a:avLst>
              </a:prstGeom>
              <a:solidFill>
                <a:schemeClr val="dk1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5" name="Google Shape;1085;p86"/>
              <p:cNvSpPr/>
              <p:nvPr/>
            </p:nvSpPr>
            <p:spPr>
              <a:xfrm>
                <a:off x="2432777" y="4616743"/>
                <a:ext cx="696286" cy="696286"/>
              </a:xfrm>
              <a:prstGeom prst="mathMultiply">
                <a:avLst>
                  <a:gd name="adj1" fmla="val 6610"/>
                </a:avLst>
              </a:prstGeom>
              <a:solidFill>
                <a:schemeClr val="dk1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6" name="Google Shape;1086;p86"/>
              <p:cNvSpPr/>
              <p:nvPr/>
            </p:nvSpPr>
            <p:spPr>
              <a:xfrm>
                <a:off x="3440482" y="4616743"/>
                <a:ext cx="696286" cy="696286"/>
              </a:xfrm>
              <a:prstGeom prst="mathMultiply">
                <a:avLst>
                  <a:gd name="adj1" fmla="val 6610"/>
                </a:avLst>
              </a:prstGeom>
              <a:solidFill>
                <a:schemeClr val="dk1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087" name="Google Shape;1087;p86"/>
          <p:cNvGrpSpPr/>
          <p:nvPr/>
        </p:nvGrpSpPr>
        <p:grpSpPr>
          <a:xfrm>
            <a:off x="3865847" y="2469208"/>
            <a:ext cx="2828203" cy="1803491"/>
            <a:chOff x="1259633" y="1978090"/>
            <a:chExt cx="5794311" cy="3694922"/>
          </a:xfrm>
        </p:grpSpPr>
        <p:sp>
          <p:nvSpPr>
            <p:cNvPr id="1088" name="Google Shape;1088;p86"/>
            <p:cNvSpPr/>
            <p:nvPr/>
          </p:nvSpPr>
          <p:spPr>
            <a:xfrm>
              <a:off x="1259633" y="1978090"/>
              <a:ext cx="5794311" cy="3694922"/>
            </a:xfrm>
            <a:prstGeom prst="rect">
              <a:avLst/>
            </a:prstGeom>
            <a:solidFill>
              <a:srgbClr val="FFF2CC">
                <a:alpha val="29019"/>
              </a:srgbClr>
            </a:solidFill>
            <a:ln w="12700" cap="flat" cmpd="sng">
              <a:solidFill>
                <a:srgbClr val="1C305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089" name="Google Shape;1089;p86"/>
            <p:cNvGrpSpPr/>
            <p:nvPr/>
          </p:nvGrpSpPr>
          <p:grpSpPr>
            <a:xfrm>
              <a:off x="2315361" y="2466363"/>
              <a:ext cx="1687669" cy="2694266"/>
              <a:chOff x="2467761" y="2618763"/>
              <a:chExt cx="1687669" cy="2694266"/>
            </a:xfrm>
          </p:grpSpPr>
          <p:sp>
            <p:nvSpPr>
              <p:cNvPr id="1090" name="Google Shape;1090;p86"/>
              <p:cNvSpPr/>
              <p:nvPr/>
            </p:nvSpPr>
            <p:spPr>
              <a:xfrm>
                <a:off x="2467761" y="2618763"/>
                <a:ext cx="696286" cy="696286"/>
              </a:xfrm>
              <a:prstGeom prst="mathMultiply">
                <a:avLst>
                  <a:gd name="adj1" fmla="val 6610"/>
                </a:avLst>
              </a:prstGeom>
              <a:solidFill>
                <a:schemeClr val="dk1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1" name="Google Shape;1091;p86"/>
              <p:cNvSpPr/>
              <p:nvPr/>
            </p:nvSpPr>
            <p:spPr>
              <a:xfrm>
                <a:off x="2470101" y="4616743"/>
                <a:ext cx="696286" cy="696286"/>
              </a:xfrm>
              <a:prstGeom prst="mathMultiply">
                <a:avLst>
                  <a:gd name="adj1" fmla="val 6610"/>
                </a:avLst>
              </a:prstGeom>
              <a:solidFill>
                <a:schemeClr val="dk1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2" name="Google Shape;1092;p86"/>
              <p:cNvSpPr/>
              <p:nvPr/>
            </p:nvSpPr>
            <p:spPr>
              <a:xfrm>
                <a:off x="3459144" y="4616743"/>
                <a:ext cx="696286" cy="696286"/>
              </a:xfrm>
              <a:prstGeom prst="mathMultiply">
                <a:avLst>
                  <a:gd name="adj1" fmla="val 6610"/>
                </a:avLst>
              </a:prstGeom>
              <a:solidFill>
                <a:schemeClr val="dk1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093" name="Google Shape;1093;p86"/>
          <p:cNvGrpSpPr/>
          <p:nvPr/>
        </p:nvGrpSpPr>
        <p:grpSpPr>
          <a:xfrm>
            <a:off x="4356345" y="2469725"/>
            <a:ext cx="2828203" cy="1803491"/>
            <a:chOff x="1259633" y="1978090"/>
            <a:chExt cx="5794311" cy="3694922"/>
          </a:xfrm>
        </p:grpSpPr>
        <p:sp>
          <p:nvSpPr>
            <p:cNvPr id="1094" name="Google Shape;1094;p86"/>
            <p:cNvSpPr/>
            <p:nvPr/>
          </p:nvSpPr>
          <p:spPr>
            <a:xfrm>
              <a:off x="1259633" y="1978090"/>
              <a:ext cx="5794311" cy="3694922"/>
            </a:xfrm>
            <a:prstGeom prst="rect">
              <a:avLst/>
            </a:prstGeom>
            <a:solidFill>
              <a:srgbClr val="FFF2CC">
                <a:alpha val="29019"/>
              </a:srgbClr>
            </a:solidFill>
            <a:ln w="12700" cap="flat" cmpd="sng">
              <a:solidFill>
                <a:srgbClr val="1C305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095" name="Google Shape;1095;p86"/>
            <p:cNvGrpSpPr/>
            <p:nvPr/>
          </p:nvGrpSpPr>
          <p:grpSpPr>
            <a:xfrm>
              <a:off x="2308370" y="2466363"/>
              <a:ext cx="1675998" cy="2694266"/>
              <a:chOff x="2460770" y="2618763"/>
              <a:chExt cx="1675998" cy="2694266"/>
            </a:xfrm>
          </p:grpSpPr>
          <p:sp>
            <p:nvSpPr>
              <p:cNvPr id="1096" name="Google Shape;1096;p86"/>
              <p:cNvSpPr/>
              <p:nvPr/>
            </p:nvSpPr>
            <p:spPr>
              <a:xfrm>
                <a:off x="2467761" y="2618763"/>
                <a:ext cx="696286" cy="696286"/>
              </a:xfrm>
              <a:prstGeom prst="mathMultiply">
                <a:avLst>
                  <a:gd name="adj1" fmla="val 6610"/>
                </a:avLst>
              </a:prstGeom>
              <a:solidFill>
                <a:schemeClr val="dk1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7" name="Google Shape;1097;p86"/>
              <p:cNvSpPr/>
              <p:nvPr/>
            </p:nvSpPr>
            <p:spPr>
              <a:xfrm>
                <a:off x="2460770" y="4616743"/>
                <a:ext cx="696286" cy="696286"/>
              </a:xfrm>
              <a:prstGeom prst="mathMultiply">
                <a:avLst>
                  <a:gd name="adj1" fmla="val 6610"/>
                </a:avLst>
              </a:prstGeom>
              <a:solidFill>
                <a:schemeClr val="dk1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8" name="Google Shape;1098;p86"/>
              <p:cNvSpPr/>
              <p:nvPr/>
            </p:nvSpPr>
            <p:spPr>
              <a:xfrm>
                <a:off x="3440482" y="4616743"/>
                <a:ext cx="696286" cy="696286"/>
              </a:xfrm>
              <a:prstGeom prst="mathMultiply">
                <a:avLst>
                  <a:gd name="adj1" fmla="val 6610"/>
                </a:avLst>
              </a:prstGeom>
              <a:solidFill>
                <a:schemeClr val="dk1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099" name="Google Shape;1099;p86"/>
          <p:cNvGrpSpPr/>
          <p:nvPr/>
        </p:nvGrpSpPr>
        <p:grpSpPr>
          <a:xfrm>
            <a:off x="4361658" y="1980529"/>
            <a:ext cx="2828203" cy="1803491"/>
            <a:chOff x="1259633" y="1978090"/>
            <a:chExt cx="5794311" cy="3694922"/>
          </a:xfrm>
        </p:grpSpPr>
        <p:sp>
          <p:nvSpPr>
            <p:cNvPr id="1100" name="Google Shape;1100;p86"/>
            <p:cNvSpPr/>
            <p:nvPr/>
          </p:nvSpPr>
          <p:spPr>
            <a:xfrm>
              <a:off x="1259633" y="1978090"/>
              <a:ext cx="5794311" cy="3694922"/>
            </a:xfrm>
            <a:prstGeom prst="rect">
              <a:avLst/>
            </a:prstGeom>
            <a:solidFill>
              <a:srgbClr val="FFF2CC">
                <a:alpha val="29019"/>
              </a:srgbClr>
            </a:solidFill>
            <a:ln w="12700" cap="flat" cmpd="sng">
              <a:solidFill>
                <a:srgbClr val="1C305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101" name="Google Shape;1101;p86"/>
            <p:cNvGrpSpPr/>
            <p:nvPr/>
          </p:nvGrpSpPr>
          <p:grpSpPr>
            <a:xfrm>
              <a:off x="2287368" y="2485025"/>
              <a:ext cx="1697000" cy="2675604"/>
              <a:chOff x="2439768" y="2637425"/>
              <a:chExt cx="1697000" cy="2675604"/>
            </a:xfrm>
          </p:grpSpPr>
          <p:sp>
            <p:nvSpPr>
              <p:cNvPr id="1102" name="Google Shape;1102;p86"/>
              <p:cNvSpPr/>
              <p:nvPr/>
            </p:nvSpPr>
            <p:spPr>
              <a:xfrm>
                <a:off x="2439768" y="2637425"/>
                <a:ext cx="696286" cy="696286"/>
              </a:xfrm>
              <a:prstGeom prst="mathMultiply">
                <a:avLst>
                  <a:gd name="adj1" fmla="val 6610"/>
                </a:avLst>
              </a:prstGeom>
              <a:solidFill>
                <a:schemeClr val="dk1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3" name="Google Shape;1103;p86"/>
              <p:cNvSpPr/>
              <p:nvPr/>
            </p:nvSpPr>
            <p:spPr>
              <a:xfrm>
                <a:off x="2442108" y="4616743"/>
                <a:ext cx="696286" cy="696286"/>
              </a:xfrm>
              <a:prstGeom prst="mathMultiply">
                <a:avLst>
                  <a:gd name="adj1" fmla="val 6610"/>
                </a:avLst>
              </a:prstGeom>
              <a:solidFill>
                <a:schemeClr val="dk1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4" name="Google Shape;1104;p86"/>
              <p:cNvSpPr/>
              <p:nvPr/>
            </p:nvSpPr>
            <p:spPr>
              <a:xfrm>
                <a:off x="3440482" y="4616743"/>
                <a:ext cx="696286" cy="696286"/>
              </a:xfrm>
              <a:prstGeom prst="mathMultiply">
                <a:avLst>
                  <a:gd name="adj1" fmla="val 6610"/>
                </a:avLst>
              </a:prstGeom>
              <a:solidFill>
                <a:schemeClr val="dk1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105" name="Google Shape;1105;p86"/>
          <p:cNvSpPr txBox="1"/>
          <p:nvPr>
            <p:ph type="body" idx="1"/>
          </p:nvPr>
        </p:nvSpPr>
        <p:spPr>
          <a:xfrm>
            <a:off x="324000" y="810000"/>
            <a:ext cx="8237700" cy="876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If we use tracing paper we can replicate the idea of translating the whole object. </a:t>
            </a:r>
            <a:endParaRPr/>
          </a:p>
        </p:txBody>
      </p:sp>
      <p:sp>
        <p:nvSpPr>
          <p:cNvPr id="1106" name="Google Shape;1106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Translating more complex objects</a:t>
            </a:r>
            <a:endParaRPr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2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4"/>
                            </p:stCondLst>
                            <p:childTnLst>
                              <p:par>
                                <p:cTn id="37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1006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xit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10" name="Shape 1110"/>
        <p:cNvGrpSpPr/>
        <p:nvPr/>
      </p:nvGrpSpPr>
      <p:grpSpPr>
        <a:xfrm>
          <a:off x="0" y="0"/>
          <a:ext cx="0" cy="0"/>
        </a:xfrm>
      </p:grpSpPr>
      <p:sp>
        <p:nvSpPr>
          <p:cNvPr id="1111" name="Google Shape;1111;p8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Translating more complex objects</a:t>
            </a:r>
            <a:endParaRPr/>
          </a:p>
        </p:txBody>
      </p:sp>
      <p:sp>
        <p:nvSpPr>
          <p:cNvPr id="1112" name="Google Shape;1112;p87"/>
          <p:cNvSpPr txBox="1"/>
          <p:nvPr>
            <p:ph type="body" idx="1"/>
          </p:nvPr>
        </p:nvSpPr>
        <p:spPr>
          <a:xfrm>
            <a:off x="368475" y="759300"/>
            <a:ext cx="70263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As before, we can consider the vertices of a shape and translate them one by one. </a:t>
            </a:r>
            <a:endParaRPr/>
          </a:p>
        </p:txBody>
      </p:sp>
      <p:grpSp>
        <p:nvGrpSpPr>
          <p:cNvPr id="1113" name="Google Shape;1113;p87"/>
          <p:cNvGrpSpPr/>
          <p:nvPr/>
        </p:nvGrpSpPr>
        <p:grpSpPr>
          <a:xfrm>
            <a:off x="1139799" y="1700800"/>
            <a:ext cx="4318210" cy="3020700"/>
            <a:chOff x="1139799" y="1700800"/>
            <a:chExt cx="4318210" cy="3020700"/>
          </a:xfrm>
        </p:grpSpPr>
        <p:pic>
          <p:nvPicPr>
            <p:cNvPr id="1114" name="Google Shape;1114;p8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139799" y="1700800"/>
              <a:ext cx="4318210" cy="3020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15" name="Google Shape;1115;p87"/>
            <p:cNvSpPr txBox="1"/>
            <p:nvPr/>
          </p:nvSpPr>
          <p:spPr>
            <a:xfrm>
              <a:off x="1228400" y="3054938"/>
              <a:ext cx="4044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X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16" name="Google Shape;1116;p87"/>
            <p:cNvSpPr txBox="1"/>
            <p:nvPr/>
          </p:nvSpPr>
          <p:spPr>
            <a:xfrm>
              <a:off x="1228400" y="4066256"/>
              <a:ext cx="4044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Y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17" name="Google Shape;1117;p87"/>
            <p:cNvSpPr txBox="1"/>
            <p:nvPr/>
          </p:nvSpPr>
          <p:spPr>
            <a:xfrm>
              <a:off x="1998930" y="4058631"/>
              <a:ext cx="4044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Z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18" name="Google Shape;1118;p87"/>
          <p:cNvGrpSpPr/>
          <p:nvPr/>
        </p:nvGrpSpPr>
        <p:grpSpPr>
          <a:xfrm>
            <a:off x="1138900" y="1700800"/>
            <a:ext cx="4319988" cy="3020700"/>
            <a:chOff x="1138900" y="1700800"/>
            <a:chExt cx="4319988" cy="3020700"/>
          </a:xfrm>
        </p:grpSpPr>
        <p:grpSp>
          <p:nvGrpSpPr>
            <p:cNvPr id="1119" name="Google Shape;1119;p87"/>
            <p:cNvGrpSpPr/>
            <p:nvPr/>
          </p:nvGrpSpPr>
          <p:grpSpPr>
            <a:xfrm>
              <a:off x="1138900" y="1700800"/>
              <a:ext cx="4319988" cy="3020700"/>
              <a:chOff x="3031025" y="1496400"/>
              <a:chExt cx="4319988" cy="3020700"/>
            </a:xfrm>
          </p:grpSpPr>
          <p:pic>
            <p:nvPicPr>
              <p:cNvPr id="1120" name="Google Shape;1120;p87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3031025" y="1496400"/>
                <a:ext cx="4319988" cy="30207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121" name="Google Shape;1121;p87"/>
              <p:cNvSpPr txBox="1"/>
              <p:nvPr/>
            </p:nvSpPr>
            <p:spPr>
              <a:xfrm>
                <a:off x="3129812" y="2846988"/>
                <a:ext cx="4044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X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122" name="Google Shape;1122;p87"/>
              <p:cNvSpPr txBox="1"/>
              <p:nvPr/>
            </p:nvSpPr>
            <p:spPr>
              <a:xfrm>
                <a:off x="3129812" y="3858306"/>
                <a:ext cx="4044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Y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123" name="Google Shape;1123;p87"/>
              <p:cNvSpPr txBox="1"/>
              <p:nvPr/>
            </p:nvSpPr>
            <p:spPr>
              <a:xfrm>
                <a:off x="3900343" y="3850681"/>
                <a:ext cx="4044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Z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cxnSp>
          <p:nvCxnSpPr>
            <p:cNvPr id="1124" name="Google Shape;1124;p87"/>
            <p:cNvCxnSpPr/>
            <p:nvPr/>
          </p:nvCxnSpPr>
          <p:spPr>
            <a:xfrm>
              <a:off x="1580119" y="3421506"/>
              <a:ext cx="12897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stealth" w="med" len="med"/>
            </a:ln>
          </p:spPr>
        </p:cxnSp>
        <p:cxnSp>
          <p:nvCxnSpPr>
            <p:cNvPr id="1125" name="Google Shape;1125;p87"/>
            <p:cNvCxnSpPr/>
            <p:nvPr/>
          </p:nvCxnSpPr>
          <p:spPr>
            <a:xfrm rot="10800000" flipH="1">
              <a:off x="2865775" y="2574437"/>
              <a:ext cx="0" cy="8547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stealth" w="med" len="med"/>
            </a:ln>
          </p:spPr>
        </p:cxnSp>
        <p:sp>
          <p:nvSpPr>
            <p:cNvPr id="1126" name="Google Shape;1126;p87"/>
            <p:cNvSpPr txBox="1"/>
            <p:nvPr/>
          </p:nvSpPr>
          <p:spPr>
            <a:xfrm>
              <a:off x="2542396" y="2160000"/>
              <a:ext cx="5232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X′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27" name="Google Shape;1127;p87"/>
          <p:cNvGrpSpPr/>
          <p:nvPr/>
        </p:nvGrpSpPr>
        <p:grpSpPr>
          <a:xfrm>
            <a:off x="1137587" y="1701000"/>
            <a:ext cx="4320001" cy="3020289"/>
            <a:chOff x="1151072" y="1700800"/>
            <a:chExt cx="4320001" cy="3024826"/>
          </a:xfrm>
        </p:grpSpPr>
        <p:pic>
          <p:nvPicPr>
            <p:cNvPr id="1128" name="Google Shape;1128;p8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151072" y="1700800"/>
              <a:ext cx="4320001" cy="3024826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129" name="Google Shape;1129;p87"/>
            <p:cNvGrpSpPr/>
            <p:nvPr/>
          </p:nvGrpSpPr>
          <p:grpSpPr>
            <a:xfrm>
              <a:off x="1243675" y="2166549"/>
              <a:ext cx="1791621" cy="2364408"/>
              <a:chOff x="842812" y="2747623"/>
              <a:chExt cx="1791621" cy="2364408"/>
            </a:xfrm>
          </p:grpSpPr>
          <p:grpSp>
            <p:nvGrpSpPr>
              <p:cNvPr id="1130" name="Google Shape;1130;p87"/>
              <p:cNvGrpSpPr/>
              <p:nvPr/>
            </p:nvGrpSpPr>
            <p:grpSpPr>
              <a:xfrm>
                <a:off x="842812" y="3639013"/>
                <a:ext cx="1174930" cy="1473018"/>
                <a:chOff x="2734937" y="3434613"/>
                <a:chExt cx="1174930" cy="1473018"/>
              </a:xfrm>
            </p:grpSpPr>
            <p:sp>
              <p:nvSpPr>
                <p:cNvPr id="1131" name="Google Shape;1131;p87"/>
                <p:cNvSpPr txBox="1"/>
                <p:nvPr/>
              </p:nvSpPr>
              <p:spPr>
                <a:xfrm>
                  <a:off x="2734937" y="3434613"/>
                  <a:ext cx="404400" cy="461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noAutofit/>
                </a:bodyPr>
                <a:lstStyle/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r>
                    <a:rPr lang="en-GB" sz="1800">
                      <a:latin typeface="Lexend"/>
                      <a:ea typeface="Lexend"/>
                      <a:cs typeface="Lexend"/>
                      <a:sym typeface="Lexend"/>
                    </a:rPr>
                    <a:t>X</a:t>
                  </a:r>
                  <a:endParaRPr sz="1800"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132" name="Google Shape;1132;p87"/>
                <p:cNvSpPr txBox="1"/>
                <p:nvPr/>
              </p:nvSpPr>
              <p:spPr>
                <a:xfrm>
                  <a:off x="2734937" y="4445931"/>
                  <a:ext cx="404400" cy="461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noAutofit/>
                </a:bodyPr>
                <a:lstStyle/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r>
                    <a:rPr lang="en-GB" sz="1800">
                      <a:latin typeface="Lexend"/>
                      <a:ea typeface="Lexend"/>
                      <a:cs typeface="Lexend"/>
                      <a:sym typeface="Lexend"/>
                    </a:rPr>
                    <a:t>Y</a:t>
                  </a:r>
                  <a:endParaRPr sz="1800"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133" name="Google Shape;1133;p87"/>
                <p:cNvSpPr txBox="1"/>
                <p:nvPr/>
              </p:nvSpPr>
              <p:spPr>
                <a:xfrm>
                  <a:off x="3505468" y="4438306"/>
                  <a:ext cx="404400" cy="461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noAutofit/>
                </a:bodyPr>
                <a:lstStyle/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r>
                    <a:rPr lang="en-GB" sz="1800">
                      <a:latin typeface="Lexend"/>
                      <a:ea typeface="Lexend"/>
                      <a:cs typeface="Lexend"/>
                      <a:sym typeface="Lexend"/>
                    </a:rPr>
                    <a:t>Z</a:t>
                  </a:r>
                  <a:endParaRPr sz="1800"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</p:grpSp>
          <p:cxnSp>
            <p:nvCxnSpPr>
              <p:cNvPr id="1134" name="Google Shape;1134;p87"/>
              <p:cNvCxnSpPr/>
              <p:nvPr/>
            </p:nvCxnSpPr>
            <p:spPr>
              <a:xfrm>
                <a:off x="1185244" y="4862594"/>
                <a:ext cx="1289700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  <p:cxnSp>
            <p:nvCxnSpPr>
              <p:cNvPr id="1135" name="Google Shape;1135;p87"/>
              <p:cNvCxnSpPr/>
              <p:nvPr/>
            </p:nvCxnSpPr>
            <p:spPr>
              <a:xfrm rot="10800000" flipH="1">
                <a:off x="2470900" y="4015525"/>
                <a:ext cx="0" cy="8547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  <p:sp>
            <p:nvSpPr>
              <p:cNvPr id="1136" name="Google Shape;1136;p87"/>
              <p:cNvSpPr txBox="1"/>
              <p:nvPr/>
            </p:nvSpPr>
            <p:spPr>
              <a:xfrm>
                <a:off x="2147533" y="2747623"/>
                <a:ext cx="4869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X′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1137" name="Google Shape;1137;p87"/>
            <p:cNvSpPr txBox="1"/>
            <p:nvPr/>
          </p:nvSpPr>
          <p:spPr>
            <a:xfrm>
              <a:off x="2528588" y="3173632"/>
              <a:ext cx="4044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Y′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38" name="Google Shape;1138;p87"/>
          <p:cNvGrpSpPr/>
          <p:nvPr/>
        </p:nvGrpSpPr>
        <p:grpSpPr>
          <a:xfrm>
            <a:off x="1137612" y="1700800"/>
            <a:ext cx="4319980" cy="3020700"/>
            <a:chOff x="1146079" y="1700800"/>
            <a:chExt cx="4319980" cy="3020700"/>
          </a:xfrm>
        </p:grpSpPr>
        <p:pic>
          <p:nvPicPr>
            <p:cNvPr id="1139" name="Google Shape;1139;p87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146079" y="1700800"/>
              <a:ext cx="4319980" cy="30207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140" name="Google Shape;1140;p87"/>
            <p:cNvGrpSpPr/>
            <p:nvPr/>
          </p:nvGrpSpPr>
          <p:grpSpPr>
            <a:xfrm>
              <a:off x="1247350" y="2160000"/>
              <a:ext cx="2051288" cy="2372038"/>
              <a:chOff x="1243675" y="2158919"/>
              <a:chExt cx="2051288" cy="2372038"/>
            </a:xfrm>
          </p:grpSpPr>
          <p:grpSp>
            <p:nvGrpSpPr>
              <p:cNvPr id="1141" name="Google Shape;1141;p87"/>
              <p:cNvGrpSpPr/>
              <p:nvPr/>
            </p:nvGrpSpPr>
            <p:grpSpPr>
              <a:xfrm>
                <a:off x="1243675" y="2158919"/>
                <a:ext cx="2051288" cy="2372038"/>
                <a:chOff x="842812" y="2739993"/>
                <a:chExt cx="2051288" cy="2372038"/>
              </a:xfrm>
            </p:grpSpPr>
            <p:grpSp>
              <p:nvGrpSpPr>
                <p:cNvPr id="1142" name="Google Shape;1142;p87"/>
                <p:cNvGrpSpPr/>
                <p:nvPr/>
              </p:nvGrpSpPr>
              <p:grpSpPr>
                <a:xfrm>
                  <a:off x="842812" y="3639013"/>
                  <a:ext cx="1174930" cy="1473018"/>
                  <a:chOff x="2734937" y="3434613"/>
                  <a:chExt cx="1174930" cy="1473018"/>
                </a:xfrm>
              </p:grpSpPr>
              <p:sp>
                <p:nvSpPr>
                  <p:cNvPr id="1143" name="Google Shape;1143;p87"/>
                  <p:cNvSpPr txBox="1"/>
                  <p:nvPr/>
                </p:nvSpPr>
                <p:spPr>
                  <a:xfrm>
                    <a:off x="2734937" y="3434613"/>
                    <a:ext cx="404400" cy="4617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t" anchorCtr="0">
                    <a:spAutoFit/>
                  </a:bodyPr>
                  <a:lstStyle/>
                  <a:p>
                    <a:pPr marL="0" lvl="0" indent="0" algn="l" rtl="0">
                      <a:spcBef>
                        <a:spcPct val="0"/>
                      </a:spcBef>
                      <a:spcAft>
                        <a:spcPct val="0"/>
                      </a:spcAft>
                      <a:buNone/>
                    </a:pPr>
                    <a:r>
                      <a:rPr lang="en-GB" sz="1800">
                        <a:latin typeface="Lexend"/>
                        <a:ea typeface="Lexend"/>
                        <a:cs typeface="Lexend"/>
                        <a:sym typeface="Lexend"/>
                      </a:rPr>
                      <a:t>X</a:t>
                    </a:r>
                    <a:endParaRPr sz="1800">
                      <a:latin typeface="Lexend"/>
                      <a:ea typeface="Lexend"/>
                      <a:cs typeface="Lexend"/>
                      <a:sym typeface="Lexend"/>
                    </a:endParaRPr>
                  </a:p>
                </p:txBody>
              </p:sp>
              <p:sp>
                <p:nvSpPr>
                  <p:cNvPr id="1144" name="Google Shape;1144;p87"/>
                  <p:cNvSpPr txBox="1"/>
                  <p:nvPr/>
                </p:nvSpPr>
                <p:spPr>
                  <a:xfrm>
                    <a:off x="2734937" y="4445931"/>
                    <a:ext cx="404400" cy="4617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t" anchorCtr="0">
                    <a:spAutoFit/>
                  </a:bodyPr>
                  <a:lstStyle/>
                  <a:p>
                    <a:pPr marL="0" lvl="0" indent="0" algn="l" rtl="0">
                      <a:spcBef>
                        <a:spcPct val="0"/>
                      </a:spcBef>
                      <a:spcAft>
                        <a:spcPct val="0"/>
                      </a:spcAft>
                      <a:buNone/>
                    </a:pPr>
                    <a:r>
                      <a:rPr lang="en-GB" sz="1800">
                        <a:latin typeface="Lexend"/>
                        <a:ea typeface="Lexend"/>
                        <a:cs typeface="Lexend"/>
                        <a:sym typeface="Lexend"/>
                      </a:rPr>
                      <a:t>Y</a:t>
                    </a:r>
                    <a:endParaRPr sz="1800">
                      <a:latin typeface="Lexend"/>
                      <a:ea typeface="Lexend"/>
                      <a:cs typeface="Lexend"/>
                      <a:sym typeface="Lexend"/>
                    </a:endParaRPr>
                  </a:p>
                </p:txBody>
              </p:sp>
              <p:sp>
                <p:nvSpPr>
                  <p:cNvPr id="1145" name="Google Shape;1145;p87"/>
                  <p:cNvSpPr txBox="1"/>
                  <p:nvPr/>
                </p:nvSpPr>
                <p:spPr>
                  <a:xfrm>
                    <a:off x="3505468" y="4438306"/>
                    <a:ext cx="404400" cy="4617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t" anchorCtr="0">
                    <a:spAutoFit/>
                  </a:bodyPr>
                  <a:lstStyle/>
                  <a:p>
                    <a:pPr marL="0" lvl="0" indent="0" algn="l" rtl="0">
                      <a:spcBef>
                        <a:spcPct val="0"/>
                      </a:spcBef>
                      <a:spcAft>
                        <a:spcPct val="0"/>
                      </a:spcAft>
                      <a:buNone/>
                    </a:pPr>
                    <a:r>
                      <a:rPr lang="en-GB" sz="1800">
                        <a:latin typeface="Lexend"/>
                        <a:ea typeface="Lexend"/>
                        <a:cs typeface="Lexend"/>
                        <a:sym typeface="Lexend"/>
                      </a:rPr>
                      <a:t>Z</a:t>
                    </a:r>
                    <a:endParaRPr sz="1800">
                      <a:latin typeface="Lexend"/>
                      <a:ea typeface="Lexend"/>
                      <a:cs typeface="Lexend"/>
                      <a:sym typeface="Lexend"/>
                    </a:endParaRPr>
                  </a:p>
                </p:txBody>
              </p:sp>
            </p:grpSp>
            <p:cxnSp>
              <p:nvCxnSpPr>
                <p:cNvPr id="1146" name="Google Shape;1146;p87"/>
                <p:cNvCxnSpPr/>
                <p:nvPr/>
              </p:nvCxnSpPr>
              <p:spPr>
                <a:xfrm>
                  <a:off x="1604400" y="4862594"/>
                  <a:ext cx="1289700" cy="0"/>
                </a:xfrm>
                <a:prstGeom prst="straightConnector1">
                  <a:avLst/>
                </a:prstGeom>
                <a:noFill/>
                <a:ln w="38100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stealth" w="med" len="med"/>
                </a:ln>
              </p:spPr>
            </p:cxnSp>
            <p:cxnSp>
              <p:nvCxnSpPr>
                <p:cNvPr id="1147" name="Google Shape;1147;p87"/>
                <p:cNvCxnSpPr/>
                <p:nvPr/>
              </p:nvCxnSpPr>
              <p:spPr>
                <a:xfrm rot="10800000" flipH="1">
                  <a:off x="2890057" y="4015525"/>
                  <a:ext cx="0" cy="854700"/>
                </a:xfrm>
                <a:prstGeom prst="straightConnector1">
                  <a:avLst/>
                </a:prstGeom>
                <a:noFill/>
                <a:ln w="38100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stealth" w="med" len="med"/>
                </a:ln>
              </p:spPr>
            </p:cxnSp>
            <p:sp>
              <p:nvSpPr>
                <p:cNvPr id="1148" name="Google Shape;1148;p87"/>
                <p:cNvSpPr txBox="1"/>
                <p:nvPr/>
              </p:nvSpPr>
              <p:spPr>
                <a:xfrm>
                  <a:off x="2145947" y="2739993"/>
                  <a:ext cx="478800" cy="461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r>
                    <a:rPr lang="en-GB" sz="1800">
                      <a:latin typeface="Lexend"/>
                      <a:ea typeface="Lexend"/>
                      <a:cs typeface="Lexend"/>
                      <a:sym typeface="Lexend"/>
                    </a:rPr>
                    <a:t>X′</a:t>
                  </a:r>
                  <a:endParaRPr sz="1800"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</p:grpSp>
          <p:sp>
            <p:nvSpPr>
              <p:cNvPr id="1149" name="Google Shape;1149;p87"/>
              <p:cNvSpPr txBox="1"/>
              <p:nvPr/>
            </p:nvSpPr>
            <p:spPr>
              <a:xfrm>
                <a:off x="2452402" y="3173634"/>
                <a:ext cx="4788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Y′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1150" name="Google Shape;1150;p87"/>
            <p:cNvSpPr txBox="1"/>
            <p:nvPr/>
          </p:nvSpPr>
          <p:spPr>
            <a:xfrm>
              <a:off x="3413825" y="3194227"/>
              <a:ext cx="4788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Z′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54" name="Shape 1154"/>
        <p:cNvGrpSpPr/>
        <p:nvPr/>
      </p:nvGrpSpPr>
      <p:grpSpPr>
        <a:xfrm>
          <a:off x="0" y="0"/>
          <a:ext cx="0" cy="0"/>
        </a:xfrm>
      </p:grpSpPr>
      <p:sp>
        <p:nvSpPr>
          <p:cNvPr id="1155" name="Google Shape;1155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Translating more complex objects</a:t>
            </a:r>
            <a:endParaRPr/>
          </a:p>
        </p:txBody>
      </p:sp>
      <p:sp>
        <p:nvSpPr>
          <p:cNvPr id="1156" name="Google Shape;1156;p88"/>
          <p:cNvSpPr txBox="1"/>
          <p:nvPr>
            <p:ph type="body" idx="1"/>
          </p:nvPr>
        </p:nvSpPr>
        <p:spPr>
          <a:xfrm>
            <a:off x="324000" y="759300"/>
            <a:ext cx="71352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Alternatively, we could translate one vertex and draw in the remaining parts of the image.</a:t>
            </a:r>
            <a:endParaRPr/>
          </a:p>
        </p:txBody>
      </p:sp>
      <p:grpSp>
        <p:nvGrpSpPr>
          <p:cNvPr id="1157" name="Google Shape;1157;p88"/>
          <p:cNvGrpSpPr/>
          <p:nvPr/>
        </p:nvGrpSpPr>
        <p:grpSpPr>
          <a:xfrm>
            <a:off x="727200" y="1763175"/>
            <a:ext cx="4319988" cy="3020700"/>
            <a:chOff x="1138900" y="1700800"/>
            <a:chExt cx="4319988" cy="3020700"/>
          </a:xfrm>
        </p:grpSpPr>
        <p:grpSp>
          <p:nvGrpSpPr>
            <p:cNvPr id="1158" name="Google Shape;1158;p88"/>
            <p:cNvGrpSpPr/>
            <p:nvPr/>
          </p:nvGrpSpPr>
          <p:grpSpPr>
            <a:xfrm>
              <a:off x="1138900" y="1700800"/>
              <a:ext cx="4319988" cy="3020700"/>
              <a:chOff x="3031025" y="1496400"/>
              <a:chExt cx="4319988" cy="3020700"/>
            </a:xfrm>
          </p:grpSpPr>
          <p:pic>
            <p:nvPicPr>
              <p:cNvPr id="1159" name="Google Shape;1159;p88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3031025" y="1496400"/>
                <a:ext cx="4319988" cy="30207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160" name="Google Shape;1160;p88"/>
              <p:cNvSpPr txBox="1"/>
              <p:nvPr/>
            </p:nvSpPr>
            <p:spPr>
              <a:xfrm>
                <a:off x="3129812" y="2846988"/>
                <a:ext cx="4044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X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161" name="Google Shape;1161;p88"/>
              <p:cNvSpPr txBox="1"/>
              <p:nvPr/>
            </p:nvSpPr>
            <p:spPr>
              <a:xfrm>
                <a:off x="3129812" y="3858306"/>
                <a:ext cx="4044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Y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162" name="Google Shape;1162;p88"/>
              <p:cNvSpPr txBox="1"/>
              <p:nvPr/>
            </p:nvSpPr>
            <p:spPr>
              <a:xfrm>
                <a:off x="3900343" y="3850681"/>
                <a:ext cx="4044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Z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cxnSp>
          <p:nvCxnSpPr>
            <p:cNvPr id="1163" name="Google Shape;1163;p88"/>
            <p:cNvCxnSpPr/>
            <p:nvPr/>
          </p:nvCxnSpPr>
          <p:spPr>
            <a:xfrm>
              <a:off x="1580119" y="3421506"/>
              <a:ext cx="12897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stealth" w="med" len="med"/>
            </a:ln>
          </p:spPr>
        </p:cxnSp>
        <p:cxnSp>
          <p:nvCxnSpPr>
            <p:cNvPr id="1164" name="Google Shape;1164;p88"/>
            <p:cNvCxnSpPr/>
            <p:nvPr/>
          </p:nvCxnSpPr>
          <p:spPr>
            <a:xfrm rot="10800000" flipH="1">
              <a:off x="2865775" y="2574437"/>
              <a:ext cx="0" cy="8547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stealth" w="med" len="med"/>
            </a:ln>
          </p:spPr>
        </p:cxnSp>
        <p:sp>
          <p:nvSpPr>
            <p:cNvPr id="1165" name="Google Shape;1165;p88"/>
            <p:cNvSpPr txBox="1"/>
            <p:nvPr/>
          </p:nvSpPr>
          <p:spPr>
            <a:xfrm>
              <a:off x="2542412" y="2159988"/>
              <a:ext cx="4044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X′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66" name="Google Shape;1166;p88"/>
          <p:cNvGrpSpPr/>
          <p:nvPr/>
        </p:nvGrpSpPr>
        <p:grpSpPr>
          <a:xfrm>
            <a:off x="727200" y="1764000"/>
            <a:ext cx="4319980" cy="3020700"/>
            <a:chOff x="1146079" y="1700800"/>
            <a:chExt cx="4319980" cy="3020700"/>
          </a:xfrm>
        </p:grpSpPr>
        <p:pic>
          <p:nvPicPr>
            <p:cNvPr id="1167" name="Google Shape;1167;p8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146079" y="1700800"/>
              <a:ext cx="4319980" cy="30207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168" name="Google Shape;1168;p88"/>
            <p:cNvGrpSpPr/>
            <p:nvPr/>
          </p:nvGrpSpPr>
          <p:grpSpPr>
            <a:xfrm>
              <a:off x="1247350" y="2167625"/>
              <a:ext cx="1727349" cy="2364413"/>
              <a:chOff x="1243675" y="2166544"/>
              <a:chExt cx="1727349" cy="2364413"/>
            </a:xfrm>
          </p:grpSpPr>
          <p:grpSp>
            <p:nvGrpSpPr>
              <p:cNvPr id="1169" name="Google Shape;1169;p88"/>
              <p:cNvGrpSpPr/>
              <p:nvPr/>
            </p:nvGrpSpPr>
            <p:grpSpPr>
              <a:xfrm>
                <a:off x="1243675" y="2166544"/>
                <a:ext cx="1727349" cy="2364413"/>
                <a:chOff x="842812" y="2747618"/>
                <a:chExt cx="1727349" cy="2364413"/>
              </a:xfrm>
            </p:grpSpPr>
            <p:grpSp>
              <p:nvGrpSpPr>
                <p:cNvPr id="1170" name="Google Shape;1170;p88"/>
                <p:cNvGrpSpPr/>
                <p:nvPr/>
              </p:nvGrpSpPr>
              <p:grpSpPr>
                <a:xfrm>
                  <a:off x="842812" y="3639013"/>
                  <a:ext cx="1174930" cy="1473018"/>
                  <a:chOff x="2734937" y="3434613"/>
                  <a:chExt cx="1174930" cy="1473018"/>
                </a:xfrm>
              </p:grpSpPr>
              <p:sp>
                <p:nvSpPr>
                  <p:cNvPr id="1171" name="Google Shape;1171;p88"/>
                  <p:cNvSpPr txBox="1"/>
                  <p:nvPr/>
                </p:nvSpPr>
                <p:spPr>
                  <a:xfrm>
                    <a:off x="2734937" y="3434613"/>
                    <a:ext cx="404400" cy="4617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t" anchorCtr="0">
                    <a:spAutoFit/>
                  </a:bodyPr>
                  <a:lstStyle/>
                  <a:p>
                    <a:pPr marL="0" lvl="0" indent="0" algn="l" rtl="0">
                      <a:spcBef>
                        <a:spcPct val="0"/>
                      </a:spcBef>
                      <a:spcAft>
                        <a:spcPct val="0"/>
                      </a:spcAft>
                      <a:buNone/>
                    </a:pPr>
                    <a:r>
                      <a:rPr lang="en-GB" sz="1800">
                        <a:latin typeface="Lexend"/>
                        <a:ea typeface="Lexend"/>
                        <a:cs typeface="Lexend"/>
                        <a:sym typeface="Lexend"/>
                      </a:rPr>
                      <a:t>X</a:t>
                    </a:r>
                    <a:endParaRPr sz="1800">
                      <a:latin typeface="Lexend"/>
                      <a:ea typeface="Lexend"/>
                      <a:cs typeface="Lexend"/>
                      <a:sym typeface="Lexend"/>
                    </a:endParaRPr>
                  </a:p>
                </p:txBody>
              </p:sp>
              <p:sp>
                <p:nvSpPr>
                  <p:cNvPr id="1172" name="Google Shape;1172;p88"/>
                  <p:cNvSpPr txBox="1"/>
                  <p:nvPr/>
                </p:nvSpPr>
                <p:spPr>
                  <a:xfrm>
                    <a:off x="2734937" y="4445931"/>
                    <a:ext cx="404400" cy="4617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t" anchorCtr="0">
                    <a:spAutoFit/>
                  </a:bodyPr>
                  <a:lstStyle/>
                  <a:p>
                    <a:pPr marL="0" lvl="0" indent="0" algn="l" rtl="0">
                      <a:spcBef>
                        <a:spcPct val="0"/>
                      </a:spcBef>
                      <a:spcAft>
                        <a:spcPct val="0"/>
                      </a:spcAft>
                      <a:buNone/>
                    </a:pPr>
                    <a:r>
                      <a:rPr lang="en-GB" sz="1800">
                        <a:latin typeface="Lexend"/>
                        <a:ea typeface="Lexend"/>
                        <a:cs typeface="Lexend"/>
                        <a:sym typeface="Lexend"/>
                      </a:rPr>
                      <a:t>Y</a:t>
                    </a:r>
                    <a:endParaRPr sz="1800">
                      <a:latin typeface="Lexend"/>
                      <a:ea typeface="Lexend"/>
                      <a:cs typeface="Lexend"/>
                      <a:sym typeface="Lexend"/>
                    </a:endParaRPr>
                  </a:p>
                </p:txBody>
              </p:sp>
              <p:sp>
                <p:nvSpPr>
                  <p:cNvPr id="1173" name="Google Shape;1173;p88"/>
                  <p:cNvSpPr txBox="1"/>
                  <p:nvPr/>
                </p:nvSpPr>
                <p:spPr>
                  <a:xfrm>
                    <a:off x="3505468" y="4438306"/>
                    <a:ext cx="404400" cy="4617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t" anchorCtr="0">
                    <a:spAutoFit/>
                  </a:bodyPr>
                  <a:lstStyle/>
                  <a:p>
                    <a:pPr marL="0" lvl="0" indent="0" algn="l" rtl="0">
                      <a:spcBef>
                        <a:spcPct val="0"/>
                      </a:spcBef>
                      <a:spcAft>
                        <a:spcPct val="0"/>
                      </a:spcAft>
                      <a:buNone/>
                    </a:pPr>
                    <a:r>
                      <a:rPr lang="en-GB" sz="1800">
                        <a:latin typeface="Lexend"/>
                        <a:ea typeface="Lexend"/>
                        <a:cs typeface="Lexend"/>
                        <a:sym typeface="Lexend"/>
                      </a:rPr>
                      <a:t>Z</a:t>
                    </a:r>
                    <a:endParaRPr sz="1800">
                      <a:latin typeface="Lexend"/>
                      <a:ea typeface="Lexend"/>
                      <a:cs typeface="Lexend"/>
                      <a:sym typeface="Lexend"/>
                    </a:endParaRPr>
                  </a:p>
                </p:txBody>
              </p:sp>
            </p:grpSp>
            <p:sp>
              <p:nvSpPr>
                <p:cNvPr id="1174" name="Google Shape;1174;p88"/>
                <p:cNvSpPr txBox="1"/>
                <p:nvPr/>
              </p:nvSpPr>
              <p:spPr>
                <a:xfrm>
                  <a:off x="2075762" y="2747618"/>
                  <a:ext cx="494400" cy="461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r>
                    <a:rPr lang="en-GB" sz="1800">
                      <a:latin typeface="Lexend"/>
                      <a:ea typeface="Lexend"/>
                      <a:cs typeface="Lexend"/>
                      <a:sym typeface="Lexend"/>
                    </a:rPr>
                    <a:t>X′</a:t>
                  </a:r>
                  <a:endParaRPr sz="1800"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</p:grpSp>
          <p:sp>
            <p:nvSpPr>
              <p:cNvPr id="1175" name="Google Shape;1175;p88"/>
              <p:cNvSpPr txBox="1"/>
              <p:nvPr/>
            </p:nvSpPr>
            <p:spPr>
              <a:xfrm>
                <a:off x="2452403" y="3173634"/>
                <a:ext cx="4944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Y′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1176" name="Google Shape;1176;p88"/>
            <p:cNvSpPr txBox="1"/>
            <p:nvPr/>
          </p:nvSpPr>
          <p:spPr>
            <a:xfrm>
              <a:off x="3442549" y="3194227"/>
              <a:ext cx="4944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Z′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80" name="Shape 1180"/>
        <p:cNvGrpSpPr/>
        <p:nvPr/>
      </p:nvGrpSpPr>
      <p:grpSpPr>
        <a:xfrm>
          <a:off x="0" y="0"/>
          <a:ext cx="0" cy="0"/>
        </a:xfrm>
      </p:grpSpPr>
      <p:sp>
        <p:nvSpPr>
          <p:cNvPr id="1181" name="Google Shape;1181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Translating more complex objects</a:t>
            </a:r>
            <a:endParaRPr/>
          </a:p>
        </p:txBody>
      </p:sp>
      <p:sp>
        <p:nvSpPr>
          <p:cNvPr id="1182" name="Google Shape;1182;p89"/>
          <p:cNvSpPr txBox="1"/>
          <p:nvPr>
            <p:ph type="body" idx="1"/>
          </p:nvPr>
        </p:nvSpPr>
        <p:spPr>
          <a:xfrm>
            <a:off x="324000" y="759300"/>
            <a:ext cx="7071000" cy="86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Sometimes the complexity of the object may support one of the methods more than the other.</a:t>
            </a:r>
            <a:endParaRPr sz="2000"/>
          </a:p>
        </p:txBody>
      </p:sp>
      <p:pic>
        <p:nvPicPr>
          <p:cNvPr id="1183" name="Google Shape;1183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6450" y="1536725"/>
            <a:ext cx="2522900" cy="2528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4" name="Google Shape;1184;p8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97199" y="1536725"/>
            <a:ext cx="2162000" cy="2592499"/>
          </a:xfrm>
          <a:prstGeom prst="rect">
            <a:avLst/>
          </a:prstGeom>
          <a:noFill/>
          <a:ln>
            <a:noFill/>
          </a:ln>
        </p:spPr>
      </p:pic>
      <p:sp>
        <p:nvSpPr>
          <p:cNvPr id="1185" name="Google Shape;1185;p89"/>
          <p:cNvSpPr txBox="1"/>
          <p:nvPr/>
        </p:nvSpPr>
        <p:spPr>
          <a:xfrm>
            <a:off x="324000" y="4129225"/>
            <a:ext cx="63249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Which method might you use for each of these? 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89" name="Shape 1189"/>
        <p:cNvGrpSpPr/>
        <p:nvPr/>
      </p:nvGrpSpPr>
      <p:grpSpPr>
        <a:xfrm>
          <a:off x="0" y="0"/>
          <a:ext cx="0" cy="0"/>
        </a:xfrm>
      </p:grpSpPr>
      <p:sp>
        <p:nvSpPr>
          <p:cNvPr id="1190" name="Google Shape;1190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Translating more complex objects</a:t>
            </a:r>
            <a:endParaRPr/>
          </a:p>
        </p:txBody>
      </p:sp>
      <p:sp>
        <p:nvSpPr>
          <p:cNvPr id="1191" name="Google Shape;1191;p90"/>
          <p:cNvSpPr txBox="1"/>
          <p:nvPr>
            <p:ph type="subTitle" idx="1"/>
          </p:nvPr>
        </p:nvSpPr>
        <p:spPr>
          <a:xfrm>
            <a:off x="649600" y="1210225"/>
            <a:ext cx="3670500" cy="40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Translate the object by </a:t>
            </a:r>
            <a:endParaRPr/>
          </a:p>
        </p:txBody>
      </p:sp>
      <p:sp>
        <p:nvSpPr>
          <p:cNvPr id="1192" name="Google Shape;1192;p90"/>
          <p:cNvSpPr txBox="1"/>
          <p:nvPr>
            <p:ph type="subTitle" idx="2"/>
          </p:nvPr>
        </p:nvSpPr>
        <p:spPr>
          <a:xfrm>
            <a:off x="5050075" y="1210225"/>
            <a:ext cx="3711600" cy="40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Translate the object by </a:t>
            </a:r>
            <a:endParaRPr/>
          </a:p>
        </p:txBody>
      </p:sp>
      <p:pic>
        <p:nvPicPr>
          <p:cNvPr id="1193" name="Google Shape;1193;p90" descr="&lt;math xmlns=&quot;http://www.w3.org/1998/Math/MathML&quot; display=&quot;block&quot; data-is-equatio=&quot;1&quot; data-latex=&quot;\left(\begin{matrix}2\\&amp;#13;&amp;#10;-3\end{matrix}\right)&quot;&gt;&lt;mrow data-mjx-texclass=&quot;INNER&quot;&gt;&lt;mo data-mjx-texclass=&quot;OPEN&quot;&gt;(&lt;/mo&gt;&lt;mtable columnspacing=&quot;1em&quot; rowspacing=&quot;4pt&quot;&gt;&lt;mtr&gt;&lt;mtd&gt;&lt;mn&gt;2&lt;/mn&gt;&lt;/mtd&gt;&lt;/mtr&gt;&lt;mtr&gt;&lt;mtd&gt;&lt;mo&gt;−&lt;/mo&gt;&lt;mn&gt;3&lt;/mn&gt;&lt;/mtd&gt;&lt;/mtr&gt;&lt;/mtable&gt;&lt;mo data-mjx-texclass=&quot;CLOSE&quot;&gt;)&lt;/mo&gt;&lt;/mrow&gt;&lt;/math&gt;" title="the 2 by 1 column matrix 2 negative 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24849" y="1094872"/>
            <a:ext cx="495650" cy="461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4" name="Google Shape;1194;p90"/>
          <p:cNvPicPr preferRelativeResize="0"/>
          <p:nvPr/>
        </p:nvPicPr>
        <p:blipFill>
          <a:blip r:embed="rId4">
            <a:alphaModFix/>
          </a:blip>
          <a:srcRect l="25399" t="10563" r="37634" b="15515"/>
          <a:stretch>
            <a:fillRect/>
          </a:stretch>
        </p:blipFill>
        <p:spPr>
          <a:xfrm>
            <a:off x="893625" y="1594425"/>
            <a:ext cx="2833249" cy="322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5" name="Google Shape;1195;p90"/>
          <p:cNvPicPr preferRelativeResize="0"/>
          <p:nvPr/>
        </p:nvPicPr>
        <p:blipFill>
          <a:blip r:embed="rId5">
            <a:alphaModFix/>
          </a:blip>
          <a:srcRect l="25388" t="10487" r="37646" b="15080"/>
          <a:stretch>
            <a:fillRect/>
          </a:stretch>
        </p:blipFill>
        <p:spPr>
          <a:xfrm>
            <a:off x="893623" y="1594800"/>
            <a:ext cx="2833260" cy="32450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6" name="Google Shape;1196;p90"/>
          <p:cNvPicPr preferRelativeResize="0"/>
          <p:nvPr/>
        </p:nvPicPr>
        <p:blipFill>
          <a:blip r:embed="rId6">
            <a:alphaModFix/>
          </a:blip>
          <a:srcRect l="25406" t="10420" r="37627" b="15147"/>
          <a:stretch>
            <a:fillRect/>
          </a:stretch>
        </p:blipFill>
        <p:spPr>
          <a:xfrm>
            <a:off x="892800" y="1594800"/>
            <a:ext cx="2833260" cy="322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7" name="Google Shape;1197;p90"/>
          <p:cNvPicPr preferRelativeResize="0"/>
          <p:nvPr/>
        </p:nvPicPr>
        <p:blipFill>
          <a:blip r:embed="rId7">
            <a:alphaModFix/>
          </a:blip>
          <a:srcRect l="25344" t="10502" r="37688" b="15065"/>
          <a:stretch>
            <a:fillRect/>
          </a:stretch>
        </p:blipFill>
        <p:spPr>
          <a:xfrm>
            <a:off x="892800" y="1594800"/>
            <a:ext cx="2833275" cy="322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8" name="Google Shape;1198;p90"/>
          <p:cNvPicPr preferRelativeResize="0"/>
          <p:nvPr/>
        </p:nvPicPr>
        <p:blipFill>
          <a:blip r:embed="rId8">
            <a:alphaModFix/>
          </a:blip>
          <a:srcRect l="25429" t="10591" r="37603" b="14975"/>
          <a:stretch>
            <a:fillRect/>
          </a:stretch>
        </p:blipFill>
        <p:spPr>
          <a:xfrm>
            <a:off x="892800" y="1594800"/>
            <a:ext cx="2833260" cy="32450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9" name="Google Shape;1199;p90"/>
          <p:cNvPicPr preferRelativeResize="0"/>
          <p:nvPr/>
        </p:nvPicPr>
        <p:blipFill>
          <a:blip r:embed="rId9">
            <a:alphaModFix/>
          </a:blip>
          <a:srcRect l="25373" t="10465" r="37660" b="15102"/>
          <a:stretch>
            <a:fillRect/>
          </a:stretch>
        </p:blipFill>
        <p:spPr>
          <a:xfrm>
            <a:off x="892800" y="1594800"/>
            <a:ext cx="2833260" cy="322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0" name="Google Shape;1200;p90"/>
          <p:cNvPicPr preferRelativeResize="0"/>
          <p:nvPr/>
        </p:nvPicPr>
        <p:blipFill>
          <a:blip r:embed="rId10">
            <a:alphaModFix/>
          </a:blip>
          <a:srcRect l="25436" t="10576" r="37597" b="14990"/>
          <a:stretch>
            <a:fillRect/>
          </a:stretch>
        </p:blipFill>
        <p:spPr>
          <a:xfrm>
            <a:off x="892800" y="1594800"/>
            <a:ext cx="2833260" cy="322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1" name="Google Shape;1201;p90"/>
          <p:cNvPicPr preferRelativeResize="0"/>
          <p:nvPr/>
        </p:nvPicPr>
        <p:blipFill>
          <a:blip r:embed="rId11">
            <a:alphaModFix/>
          </a:blip>
          <a:srcRect l="25370" t="10502" r="37662" b="15065"/>
          <a:stretch>
            <a:fillRect/>
          </a:stretch>
        </p:blipFill>
        <p:spPr>
          <a:xfrm>
            <a:off x="892800" y="1594800"/>
            <a:ext cx="2833260" cy="32220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grpSp>
        <p:nvGrpSpPr>
          <p:cNvPr id="1202" name="Google Shape;1202;p90"/>
          <p:cNvGrpSpPr/>
          <p:nvPr/>
        </p:nvGrpSpPr>
        <p:grpSpPr>
          <a:xfrm>
            <a:off x="993600" y="1617000"/>
            <a:ext cx="1845300" cy="1932000"/>
            <a:chOff x="993600" y="1617000"/>
            <a:chExt cx="1845300" cy="1932000"/>
          </a:xfrm>
        </p:grpSpPr>
        <p:sp>
          <p:nvSpPr>
            <p:cNvPr id="1203" name="Google Shape;1203;p90"/>
            <p:cNvSpPr txBox="1"/>
            <p:nvPr/>
          </p:nvSpPr>
          <p:spPr>
            <a:xfrm>
              <a:off x="1845000" y="1620000"/>
              <a:ext cx="3450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E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04" name="Google Shape;1204;p90"/>
            <p:cNvSpPr txBox="1"/>
            <p:nvPr/>
          </p:nvSpPr>
          <p:spPr>
            <a:xfrm>
              <a:off x="1809900" y="2014200"/>
              <a:ext cx="3450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F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05" name="Google Shape;1205;p90"/>
            <p:cNvSpPr txBox="1"/>
            <p:nvPr/>
          </p:nvSpPr>
          <p:spPr>
            <a:xfrm>
              <a:off x="993600" y="2020500"/>
              <a:ext cx="3450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06" name="Google Shape;1206;p90"/>
            <p:cNvSpPr txBox="1"/>
            <p:nvPr/>
          </p:nvSpPr>
          <p:spPr>
            <a:xfrm>
              <a:off x="993600" y="2477700"/>
              <a:ext cx="3450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07" name="Google Shape;1207;p90"/>
            <p:cNvSpPr txBox="1"/>
            <p:nvPr/>
          </p:nvSpPr>
          <p:spPr>
            <a:xfrm>
              <a:off x="2212800" y="3087300"/>
              <a:ext cx="3450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08" name="Google Shape;1208;p90"/>
            <p:cNvSpPr txBox="1"/>
            <p:nvPr/>
          </p:nvSpPr>
          <p:spPr>
            <a:xfrm>
              <a:off x="2493900" y="1617000"/>
              <a:ext cx="3450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209" name="Google Shape;1209;p90"/>
          <p:cNvSpPr txBox="1"/>
          <p:nvPr/>
        </p:nvSpPr>
        <p:spPr>
          <a:xfrm>
            <a:off x="1789800" y="3240000"/>
            <a:ext cx="451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A′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0" name="Google Shape;1210;p90"/>
          <p:cNvSpPr txBox="1"/>
          <p:nvPr/>
        </p:nvSpPr>
        <p:spPr>
          <a:xfrm>
            <a:off x="1783800" y="3657600"/>
            <a:ext cx="451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B′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1" name="Google Shape;1211;p90"/>
          <p:cNvSpPr txBox="1"/>
          <p:nvPr/>
        </p:nvSpPr>
        <p:spPr>
          <a:xfrm>
            <a:off x="2991300" y="4317750"/>
            <a:ext cx="451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C′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2" name="Google Shape;1212;p90"/>
          <p:cNvSpPr txBox="1"/>
          <p:nvPr/>
        </p:nvSpPr>
        <p:spPr>
          <a:xfrm>
            <a:off x="3275075" y="2842650"/>
            <a:ext cx="451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D′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3" name="Google Shape;1213;p90"/>
          <p:cNvSpPr txBox="1"/>
          <p:nvPr/>
        </p:nvSpPr>
        <p:spPr>
          <a:xfrm>
            <a:off x="2624975" y="2854500"/>
            <a:ext cx="451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E′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4" name="Google Shape;1214;p90"/>
          <p:cNvSpPr txBox="1"/>
          <p:nvPr/>
        </p:nvSpPr>
        <p:spPr>
          <a:xfrm>
            <a:off x="2624975" y="3240000"/>
            <a:ext cx="451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F′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5" name="Google Shape;1215;p90" descr="&lt;math xmlns=&quot;http://www.w3.org/1998/Math/MathML&quot; display=&quot;block&quot; data-is-equatio=&quot;1&quot; data-latex=&quot;\left(\begin{matrix}-2\\&amp;#13;&amp;#10;2\end{matrix}\right)&quot;&gt;&lt;mrow data-mjx-texclass=&quot;INNER&quot;&gt;&lt;mo data-mjx-texclass=&quot;OPEN&quot;&gt;(&lt;/mo&gt;&lt;mtable columnspacing=&quot;1em&quot; rowspacing=&quot;4pt&quot;&gt;&lt;mtr&gt;&lt;mtd&gt;&lt;mo&gt;−&lt;/mo&gt;&lt;mn&gt;2&lt;/mn&gt;&lt;/mtd&gt;&lt;/mtr&gt;&lt;mtr&gt;&lt;mtd&gt;&lt;mn&gt;2&lt;/mn&gt;&lt;/mtd&gt;&lt;/mtr&gt;&lt;/mtable&gt;&lt;mo data-mjx-texclass=&quot;CLOSE&quot;&gt;)&lt;/mo&gt;&lt;/mrow&gt;&lt;/math&gt;" title="the 2 by 1 column matrix negative 2 2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7713550" y="1144700"/>
            <a:ext cx="495655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6" name="Google Shape;1216;p90"/>
          <p:cNvPicPr preferRelativeResize="0"/>
          <p:nvPr/>
        </p:nvPicPr>
        <p:blipFill>
          <a:blip r:embed="rId13">
            <a:alphaModFix/>
          </a:blip>
          <a:srcRect l="23117" t="12424" r="39912" b="31584"/>
          <a:stretch>
            <a:fillRect/>
          </a:stretch>
        </p:blipFill>
        <p:spPr>
          <a:xfrm>
            <a:off x="5050075" y="1657500"/>
            <a:ext cx="3342751" cy="2879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7" name="Google Shape;1217;p90"/>
          <p:cNvPicPr preferRelativeResize="0"/>
          <p:nvPr/>
        </p:nvPicPr>
        <p:blipFill>
          <a:blip r:embed="rId14">
            <a:alphaModFix/>
          </a:blip>
          <a:srcRect l="23117" t="12476" r="39912" b="30605"/>
          <a:stretch>
            <a:fillRect/>
          </a:stretch>
        </p:blipFill>
        <p:spPr>
          <a:xfrm>
            <a:off x="5050078" y="1663595"/>
            <a:ext cx="3342751" cy="2927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8" name="Google Shape;1218;p90"/>
          <p:cNvPicPr preferRelativeResize="0"/>
          <p:nvPr/>
        </p:nvPicPr>
        <p:blipFill>
          <a:blip r:embed="rId15">
            <a:alphaModFix/>
          </a:blip>
          <a:srcRect l="23117" t="12567" r="39912" b="30513"/>
          <a:stretch>
            <a:fillRect/>
          </a:stretch>
        </p:blipFill>
        <p:spPr>
          <a:xfrm>
            <a:off x="5050076" y="1671088"/>
            <a:ext cx="3342751" cy="2927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9" name="Google Shape;1219;p90"/>
          <p:cNvPicPr preferRelativeResize="0"/>
          <p:nvPr/>
        </p:nvPicPr>
        <p:blipFill>
          <a:blip r:embed="rId16">
            <a:alphaModFix/>
          </a:blip>
          <a:srcRect l="23046" t="12453" r="39985" b="30627"/>
          <a:stretch>
            <a:fillRect/>
          </a:stretch>
        </p:blipFill>
        <p:spPr>
          <a:xfrm>
            <a:off x="5051276" y="1664800"/>
            <a:ext cx="3342751" cy="2927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0" name="Google Shape;1220;p90"/>
          <p:cNvPicPr preferRelativeResize="0"/>
          <p:nvPr/>
        </p:nvPicPr>
        <p:blipFill>
          <a:blip r:embed="rId17">
            <a:alphaModFix/>
          </a:blip>
          <a:srcRect l="23123" t="12384" r="39907" b="30700"/>
          <a:stretch>
            <a:fillRect/>
          </a:stretch>
        </p:blipFill>
        <p:spPr>
          <a:xfrm>
            <a:off x="5058776" y="1663588"/>
            <a:ext cx="3342751" cy="2927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1" name="Google Shape;1221;p90"/>
          <p:cNvPicPr preferRelativeResize="0"/>
          <p:nvPr/>
        </p:nvPicPr>
        <p:blipFill>
          <a:blip r:embed="rId18">
            <a:alphaModFix/>
          </a:blip>
          <a:srcRect l="23012" t="12453" r="40018" b="30627"/>
          <a:stretch>
            <a:fillRect/>
          </a:stretch>
        </p:blipFill>
        <p:spPr>
          <a:xfrm>
            <a:off x="5050076" y="1663603"/>
            <a:ext cx="3342751" cy="2927601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grpSp>
        <p:nvGrpSpPr>
          <p:cNvPr id="1222" name="Google Shape;1222;p90"/>
          <p:cNvGrpSpPr/>
          <p:nvPr/>
        </p:nvGrpSpPr>
        <p:grpSpPr>
          <a:xfrm>
            <a:off x="6199800" y="2704500"/>
            <a:ext cx="2097600" cy="1604400"/>
            <a:chOff x="6199800" y="2704500"/>
            <a:chExt cx="2097600" cy="1604400"/>
          </a:xfrm>
        </p:grpSpPr>
        <p:sp>
          <p:nvSpPr>
            <p:cNvPr id="1223" name="Google Shape;1223;p90"/>
            <p:cNvSpPr txBox="1"/>
            <p:nvPr/>
          </p:nvSpPr>
          <p:spPr>
            <a:xfrm>
              <a:off x="6199800" y="2932800"/>
              <a:ext cx="3450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24" name="Google Shape;1224;p90"/>
            <p:cNvSpPr txBox="1"/>
            <p:nvPr/>
          </p:nvSpPr>
          <p:spPr>
            <a:xfrm>
              <a:off x="6657000" y="3847200"/>
              <a:ext cx="3450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25" name="Google Shape;1225;p90"/>
            <p:cNvSpPr txBox="1"/>
            <p:nvPr/>
          </p:nvSpPr>
          <p:spPr>
            <a:xfrm>
              <a:off x="7952400" y="3390000"/>
              <a:ext cx="3450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26" name="Google Shape;1226;p90"/>
            <p:cNvSpPr txBox="1"/>
            <p:nvPr/>
          </p:nvSpPr>
          <p:spPr>
            <a:xfrm>
              <a:off x="7148400" y="2704500"/>
              <a:ext cx="4518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227" name="Google Shape;1227;p90"/>
          <p:cNvSpPr txBox="1"/>
          <p:nvPr/>
        </p:nvSpPr>
        <p:spPr>
          <a:xfrm>
            <a:off x="5178543" y="1774228"/>
            <a:ext cx="451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A′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8" name="Google Shape;1228;p90"/>
          <p:cNvSpPr txBox="1"/>
          <p:nvPr/>
        </p:nvSpPr>
        <p:spPr>
          <a:xfrm>
            <a:off x="5557100" y="2854500"/>
            <a:ext cx="451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B′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9" name="Google Shape;1229;p90"/>
          <p:cNvSpPr txBox="1"/>
          <p:nvPr/>
        </p:nvSpPr>
        <p:spPr>
          <a:xfrm>
            <a:off x="7022700" y="2358872"/>
            <a:ext cx="451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C′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0" name="Google Shape;1230;p90"/>
          <p:cNvSpPr txBox="1"/>
          <p:nvPr/>
        </p:nvSpPr>
        <p:spPr>
          <a:xfrm>
            <a:off x="6170675" y="1699650"/>
            <a:ext cx="451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D′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1" name="Google Shape;1231;p90"/>
          <p:cNvSpPr txBox="1"/>
          <p:nvPr/>
        </p:nvSpPr>
        <p:spPr>
          <a:xfrm>
            <a:off x="200025" y="1884175"/>
            <a:ext cx="5486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235" name="Shape 1235"/>
        <p:cNvGrpSpPr/>
        <p:nvPr/>
      </p:nvGrpSpPr>
      <p:grpSpPr>
        <a:xfrm>
          <a:off x="0" y="0"/>
          <a:ext cx="0" cy="0"/>
        </a:xfrm>
      </p:grpSpPr>
      <p:sp>
        <p:nvSpPr>
          <p:cNvPr id="1236" name="Google Shape;1236;p91"/>
          <p:cNvSpPr txBox="1"/>
          <p:nvPr>
            <p:ph type="body" idx="1"/>
          </p:nvPr>
        </p:nvSpPr>
        <p:spPr>
          <a:xfrm>
            <a:off x="324000" y="759300"/>
            <a:ext cx="70443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68300" algn="l" rtl="0">
              <a:spcBef>
                <a:spcPct val="0"/>
              </a:spcBef>
              <a:spcAft>
                <a:spcPct val="0"/>
              </a:spcAft>
              <a:buSzPts val="2200"/>
              <a:buAutoNum type="arabicParenR"/>
            </a:pPr>
            <a:r>
              <a:rPr lang="en-GB"/>
              <a:t>Here is a plan view of a bedroom. By only translating the objects, redesign the layout. </a:t>
            </a:r>
            <a:endParaRPr/>
          </a:p>
        </p:txBody>
      </p:sp>
      <p:sp>
        <p:nvSpPr>
          <p:cNvPr id="1237" name="Google Shape;1237;p91"/>
          <p:cNvSpPr txBox="1"/>
          <p:nvPr>
            <p:ph type="subTitle" idx="2"/>
          </p:nvPr>
        </p:nvSpPr>
        <p:spPr>
          <a:xfrm>
            <a:off x="1398350" y="125750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Translating more complex objects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b="1">
              <a:solidFill>
                <a:schemeClr val="dk1"/>
              </a:solidFill>
            </a:endParaRPr>
          </a:p>
        </p:txBody>
      </p:sp>
      <p:pic>
        <p:nvPicPr>
          <p:cNvPr id="1238" name="Google Shape;1238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0975" y="1660200"/>
            <a:ext cx="3523875" cy="2825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9" name="Google Shape;1239;p9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62512" y="1656488"/>
            <a:ext cx="3523875" cy="2833011"/>
          </a:xfrm>
          <a:prstGeom prst="rect">
            <a:avLst/>
          </a:prstGeom>
          <a:noFill/>
          <a:ln>
            <a:noFill/>
          </a:ln>
        </p:spPr>
      </p:pic>
      <p:sp>
        <p:nvSpPr>
          <p:cNvPr id="1240" name="Google Shape;1240;p91"/>
          <p:cNvSpPr txBox="1"/>
          <p:nvPr/>
        </p:nvSpPr>
        <p:spPr>
          <a:xfrm>
            <a:off x="961550" y="2426875"/>
            <a:ext cx="608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bed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1" name="Google Shape;1241;p91"/>
          <p:cNvSpPr txBox="1"/>
          <p:nvPr/>
        </p:nvSpPr>
        <p:spPr>
          <a:xfrm>
            <a:off x="2295769" y="1614469"/>
            <a:ext cx="1137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drawers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2" name="Google Shape;1242;p91"/>
          <p:cNvSpPr txBox="1"/>
          <p:nvPr/>
        </p:nvSpPr>
        <p:spPr>
          <a:xfrm rot="-5400000">
            <a:off x="735350" y="3874685"/>
            <a:ext cx="711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desk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3" name="Google Shape;1243;p91"/>
          <p:cNvSpPr txBox="1"/>
          <p:nvPr/>
        </p:nvSpPr>
        <p:spPr>
          <a:xfrm>
            <a:off x="3110250" y="4461475"/>
            <a:ext cx="226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wardrobe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44" name="Google Shape;1244;p91"/>
          <p:cNvCxnSpPr/>
          <p:nvPr/>
        </p:nvCxnSpPr>
        <p:spPr>
          <a:xfrm rot="10800000" flipH="1">
            <a:off x="3815650" y="4357700"/>
            <a:ext cx="99300" cy="1983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2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248" name="Shape 1248"/>
        <p:cNvGrpSpPr/>
        <p:nvPr/>
      </p:nvGrpSpPr>
      <p:grpSpPr>
        <a:xfrm>
          <a:off x="0" y="0"/>
          <a:ext cx="0" cy="0"/>
        </a:xfrm>
      </p:grpSpPr>
      <p:sp>
        <p:nvSpPr>
          <p:cNvPr id="1249" name="Google Shape;1249;p92"/>
          <p:cNvSpPr txBox="1"/>
          <p:nvPr>
            <p:ph type="body" idx="1"/>
          </p:nvPr>
        </p:nvSpPr>
        <p:spPr>
          <a:xfrm>
            <a:off x="324000" y="759300"/>
            <a:ext cx="7062000" cy="74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68300" algn="l" rtl="0">
              <a:spcBef>
                <a:spcPct val="0"/>
              </a:spcBef>
              <a:spcAft>
                <a:spcPct val="0"/>
              </a:spcAft>
              <a:buSzPts val="2200"/>
              <a:buAutoNum type="arabicParenR" startAt="2"/>
            </a:pPr>
            <a:r>
              <a:rPr lang="en-GB"/>
              <a:t>Complete the translations, always start with triangle A.</a:t>
            </a:r>
            <a:br>
              <a:rPr lang="en-GB"/>
            </a:br>
            <a:endParaRPr/>
          </a:p>
          <a:p>
            <a:pPr marL="91440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/>
          </a:p>
        </p:txBody>
      </p:sp>
      <p:grpSp>
        <p:nvGrpSpPr>
          <p:cNvPr id="1250" name="Google Shape;1250;p92"/>
          <p:cNvGrpSpPr/>
          <p:nvPr/>
        </p:nvGrpSpPr>
        <p:grpSpPr>
          <a:xfrm>
            <a:off x="3949376" y="1328200"/>
            <a:ext cx="4371675" cy="3492194"/>
            <a:chOff x="3949376" y="1328200"/>
            <a:chExt cx="4371675" cy="3492194"/>
          </a:xfrm>
        </p:grpSpPr>
        <p:pic>
          <p:nvPicPr>
            <p:cNvPr id="1251" name="Google Shape;1251;p9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949376" y="1328200"/>
              <a:ext cx="4371675" cy="349219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2" name="Google Shape;1252;p92"/>
            <p:cNvSpPr txBox="1"/>
            <p:nvPr/>
          </p:nvSpPr>
          <p:spPr>
            <a:xfrm>
              <a:off x="5952000" y="2843450"/>
              <a:ext cx="3810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253" name="Google Shape;1253;p92" descr="&lt;math xmlns=&quot;http://www.w3.org/1998/Math/MathML&quot; display=&quot;block&quot; data-is-equatio=&quot;1&quot; data-latex=&quot;\left(\begin{matrix}4\\&amp;#13;&amp;#10;2\end{matrix}\right)&quot;&gt;&lt;mrow data-mjx-texclass=&quot;INNER&quot;&gt;&lt;mo data-mjx-texclass=&quot;OPEN&quot;&gt;(&lt;/mo&gt;&lt;mtable columnspacing=&quot;1em&quot; rowspacing=&quot;4pt&quot;&gt;&lt;mtr&gt;&lt;mtd&gt;&lt;mn&gt;4&lt;/mn&gt;&lt;/mtd&gt;&lt;/mtr&gt;&lt;mtr&gt;&lt;mtd&gt;&lt;mn&gt;2&lt;/mn&gt;&lt;/mtd&gt;&lt;/mtr&gt;&lt;/mtable&gt;&lt;mo data-mjx-texclass=&quot;CLOSE&quot;&gt;)&lt;/mo&gt;&lt;/mrow&gt;&lt;/math&gt;" title="the 2 by 1 column matrix 4 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38939" y="1697513"/>
            <a:ext cx="663149" cy="8325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4" name="Google Shape;1254;p92" descr="&lt;math xmlns=&quot;http://www.w3.org/1998/Math/MathML&quot; display=&quot;block&quot; data-is-equatio=&quot;1&quot; data-latex=&quot;\left(\begin{matrix}-3\\&amp;#13;&amp;#10;-2\end{matrix}\right)&quot;&gt;&lt;mrow data-mjx-texclass=&quot;INNER&quot;&gt;&lt;mo data-mjx-texclass=&quot;OPEN&quot;&gt;(&lt;/mo&gt;&lt;mtable columnspacing=&quot;1em&quot; rowspacing=&quot;4pt&quot;&gt;&lt;mtr&gt;&lt;mtd&gt;&lt;mo&gt;−&lt;/mo&gt;&lt;mn&gt;3&lt;/mn&gt;&lt;/mtd&gt;&lt;/mtr&gt;&lt;mtr&gt;&lt;mtd&gt;&lt;mo&gt;−&lt;/mo&gt;&lt;mn&gt;2&lt;/mn&gt;&lt;/mtd&gt;&lt;/mtr&gt;&lt;/mtable&gt;&lt;mo data-mjx-texclass=&quot;CLOSE&quot;&gt;)&lt;/mo&gt;&lt;/mrow&gt;&lt;/math&gt;" title="the 2 by 1 column matrix negative 3 negative 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26834" y="1697513"/>
            <a:ext cx="893721" cy="8325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5" name="Google Shape;1255;p92" descr="&lt;math xmlns=&quot;http://www.w3.org/1998/Math/MathML&quot; display=&quot;block&quot; data-is-equatio=&quot;1&quot; data-latex=&quot;\left(\begin{matrix}2\\&amp;#13;&amp;#10;0\end{matrix}\right)&quot;&gt;&lt;mrow data-mjx-texclass=&quot;INNER&quot;&gt;&lt;mo data-mjx-texclass=&quot;OPEN&quot;&gt;(&lt;/mo&gt;&lt;mtable columnspacing=&quot;1em&quot; rowspacing=&quot;4pt&quot;&gt;&lt;mtr&gt;&lt;mtd&gt;&lt;mn&gt;2&lt;/mn&gt;&lt;/mtd&gt;&lt;/mtr&gt;&lt;mtr&gt;&lt;mtd&gt;&lt;mn&gt;0&lt;/mn&gt;&lt;/mtd&gt;&lt;/mtr&gt;&lt;/mtable&gt;&lt;mo data-mjx-texclass=&quot;CLOSE&quot;&gt;)&lt;/mo&gt;&lt;/mrow&gt;&lt;/math&gt;" title="the 2 by 1 column matrix 2 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13601" y="3993463"/>
            <a:ext cx="663149" cy="8325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6" name="Google Shape;1256;p92" descr="&lt;math xmlns=&quot;http://www.w3.org/1998/Math/MathML&quot; display=&quot;block&quot; data-is-equatio=&quot;1&quot; data-latex=&quot;\left(\begin{matrix}0\\&amp;#13;&amp;#10;-3\end{matrix}\right)&quot;&gt;&lt;mrow data-mjx-texclass=&quot;INNER&quot;&gt;&lt;mo data-mjx-texclass=&quot;OPEN&quot;&gt;(&lt;/mo&gt;&lt;mtable columnspacing=&quot;1em&quot; rowspacing=&quot;4pt&quot;&gt;&lt;mtr&gt;&lt;mtd&gt;&lt;mn&gt;0&lt;/mn&gt;&lt;/mtd&gt;&lt;/mtr&gt;&lt;mtr&gt;&lt;mtd&gt;&lt;mo&gt;−&lt;/mo&gt;&lt;mn&gt;3&lt;/mn&gt;&lt;/mtd&gt;&lt;/mtr&gt;&lt;/mtable&gt;&lt;mo data-mjx-texclass=&quot;CLOSE&quot;&gt;)&lt;/mo&gt;&lt;/mrow&gt;&lt;/math&gt;" title="the 2 by 1 column matrix 0 negative 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701509" y="3993463"/>
            <a:ext cx="893721" cy="832508"/>
          </a:xfrm>
          <a:prstGeom prst="rect">
            <a:avLst/>
          </a:prstGeom>
          <a:noFill/>
          <a:ln>
            <a:noFill/>
          </a:ln>
        </p:spPr>
      </p:pic>
      <p:sp>
        <p:nvSpPr>
          <p:cNvPr id="1257" name="Google Shape;1257;p92"/>
          <p:cNvSpPr txBox="1"/>
          <p:nvPr/>
        </p:nvSpPr>
        <p:spPr>
          <a:xfrm>
            <a:off x="2164105" y="1748134"/>
            <a:ext cx="5313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b)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8" name="Google Shape;1258;p92"/>
          <p:cNvSpPr txBox="1"/>
          <p:nvPr/>
        </p:nvSpPr>
        <p:spPr>
          <a:xfrm>
            <a:off x="612034" y="2896684"/>
            <a:ext cx="5313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c)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9" name="Google Shape;1259;p92"/>
          <p:cNvSpPr txBox="1"/>
          <p:nvPr/>
        </p:nvSpPr>
        <p:spPr>
          <a:xfrm>
            <a:off x="2164112" y="2896684"/>
            <a:ext cx="5313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d)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0" name="Google Shape;1260;p92"/>
          <p:cNvSpPr txBox="1"/>
          <p:nvPr/>
        </p:nvSpPr>
        <p:spPr>
          <a:xfrm>
            <a:off x="612034" y="4029600"/>
            <a:ext cx="5313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e)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1" name="Google Shape;1261;p92"/>
          <p:cNvSpPr txBox="1"/>
          <p:nvPr/>
        </p:nvSpPr>
        <p:spPr>
          <a:xfrm>
            <a:off x="2164100" y="4045232"/>
            <a:ext cx="5313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f)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62" name="Google Shape;1262;p92" descr="&lt;math xmlns=&quot;http://www.w3.org/1998/Math/MathML&quot; display=&quot;block&quot; data-is-equatio=&quot;1&quot; data-latex=&quot;\left(\begin{matrix}2\\&amp;#13;&amp;#10;-1\end{matrix}\right)&quot;&gt;&lt;mrow data-mjx-texclass=&quot;INNER&quot;&gt;&lt;mo data-mjx-texclass=&quot;OPEN&quot;&gt;(&lt;/mo&gt;&lt;mtable columnspacing=&quot;1em&quot; rowspacing=&quot;4pt&quot;&gt;&lt;mtr&gt;&lt;mtd&gt;&lt;mn&gt;2&lt;/mn&gt;&lt;/mtd&gt;&lt;/mtr&gt;&lt;mtr&gt;&lt;mtd&gt;&lt;mo&gt;−&lt;/mo&gt;&lt;mn&gt;1&lt;/mn&gt;&lt;/mtd&gt;&lt;/mtr&gt;&lt;/mtable&gt;&lt;mo data-mjx-texclass=&quot;CLOSE&quot;&gt;)&lt;/mo&gt;&lt;/mrow&gt;&lt;/math&gt;" title="the 2 by 1 column matrix 2 negative 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174524" y="2871000"/>
            <a:ext cx="778425" cy="83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3" name="Google Shape;1263;p92" descr="&lt;math xmlns=&quot;http://www.w3.org/1998/Math/MathML&quot; display=&quot;block&quot; data-is-equatio=&quot;1&quot; data-latex=&quot;\left(\begin{matrix}-1\\&amp;#13;&amp;#10;3\end{matrix}\right)&quot;&gt;&lt;mrow data-mjx-texclass=&quot;INNER&quot;&gt;&lt;mo data-mjx-texclass=&quot;OPEN&quot;&gt;(&lt;/mo&gt;&lt;mtable columnspacing=&quot;1em&quot; rowspacing=&quot;4pt&quot;&gt;&lt;mtr&gt;&lt;mtd&gt;&lt;mo&gt;−&lt;/mo&gt;&lt;mn&gt;1&lt;/mn&gt;&lt;/mtd&gt;&lt;/mtr&gt;&lt;mtr&gt;&lt;mtd&gt;&lt;mn&gt;3&lt;/mn&gt;&lt;/mtd&gt;&lt;/mtr&gt;&lt;/mtable&gt;&lt;mo data-mjx-texclass=&quot;CLOSE&quot;&gt;)&lt;/mo&gt;&lt;/mrow&gt;&lt;/math&gt;" title="the 2 by 1 column matrix negative 1 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721559" y="2870988"/>
            <a:ext cx="893721" cy="832508"/>
          </a:xfrm>
          <a:prstGeom prst="rect">
            <a:avLst/>
          </a:prstGeom>
          <a:noFill/>
          <a:ln>
            <a:noFill/>
          </a:ln>
        </p:spPr>
      </p:pic>
      <p:sp>
        <p:nvSpPr>
          <p:cNvPr id="1264" name="Google Shape;1264;p92"/>
          <p:cNvSpPr txBox="1"/>
          <p:nvPr/>
        </p:nvSpPr>
        <p:spPr>
          <a:xfrm>
            <a:off x="612000" y="1749600"/>
            <a:ext cx="5313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a)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5" name="Google Shape;1265;p92"/>
          <p:cNvSpPr txBox="1"/>
          <p:nvPr>
            <p:ph type="subTitle" idx="2"/>
          </p:nvPr>
        </p:nvSpPr>
        <p:spPr>
          <a:xfrm>
            <a:off x="1398350" y="125750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Translating more complex objects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  <p:transition/>
  <p:timing/>
</p:sld>
</file>

<file path=ppt/slides/slide2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269" name="Shape 1269"/>
        <p:cNvGrpSpPr/>
        <p:nvPr/>
      </p:nvGrpSpPr>
      <p:grpSpPr>
        <a:xfrm>
          <a:off x="0" y="0"/>
          <a:ext cx="0" cy="0"/>
        </a:xfrm>
      </p:grpSpPr>
      <p:sp>
        <p:nvSpPr>
          <p:cNvPr id="1270" name="Google Shape;1270;p93"/>
          <p:cNvSpPr txBox="1"/>
          <p:nvPr>
            <p:ph type="body" idx="1"/>
          </p:nvPr>
        </p:nvSpPr>
        <p:spPr>
          <a:xfrm>
            <a:off x="324000" y="759300"/>
            <a:ext cx="70710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68300" algn="l" rtl="0">
              <a:spcBef>
                <a:spcPct val="0"/>
              </a:spcBef>
              <a:spcAft>
                <a:spcPct val="0"/>
              </a:spcAft>
              <a:buSzPts val="2200"/>
              <a:buAutoNum type="arabicParenR"/>
            </a:pPr>
            <a:r>
              <a:rPr lang="en-GB"/>
              <a:t>Here is a plan view of a bedroom. By only translating the objects, redesign the layout. </a:t>
            </a:r>
            <a:endParaRPr/>
          </a:p>
        </p:txBody>
      </p:sp>
      <p:sp>
        <p:nvSpPr>
          <p:cNvPr id="1271" name="Google Shape;1271;p93"/>
          <p:cNvSpPr txBox="1"/>
          <p:nvPr/>
        </p:nvSpPr>
        <p:spPr>
          <a:xfrm>
            <a:off x="4973075" y="1709850"/>
            <a:ext cx="3168300" cy="20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Here is an example. 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pink corner wardrobe cannot move anywhere else, if it is to remain touching two walls.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272" name="Google Shape;1272;p93"/>
          <p:cNvPicPr preferRelativeResize="0"/>
          <p:nvPr/>
        </p:nvPicPr>
        <p:blipFill>
          <a:blip r:embed="rId3">
            <a:alphaModFix/>
          </a:blip>
          <a:srcRect l="7305" t="5642" r="7552" b="5633"/>
          <a:stretch>
            <a:fillRect/>
          </a:stretch>
        </p:blipFill>
        <p:spPr>
          <a:xfrm>
            <a:off x="931025" y="1706113"/>
            <a:ext cx="3806524" cy="3067775"/>
          </a:xfrm>
          <a:prstGeom prst="rect">
            <a:avLst/>
          </a:prstGeom>
          <a:noFill/>
          <a:ln>
            <a:noFill/>
          </a:ln>
        </p:spPr>
      </p:pic>
      <p:sp>
        <p:nvSpPr>
          <p:cNvPr id="1273" name="Google Shape;1273;p93"/>
          <p:cNvSpPr txBox="1"/>
          <p:nvPr>
            <p:ph type="subTitle" idx="2"/>
          </p:nvPr>
        </p:nvSpPr>
        <p:spPr>
          <a:xfrm>
            <a:off x="1398350" y="125750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Translating more complex objects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  <p:transition/>
  <p:timing/>
</p:sld>
</file>

<file path=ppt/slides/slide3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277" name="Shape 1277"/>
        <p:cNvGrpSpPr/>
        <p:nvPr/>
      </p:nvGrpSpPr>
      <p:grpSpPr>
        <a:xfrm>
          <a:off x="0" y="0"/>
          <a:ext cx="0" cy="0"/>
        </a:xfrm>
      </p:grpSpPr>
      <p:sp>
        <p:nvSpPr>
          <p:cNvPr id="1278" name="Google Shape;1278;p94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68300" algn="l" rtl="0">
              <a:spcBef>
                <a:spcPct val="0"/>
              </a:spcBef>
              <a:spcAft>
                <a:spcPct val="0"/>
              </a:spcAft>
              <a:buSzPts val="2200"/>
              <a:buAutoNum type="arabicParenR" startAt="2"/>
            </a:pPr>
            <a:r>
              <a:rPr lang="en-GB"/>
              <a:t>Translate triangle A by the following vectors:</a:t>
            </a:r>
            <a:br>
              <a:rPr lang="en-GB"/>
            </a:br>
            <a:endParaRPr/>
          </a:p>
          <a:p>
            <a:pPr marL="91440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/>
          </a:p>
        </p:txBody>
      </p:sp>
      <p:pic>
        <p:nvPicPr>
          <p:cNvPr id="1279" name="Google Shape;1279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61066" y="1402625"/>
            <a:ext cx="4056059" cy="3248675"/>
          </a:xfrm>
          <a:prstGeom prst="rect">
            <a:avLst/>
          </a:prstGeom>
          <a:noFill/>
          <a:ln>
            <a:noFill/>
          </a:ln>
        </p:spPr>
      </p:pic>
      <p:sp>
        <p:nvSpPr>
          <p:cNvPr id="1280" name="Google Shape;1280;p94"/>
          <p:cNvSpPr txBox="1"/>
          <p:nvPr/>
        </p:nvSpPr>
        <p:spPr>
          <a:xfrm>
            <a:off x="5952000" y="2843450"/>
            <a:ext cx="381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1" name="Google Shape;1281;p94"/>
          <p:cNvSpPr txBox="1"/>
          <p:nvPr/>
        </p:nvSpPr>
        <p:spPr>
          <a:xfrm>
            <a:off x="7546700" y="1974950"/>
            <a:ext cx="381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a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82" name="Google Shape;1282;p94"/>
          <p:cNvSpPr txBox="1"/>
          <p:nvPr/>
        </p:nvSpPr>
        <p:spPr>
          <a:xfrm>
            <a:off x="4745675" y="3615475"/>
            <a:ext cx="381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b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83" name="Google Shape;1283;p94"/>
          <p:cNvSpPr txBox="1"/>
          <p:nvPr/>
        </p:nvSpPr>
        <p:spPr>
          <a:xfrm>
            <a:off x="6752469" y="3209631"/>
            <a:ext cx="381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c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84" name="Google Shape;1284;p94"/>
          <p:cNvSpPr txBox="1"/>
          <p:nvPr/>
        </p:nvSpPr>
        <p:spPr>
          <a:xfrm>
            <a:off x="5538844" y="1620006"/>
            <a:ext cx="381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d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85" name="Google Shape;1285;p94"/>
          <p:cNvSpPr txBox="1"/>
          <p:nvPr/>
        </p:nvSpPr>
        <p:spPr>
          <a:xfrm>
            <a:off x="7133469" y="2796119"/>
            <a:ext cx="381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e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86" name="Google Shape;1286;p94"/>
          <p:cNvSpPr txBox="1"/>
          <p:nvPr/>
        </p:nvSpPr>
        <p:spPr>
          <a:xfrm>
            <a:off x="5974794" y="4032069"/>
            <a:ext cx="381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f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287" name="Google Shape;1287;p94" descr="&lt;math xmlns=&quot;http://www.w3.org/1998/Math/MathML&quot; display=&quot;block&quot; data-is-equatio=&quot;1&quot; data-latex=&quot;\left(\begin{matrix}4\\&amp;#13;&amp;#10;2\end{matrix}\right)&quot;&gt;&lt;mrow data-mjx-texclass=&quot;INNER&quot;&gt;&lt;mo data-mjx-texclass=&quot;OPEN&quot;&gt;(&lt;/mo&gt;&lt;mtable columnspacing=&quot;1em&quot; rowspacing=&quot;4pt&quot;&gt;&lt;mtr&gt;&lt;mtd&gt;&lt;mn&gt;4&lt;/mn&gt;&lt;/mtd&gt;&lt;/mtr&gt;&lt;mtr&gt;&lt;mtd&gt;&lt;mn&gt;2&lt;/mn&gt;&lt;/mtd&gt;&lt;/mtr&gt;&lt;/mtable&gt;&lt;mo data-mjx-texclass=&quot;CLOSE&quot;&gt;)&lt;/mo&gt;&lt;/mrow&gt;&lt;/math&gt;" title="the 2 by 1 column matrix 4 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38939" y="1697513"/>
            <a:ext cx="663149" cy="8325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8" name="Google Shape;1288;p94" descr="&lt;math xmlns=&quot;http://www.w3.org/1998/Math/MathML&quot; display=&quot;block&quot; data-is-equatio=&quot;1&quot; data-latex=&quot;\left(\begin{matrix}-3\\&amp;#13;&amp;#10;-2\end{matrix}\right)&quot;&gt;&lt;mrow data-mjx-texclass=&quot;INNER&quot;&gt;&lt;mo data-mjx-texclass=&quot;OPEN&quot;&gt;(&lt;/mo&gt;&lt;mtable columnspacing=&quot;1em&quot; rowspacing=&quot;4pt&quot;&gt;&lt;mtr&gt;&lt;mtd&gt;&lt;mo&gt;−&lt;/mo&gt;&lt;mn&gt;3&lt;/mn&gt;&lt;/mtd&gt;&lt;/mtr&gt;&lt;mtr&gt;&lt;mtd&gt;&lt;mo&gt;−&lt;/mo&gt;&lt;mn&gt;2&lt;/mn&gt;&lt;/mtd&gt;&lt;/mtr&gt;&lt;/mtable&gt;&lt;mo data-mjx-texclass=&quot;CLOSE&quot;&gt;)&lt;/mo&gt;&lt;/mrow&gt;&lt;/math&gt;" title="the 2 by 1 column matrix negative 3 negative 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26834" y="1697513"/>
            <a:ext cx="893721" cy="8325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9" name="Google Shape;1289;p94" descr="&lt;math xmlns=&quot;http://www.w3.org/1998/Math/MathML&quot; display=&quot;block&quot; data-is-equatio=&quot;1&quot; data-latex=&quot;\left(\begin{matrix}2\\&amp;#13;&amp;#10;0\end{matrix}\right)&quot;&gt;&lt;mrow data-mjx-texclass=&quot;INNER&quot;&gt;&lt;mo data-mjx-texclass=&quot;OPEN&quot;&gt;(&lt;/mo&gt;&lt;mtable columnspacing=&quot;1em&quot; rowspacing=&quot;4pt&quot;&gt;&lt;mtr&gt;&lt;mtd&gt;&lt;mn&gt;2&lt;/mn&gt;&lt;/mtd&gt;&lt;/mtr&gt;&lt;mtr&gt;&lt;mtd&gt;&lt;mn&gt;0&lt;/mn&gt;&lt;/mtd&gt;&lt;/mtr&gt;&lt;/mtable&gt;&lt;mo data-mjx-texclass=&quot;CLOSE&quot;&gt;)&lt;/mo&gt;&lt;/mrow&gt;&lt;/math&gt;" title="the 2 by 1 column matrix 2 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13601" y="3841063"/>
            <a:ext cx="663149" cy="8325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0" name="Google Shape;1290;p94" descr="&lt;math xmlns=&quot;http://www.w3.org/1998/Math/MathML&quot; display=&quot;block&quot; data-is-equatio=&quot;1&quot; data-latex=&quot;\left(\begin{matrix}0\\&amp;#13;&amp;#10;-3\end{matrix}\right)&quot;&gt;&lt;mrow data-mjx-texclass=&quot;INNER&quot;&gt;&lt;mo data-mjx-texclass=&quot;OPEN&quot;&gt;(&lt;/mo&gt;&lt;mtable columnspacing=&quot;1em&quot; rowspacing=&quot;4pt&quot;&gt;&lt;mtr&gt;&lt;mtd&gt;&lt;mn&gt;0&lt;/mn&gt;&lt;/mtd&gt;&lt;/mtr&gt;&lt;mtr&gt;&lt;mtd&gt;&lt;mo&gt;−&lt;/mo&gt;&lt;mn&gt;3&lt;/mn&gt;&lt;/mtd&gt;&lt;/mtr&gt;&lt;/mtable&gt;&lt;mo data-mjx-texclass=&quot;CLOSE&quot;&gt;)&lt;/mo&gt;&lt;/mrow&gt;&lt;/math&gt;" title="the 2 by 1 column matrix 0 negative 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701509" y="3841063"/>
            <a:ext cx="893721" cy="832508"/>
          </a:xfrm>
          <a:prstGeom prst="rect">
            <a:avLst/>
          </a:prstGeom>
          <a:noFill/>
          <a:ln>
            <a:noFill/>
          </a:ln>
        </p:spPr>
      </p:pic>
      <p:sp>
        <p:nvSpPr>
          <p:cNvPr id="1291" name="Google Shape;1291;p94"/>
          <p:cNvSpPr txBox="1"/>
          <p:nvPr/>
        </p:nvSpPr>
        <p:spPr>
          <a:xfrm>
            <a:off x="2164105" y="1748134"/>
            <a:ext cx="5313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b)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2" name="Google Shape;1292;p94"/>
          <p:cNvSpPr txBox="1"/>
          <p:nvPr/>
        </p:nvSpPr>
        <p:spPr>
          <a:xfrm>
            <a:off x="612034" y="2744284"/>
            <a:ext cx="5313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c)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3" name="Google Shape;1293;p94"/>
          <p:cNvSpPr txBox="1"/>
          <p:nvPr/>
        </p:nvSpPr>
        <p:spPr>
          <a:xfrm>
            <a:off x="2164112" y="2744284"/>
            <a:ext cx="5313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d)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4" name="Google Shape;1294;p94"/>
          <p:cNvSpPr txBox="1"/>
          <p:nvPr/>
        </p:nvSpPr>
        <p:spPr>
          <a:xfrm>
            <a:off x="612034" y="3877200"/>
            <a:ext cx="5313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e)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5" name="Google Shape;1295;p94"/>
          <p:cNvSpPr txBox="1"/>
          <p:nvPr/>
        </p:nvSpPr>
        <p:spPr>
          <a:xfrm>
            <a:off x="2226275" y="3877257"/>
            <a:ext cx="5313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f)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96" name="Google Shape;1296;p94" descr="&lt;math xmlns=&quot;http://www.w3.org/1998/Math/MathML&quot; display=&quot;block&quot; data-is-equatio=&quot;1&quot; data-latex=&quot;\left(\begin{matrix}2\\&amp;#13;&amp;#10;-1\end{matrix}\right)&quot;&gt;&lt;mrow data-mjx-texclass=&quot;INNER&quot;&gt;&lt;mo data-mjx-texclass=&quot;OPEN&quot;&gt;(&lt;/mo&gt;&lt;mtable columnspacing=&quot;1em&quot; rowspacing=&quot;4pt&quot;&gt;&lt;mtr&gt;&lt;mtd&gt;&lt;mn&gt;2&lt;/mn&gt;&lt;/mtd&gt;&lt;/mtr&gt;&lt;mtr&gt;&lt;mtd&gt;&lt;mo&gt;−&lt;/mo&gt;&lt;mn&gt;1&lt;/mn&gt;&lt;/mtd&gt;&lt;/mtr&gt;&lt;/mtable&gt;&lt;mo data-mjx-texclass=&quot;CLOSE&quot;&gt;)&lt;/mo&gt;&lt;/mrow&gt;&lt;/math&gt;" title="the 2 by 1 column matrix 2 negative 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098321" y="2718588"/>
            <a:ext cx="893721" cy="8325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7" name="Google Shape;1297;p94" descr="&lt;math xmlns=&quot;http://www.w3.org/1998/Math/MathML&quot; display=&quot;block&quot; data-is-equatio=&quot;1&quot; data-latex=&quot;\left(\begin{matrix}-1\\&amp;#13;&amp;#10;3\end{matrix}\right)&quot;&gt;&lt;mrow data-mjx-texclass=&quot;INNER&quot;&gt;&lt;mo data-mjx-texclass=&quot;OPEN&quot;&gt;(&lt;/mo&gt;&lt;mtable columnspacing=&quot;1em&quot; rowspacing=&quot;4pt&quot;&gt;&lt;mtr&gt;&lt;mtd&gt;&lt;mo&gt;−&lt;/mo&gt;&lt;mn&gt;1&lt;/mn&gt;&lt;/mtd&gt;&lt;/mtr&gt;&lt;mtr&gt;&lt;mtd&gt;&lt;mn&gt;3&lt;/mn&gt;&lt;/mtd&gt;&lt;/mtr&gt;&lt;/mtable&gt;&lt;mo data-mjx-texclass=&quot;CLOSE&quot;&gt;)&lt;/mo&gt;&lt;/mrow&gt;&lt;/math&gt;" title="the 2 by 1 column matrix negative 1 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721559" y="2718588"/>
            <a:ext cx="893721" cy="832508"/>
          </a:xfrm>
          <a:prstGeom prst="rect">
            <a:avLst/>
          </a:prstGeom>
          <a:noFill/>
          <a:ln>
            <a:noFill/>
          </a:ln>
        </p:spPr>
      </p:pic>
      <p:sp>
        <p:nvSpPr>
          <p:cNvPr id="1298" name="Google Shape;1298;p94"/>
          <p:cNvSpPr txBox="1"/>
          <p:nvPr/>
        </p:nvSpPr>
        <p:spPr>
          <a:xfrm>
            <a:off x="612000" y="1749600"/>
            <a:ext cx="5313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a)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9" name="Google Shape;1299;p94"/>
          <p:cNvSpPr txBox="1"/>
          <p:nvPr>
            <p:ph type="subTitle" idx="2"/>
          </p:nvPr>
        </p:nvSpPr>
        <p:spPr>
          <a:xfrm>
            <a:off x="1398350" y="125750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Translating more complex objects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  <p:transition/>
  <p:timing/>
</p:sld>
</file>

<file path=ppt/slides/slide3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303" name="Shape 1303"/>
        <p:cNvGrpSpPr/>
        <p:nvPr/>
      </p:nvGrpSpPr>
      <p:grpSpPr>
        <a:xfrm>
          <a:off x="0" y="0"/>
          <a:ext cx="0" cy="0"/>
        </a:xfrm>
      </p:grpSpPr>
      <p:sp>
        <p:nvSpPr>
          <p:cNvPr id="1304" name="Google Shape;1304;p95"/>
          <p:cNvSpPr txBox="1"/>
          <p:nvPr>
            <p:ph type="body" idx="1"/>
          </p:nvPr>
        </p:nvSpPr>
        <p:spPr>
          <a:xfrm>
            <a:off x="324000" y="1146025"/>
            <a:ext cx="8113800" cy="332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You can choose one vertex of the object and translate that point, before drawing in the rest of the image.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/>
              <a:t>You can translate each vertex of the object, to form the image. </a:t>
            </a:r>
            <a:br>
              <a:rPr lang="en-GB"/>
            </a:br>
            <a:endParaRPr sz="14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The image will always be congruent to the object after a translation.</a:t>
            </a:r>
            <a:endParaRPr/>
          </a:p>
        </p:txBody>
      </p:sp>
      <p:sp>
        <p:nvSpPr>
          <p:cNvPr id="1305" name="Google Shape;1305;p95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Translating objects</a:t>
            </a:r>
            <a:endParaRPr/>
          </a:p>
        </p:txBody>
      </p:sp>
    </p:spTree>
  </p:cSld>
  <p:clrMapOvr>
    <a:masterClrMapping/>
  </p:clrMapOvr>
  <p:transition/>
  <p:timing/>
</p:sld>
</file>

<file path=ppt/slides/slide3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309" name="Shape 1309"/>
        <p:cNvGrpSpPr/>
        <p:nvPr/>
      </p:nvGrpSpPr>
      <p:grpSpPr>
        <a:xfrm>
          <a:off x="0" y="0"/>
          <a:ext cx="0" cy="0"/>
        </a:xfrm>
      </p:grpSpPr>
      <p:sp>
        <p:nvSpPr>
          <p:cNvPr id="1310" name="Google Shape;1310;p96"/>
          <p:cNvSpPr txBox="1"/>
          <p:nvPr>
            <p:ph type="subTitle" idx="1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311" name="Google Shape;1311;p9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0.14"/>
  <p:tag name="AS_TITLE" val="Aspose.Slides for .NET Standard 2.0"/>
  <p:tag name="AS_VERSION" val="23.10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878787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233</Paragraphs>
  <Slides>32</Slides>
  <Notes>32</Notes>
  <TotalTime>0</TotalTime>
  <HiddenSlides>1</HiddenSlides>
  <MMClips>0</MMClips>
  <ScaleCrop>0</ScaleCrop>
  <HeadingPairs>
    <vt:vector baseType="variant" size="6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baseType="lpstr" size="40">
      <vt:lpstr>Arial</vt:lpstr>
      <vt:lpstr>Lexend</vt:lpstr>
      <vt:lpstr>Lexend Medium</vt:lpstr>
      <vt:lpstr>Kalam</vt:lpstr>
      <vt:lpstr>Lexend Light</vt:lpstr>
      <vt:lpstr>Calibri</vt:lpstr>
      <vt:lpstr>ABeeZee</vt:lpstr>
      <vt:lpstr>simple-light-2</vt:lpstr>
      <vt:lpstr>Translating objects</vt:lpstr>
      <vt:lpstr>PowerPoint Presentation</vt:lpstr>
      <vt:lpstr>PowerPoint Presentation</vt:lpstr>
      <vt:lpstr>PowerPoint Presentation</vt:lpstr>
      <vt:lpstr>Translating a single point from a description</vt:lpstr>
      <vt:lpstr>Translating a single point from a description </vt:lpstr>
      <vt:lpstr>Translating a single point from a description </vt:lpstr>
      <vt:lpstr>Translating a single point from a description </vt:lpstr>
      <vt:lpstr>Translating a single point from a description </vt:lpstr>
      <vt:lpstr>Translating a single point from a description </vt:lpstr>
      <vt:lpstr>Translating a single point from a description </vt:lpstr>
      <vt:lpstr>Translating a single point from a description </vt:lpstr>
      <vt:lpstr>Translating a single point from a description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Translating a single point from a description</vt:lpstr>
      <vt:lpstr>Translating more complex objects</vt:lpstr>
      <vt:lpstr>Translating more complex objects</vt:lpstr>
      <vt:lpstr>Translating more complex objects</vt:lpstr>
      <vt:lpstr>Translating more complex objects</vt:lpstr>
      <vt:lpstr>Translating more complex objects</vt:lpstr>
      <vt:lpstr>Translating more complex objects</vt:lpstr>
      <vt:lpstr>PowerPoint Presentation</vt:lpstr>
      <vt:lpstr>PowerPoint Presentation</vt:lpstr>
      <vt:lpstr>PowerPoint Presentation</vt:lpstr>
      <vt:lpstr>PowerPoint Presentation</vt:lpstr>
      <vt:lpstr>Translating objects</vt:lpstr>
      <vt:lpstr>PowerPoint Presentation</vt:lpstr>
    </vt:vector>
  </TitlesOfParts>
  <LinksUpToDate>0</LinksUpToDate>
  <SharedDoc>0</SharedDoc>
  <HyperlinksChanged>0</HyperlinksChanged>
  <Application>Aspose.Slides for .NET</Application>
  <AppVersion>23.1000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2023-11-02T14:19:45.774</cp:lastPrinted>
  <dcterms:created xsi:type="dcterms:W3CDTF">2023-11-02T14:19:45Z</dcterms:created>
  <dcterms:modified xsi:type="dcterms:W3CDTF">2023-11-02T14:20:02Z</dcterms:modified>
</cp:coreProperties>
</file>