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1" name="Shape 181"/>
        <p:cNvGrpSpPr/>
        <p:nvPr/>
      </p:nvGrpSpPr>
      <p:grpSpPr>
        <a:xfrm>
          <a:off x="0" y="0"/>
          <a:ext cx="0" cy="0"/>
        </a:xfrm>
      </p:grpSpPr>
      <p:sp>
        <p:nvSpPr>
          <p:cNvPr id="182" name="Google Shape;18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9" name="Shape 209"/>
        <p:cNvGrpSpPr/>
        <p:nvPr/>
      </p:nvGrpSpPr>
      <p:grpSpPr>
        <a:xfrm>
          <a:off x="0" y="0"/>
          <a:ext cx="0" cy="0"/>
        </a:xfrm>
      </p:grpSpPr>
      <p:sp>
        <p:nvSpPr>
          <p:cNvPr id="210" name="Google Shape;210;g2922b2b2da3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922b2b2da3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image" Target="../media/image14.png" /><Relationship Id="rId6" Type="http://schemas.openxmlformats.org/officeDocument/2006/relationships/image" Target="../media/image15.png" /><Relationship Id="rId7" Type="http://schemas.openxmlformats.org/officeDocument/2006/relationships/image" Target="../media/image16.png" /><Relationship Id="rId8" Type="http://schemas.openxmlformats.org/officeDocument/2006/relationships/image" Target="../media/image17.png" /><Relationship Id="rId9" Type="http://schemas.openxmlformats.org/officeDocument/2006/relationships/image" Target="../media/image1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transformations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4" name="Google Shape;164;p20" descr="&lt;math xmlns=&quot;http://www.w3.org/1998/Math/MathML&quot; display=&quot;block&quot; data-is-equatio=&quot;1&quot; data-latex=&quot;\left(\begin{matrix}3\\&amp;#13;&amp;#10;2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2&lt;/mn&gt;&lt;/mtd&gt;&lt;/mtr&gt;&lt;/mtable&gt;&lt;mo data-mjx-texclass=&quot;CLOSE&quot;&gt;)&lt;/mo&gt;&lt;/mrow&gt;&lt;/math&gt;" title="the 2 by 1 column matrix 3 2"/>
          <p:cNvSpPr txBox="1"/>
          <p:nvPr/>
        </p:nvSpPr>
        <p:spPr>
          <a:xfrm>
            <a:off x="468000" y="18104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M is translated by           to create shape N. What vector would translate shape N onto shape 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7195325" y="4371118"/>
            <a:ext cx="335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841" y="1698445"/>
            <a:ext cx="335700" cy="42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 descr="&lt;math xmlns=&quot;http://www.w3.org/1998/Math/MathML&quot; display=&quot;block&quot; data-is-equatio=&quot;1&quot; data-latex=&quot;\left(\begin{matrix}3\\&amp;#13;&amp;#10;2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2&lt;/mn&gt;&lt;/mtd&gt;&lt;/mtr&gt;&lt;/mtable&gt;&lt;mo data-mjx-texclass=&quot;CLOSE&quot;&gt;)&lt;/mo&gt;&lt;/mrow&gt;&lt;/math&gt;" title="the 2 by 1 column matrix 3 2"/>
          <p:cNvSpPr txBox="1"/>
          <p:nvPr/>
        </p:nvSpPr>
        <p:spPr>
          <a:xfrm>
            <a:off x="468000" y="2753325"/>
            <a:ext cx="6624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P is reflected in the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-axis to create shape Q. What transformation would map shape Q back on to shape P?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" name="Google Shape;168;p20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100" y="2808750"/>
            <a:ext cx="103950" cy="9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507625" y="13673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Inverse problems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877495" y="4437318"/>
            <a:ext cx="27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 descr="&lt;math xmlns=&quot;http://www.w3.org/1998/Math/MathML&quot; display=&quot;block&quot; data-is-equatio=&quot;1&quot; data-latex=&quot;\left(\begin{matrix}3\\&amp;#13;&amp;#10;2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2&lt;/mn&gt;&lt;/mtd&gt;&lt;/mtr&gt;&lt;/mtable&gt;&lt;mo data-mjx-texclass=&quot;CLOSE&quot;&gt;)&lt;/mo&gt;&lt;/mrow&gt;&lt;/math&gt;" title="the 2 by 1 column matrix 3 2"/>
          <p:cNvSpPr txBox="1"/>
          <p:nvPr/>
        </p:nvSpPr>
        <p:spPr>
          <a:xfrm>
            <a:off x="468000" y="4155775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R is enlarged by a scale factor of 4 from the origin. What enlargement scale factor would be needed to map back to shape 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5166725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A is reflected in the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-axis to become shape B. Shape B is then reflected in the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-axis to become shape C.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5">
            <a:alphaModFix/>
          </a:blip>
          <a:srcRect l="44806"/>
          <a:stretch>
            <a:fillRect/>
          </a:stretch>
        </p:blipFill>
        <p:spPr>
          <a:xfrm>
            <a:off x="4299126" y="5515524"/>
            <a:ext cx="2018427" cy="20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631839" y="5966179"/>
            <a:ext cx="2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631839" y="6923262"/>
            <a:ext cx="2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95396" y="6923262"/>
            <a:ext cx="2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847218" y="5611776"/>
            <a:ext cx="28227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Fully describe a single transformation that can map shape C onto shape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100" y="5228675"/>
            <a:ext cx="103950" cy="9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8114" y="5427714"/>
            <a:ext cx="71600" cy="101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20"/>
          <p:cNvCxnSpPr/>
          <p:nvPr/>
        </p:nvCxnSpPr>
        <p:spPr>
          <a:xfrm>
            <a:off x="474750" y="77674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4" name="Shape 184"/>
        <p:cNvGrpSpPr/>
        <p:nvPr/>
      </p:nvGrpSpPr>
      <p:grpSpPr>
        <a:xfrm>
          <a:off x="0" y="0"/>
          <a:ext cx="0" cy="0"/>
        </a:xfrm>
      </p:grpSpPr>
      <p:sp>
        <p:nvSpPr>
          <p:cNvPr id="185" name="Google Shape;18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transformations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68000" y="3226200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perimeter and area of the object and image in the following enlargements. Use 1 square = 1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958" y="3691695"/>
            <a:ext cx="1617153" cy="98017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1171" y="3712062"/>
            <a:ext cx="1239095" cy="1254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1587" y="3709070"/>
            <a:ext cx="1198241" cy="140325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658958" y="3825876"/>
            <a:ext cx="34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2788476" y="3825876"/>
            <a:ext cx="34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851254" y="3825876"/>
            <a:ext cx="34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1211093" y="3851392"/>
            <a:ext cx="2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287213" y="3833367"/>
            <a:ext cx="2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378468" y="4142318"/>
            <a:ext cx="2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5972570" y="4379958"/>
            <a:ext cx="2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3878771" y="4183308"/>
            <a:ext cx="2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1956790" y="4025768"/>
            <a:ext cx="2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" name="Google Shape;202;p21"/>
          <p:cNvCxnSpPr/>
          <p:nvPr/>
        </p:nvCxnSpPr>
        <p:spPr>
          <a:xfrm>
            <a:off x="225125" y="951165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Google Shape;203;p21"/>
          <p:cNvSpPr txBox="1"/>
          <p:nvPr/>
        </p:nvSpPr>
        <p:spPr>
          <a:xfrm>
            <a:off x="468000" y="8523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Perimeter and area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8000" y="1338200"/>
            <a:ext cx="6624000" cy="15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 shape has a perimeter of 10 cm.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it is translated its perimeter would be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it is rotated its perimeter would be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it is reflected its perimeter would be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it is enlarged by scale factor 0.5, its perimeter would be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" name="Google Shape;205;p21"/>
          <p:cNvCxnSpPr/>
          <p:nvPr/>
        </p:nvCxnSpPr>
        <p:spPr>
          <a:xfrm>
            <a:off x="4378500" y="1714525"/>
            <a:ext cx="294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1"/>
          <p:cNvCxnSpPr/>
          <p:nvPr/>
        </p:nvCxnSpPr>
        <p:spPr>
          <a:xfrm>
            <a:off x="4171850" y="2076375"/>
            <a:ext cx="294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21"/>
          <p:cNvCxnSpPr/>
          <p:nvPr/>
        </p:nvCxnSpPr>
        <p:spPr>
          <a:xfrm>
            <a:off x="4274375" y="2443200"/>
            <a:ext cx="294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1"/>
          <p:cNvCxnSpPr/>
          <p:nvPr/>
        </p:nvCxnSpPr>
        <p:spPr>
          <a:xfrm>
            <a:off x="5688475" y="2790100"/>
            <a:ext cx="294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sp>
        <p:nvSpPr>
          <p:cNvPr id="213" name="Google Shape;213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14" name="Google Shape;214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transformations</a:t>
            </a:r>
            <a:endParaRPr/>
          </a:p>
        </p:txBody>
      </p:sp>
      <p:sp>
        <p:nvSpPr>
          <p:cNvPr id="215" name="Google Shape;215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468000" y="84822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C: Coordinate problems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468000" y="1476241"/>
            <a:ext cx="66240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following points have been translated by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coordinate of the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776990" y="1834737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" name="Google Shape;220;p22" descr="&lt;math xmlns=&quot;http://www.w3.org/1998/Math/MathML&quot; display=&quot;block&quot; data-is-equatio=&quot;1&quot; data-latex=&quot;\left(\begin{matrix}-5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5&lt;/mn&gt;&lt;/mtd&gt;&lt;/mtr&gt;&lt;mtr&gt;&lt;mtd&gt;&lt;mn&gt;3&lt;/mn&gt;&lt;/mtd&gt;&lt;/mtr&gt;&lt;/mtable&gt;&lt;mo data-mjx-texclass=&quot;CLOSE&quot;&gt;)&lt;/mo&gt;&lt;/mrow&gt;&lt;/math&gt;" title="the 2 by 1 column matrix negative 5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9553" y="1337400"/>
            <a:ext cx="429647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&lt;math xmlns=&quot;http://www.w3.org/1998/Math/MathML&quot; display=&quot;block&quot; data-is-equatio=&quot;1&quot; data-latex=&quot;\left(a,b\right)&quot;&gt;&lt;mrow data-mjx-texclass=&quot;INNER&quot;&gt;&lt;mo data-mjx-texclass=&quot;OPEN&quot;&gt;(&lt;/mo&gt;&lt;mi&gt;a&lt;/mi&gt;&lt;mo&gt;,&lt;/mo&gt;&lt;mi&gt;b&lt;/mi&gt;&lt;mo data-mjx-texclass=&quot;CLOSE&quot;&gt;)&lt;/mo&gt;&lt;/mrow&gt;&lt;/math&gt;" title="open paren a comma b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0425" y="1955450"/>
            <a:ext cx="445061" cy="194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&lt;math xmlns=&quot;http://www.w3.org/1998/Math/MathML&quot; display=&quot;block&quot; data-is-equatio=&quot;1&quot; data-latex=&quot;\left(a+1,b+3\right)&quot;&gt;&lt;mrow data-mjx-texclass=&quot;INNER&quot;&gt;&lt;mo data-mjx-texclass=&quot;OPEN&quot;&gt;(&lt;/mo&gt;&lt;mi&gt;a&lt;/mi&gt;&lt;mo&gt;+&lt;/mo&gt;&lt;mn&gt;1&lt;/mn&gt;&lt;mo&gt;,&lt;/mo&gt;&lt;mi&gt;b&lt;/mi&gt;&lt;mo&gt;+&lt;/mo&gt;&lt;mn&gt;3&lt;/mn&gt;&lt;mo data-mjx-texclass=&quot;CLOSE&quot;&gt;)&lt;/mo&gt;&lt;/mrow&gt;&lt;/math&gt;" title="open paren a plus 1 comma b plus 3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0425" y="2354484"/>
            <a:ext cx="1151574" cy="194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&lt;math xmlns=&quot;http://www.w3.org/1998/Math/MathML&quot; display=&quot;block&quot; data-is-equatio=&quot;1&quot; data-latex=&quot;\left(a-3,b+3\right)&quot;&gt;&lt;mrow data-mjx-texclass=&quot;INNER&quot;&gt;&lt;mo data-mjx-texclass=&quot;OPEN&quot;&gt;(&lt;/mo&gt;&lt;mi&gt;a&lt;/mi&gt;&lt;mo&gt;−&lt;/mo&gt;&lt;mn&gt;3&lt;/mn&gt;&lt;mo&gt;,&lt;/mo&gt;&lt;mi&gt;b&lt;/mi&gt;&lt;mo&gt;+&lt;/mo&gt;&lt;mn&gt;3&lt;/mn&gt;&lt;mo data-mjx-texclass=&quot;CLOSE&quot;&gt;)&lt;/mo&gt;&lt;/mrow&gt;&lt;/math&gt;" title="open paren a minus 3 comma b plus 3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0425" y="2753518"/>
            <a:ext cx="1151482" cy="194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&lt;math xmlns=&quot;http://www.w3.org/1998/Math/MathML&quot; display=&quot;block&quot; data-is-equatio=&quot;1&quot; data-latex=&quot;\left(4+a,b+2\right)&quot;&gt;&lt;mrow data-mjx-texclass=&quot;INNER&quot;&gt;&lt;mo data-mjx-texclass=&quot;OPEN&quot;&gt;(&lt;/mo&gt;&lt;mn&gt;4&lt;/mn&gt;&lt;mo&gt;+&lt;/mo&gt;&lt;mi&gt;a&lt;/mi&gt;&lt;mo&gt;,&lt;/mo&gt;&lt;mi&gt;b&lt;/mi&gt;&lt;mo&gt;+&lt;/mo&gt;&lt;mn&gt;2&lt;/mn&gt;&lt;mo data-mjx-texclass=&quot;CLOSE&quot;&gt;)&lt;/mo&gt;&lt;/mrow&gt;&lt;/math&gt;" title="open paren 4 plus a comma b plus 2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60425" y="3551585"/>
            <a:ext cx="1151574" cy="194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&lt;math xmlns=&quot;http://www.w3.org/1998/Math/MathML&quot; display=&quot;block&quot; data-is-equatio=&quot;1&quot; data-latex=&quot;\left(2a,7-b\right)&quot;&gt;&lt;mrow data-mjx-texclass=&quot;INNER&quot;&gt;&lt;mo data-mjx-texclass=&quot;OPEN&quot;&gt;(&lt;/mo&gt;&lt;mn&gt;2&lt;/mn&gt;&lt;mi&gt;a&lt;/mi&gt;&lt;mo&gt;,&lt;/mo&gt;&lt;mn&gt;7&lt;/mn&gt;&lt;mo&gt;−&lt;/mo&gt;&lt;mi&gt;b&lt;/mi&gt;&lt;mo data-mjx-texclass=&quot;CLOSE&quot;&gt;)&lt;/mo&gt;&lt;/mrow&gt;&lt;/math&gt;" title="open paren 2 a comma 7 minus b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60425" y="3152552"/>
            <a:ext cx="901926" cy="19470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776990" y="2263337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776990" y="2658634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776990" y="3073912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776990" y="3462548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474750" y="3971675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these are the coordinates for the vertices, what transformation has occurred?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Object: A(1,4)  B(1,1)  C(2,1)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Image: A′(4,4)  B′(4,1)  C′(5,1)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1323864" y="5349647"/>
            <a:ext cx="3221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Object: A(1,4)  B(1,1)  C(2,1)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Image: A′(1,4)  B′(1,7)  C′(2,7)</a:t>
            </a:r>
            <a:endParaRPr sz="1200"/>
          </a:p>
        </p:txBody>
      </p:sp>
      <p:sp>
        <p:nvSpPr>
          <p:cNvPr id="232" name="Google Shape;232;p22"/>
          <p:cNvSpPr txBox="1"/>
          <p:nvPr/>
        </p:nvSpPr>
        <p:spPr>
          <a:xfrm>
            <a:off x="875594" y="5318971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3" name="Google Shape;233;p22"/>
          <p:cNvGrpSpPr/>
          <p:nvPr/>
        </p:nvGrpSpPr>
        <p:grpSpPr>
          <a:xfrm>
            <a:off x="4608004" y="4265527"/>
            <a:ext cx="1798858" cy="2105238"/>
            <a:chOff x="-2693850" y="416349"/>
            <a:chExt cx="3922499" cy="3903650"/>
          </a:xfrm>
        </p:grpSpPr>
        <p:pic>
          <p:nvPicPr>
            <p:cNvPr id="234" name="Google Shape;234;p22"/>
            <p:cNvPicPr preferRelativeResize="0"/>
            <p:nvPr/>
          </p:nvPicPr>
          <p:blipFill>
            <a:blip r:embed="rId9">
              <a:alphaModFix/>
            </a:blip>
            <a:srcRect l="10336" t="5741" r="37900" b="3703"/>
            <a:stretch>
              <a:fillRect/>
            </a:stretch>
          </p:blipFill>
          <p:spPr>
            <a:xfrm>
              <a:off x="-2693850" y="416349"/>
              <a:ext cx="3922499" cy="39036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5" name="Google Shape;235;p22"/>
            <p:cNvCxnSpPr/>
            <p:nvPr/>
          </p:nvCxnSpPr>
          <p:spPr>
            <a:xfrm rot="10800000" flipH="1">
              <a:off x="-2335175" y="717200"/>
              <a:ext cx="0" cy="3357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236" name="Google Shape;236;p22"/>
            <p:cNvCxnSpPr/>
            <p:nvPr/>
          </p:nvCxnSpPr>
          <p:spPr>
            <a:xfrm rot="10800000" flipH="1">
              <a:off x="-763350" y="2289019"/>
              <a:ext cx="0" cy="3357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  <p:sp>
        <p:nvSpPr>
          <p:cNvPr id="237" name="Google Shape;237;p22"/>
          <p:cNvSpPr txBox="1"/>
          <p:nvPr/>
        </p:nvSpPr>
        <p:spPr>
          <a:xfrm>
            <a:off x="865350" y="4085725"/>
            <a:ext cx="309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You may wish to plot the coordinates.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8" name="Google Shape;238;p22"/>
          <p:cNvCxnSpPr/>
          <p:nvPr/>
        </p:nvCxnSpPr>
        <p:spPr>
          <a:xfrm>
            <a:off x="474750" y="974542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48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simple-light-2</vt:lpstr>
      <vt:lpstr>Problem solving with transformations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2023-11-02T16:02:28.330</cp:lastPrinted>
  <dcterms:created xsi:type="dcterms:W3CDTF">2023-11-02T16:02:28Z</dcterms:created>
  <dcterms:modified xsi:type="dcterms:W3CDTF">2023-11-02T16:03:19Z</dcterms:modified>
</cp:coreProperties>
</file>