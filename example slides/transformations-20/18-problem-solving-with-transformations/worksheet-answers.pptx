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" name="Shape 197"/>
        <p:cNvGrpSpPr/>
        <p:nvPr/>
      </p:nvGrpSpPr>
      <p:grpSpPr>
        <a:xfrm>
          <a:off x="0" y="0"/>
          <a:ext cx="0" cy="0"/>
        </a:xfrm>
      </p:grpSpPr>
      <p:sp>
        <p:nvSpPr>
          <p:cNvPr id="198" name="Google Shape;198;g28b3adc74c4_0_2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8b3adc74c4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sp>
        <p:nvSpPr>
          <p:cNvPr id="223" name="Google Shape;223;g2922c1bcca8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922c1bcca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Relationship Id="rId5" Type="http://schemas.openxmlformats.org/officeDocument/2006/relationships/image" Target="../media/image15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3.png" /><Relationship Id="rId11" Type="http://schemas.openxmlformats.org/officeDocument/2006/relationships/image" Target="../media/image24.png" /><Relationship Id="rId12" Type="http://schemas.openxmlformats.org/officeDocument/2006/relationships/image" Target="../media/image25.png" /><Relationship Id="rId13" Type="http://schemas.openxmlformats.org/officeDocument/2006/relationships/image" Target="../media/image26.png" /><Relationship Id="rId14" Type="http://schemas.openxmlformats.org/officeDocument/2006/relationships/image" Target="../media/image27.png" /><Relationship Id="rId15" Type="http://schemas.openxmlformats.org/officeDocument/2006/relationships/image" Target="../media/image28.png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6.png" /><Relationship Id="rId4" Type="http://schemas.openxmlformats.org/officeDocument/2006/relationships/image" Target="../media/image17.png" /><Relationship Id="rId5" Type="http://schemas.openxmlformats.org/officeDocument/2006/relationships/image" Target="../media/image18.png" /><Relationship Id="rId6" Type="http://schemas.openxmlformats.org/officeDocument/2006/relationships/image" Target="../media/image19.png" /><Relationship Id="rId7" Type="http://schemas.openxmlformats.org/officeDocument/2006/relationships/image" Target="../media/image20.png" /><Relationship Id="rId8" Type="http://schemas.openxmlformats.org/officeDocument/2006/relationships/image" Target="../media/image21.png" /><Relationship Id="rId9" Type="http://schemas.openxmlformats.org/officeDocument/2006/relationships/image" Target="../media/image2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transformations</a:t>
            </a:r>
            <a:endParaRPr/>
          </a:p>
        </p:txBody>
      </p:sp>
      <p:sp>
        <p:nvSpPr>
          <p:cNvPr id="173" name="Google Shape;173;p20" descr="&lt;math xmlns=&quot;http://www.w3.org/1998/Math/MathML&quot; display=&quot;block&quot; data-is-equatio=&quot;1&quot; data-latex=&quot;\left(\begin{matrix}3\\&amp;#13;&amp;#10;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2&lt;/mn&gt;&lt;/mtd&gt;&lt;/mtr&gt;&lt;/mtable&gt;&lt;mo data-mjx-texclass=&quot;CLOSE&quot;&gt;)&lt;/mo&gt;&lt;/mrow&gt;&lt;/math&gt;" title="the 2 by 1 column matrix 3 2"/>
          <p:cNvSpPr txBox="1"/>
          <p:nvPr/>
        </p:nvSpPr>
        <p:spPr>
          <a:xfrm>
            <a:off x="468000" y="18104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M is translated by           to create shape N. What vector would translate shape N onto shape 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7195325" y="4371118"/>
            <a:ext cx="335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841" y="1698445"/>
            <a:ext cx="335700" cy="42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&lt;math xmlns=&quot;http://www.w3.org/1998/Math/MathML&quot; display=&quot;block&quot; data-is-equatio=&quot;1&quot; data-latex=&quot;\left(\begin{matrix}-3\\&amp;#13;&amp;#10;-2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2&lt;/mn&gt;&lt;/mtd&gt;&lt;/mtr&gt;&lt;/mtable&gt;&lt;mo data-mjx-texclass=&quot;CLOSE&quot;&gt;)&lt;/mo&gt;&lt;/mrow&gt;&lt;/math&gt;" title="the 2 by 1 column matrix negative 3 negative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8347" y="2119871"/>
            <a:ext cx="483300" cy="45016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 descr="&lt;math xmlns=&quot;http://www.w3.org/1998/Math/MathML&quot; display=&quot;block&quot; data-is-equatio=&quot;1&quot; data-latex=&quot;\left(\begin{matrix}3\\&amp;#13;&amp;#10;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2&lt;/mn&gt;&lt;/mtd&gt;&lt;/mtr&gt;&lt;/mtable&gt;&lt;mo data-mjx-texclass=&quot;CLOSE&quot;&gt;)&lt;/mo&gt;&lt;/mrow&gt;&lt;/math&gt;" title="the 2 by 1 column matrix 3 2"/>
          <p:cNvSpPr txBox="1"/>
          <p:nvPr/>
        </p:nvSpPr>
        <p:spPr>
          <a:xfrm>
            <a:off x="468000" y="2753325"/>
            <a:ext cx="66240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P is reflected in the 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-axis to create shape Q. What transformation would map shape Q back on to shape P?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880975" y="3364500"/>
            <a:ext cx="621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Reflection in the </a:t>
            </a:r>
            <a:r>
              <a:rPr lang="en-GB" sz="12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-axis. 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latin typeface="Kalam"/>
                <a:ea typeface="Kalam"/>
                <a:cs typeface="Kalam"/>
                <a:sym typeface="Kalam"/>
              </a:rPr>
              <a:t>(Depending on shape P it could be a translation or rotation as well).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9" name="Google Shape;179;p20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0100" y="2808750"/>
            <a:ext cx="103950" cy="9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6511" y="3526052"/>
            <a:ext cx="71600" cy="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07625" y="13673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Inverse problems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877495" y="4437318"/>
            <a:ext cx="27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 descr="&lt;math xmlns=&quot;http://www.w3.org/1998/Math/MathML&quot; display=&quot;block&quot; data-is-equatio=&quot;1&quot; data-latex=&quot;\left(\begin{matrix}3\\&amp;#13;&amp;#10;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2&lt;/mn&gt;&lt;/mtd&gt;&lt;/mtr&gt;&lt;/mtable&gt;&lt;mo data-mjx-texclass=&quot;CLOSE&quot;&gt;)&lt;/mo&gt;&lt;/mrow&gt;&lt;/math&gt;" title="the 2 by 1 column matrix 3 2"/>
          <p:cNvSpPr txBox="1"/>
          <p:nvPr/>
        </p:nvSpPr>
        <p:spPr>
          <a:xfrm>
            <a:off x="468000" y="4155775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R is enlarged by a scale factor of 4 from the origin. What enlargement scale factor would be needed to map back to shape 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 descr="&lt;math xmlns=&quot;http://www.w3.org/1998/Math/MathML&quot; display=&quot;block&quot; data-is-equatio=&quot;1&quot; data-latex=&quot;\frac{1}{4}&quot;&gt;&lt;mfrac&gt;&lt;mn&gt;1&lt;/mn&gt;&lt;mn&gt;4&lt;/mn&gt;&lt;/mfrac&gt;&lt;/math&gt;" title="one four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9651" y="4440950"/>
            <a:ext cx="103950" cy="42384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468000" y="5166725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A is reflected in the 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-axis to become shape B. Shape B is then reflected in the 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-axis to become shape C.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7">
            <a:alphaModFix/>
          </a:blip>
          <a:srcRect l="44806"/>
          <a:stretch>
            <a:fillRect/>
          </a:stretch>
        </p:blipFill>
        <p:spPr>
          <a:xfrm>
            <a:off x="4299126" y="5515524"/>
            <a:ext cx="2018427" cy="20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631839" y="5966179"/>
            <a:ext cx="2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631839" y="6923262"/>
            <a:ext cx="2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95396" y="6923262"/>
            <a:ext cx="2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941943" y="6435872"/>
            <a:ext cx="2571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Rotate shape C 180° about the origin.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847218" y="5611776"/>
            <a:ext cx="28227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Fully describe a single transformation that can map shape C onto shape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0100" y="5228675"/>
            <a:ext cx="103950" cy="9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08114" y="5427714"/>
            <a:ext cx="71600" cy="101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20"/>
          <p:cNvCxnSpPr/>
          <p:nvPr/>
        </p:nvCxnSpPr>
        <p:spPr>
          <a:xfrm>
            <a:off x="474750" y="77674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" name="Google Shape;195;p20"/>
          <p:cNvSpPr txBox="1"/>
          <p:nvPr/>
        </p:nvSpPr>
        <p:spPr>
          <a:xfrm>
            <a:off x="468000" y="78627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Perimeter and area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68000" y="8348600"/>
            <a:ext cx="6624000" cy="15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 shape has a perimeter of 10 cm.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 is translated its perimeter would be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 is rotated its perimeter would be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 is reflected its perimeter would be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 is enlarged by scale factor 0.5, its perimeter would be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0" name="Shape 200"/>
        <p:cNvGrpSpPr/>
        <p:nvPr/>
      </p:nvGrpSpPr>
      <p:grpSpPr>
        <a:xfrm>
          <a:off x="0" y="0"/>
          <a:ext cx="0" cy="0"/>
        </a:xfrm>
      </p:grpSpPr>
      <p:sp>
        <p:nvSpPr>
          <p:cNvPr id="201" name="Google Shape;20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Problem solving with transformations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68000" y="2997600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perimeter and area of the object and image in the following enlargements. Use 1 square = 1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958" y="3691695"/>
            <a:ext cx="1617153" cy="980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1171" y="3712062"/>
            <a:ext cx="1239095" cy="1254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1587" y="3709070"/>
            <a:ext cx="1198241" cy="140325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658958" y="3597276"/>
            <a:ext cx="34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2788476" y="3597276"/>
            <a:ext cx="34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851254" y="3597276"/>
            <a:ext cx="34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914726" y="4740727"/>
            <a:ext cx="2025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Perimeter (A)= 4 cm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 (A) = 1 cm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 (B) = 8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(B) = 4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940519" y="5026142"/>
            <a:ext cx="2025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Perimeter (A)= 6 cm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 (A) = 2 cm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 (B) = 18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(B) = 18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018141" y="4983319"/>
            <a:ext cx="2025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Perimeter (A)= 12 cm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 (A) = 8 cm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 (B) = 6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(B) = 2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1226956" y="3851392"/>
            <a:ext cx="2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303076" y="3833367"/>
            <a:ext cx="2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394332" y="4142318"/>
            <a:ext cx="2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988434" y="4379958"/>
            <a:ext cx="2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894634" y="4183308"/>
            <a:ext cx="2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1972653" y="4025768"/>
            <a:ext cx="22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>
            <a:off x="474750" y="974542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" name="Google Shape;21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68000" y="7761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Perimeter and area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8000" y="1262000"/>
            <a:ext cx="6624000" cy="15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 shape has a perimeter of 10 cm.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 is translated its perimeter would be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 is rotated its perimeter would be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 is reflected its perimeter would be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 is enlarged by scale factor 0.5, its perimeter would be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sp>
        <p:nvSpPr>
          <p:cNvPr id="226" name="Google Shape;226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Problem solving with transformations</a:t>
            </a:r>
            <a:endParaRPr/>
          </a:p>
        </p:txBody>
      </p:sp>
      <p:cxnSp>
        <p:nvCxnSpPr>
          <p:cNvPr id="227" name="Google Shape;227;p22"/>
          <p:cNvCxnSpPr/>
          <p:nvPr/>
        </p:nvCxnSpPr>
        <p:spPr>
          <a:xfrm>
            <a:off x="474750" y="997402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" name="Google Shape;228;p22"/>
          <p:cNvSpPr txBox="1"/>
          <p:nvPr/>
        </p:nvSpPr>
        <p:spPr>
          <a:xfrm>
            <a:off x="468000" y="7720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C: Coordinate problems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468000" y="1400041"/>
            <a:ext cx="66240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following points have been translated by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coordinate of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776990" y="1758537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" name="Google Shape;231;p22" descr="&lt;math xmlns=&quot;http://www.w3.org/1998/Math/MathML&quot; display=&quot;block&quot; data-is-equatio=&quot;1&quot; data-latex=&quot;\left(\begin{matrix}-5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5&lt;/mn&gt;&lt;/mtd&gt;&lt;/mtr&gt;&lt;mtr&gt;&lt;mtd&gt;&lt;mn&gt;3&lt;/mn&gt;&lt;/mtd&gt;&lt;/mtr&gt;&lt;/mtable&gt;&lt;mo data-mjx-texclass=&quot;CLOSE&quot;&gt;)&lt;/mo&gt;&lt;/mrow&gt;&lt;/math&gt;" title="the 2 by 1 column matrix negative 5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9553" y="1261200"/>
            <a:ext cx="429647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&lt;math xmlns=&quot;http://www.w3.org/1998/Math/MathML&quot; display=&quot;block&quot; data-is-equatio=&quot;1&quot; data-latex=&quot;\left(a,b\right)&quot;&gt;&lt;mrow data-mjx-texclass=&quot;INNER&quot;&gt;&lt;mo data-mjx-texclass=&quot;OPEN&quot;&gt;(&lt;/mo&gt;&lt;mi&gt;a&lt;/mi&gt;&lt;mo&gt;,&lt;/mo&gt;&lt;mi&gt;b&lt;/mi&gt;&lt;mo data-mjx-texclass=&quot;CLOSE&quot;&gt;)&lt;/mo&gt;&lt;/mrow&gt;&lt;/math&gt;" title="open paren a comma b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425" y="1879250"/>
            <a:ext cx="445061" cy="194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&lt;math xmlns=&quot;http://www.w3.org/1998/Math/MathML&quot; display=&quot;block&quot; data-is-equatio=&quot;1&quot; data-latex=&quot;\left(a+1,b+3\right)&quot;&gt;&lt;mrow data-mjx-texclass=&quot;INNER&quot;&gt;&lt;mo data-mjx-texclass=&quot;OPEN&quot;&gt;(&lt;/mo&gt;&lt;mi&gt;a&lt;/mi&gt;&lt;mo&gt;+&lt;/mo&gt;&lt;mn&gt;1&lt;/mn&gt;&lt;mo&gt;,&lt;/mo&gt;&lt;mi&gt;b&lt;/mi&gt;&lt;mo&gt;+&lt;/mo&gt;&lt;mn&gt;3&lt;/mn&gt;&lt;mo data-mjx-texclass=&quot;CLOSE&quot;&gt;)&lt;/mo&gt;&lt;/mrow&gt;&lt;/math&gt;" title="open paren a plus 1 comma b plus 3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0425" y="2278284"/>
            <a:ext cx="1151574" cy="194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&lt;math xmlns=&quot;http://www.w3.org/1998/Math/MathML&quot; display=&quot;block&quot; data-is-equatio=&quot;1&quot; data-latex=&quot;\left(a-3,b+3\right)&quot;&gt;&lt;mrow data-mjx-texclass=&quot;INNER&quot;&gt;&lt;mo data-mjx-texclass=&quot;OPEN&quot;&gt;(&lt;/mo&gt;&lt;mi&gt;a&lt;/mi&gt;&lt;mo&gt;−&lt;/mo&gt;&lt;mn&gt;3&lt;/mn&gt;&lt;mo&gt;,&lt;/mo&gt;&lt;mi&gt;b&lt;/mi&gt;&lt;mo&gt;+&lt;/mo&gt;&lt;mn&gt;3&lt;/mn&gt;&lt;mo data-mjx-texclass=&quot;CLOSE&quot;&gt;)&lt;/mo&gt;&lt;/mrow&gt;&lt;/math&gt;" title="open paren a minus 3 comma b plus 3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0425" y="2677318"/>
            <a:ext cx="1151482" cy="194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 descr="&lt;math xmlns=&quot;http://www.w3.org/1998/Math/MathML&quot; display=&quot;block&quot; data-is-equatio=&quot;1&quot; data-latex=&quot;\left(4+a,b+2\right)&quot;&gt;&lt;mrow data-mjx-texclass=&quot;INNER&quot;&gt;&lt;mo data-mjx-texclass=&quot;OPEN&quot;&gt;(&lt;/mo&gt;&lt;mn&gt;4&lt;/mn&gt;&lt;mo&gt;+&lt;/mo&gt;&lt;mi&gt;a&lt;/mi&gt;&lt;mo&gt;,&lt;/mo&gt;&lt;mi&gt;b&lt;/mi&gt;&lt;mo&gt;+&lt;/mo&gt;&lt;mn&gt;2&lt;/mn&gt;&lt;mo data-mjx-texclass=&quot;CLOSE&quot;&gt;)&lt;/mo&gt;&lt;/mrow&gt;&lt;/math&gt;" title="open paren 4 plus a comma b plus 2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60425" y="3475385"/>
            <a:ext cx="1151574" cy="194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&lt;math xmlns=&quot;http://www.w3.org/1998/Math/MathML&quot; display=&quot;block&quot; data-is-equatio=&quot;1&quot; data-latex=&quot;\left(2a,7-b\right)&quot;&gt;&lt;mrow data-mjx-texclass=&quot;INNER&quot;&gt;&lt;mo data-mjx-texclass=&quot;OPEN&quot;&gt;(&lt;/mo&gt;&lt;mn&gt;2&lt;/mn&gt;&lt;mi&gt;a&lt;/mi&gt;&lt;mo&gt;,&lt;/mo&gt;&lt;mn&gt;7&lt;/mn&gt;&lt;mo&gt;−&lt;/mo&gt;&lt;mi&gt;b&lt;/mi&gt;&lt;mo data-mjx-texclass=&quot;CLOSE&quot;&gt;)&lt;/mo&gt;&lt;/mrow&gt;&lt;/math&gt;" title="open paren 2 a comma 7 minus b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60425" y="3076352"/>
            <a:ext cx="901926" cy="19470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776990" y="2187137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776990" y="2582434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776990" y="2997712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776990" y="3386348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1" name="Google Shape;241;p22" descr="&lt;math xmlns=&quot;http://www.w3.org/1998/Math/MathML&quot; display=&quot;block&quot; data-is-equatio=&quot;1&quot; data-latex=&quot;\left(a-5,b+3\right)&quot;&gt;&lt;mrow data-mjx-texclass=&quot;INNER&quot;&gt;&lt;mo data-mjx-texclass=&quot;OPEN&quot;&gt;(&lt;/mo&gt;&lt;mi&gt;a&lt;/mi&gt;&lt;mo&gt;−&lt;/mo&gt;&lt;mn&gt;5&lt;/mn&gt;&lt;mo&gt;,&lt;/mo&gt;&lt;mi&gt;b&lt;/mi&gt;&lt;mo&gt;+&lt;/mo&gt;&lt;mn&gt;3&lt;/mn&gt;&lt;mo data-mjx-texclass=&quot;CLOSE&quot;&gt;)&lt;/mo&gt;&lt;/mrow&gt;&lt;/math&gt;" title="open paren a minus 5 comma b plus 3 close pare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01325" y="1860050"/>
            <a:ext cx="1168964" cy="19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&lt;math xmlns=&quot;http://www.w3.org/1998/Math/MathML&quot; display=&quot;block&quot; data-is-equatio=&quot;1&quot; data-latex=&quot;\left(a-4,b+6\right)&quot;&gt;&lt;mrow data-mjx-texclass=&quot;INNER&quot;&gt;&lt;mo data-mjx-texclass=&quot;OPEN&quot;&gt;(&lt;/mo&gt;&lt;mi&gt;a&lt;/mi&gt;&lt;mo&gt;−&lt;/mo&gt;&lt;mn&gt;4&lt;/mn&gt;&lt;mo&gt;,&lt;/mo&gt;&lt;mi&gt;b&lt;/mi&gt;&lt;mo&gt;+&lt;/mo&gt;&lt;mn&gt;6&lt;/mn&gt;&lt;mo data-mjx-texclass=&quot;CLOSE&quot;&gt;)&lt;/mo&gt;&lt;/mrow&gt;&lt;/math&gt;" title="open paren a minus 4 comma b plus 6 close paren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01325" y="2262724"/>
            <a:ext cx="1176891" cy="194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&lt;math xmlns=&quot;http://www.w3.org/1998/Math/MathML&quot; display=&quot;block&quot; data-is-equatio=&quot;1&quot; data-latex=&quot;\left(a-8,b+6\right)&quot;&gt;&lt;mrow data-mjx-texclass=&quot;INNER&quot;&gt;&lt;mo data-mjx-texclass=&quot;OPEN&quot;&gt;(&lt;/mo&gt;&lt;mi&gt;a&lt;/mi&gt;&lt;mo&gt;−&lt;/mo&gt;&lt;mn&gt;8&lt;/mn&gt;&lt;mo&gt;,&lt;/mo&gt;&lt;mi&gt;b&lt;/mi&gt;&lt;mo&gt;+&lt;/mo&gt;&lt;mn&gt;6&lt;/mn&gt;&lt;mo data-mjx-texclass=&quot;CLOSE&quot;&gt;)&lt;/mo&gt;&lt;/mrow&gt;&lt;/math&gt;" title="open paren a minus 8 comma b plus 6 close paren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301325" y="2665399"/>
            <a:ext cx="1176800" cy="194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&lt;math xmlns=&quot;http://www.w3.org/1998/Math/MathML&quot; display=&quot;block&quot; data-is-equatio=&quot;1&quot; data-latex=&quot;\left(2a-5,10-b\right)&quot;&gt;&lt;mrow data-mjx-texclass=&quot;INNER&quot;&gt;&lt;mo data-mjx-texclass=&quot;OPEN&quot;&gt;(&lt;/mo&gt;&lt;mn&gt;2&lt;/mn&gt;&lt;mi&gt;a&lt;/mi&gt;&lt;mo&gt;−&lt;/mo&gt;&lt;mn&gt;5&lt;/mn&gt;&lt;mo&gt;,&lt;/mo&gt;&lt;mn&gt;10&lt;/mn&gt;&lt;mo&gt;−&lt;/mo&gt;&lt;mi&gt;b&lt;/mi&gt;&lt;mo data-mjx-texclass=&quot;CLOSE&quot;&gt;)&lt;/mo&gt;&lt;/mrow&gt;&lt;/math&gt;" title="open paren 2 a minus 5 comma 10 minus b close paren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301325" y="3068073"/>
            <a:ext cx="1409273" cy="196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&lt;math xmlns=&quot;http://www.w3.org/1998/Math/MathML&quot; display=&quot;block&quot; data-is-equatio=&quot;1&quot; data-latex=&quot;\left(a-1,b+5\right)&quot;&gt;&lt;mrow data-mjx-texclass=&quot;INNER&quot;&gt;&lt;mo data-mjx-texclass=&quot;OPEN&quot;&gt;(&lt;/mo&gt;&lt;mi&gt;a&lt;/mi&gt;&lt;mo&gt;−&lt;/mo&gt;&lt;mn&gt;1&lt;/mn&gt;&lt;mo&gt;,&lt;/mo&gt;&lt;mi&gt;b&lt;/mi&gt;&lt;mo&gt;+&lt;/mo&gt;&lt;mn&gt;5&lt;/mn&gt;&lt;mo data-mjx-texclass=&quot;CLOSE&quot;&gt;)&lt;/mo&gt;&lt;/mrow&gt;&lt;/math&gt;" title="open paren a minus 1 comma b plus 5 close paren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301325" y="3473119"/>
            <a:ext cx="1183201" cy="19698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474750" y="3895475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these are the coordinates for the vertices, what transformation has occurred?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Object: A(1,4)  B(1,1)  C(2,1)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Image: A′(4,4)  B′(4,1)  C′(5,1)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1323864" y="5273447"/>
            <a:ext cx="3221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Object: A(1,4)  B(1,1)  C(2,1)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Image: A′(1,4)  B′(1,7)  C′(2,7)</a:t>
            </a:r>
            <a:endParaRPr sz="1200"/>
          </a:p>
        </p:txBody>
      </p:sp>
      <p:sp>
        <p:nvSpPr>
          <p:cNvPr id="248" name="Google Shape;248;p22"/>
          <p:cNvSpPr txBox="1"/>
          <p:nvPr/>
        </p:nvSpPr>
        <p:spPr>
          <a:xfrm>
            <a:off x="951794" y="5242771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9" name="Google Shape;249;p22"/>
          <p:cNvPicPr preferRelativeResize="0"/>
          <p:nvPr/>
        </p:nvPicPr>
        <p:blipFill>
          <a:blip r:embed="rId14">
            <a:alphaModFix/>
          </a:blip>
          <a:srcRect l="10411" t="-4698" r="41914" b="12208"/>
          <a:stretch>
            <a:fillRect/>
          </a:stretch>
        </p:blipFill>
        <p:spPr>
          <a:xfrm>
            <a:off x="4555924" y="4128423"/>
            <a:ext cx="1920819" cy="211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1325617" y="4892753"/>
            <a:ext cx="353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Translated by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51" name="Google Shape;251;p22" descr="&lt;math xmlns=&quot;http://www.w3.org/1998/Math/MathML&quot; display=&quot;block&quot; data-is-equatio=&quot;1&quot; data-latex=&quot;\left(\begin{matrix}3\\&amp;#13;&amp;#10;0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0&lt;/mn&gt;&lt;/mtd&gt;&lt;/mtr&gt;&lt;/mtable&gt;&lt;mo data-mjx-texclass=&quot;CLOSE&quot;&gt;)&lt;/mo&gt;&lt;/mrow&gt;&lt;/math&gt;" title="the 2 by 1 column matrix 3 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394928" y="4836850"/>
            <a:ext cx="345000" cy="43310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1371194" y="5888124"/>
            <a:ext cx="291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Reflected in a horizontal line.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5440108" y="5588305"/>
            <a:ext cx="22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4866430" y="4648450"/>
            <a:ext cx="22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5" name="Google Shape;255;p22"/>
          <p:cNvGrpSpPr/>
          <p:nvPr/>
        </p:nvGrpSpPr>
        <p:grpSpPr>
          <a:xfrm>
            <a:off x="4690499" y="4273816"/>
            <a:ext cx="1671227" cy="1849531"/>
            <a:chOff x="-2442300" y="717200"/>
            <a:chExt cx="3357900" cy="3357900"/>
          </a:xfrm>
        </p:grpSpPr>
        <p:cxnSp>
          <p:nvCxnSpPr>
            <p:cNvPr id="256" name="Google Shape;256;p22"/>
            <p:cNvCxnSpPr/>
            <p:nvPr/>
          </p:nvCxnSpPr>
          <p:spPr>
            <a:xfrm rot="10800000" flipH="1">
              <a:off x="-2335175" y="717200"/>
              <a:ext cx="0" cy="3357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257" name="Google Shape;257;p22"/>
            <p:cNvCxnSpPr/>
            <p:nvPr/>
          </p:nvCxnSpPr>
          <p:spPr>
            <a:xfrm rot="10800000" flipH="1">
              <a:off x="-763350" y="2289019"/>
              <a:ext cx="0" cy="3357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sp>
        <p:nvSpPr>
          <p:cNvPr id="258" name="Google Shape;258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66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Problem solving with transformations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2023-11-02T16:02:41.059</cp:lastPrinted>
  <dcterms:created xsi:type="dcterms:W3CDTF">2023-11-02T16:02:41Z</dcterms:created>
  <dcterms:modified xsi:type="dcterms:W3CDTF">2023-11-02T16:02:50Z</dcterms:modified>
</cp:coreProperties>
</file>