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www.geogebra.org/calculator/kvy2zcrg" TargetMode="External" /><Relationship Id="rId4" Type="http://schemas.openxmlformats.org/officeDocument/2006/relationships/hyperlink" Target="https://www.geogebra.org/calculator/t57u9qpc" TargetMode="External" /><Relationship Id="rId5" Type="http://schemas.openxmlformats.org/officeDocument/2006/relationships/image" Target="../media/image7.png" /><Relationship Id="rId6" Type="http://schemas.openxmlformats.org/officeDocument/2006/relationships/hyperlink" Target="https://www.geogebra.org/calculator/xrpec3bs" TargetMode="External" /><Relationship Id="rId7" Type="http://schemas.openxmlformats.org/officeDocument/2006/relationships/hyperlink" Target="https://www.geogebra.org/calculator/tfgkvvcw" TargetMode="Externa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www.geogebra.org/calculator/w7cpsv5e" TargetMode="External" /><Relationship Id="rId4" Type="http://schemas.openxmlformats.org/officeDocument/2006/relationships/hyperlink" Target="https://www.geogebra.org/calculator/vdrxer7f" TargetMode="External" /><Relationship Id="rId5" Type="http://schemas.openxmlformats.org/officeDocument/2006/relationships/hyperlink" Target="https://www.geogebra.org/calculator/hpvxkknt" TargetMode="External" /><Relationship Id="rId6" Type="http://schemas.openxmlformats.org/officeDocument/2006/relationships/hyperlink" Target="https://www.geogebra.org/calculator/mhj8tv5y" TargetMode="External" /><Relationship Id="rId7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GeoGebra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1880600"/>
            <a:ext cx="6624000" cy="28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A Question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 object A onto image A′.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scale factor?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At what coordinate is the centre of enlargement?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A Question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 object B onto image B′.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scale factor?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At what coordinate is the centre of enlargement?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5434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Using GeoGebra for rotations and enlargements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647800" y="2425370"/>
            <a:ext cx="306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452650" y="2771136"/>
            <a:ext cx="8988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(2, 6)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452650" y="4325986"/>
            <a:ext cx="8988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(2, 4)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7" name="Google Shape;177;p2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7801" y="3909225"/>
            <a:ext cx="113274" cy="3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2935875" y="3980231"/>
            <a:ext cx="8097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 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4864400"/>
            <a:ext cx="6624000" cy="28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A Question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 object C onto image C′.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angle of rotation?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At what coordinate is the centre of rotation?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A Question 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slider to rotate object D onto image D′.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angle of rotation?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063600" y="6958087"/>
            <a:ext cx="7128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157150" y="5406578"/>
            <a:ext cx="29460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90° clockwise or 270° anticlockwise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137450" y="5739583"/>
            <a:ext cx="8988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(6, 6)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Investigating transformations with GeoGebra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1037600"/>
            <a:ext cx="6624000" cy="22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B Question 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 line through points P and Q.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 object A over the line.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Move the line of reflection down onto each of the numbered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line reflects object A onto image A′?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B Question 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 object B over the line.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Move point P to each of the number points to turn the line.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At which point does the line reflect object B onto image B′?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Using GeoGebra for reflections and translations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1294375" y="2222041"/>
            <a:ext cx="12192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Line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953600" y="3410370"/>
            <a:ext cx="12192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Point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3928250"/>
            <a:ext cx="6624000" cy="24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B Question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Translate each of the objects A to E using vectors 1 to 9.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vector translates each object onto the image?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a) Vector        translates object A onto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b) Vector        translates object B onto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c) Vector        translates object C onto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d) Vector        translates object D onto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e) Vector        translates object E onto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1354953" y="4697546"/>
            <a:ext cx="219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1354953" y="5024065"/>
            <a:ext cx="219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1354953" y="5383680"/>
            <a:ext cx="219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1364478" y="5690002"/>
            <a:ext cx="219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1364478" y="6029999"/>
            <a:ext cx="219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474750" y="639792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1"/>
          <p:cNvSpPr txBox="1"/>
          <p:nvPr/>
        </p:nvSpPr>
        <p:spPr>
          <a:xfrm>
            <a:off x="474750" y="6950125"/>
            <a:ext cx="6624000" cy="24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Find and describe each transformation below.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1. A ↦ B</a:t>
            </a:r>
            <a:br>
              <a:rPr lang="en-GB" sz="1200"/>
            </a:br>
            <a:br>
              <a:rPr lang="en-GB" sz="1200"/>
            </a:br>
            <a:r>
              <a:rPr lang="en-GB" sz="1200"/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 A ↦ C</a:t>
            </a:r>
            <a:r>
              <a:rPr lang="en-GB" sz="1200">
                <a:solidFill>
                  <a:srgbClr val="000000"/>
                </a:solidFill>
              </a:rPr>
              <a:t> </a:t>
            </a:r>
            <a:br>
              <a:rPr lang="en-GB" sz="1200">
                <a:solidFill>
                  <a:srgbClr val="000000"/>
                </a:solidFill>
              </a:rPr>
            </a:br>
            <a:br>
              <a:rPr lang="en-GB" sz="1200">
                <a:solidFill>
                  <a:srgbClr val="000000"/>
                </a:solidFill>
              </a:rPr>
            </a:br>
            <a:r>
              <a:rPr lang="en-GB" sz="1200">
                <a:solidFill>
                  <a:srgbClr val="000000"/>
                </a:solidFill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 A ↦ D</a:t>
            </a:r>
            <a:r>
              <a:rPr lang="en-GB" sz="1200">
                <a:solidFill>
                  <a:srgbClr val="000000"/>
                </a:solidFill>
              </a:rPr>
              <a:t> </a:t>
            </a:r>
            <a:br>
              <a:rPr lang="en-GB" sz="1200">
                <a:solidFill>
                  <a:srgbClr val="000000"/>
                </a:solidFill>
              </a:rPr>
            </a:br>
            <a:br>
              <a:rPr lang="en-GB" sz="1200">
                <a:solidFill>
                  <a:srgbClr val="000000"/>
                </a:solidFill>
              </a:rPr>
            </a:br>
            <a:r>
              <a:rPr lang="en-GB" sz="1200">
                <a:solidFill>
                  <a:srgbClr val="000000"/>
                </a:solidFill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4. A ↦ E</a:t>
            </a:r>
            <a:r>
              <a:rPr lang="en-GB" sz="1200">
                <a:solidFill>
                  <a:srgbClr val="000000"/>
                </a:solidFill>
              </a:rPr>
              <a:t> </a:t>
            </a: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4750" y="65690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Using GeoGebra to identify transformations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463400" y="7693207"/>
            <a:ext cx="4089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Rotated 90° clockwise around (0, 1).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1463400" y="8108154"/>
            <a:ext cx="4089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Translated   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7" name="Google Shape;207;p21" descr="&lt;math xmlns=&quot;http://www.w3.org/1998/Math/MathML&quot; display=&quot;block&quot; data-is-equatio=&quot;1&quot; data-latex=&quot;\left(\begin{matrix}\ \ 9\\&amp;#13;&amp;#10;-1\end{matrix}\right)&quot;&gt;&lt;mrow data-mjx-texclass=&quot;INNER&quot;&gt;&lt;mo data-mjx-texclass=&quot;OPEN&quot;&gt;(&lt;/mo&gt;&lt;mtable columnspacing=&quot;1em&quot; rowspacing=&quot;4pt&quot;&gt;&lt;mtr&gt;&lt;mtd&gt;&lt;mtext&gt;&lt;/mtext&gt;&lt;mtext&gt;&lt;/mtext&gt;&lt;mn&gt;9&lt;/mn&gt;&lt;/mtd&gt;&lt;/mtr&gt;&lt;mtr&gt;&lt;mtd&gt;&lt;mo&gt;−&lt;/mo&gt;&lt;mn&gt;1&lt;/mn&gt;&lt;/mtd&gt;&lt;/mtr&gt;&lt;/mtable&gt;&lt;mo data-mjx-texclass=&quot;CLOSE&quot;&gt;)&lt;/mo&gt;&lt;/mrow&gt;&lt;/math&gt;" title="the 2 by 1 column matrix Row 1: 9 Row 2: negative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9950" y="8016324"/>
            <a:ext cx="364108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1463400" y="8536412"/>
            <a:ext cx="4089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Reflected over the x-axis.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463400" y="8956781"/>
            <a:ext cx="5620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Enlarged by a scale factor of 3 from (-6, 6).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Investigating transformations with GeoGebra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2023-11-02T14:27:13.150</cp:lastPrinted>
  <dcterms:created xsi:type="dcterms:W3CDTF">2023-11-02T14:27:13Z</dcterms:created>
  <dcterms:modified xsi:type="dcterms:W3CDTF">2023-11-02T14:26:41Z</dcterms:modified>
</cp:coreProperties>
</file>