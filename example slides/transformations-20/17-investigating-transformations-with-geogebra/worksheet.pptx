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www.geogebra.org/calculator/kvy2zcrg" TargetMode="External" /><Relationship Id="rId4" Type="http://schemas.openxmlformats.org/officeDocument/2006/relationships/hyperlink" Target="https://www.geogebra.org/calculator/t57u9qpc" TargetMode="External" /><Relationship Id="rId5" Type="http://schemas.openxmlformats.org/officeDocument/2006/relationships/hyperlink" Target="https://www.geogebra.org/calculator/xrpec3bs" TargetMode="External" /><Relationship Id="rId6" Type="http://schemas.openxmlformats.org/officeDocument/2006/relationships/hyperlink" Target="https://www.geogebra.org/calculator/tfgkvvcw" TargetMode="Externa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www.geogebra.org/calculator/w7cpsv5e" TargetMode="External" /><Relationship Id="rId4" Type="http://schemas.openxmlformats.org/officeDocument/2006/relationships/hyperlink" Target="https://www.geogebra.org/calculator/vdrxer7f" TargetMode="External" /><Relationship Id="rId5" Type="http://schemas.openxmlformats.org/officeDocument/2006/relationships/hyperlink" Target="https://www.geogebra.org/calculator/hpvxkknt" TargetMode="External" /><Relationship Id="rId6" Type="http://schemas.openxmlformats.org/officeDocument/2006/relationships/hyperlink" Target="https://www.geogebra.org/calculator/mhj8tv5y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880600"/>
            <a:ext cx="66240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A Question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 object A onto image A′.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scale factor?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At what coordinate is the centre of enlargement?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A Question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 object B onto image B′.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scale factor?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At what coordinate is the centre of enlargement?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5434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GeoGebra for rotations and enlargements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4864400"/>
            <a:ext cx="66240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A Question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 object C onto image C′.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angle of rotation?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At what coordinate is the centre of rotation?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A Question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slider to rotate object D onto image D′.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angle of rotation?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2" name="Google Shape;17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  <p:sp>
        <p:nvSpPr>
          <p:cNvPr id="173" name="Google Shape;17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68000" y="1037600"/>
            <a:ext cx="66240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B Question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line through points P and Q.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 object A over the line.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Move the line of reflection down onto each of the numbered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line reflects object A onto image A′?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B Question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 object B over the line.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Move point P to each of the number points to turn the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At which point does the line reflect object B onto image B′?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GeoGebra for reflections and translations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68000" y="3928250"/>
            <a:ext cx="6624000" cy="24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B Question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Translate each of the objects A to E using vectors 1 to 9.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vector translates each object onto the image?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a) Vector        translates object A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b) Vector        translates object B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c) Vector        translates object C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d) Vector        translates object D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e) Vector        translates object E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1"/>
          <p:cNvCxnSpPr/>
          <p:nvPr/>
        </p:nvCxnSpPr>
        <p:spPr>
          <a:xfrm>
            <a:off x="474750" y="639792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1"/>
          <p:cNvSpPr txBox="1"/>
          <p:nvPr/>
        </p:nvSpPr>
        <p:spPr>
          <a:xfrm>
            <a:off x="474750" y="6950125"/>
            <a:ext cx="6624000" cy="24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Find and describe each transformation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1. A ↦ B</a:t>
            </a:r>
            <a:br>
              <a:rPr lang="en-GB" sz="1200"/>
            </a:br>
            <a:br>
              <a:rPr lang="en-GB" sz="1200"/>
            </a:br>
            <a:r>
              <a:rPr lang="en-GB" sz="1200"/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 A ↦ C</a:t>
            </a:r>
            <a:r>
              <a:rPr lang="en-GB" sz="1200">
                <a:solidFill>
                  <a:srgbClr val="000000"/>
                </a:solidFill>
              </a:rPr>
              <a:t> </a:t>
            </a:r>
            <a:br>
              <a:rPr lang="en-GB" sz="1200">
                <a:solidFill>
                  <a:srgbClr val="000000"/>
                </a:solidFill>
              </a:rPr>
            </a:br>
            <a:br>
              <a:rPr lang="en-GB" sz="1200">
                <a:solidFill>
                  <a:srgbClr val="000000"/>
                </a:solidFill>
              </a:rPr>
            </a:br>
            <a:r>
              <a:rPr lang="en-GB" sz="1200">
                <a:solidFill>
                  <a:srgbClr val="000000"/>
                </a:solidFill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 A ↦ D</a:t>
            </a:r>
            <a:r>
              <a:rPr lang="en-GB" sz="1200">
                <a:solidFill>
                  <a:srgbClr val="000000"/>
                </a:solidFill>
              </a:rPr>
              <a:t> </a:t>
            </a:r>
            <a:br>
              <a:rPr lang="en-GB" sz="1200">
                <a:solidFill>
                  <a:srgbClr val="000000"/>
                </a:solidFill>
              </a:rPr>
            </a:br>
            <a:br>
              <a:rPr lang="en-GB" sz="1200">
                <a:solidFill>
                  <a:srgbClr val="000000"/>
                </a:solidFill>
              </a:rPr>
            </a:br>
            <a:r>
              <a:rPr lang="en-GB" sz="1200">
                <a:solidFill>
                  <a:srgbClr val="000000"/>
                </a:solidFill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 A ↦ E</a:t>
            </a:r>
            <a:r>
              <a:rPr lang="en-GB" sz="1200">
                <a:solidFill>
                  <a:srgbClr val="000000"/>
                </a:solidFill>
              </a:rPr>
              <a:t> 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74750" y="65690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Using GeoGebra to identify transformations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Investigating transformations with GeoGebra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2023-11-02T14:26:30.377</cp:lastPrinted>
  <dcterms:created xsi:type="dcterms:W3CDTF">2023-11-02T14:26:30Z</dcterms:created>
  <dcterms:modified xsi:type="dcterms:W3CDTF">2023-11-02T14:27:21Z</dcterms:modified>
</cp:coreProperties>
</file>