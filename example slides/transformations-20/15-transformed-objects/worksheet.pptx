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sp>
        <p:nvSpPr>
          <p:cNvPr id="183" name="Google Shape;18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image" Target="../media/image8.png" /><Relationship Id="rId6" Type="http://schemas.openxmlformats.org/officeDocument/2006/relationships/image" Target="../media/image9.png" /><Relationship Id="rId7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Transformed objects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9912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Which transformation?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99325"/>
            <a:ext cx="6187800" cy="18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considering the changes, decide which transformation could have taken place in each case. There might be more than one.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lengths have changed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sense has changed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orientation has changed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position has changed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4340700"/>
            <a:ext cx="6422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considering the invariant properties, decide which transformation could not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have taken place in each case. There might be more than one.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lengths are invariant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sense is invariant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orientation is invariant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angles are invariant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7453" y="7143150"/>
            <a:ext cx="4732948" cy="222087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476400" y="7100422"/>
            <a:ext cx="17742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rabicParenR" startAt="3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Identify the type of transformation that has taken place to create the new shape.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2484176" y="7158250"/>
            <a:ext cx="41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983937" y="7158253"/>
            <a:ext cx="33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283046" y="7158253"/>
            <a:ext cx="33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2484177" y="7984150"/>
            <a:ext cx="41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3780352" y="7984141"/>
            <a:ext cx="33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730925" y="7984141"/>
            <a:ext cx="33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" name="Google Shape;174;p20"/>
          <p:cNvCxnSpPr/>
          <p:nvPr/>
        </p:nvCxnSpPr>
        <p:spPr>
          <a:xfrm>
            <a:off x="3739437" y="5175850"/>
            <a:ext cx="2319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75;p20"/>
          <p:cNvCxnSpPr/>
          <p:nvPr/>
        </p:nvCxnSpPr>
        <p:spPr>
          <a:xfrm>
            <a:off x="3737487" y="5521083"/>
            <a:ext cx="2319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76;p20"/>
          <p:cNvCxnSpPr/>
          <p:nvPr/>
        </p:nvCxnSpPr>
        <p:spPr>
          <a:xfrm>
            <a:off x="3737487" y="5866317"/>
            <a:ext cx="2319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20"/>
          <p:cNvCxnSpPr/>
          <p:nvPr/>
        </p:nvCxnSpPr>
        <p:spPr>
          <a:xfrm>
            <a:off x="3737487" y="6211550"/>
            <a:ext cx="2319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0"/>
          <p:cNvCxnSpPr/>
          <p:nvPr/>
        </p:nvCxnSpPr>
        <p:spPr>
          <a:xfrm>
            <a:off x="3856937" y="2594525"/>
            <a:ext cx="2319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20"/>
          <p:cNvCxnSpPr/>
          <p:nvPr/>
        </p:nvCxnSpPr>
        <p:spPr>
          <a:xfrm>
            <a:off x="3854987" y="2939758"/>
            <a:ext cx="2319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0"/>
          <p:cNvCxnSpPr/>
          <p:nvPr/>
        </p:nvCxnSpPr>
        <p:spPr>
          <a:xfrm>
            <a:off x="3854987" y="3284992"/>
            <a:ext cx="2319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" name="Google Shape;181;p20"/>
          <p:cNvCxnSpPr/>
          <p:nvPr/>
        </p:nvCxnSpPr>
        <p:spPr>
          <a:xfrm>
            <a:off x="3854987" y="3630225"/>
            <a:ext cx="2319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5" name="Shape 185"/>
        <p:cNvGrpSpPr/>
        <p:nvPr/>
      </p:nvGrpSpPr>
      <p:grpSpPr>
        <a:xfrm>
          <a:off x="0" y="0"/>
          <a:ext cx="0" cy="0"/>
        </a:xfrm>
      </p:grpSpPr>
      <p:sp>
        <p:nvSpPr>
          <p:cNvPr id="186" name="Google Shape;18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7" name="Google Shape;187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Transformed objects</a:t>
            </a:r>
            <a:endParaRPr/>
          </a:p>
        </p:txBody>
      </p:sp>
      <p:sp>
        <p:nvSpPr>
          <p:cNvPr id="188" name="Google Shape;188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67963" y="712161"/>
            <a:ext cx="556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rabicParenR" startAt="4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Add the image vertices labels.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1" name="Google Shape;191;p21"/>
          <p:cNvPicPr preferRelativeResize="0"/>
          <p:nvPr/>
        </p:nvPicPr>
        <p:blipFill>
          <a:blip r:embed="rId3">
            <a:alphaModFix/>
          </a:blip>
          <a:srcRect l="8914" t="15077" r="15789" b="18618"/>
          <a:stretch>
            <a:fillRect/>
          </a:stretch>
        </p:blipFill>
        <p:spPr>
          <a:xfrm rot="5400000">
            <a:off x="817225" y="1876551"/>
            <a:ext cx="1858278" cy="93088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1554873" y="1344172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2028383" y="1719028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1535113" y="2064317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1239150" y="1719028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646500" y="994186"/>
            <a:ext cx="1845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After a vertical reflection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7" name="Google Shape;197;p21"/>
          <p:cNvPicPr preferRelativeResize="0"/>
          <p:nvPr/>
        </p:nvPicPr>
        <p:blipFill>
          <a:blip r:embed="rId3">
            <a:alphaModFix/>
          </a:blip>
          <a:srcRect l="8914" t="15077" r="15789" b="18618"/>
          <a:stretch>
            <a:fillRect/>
          </a:stretch>
        </p:blipFill>
        <p:spPr>
          <a:xfrm rot="5400000">
            <a:off x="2622670" y="1910892"/>
            <a:ext cx="1858278" cy="93088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3360319" y="1378513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3833829" y="1753369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3340558" y="2098659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3044596" y="1753369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" name="Google Shape;202;p21"/>
          <p:cNvPicPr preferRelativeResize="0"/>
          <p:nvPr/>
        </p:nvPicPr>
        <p:blipFill>
          <a:blip r:embed="rId3">
            <a:alphaModFix/>
          </a:blip>
          <a:srcRect l="8914" t="15077" r="15789" b="18618"/>
          <a:stretch>
            <a:fillRect/>
          </a:stretch>
        </p:blipFill>
        <p:spPr>
          <a:xfrm rot="5400000">
            <a:off x="4329284" y="1945233"/>
            <a:ext cx="1858278" cy="93088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5066932" y="1412854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5540442" y="1787711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5047172" y="2133000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751210" y="1787711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2399437" y="994189"/>
            <a:ext cx="284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After a translation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246530" y="994189"/>
            <a:ext cx="284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After a 180° rotation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" name="Google Shape;209;p21"/>
          <p:cNvCxnSpPr/>
          <p:nvPr/>
        </p:nvCxnSpPr>
        <p:spPr>
          <a:xfrm>
            <a:off x="474750" y="345477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" name="Google Shape;210;p21"/>
          <p:cNvSpPr txBox="1"/>
          <p:nvPr/>
        </p:nvSpPr>
        <p:spPr>
          <a:xfrm>
            <a:off x="468000" y="3560549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Recognising and describing transformations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5475" y="4066511"/>
            <a:ext cx="573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rabi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Complete the descriptions.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95100" y="4505586"/>
            <a:ext cx="3036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A has been reflected  in a diagonal line passing through (-3, 3) and (1, -1) onto shape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" name="Google Shape;213;p21"/>
          <p:cNvPicPr preferRelativeResize="0"/>
          <p:nvPr/>
        </p:nvPicPr>
        <p:blipFill>
          <a:blip r:embed="rId4">
            <a:alphaModFix/>
          </a:blip>
          <a:srcRect l="36700"/>
          <a:stretch>
            <a:fillRect/>
          </a:stretch>
        </p:blipFill>
        <p:spPr>
          <a:xfrm>
            <a:off x="3896052" y="4066511"/>
            <a:ext cx="3193421" cy="286988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4772200" y="4253162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440553" y="4411967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118443" y="4757559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595493" y="5255029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5273632" y="4931210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5847941" y="4381375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6434487" y="5090015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186288" y="6330226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442987" y="5761945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5438828" y="5761945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5854241" y="6342282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" name="Google Shape;225;p21" descr="&lt;math xmlns=&quot;http://www.w3.org/1998/Math/MathML&quot; display=&quot;block&quot; data-is-equatio=&quot;1&quot; data-latex=&quot;\left(\begin{matrix}-2\\&amp;#13;&amp;#10;-6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o&gt;−&lt;/mo&gt;&lt;mn&gt;6&lt;/mn&gt;&lt;/mtd&gt;&lt;/mtr&gt;&lt;/mtable&gt;&lt;mo data-mjx-texclass=&quot;CLOSE&quot;&gt;)&lt;/mo&gt;&lt;/mrow&gt;&lt;/math&gt;" title="the 2 by 1 column matrix negative 2 negative 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0301" y="6449710"/>
            <a:ext cx="412800" cy="38228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595100" y="6994011"/>
            <a:ext cx="6494100" cy="1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4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Shape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has been enlarged by scale factor 2 from (-2, -1) onto shape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has translated by  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onto shape 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been rotated 180° about the origin onto shape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7" name="Google Shape;227;p21"/>
          <p:cNvGrpSpPr/>
          <p:nvPr/>
        </p:nvGrpSpPr>
        <p:grpSpPr>
          <a:xfrm>
            <a:off x="457791" y="8845934"/>
            <a:ext cx="4523349" cy="1108292"/>
            <a:chOff x="724950" y="686901"/>
            <a:chExt cx="7694080" cy="1884850"/>
          </a:xfrm>
        </p:grpSpPr>
        <p:pic>
          <p:nvPicPr>
            <p:cNvPr id="228" name="Google Shape;228;p21"/>
            <p:cNvPicPr preferRelativeResize="0"/>
            <p:nvPr/>
          </p:nvPicPr>
          <p:blipFill>
            <a:blip r:embed="rId6">
              <a:alphaModFix/>
            </a:blip>
            <a:srcRect r="43159" b="53216"/>
            <a:stretch>
              <a:fillRect/>
            </a:stretch>
          </p:blipFill>
          <p:spPr>
            <a:xfrm>
              <a:off x="724950" y="705800"/>
              <a:ext cx="3968302" cy="1865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1"/>
            <p:cNvPicPr preferRelativeResize="0"/>
            <p:nvPr/>
          </p:nvPicPr>
          <p:blipFill>
            <a:blip r:embed="rId6">
              <a:alphaModFix/>
            </a:blip>
            <a:srcRect l="26781" t="46747" r="43472" b="6084"/>
            <a:stretch>
              <a:fillRect/>
            </a:stretch>
          </p:blipFill>
          <p:spPr>
            <a:xfrm>
              <a:off x="4465013" y="690520"/>
              <a:ext cx="2076723" cy="1881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1"/>
            <p:cNvPicPr preferRelativeResize="0"/>
            <p:nvPr/>
          </p:nvPicPr>
          <p:blipFill>
            <a:blip r:embed="rId6">
              <a:alphaModFix/>
            </a:blip>
            <a:srcRect l="26781" t="46747" r="43472" b="6084"/>
            <a:stretch>
              <a:fillRect/>
            </a:stretch>
          </p:blipFill>
          <p:spPr>
            <a:xfrm>
              <a:off x="6342307" y="686901"/>
              <a:ext cx="2076723" cy="1881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1"/>
          <p:cNvSpPr txBox="1"/>
          <p:nvPr/>
        </p:nvSpPr>
        <p:spPr>
          <a:xfrm>
            <a:off x="466675" y="8159800"/>
            <a:ext cx="6610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rabicParenR" startAt="2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Three different transformations have taken place to create the image, which combined makes a square.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What are they?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21" descr="&lt;math xmlns=&quot;http://www.w3.org/1998/Math/MathML&quot; display=&quot;block&quot; data-is-equatio=&quot;1&quot; data-latex=&quot;\left(\begin{matrix}0\\&amp;#13;&amp;#10;?\end{matrix}\right)&quot;&gt;&lt;mrow data-mjx-texclass=&quot;INNER&quot;&gt;&lt;mo data-mjx-texclass=&quot;OPEN&quot;&gt;(&lt;/mo&gt;&lt;mtable columnspacing=&quot;1em&quot; rowspacing=&quot;4pt&quot;&gt;&lt;mtr&gt;&lt;mtd&gt;&lt;mn&gt;0&lt;/mn&gt;&lt;/mtd&gt;&lt;/mtr&gt;&lt;mtr&gt;&lt;mtd&gt;&lt;mo&gt;?&lt;/mo&gt;&lt;/mtd&gt;&lt;/mtr&gt;&lt;/mtable&gt;&lt;mo data-mjx-texclass=&quot;CLOSE&quot;&gt;)&lt;/mo&gt;&lt;/mrow&gt;&lt;/math&gt;" title="the 2 by 1 column matrix Row 1: 0 Row 2: question mark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45408" y="7404636"/>
            <a:ext cx="250800" cy="31448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590700" y="5405649"/>
            <a:ext cx="3036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been reflected in the y-axis onto shape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550950" y="6142886"/>
            <a:ext cx="3036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translated by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onto shape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Transformed objects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2023-11-02T14:25:40.478</cp:lastPrinted>
  <dcterms:created xsi:type="dcterms:W3CDTF">2023-11-02T14:25:40Z</dcterms:created>
  <dcterms:modified xsi:type="dcterms:W3CDTF">2023-11-02T14:25:50Z</dcterms:modified>
</cp:coreProperties>
</file>