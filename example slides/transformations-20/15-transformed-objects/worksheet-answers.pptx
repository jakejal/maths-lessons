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g28b3170d2e5_0_9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8b3170d2e5_0_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Relationship Id="rId4" Type="http://schemas.openxmlformats.org/officeDocument/2006/relationships/image" Target="../media/image9.png" /><Relationship Id="rId5" Type="http://schemas.openxmlformats.org/officeDocument/2006/relationships/image" Target="../media/image10.png" /><Relationship Id="rId6" Type="http://schemas.openxmlformats.org/officeDocument/2006/relationships/image" Target="../media/image11.png" /><Relationship Id="rId7" Type="http://schemas.openxmlformats.org/officeDocument/2006/relationships/image" Target="../media/image12.png" /><Relationship Id="rId8" Type="http://schemas.openxmlformats.org/officeDocument/2006/relationships/image" Target="../media/image13.png" /><Relationship Id="rId9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8958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13991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Which transformation?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Transformed objects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99325"/>
            <a:ext cx="6105000" cy="18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considering the changes, decide which transformation could have taken place in each case. There might be more than one.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have changed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sense has changed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orientation has changed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position has changed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247412" y="2320032"/>
            <a:ext cx="284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enlargement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248957" y="2726822"/>
            <a:ext cx="284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reflection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248712" y="3114420"/>
            <a:ext cx="284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reflection or rotation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248552" y="3450701"/>
            <a:ext cx="284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all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6400" y="4340700"/>
            <a:ext cx="6422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considering the invariant properties, decide which transformation could not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have taken place in each case. There might be more than one.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are invariant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sense is invariant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orientation is invariant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angles are invariant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139993" y="4845364"/>
            <a:ext cx="291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not an enlargement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139997" y="5237925"/>
            <a:ext cx="291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not a reflection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140010" y="5614500"/>
            <a:ext cx="291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neither reflection nor rotation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140011" y="5990115"/>
            <a:ext cx="291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none (since all 4 transformations you are familiar with have invariant angles!)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7453" y="7143150"/>
            <a:ext cx="4732948" cy="2220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76400" y="7100422"/>
            <a:ext cx="1774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rabicParenR" startAt="3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Identify the type of transformation that has taken place to create the new shape.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484176" y="7158250"/>
            <a:ext cx="41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983937" y="7158253"/>
            <a:ext cx="33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283046" y="7158253"/>
            <a:ext cx="33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484177" y="7984150"/>
            <a:ext cx="41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780352" y="7984141"/>
            <a:ext cx="33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730925" y="7984141"/>
            <a:ext cx="33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767492" y="7693570"/>
            <a:ext cx="945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reflection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752574" y="9005877"/>
            <a:ext cx="945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reflection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942490" y="9211157"/>
            <a:ext cx="945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reflection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751814" y="7647496"/>
            <a:ext cx="945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rotation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039168" y="9005877"/>
            <a:ext cx="945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rotation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316586" y="7647496"/>
            <a:ext cx="945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rotation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Transformed objects</a:t>
            </a:r>
            <a:endParaRPr/>
          </a:p>
        </p:txBody>
      </p:sp>
      <p:sp>
        <p:nvSpPr>
          <p:cNvPr id="203" name="Google Shape;20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467963" y="712161"/>
            <a:ext cx="556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rabicParenR" startAt="4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Add the image vertices labels.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3">
            <a:alphaModFix/>
          </a:blip>
          <a:srcRect l="8914" t="15077" r="15789" b="18618"/>
          <a:stretch>
            <a:fillRect/>
          </a:stretch>
        </p:blipFill>
        <p:spPr>
          <a:xfrm rot="5400000">
            <a:off x="817225" y="1876551"/>
            <a:ext cx="1858278" cy="93088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1554873" y="1344172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2028383" y="1719028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1535113" y="2064317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239150" y="1719028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46500" y="994186"/>
            <a:ext cx="1845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After a vertical reflection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>
          <a:blip r:embed="rId3">
            <a:alphaModFix/>
          </a:blip>
          <a:srcRect l="8914" t="15077" r="15789" b="18618"/>
          <a:stretch>
            <a:fillRect/>
          </a:stretch>
        </p:blipFill>
        <p:spPr>
          <a:xfrm rot="5400000">
            <a:off x="2622670" y="1910892"/>
            <a:ext cx="1858278" cy="93088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3360319" y="1378513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833829" y="1753369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3340558" y="2098659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3044596" y="1753369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" name="Google Shape;216;p21"/>
          <p:cNvPicPr preferRelativeResize="0"/>
          <p:nvPr/>
        </p:nvPicPr>
        <p:blipFill>
          <a:blip r:embed="rId3">
            <a:alphaModFix/>
          </a:blip>
          <a:srcRect l="8914" t="15077" r="15789" b="18618"/>
          <a:stretch>
            <a:fillRect/>
          </a:stretch>
        </p:blipFill>
        <p:spPr>
          <a:xfrm rot="5400000">
            <a:off x="4329284" y="1945233"/>
            <a:ext cx="1858278" cy="93088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066932" y="1412854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540442" y="1787711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047172" y="2133000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751210" y="1787711"/>
            <a:ext cx="1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2399437" y="994189"/>
            <a:ext cx="284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After a translation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 flipH="1">
            <a:off x="1633677" y="3056711"/>
            <a:ext cx="3477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246530" y="994189"/>
            <a:ext cx="284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After a 180° rotation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 flipH="1">
            <a:off x="1192850" y="2642336"/>
            <a:ext cx="3477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 flipH="1">
            <a:off x="2043647" y="2643536"/>
            <a:ext cx="3477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 flipH="1">
            <a:off x="1498202" y="2282886"/>
            <a:ext cx="3477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 flipH="1">
            <a:off x="2998302" y="2658336"/>
            <a:ext cx="3477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 flipH="1">
            <a:off x="5486774" y="2722411"/>
            <a:ext cx="3477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 flipH="1">
            <a:off x="3400998" y="3081411"/>
            <a:ext cx="3477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 flipH="1">
            <a:off x="4990621" y="2363186"/>
            <a:ext cx="4128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 flipH="1">
            <a:off x="3833727" y="2674511"/>
            <a:ext cx="4128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 flipH="1">
            <a:off x="4699476" y="2722411"/>
            <a:ext cx="3477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 flipH="1">
            <a:off x="3324795" y="2282886"/>
            <a:ext cx="4833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 flipH="1">
            <a:off x="5107630" y="3108411"/>
            <a:ext cx="4128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68000" y="3654836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Recognising and describing transformations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6" name="Google Shape;236;p21"/>
          <p:cNvCxnSpPr/>
          <p:nvPr/>
        </p:nvCxnSpPr>
        <p:spPr>
          <a:xfrm>
            <a:off x="474750" y="3599736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" name="Google Shape;237;p21"/>
          <p:cNvSpPr txBox="1"/>
          <p:nvPr/>
        </p:nvSpPr>
        <p:spPr>
          <a:xfrm>
            <a:off x="465475" y="4066511"/>
            <a:ext cx="57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rabi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descriptions.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595100" y="4505586"/>
            <a:ext cx="3036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A has been reflected  in a diagonal line passing through (-3, 3) and (1, -1) onto shape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21"/>
          <p:cNvPicPr preferRelativeResize="0"/>
          <p:nvPr/>
        </p:nvPicPr>
        <p:blipFill>
          <a:blip r:embed="rId4">
            <a:alphaModFix/>
          </a:blip>
          <a:srcRect l="36700"/>
          <a:stretch>
            <a:fillRect/>
          </a:stretch>
        </p:blipFill>
        <p:spPr>
          <a:xfrm>
            <a:off x="3896052" y="4066511"/>
            <a:ext cx="3193421" cy="286988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4772200" y="4253162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440553" y="4411967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118443" y="4757559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595493" y="5255029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273632" y="4931210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847941" y="4381375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6434487" y="5090015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186288" y="6330226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442987" y="5761945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5438828" y="5761945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854241" y="6342282"/>
            <a:ext cx="2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595100" y="6994011"/>
            <a:ext cx="6494100" cy="1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4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has been enlarged by scale factor 2 from (-2, -1) onto shape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J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has translated by  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onto shape 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been rotated 180° about the origin onto shape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2" name="Google Shape;252;p21" descr="&lt;math xmlns=&quot;http://www.w3.org/1998/Math/MathML&quot; display=&quot;block&quot; data-is-equatio=&quot;1&quot; data-latex=&quot;\left(\begin{matrix}0\\&amp;#13;&amp;#10;8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n&gt;8&lt;/mn&gt;&lt;/mtd&gt;&lt;/mtr&gt;&lt;/mtable&gt;&lt;mo data-mjx-texclass=&quot;CLOSE&quot;&gt;)&lt;/mo&gt;&lt;/mrow&gt;&lt;/math&gt;" title="the 2 by 1 column matrix 0 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8509" y="7392589"/>
            <a:ext cx="250800" cy="3144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1"/>
          <p:cNvGrpSpPr/>
          <p:nvPr/>
        </p:nvGrpSpPr>
        <p:grpSpPr>
          <a:xfrm>
            <a:off x="457791" y="8845934"/>
            <a:ext cx="4523349" cy="1108292"/>
            <a:chOff x="724950" y="686901"/>
            <a:chExt cx="7694080" cy="1884850"/>
          </a:xfrm>
        </p:grpSpPr>
        <p:pic>
          <p:nvPicPr>
            <p:cNvPr id="254" name="Google Shape;254;p21"/>
            <p:cNvPicPr preferRelativeResize="0"/>
            <p:nvPr/>
          </p:nvPicPr>
          <p:blipFill>
            <a:blip r:embed="rId6">
              <a:alphaModFix/>
            </a:blip>
            <a:srcRect r="43159" b="53216"/>
            <a:stretch>
              <a:fillRect/>
            </a:stretch>
          </p:blipFill>
          <p:spPr>
            <a:xfrm>
              <a:off x="724950" y="705800"/>
              <a:ext cx="3968302" cy="1865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1"/>
            <p:cNvPicPr preferRelativeResize="0"/>
            <p:nvPr/>
          </p:nvPicPr>
          <p:blipFill>
            <a:blip r:embed="rId6">
              <a:alphaModFix/>
            </a:blip>
            <a:srcRect l="26781" t="46747" r="43472" b="6084"/>
            <a:stretch>
              <a:fillRect/>
            </a:stretch>
          </p:blipFill>
          <p:spPr>
            <a:xfrm>
              <a:off x="4465013" y="690520"/>
              <a:ext cx="2076723" cy="188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21"/>
            <p:cNvPicPr preferRelativeResize="0"/>
            <p:nvPr/>
          </p:nvPicPr>
          <p:blipFill>
            <a:blip r:embed="rId6">
              <a:alphaModFix/>
            </a:blip>
            <a:srcRect l="26781" t="46747" r="43472" b="6084"/>
            <a:stretch>
              <a:fillRect/>
            </a:stretch>
          </p:blipFill>
          <p:spPr>
            <a:xfrm>
              <a:off x="6342307" y="686901"/>
              <a:ext cx="2076723" cy="1881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21"/>
          <p:cNvSpPr txBox="1"/>
          <p:nvPr/>
        </p:nvSpPr>
        <p:spPr>
          <a:xfrm>
            <a:off x="466675" y="8159800"/>
            <a:ext cx="6610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rabicParenR" startAt="2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 different transformations have taken place to create the image, which combined makes a square.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are they?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948898" y="8500600"/>
            <a:ext cx="191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1) Translate by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59" name="Google Shape;259;p21" descr="&lt;math xmlns=&quot;http://www.w3.org/1998/Math/MathML&quot; display=&quot;block&quot; data-is-equatio=&quot;1&quot; data-latex=&quot;\left(\begin{matrix}2\\&amp;#13;&amp;#10;0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0&lt;/mn&gt;&lt;/mtd&gt;&lt;/mtr&gt;&lt;/mtable&gt;&lt;mo data-mjx-texclass=&quot;CLOSE&quot;&gt;)&lt;/mo&gt;&lt;/mrow&gt;&lt;/math&gt;" title="the 2 by 1 column matrix 2 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30826" y="8528726"/>
            <a:ext cx="147295" cy="31302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4948899" y="8763300"/>
            <a:ext cx="214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2) Reflect along the right edge of the shape.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948899" y="9276675"/>
            <a:ext cx="214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3) Rotate 180° around the midpoint of the right edge.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>
            <a:off x="1858472" y="9028069"/>
            <a:ext cx="397800" cy="4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" name="Google Shape;263;p21"/>
          <p:cNvCxnSpPr/>
          <p:nvPr/>
        </p:nvCxnSpPr>
        <p:spPr>
          <a:xfrm flipH="1">
            <a:off x="3329476" y="8932914"/>
            <a:ext cx="0" cy="93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1"/>
          <p:cNvCxnSpPr/>
          <p:nvPr/>
        </p:nvCxnSpPr>
        <p:spPr>
          <a:xfrm>
            <a:off x="4401862" y="9368141"/>
            <a:ext cx="76200" cy="58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1"/>
          <p:cNvCxnSpPr/>
          <p:nvPr/>
        </p:nvCxnSpPr>
        <p:spPr>
          <a:xfrm flipH="1">
            <a:off x="4392954" y="9363724"/>
            <a:ext cx="76200" cy="76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6" name="Google Shape;266;p21"/>
          <p:cNvPicPr preferRelativeResize="0"/>
          <p:nvPr/>
        </p:nvPicPr>
        <p:blipFill>
          <a:blip r:embed="rId8">
            <a:alphaModFix/>
          </a:blip>
          <a:srcRect l="61925" t="50044" r="14808" b="36882"/>
          <a:stretch>
            <a:fillRect/>
          </a:stretch>
        </p:blipFill>
        <p:spPr>
          <a:xfrm rot="-5400000">
            <a:off x="3973724" y="9180033"/>
            <a:ext cx="654552" cy="371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&lt;math xmlns=&quot;http://www.w3.org/1998/Math/MathML&quot; display=&quot;block&quot; data-is-equatio=&quot;1&quot; data-latex=&quot;\left(\begin{matrix}-2\\&amp;#13;&amp;#10;-6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o&gt;−&lt;/mo&gt;&lt;mn&gt;6&lt;/mn&gt;&lt;/mtd&gt;&lt;/mtr&gt;&lt;/mtable&gt;&lt;mo data-mjx-texclass=&quot;CLOSE&quot;&gt;)&lt;/mo&gt;&lt;/mrow&gt;&lt;/math&gt;" title="the 2 by 1 column matrix negative 2 negative 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43351" y="6465610"/>
            <a:ext cx="412800" cy="38228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 txBox="1"/>
          <p:nvPr/>
        </p:nvSpPr>
        <p:spPr>
          <a:xfrm>
            <a:off x="573750" y="5421549"/>
            <a:ext cx="3036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been reflected in the y-axis onto shape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K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34000" y="6158786"/>
            <a:ext cx="3036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translated by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onto shape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Transformed objects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2023-11-02T14:26:26.204</cp:lastPrinted>
  <dcterms:created xsi:type="dcterms:W3CDTF">2023-11-02T14:26:26Z</dcterms:created>
  <dcterms:modified xsi:type="dcterms:W3CDTF">2023-11-02T14:26:36Z</dcterms:modified>
</cp:coreProperties>
</file>