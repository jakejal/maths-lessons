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sp>
        <p:nvSpPr>
          <p:cNvPr id="205" name="Google Shape;20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2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3.png" /><Relationship Id="rId4" Type="http://schemas.openxmlformats.org/officeDocument/2006/relationships/image" Target="../media/image14.png" /><Relationship Id="rId5" Type="http://schemas.openxmlformats.org/officeDocument/2006/relationships/image" Target="../media/image15.png" /><Relationship Id="rId6" Type="http://schemas.openxmlformats.org/officeDocument/2006/relationships/image" Target="../media/image16.png" /><Relationship Id="rId7" Type="http://schemas.openxmlformats.org/officeDocument/2006/relationships/image" Target="../media/image17.png" /><Relationship Id="rId8" Type="http://schemas.openxmlformats.org/officeDocument/2006/relationships/image" Target="../media/image18.png" /><Relationship Id="rId9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1749900"/>
            <a:ext cx="662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the description for each image.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" name="Google Shape;16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9250" y="2110314"/>
            <a:ext cx="1303691" cy="14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629400" y="3640725"/>
            <a:ext cx="2622600" cy="7389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object has been translated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by        squares and   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by        squares.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140000" y="3640725"/>
            <a:ext cx="2695500" cy="7389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object has been translated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by        squares and   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by        squares.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605694" y="1992944"/>
            <a:ext cx="53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8" name="Google Shape;168;p20"/>
          <p:cNvGrpSpPr/>
          <p:nvPr/>
        </p:nvGrpSpPr>
        <p:grpSpPr>
          <a:xfrm>
            <a:off x="1325600" y="2034105"/>
            <a:ext cx="859279" cy="1482388"/>
            <a:chOff x="1837188" y="2359076"/>
            <a:chExt cx="1310675" cy="2350012"/>
          </a:xfrm>
        </p:grpSpPr>
        <p:pic>
          <p:nvPicPr>
            <p:cNvPr id="169" name="Google Shape;169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837188" y="2524613"/>
              <a:ext cx="1310675" cy="2184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20"/>
            <p:cNvSpPr txBox="1"/>
            <p:nvPr/>
          </p:nvSpPr>
          <p:spPr>
            <a:xfrm>
              <a:off x="1837200" y="3225126"/>
              <a:ext cx="320400" cy="58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" name="Google Shape;171;p20"/>
            <p:cNvSpPr txBox="1"/>
            <p:nvPr/>
          </p:nvSpPr>
          <p:spPr>
            <a:xfrm>
              <a:off x="2285400" y="2359076"/>
              <a:ext cx="614100" cy="58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2" name="Google Shape;172;p20"/>
          <p:cNvSpPr txBox="1"/>
          <p:nvPr/>
        </p:nvSpPr>
        <p:spPr>
          <a:xfrm>
            <a:off x="5130733" y="2291825"/>
            <a:ext cx="32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369254" y="1945359"/>
            <a:ext cx="66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731269" y="1992944"/>
            <a:ext cx="53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34072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Describing a translation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4594050"/>
            <a:ext cx="6624000" cy="16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Izzy has given an incomplete description of a translation.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Write a full description for the translation shown.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3201" y="5850550"/>
            <a:ext cx="1303700" cy="166959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2244973" y="5737675"/>
            <a:ext cx="21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2601693" y="6162147"/>
            <a:ext cx="37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1550" y="4894000"/>
            <a:ext cx="811300" cy="78512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 flipH="1">
            <a:off x="1880411" y="4762350"/>
            <a:ext cx="4481100" cy="5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shape has moved across and down.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76400" y="77387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full descriptions for the translations.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020394" y="7914669"/>
            <a:ext cx="53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00250" y="7943245"/>
            <a:ext cx="1303700" cy="131398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2086863" y="8963400"/>
            <a:ext cx="53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467150" y="8600332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" name="Google Shape;187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400000">
            <a:off x="4701471" y="7624775"/>
            <a:ext cx="1063175" cy="17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4369238" y="7868025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082687" y="7868032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>
            <a:off x="731275" y="4083100"/>
            <a:ext cx="699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p20"/>
          <p:cNvCxnSpPr/>
          <p:nvPr/>
        </p:nvCxnSpPr>
        <p:spPr>
          <a:xfrm>
            <a:off x="731275" y="4262125"/>
            <a:ext cx="699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20"/>
          <p:cNvCxnSpPr/>
          <p:nvPr/>
        </p:nvCxnSpPr>
        <p:spPr>
          <a:xfrm>
            <a:off x="1715575" y="4262125"/>
            <a:ext cx="23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20"/>
          <p:cNvCxnSpPr/>
          <p:nvPr/>
        </p:nvCxnSpPr>
        <p:spPr>
          <a:xfrm>
            <a:off x="1715575" y="4083100"/>
            <a:ext cx="23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20"/>
          <p:cNvCxnSpPr/>
          <p:nvPr/>
        </p:nvCxnSpPr>
        <p:spPr>
          <a:xfrm>
            <a:off x="4255378" y="4069788"/>
            <a:ext cx="699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20"/>
          <p:cNvCxnSpPr/>
          <p:nvPr/>
        </p:nvCxnSpPr>
        <p:spPr>
          <a:xfrm>
            <a:off x="4255378" y="4248813"/>
            <a:ext cx="699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0"/>
          <p:cNvCxnSpPr/>
          <p:nvPr/>
        </p:nvCxnSpPr>
        <p:spPr>
          <a:xfrm>
            <a:off x="5239678" y="4248813"/>
            <a:ext cx="23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0"/>
          <p:cNvCxnSpPr/>
          <p:nvPr/>
        </p:nvCxnSpPr>
        <p:spPr>
          <a:xfrm>
            <a:off x="5239678" y="4069788"/>
            <a:ext cx="23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0"/>
          <p:cNvCxnSpPr/>
          <p:nvPr/>
        </p:nvCxnSpPr>
        <p:spPr>
          <a:xfrm>
            <a:off x="479575" y="9977925"/>
            <a:ext cx="65943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9" name="Google Shape;199;p20"/>
          <p:cNvPicPr preferRelativeResize="0"/>
          <p:nvPr/>
        </p:nvPicPr>
        <p:blipFill>
          <a:blip r:embed="rId9">
            <a:alphaModFix/>
          </a:blip>
          <a:srcRect r="57905" b="43690"/>
          <a:stretch>
            <a:fillRect/>
          </a:stretch>
        </p:blipFill>
        <p:spPr>
          <a:xfrm>
            <a:off x="1782800" y="4891375"/>
            <a:ext cx="3305298" cy="46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>
          <a:blip r:embed="rId10">
            <a:alphaModFix/>
          </a:blip>
          <a:srcRect r="43525" b="33002"/>
          <a:stretch>
            <a:fillRect/>
          </a:stretch>
        </p:blipFill>
        <p:spPr>
          <a:xfrm>
            <a:off x="4067238" y="6203588"/>
            <a:ext cx="2577975" cy="111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>
          <a:blip r:embed="rId10">
            <a:alphaModFix/>
          </a:blip>
          <a:srcRect r="43525" b="66502"/>
          <a:stretch>
            <a:fillRect/>
          </a:stretch>
        </p:blipFill>
        <p:spPr>
          <a:xfrm>
            <a:off x="1065025" y="9353915"/>
            <a:ext cx="2577975" cy="55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10">
            <a:alphaModFix/>
          </a:blip>
          <a:srcRect r="43525" b="66502"/>
          <a:stretch>
            <a:fillRect/>
          </a:stretch>
        </p:blipFill>
        <p:spPr>
          <a:xfrm>
            <a:off x="4341625" y="9353915"/>
            <a:ext cx="2577975" cy="5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1065019" y="7923931"/>
            <a:ext cx="53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7" name="Shape 207"/>
        <p:cNvGrpSpPr/>
        <p:nvPr/>
      </p:nvGrpSpPr>
      <p:grpSpPr>
        <a:xfrm>
          <a:off x="0" y="0"/>
          <a:ext cx="0" cy="0"/>
        </a:xfrm>
      </p:grpSpPr>
      <p:sp>
        <p:nvSpPr>
          <p:cNvPr id="208" name="Google Shape;20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9" name="Google Shape;20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sp>
        <p:nvSpPr>
          <p:cNvPr id="210" name="Google Shape;210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68000" y="87240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Vector notation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68000" y="134032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description to the column vector.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1" descr="&lt;math xmlns=&quot;http://www.w3.org/1998/Math/MathML&quot; display=&quot;block&quot; data-is-equatio=&quot;1&quot; data-latex=&quot;\left(\begin{matrix}3\\&amp;#13;&amp;#10;5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5&lt;/mn&gt;&lt;/mtd&gt;&lt;/mtr&gt;&lt;/mtable&gt;&lt;mo data-mjx-texclass=&quot;CLOSE&quot;&gt;)&lt;/mo&gt;&lt;/mrow&gt;&lt;/math&gt;" title="the 2 by 1 column matrix 3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0538" y="2240097"/>
            <a:ext cx="354925" cy="554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&lt;math xmlns=&quot;http://www.w3.org/1998/Math/MathML&quot; display=&quot;block&quot; data-is-equatio=&quot;1&quot; data-latex=&quot;\left(\begin{matrix}5\\&amp;#13;&amp;#10;3\end{matrix}\right)&quot;&gt;&lt;mrow data-mjx-texclass=&quot;INNER&quot;&gt;&lt;mo data-mjx-texclass=&quot;OPEN&quot;&gt;(&lt;/mo&gt;&lt;mtable columnspacing=&quot;1em&quot; rowspacing=&quot;4pt&quot;&gt;&lt;mtr&gt;&lt;mtd&gt;&lt;mn&gt;5&lt;/mn&gt;&lt;/mtd&gt;&lt;/mtr&gt;&lt;mtr&gt;&lt;mtd&gt;&lt;mn&gt;3&lt;/mn&gt;&lt;/mtd&gt;&lt;/mtr&gt;&lt;/mtable&gt;&lt;mo data-mjx-texclass=&quot;CLOSE&quot;&gt;)&lt;/mo&gt;&lt;/mrow&gt;&lt;/math&gt;" title="the 2 by 1 column matrix 5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0535" y="1595825"/>
            <a:ext cx="354917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&lt;math xmlns=&quot;http://www.w3.org/1998/Math/MathML&quot; display=&quot;block&quot; data-is-equatio=&quot;1&quot; data-latex=&quot;\left(\begin{matrix}-5\\&amp;#13;&amp;#10;3\end{matrix}\right)&quot;&gt;&lt;mrow data-mjx-texclass=&quot;INNER&quot;&gt;&lt;mo data-mjx-texclass=&quot;OPEN&quot;&gt;(&lt;/mo&gt;&lt;mtable columnspacing=&quot;1em&quot; rowspacing=&quot;4pt&quot;&gt;&lt;mtr&gt;&lt;mtd&gt;&lt;mo&gt;−&lt;/mo&gt;&lt;mn&gt;5&lt;/mn&gt;&lt;/mtd&gt;&lt;/mtr&gt;&lt;mtr&gt;&lt;mtd&gt;&lt;mn&gt;3&lt;/mn&gt;&lt;/mtd&gt;&lt;/mtr&gt;&lt;/mtable&gt;&lt;mo data-mjx-texclass=&quot;CLOSE&quot;&gt;)&lt;/mo&gt;&lt;/mrow&gt;&lt;/math&gt;" title="the 2 by 1 column matrix negative 5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6364" y="3534401"/>
            <a:ext cx="483300" cy="559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&lt;math xmlns=&quot;http://www.w3.org/1998/Math/MathML&quot; display=&quot;block&quot; data-is-equatio=&quot;1&quot; data-latex=&quot;\left(\begin{matrix}5\\&amp;#13;&amp;#10;-3\end{matrix}\right)&quot;&gt;&lt;mrow data-mjx-texclass=&quot;INNER&quot;&gt;&lt;mo data-mjx-texclass=&quot;OPEN&quot;&gt;(&lt;/mo&gt;&lt;mtable columnspacing=&quot;1em&quot; rowspacing=&quot;4pt&quot;&gt;&lt;mtr&gt;&lt;mtd&gt;&lt;mn&gt;5&lt;/mn&gt;&lt;/mtd&gt;&lt;/mtr&gt;&lt;mtr&gt;&lt;mtd&gt;&lt;mo&gt;−&lt;/mo&gt;&lt;mn&gt;3&lt;/mn&gt;&lt;/mtd&gt;&lt;/mtr&gt;&lt;/mtable&gt;&lt;mo data-mjx-texclass=&quot;CLOSE&quot;&gt;)&lt;/mo&gt;&lt;/mrow&gt;&lt;/math&gt;" title="the 2 by 1 column matrix 5 negative 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6352" y="2884376"/>
            <a:ext cx="483300" cy="55986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952811" y="1615500"/>
            <a:ext cx="2467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Translated left by 5 and up by 3 units.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952811" y="2251363"/>
            <a:ext cx="2467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Translated right by 3 and up by 5 units.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952811" y="3537313"/>
            <a:ext cx="2467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Translated right by 5 and down by 3 units.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952811" y="2894338"/>
            <a:ext cx="2467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Translated right by 5 and up by 3 units.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68000" y="436807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description using a column vector for each translation.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3780012" y="4633169"/>
            <a:ext cx="38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" name="Google Shape;225;p21"/>
          <p:cNvPicPr preferRelativeResize="0"/>
          <p:nvPr/>
        </p:nvPicPr>
        <p:blipFill>
          <a:blip r:embed="rId7">
            <a:alphaModFix/>
          </a:blip>
          <a:srcRect l="63149" b="27436"/>
          <a:stretch>
            <a:fillRect/>
          </a:stretch>
        </p:blipFill>
        <p:spPr>
          <a:xfrm>
            <a:off x="1235100" y="4683001"/>
            <a:ext cx="1973550" cy="1823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/>
          <p:cNvPicPr preferRelativeResize="0"/>
          <p:nvPr/>
        </p:nvPicPr>
        <p:blipFill>
          <a:blip r:embed="rId8">
            <a:alphaModFix/>
          </a:blip>
          <a:srcRect l="62883" b="27140"/>
          <a:stretch>
            <a:fillRect/>
          </a:stretch>
        </p:blipFill>
        <p:spPr>
          <a:xfrm>
            <a:off x="4167300" y="4708654"/>
            <a:ext cx="1973550" cy="181789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2250070" y="4775850"/>
            <a:ext cx="23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1592152" y="5085150"/>
            <a:ext cx="35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553352" y="5551113"/>
            <a:ext cx="23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5182675" y="5697075"/>
            <a:ext cx="38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790799" y="4633169"/>
            <a:ext cx="38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2" name="Google Shape;232;p21"/>
          <p:cNvGrpSpPr/>
          <p:nvPr/>
        </p:nvGrpSpPr>
        <p:grpSpPr>
          <a:xfrm>
            <a:off x="1081847" y="7466675"/>
            <a:ext cx="2761951" cy="1863000"/>
            <a:chOff x="2827200" y="1576200"/>
            <a:chExt cx="3720300" cy="1863000"/>
          </a:xfrm>
        </p:grpSpPr>
        <p:sp>
          <p:nvSpPr>
            <p:cNvPr id="233" name="Google Shape;233;p21"/>
            <p:cNvSpPr txBox="1"/>
            <p:nvPr/>
          </p:nvSpPr>
          <p:spPr>
            <a:xfrm>
              <a:off x="2827200" y="1576200"/>
              <a:ext cx="193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Object coordinate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1"/>
            <p:cNvSpPr txBox="1"/>
            <p:nvPr/>
          </p:nvSpPr>
          <p:spPr>
            <a:xfrm>
              <a:off x="4381200" y="1576200"/>
              <a:ext cx="193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Image coordinate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1"/>
            <p:cNvSpPr txBox="1"/>
            <p:nvPr/>
          </p:nvSpPr>
          <p:spPr>
            <a:xfrm>
              <a:off x="3164700" y="2283600"/>
              <a:ext cx="1935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(-2, 2)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" name="Google Shape;236;p21"/>
            <p:cNvSpPr txBox="1"/>
            <p:nvPr/>
          </p:nvSpPr>
          <p:spPr>
            <a:xfrm>
              <a:off x="3164700" y="2667300"/>
              <a:ext cx="1129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(-2, -2)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" name="Google Shape;237;p21"/>
            <p:cNvSpPr txBox="1"/>
            <p:nvPr/>
          </p:nvSpPr>
          <p:spPr>
            <a:xfrm>
              <a:off x="3164700" y="3069900"/>
              <a:ext cx="89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(1, -2)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8" name="Google Shape;238;p21"/>
            <p:cNvSpPr txBox="1"/>
            <p:nvPr/>
          </p:nvSpPr>
          <p:spPr>
            <a:xfrm>
              <a:off x="4612500" y="2283600"/>
              <a:ext cx="1935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(3, 1)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1"/>
            <p:cNvSpPr txBox="1"/>
            <p:nvPr/>
          </p:nvSpPr>
          <p:spPr>
            <a:xfrm>
              <a:off x="4612500" y="2667300"/>
              <a:ext cx="1263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(3, -3)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" name="Google Shape;240;p21"/>
            <p:cNvSpPr txBox="1"/>
            <p:nvPr/>
          </p:nvSpPr>
          <p:spPr>
            <a:xfrm>
              <a:off x="4612500" y="3069900"/>
              <a:ext cx="89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(6, -3)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1" name="Google Shape;241;p21"/>
          <p:cNvGrpSpPr/>
          <p:nvPr/>
        </p:nvGrpSpPr>
        <p:grpSpPr>
          <a:xfrm>
            <a:off x="4080041" y="7466675"/>
            <a:ext cx="2761951" cy="1863000"/>
            <a:chOff x="2827200" y="1576200"/>
            <a:chExt cx="3720300" cy="1863000"/>
          </a:xfrm>
        </p:grpSpPr>
        <p:sp>
          <p:nvSpPr>
            <p:cNvPr id="242" name="Google Shape;242;p21"/>
            <p:cNvSpPr txBox="1"/>
            <p:nvPr/>
          </p:nvSpPr>
          <p:spPr>
            <a:xfrm>
              <a:off x="2827200" y="1576200"/>
              <a:ext cx="193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Object coordinate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" name="Google Shape;243;p21"/>
            <p:cNvSpPr txBox="1"/>
            <p:nvPr/>
          </p:nvSpPr>
          <p:spPr>
            <a:xfrm>
              <a:off x="4381200" y="1576200"/>
              <a:ext cx="193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Image coordinate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" name="Google Shape;244;p21"/>
            <p:cNvSpPr txBox="1"/>
            <p:nvPr/>
          </p:nvSpPr>
          <p:spPr>
            <a:xfrm>
              <a:off x="3164700" y="2283600"/>
              <a:ext cx="1935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(2, 6)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1"/>
            <p:cNvSpPr txBox="1"/>
            <p:nvPr/>
          </p:nvSpPr>
          <p:spPr>
            <a:xfrm>
              <a:off x="3164700" y="2667300"/>
              <a:ext cx="89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(4, 3)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21"/>
            <p:cNvSpPr txBox="1"/>
            <p:nvPr/>
          </p:nvSpPr>
          <p:spPr>
            <a:xfrm>
              <a:off x="3164700" y="3069900"/>
              <a:ext cx="89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(5, 6)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1"/>
            <p:cNvSpPr txBox="1"/>
            <p:nvPr/>
          </p:nvSpPr>
          <p:spPr>
            <a:xfrm>
              <a:off x="4612500" y="2283600"/>
              <a:ext cx="1935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(-1, 8)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1"/>
            <p:cNvSpPr txBox="1"/>
            <p:nvPr/>
          </p:nvSpPr>
          <p:spPr>
            <a:xfrm>
              <a:off x="4612500" y="2667300"/>
              <a:ext cx="1263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(1, 5)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1"/>
            <p:cNvSpPr txBox="1"/>
            <p:nvPr/>
          </p:nvSpPr>
          <p:spPr>
            <a:xfrm>
              <a:off x="4612500" y="3069900"/>
              <a:ext cx="89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(2, 8)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0" name="Google Shape;250;p21"/>
          <p:cNvSpPr txBox="1"/>
          <p:nvPr/>
        </p:nvSpPr>
        <p:spPr>
          <a:xfrm>
            <a:off x="3707130" y="7470044"/>
            <a:ext cx="39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685143" y="7470044"/>
            <a:ext cx="39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2" name="Google Shape;252;p21"/>
          <p:cNvCxnSpPr/>
          <p:nvPr/>
        </p:nvCxnSpPr>
        <p:spPr>
          <a:xfrm>
            <a:off x="479575" y="9977925"/>
            <a:ext cx="6594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3" name="Google Shape;253;p21"/>
          <p:cNvPicPr preferRelativeResize="0"/>
          <p:nvPr/>
        </p:nvPicPr>
        <p:blipFill>
          <a:blip r:embed="rId9">
            <a:alphaModFix/>
          </a:blip>
          <a:srcRect r="50886" b="66569"/>
          <a:stretch>
            <a:fillRect/>
          </a:stretch>
        </p:blipFill>
        <p:spPr>
          <a:xfrm>
            <a:off x="1178100" y="6608017"/>
            <a:ext cx="2241900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/>
          <p:cNvPicPr preferRelativeResize="0"/>
          <p:nvPr/>
        </p:nvPicPr>
        <p:blipFill>
          <a:blip r:embed="rId9">
            <a:alphaModFix/>
          </a:blip>
          <a:srcRect r="50886" b="66569"/>
          <a:stretch>
            <a:fillRect/>
          </a:stretch>
        </p:blipFill>
        <p:spPr>
          <a:xfrm>
            <a:off x="4143825" y="6608029"/>
            <a:ext cx="2241900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468000" y="7335575"/>
            <a:ext cx="6115500" cy="7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Given the coordinates of the object and image, describe the translation.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6" name="Google Shape;256;p21"/>
          <p:cNvPicPr preferRelativeResize="0"/>
          <p:nvPr/>
        </p:nvPicPr>
        <p:blipFill>
          <a:blip r:embed="rId9">
            <a:alphaModFix/>
          </a:blip>
          <a:srcRect r="50886" b="66569"/>
          <a:stretch>
            <a:fillRect/>
          </a:stretch>
        </p:blipFill>
        <p:spPr>
          <a:xfrm>
            <a:off x="1172913" y="9329667"/>
            <a:ext cx="2241900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/>
          <p:cNvPicPr preferRelativeResize="0"/>
          <p:nvPr/>
        </p:nvPicPr>
        <p:blipFill>
          <a:blip r:embed="rId9">
            <a:alphaModFix/>
          </a:blip>
          <a:srcRect r="50886" b="66569"/>
          <a:stretch>
            <a:fillRect/>
          </a:stretch>
        </p:blipFill>
        <p:spPr>
          <a:xfrm>
            <a:off x="4138638" y="9329679"/>
            <a:ext cx="2241900" cy="5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Describing a translation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2023-11-02T14:19:02.025</cp:lastPrinted>
  <dcterms:created xsi:type="dcterms:W3CDTF">2023-11-02T14:19:02Z</dcterms:created>
  <dcterms:modified xsi:type="dcterms:W3CDTF">2023-11-02T14:19:11Z</dcterms:modified>
</cp:coreProperties>
</file>