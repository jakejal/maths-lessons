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1.png" /><Relationship Id="rId11" Type="http://schemas.openxmlformats.org/officeDocument/2006/relationships/image" Target="../media/image22.png" /><Relationship Id="rId12" Type="http://schemas.openxmlformats.org/officeDocument/2006/relationships/image" Target="../media/image23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9" Type="http://schemas.openxmlformats.org/officeDocument/2006/relationships/image" Target="../media/image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cxnSp>
        <p:nvCxnSpPr>
          <p:cNvPr id="171" name="Google Shape;171;p20"/>
          <p:cNvCxnSpPr/>
          <p:nvPr/>
        </p:nvCxnSpPr>
        <p:spPr>
          <a:xfrm>
            <a:off x="479575" y="9977925"/>
            <a:ext cx="659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260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Describing a translation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4594050"/>
            <a:ext cx="6624000" cy="16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 has given an incomplete description of a translation.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Write a full description for the translation shown.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159298" y="5952700"/>
            <a:ext cx="251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object has been translated right by 1 square and down by 1 square.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201" y="5850550"/>
            <a:ext cx="1303700" cy="166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244973" y="5737675"/>
            <a:ext cx="2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601693" y="6162147"/>
            <a:ext cx="37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1550" y="4894000"/>
            <a:ext cx="811300" cy="78512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 flipH="1">
            <a:off x="1865443" y="4791120"/>
            <a:ext cx="44811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shape has moved across and down.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6400" y="1749900"/>
            <a:ext cx="6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description for each image.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9250" y="2110314"/>
            <a:ext cx="1303691" cy="14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629400" y="3640725"/>
            <a:ext cx="2622600" cy="7389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right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by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squares and  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up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by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squares.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605694" y="1992944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1246457" y="2023922"/>
            <a:ext cx="998400" cy="1562646"/>
            <a:chOff x="1813104" y="2416137"/>
            <a:chExt cx="1334759" cy="2292951"/>
          </a:xfrm>
        </p:grpSpPr>
        <p:pic>
          <p:nvPicPr>
            <p:cNvPr id="187" name="Google Shape;18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837188" y="2524613"/>
              <a:ext cx="1310675" cy="218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 txBox="1"/>
            <p:nvPr/>
          </p:nvSpPr>
          <p:spPr>
            <a:xfrm>
              <a:off x="1813104" y="3282187"/>
              <a:ext cx="3204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2261304" y="2416137"/>
              <a:ext cx="614100" cy="54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" name="Google Shape;190;p20"/>
          <p:cNvSpPr txBox="1"/>
          <p:nvPr/>
        </p:nvSpPr>
        <p:spPr>
          <a:xfrm>
            <a:off x="5130733" y="2291825"/>
            <a:ext cx="3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369254" y="1945359"/>
            <a:ext cx="66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731269" y="1992944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159300" y="3640725"/>
            <a:ext cx="2622600" cy="7389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left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by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squares and       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up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by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1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squares.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7738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full descriptions for the translations.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0250" y="8095645"/>
            <a:ext cx="1303700" cy="131398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2086863" y="9115800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467150" y="8752732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4701471" y="7777175"/>
            <a:ext cx="1063175" cy="17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369238" y="8020425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082687" y="8020432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094575" y="9423650"/>
            <a:ext cx="268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object has been translated right by 2 squares and down by 1 square.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369250" y="9431925"/>
            <a:ext cx="2241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object has been translated left by 2 squares.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>
          <a:blip r:embed="rId9">
            <a:alphaModFix/>
          </a:blip>
          <a:srcRect r="57905" b="43690"/>
          <a:stretch>
            <a:fillRect/>
          </a:stretch>
        </p:blipFill>
        <p:spPr>
          <a:xfrm>
            <a:off x="1782800" y="4891375"/>
            <a:ext cx="3305298" cy="46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020394" y="7990869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065019" y="8000131"/>
            <a:ext cx="5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1" name="Google Shape;21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8724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Vector notation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13403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description to the column vector.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1" descr="&lt;math xmlns=&quot;http://www.w3.org/1998/Math/MathML&quot; display=&quot;block&quot; data-is-equatio=&quot;1&quot; data-latex=&quot;\left(\begin{matrix}3\\&amp;#13;&amp;#10;5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5&lt;/mn&gt;&lt;/mtd&gt;&lt;/mtr&gt;&lt;/mtable&gt;&lt;mo data-mjx-texclass=&quot;CLOSE&quot;&gt;)&lt;/mo&gt;&lt;/mrow&gt;&lt;/math&gt;" title="the 2 by 1 column matrix 3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538" y="2240097"/>
            <a:ext cx="354925" cy="55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&lt;math xmlns=&quot;http://www.w3.org/1998/Math/MathML&quot; display=&quot;block&quot; data-is-equatio=&quot;1&quot; data-latex=&quot;\left(\begin{matrix}5\\&amp;#13;&amp;#10;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n&gt;3&lt;/mn&gt;&lt;/mtd&gt;&lt;/mtr&gt;&lt;/mtable&gt;&lt;mo data-mjx-texclass=&quot;CLOSE&quot;&gt;)&lt;/mo&gt;&lt;/mrow&gt;&lt;/math&gt;" title="the 2 by 1 column matrix 5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0535" y="1595825"/>
            <a:ext cx="354917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title="the 2 by 1 column matrix negative 5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364" y="3534401"/>
            <a:ext cx="483300" cy="559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&lt;math xmlns=&quot;http://www.w3.org/1998/Math/MathML&quot; display=&quot;block&quot; data-is-equatio=&quot;1&quot; data-latex=&quot;\left(\begin{matrix}5\\&amp;#13;&amp;#10;-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o&gt;−&lt;/mo&gt;&lt;mn&gt;3&lt;/mn&gt;&lt;/mtd&gt;&lt;/mtr&gt;&lt;/mtable&gt;&lt;mo data-mjx-texclass=&quot;CLOSE&quot;&gt;)&lt;/mo&gt;&lt;/mrow&gt;&lt;/math&gt;" title="the 2 by 1 column matrix 5 negative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352" y="2884376"/>
            <a:ext cx="483300" cy="5598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952811" y="1615500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left by 5 and up by 3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52811" y="2251363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right by 3 and up by 5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52811" y="3537313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right by 5 and down by 3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52811" y="2894338"/>
            <a:ext cx="246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Translated right by 5 and up by 3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" name="Google Shape;224;p21"/>
          <p:cNvCxnSpPr>
            <a:stCxn id="220" idx="3"/>
            <a:endCxn id="218" idx="1"/>
          </p:cNvCxnSpPr>
          <p:nvPr/>
        </p:nvCxnSpPr>
        <p:spPr>
          <a:xfrm>
            <a:off x="3420011" y="1892550"/>
            <a:ext cx="1486500" cy="192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1"/>
          <p:cNvCxnSpPr>
            <a:stCxn id="221" idx="3"/>
            <a:endCxn id="216" idx="1"/>
          </p:cNvCxnSpPr>
          <p:nvPr/>
        </p:nvCxnSpPr>
        <p:spPr>
          <a:xfrm rot="10800000" flipH="1">
            <a:off x="3420011" y="2517013"/>
            <a:ext cx="1550400" cy="114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21"/>
          <p:cNvCxnSpPr>
            <a:stCxn id="223" idx="3"/>
            <a:endCxn id="217" idx="1"/>
          </p:cNvCxnSpPr>
          <p:nvPr/>
        </p:nvCxnSpPr>
        <p:spPr>
          <a:xfrm rot="10800000" flipH="1">
            <a:off x="3420011" y="1872988"/>
            <a:ext cx="1550400" cy="12984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21"/>
          <p:cNvCxnSpPr>
            <a:stCxn id="222" idx="3"/>
            <a:endCxn id="219" idx="1"/>
          </p:cNvCxnSpPr>
          <p:nvPr/>
        </p:nvCxnSpPr>
        <p:spPr>
          <a:xfrm rot="10800000" flipH="1">
            <a:off x="3420011" y="3164263"/>
            <a:ext cx="1486200" cy="6501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21"/>
          <p:cNvSpPr txBox="1"/>
          <p:nvPr/>
        </p:nvSpPr>
        <p:spPr>
          <a:xfrm>
            <a:off x="468000" y="43680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description using a column vector for each translation.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780012" y="4633169"/>
            <a:ext cx="3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7">
            <a:alphaModFix/>
          </a:blip>
          <a:srcRect l="63149" b="27436"/>
          <a:stretch>
            <a:fillRect/>
          </a:stretch>
        </p:blipFill>
        <p:spPr>
          <a:xfrm>
            <a:off x="1235100" y="4683001"/>
            <a:ext cx="1973550" cy="1823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8">
            <a:alphaModFix/>
          </a:blip>
          <a:srcRect l="62883" b="27140"/>
          <a:stretch>
            <a:fillRect/>
          </a:stretch>
        </p:blipFill>
        <p:spPr>
          <a:xfrm>
            <a:off x="4167300" y="4708654"/>
            <a:ext cx="1973550" cy="181789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2250070" y="4775850"/>
            <a:ext cx="23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592152" y="5085150"/>
            <a:ext cx="35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553352" y="5551113"/>
            <a:ext cx="23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182675" y="5697075"/>
            <a:ext cx="3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178102" y="6626700"/>
            <a:ext cx="29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208766" y="6617925"/>
            <a:ext cx="29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8" name="Google Shape;238;p21" descr="&lt;math xmlns=&quot;http://www.w3.org/1998/Math/MathML&quot; display=&quot;block&quot; data-is-equatio=&quot;1&quot; data-latex=&quot;\left(\begin{matrix}-4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4&lt;/mn&gt;&lt;/mtd&gt;&lt;/mtr&gt;&lt;mtr&gt;&lt;mtd&gt;&lt;mo&gt;−&lt;/mo&gt;&lt;mn&gt;2&lt;/mn&gt;&lt;/mtd&gt;&lt;/mtr&gt;&lt;/mtable&gt;&lt;mo data-mjx-texclass=&quot;CLOSE&quot;&gt;)&lt;/mo&gt;&lt;/mrow&gt;&lt;/math&gt;" title="the 2 by 1 column matrix negative 4 negative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44137" y="6617921"/>
            <a:ext cx="39646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left(\begin{matrix}4\\&amp;#13;&amp;#10;-1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o&gt;−&lt;/mo&gt;&lt;mn&gt;1&lt;/mn&gt;&lt;/mtd&gt;&lt;/mtr&gt;&lt;/mtable&gt;&lt;mo data-mjx-texclass=&quot;CLOSE&quot;&gt;)&lt;/mo&gt;&lt;/mrow&gt;&lt;/math&gt;" title="the 2 by 1 column matrix 4 negative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25475" y="6626688"/>
            <a:ext cx="396475" cy="36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790799" y="4633169"/>
            <a:ext cx="38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68000" y="7259375"/>
            <a:ext cx="6115500" cy="27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Given the coordinates of the object and image, describe the translation.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1"/>
          <p:cNvGrpSpPr/>
          <p:nvPr/>
        </p:nvGrpSpPr>
        <p:grpSpPr>
          <a:xfrm>
            <a:off x="1081847" y="7466675"/>
            <a:ext cx="2761951" cy="1863000"/>
            <a:chOff x="2827200" y="1576200"/>
            <a:chExt cx="3720300" cy="1863000"/>
          </a:xfrm>
        </p:grpSpPr>
        <p:sp>
          <p:nvSpPr>
            <p:cNvPr id="243" name="Google Shape;243;p21"/>
            <p:cNvSpPr txBox="1"/>
            <p:nvPr/>
          </p:nvSpPr>
          <p:spPr>
            <a:xfrm>
              <a:off x="2827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4381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31647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(-2, 2)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3164700" y="2667300"/>
              <a:ext cx="112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(-2, -2)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31647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(1, -2)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46125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(3, 1)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4612500" y="2667300"/>
              <a:ext cx="126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(3, -3)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46125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(6, -3)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" name="Google Shape;251;p21"/>
          <p:cNvGrpSpPr/>
          <p:nvPr/>
        </p:nvGrpSpPr>
        <p:grpSpPr>
          <a:xfrm>
            <a:off x="4080041" y="7466675"/>
            <a:ext cx="2761951" cy="1863000"/>
            <a:chOff x="2827200" y="1576200"/>
            <a:chExt cx="3720300" cy="1863000"/>
          </a:xfrm>
        </p:grpSpPr>
        <p:sp>
          <p:nvSpPr>
            <p:cNvPr id="252" name="Google Shape;252;p21"/>
            <p:cNvSpPr txBox="1"/>
            <p:nvPr/>
          </p:nvSpPr>
          <p:spPr>
            <a:xfrm>
              <a:off x="2827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4381200" y="1576200"/>
              <a:ext cx="193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31647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(2, 6)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3164700" y="26673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(4, 3)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31647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(5, 6)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4612500" y="2283600"/>
              <a:ext cx="193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(-1, 8)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1"/>
            <p:cNvSpPr txBox="1"/>
            <p:nvPr/>
          </p:nvSpPr>
          <p:spPr>
            <a:xfrm>
              <a:off x="4612500" y="2667300"/>
              <a:ext cx="126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(1, 5)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4612500" y="3069900"/>
              <a:ext cx="89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(2, 8)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" name="Google Shape;260;p21"/>
          <p:cNvSpPr txBox="1"/>
          <p:nvPr/>
        </p:nvSpPr>
        <p:spPr>
          <a:xfrm>
            <a:off x="3707130" y="7470044"/>
            <a:ext cx="39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081804" y="9472475"/>
            <a:ext cx="30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350499" y="9472475"/>
            <a:ext cx="30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67938" y="9480026"/>
            <a:ext cx="396475" cy="369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\left(\begin{matrix}-3\\&amp;#13;&amp;#10;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n&gt;2&lt;/mn&gt;&lt;/mtd&gt;&lt;/mtr&gt;&lt;/mtable&gt;&lt;mo data-mjx-texclass=&quot;CLOSE&quot;&gt;)&lt;/mo&gt;&lt;/mrow&gt;&lt;/math&gt;" title="the 2 by 1 column matrix negative 3 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76601" y="9466138"/>
            <a:ext cx="396600" cy="36941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685143" y="7470044"/>
            <a:ext cx="39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>
            <a:off x="479575" y="9977925"/>
            <a:ext cx="659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Describing a translation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2023-11-02T14:19:57.035</cp:lastPrinted>
  <dcterms:created xsi:type="dcterms:W3CDTF">2023-11-02T14:19:57Z</dcterms:created>
  <dcterms:modified xsi:type="dcterms:W3CDTF">2023-11-02T14:19:25Z</dcterms:modified>
</cp:coreProperties>
</file>