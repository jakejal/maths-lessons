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" name="Shape 223"/>
        <p:cNvGrpSpPr/>
        <p:nvPr/>
      </p:nvGrpSpPr>
      <p:grpSpPr>
        <a:xfrm>
          <a:off x="0" y="0"/>
          <a:ext cx="0" cy="0"/>
        </a:xfrm>
      </p:grpSpPr>
      <p:sp>
        <p:nvSpPr>
          <p:cNvPr id="224" name="Google Shape;22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9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 enlargement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3965021" y="3625205"/>
            <a:ext cx="2907900" cy="12159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774378" y="3869971"/>
            <a:ext cx="2355300" cy="9846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6" name="Google Shape;176;p20"/>
          <p:cNvSpPr/>
          <p:nvPr/>
        </p:nvSpPr>
        <p:spPr>
          <a:xfrm>
            <a:off x="5975336" y="2685096"/>
            <a:ext cx="502800" cy="2100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3460906" y="2663361"/>
            <a:ext cx="658800" cy="2754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774370" y="2689073"/>
            <a:ext cx="1173600" cy="490800"/>
          </a:xfrm>
          <a:prstGeom prst="parallelogram">
            <a:avLst>
              <a:gd name="adj" fmla="val 109339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1788575"/>
            <a:ext cx="6624000" cy="7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 Parallelogram P has been enlarged to create A, B, C and 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Calculate the missing lengths on each parallelogram.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and finding scale factors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48209" y="4130311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288016" y="2825879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7999" y="2769656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 rot="10800000" flipH="1">
            <a:off x="631292" y="2686644"/>
            <a:ext cx="536700" cy="49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1298589" y="2626487"/>
            <a:ext cx="658800" cy="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" name="Google Shape;186;p20"/>
          <p:cNvCxnSpPr/>
          <p:nvPr/>
        </p:nvCxnSpPr>
        <p:spPr>
          <a:xfrm flipH="1">
            <a:off x="1989723" y="2683625"/>
            <a:ext cx="0" cy="505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7" name="Google Shape;187;p20"/>
          <p:cNvSpPr txBox="1"/>
          <p:nvPr/>
        </p:nvSpPr>
        <p:spPr>
          <a:xfrm>
            <a:off x="1426649" y="2404520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006071" y="2839606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3773573" y="2594362"/>
            <a:ext cx="320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0" name="Google Shape;190;p20"/>
          <p:cNvSpPr txBox="1"/>
          <p:nvPr/>
        </p:nvSpPr>
        <p:spPr>
          <a:xfrm>
            <a:off x="4235675" y="2701206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 flipH="1">
            <a:off x="4151411" y="2672159"/>
            <a:ext cx="0" cy="266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 flipH="1">
            <a:off x="5905144" y="2663913"/>
            <a:ext cx="216900" cy="21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3" name="Google Shape;193;p20"/>
          <p:cNvCxnSpPr/>
          <p:nvPr/>
        </p:nvCxnSpPr>
        <p:spPr>
          <a:xfrm flipH="1">
            <a:off x="6509908" y="2694226"/>
            <a:ext cx="0" cy="205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6576515" y="2686705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726339" y="2700602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6167287" y="2676194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901355" y="4236881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1841059" y="3791171"/>
            <a:ext cx="1288500" cy="15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" name="Google Shape;199;p20"/>
          <p:cNvCxnSpPr/>
          <p:nvPr/>
        </p:nvCxnSpPr>
        <p:spPr>
          <a:xfrm rot="10800000" flipH="1">
            <a:off x="604879" y="3876496"/>
            <a:ext cx="1036200" cy="964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0" name="Google Shape;200;p20"/>
          <p:cNvCxnSpPr/>
          <p:nvPr/>
        </p:nvCxnSpPr>
        <p:spPr>
          <a:xfrm rot="10800000">
            <a:off x="5260662" y="3552918"/>
            <a:ext cx="1622100" cy="14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1" name="Google Shape;201;p20"/>
          <p:cNvSpPr txBox="1"/>
          <p:nvPr/>
        </p:nvSpPr>
        <p:spPr>
          <a:xfrm>
            <a:off x="5796079" y="3368291"/>
            <a:ext cx="5028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 flipH="1">
            <a:off x="6905125" y="3647798"/>
            <a:ext cx="0" cy="1182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5308520" y="4114530"/>
            <a:ext cx="193200" cy="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887807" y="2590500"/>
            <a:ext cx="1713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8599" r="-2"/>
          <a:stretch>
            <a:fillRect/>
          </a:stretch>
        </p:blipFill>
        <p:spPr>
          <a:xfrm>
            <a:off x="4045693" y="4956384"/>
            <a:ext cx="363106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92595"/>
          <a:stretch>
            <a:fillRect/>
          </a:stretch>
        </p:blipFill>
        <p:spPr>
          <a:xfrm>
            <a:off x="2402400" y="3612133"/>
            <a:ext cx="125618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r="78597"/>
          <a:stretch>
            <a:fillRect/>
          </a:stretch>
        </p:blipFill>
        <p:spPr>
          <a:xfrm>
            <a:off x="878876" y="4959734"/>
            <a:ext cx="363106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095" r="62516"/>
          <a:stretch>
            <a:fillRect/>
          </a:stretch>
        </p:blipFill>
        <p:spPr>
          <a:xfrm>
            <a:off x="3836993" y="2394550"/>
            <a:ext cx="193201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26781" r="51816"/>
          <a:stretch>
            <a:fillRect/>
          </a:stretch>
        </p:blipFill>
        <p:spPr>
          <a:xfrm>
            <a:off x="3089421" y="3061871"/>
            <a:ext cx="363106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1336" r="39530"/>
          <a:stretch>
            <a:fillRect/>
          </a:stretch>
        </p:blipFill>
        <p:spPr>
          <a:xfrm>
            <a:off x="5856218" y="2607101"/>
            <a:ext cx="154958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52948" r="27566"/>
          <a:stretch>
            <a:fillRect/>
          </a:stretch>
        </p:blipFill>
        <p:spPr>
          <a:xfrm>
            <a:off x="5533387" y="3059954"/>
            <a:ext cx="330584" cy="151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&lt;math xmlns=&quot;http://www.w3.org/1998/Math/MathML&quot; display=&quot;block&quot; data-is-equatio=&quot;1&quot; data-latex=&quot;a=\ \ b=\ c=\ \ d=&quot;&gt;&lt;mi&gt;a&lt;/mi&gt;&lt;mo&gt;=&lt;/mo&gt;&lt;mtext&gt;&lt;/mtext&gt;&lt;mtext&gt;&lt;/mtext&gt;&lt;mi&gt;b&lt;/mi&gt;&lt;mo&gt;=&lt;/mo&gt;&lt;mtext&gt;&lt;/mtext&gt;&lt;mi&gt;c&lt;/mi&gt;&lt;mo&gt;=&lt;/mo&gt;&lt;mtext&gt;&lt;/mtext&gt;&lt;mtext&gt;&lt;/mtext&gt;&lt;mi&gt;d&lt;/mi&gt;&lt;mo&gt;=&lt;/mo&gt;&lt;/math&gt;" title="a equals b equals c equals d equals"/>
          <p:cNvPicPr preferRelativeResize="0"/>
          <p:nvPr/>
        </p:nvPicPr>
        <p:blipFill>
          <a:blip r:embed="rId3">
            <a:alphaModFix/>
          </a:blip>
          <a:srcRect l="79888" r="10521"/>
          <a:stretch>
            <a:fillRect/>
          </a:stretch>
        </p:blipFill>
        <p:spPr>
          <a:xfrm>
            <a:off x="6929290" y="4163507"/>
            <a:ext cx="162709" cy="15160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468000" y="53737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 Tick the diagram that shows a correct enlargement of the small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2525" y="5802413"/>
            <a:ext cx="3822201" cy="2117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468000" y="8027500"/>
            <a:ext cx="66240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 draws another enlargement of the small triangle.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of the lengths is 12 cm. What could the other length be?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9783" y="665143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4481572" y="4945267"/>
            <a:ext cx="5682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098793" y="8237346"/>
            <a:ext cx="16698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cm or 18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68000" y="8722750"/>
            <a:ext cx="66240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 if the diagonal length is measured as 12 cm then the other two lengths would measure as approximately 6.7 cm and 10 cm.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241450" y="4945267"/>
            <a:ext cx="5682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16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3494095" y="3017900"/>
            <a:ext cx="5682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913077" y="3026560"/>
            <a:ext cx="5682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sp>
        <p:nvSpPr>
          <p:cNvPr id="227" name="Google Shape;22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8" name="Google Shape;22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an enlargement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1488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 Tick the enlargements that have the same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centre of 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How the centre of enlargement affects the image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148000" y="2355450"/>
            <a:ext cx="1084800" cy="25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to A′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to B′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to C′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975924"/>
            <a:ext cx="4485599" cy="33063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21"/>
          <p:cNvCxnSpPr/>
          <p:nvPr/>
        </p:nvCxnSpPr>
        <p:spPr>
          <a:xfrm>
            <a:off x="1172345" y="2926576"/>
            <a:ext cx="1427700" cy="7095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p21"/>
          <p:cNvCxnSpPr/>
          <p:nvPr/>
        </p:nvCxnSpPr>
        <p:spPr>
          <a:xfrm>
            <a:off x="1890892" y="2929652"/>
            <a:ext cx="696900" cy="6969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1893969" y="2226466"/>
            <a:ext cx="699900" cy="14064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" name="Google Shape;238;p21"/>
          <p:cNvCxnSpPr/>
          <p:nvPr/>
        </p:nvCxnSpPr>
        <p:spPr>
          <a:xfrm flipH="1">
            <a:off x="2824586" y="2223389"/>
            <a:ext cx="945600" cy="14187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21"/>
          <p:cNvCxnSpPr/>
          <p:nvPr/>
        </p:nvCxnSpPr>
        <p:spPr>
          <a:xfrm flipH="1">
            <a:off x="2839680" y="2214183"/>
            <a:ext cx="1403400" cy="14187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" name="Google Shape;240;p21"/>
          <p:cNvCxnSpPr/>
          <p:nvPr/>
        </p:nvCxnSpPr>
        <p:spPr>
          <a:xfrm flipH="1">
            <a:off x="2833716" y="3159969"/>
            <a:ext cx="942600" cy="4731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21"/>
          <p:cNvCxnSpPr/>
          <p:nvPr/>
        </p:nvCxnSpPr>
        <p:spPr>
          <a:xfrm flipH="1">
            <a:off x="2833433" y="3159969"/>
            <a:ext cx="1412700" cy="4791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21"/>
          <p:cNvCxnSpPr/>
          <p:nvPr/>
        </p:nvCxnSpPr>
        <p:spPr>
          <a:xfrm rot="10800000" flipH="1">
            <a:off x="1657522" y="3623704"/>
            <a:ext cx="936600" cy="14094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21"/>
          <p:cNvCxnSpPr/>
          <p:nvPr/>
        </p:nvCxnSpPr>
        <p:spPr>
          <a:xfrm rot="10800000" flipH="1">
            <a:off x="2127339" y="3632670"/>
            <a:ext cx="469800" cy="9429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21"/>
          <p:cNvCxnSpPr/>
          <p:nvPr/>
        </p:nvCxnSpPr>
        <p:spPr>
          <a:xfrm rot="10800000">
            <a:off x="2594016" y="3638970"/>
            <a:ext cx="1182300" cy="9366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21"/>
          <p:cNvCxnSpPr/>
          <p:nvPr/>
        </p:nvCxnSpPr>
        <p:spPr>
          <a:xfrm rot="10800000">
            <a:off x="2597315" y="3641986"/>
            <a:ext cx="696900" cy="14034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21"/>
          <p:cNvSpPr/>
          <p:nvPr/>
        </p:nvSpPr>
        <p:spPr>
          <a:xfrm>
            <a:off x="2554156" y="3593862"/>
            <a:ext cx="70500" cy="70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2804343" y="3593862"/>
            <a:ext cx="70500" cy="705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410180" y="2899211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155739" y="3392165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921297" y="3156030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3344198" y="3392150"/>
            <a:ext cx="22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1912373" y="4084797"/>
            <a:ext cx="27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1668742" y="4612858"/>
            <a:ext cx="221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110" y="2214175"/>
            <a:ext cx="362335" cy="3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6101" y="3610629"/>
            <a:ext cx="362335" cy="3834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468000" y="559705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2. Describe each transformation fully.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5">
            <a:alphaModFix/>
          </a:blip>
          <a:srcRect r="11902"/>
          <a:stretch>
            <a:fillRect/>
          </a:stretch>
        </p:blipFill>
        <p:spPr>
          <a:xfrm>
            <a:off x="468000" y="6455404"/>
            <a:ext cx="3084089" cy="1510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/>
          <p:cNvPicPr preferRelativeResize="0"/>
          <p:nvPr/>
        </p:nvPicPr>
        <p:blipFill>
          <a:blip r:embed="rId6">
            <a:alphaModFix/>
          </a:blip>
          <a:srcRect r="11793"/>
          <a:stretch>
            <a:fillRect/>
          </a:stretch>
        </p:blipFill>
        <p:spPr>
          <a:xfrm>
            <a:off x="4007911" y="6446775"/>
            <a:ext cx="3084089" cy="152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468000" y="6079984"/>
            <a:ext cx="1101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 to A′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968000" y="6061281"/>
            <a:ext cx="11010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B to B′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774063" y="7362282"/>
            <a:ext cx="2322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5698699" y="7144061"/>
            <a:ext cx="2322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675461" y="7503714"/>
            <a:ext cx="1887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>
            <a:off x="1026480" y="7152141"/>
            <a:ext cx="2199300" cy="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5" name="Google Shape;265;p21"/>
          <p:cNvCxnSpPr/>
          <p:nvPr/>
        </p:nvCxnSpPr>
        <p:spPr>
          <a:xfrm rot="10800000" flipH="1">
            <a:off x="1034307" y="6712041"/>
            <a:ext cx="1310700" cy="4401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21"/>
          <p:cNvCxnSpPr/>
          <p:nvPr/>
        </p:nvCxnSpPr>
        <p:spPr>
          <a:xfrm>
            <a:off x="1032360" y="7159969"/>
            <a:ext cx="1320600" cy="4365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1"/>
          <p:cNvSpPr txBox="1"/>
          <p:nvPr/>
        </p:nvSpPr>
        <p:spPr>
          <a:xfrm>
            <a:off x="1839010" y="7318943"/>
            <a:ext cx="2322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 rot="10800000" flipH="1">
            <a:off x="4394785" y="6932161"/>
            <a:ext cx="1924200" cy="6477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21"/>
          <p:cNvCxnSpPr/>
          <p:nvPr/>
        </p:nvCxnSpPr>
        <p:spPr>
          <a:xfrm rot="10800000">
            <a:off x="5004586" y="6705735"/>
            <a:ext cx="1323600" cy="2229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21"/>
          <p:cNvCxnSpPr/>
          <p:nvPr/>
        </p:nvCxnSpPr>
        <p:spPr>
          <a:xfrm rot="10800000" flipH="1">
            <a:off x="4358796" y="6932165"/>
            <a:ext cx="1955700" cy="18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465625" y="8261600"/>
            <a:ext cx="3304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Object A has been enlarged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by a scale factor of 2,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from the point (2,3)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140000" y="8395150"/>
            <a:ext cx="295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Object B has been enlarged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by a scale factor of   ,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from the point (10,4)      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3" name="Google Shape;273;p21" descr="&lt;math xmlns=&quot;http://www.w3.org/1998/Math/MathML&quot; display=&quot;block&quot; data-is-equatio=&quot;1&quot; data-latex=&quot;\ \frac{1}{3}&quot;&gt;&lt;mtext&gt;&lt;/mtext&gt;&lt;mfrac&gt;&lt;mn&gt;1&lt;/mn&gt;&lt;mn&gt;3&lt;/mn&gt;&lt;/mfrac&gt;&lt;/math&gt;" title="one thir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5276" y="8650209"/>
            <a:ext cx="101895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21"/>
          <p:cNvCxnSpPr/>
          <p:nvPr/>
        </p:nvCxnSpPr>
        <p:spPr>
          <a:xfrm>
            <a:off x="1675425" y="6494839"/>
            <a:ext cx="455100" cy="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5" name="Google Shape;275;p21"/>
          <p:cNvCxnSpPr/>
          <p:nvPr/>
        </p:nvCxnSpPr>
        <p:spPr>
          <a:xfrm>
            <a:off x="2358432" y="6494839"/>
            <a:ext cx="856500" cy="930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6" name="Google Shape;276;p21"/>
          <p:cNvCxnSpPr/>
          <p:nvPr/>
        </p:nvCxnSpPr>
        <p:spPr>
          <a:xfrm>
            <a:off x="5659359" y="6712809"/>
            <a:ext cx="232200" cy="0"/>
          </a:xfrm>
          <a:prstGeom prst="straightConnector1">
            <a:avLst/>
          </a:prstGeom>
          <a:noFill/>
          <a:ln w="19050" cap="flat" cmpd="sng">
            <a:solidFill>
              <a:srgbClr val="878787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4358797" y="6490237"/>
            <a:ext cx="659700" cy="0"/>
          </a:xfrm>
          <a:prstGeom prst="straightConnector1">
            <a:avLst/>
          </a:prstGeom>
          <a:noFill/>
          <a:ln w="28575" cap="flat" cmpd="sng">
            <a:solidFill>
              <a:srgbClr val="878787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Describing an enlargement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2023-11-02T14:25:31.093</cp:lastPrinted>
  <dcterms:created xsi:type="dcterms:W3CDTF">2023-11-02T14:25:31Z</dcterms:created>
  <dcterms:modified xsi:type="dcterms:W3CDTF">2023-11-02T14:26:21Z</dcterms:modified>
</cp:coreProperties>
</file>