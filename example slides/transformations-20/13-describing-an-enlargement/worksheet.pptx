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0" name="Shape 210"/>
        <p:cNvGrpSpPr/>
        <p:nvPr/>
      </p:nvGrpSpPr>
      <p:grpSpPr>
        <a:xfrm>
          <a:off x="0" y="0"/>
          <a:ext cx="0" cy="0"/>
        </a:xfrm>
      </p:grpSpPr>
      <p:sp>
        <p:nvSpPr>
          <p:cNvPr id="211" name="Google Shape;21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/>
        </p:nvSpPr>
        <p:spPr>
          <a:xfrm>
            <a:off x="1229772" y="4937914"/>
            <a:ext cx="9450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          _</a:t>
            </a:r>
            <a:endParaRPr sz="16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450480" y="4937914"/>
            <a:ext cx="9450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          _</a:t>
            </a:r>
            <a:endParaRPr sz="16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3466545" y="3032630"/>
            <a:ext cx="9342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          _</a:t>
            </a:r>
            <a:endParaRPr sz="16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5894768" y="3034863"/>
            <a:ext cx="9450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          _</a:t>
            </a:r>
            <a:endParaRPr sz="16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an enlargement</a:t>
            </a:r>
            <a:endParaRPr/>
          </a:p>
        </p:txBody>
      </p:sp>
      <p:sp>
        <p:nvSpPr>
          <p:cNvPr id="166" name="Google Shape;166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3965021" y="3625205"/>
            <a:ext cx="2907900" cy="12159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774378" y="3869971"/>
            <a:ext cx="2355300" cy="9846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5975336" y="2685096"/>
            <a:ext cx="502800" cy="2100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3460906" y="2663361"/>
            <a:ext cx="658800" cy="2754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774370" y="2689073"/>
            <a:ext cx="1173600" cy="4908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1788575"/>
            <a:ext cx="6624000" cy="7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 Parallelogram P has been enlarged to create A, B, C and D.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Calculate the missing lengths on each parallelogram.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Using and finding scale factors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648209" y="4130311"/>
            <a:ext cx="502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288016" y="2825879"/>
            <a:ext cx="19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7999" y="2769656"/>
            <a:ext cx="502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 rot="10800000" flipH="1">
            <a:off x="631292" y="2686644"/>
            <a:ext cx="536700" cy="49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8" name="Google Shape;178;p20"/>
          <p:cNvCxnSpPr/>
          <p:nvPr/>
        </p:nvCxnSpPr>
        <p:spPr>
          <a:xfrm>
            <a:off x="1298589" y="2626487"/>
            <a:ext cx="6588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9" name="Google Shape;179;p20"/>
          <p:cNvCxnSpPr/>
          <p:nvPr/>
        </p:nvCxnSpPr>
        <p:spPr>
          <a:xfrm flipH="1">
            <a:off x="1989723" y="2683625"/>
            <a:ext cx="0" cy="505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0" name="Google Shape;180;p20"/>
          <p:cNvSpPr txBox="1"/>
          <p:nvPr/>
        </p:nvSpPr>
        <p:spPr>
          <a:xfrm>
            <a:off x="1426649" y="2404520"/>
            <a:ext cx="502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006071" y="2839606"/>
            <a:ext cx="502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>
            <a:off x="3773573" y="2594362"/>
            <a:ext cx="320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3" name="Google Shape;183;p20"/>
          <p:cNvSpPr txBox="1"/>
          <p:nvPr/>
        </p:nvSpPr>
        <p:spPr>
          <a:xfrm>
            <a:off x="4235675" y="2701206"/>
            <a:ext cx="502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 flipH="1">
            <a:off x="4151411" y="2672159"/>
            <a:ext cx="0" cy="266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5" name="Google Shape;185;p20"/>
          <p:cNvCxnSpPr/>
          <p:nvPr/>
        </p:nvCxnSpPr>
        <p:spPr>
          <a:xfrm rot="10800000" flipH="1">
            <a:off x="5905144" y="2663913"/>
            <a:ext cx="216900" cy="21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6" name="Google Shape;186;p20"/>
          <p:cNvCxnSpPr/>
          <p:nvPr/>
        </p:nvCxnSpPr>
        <p:spPr>
          <a:xfrm flipH="1">
            <a:off x="6509908" y="2694226"/>
            <a:ext cx="0" cy="205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7" name="Google Shape;187;p20"/>
          <p:cNvSpPr txBox="1"/>
          <p:nvPr/>
        </p:nvSpPr>
        <p:spPr>
          <a:xfrm>
            <a:off x="6576515" y="2686705"/>
            <a:ext cx="502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726339" y="2700602"/>
            <a:ext cx="19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6167287" y="2676194"/>
            <a:ext cx="19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901355" y="4236881"/>
            <a:ext cx="19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>
            <a:off x="1841059" y="3791171"/>
            <a:ext cx="1288500" cy="15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2" name="Google Shape;192;p20"/>
          <p:cNvCxnSpPr/>
          <p:nvPr/>
        </p:nvCxnSpPr>
        <p:spPr>
          <a:xfrm rot="10800000" flipH="1">
            <a:off x="604879" y="3876496"/>
            <a:ext cx="1036200" cy="964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3" name="Google Shape;193;p20"/>
          <p:cNvCxnSpPr/>
          <p:nvPr/>
        </p:nvCxnSpPr>
        <p:spPr>
          <a:xfrm rot="10800000">
            <a:off x="5260662" y="3552918"/>
            <a:ext cx="1622100" cy="14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4" name="Google Shape;194;p20"/>
          <p:cNvSpPr txBox="1"/>
          <p:nvPr/>
        </p:nvSpPr>
        <p:spPr>
          <a:xfrm>
            <a:off x="5796079" y="3368291"/>
            <a:ext cx="502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 flipH="1">
            <a:off x="6905125" y="3647798"/>
            <a:ext cx="0" cy="118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6" name="Google Shape;196;p20"/>
          <p:cNvSpPr txBox="1"/>
          <p:nvPr/>
        </p:nvSpPr>
        <p:spPr>
          <a:xfrm>
            <a:off x="5308520" y="4114530"/>
            <a:ext cx="19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887807" y="2590500"/>
            <a:ext cx="1713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78599" r="-2"/>
          <a:stretch>
            <a:fillRect/>
          </a:stretch>
        </p:blipFill>
        <p:spPr>
          <a:xfrm>
            <a:off x="4045693" y="4956384"/>
            <a:ext cx="363106" cy="151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r="92595"/>
          <a:stretch>
            <a:fillRect/>
          </a:stretch>
        </p:blipFill>
        <p:spPr>
          <a:xfrm>
            <a:off x="2402400" y="3612133"/>
            <a:ext cx="125618" cy="151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r="78597"/>
          <a:stretch>
            <a:fillRect/>
          </a:stretch>
        </p:blipFill>
        <p:spPr>
          <a:xfrm>
            <a:off x="878876" y="4959734"/>
            <a:ext cx="363106" cy="151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26095" r="62516"/>
          <a:stretch>
            <a:fillRect/>
          </a:stretch>
        </p:blipFill>
        <p:spPr>
          <a:xfrm>
            <a:off x="3836993" y="2394550"/>
            <a:ext cx="193201" cy="151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26781" r="51816"/>
          <a:stretch>
            <a:fillRect/>
          </a:stretch>
        </p:blipFill>
        <p:spPr>
          <a:xfrm>
            <a:off x="3089421" y="3061871"/>
            <a:ext cx="363106" cy="151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51336" r="39530"/>
          <a:stretch>
            <a:fillRect/>
          </a:stretch>
        </p:blipFill>
        <p:spPr>
          <a:xfrm>
            <a:off x="5856218" y="2607101"/>
            <a:ext cx="154958" cy="151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52948" r="27566"/>
          <a:stretch>
            <a:fillRect/>
          </a:stretch>
        </p:blipFill>
        <p:spPr>
          <a:xfrm>
            <a:off x="5533387" y="3059954"/>
            <a:ext cx="330584" cy="151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79888" r="10521"/>
          <a:stretch>
            <a:fillRect/>
          </a:stretch>
        </p:blipFill>
        <p:spPr>
          <a:xfrm>
            <a:off x="6929290" y="4163507"/>
            <a:ext cx="162709" cy="151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468000" y="5373775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 Tick the diagram that shows a correct enlargement of the small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" name="Google Shape;2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2525" y="5802413"/>
            <a:ext cx="3822201" cy="211714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468000" y="8027500"/>
            <a:ext cx="66240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 draws another enlargement of the small triangle.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of the lengths is 12 cm. What could the other length be?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3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5" name="Google Shape;21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an enlargement</a:t>
            </a:r>
            <a:endParaRPr/>
          </a:p>
        </p:txBody>
      </p:sp>
      <p:sp>
        <p:nvSpPr>
          <p:cNvPr id="216" name="Google Shape;21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68000" y="14883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 Tick the enlargements that have the same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enlargement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How the centre of enlargement affects the image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148000" y="2355450"/>
            <a:ext cx="1084800" cy="25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 A′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to B′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to C′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" name="Google Shape;2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975924"/>
            <a:ext cx="4485599" cy="330637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1410180" y="2899211"/>
            <a:ext cx="27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2155739" y="3392165"/>
            <a:ext cx="27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3921297" y="3156030"/>
            <a:ext cx="27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3344198" y="3392150"/>
            <a:ext cx="22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912373" y="4084797"/>
            <a:ext cx="27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1668742" y="4612858"/>
            <a:ext cx="22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68000" y="559705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 Describe each transformation fully.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" name="Google Shape;229;p21"/>
          <p:cNvPicPr preferRelativeResize="0"/>
          <p:nvPr/>
        </p:nvPicPr>
        <p:blipFill>
          <a:blip r:embed="rId4">
            <a:alphaModFix/>
          </a:blip>
          <a:srcRect r="11902"/>
          <a:stretch>
            <a:fillRect/>
          </a:stretch>
        </p:blipFill>
        <p:spPr>
          <a:xfrm>
            <a:off x="468000" y="6455404"/>
            <a:ext cx="3084089" cy="1510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/>
          <p:cNvPicPr preferRelativeResize="0"/>
          <p:nvPr/>
        </p:nvPicPr>
        <p:blipFill>
          <a:blip r:embed="rId5">
            <a:alphaModFix/>
          </a:blip>
          <a:srcRect r="11793"/>
          <a:stretch>
            <a:fillRect/>
          </a:stretch>
        </p:blipFill>
        <p:spPr>
          <a:xfrm>
            <a:off x="4007911" y="6446775"/>
            <a:ext cx="3084089" cy="152810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468000" y="6079984"/>
            <a:ext cx="11010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 to A′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968000" y="6061281"/>
            <a:ext cx="11010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B to B′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2774063" y="7362282"/>
            <a:ext cx="2322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5698699" y="7144061"/>
            <a:ext cx="2322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675461" y="7503714"/>
            <a:ext cx="1887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1839010" y="7318943"/>
            <a:ext cx="2322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Describing an enlargement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2023-11-02T14:24:49.670</cp:lastPrinted>
  <dcterms:created xsi:type="dcterms:W3CDTF">2023-11-02T14:24:49Z</dcterms:created>
  <dcterms:modified xsi:type="dcterms:W3CDTF">2023-11-02T14:24:58Z</dcterms:modified>
</cp:coreProperties>
</file>