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large numbers in standard form</a:t>
            </a:r>
            <a:endParaRPr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61" name="Google Shape;161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" name="Google Shape;162;p20"/>
          <p:cNvSpPr txBox="1"/>
          <p:nvPr/>
        </p:nvSpPr>
        <p:spPr>
          <a:xfrm>
            <a:off x="457400" y="1484275"/>
            <a:ext cx="4782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Writing large numbers in standard form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76400" y="1749900"/>
            <a:ext cx="6615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Without using a place value chart, convert the following into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standard form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76400" y="1978500"/>
            <a:ext cx="5909100" cy="20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15 000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566 000 000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9 800 000 000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156 100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563 000 000 000 000 000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100 200 000 000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76400" y="4797900"/>
            <a:ext cx="6615600" cy="4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Three pupils we give 905 000 000 000 to convert to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standard form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 Identify where they made their error and give the correct answer.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546225" y="5265850"/>
            <a:ext cx="2137500" cy="867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569575" y="5400000"/>
            <a:ext cx="1492500" cy="7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905 000 000 000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Answer: 905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2762881" y="5265850"/>
            <a:ext cx="2060700" cy="867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2779850" y="5400000"/>
            <a:ext cx="1492500" cy="7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905 000 000 000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Answer: 9.5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2889052" y="5299379"/>
            <a:ext cx="1119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0"/>
          <p:cNvSpPr/>
          <p:nvPr/>
        </p:nvSpPr>
        <p:spPr>
          <a:xfrm>
            <a:off x="2993696" y="5299379"/>
            <a:ext cx="1119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0"/>
          <p:cNvSpPr/>
          <p:nvPr/>
        </p:nvSpPr>
        <p:spPr>
          <a:xfrm>
            <a:off x="3103338" y="5299379"/>
            <a:ext cx="1119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0"/>
          <p:cNvSpPr/>
          <p:nvPr/>
        </p:nvSpPr>
        <p:spPr>
          <a:xfrm>
            <a:off x="3207470" y="5294804"/>
            <a:ext cx="1059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0"/>
          <p:cNvSpPr/>
          <p:nvPr/>
        </p:nvSpPr>
        <p:spPr>
          <a:xfrm>
            <a:off x="3308527" y="5294800"/>
            <a:ext cx="1119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0"/>
          <p:cNvSpPr/>
          <p:nvPr/>
        </p:nvSpPr>
        <p:spPr>
          <a:xfrm>
            <a:off x="3423157" y="5294800"/>
            <a:ext cx="1119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0"/>
          <p:cNvSpPr/>
          <p:nvPr/>
        </p:nvSpPr>
        <p:spPr>
          <a:xfrm>
            <a:off x="3527801" y="5294800"/>
            <a:ext cx="1119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0"/>
          <p:cNvSpPr/>
          <p:nvPr/>
        </p:nvSpPr>
        <p:spPr>
          <a:xfrm>
            <a:off x="3639934" y="5294800"/>
            <a:ext cx="1119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0"/>
          <p:cNvSpPr/>
          <p:nvPr/>
        </p:nvSpPr>
        <p:spPr>
          <a:xfrm>
            <a:off x="3755462" y="5294800"/>
            <a:ext cx="1119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0"/>
          <p:cNvSpPr/>
          <p:nvPr/>
        </p:nvSpPr>
        <p:spPr>
          <a:xfrm>
            <a:off x="3860106" y="5294800"/>
            <a:ext cx="1119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0"/>
          <p:cNvSpPr/>
          <p:nvPr/>
        </p:nvSpPr>
        <p:spPr>
          <a:xfrm>
            <a:off x="3972235" y="5294804"/>
            <a:ext cx="756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0"/>
          <p:cNvSpPr/>
          <p:nvPr/>
        </p:nvSpPr>
        <p:spPr>
          <a:xfrm>
            <a:off x="4941249" y="5246100"/>
            <a:ext cx="2060700" cy="867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5053150" y="5400000"/>
            <a:ext cx="1492500" cy="7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905 000 000 000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Answer: 9.05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5065851" y="5299379"/>
            <a:ext cx="1140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5172328" y="5299379"/>
            <a:ext cx="1140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5283891" y="5299379"/>
            <a:ext cx="1140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0"/>
          <p:cNvSpPr/>
          <p:nvPr/>
        </p:nvSpPr>
        <p:spPr>
          <a:xfrm>
            <a:off x="5389847" y="5294804"/>
            <a:ext cx="1077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0"/>
          <p:cNvSpPr/>
          <p:nvPr/>
        </p:nvSpPr>
        <p:spPr>
          <a:xfrm>
            <a:off x="5492674" y="5294800"/>
            <a:ext cx="1140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0"/>
          <p:cNvSpPr/>
          <p:nvPr/>
        </p:nvSpPr>
        <p:spPr>
          <a:xfrm>
            <a:off x="5609312" y="5294800"/>
            <a:ext cx="1140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0"/>
          <p:cNvSpPr/>
          <p:nvPr/>
        </p:nvSpPr>
        <p:spPr>
          <a:xfrm>
            <a:off x="5715789" y="5294800"/>
            <a:ext cx="1140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0"/>
          <p:cNvSpPr/>
          <p:nvPr/>
        </p:nvSpPr>
        <p:spPr>
          <a:xfrm>
            <a:off x="5829886" y="5294800"/>
            <a:ext cx="1140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5947438" y="5294800"/>
            <a:ext cx="1140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0"/>
          <p:cNvSpPr/>
          <p:nvPr/>
        </p:nvSpPr>
        <p:spPr>
          <a:xfrm>
            <a:off x="6053915" y="5294800"/>
            <a:ext cx="1140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0"/>
          <p:cNvSpPr/>
          <p:nvPr/>
        </p:nvSpPr>
        <p:spPr>
          <a:xfrm>
            <a:off x="6168008" y="5294804"/>
            <a:ext cx="771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474075" y="7312500"/>
            <a:ext cx="6606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Explain why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standard form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important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0" name="Google Shape;200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large numbers in standard form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393086" y="4112100"/>
            <a:ext cx="29436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missing information.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4" name="Google Shape;20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500" y="4437764"/>
            <a:ext cx="2586330" cy="1151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2932" y="5632847"/>
            <a:ext cx="2559476" cy="1151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77383" y="4428425"/>
            <a:ext cx="2692016" cy="1170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77391" y="5613959"/>
            <a:ext cx="2679011" cy="118929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/>
          <p:nvPr/>
        </p:nvSpPr>
        <p:spPr>
          <a:xfrm>
            <a:off x="1776033" y="4624961"/>
            <a:ext cx="198300" cy="206700"/>
          </a:xfrm>
          <a:prstGeom prst="rect">
            <a:avLst/>
          </a:prstGeom>
          <a:solidFill>
            <a:srgbClr val="F0F0F0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1061575" y="5904525"/>
            <a:ext cx="554700" cy="206700"/>
          </a:xfrm>
          <a:prstGeom prst="rect">
            <a:avLst/>
          </a:prstGeom>
          <a:solidFill>
            <a:srgbClr val="F0F0F0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2008655" y="5811241"/>
            <a:ext cx="198300" cy="206700"/>
          </a:xfrm>
          <a:prstGeom prst="rect">
            <a:avLst/>
          </a:prstGeom>
          <a:solidFill>
            <a:srgbClr val="F0F0F0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5885622" y="5094393"/>
            <a:ext cx="256800" cy="237000"/>
          </a:xfrm>
          <a:prstGeom prst="rect">
            <a:avLst/>
          </a:prstGeom>
          <a:solidFill>
            <a:srgbClr val="F0F0F0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4809025" y="6377100"/>
            <a:ext cx="1373100" cy="237000"/>
          </a:xfrm>
          <a:prstGeom prst="rect">
            <a:avLst/>
          </a:prstGeom>
          <a:solidFill>
            <a:srgbClr val="F0F0F0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556977" y="4421175"/>
            <a:ext cx="190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/>
          </a:p>
        </p:txBody>
      </p:sp>
      <p:sp>
        <p:nvSpPr>
          <p:cNvPr id="214" name="Google Shape;214;p21"/>
          <p:cNvSpPr txBox="1"/>
          <p:nvPr/>
        </p:nvSpPr>
        <p:spPr>
          <a:xfrm>
            <a:off x="548950" y="6095700"/>
            <a:ext cx="190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/>
          </a:p>
        </p:txBody>
      </p:sp>
      <p:sp>
        <p:nvSpPr>
          <p:cNvPr id="215" name="Google Shape;215;p21"/>
          <p:cNvSpPr txBox="1"/>
          <p:nvPr/>
        </p:nvSpPr>
        <p:spPr>
          <a:xfrm>
            <a:off x="3490677" y="4430700"/>
            <a:ext cx="190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/>
          </a:p>
        </p:txBody>
      </p:sp>
      <p:sp>
        <p:nvSpPr>
          <p:cNvPr id="216" name="Google Shape;216;p21"/>
          <p:cNvSpPr txBox="1"/>
          <p:nvPr/>
        </p:nvSpPr>
        <p:spPr>
          <a:xfrm>
            <a:off x="3482650" y="6105225"/>
            <a:ext cx="190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/>
          </a:p>
        </p:txBody>
      </p:sp>
      <p:sp>
        <p:nvSpPr>
          <p:cNvPr id="217" name="Google Shape;217;p21"/>
          <p:cNvSpPr txBox="1"/>
          <p:nvPr/>
        </p:nvSpPr>
        <p:spPr>
          <a:xfrm>
            <a:off x="457400" y="3846475"/>
            <a:ext cx="4782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C: Standard form on the calculator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8" name="Google Shape;218;p21"/>
          <p:cNvCxnSpPr/>
          <p:nvPr/>
        </p:nvCxnSpPr>
        <p:spPr>
          <a:xfrm>
            <a:off x="474757" y="371647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9" name="Google Shape;219;p21"/>
          <p:cNvSpPr txBox="1"/>
          <p:nvPr/>
        </p:nvSpPr>
        <p:spPr>
          <a:xfrm>
            <a:off x="476400" y="7083900"/>
            <a:ext cx="66105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Investigate when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number becomes so big that the calculator converts it into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standard form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476400" y="1064100"/>
            <a:ext cx="66105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the following as ordinary numbers.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1.8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</a:t>
            </a:r>
            <a:b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1.39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b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3.93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b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4.413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4139275" y="1423425"/>
            <a:ext cx="1202100" cy="12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8.02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9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5.001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 1.2345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h) 7.00004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457400" y="722275"/>
            <a:ext cx="4782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Standard form to ordinary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