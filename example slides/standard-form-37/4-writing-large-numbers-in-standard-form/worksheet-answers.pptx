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cxnSp>
        <p:nvCxnSpPr>
          <p:cNvPr id="172" name="Google Shape;172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57400" y="1408075"/>
            <a:ext cx="4782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Writing large numbers in standard form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1673700"/>
            <a:ext cx="6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Without using a place value chart, convert the following into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standard form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6400" y="1902300"/>
            <a:ext cx="5909100" cy="20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15 000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566 000 000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9 800 000 000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156 100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563 000 000 000 000 000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100 200 000 000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104761" y="1899725"/>
            <a:ext cx="153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1.5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612999" y="2259345"/>
            <a:ext cx="153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5.66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745785" y="2630660"/>
            <a:ext cx="153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9.8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205755" y="2992100"/>
            <a:ext cx="168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1.561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557780" y="3349725"/>
            <a:ext cx="163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5.63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972363" y="3705318"/>
            <a:ext cx="153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1.002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76400" y="4493100"/>
            <a:ext cx="66156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Three pupils we give 905 000 000 000 to convert to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standard f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Identify where they made their error and give the correct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46225" y="4961050"/>
            <a:ext cx="2137500" cy="86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69575" y="5095200"/>
            <a:ext cx="14925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905 000 000 000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Answer: 905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762881" y="4961050"/>
            <a:ext cx="2060700" cy="86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779850" y="5095200"/>
            <a:ext cx="14925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905 000 000 000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Answer: 9.5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889052" y="4994579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2993696" y="4994579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3103338" y="4994579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3207470" y="4990004"/>
            <a:ext cx="105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3308527" y="4990000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3423157" y="4990000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3527801" y="4990000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3639934" y="4990000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3755462" y="4990000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3860106" y="4990000"/>
            <a:ext cx="1119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3972235" y="4990004"/>
            <a:ext cx="756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4941249" y="4941300"/>
            <a:ext cx="2060700" cy="86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053150" y="5095200"/>
            <a:ext cx="14925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905 000 000 000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Answer: 9.05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065851" y="4994579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5172328" y="4994579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5283891" y="4994579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389847" y="4990004"/>
            <a:ext cx="1077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5492674" y="4990000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609312" y="4990000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715789" y="4990000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829886" y="4990000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5947438" y="4990000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6053915" y="4990000"/>
            <a:ext cx="1140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6168008" y="4990004"/>
            <a:ext cx="77100" cy="439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triangl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428850" y="5809500"/>
            <a:ext cx="233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first part of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standard form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must have a number between 1 and 10, including 1 and not including 10. (1 ≤ A &lt; 10)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2677350" y="5809500"/>
            <a:ext cx="2137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 order to correctly obtain 905 000 000 000, there must be a multiplication of powers of 10 to 9.05 not 9.5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910350" y="5809500"/>
            <a:ext cx="218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Incorrectly counted the number of multiplications of 10. There are 11 multiplications of 10.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2789450" y="6675300"/>
            <a:ext cx="136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Correct: 9.05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74075" y="7236300"/>
            <a:ext cx="660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Explain why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standard form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important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64700" y="7420600"/>
            <a:ext cx="64278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lam"/>
              <a:buChar char="●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We write a number in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standard form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because it is easier, concise and more efficient to write numbers in this way.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lam"/>
              <a:buChar char="●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reduces errors. It would take too long to write huge numbers and there would be more room for error when writing a number in its ordinary form.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lam"/>
              <a:buChar char="●"/>
            </a:pP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Standard form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allows any number to be written using one standard approach i.e where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10</a:t>
            </a:r>
            <a:r>
              <a:rPr baseline="30000"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≤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10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is an integer.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lam"/>
              <a:buChar char="●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When writing in a concise form, it is easier to use in calculations.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3" name="Google Shape;22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large numbers in standard form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393086" y="3959700"/>
            <a:ext cx="2943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information.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" name="Google Shape;2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500" y="4285364"/>
            <a:ext cx="2586330" cy="1151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932" y="5480447"/>
            <a:ext cx="2559476" cy="1151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7383" y="4276025"/>
            <a:ext cx="2692016" cy="1170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77391" y="5461559"/>
            <a:ext cx="2679011" cy="118929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/>
          <p:nvPr/>
        </p:nvSpPr>
        <p:spPr>
          <a:xfrm>
            <a:off x="1766508" y="4482086"/>
            <a:ext cx="198300" cy="20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1055000" y="5752125"/>
            <a:ext cx="618300" cy="20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1989605" y="5668366"/>
            <a:ext cx="198300" cy="20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5885622" y="4941993"/>
            <a:ext cx="256800" cy="23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4809025" y="6224700"/>
            <a:ext cx="1373100" cy="23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556977" y="4268775"/>
            <a:ext cx="19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37" name="Google Shape;237;p21"/>
          <p:cNvSpPr txBox="1"/>
          <p:nvPr/>
        </p:nvSpPr>
        <p:spPr>
          <a:xfrm>
            <a:off x="548950" y="5943300"/>
            <a:ext cx="19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38" name="Google Shape;238;p21"/>
          <p:cNvSpPr txBox="1"/>
          <p:nvPr/>
        </p:nvSpPr>
        <p:spPr>
          <a:xfrm>
            <a:off x="3490677" y="4278300"/>
            <a:ext cx="19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239" name="Google Shape;239;p21"/>
          <p:cNvSpPr txBox="1"/>
          <p:nvPr/>
        </p:nvSpPr>
        <p:spPr>
          <a:xfrm>
            <a:off x="3482650" y="5952825"/>
            <a:ext cx="19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/>
          </a:p>
        </p:txBody>
      </p:sp>
      <p:sp>
        <p:nvSpPr>
          <p:cNvPr id="240" name="Google Shape;240;p21"/>
          <p:cNvSpPr txBox="1"/>
          <p:nvPr/>
        </p:nvSpPr>
        <p:spPr>
          <a:xfrm>
            <a:off x="457400" y="3694075"/>
            <a:ext cx="4782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Standard form on the calculator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1" name="Google Shape;241;p21"/>
          <p:cNvCxnSpPr/>
          <p:nvPr/>
        </p:nvCxnSpPr>
        <p:spPr>
          <a:xfrm>
            <a:off x="474757" y="356407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1"/>
          <p:cNvSpPr txBox="1"/>
          <p:nvPr/>
        </p:nvSpPr>
        <p:spPr>
          <a:xfrm>
            <a:off x="476400" y="6931500"/>
            <a:ext cx="6610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Investigate when the number becomes so big that the calculator converts it into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standard form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98650" y="7376375"/>
            <a:ext cx="6588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integer on the screen which has more than 9 digits will be converted into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standard form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76400" y="1064100"/>
            <a:ext cx="66105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as ordinary numbers.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1.39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3.93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b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4.413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139275" y="1423425"/>
            <a:ext cx="1202100" cy="12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8.02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9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5.001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1.2345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7.00004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1900577" y="1425025"/>
            <a:ext cx="116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1 800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1900577" y="1789658"/>
            <a:ext cx="116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139 000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1900577" y="2154292"/>
            <a:ext cx="116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39 300 000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5457054" y="1425025"/>
            <a:ext cx="116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8020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1900577" y="2518925"/>
            <a:ext cx="116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441 300 000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5457054" y="1764050"/>
            <a:ext cx="116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500 100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457054" y="2103075"/>
            <a:ext cx="116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12 345 000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5457054" y="2442100"/>
            <a:ext cx="116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700 004 000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57400" y="722275"/>
            <a:ext cx="4782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 Standard form to ordinary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