
<file path=[Content_Types].xml><?xml version="1.0" encoding="utf-8"?>
<Types xmlns="http://schemas.openxmlformats.org/package/2006/content-types">
  <Default Extension="rels" ContentType="application/vnd.openxmlformats-package.relationships+xml"/>
  <Default Extension="xml" ContentType="application/xml"/>
  <Default Extension="jpeg" ContentType="image/jpeg"/>
  <Default Extension="fntdata" ContentType="application/x-fontdata"/>
  <Default Extension="png" ContentType="image/png"/>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entation.xml" ContentType="application/vnd.openxmlformats-officedocument.presentationml.presentation.main+xml"/>
  <Override PartName="/ppt/presProps.xml" ContentType="application/vnd.openxmlformats-officedocument.presentationml.presProp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&#65279;<?xml version="1.0" encoding="utf-8" standalone="yes"?><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officeDocument/2006/relationships/extended-properties" Target="docProps/app.xml" /><Relationship Id="rId4" Type="http://schemas.openxmlformats.org/package/2006/relationships/metadata/thumbnail" Target="docProps/thumbnail.jpeg" /></Relationships>
</file>

<file path=ppt/presentation.xml><?xml version="1.0" encoding="utf-8"?>
<!--Generated by Aspose.Slides for .NET 24.2-->
<p:presentation xmlns:r="http://schemas.openxmlformats.org/officeDocument/2006/relationships" xmlns:a="http://schemas.openxmlformats.org/drawingml/2006/main" xmlns:p="http://schemas.openxmlformats.org/presentationml/2006/main" strictFirstAndLastChars="0" embedTrueTypeFonts="1" saveSubsetFonts="1" autoCompressPictures="0">
  <p:sldMasterIdLst>
    <p:sldMasterId id="2147483665" r:id="rId1"/>
    <p:sldMasterId id="2147483666" r:id="rId2"/>
  </p:sldMasterIdLst>
  <p:notesMasterIdLst>
    <p:notesMasterId r:id="rId3"/>
  </p:notesMasterIdLst>
  <p:sldIdLst>
    <p:sldId id="256" r:id="rId4"/>
    <p:sldId id="257" r:id="rId5"/>
    <p:sldId id="258" r:id="rId6"/>
  </p:sldIdLst>
  <p:sldSz cx="7560000" cy="10692000"/>
  <p:notesSz cx="6858000" cy="9144000"/>
  <p:embeddedFontLst>
    <p:embeddedFont>
      <p:font typeface="Lexend" panose="00000000000000000000"/>
      <p:regular r:id="rId8"/>
    </p:embeddedFont>
    <p:embeddedFont>
      <p:font typeface="Kalam" panose="02000000000000000000"/>
      <p:regular r:id="rId9"/>
    </p:embeddedFont>
    <p:embeddedFont>
      <p:font typeface="Lexend Medium" panose="00000000000000000000"/>
      <p:regular r:id="rId10"/>
    </p:embeddedFont>
    <p:embeddedFont>
      <p:font typeface="Lexend Light" panose="00000000000000000000"/>
      <p:regular r:id="rId11"/>
    </p:embeddedFont>
  </p:embeddedFontLst>
  <p:custDataLst>
    <p:tags r:id="rId7"/>
  </p:custDataLst>
  <p:defaultTextStyle>
    <a:defPPr marR="0" lvl="0" algn="l" rtl="0">
      <a:lnSpc>
        <a:spcPct val="100000"/>
      </a:lnSpc>
      <a:spcBef>
        <a:spcPct val="0"/>
      </a:spcBef>
      <a:spcAft>
        <a:spcPct val="0"/>
      </a:spcAft>
    </a:defPPr>
    <a:lvl1pPr marR="0" lvl="0"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9pPr>
  </p:defaultTextStyle>
</p:presentation>
</file>

<file path=ppt/presProps.xml><?xml version="1.0" encoding="utf-8"?>
<p:presentationPr xmlns:r="http://schemas.openxmlformats.org/officeDocument/2006/relationships" xmlns:a="http://schemas.openxmlformats.org/drawingml/2006/main" xmlns:p="http://schemas.openxmlformats.org/presentationml/2006/main">
  <p:showPr showNarration="1">
    <p:present/>
    <p:extLs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 uri="{1BD7E111-0CB8-44D6-8891-C1BB2F81B7CC}">
      <p1710:readonlyRecommended xmlns:p1710="http://schemas.microsoft.com/office/powerpoint/2017/10/main" val="0"/>
    </p:ext>
  </p:extLst>
</p:presentationPr>
</file>

<file path=ppt/tableStyles.xml><?xml version="1.0" encoding="utf-8"?>
<a:tblStyleLst xmlns:r="http://schemas.openxmlformats.org/officeDocument/2006/relationships"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horzBarState="maximized">
    <p:restoredLeft sz="16000"/>
    <p:restoredTop sz="0"/>
  </p:normalViewPr>
  <p:slideViewPr>
    <p:cSldViewPr>
      <p:cViewPr>
        <p:scale>
          <a:sx n="73" d="100"/>
          <a:sy n="73" d="100"/>
        </p:scale>
        <p:origin x="0" y="0"/>
      </p:cViewPr>
    </p:cSldViewPr>
  </p:slideViewPr>
  <p:notesViewPr>
    <p:cSldViewPr>
      <p:cViewPr>
        <p:scale>
          <a:sx n="1" d="100"/>
          <a:sy n="1" d="100"/>
        </p:scale>
        <p:origin x="0" y="0"/>
      </p:cViewPr>
    </p:cSldViewPr>
  </p:notesViewPr>
</p:viewPr>
</file>

<file path=ppt/_rels/presentation.xml.rels>&#65279;<?xml version="1.0" encoding="utf-8" standalone="yes"?><Relationships xmlns="http://schemas.openxmlformats.org/package/2006/relationships"><Relationship Id="rId1" Type="http://schemas.openxmlformats.org/officeDocument/2006/relationships/slideMaster" Target="slideMasters/slideMaster1.xml" /><Relationship Id="rId10" Type="http://schemas.openxmlformats.org/officeDocument/2006/relationships/font" Target="fonts/font3.fntdata" /><Relationship Id="rId11" Type="http://schemas.openxmlformats.org/officeDocument/2006/relationships/font" Target="fonts/font4.fntdata" /><Relationship Id="rId12" Type="http://schemas.openxmlformats.org/officeDocument/2006/relationships/presProps" Target="presProps.xml" /><Relationship Id="rId13" Type="http://schemas.openxmlformats.org/officeDocument/2006/relationships/viewProps" Target="viewProps.xml" /><Relationship Id="rId14" Type="http://schemas.openxmlformats.org/officeDocument/2006/relationships/theme" Target="theme/theme1.xml" /><Relationship Id="rId15" Type="http://schemas.openxmlformats.org/officeDocument/2006/relationships/tableStyles" Target="tableStyles.xml" /><Relationship Id="rId2" Type="http://schemas.openxmlformats.org/officeDocument/2006/relationships/slideMaster" Target="slideMasters/slideMaster2.xml" /><Relationship Id="rId3" Type="http://schemas.openxmlformats.org/officeDocument/2006/relationships/notesMaster" Target="notesMasters/notesMaster1.xml" /><Relationship Id="rId4" Type="http://schemas.openxmlformats.org/officeDocument/2006/relationships/slide" Target="slides/slide1.xml" /><Relationship Id="rId5" Type="http://schemas.openxmlformats.org/officeDocument/2006/relationships/slide" Target="slides/slide2.xml" /><Relationship Id="rId6" Type="http://schemas.openxmlformats.org/officeDocument/2006/relationships/slide" Target="slides/slide3.xml" /><Relationship Id="rId7" Type="http://schemas.openxmlformats.org/officeDocument/2006/relationships/tags" Target="tags/tag1.xml" /><Relationship Id="rId8" Type="http://schemas.openxmlformats.org/officeDocument/2006/relationships/font" Target="fonts/font1.fntdata" /><Relationship Id="rId9" Type="http://schemas.openxmlformats.org/officeDocument/2006/relationships/font" Target="fonts/font2.fntdata" /></Relationships>
</file>

<file path=ppt/notesMasters/_rels/notesMaster1.xml.rels>&#65279;<?xml version="1.0" encoding="utf-8" standalone="yes"?><Relationships xmlns="http://schemas.openxmlformats.org/package/2006/relationships"><Relationship Id="rId1" Type="http://schemas.openxmlformats.org/officeDocument/2006/relationships/theme" Target="../theme/theme3.xml" /></Relationships>
</file>

<file path=ppt/notesMasters/notesMaster1.xml><?xml version="1.0" encoding="utf-8"?>
<p:notesMaster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2" name="Shape 2"/>
        <p:cNvGrpSpPr/>
        <p:nvPr/>
      </p:nvGrpSpPr>
      <p:grpSpPr>
        <a:xfrm>
          <a:off x="0" y="0"/>
          <a:ext cx="0" cy="0"/>
        </a:xfrm>
      </p:grpSpPr>
      <p:sp>
        <p:nvSpPr>
          <p:cNvPr id="3" name="Google Shape;3;n"/>
          <p:cNvSpPr/>
          <p:nvPr>
            <p:ph type="sldImg" idx="2"/>
          </p:nvPr>
        </p:nvSpPr>
        <p:spPr>
          <a:xfrm>
            <a:off x="2217050" y="685800"/>
            <a:ext cx="2424600" cy="3429000"/>
          </a:xfrm>
          <a:custGeom>
            <a:rect l="l" t="t" r="r" b="b"/>
            <a:pathLst>
              <a:path w="119999" h="119999"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ct val="0"/>
              </a:spcBef>
              <a:spcAft>
                <a:spcPct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ct val="0"/>
              </a:spcBef>
              <a:spcAft>
                <a:spcPct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ct val="0"/>
              </a:spcBef>
              <a:spcAft>
                <a:spcPct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ct val="0"/>
              </a:spcBef>
              <a:spcAft>
                <a:spcPct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ct val="0"/>
              </a:spcBef>
              <a:spcAft>
                <a:spcPct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ct val="0"/>
              </a:spcBef>
              <a:spcAft>
                <a:spcPct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ct val="0"/>
              </a:spcBef>
              <a:spcAft>
                <a:spcPct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ct val="0"/>
              </a:spcBef>
              <a:spcAft>
                <a:spcPct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ct val="0"/>
              </a:spcBef>
              <a:spcAft>
                <a:spcPct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p:txBody>
      </p:sp>
    </p:spTree>
  </p:cSld>
  <p:clrMap bg1="lt1" tx1="dk1" bg2="dk2" tx2="lt2" accent1="accent1" accent2="accent2" accent3="accent3" accent4="accent4" accent5="accent5" accent6="accent6" hlink="hlink" folHlink="folHlink"/>
  <p:notesStyle>
    <a:defPPr marR="0" lvl="0" algn="l" rtl="0">
      <a:lnSpc>
        <a:spcPct val="100000"/>
      </a:lnSpc>
      <a:spcBef>
        <a:spcPct val="0"/>
      </a:spcBef>
      <a:spcAft>
        <a:spcPct val="0"/>
      </a:spcAft>
    </a:defPPr>
    <a:lvl1pPr marR="0" lvl="0"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&#65279;<?xml version="1.0" encoding="utf-8" standalone="yes"?><Relationships xmlns="http://schemas.openxmlformats.org/package/2006/relationships"><Relationship Id="rId1" Type="http://schemas.openxmlformats.org/officeDocument/2006/relationships/slide" Target="../slides/slide1.xml" /><Relationship Id="rId2" Type="http://schemas.openxmlformats.org/officeDocument/2006/relationships/notesMaster" Target="../notesMasters/notesMaster1.xml" /></Relationships>
</file>

<file path=ppt/notesSlides/_rels/notesSlide2.xml.rels>&#65279;<?xml version="1.0" encoding="utf-8" standalone="yes"?><Relationships xmlns="http://schemas.openxmlformats.org/package/2006/relationships"><Relationship Id="rId1" Type="http://schemas.openxmlformats.org/officeDocument/2006/relationships/slide" Target="../slides/slide2.xml" /><Relationship Id="rId2" Type="http://schemas.openxmlformats.org/officeDocument/2006/relationships/notesMaster" Target="../notesMasters/notesMaster1.xml" /></Relationships>
</file>

<file path=ppt/notesSlides/_rels/notesSlide3.xml.rels>&#65279;<?xml version="1.0" encoding="utf-8" standalone="yes"?><Relationships xmlns="http://schemas.openxmlformats.org/package/2006/relationships"><Relationship Id="rId1" Type="http://schemas.openxmlformats.org/officeDocument/2006/relationships/slide" Target="../slides/slide3.xml" /><Relationship Id="rId2"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showMasterSp="0" showMasterPhAnim="0">
  <p:cSld name="">
    <p:spTree>
      <p:nvGrpSpPr>
        <p:cNvPr id="155" name="Shape 155"/>
        <p:cNvGrpSpPr/>
        <p:nvPr/>
      </p:nvGrpSpPr>
      <p:grpSpPr>
        <a:xfrm>
          <a:off x="0" y="0"/>
          <a:ext cx="0" cy="0"/>
        </a:xfrm>
      </p:grpSpPr>
      <p:sp>
        <p:nvSpPr>
          <p:cNvPr id="156" name="Google Shape;156;g27996905f60_0_125:notes"/>
          <p:cNvSpPr/>
          <p:nvPr>
            <p:ph type="sldImg" idx="2"/>
          </p:nvPr>
        </p:nvSpPr>
        <p:spPr>
          <a:xfrm>
            <a:off x="2217050" y="685800"/>
            <a:ext cx="2424600" cy="3429000"/>
          </a:xfrm>
          <a:custGeom>
            <a:rect l="l" t="t" r="r" b="b"/>
            <a:pathLst>
              <a:path w="119999" h="119999" extrusionOk="0">
                <a:moveTo>
                  <a:pt x="0" y="0"/>
                </a:moveTo>
                <a:lnTo>
                  <a:pt x="120000" y="0"/>
                </a:lnTo>
                <a:lnTo>
                  <a:pt x="120000" y="120000"/>
                </a:lnTo>
                <a:lnTo>
                  <a:pt x="0" y="120000"/>
                </a:lnTo>
                <a:close/>
              </a:path>
            </a:pathLst>
          </a:custGeom>
        </p:spPr>
      </p:sp>
      <p:sp>
        <p:nvSpPr>
          <p:cNvPr id="157" name="Google Shape;157;g27996905f60_0_125: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ct val="0"/>
              </a:spcBef>
              <a:spcAft>
                <a:spcPct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showMasterSp="0" showMasterPhAnim="0">
  <p:cSld name="">
    <p:spTree>
      <p:nvGrpSpPr>
        <p:cNvPr id="183" name="Shape 183"/>
        <p:cNvGrpSpPr/>
        <p:nvPr/>
      </p:nvGrpSpPr>
      <p:grpSpPr>
        <a:xfrm>
          <a:off x="0" y="0"/>
          <a:ext cx="0" cy="0"/>
        </a:xfrm>
      </p:grpSpPr>
      <p:sp>
        <p:nvSpPr>
          <p:cNvPr id="184" name="Google Shape;184;g2b9275464f0_0_0:notes"/>
          <p:cNvSpPr/>
          <p:nvPr>
            <p:ph type="sldImg" idx="2"/>
          </p:nvPr>
        </p:nvSpPr>
        <p:spPr>
          <a:xfrm>
            <a:off x="2217050" y="685800"/>
            <a:ext cx="2424600" cy="3429000"/>
          </a:xfrm>
          <a:custGeom>
            <a:rect l="l" t="t" r="r" b="b"/>
            <a:pathLst>
              <a:path w="119999" h="119999" extrusionOk="0">
                <a:moveTo>
                  <a:pt x="0" y="0"/>
                </a:moveTo>
                <a:lnTo>
                  <a:pt x="120000" y="0"/>
                </a:lnTo>
                <a:lnTo>
                  <a:pt x="120000" y="120000"/>
                </a:lnTo>
                <a:lnTo>
                  <a:pt x="0" y="120000"/>
                </a:lnTo>
                <a:close/>
              </a:path>
            </a:pathLst>
          </a:custGeom>
        </p:spPr>
      </p:sp>
      <p:sp>
        <p:nvSpPr>
          <p:cNvPr id="185" name="Google Shape;185;g2b9275464f0_0_0: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ct val="0"/>
              </a:spcBef>
              <a:spcAft>
                <a:spcPct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showMasterSp="0" showMasterPhAnim="0">
  <p:cSld name="">
    <p:spTree>
      <p:nvGrpSpPr>
        <p:cNvPr id="265" name="Shape 265"/>
        <p:cNvGrpSpPr/>
        <p:nvPr/>
      </p:nvGrpSpPr>
      <p:grpSpPr>
        <a:xfrm>
          <a:off x="0" y="0"/>
          <a:ext cx="0" cy="0"/>
        </a:xfrm>
      </p:grpSpPr>
      <p:sp>
        <p:nvSpPr>
          <p:cNvPr id="266" name="Google Shape;266;g27996905f60_0_130:notes"/>
          <p:cNvSpPr/>
          <p:nvPr>
            <p:ph type="sldImg" idx="2"/>
          </p:nvPr>
        </p:nvSpPr>
        <p:spPr>
          <a:xfrm>
            <a:off x="2217050" y="685800"/>
            <a:ext cx="2424600" cy="3429000"/>
          </a:xfrm>
          <a:custGeom>
            <a:rect l="l" t="t" r="r" b="b"/>
            <a:pathLst>
              <a:path w="119999" h="119999" extrusionOk="0">
                <a:moveTo>
                  <a:pt x="0" y="0"/>
                </a:moveTo>
                <a:lnTo>
                  <a:pt x="120000" y="0"/>
                </a:lnTo>
                <a:lnTo>
                  <a:pt x="120000" y="120000"/>
                </a:lnTo>
                <a:lnTo>
                  <a:pt x="0" y="120000"/>
                </a:lnTo>
                <a:close/>
              </a:path>
            </a:pathLst>
          </a:custGeom>
        </p:spPr>
      </p:sp>
      <p:sp>
        <p:nvSpPr>
          <p:cNvPr id="267" name="Google Shape;267;g27996905f60_0_130: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ct val="0"/>
              </a:spcBef>
              <a:spcAft>
                <a:spcPct val="0"/>
              </a:spcAft>
              <a:buNone/>
            </a:pPr>
            <a:endParaRPr/>
          </a:p>
        </p:txBody>
      </p:sp>
    </p:spTree>
  </p:cSld>
  <p:clrMapOvr>
    <a:masterClrMapping/>
  </p:clrMapOvr>
</p:notes>
</file>

<file path=ppt/slideLayouts/_rels/slideLayout1.xml.rels>&#65279;<?xml version="1.0" encoding="utf-8" standalone="yes"?><Relationships xmlns="http://schemas.openxmlformats.org/package/2006/relationships"><Relationship Id="rId1" Type="http://schemas.openxmlformats.org/officeDocument/2006/relationships/image" Target="../media/image1.png" /><Relationship Id="rId2" Type="http://schemas.openxmlformats.org/officeDocument/2006/relationships/image" Target="../media/image2.png" /><Relationship Id="rId3" Type="http://schemas.openxmlformats.org/officeDocument/2006/relationships/slideMaster" Target="../slideMasters/slideMaster1.xml" /></Relationships>
</file>

<file path=ppt/slideLayouts/_rels/slideLayout2.xml.rels>&#65279;<?xml version="1.0" encoding="utf-8" standalone="yes"?><Relationships xmlns="http://schemas.openxmlformats.org/package/2006/relationships"><Relationship Id="rId1" Type="http://schemas.openxmlformats.org/officeDocument/2006/relationships/image" Target="../media/image1.png" /><Relationship Id="rId2" Type="http://schemas.openxmlformats.org/officeDocument/2006/relationships/image" Target="../media/image2.png" /><Relationship Id="rId3" Type="http://schemas.openxmlformats.org/officeDocument/2006/relationships/slideMaster" Target="../slideMasters/slideMaster1.xml" /></Relationships>
</file>

<file path=ppt/slideLayouts/_rels/slideLayout3.xml.rels>&#65279;<?xml version="1.0" encoding="utf-8" standalone="yes"?><Relationships xmlns="http://schemas.openxmlformats.org/package/2006/relationships"><Relationship Id="rId1" Type="http://schemas.openxmlformats.org/officeDocument/2006/relationships/image" Target="../media/image1.png" /><Relationship Id="rId2" Type="http://schemas.openxmlformats.org/officeDocument/2006/relationships/slideMaster" Target="../slideMasters/slideMaster1.xml" /></Relationships>
</file>

<file path=ppt/slideLayouts/_rels/slideLayout4.xml.rels>&#65279;<?xml version="1.0" encoding="utf-8" standalone="yes"?><Relationships xmlns="http://schemas.openxmlformats.org/package/2006/relationships"><Relationship Id="rId1" Type="http://schemas.openxmlformats.org/officeDocument/2006/relationships/image" Target="../media/image1.png" /><Relationship Id="rId2" Type="http://schemas.openxmlformats.org/officeDocument/2006/relationships/slideMaster" Target="../slideMasters/slideMaster1.xml" /></Relationships>
</file>

<file path=ppt/slideLayouts/_rels/slideLayout5.xml.rels>&#65279;<?xml version="1.0" encoding="utf-8" standalone="yes"?><Relationships xmlns="http://schemas.openxmlformats.org/package/2006/relationships"><Relationship Id="rId1" Type="http://schemas.openxmlformats.org/officeDocument/2006/relationships/image" Target="../media/image1.png" /><Relationship Id="rId2" Type="http://schemas.openxmlformats.org/officeDocument/2006/relationships/slideMaster" Target="../slideMasters/slideMaster1.xml" /></Relationships>
</file>

<file path=ppt/slideLayouts/_rels/slideLayout6.xml.rels>&#65279;<?xml version="1.0" encoding="utf-8" standalone="yes"?><Relationships xmlns="http://schemas.openxmlformats.org/package/2006/relationships"><Relationship Id="rId1" Type="http://schemas.openxmlformats.org/officeDocument/2006/relationships/image" Target="../media/image1.png" /><Relationship Id="rId2" Type="http://schemas.openxmlformats.org/officeDocument/2006/relationships/slideMaster" Target="../slideMasters/slideMaster1.xml" /></Relationships>
</file>

<file path=ppt/slideLayouts/_rels/slideLayout7.xml.rels>&#65279;<?xml version="1.0" encoding="utf-8" standalone="yes"?><Relationships xmlns="http://schemas.openxmlformats.org/package/2006/relationships"><Relationship Id="rId1" Type="http://schemas.openxmlformats.org/officeDocument/2006/relationships/image" Target="../media/image1.png" /><Relationship Id="rId2" Type="http://schemas.openxmlformats.org/officeDocument/2006/relationships/slideMaster" Target="../slideMasters/slideMaster1.xml" /></Relationships>
</file>

<file path=ppt/slideLayouts/_rels/slideLayout8.xml.rels>&#65279;<?xml version="1.0" encoding="utf-8" standalone="yes"?><Relationships xmlns="http://schemas.openxmlformats.org/package/2006/relationships"><Relationship Id="rId1" Type="http://schemas.openxmlformats.org/officeDocument/2006/relationships/image" Target="../media/image1.png" /><Relationship Id="rId2" Type="http://schemas.openxmlformats.org/officeDocument/2006/relationships/image" Target="../media/image3.png" /><Relationship Id="rId3" Type="http://schemas.openxmlformats.org/officeDocument/2006/relationships/image" Target="../media/image4.png" /><Relationship Id="rId4" Type="http://schemas.openxmlformats.org/officeDocument/2006/relationships/slideMaster" Target="../slideMasters/slideMaster2.xml" /></Relationships>
</file>

<file path=ppt/slideLayouts/_rels/slideLayout9.xml.rels>&#65279;<?xml version="1.0" encoding="utf-8" standalone="yes"?><Relationships xmlns="http://schemas.openxmlformats.org/package/2006/relationships"><Relationship Id="rId1" Type="http://schemas.openxmlformats.org/officeDocument/2006/relationships/image" Target="../media/image1.png" /><Relationship Id="rId2" Type="http://schemas.openxmlformats.org/officeDocument/2006/relationships/image" Target="../media/image4.png" /><Relationship Id="rId3" Type="http://schemas.openxmlformats.org/officeDocument/2006/relationships/image" Target="../media/image3.png" /><Relationship Id="rId4" Type="http://schemas.openxmlformats.org/officeDocument/2006/relationships/slideMaster" Target="../slideMasters/slideMaster2.xml" /></Relationships>
</file>

<file path=ppt/slideLayouts/_rels/slideLayout10.xml.rels>&#65279;<?xml version="1.0" encoding="utf-8" standalone="yes"?><Relationships xmlns="http://schemas.openxmlformats.org/package/2006/relationships"><Relationship Id="rId1" Type="http://schemas.openxmlformats.org/officeDocument/2006/relationships/image" Target="../media/image1.png" /><Relationship Id="rId2" Type="http://schemas.openxmlformats.org/officeDocument/2006/relationships/slideMaster" Target="../slideMasters/slideMaster2.xml" /></Relationships>
</file>

<file path=ppt/slideLayouts/_rels/slideLayout11.xml.rels>&#65279;<?xml version="1.0" encoding="utf-8" standalone="yes"?><Relationships xmlns="http://schemas.openxmlformats.org/package/2006/relationships"><Relationship Id="rId1" Type="http://schemas.openxmlformats.org/officeDocument/2006/relationships/image" Target="../media/image1.png" /><Relationship Id="rId2" Type="http://schemas.openxmlformats.org/officeDocument/2006/relationships/hyperlink" Target="https://www.nationalarchives.gov.uk/doc/open-government-licence/version/3/" TargetMode="External" /><Relationship Id="rId3" Type="http://schemas.openxmlformats.org/officeDocument/2006/relationships/hyperlink" Target="https://www.thenational.academy/legal/terms-and-conditions" TargetMode="External" /><Relationship Id="rId4" Type="http://schemas.openxmlformats.org/officeDocument/2006/relationships/slideMaster" Target="../slideMasters/slideMaster2.xml" /></Relationships>
</file>

<file path=ppt/slideLayouts/_rels/slideLayout12.xml.rels>&#65279;<?xml version="1.0" encoding="utf-8" standalone="yes"?><Relationships xmlns="http://schemas.openxmlformats.org/package/2006/relationships"><Relationship Id="rId1" Type="http://schemas.openxmlformats.org/officeDocument/2006/relationships/image" Target="../media/image1.png" /><Relationship Id="rId2" Type="http://schemas.openxmlformats.org/officeDocument/2006/relationships/image" Target="../media/image4.png" /><Relationship Id="rId3" Type="http://schemas.openxmlformats.org/officeDocument/2006/relationships/image" Target="../media/image3.png" /><Relationship Id="rId4" Type="http://schemas.openxmlformats.org/officeDocument/2006/relationships/hyperlink" Target="https://www.nationalarchives.gov.uk/doc/open-government-licence/version/3/" TargetMode="External" /><Relationship Id="rId5" Type="http://schemas.openxmlformats.org/officeDocument/2006/relationships/hyperlink" Target="https://www.thenational.academy/legal/terms-and-conditions" TargetMode="External" /><Relationship Id="rId6" Type="http://schemas.openxmlformats.org/officeDocument/2006/relationships/slideMaster" Target="../slideMasters/slideMaster2.xml" /></Relationships>
</file>

<file path=ppt/slideLayouts/_rels/slideLayout13.xml.rels>&#65279;<?xml version="1.0" encoding="utf-8" standalone="yes"?><Relationships xmlns="http://schemas.openxmlformats.org/package/2006/relationships"><Relationship Id="rId1" Type="http://schemas.openxmlformats.org/officeDocument/2006/relationships/image" Target="../media/image1.png" /><Relationship Id="rId2" Type="http://schemas.openxmlformats.org/officeDocument/2006/relationships/image" Target="../media/image4.png" /><Relationship Id="rId3" Type="http://schemas.openxmlformats.org/officeDocument/2006/relationships/image" Target="../media/image3.png" /><Relationship Id="rId4" Type="http://schemas.openxmlformats.org/officeDocument/2006/relationships/hyperlink" Target="https://www.nationalarchives.gov.uk/doc/open-government-licence/version/3/" TargetMode="External" /><Relationship Id="rId5" Type="http://schemas.openxmlformats.org/officeDocument/2006/relationships/hyperlink" Target="https://www.thenational.academy/legal/terms-and-conditions" TargetMode="External" /><Relationship Id="rId6" Type="http://schemas.openxmlformats.org/officeDocument/2006/relationships/slideMaster" Target="../slideMasters/slideMaster2.xml" /></Relationships>
</file>

<file path=ppt/slideLayouts/_rels/slideLayout14.xml.rels>&#65279;<?xml version="1.0" encoding="utf-8" standalone="yes"?><Relationships xmlns="http://schemas.openxmlformats.org/package/2006/relationships"><Relationship Id="rId1" Type="http://schemas.openxmlformats.org/officeDocument/2006/relationships/image" Target="../media/image1.png" /><Relationship Id="rId2" Type="http://schemas.openxmlformats.org/officeDocument/2006/relationships/image" Target="../media/image4.png" /><Relationship Id="rId3" Type="http://schemas.openxmlformats.org/officeDocument/2006/relationships/image" Target="../media/image3.png" /><Relationship Id="rId4" Type="http://schemas.openxmlformats.org/officeDocument/2006/relationships/slideMaster" Target="../slideMasters/slideMaster2.xml" /></Relationships>
</file>

<file path=ppt/slideLayouts/_rels/slideLayout15.xml.rels>&#65279;<?xml version="1.0" encoding="utf-8" standalone="yes"?><Relationships xmlns="http://schemas.openxmlformats.org/package/2006/relationships"><Relationship Id="rId1" Type="http://schemas.openxmlformats.org/officeDocument/2006/relationships/image" Target="../media/image1.png" /><Relationship Id="rId2" Type="http://schemas.openxmlformats.org/officeDocument/2006/relationships/slideMaster" Target="../slideMasters/slideMaster2.xml" /></Relationships>
</file>

<file path=ppt/slideLayouts/_rels/slideLayout16.xml.rels>&#65279;<?xml version="1.0" encoding="utf-8" standalone="yes"?><Relationships xmlns="http://schemas.openxmlformats.org/package/2006/relationships"><Relationship Id="rId1" Type="http://schemas.openxmlformats.org/officeDocument/2006/relationships/image" Target="../media/image1.png" /><Relationship Id="rId2" Type="http://schemas.openxmlformats.org/officeDocument/2006/relationships/hyperlink" Target="https://www.nationalarchives.gov.uk/doc/open-government-licence/version/3/" TargetMode="External" /><Relationship Id="rId3" Type="http://schemas.openxmlformats.org/officeDocument/2006/relationships/hyperlink" Target="https://www.thenational.academy/legal/terms-and-conditions" TargetMode="External" /><Relationship Id="rId4" Type="http://schemas.openxmlformats.org/officeDocument/2006/relationships/slideMaster" Target="../slideMasters/slideMaster2.xml" /></Relationships>
</file>

<file path=ppt/slideLayouts/_rels/slideLayout17.xml.rels>&#65279;<?xml version="1.0" encoding="utf-8" standalone="yes"?><Relationships xmlns="http://schemas.openxmlformats.org/package/2006/relationships"><Relationship Id="rId1" Type="http://schemas.openxmlformats.org/officeDocument/2006/relationships/image" Target="../media/image1.png" /><Relationship Id="rId2" Type="http://schemas.openxmlformats.org/officeDocument/2006/relationships/image" Target="../media/image4.png" /><Relationship Id="rId3" Type="http://schemas.openxmlformats.org/officeDocument/2006/relationships/image" Target="../media/image3.png" /><Relationship Id="rId4" Type="http://schemas.openxmlformats.org/officeDocument/2006/relationships/hyperlink" Target="https://www.nationalarchives.gov.uk/doc/open-government-licence/version/3/" TargetMode="External" /><Relationship Id="rId5" Type="http://schemas.openxmlformats.org/officeDocument/2006/relationships/hyperlink" Target="https://www.thenational.academy/legal/terms-and-conditions" TargetMode="External" /><Relationship Id="rId6" Type="http://schemas.openxmlformats.org/officeDocument/2006/relationships/slideMaster" Target="../slideMasters/slideMaster2.xml" /></Relationships>
</file>

<file path=ppt/slideLayouts/slideLayout1.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SEC FRONT COL 1">
  <p:cSld name="SECTION_HEADER_1_1_1_1_1_1_1_1_1">
    <p:spTree>
      <p:nvGrpSpPr>
        <p:cNvPr id="9" name="Shape 9"/>
        <p:cNvGrpSpPr/>
        <p:nvPr/>
      </p:nvGrpSpPr>
      <p:grpSpPr>
        <a:xfrm>
          <a:off x="0" y="0"/>
          <a:ext cx="0" cy="0"/>
        </a:xfrm>
      </p:grpSpPr>
      <p:sp>
        <p:nvSpPr>
          <p:cNvPr id="10" name="Google Shape;10;p2"/>
          <p:cNvSpPr txBox="1"/>
          <p:nvPr>
            <p:ph type="title"/>
          </p:nvPr>
        </p:nvSpPr>
        <p:spPr>
          <a:xfrm>
            <a:off x="468000" y="266700"/>
            <a:ext cx="6624000" cy="432000"/>
          </a:xfrm>
          <a:prstGeom prst="rect">
            <a:avLst/>
          </a:prstGeom>
        </p:spPr>
        <p:txBody>
          <a:bodyPr spcFirstLastPara="1" wrap="square" lIns="0" tIns="91425" rIns="91425" bIns="91425" anchor="t" anchorCtr="0">
            <a:normAutofit/>
          </a:bodyPr>
          <a:lstStyle>
            <a:lvl1pPr lvl="0" rtl="0">
              <a:spcBef>
                <a:spcPct val="0"/>
              </a:spcBef>
              <a:spcAft>
                <a:spcPct val="0"/>
              </a:spcAft>
              <a:buSzPts val="1800"/>
              <a:buFont typeface="Lexend"/>
              <a:buNone/>
              <a:defRPr sz="1800" b="1">
                <a:latin typeface="Lexend"/>
                <a:ea typeface="Lexend"/>
                <a:cs typeface="Lexend"/>
                <a:sym typeface="Lexend"/>
              </a:defRPr>
            </a:lvl1pPr>
            <a:lvl2pPr lvl="1" rtl="0">
              <a:spcBef>
                <a:spcPct val="0"/>
              </a:spcBef>
              <a:spcAft>
                <a:spcPct val="0"/>
              </a:spcAft>
              <a:buSzPts val="2800"/>
              <a:buNone/>
              <a:defRPr/>
            </a:lvl2pPr>
            <a:lvl3pPr lvl="2" rtl="0">
              <a:spcBef>
                <a:spcPct val="0"/>
              </a:spcBef>
              <a:spcAft>
                <a:spcPct val="0"/>
              </a:spcAft>
              <a:buSzPts val="2800"/>
              <a:buNone/>
              <a:defRPr/>
            </a:lvl3pPr>
            <a:lvl4pPr lvl="3" rtl="0">
              <a:spcBef>
                <a:spcPct val="0"/>
              </a:spcBef>
              <a:spcAft>
                <a:spcPct val="0"/>
              </a:spcAft>
              <a:buSzPts val="2800"/>
              <a:buNone/>
              <a:defRPr/>
            </a:lvl4pPr>
            <a:lvl5pPr lvl="4" rtl="0">
              <a:spcBef>
                <a:spcPct val="0"/>
              </a:spcBef>
              <a:spcAft>
                <a:spcPct val="0"/>
              </a:spcAft>
              <a:buSzPts val="2800"/>
              <a:buNone/>
              <a:defRPr/>
            </a:lvl5pPr>
            <a:lvl6pPr lvl="5" rtl="0">
              <a:spcBef>
                <a:spcPct val="0"/>
              </a:spcBef>
              <a:spcAft>
                <a:spcPct val="0"/>
              </a:spcAft>
              <a:buSzPts val="2800"/>
              <a:buNone/>
              <a:defRPr/>
            </a:lvl6pPr>
            <a:lvl7pPr lvl="6" rtl="0">
              <a:spcBef>
                <a:spcPct val="0"/>
              </a:spcBef>
              <a:spcAft>
                <a:spcPct val="0"/>
              </a:spcAft>
              <a:buSzPts val="2800"/>
              <a:buNone/>
              <a:defRPr/>
            </a:lvl7pPr>
            <a:lvl8pPr lvl="7" rtl="0">
              <a:spcBef>
                <a:spcPct val="0"/>
              </a:spcBef>
              <a:spcAft>
                <a:spcPct val="0"/>
              </a:spcAft>
              <a:buSzPts val="2800"/>
              <a:buNone/>
              <a:defRPr/>
            </a:lvl8pPr>
            <a:lvl9pPr lvl="8" rtl="0">
              <a:spcBef>
                <a:spcPct val="0"/>
              </a:spcBef>
              <a:spcAft>
                <a:spcPct val="0"/>
              </a:spcAft>
              <a:buSzPts val="2800"/>
              <a:buNone/>
              <a:defRPr/>
            </a:lvl9pPr>
          </a:lstStyle>
          <a:p/>
        </p:txBody>
      </p:sp>
      <p:sp>
        <p:nvSpPr>
          <p:cNvPr id="11" name="Google Shape;11;p2"/>
          <p:cNvSpPr txBox="1"/>
          <p:nvPr>
            <p:ph type="subTitle" idx="1"/>
          </p:nvPr>
        </p:nvSpPr>
        <p:spPr>
          <a:xfrm>
            <a:off x="468000" y="9981175"/>
            <a:ext cx="5898900" cy="360000"/>
          </a:xfrm>
          <a:prstGeom prst="rect">
            <a:avLst/>
          </a:prstGeom>
        </p:spPr>
        <p:txBody>
          <a:bodyPr spcFirstLastPara="1" wrap="square" lIns="0" tIns="0" rIns="0" bIns="0" anchor="ctr" anchorCtr="0">
            <a:normAutofit/>
          </a:bodyPr>
          <a:lstStyle>
            <a:lvl1pPr lvl="0" rtl="0">
              <a:spcBef>
                <a:spcPct val="0"/>
              </a:spcBef>
              <a:spcAft>
                <a:spcPct val="0"/>
              </a:spcAft>
              <a:buSzPts val="900"/>
              <a:buFont typeface="Lexend"/>
              <a:buNone/>
              <a:defRPr sz="900">
                <a:latin typeface="Lexend"/>
                <a:ea typeface="Lexend"/>
                <a:cs typeface="Lexend"/>
                <a:sym typeface="Lexend"/>
              </a:defRPr>
            </a:lvl1pPr>
            <a:lvl2pPr lvl="1" rtl="0">
              <a:spcBef>
                <a:spcPct val="0"/>
              </a:spcBef>
              <a:spcAft>
                <a:spcPct val="0"/>
              </a:spcAft>
              <a:buSzPts val="1400"/>
              <a:buNone/>
              <a:defRPr/>
            </a:lvl2pPr>
            <a:lvl3pPr lvl="2" rtl="0">
              <a:spcBef>
                <a:spcPct val="0"/>
              </a:spcBef>
              <a:spcAft>
                <a:spcPct val="0"/>
              </a:spcAft>
              <a:buSzPts val="1400"/>
              <a:buNone/>
              <a:defRPr/>
            </a:lvl3pPr>
            <a:lvl4pPr lvl="3" rtl="0">
              <a:spcBef>
                <a:spcPct val="0"/>
              </a:spcBef>
              <a:spcAft>
                <a:spcPct val="0"/>
              </a:spcAft>
              <a:buSzPts val="1400"/>
              <a:buNone/>
              <a:defRPr/>
            </a:lvl4pPr>
            <a:lvl5pPr lvl="4" rtl="0">
              <a:spcBef>
                <a:spcPct val="0"/>
              </a:spcBef>
              <a:spcAft>
                <a:spcPct val="0"/>
              </a:spcAft>
              <a:buSzPts val="1400"/>
              <a:buNone/>
              <a:defRPr/>
            </a:lvl5pPr>
            <a:lvl6pPr lvl="5" rtl="0">
              <a:spcBef>
                <a:spcPct val="0"/>
              </a:spcBef>
              <a:spcAft>
                <a:spcPct val="0"/>
              </a:spcAft>
              <a:buSzPts val="1400"/>
              <a:buNone/>
              <a:defRPr/>
            </a:lvl6pPr>
            <a:lvl7pPr lvl="6" rtl="0">
              <a:spcBef>
                <a:spcPct val="0"/>
              </a:spcBef>
              <a:spcAft>
                <a:spcPct val="0"/>
              </a:spcAft>
              <a:buSzPts val="1400"/>
              <a:buNone/>
              <a:defRPr/>
            </a:lvl7pPr>
            <a:lvl8pPr lvl="7" rtl="0">
              <a:spcBef>
                <a:spcPct val="0"/>
              </a:spcBef>
              <a:spcAft>
                <a:spcPct val="0"/>
              </a:spcAft>
              <a:buSzPts val="1400"/>
              <a:buNone/>
              <a:defRPr/>
            </a:lvl8pPr>
            <a:lvl9pPr lvl="8" rtl="0">
              <a:spcBef>
                <a:spcPct val="0"/>
              </a:spcBef>
              <a:spcAft>
                <a:spcPct val="0"/>
              </a:spcAft>
              <a:buSzPts val="1400"/>
              <a:buNone/>
              <a:defRPr/>
            </a:lvl9pPr>
          </a:lstStyle>
          <a:p/>
        </p:txBody>
      </p:sp>
      <p:pic>
        <p:nvPicPr>
          <p:cNvPr id="12" name="Google Shape;12;p2"/>
          <p:cNvPicPr preferRelativeResize="0"/>
          <p:nvPr/>
        </p:nvPicPr>
        <p:blipFill>
          <a:blip r:embed="rId1">
            <a:alphaModFix/>
          </a:blip>
          <a:stretch>
            <a:fillRect/>
          </a:stretch>
        </p:blipFill>
        <p:spPr>
          <a:xfrm>
            <a:off x="6886512" y="10041210"/>
            <a:ext cx="181075" cy="246288"/>
          </a:xfrm>
          <a:prstGeom prst="rect">
            <a:avLst/>
          </a:prstGeom>
          <a:noFill/>
          <a:ln>
            <a:noFill/>
          </a:ln>
        </p:spPr>
      </p:pic>
      <p:pic>
        <p:nvPicPr>
          <p:cNvPr id="13" name="Google Shape;13;p2"/>
          <p:cNvPicPr preferRelativeResize="0"/>
          <p:nvPr/>
        </p:nvPicPr>
        <p:blipFill>
          <a:blip r:embed="rId2">
            <a:alphaModFix/>
          </a:blip>
          <a:srcRect l="4603" r="4603"/>
          <a:stretch>
            <a:fillRect/>
          </a:stretch>
        </p:blipFill>
        <p:spPr>
          <a:xfrm>
            <a:off x="466825" y="698750"/>
            <a:ext cx="6623999" cy="75600"/>
          </a:xfrm>
          <a:prstGeom prst="rect">
            <a:avLst/>
          </a:prstGeom>
          <a:noFill/>
          <a:ln>
            <a:noFill/>
          </a:ln>
        </p:spPr>
      </p:pic>
      <p:grpSp>
        <p:nvGrpSpPr>
          <p:cNvPr id="14" name="Google Shape;14;p2"/>
          <p:cNvGrpSpPr/>
          <p:nvPr/>
        </p:nvGrpSpPr>
        <p:grpSpPr>
          <a:xfrm>
            <a:off x="466900" y="962525"/>
            <a:ext cx="2953057" cy="162000"/>
            <a:chOff x="466900" y="962525"/>
            <a:chExt cx="2953057" cy="162000"/>
          </a:xfrm>
        </p:grpSpPr>
        <p:sp>
          <p:nvSpPr>
            <p:cNvPr id="15" name="Google Shape;15;p2"/>
            <p:cNvSpPr txBox="1"/>
            <p:nvPr/>
          </p:nvSpPr>
          <p:spPr>
            <a:xfrm>
              <a:off x="466900" y="962525"/>
              <a:ext cx="2953057" cy="153900"/>
            </a:xfrm>
            <a:prstGeom prst="rect">
              <a:avLst/>
            </a:prstGeom>
            <a:noFill/>
            <a:ln>
              <a:noFill/>
            </a:ln>
          </p:spPr>
          <p:txBody>
            <a:bodyPr spcFirstLastPara="1" wrap="square" lIns="0" tIns="0" rIns="0" bIns="0" anchor="t" anchorCtr="0">
              <a:spAutoFit/>
            </a:bodyPr>
            <a:lstStyle/>
            <a:p>
              <a:pPr marL="0" lvl="0" indent="0" algn="l" rtl="0">
                <a:spcBef>
                  <a:spcPct val="0"/>
                </a:spcBef>
                <a:spcAft>
                  <a:spcPct val="0"/>
                </a:spcAft>
                <a:buNone/>
              </a:pPr>
              <a:r>
                <a:rPr lang="en-GB" sz="1000" b="1">
                  <a:solidFill>
                    <a:schemeClr val="dk2"/>
                  </a:solidFill>
                  <a:latin typeface="Lexend"/>
                  <a:ea typeface="Lexend"/>
                  <a:cs typeface="Lexend"/>
                  <a:sym typeface="Lexend"/>
                </a:rPr>
                <a:t>Name: </a:t>
              </a:r>
              <a:endParaRPr sz="1000" b="1">
                <a:solidFill>
                  <a:schemeClr val="dk2"/>
                </a:solidFill>
                <a:latin typeface="Lexend"/>
                <a:ea typeface="Lexend"/>
                <a:cs typeface="Lexend"/>
                <a:sym typeface="Lexend"/>
              </a:endParaRPr>
            </a:p>
          </p:txBody>
        </p:sp>
        <p:cxnSp>
          <p:nvCxnSpPr>
            <p:cNvPr id="16" name="Google Shape;16;p2"/>
            <p:cNvCxnSpPr/>
            <p:nvPr/>
          </p:nvCxnSpPr>
          <p:spPr>
            <a:xfrm rot="10800000" flipH="1">
              <a:off x="943904" y="1116425"/>
              <a:ext cx="1998900" cy="8100"/>
            </a:xfrm>
            <a:prstGeom prst="straightConnector1">
              <a:avLst/>
            </a:prstGeom>
            <a:noFill/>
            <a:ln w="9525" cap="flat" cmpd="sng">
              <a:solidFill>
                <a:schemeClr val="dk2"/>
              </a:solidFill>
              <a:prstDash val="solid"/>
              <a:round/>
              <a:headEnd type="none" w="med" len="med"/>
              <a:tailEnd type="none" w="med" len="med"/>
            </a:ln>
          </p:spPr>
        </p:cxnSp>
      </p:grpSp>
    </p:spTree>
  </p:cSld>
  <p:clrMapOvr>
    <a:masterClrMapping/>
  </p:clrMapOvr>
  <p:transition/>
  <p:timing/>
  <p:extLst>
    <p:ext uri="{DCECCB84-F9BA-43D5-87BE-67443E8EF086}">
      <p15:sldGuideLst xmlns:p15="http://schemas.microsoft.com/office/powerpoint/2012/main">
        <p15:guide id="1" orient="horz" pos="488">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pos="295">
          <p15:clr>
            <a:srgbClr val="FF0000"/>
          </p15:clr>
        </p15:guide>
        <p15:guide id="7" pos="4467">
          <p15:clr>
            <a:srgbClr val="FF0000"/>
          </p15:clr>
        </p15:guide>
        <p15:guide id="8" pos="1519">
          <p15:clr>
            <a:srgbClr val="D9D9D9"/>
          </p15:clr>
        </p15:guide>
        <p15:guide id="9" pos="1764">
          <p15:clr>
            <a:srgbClr val="D9D9D9"/>
          </p15:clr>
        </p15:guide>
        <p15:guide id="10" pos="3243">
          <p15:clr>
            <a:srgbClr val="D9D9D9"/>
          </p15:clr>
        </p15:guide>
        <p15:guide id="11" pos="2998">
          <p15:clr>
            <a:srgbClr val="D9D9D9"/>
          </p15:clr>
        </p15:guide>
        <p15:guide id="12" pos="3120">
          <p15:clr>
            <a:srgbClr val="D9D9D9"/>
          </p15:clr>
        </p15:guide>
        <p15:guide id="13" pos="1642">
          <p15:clr>
            <a:srgbClr val="D9D9D9"/>
          </p15:clr>
        </p15:guide>
        <p15:guide id="14" pos="2381">
          <p15:clr>
            <a:srgbClr val="D9D9D9"/>
          </p15:clr>
        </p15:guide>
        <p15:guide id="15" pos="2154">
          <p15:clr>
            <a:srgbClr val="FF0000"/>
          </p15:clr>
        </p15:guide>
        <p15:guide id="16" pos="2608">
          <p15:clr>
            <a:srgbClr val="FF0000"/>
          </p15:clr>
        </p15:guide>
        <p15:guide id="17" orient="horz" pos="227">
          <p15:clr>
            <a:srgbClr val="FF0000"/>
          </p15:clr>
        </p15:guide>
      </p15:sldGuideLst>
    </p:ext>
  </p:extLst>
</p:sldLayout>
</file>

<file path=ppt/slideLayouts/slideLayout2.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SEC FRONT COL 1 1">
  <p:cSld name="SECTION_HEADER_1_1_1_1_1_1_1_1_1_3">
    <p:spTree>
      <p:nvGrpSpPr>
        <p:cNvPr id="17" name="Shape 17"/>
        <p:cNvGrpSpPr/>
        <p:nvPr/>
      </p:nvGrpSpPr>
      <p:grpSpPr>
        <a:xfrm>
          <a:off x="0" y="0"/>
          <a:ext cx="0" cy="0"/>
        </a:xfrm>
      </p:grpSpPr>
      <p:sp>
        <p:nvSpPr>
          <p:cNvPr id="18" name="Google Shape;18;p3"/>
          <p:cNvSpPr txBox="1"/>
          <p:nvPr>
            <p:ph type="title"/>
          </p:nvPr>
        </p:nvSpPr>
        <p:spPr>
          <a:xfrm>
            <a:off x="468000" y="266700"/>
            <a:ext cx="6624000" cy="432000"/>
          </a:xfrm>
          <a:prstGeom prst="rect">
            <a:avLst/>
          </a:prstGeom>
        </p:spPr>
        <p:txBody>
          <a:bodyPr spcFirstLastPara="1" wrap="square" lIns="0" tIns="91425" rIns="91425" bIns="91425" anchor="t" anchorCtr="0">
            <a:normAutofit/>
          </a:bodyPr>
          <a:lstStyle>
            <a:lvl1pPr lvl="0" rtl="0">
              <a:spcBef>
                <a:spcPct val="0"/>
              </a:spcBef>
              <a:spcAft>
                <a:spcPct val="0"/>
              </a:spcAft>
              <a:buSzPts val="1800"/>
              <a:buFont typeface="Lexend"/>
              <a:buNone/>
              <a:defRPr sz="1800" b="1">
                <a:latin typeface="Lexend"/>
                <a:ea typeface="Lexend"/>
                <a:cs typeface="Lexend"/>
                <a:sym typeface="Lexend"/>
              </a:defRPr>
            </a:lvl1pPr>
            <a:lvl2pPr lvl="1" rtl="0">
              <a:spcBef>
                <a:spcPct val="0"/>
              </a:spcBef>
              <a:spcAft>
                <a:spcPct val="0"/>
              </a:spcAft>
              <a:buSzPts val="2800"/>
              <a:buNone/>
              <a:defRPr/>
            </a:lvl2pPr>
            <a:lvl3pPr lvl="2" rtl="0">
              <a:spcBef>
                <a:spcPct val="0"/>
              </a:spcBef>
              <a:spcAft>
                <a:spcPct val="0"/>
              </a:spcAft>
              <a:buSzPts val="2800"/>
              <a:buNone/>
              <a:defRPr/>
            </a:lvl3pPr>
            <a:lvl4pPr lvl="3" rtl="0">
              <a:spcBef>
                <a:spcPct val="0"/>
              </a:spcBef>
              <a:spcAft>
                <a:spcPct val="0"/>
              </a:spcAft>
              <a:buSzPts val="2800"/>
              <a:buNone/>
              <a:defRPr/>
            </a:lvl4pPr>
            <a:lvl5pPr lvl="4" rtl="0">
              <a:spcBef>
                <a:spcPct val="0"/>
              </a:spcBef>
              <a:spcAft>
                <a:spcPct val="0"/>
              </a:spcAft>
              <a:buSzPts val="2800"/>
              <a:buNone/>
              <a:defRPr/>
            </a:lvl5pPr>
            <a:lvl6pPr lvl="5" rtl="0">
              <a:spcBef>
                <a:spcPct val="0"/>
              </a:spcBef>
              <a:spcAft>
                <a:spcPct val="0"/>
              </a:spcAft>
              <a:buSzPts val="2800"/>
              <a:buNone/>
              <a:defRPr/>
            </a:lvl6pPr>
            <a:lvl7pPr lvl="6" rtl="0">
              <a:spcBef>
                <a:spcPct val="0"/>
              </a:spcBef>
              <a:spcAft>
                <a:spcPct val="0"/>
              </a:spcAft>
              <a:buSzPts val="2800"/>
              <a:buNone/>
              <a:defRPr/>
            </a:lvl7pPr>
            <a:lvl8pPr lvl="7" rtl="0">
              <a:spcBef>
                <a:spcPct val="0"/>
              </a:spcBef>
              <a:spcAft>
                <a:spcPct val="0"/>
              </a:spcAft>
              <a:buSzPts val="2800"/>
              <a:buNone/>
              <a:defRPr/>
            </a:lvl8pPr>
            <a:lvl9pPr lvl="8" rtl="0">
              <a:spcBef>
                <a:spcPct val="0"/>
              </a:spcBef>
              <a:spcAft>
                <a:spcPct val="0"/>
              </a:spcAft>
              <a:buSzPts val="2800"/>
              <a:buNone/>
              <a:defRPr/>
            </a:lvl9pPr>
          </a:lstStyle>
          <a:p/>
        </p:txBody>
      </p:sp>
      <p:sp>
        <p:nvSpPr>
          <p:cNvPr id="19" name="Google Shape;19;p3"/>
          <p:cNvSpPr txBox="1"/>
          <p:nvPr>
            <p:ph type="subTitle" idx="1"/>
          </p:nvPr>
        </p:nvSpPr>
        <p:spPr>
          <a:xfrm>
            <a:off x="466825" y="1780150"/>
            <a:ext cx="6624000" cy="360000"/>
          </a:xfrm>
          <a:prstGeom prst="rect">
            <a:avLst/>
          </a:prstGeom>
          <a:ln w="9525" cap="flat" cmpd="sng">
            <a:solidFill>
              <a:srgbClr val="B7B7B7"/>
            </a:solidFill>
            <a:prstDash val="solid"/>
            <a:round/>
            <a:headEnd type="none" w="sm" len="sm"/>
            <a:tailEnd type="none" w="sm" len="sm"/>
          </a:ln>
        </p:spPr>
        <p:txBody>
          <a:bodyPr spcFirstLastPara="1" wrap="square" lIns="0" tIns="0" rIns="0" bIns="0" anchor="t" anchorCtr="0">
            <a:normAutofit/>
          </a:bodyPr>
          <a:lstStyle>
            <a:lvl1pPr lvl="0" rtl="0">
              <a:spcBef>
                <a:spcPct val="0"/>
              </a:spcBef>
              <a:spcAft>
                <a:spcPct val="0"/>
              </a:spcAft>
              <a:buSzPts val="1200"/>
              <a:buFont typeface="Lexend"/>
              <a:buNone/>
              <a:defRPr sz="1200">
                <a:latin typeface="Lexend"/>
                <a:ea typeface="Lexend"/>
                <a:cs typeface="Lexend"/>
                <a:sym typeface="Lexend"/>
              </a:defRPr>
            </a:lvl1pPr>
            <a:lvl2pPr lvl="1" rtl="0">
              <a:spcBef>
                <a:spcPct val="0"/>
              </a:spcBef>
              <a:spcAft>
                <a:spcPct val="0"/>
              </a:spcAft>
              <a:buSzPts val="1400"/>
              <a:buNone/>
              <a:defRPr/>
            </a:lvl2pPr>
            <a:lvl3pPr lvl="2" rtl="0">
              <a:spcBef>
                <a:spcPct val="0"/>
              </a:spcBef>
              <a:spcAft>
                <a:spcPct val="0"/>
              </a:spcAft>
              <a:buSzPts val="1400"/>
              <a:buNone/>
              <a:defRPr/>
            </a:lvl3pPr>
            <a:lvl4pPr lvl="3" rtl="0">
              <a:spcBef>
                <a:spcPct val="0"/>
              </a:spcBef>
              <a:spcAft>
                <a:spcPct val="0"/>
              </a:spcAft>
              <a:buSzPts val="1400"/>
              <a:buNone/>
              <a:defRPr/>
            </a:lvl4pPr>
            <a:lvl5pPr lvl="4" rtl="0">
              <a:spcBef>
                <a:spcPct val="0"/>
              </a:spcBef>
              <a:spcAft>
                <a:spcPct val="0"/>
              </a:spcAft>
              <a:buSzPts val="1400"/>
              <a:buNone/>
              <a:defRPr/>
            </a:lvl5pPr>
            <a:lvl6pPr lvl="5" rtl="0">
              <a:spcBef>
                <a:spcPct val="0"/>
              </a:spcBef>
              <a:spcAft>
                <a:spcPct val="0"/>
              </a:spcAft>
              <a:buSzPts val="1400"/>
              <a:buNone/>
              <a:defRPr/>
            </a:lvl6pPr>
            <a:lvl7pPr lvl="6" rtl="0">
              <a:spcBef>
                <a:spcPct val="0"/>
              </a:spcBef>
              <a:spcAft>
                <a:spcPct val="0"/>
              </a:spcAft>
              <a:buSzPts val="1400"/>
              <a:buNone/>
              <a:defRPr/>
            </a:lvl7pPr>
            <a:lvl8pPr lvl="7" rtl="0">
              <a:spcBef>
                <a:spcPct val="0"/>
              </a:spcBef>
              <a:spcAft>
                <a:spcPct val="0"/>
              </a:spcAft>
              <a:buSzPts val="1400"/>
              <a:buNone/>
              <a:defRPr/>
            </a:lvl8pPr>
            <a:lvl9pPr lvl="8" rtl="0">
              <a:spcBef>
                <a:spcPct val="0"/>
              </a:spcBef>
              <a:spcAft>
                <a:spcPct val="0"/>
              </a:spcAft>
              <a:buSzPts val="1400"/>
              <a:buNone/>
              <a:defRPr/>
            </a:lvl9pPr>
          </a:lstStyle>
          <a:p/>
        </p:txBody>
      </p:sp>
      <p:sp>
        <p:nvSpPr>
          <p:cNvPr id="20" name="Google Shape;20;p3"/>
          <p:cNvSpPr txBox="1"/>
          <p:nvPr>
            <p:ph type="subTitle" idx="2"/>
          </p:nvPr>
        </p:nvSpPr>
        <p:spPr>
          <a:xfrm>
            <a:off x="2807400" y="4759500"/>
            <a:ext cx="1945200" cy="360000"/>
          </a:xfrm>
          <a:prstGeom prst="rect">
            <a:avLst/>
          </a:prstGeom>
          <a:ln w="9525" cap="flat" cmpd="sng">
            <a:solidFill>
              <a:srgbClr val="B7B7B7"/>
            </a:solidFill>
            <a:prstDash val="solid"/>
            <a:round/>
            <a:headEnd type="none" w="sm" len="sm"/>
            <a:tailEnd type="none" w="sm" len="sm"/>
          </a:ln>
        </p:spPr>
        <p:txBody>
          <a:bodyPr spcFirstLastPara="1" wrap="square" lIns="0" tIns="0" rIns="0" bIns="0" anchor="t" anchorCtr="0">
            <a:normAutofit/>
          </a:bodyPr>
          <a:lstStyle>
            <a:lvl1pPr lvl="0" rtl="0">
              <a:spcBef>
                <a:spcPct val="0"/>
              </a:spcBef>
              <a:spcAft>
                <a:spcPct val="0"/>
              </a:spcAft>
              <a:buSzPts val="1200"/>
              <a:buFont typeface="Lexend"/>
              <a:buNone/>
              <a:defRPr sz="1200">
                <a:latin typeface="Lexend"/>
                <a:ea typeface="Lexend"/>
                <a:cs typeface="Lexend"/>
                <a:sym typeface="Lexend"/>
              </a:defRPr>
            </a:lvl1pPr>
            <a:lvl2pPr lvl="1" rtl="0">
              <a:spcBef>
                <a:spcPct val="0"/>
              </a:spcBef>
              <a:spcAft>
                <a:spcPct val="0"/>
              </a:spcAft>
              <a:buSzPts val="1400"/>
              <a:buNone/>
              <a:defRPr/>
            </a:lvl2pPr>
            <a:lvl3pPr lvl="2" rtl="0">
              <a:spcBef>
                <a:spcPct val="0"/>
              </a:spcBef>
              <a:spcAft>
                <a:spcPct val="0"/>
              </a:spcAft>
              <a:buSzPts val="1400"/>
              <a:buNone/>
              <a:defRPr/>
            </a:lvl3pPr>
            <a:lvl4pPr lvl="3" rtl="0">
              <a:spcBef>
                <a:spcPct val="0"/>
              </a:spcBef>
              <a:spcAft>
                <a:spcPct val="0"/>
              </a:spcAft>
              <a:buSzPts val="1400"/>
              <a:buNone/>
              <a:defRPr/>
            </a:lvl4pPr>
            <a:lvl5pPr lvl="4" rtl="0">
              <a:spcBef>
                <a:spcPct val="0"/>
              </a:spcBef>
              <a:spcAft>
                <a:spcPct val="0"/>
              </a:spcAft>
              <a:buSzPts val="1400"/>
              <a:buNone/>
              <a:defRPr/>
            </a:lvl5pPr>
            <a:lvl6pPr lvl="5" rtl="0">
              <a:spcBef>
                <a:spcPct val="0"/>
              </a:spcBef>
              <a:spcAft>
                <a:spcPct val="0"/>
              </a:spcAft>
              <a:buSzPts val="1400"/>
              <a:buNone/>
              <a:defRPr/>
            </a:lvl6pPr>
            <a:lvl7pPr lvl="6" rtl="0">
              <a:spcBef>
                <a:spcPct val="0"/>
              </a:spcBef>
              <a:spcAft>
                <a:spcPct val="0"/>
              </a:spcAft>
              <a:buSzPts val="1400"/>
              <a:buNone/>
              <a:defRPr/>
            </a:lvl7pPr>
            <a:lvl8pPr lvl="7" rtl="0">
              <a:spcBef>
                <a:spcPct val="0"/>
              </a:spcBef>
              <a:spcAft>
                <a:spcPct val="0"/>
              </a:spcAft>
              <a:buSzPts val="1400"/>
              <a:buNone/>
              <a:defRPr/>
            </a:lvl8pPr>
            <a:lvl9pPr lvl="8" rtl="0">
              <a:spcBef>
                <a:spcPct val="0"/>
              </a:spcBef>
              <a:spcAft>
                <a:spcPct val="0"/>
              </a:spcAft>
              <a:buSzPts val="1400"/>
              <a:buNone/>
              <a:defRPr/>
            </a:lvl9pPr>
          </a:lstStyle>
          <a:p/>
        </p:txBody>
      </p:sp>
      <p:sp>
        <p:nvSpPr>
          <p:cNvPr id="21" name="Google Shape;21;p3"/>
          <p:cNvSpPr txBox="1"/>
          <p:nvPr>
            <p:ph type="subTitle" idx="3"/>
          </p:nvPr>
        </p:nvSpPr>
        <p:spPr>
          <a:xfrm>
            <a:off x="468000" y="9981175"/>
            <a:ext cx="5898900" cy="360000"/>
          </a:xfrm>
          <a:prstGeom prst="rect">
            <a:avLst/>
          </a:prstGeom>
        </p:spPr>
        <p:txBody>
          <a:bodyPr spcFirstLastPara="1" wrap="square" lIns="0" tIns="0" rIns="0" bIns="0" anchor="ctr" anchorCtr="0">
            <a:normAutofit/>
          </a:bodyPr>
          <a:lstStyle>
            <a:lvl1pPr lvl="0" rtl="0">
              <a:spcBef>
                <a:spcPct val="0"/>
              </a:spcBef>
              <a:spcAft>
                <a:spcPct val="0"/>
              </a:spcAft>
              <a:buSzPts val="900"/>
              <a:buFont typeface="Lexend"/>
              <a:buNone/>
              <a:defRPr sz="900">
                <a:latin typeface="Lexend"/>
                <a:ea typeface="Lexend"/>
                <a:cs typeface="Lexend"/>
                <a:sym typeface="Lexend"/>
              </a:defRPr>
            </a:lvl1pPr>
            <a:lvl2pPr lvl="1" rtl="0">
              <a:spcBef>
                <a:spcPct val="0"/>
              </a:spcBef>
              <a:spcAft>
                <a:spcPct val="0"/>
              </a:spcAft>
              <a:buSzPts val="1400"/>
              <a:buNone/>
              <a:defRPr/>
            </a:lvl2pPr>
            <a:lvl3pPr lvl="2" rtl="0">
              <a:spcBef>
                <a:spcPct val="0"/>
              </a:spcBef>
              <a:spcAft>
                <a:spcPct val="0"/>
              </a:spcAft>
              <a:buSzPts val="1400"/>
              <a:buNone/>
              <a:defRPr/>
            </a:lvl3pPr>
            <a:lvl4pPr lvl="3" rtl="0">
              <a:spcBef>
                <a:spcPct val="0"/>
              </a:spcBef>
              <a:spcAft>
                <a:spcPct val="0"/>
              </a:spcAft>
              <a:buSzPts val="1400"/>
              <a:buNone/>
              <a:defRPr/>
            </a:lvl4pPr>
            <a:lvl5pPr lvl="4" rtl="0">
              <a:spcBef>
                <a:spcPct val="0"/>
              </a:spcBef>
              <a:spcAft>
                <a:spcPct val="0"/>
              </a:spcAft>
              <a:buSzPts val="1400"/>
              <a:buNone/>
              <a:defRPr/>
            </a:lvl5pPr>
            <a:lvl6pPr lvl="5" rtl="0">
              <a:spcBef>
                <a:spcPct val="0"/>
              </a:spcBef>
              <a:spcAft>
                <a:spcPct val="0"/>
              </a:spcAft>
              <a:buSzPts val="1400"/>
              <a:buNone/>
              <a:defRPr/>
            </a:lvl6pPr>
            <a:lvl7pPr lvl="6" rtl="0">
              <a:spcBef>
                <a:spcPct val="0"/>
              </a:spcBef>
              <a:spcAft>
                <a:spcPct val="0"/>
              </a:spcAft>
              <a:buSzPts val="1400"/>
              <a:buNone/>
              <a:defRPr/>
            </a:lvl7pPr>
            <a:lvl8pPr lvl="7" rtl="0">
              <a:spcBef>
                <a:spcPct val="0"/>
              </a:spcBef>
              <a:spcAft>
                <a:spcPct val="0"/>
              </a:spcAft>
              <a:buSzPts val="1400"/>
              <a:buNone/>
              <a:defRPr/>
            </a:lvl8pPr>
            <a:lvl9pPr lvl="8" rtl="0">
              <a:spcBef>
                <a:spcPct val="0"/>
              </a:spcBef>
              <a:spcAft>
                <a:spcPct val="0"/>
              </a:spcAft>
              <a:buSzPts val="1400"/>
              <a:buNone/>
              <a:defRPr/>
            </a:lvl9pPr>
          </a:lstStyle>
          <a:p/>
        </p:txBody>
      </p:sp>
      <p:sp>
        <p:nvSpPr>
          <p:cNvPr id="22" name="Google Shape;22;p3"/>
          <p:cNvSpPr txBox="1"/>
          <p:nvPr>
            <p:ph type="subTitle" idx="4"/>
          </p:nvPr>
        </p:nvSpPr>
        <p:spPr>
          <a:xfrm>
            <a:off x="4127250" y="3042000"/>
            <a:ext cx="2953200" cy="360000"/>
          </a:xfrm>
          <a:prstGeom prst="rect">
            <a:avLst/>
          </a:prstGeom>
          <a:ln w="9525" cap="flat" cmpd="sng">
            <a:solidFill>
              <a:srgbClr val="B7B7B7"/>
            </a:solidFill>
            <a:prstDash val="solid"/>
            <a:round/>
            <a:headEnd type="none" w="sm" len="sm"/>
            <a:tailEnd type="none" w="sm" len="sm"/>
          </a:ln>
        </p:spPr>
        <p:txBody>
          <a:bodyPr spcFirstLastPara="1" wrap="square" lIns="0" tIns="0" rIns="0" bIns="0" anchor="t" anchorCtr="0">
            <a:normAutofit/>
          </a:bodyPr>
          <a:lstStyle>
            <a:lvl1pPr lvl="0" rtl="0">
              <a:spcBef>
                <a:spcPct val="0"/>
              </a:spcBef>
              <a:spcAft>
                <a:spcPct val="0"/>
              </a:spcAft>
              <a:buSzPts val="1200"/>
              <a:buFont typeface="Lexend"/>
              <a:buNone/>
              <a:defRPr sz="1200">
                <a:latin typeface="Lexend"/>
                <a:ea typeface="Lexend"/>
                <a:cs typeface="Lexend"/>
                <a:sym typeface="Lexend"/>
              </a:defRPr>
            </a:lvl1pPr>
            <a:lvl2pPr lvl="1" rtl="0">
              <a:spcBef>
                <a:spcPct val="0"/>
              </a:spcBef>
              <a:spcAft>
                <a:spcPct val="0"/>
              </a:spcAft>
              <a:buSzPts val="1400"/>
              <a:buNone/>
              <a:defRPr/>
            </a:lvl2pPr>
            <a:lvl3pPr lvl="2" rtl="0">
              <a:spcBef>
                <a:spcPct val="0"/>
              </a:spcBef>
              <a:spcAft>
                <a:spcPct val="0"/>
              </a:spcAft>
              <a:buSzPts val="1400"/>
              <a:buNone/>
              <a:defRPr/>
            </a:lvl3pPr>
            <a:lvl4pPr lvl="3" rtl="0">
              <a:spcBef>
                <a:spcPct val="0"/>
              </a:spcBef>
              <a:spcAft>
                <a:spcPct val="0"/>
              </a:spcAft>
              <a:buSzPts val="1400"/>
              <a:buNone/>
              <a:defRPr/>
            </a:lvl4pPr>
            <a:lvl5pPr lvl="4" rtl="0">
              <a:spcBef>
                <a:spcPct val="0"/>
              </a:spcBef>
              <a:spcAft>
                <a:spcPct val="0"/>
              </a:spcAft>
              <a:buSzPts val="1400"/>
              <a:buNone/>
              <a:defRPr/>
            </a:lvl5pPr>
            <a:lvl6pPr lvl="5" rtl="0">
              <a:spcBef>
                <a:spcPct val="0"/>
              </a:spcBef>
              <a:spcAft>
                <a:spcPct val="0"/>
              </a:spcAft>
              <a:buSzPts val="1400"/>
              <a:buNone/>
              <a:defRPr/>
            </a:lvl6pPr>
            <a:lvl7pPr lvl="6" rtl="0">
              <a:spcBef>
                <a:spcPct val="0"/>
              </a:spcBef>
              <a:spcAft>
                <a:spcPct val="0"/>
              </a:spcAft>
              <a:buSzPts val="1400"/>
              <a:buNone/>
              <a:defRPr/>
            </a:lvl7pPr>
            <a:lvl8pPr lvl="7" rtl="0">
              <a:spcBef>
                <a:spcPct val="0"/>
              </a:spcBef>
              <a:spcAft>
                <a:spcPct val="0"/>
              </a:spcAft>
              <a:buSzPts val="1400"/>
              <a:buNone/>
              <a:defRPr/>
            </a:lvl8pPr>
            <a:lvl9pPr lvl="8" rtl="0">
              <a:spcBef>
                <a:spcPct val="0"/>
              </a:spcBef>
              <a:spcAft>
                <a:spcPct val="0"/>
              </a:spcAft>
              <a:buSzPts val="1400"/>
              <a:buNone/>
              <a:defRPr/>
            </a:lvl9pPr>
          </a:lstStyle>
          <a:p/>
        </p:txBody>
      </p:sp>
      <p:sp>
        <p:nvSpPr>
          <p:cNvPr id="23" name="Google Shape;23;p3"/>
          <p:cNvSpPr txBox="1"/>
          <p:nvPr>
            <p:ph type="subTitle" idx="5"/>
          </p:nvPr>
        </p:nvSpPr>
        <p:spPr>
          <a:xfrm>
            <a:off x="468000" y="5866375"/>
            <a:ext cx="6581700" cy="4105800"/>
          </a:xfrm>
          <a:prstGeom prst="rect">
            <a:avLst/>
          </a:prstGeom>
          <a:ln w="9525" cap="flat" cmpd="sng">
            <a:solidFill>
              <a:srgbClr val="B7B7B7"/>
            </a:solidFill>
            <a:prstDash val="solid"/>
            <a:round/>
            <a:headEnd type="none" w="sm" len="sm"/>
            <a:tailEnd type="none" w="sm" len="sm"/>
          </a:ln>
        </p:spPr>
        <p:txBody>
          <a:bodyPr spcFirstLastPara="1" wrap="square" lIns="0" tIns="0" rIns="0" bIns="0" anchor="t" anchorCtr="0">
            <a:normAutofit/>
          </a:bodyPr>
          <a:lstStyle>
            <a:lvl1pPr lvl="0" rtl="0">
              <a:spcBef>
                <a:spcPct val="0"/>
              </a:spcBef>
              <a:spcAft>
                <a:spcPct val="0"/>
              </a:spcAft>
              <a:buSzPts val="1200"/>
              <a:buFont typeface="Lexend"/>
              <a:buNone/>
              <a:defRPr sz="1200">
                <a:latin typeface="Lexend"/>
                <a:ea typeface="Lexend"/>
                <a:cs typeface="Lexend"/>
                <a:sym typeface="Lexend"/>
              </a:defRPr>
            </a:lvl1pPr>
            <a:lvl2pPr lvl="1" rtl="0">
              <a:spcBef>
                <a:spcPct val="0"/>
              </a:spcBef>
              <a:spcAft>
                <a:spcPct val="0"/>
              </a:spcAft>
              <a:buSzPts val="1400"/>
              <a:buNone/>
              <a:defRPr/>
            </a:lvl2pPr>
            <a:lvl3pPr lvl="2" rtl="0">
              <a:spcBef>
                <a:spcPct val="0"/>
              </a:spcBef>
              <a:spcAft>
                <a:spcPct val="0"/>
              </a:spcAft>
              <a:buSzPts val="1400"/>
              <a:buNone/>
              <a:defRPr/>
            </a:lvl3pPr>
            <a:lvl4pPr lvl="3" rtl="0">
              <a:spcBef>
                <a:spcPct val="0"/>
              </a:spcBef>
              <a:spcAft>
                <a:spcPct val="0"/>
              </a:spcAft>
              <a:buSzPts val="1400"/>
              <a:buNone/>
              <a:defRPr/>
            </a:lvl4pPr>
            <a:lvl5pPr lvl="4" rtl="0">
              <a:spcBef>
                <a:spcPct val="0"/>
              </a:spcBef>
              <a:spcAft>
                <a:spcPct val="0"/>
              </a:spcAft>
              <a:buSzPts val="1400"/>
              <a:buNone/>
              <a:defRPr/>
            </a:lvl5pPr>
            <a:lvl6pPr lvl="5" rtl="0">
              <a:spcBef>
                <a:spcPct val="0"/>
              </a:spcBef>
              <a:spcAft>
                <a:spcPct val="0"/>
              </a:spcAft>
              <a:buSzPts val="1400"/>
              <a:buNone/>
              <a:defRPr/>
            </a:lvl6pPr>
            <a:lvl7pPr lvl="6" rtl="0">
              <a:spcBef>
                <a:spcPct val="0"/>
              </a:spcBef>
              <a:spcAft>
                <a:spcPct val="0"/>
              </a:spcAft>
              <a:buSzPts val="1400"/>
              <a:buNone/>
              <a:defRPr/>
            </a:lvl7pPr>
            <a:lvl8pPr lvl="7" rtl="0">
              <a:spcBef>
                <a:spcPct val="0"/>
              </a:spcBef>
              <a:spcAft>
                <a:spcPct val="0"/>
              </a:spcAft>
              <a:buSzPts val="1400"/>
              <a:buNone/>
              <a:defRPr/>
            </a:lvl8pPr>
            <a:lvl9pPr lvl="8" rtl="0">
              <a:spcBef>
                <a:spcPct val="0"/>
              </a:spcBef>
              <a:spcAft>
                <a:spcPct val="0"/>
              </a:spcAft>
              <a:buSzPts val="1400"/>
              <a:buNone/>
              <a:defRPr/>
            </a:lvl9pPr>
          </a:lstStyle>
          <a:p/>
        </p:txBody>
      </p:sp>
      <p:sp>
        <p:nvSpPr>
          <p:cNvPr id="24" name="Google Shape;24;p3"/>
          <p:cNvSpPr txBox="1"/>
          <p:nvPr>
            <p:ph type="subTitle" idx="6"/>
          </p:nvPr>
        </p:nvSpPr>
        <p:spPr>
          <a:xfrm>
            <a:off x="466825" y="3042000"/>
            <a:ext cx="2953200" cy="360000"/>
          </a:xfrm>
          <a:prstGeom prst="rect">
            <a:avLst/>
          </a:prstGeom>
          <a:ln w="9525" cap="flat" cmpd="sng">
            <a:solidFill>
              <a:srgbClr val="B7B7B7"/>
            </a:solidFill>
            <a:prstDash val="solid"/>
            <a:round/>
            <a:headEnd type="none" w="sm" len="sm"/>
            <a:tailEnd type="none" w="sm" len="sm"/>
          </a:ln>
        </p:spPr>
        <p:txBody>
          <a:bodyPr spcFirstLastPara="1" wrap="square" lIns="0" tIns="0" rIns="0" bIns="0" anchor="t" anchorCtr="0">
            <a:normAutofit/>
          </a:bodyPr>
          <a:lstStyle>
            <a:lvl1pPr lvl="0" rtl="0">
              <a:spcBef>
                <a:spcPct val="0"/>
              </a:spcBef>
              <a:spcAft>
                <a:spcPct val="0"/>
              </a:spcAft>
              <a:buSzPts val="1200"/>
              <a:buFont typeface="Lexend"/>
              <a:buNone/>
              <a:defRPr sz="1200">
                <a:latin typeface="Lexend"/>
                <a:ea typeface="Lexend"/>
                <a:cs typeface="Lexend"/>
                <a:sym typeface="Lexend"/>
              </a:defRPr>
            </a:lvl1pPr>
            <a:lvl2pPr lvl="1" rtl="0">
              <a:spcBef>
                <a:spcPct val="0"/>
              </a:spcBef>
              <a:spcAft>
                <a:spcPct val="0"/>
              </a:spcAft>
              <a:buSzPts val="1400"/>
              <a:buNone/>
              <a:defRPr/>
            </a:lvl2pPr>
            <a:lvl3pPr lvl="2" rtl="0">
              <a:spcBef>
                <a:spcPct val="0"/>
              </a:spcBef>
              <a:spcAft>
                <a:spcPct val="0"/>
              </a:spcAft>
              <a:buSzPts val="1400"/>
              <a:buNone/>
              <a:defRPr/>
            </a:lvl3pPr>
            <a:lvl4pPr lvl="3" rtl="0">
              <a:spcBef>
                <a:spcPct val="0"/>
              </a:spcBef>
              <a:spcAft>
                <a:spcPct val="0"/>
              </a:spcAft>
              <a:buSzPts val="1400"/>
              <a:buNone/>
              <a:defRPr/>
            </a:lvl4pPr>
            <a:lvl5pPr lvl="4" rtl="0">
              <a:spcBef>
                <a:spcPct val="0"/>
              </a:spcBef>
              <a:spcAft>
                <a:spcPct val="0"/>
              </a:spcAft>
              <a:buSzPts val="1400"/>
              <a:buNone/>
              <a:defRPr/>
            </a:lvl5pPr>
            <a:lvl6pPr lvl="5" rtl="0">
              <a:spcBef>
                <a:spcPct val="0"/>
              </a:spcBef>
              <a:spcAft>
                <a:spcPct val="0"/>
              </a:spcAft>
              <a:buSzPts val="1400"/>
              <a:buNone/>
              <a:defRPr/>
            </a:lvl6pPr>
            <a:lvl7pPr lvl="6" rtl="0">
              <a:spcBef>
                <a:spcPct val="0"/>
              </a:spcBef>
              <a:spcAft>
                <a:spcPct val="0"/>
              </a:spcAft>
              <a:buSzPts val="1400"/>
              <a:buNone/>
              <a:defRPr/>
            </a:lvl7pPr>
            <a:lvl8pPr lvl="7" rtl="0">
              <a:spcBef>
                <a:spcPct val="0"/>
              </a:spcBef>
              <a:spcAft>
                <a:spcPct val="0"/>
              </a:spcAft>
              <a:buSzPts val="1400"/>
              <a:buNone/>
              <a:defRPr/>
            </a:lvl8pPr>
            <a:lvl9pPr lvl="8" rtl="0">
              <a:spcBef>
                <a:spcPct val="0"/>
              </a:spcBef>
              <a:spcAft>
                <a:spcPct val="0"/>
              </a:spcAft>
              <a:buSzPts val="1400"/>
              <a:buNone/>
              <a:defRPr/>
            </a:lvl9pPr>
          </a:lstStyle>
          <a:p/>
        </p:txBody>
      </p:sp>
      <p:sp>
        <p:nvSpPr>
          <p:cNvPr id="25" name="Google Shape;25;p3"/>
          <p:cNvSpPr txBox="1"/>
          <p:nvPr>
            <p:ph type="subTitle" idx="7"/>
          </p:nvPr>
        </p:nvSpPr>
        <p:spPr>
          <a:xfrm>
            <a:off x="466825" y="4759500"/>
            <a:ext cx="1945200" cy="360000"/>
          </a:xfrm>
          <a:prstGeom prst="rect">
            <a:avLst/>
          </a:prstGeom>
          <a:ln w="9525" cap="flat" cmpd="sng">
            <a:solidFill>
              <a:srgbClr val="B7B7B7"/>
            </a:solidFill>
            <a:prstDash val="solid"/>
            <a:round/>
            <a:headEnd type="none" w="sm" len="sm"/>
            <a:tailEnd type="none" w="sm" len="sm"/>
          </a:ln>
        </p:spPr>
        <p:txBody>
          <a:bodyPr spcFirstLastPara="1" wrap="square" lIns="0" tIns="0" rIns="0" bIns="0" anchor="t" anchorCtr="0">
            <a:normAutofit/>
          </a:bodyPr>
          <a:lstStyle>
            <a:lvl1pPr lvl="0" rtl="0">
              <a:spcBef>
                <a:spcPct val="0"/>
              </a:spcBef>
              <a:spcAft>
                <a:spcPct val="0"/>
              </a:spcAft>
              <a:buSzPts val="1200"/>
              <a:buFont typeface="Lexend"/>
              <a:buNone/>
              <a:defRPr sz="1200">
                <a:latin typeface="Lexend"/>
                <a:ea typeface="Lexend"/>
                <a:cs typeface="Lexend"/>
                <a:sym typeface="Lexend"/>
              </a:defRPr>
            </a:lvl1pPr>
            <a:lvl2pPr lvl="1" rtl="0">
              <a:spcBef>
                <a:spcPct val="0"/>
              </a:spcBef>
              <a:spcAft>
                <a:spcPct val="0"/>
              </a:spcAft>
              <a:buSzPts val="1400"/>
              <a:buNone/>
              <a:defRPr/>
            </a:lvl2pPr>
            <a:lvl3pPr lvl="2" rtl="0">
              <a:spcBef>
                <a:spcPct val="0"/>
              </a:spcBef>
              <a:spcAft>
                <a:spcPct val="0"/>
              </a:spcAft>
              <a:buSzPts val="1400"/>
              <a:buNone/>
              <a:defRPr/>
            </a:lvl3pPr>
            <a:lvl4pPr lvl="3" rtl="0">
              <a:spcBef>
                <a:spcPct val="0"/>
              </a:spcBef>
              <a:spcAft>
                <a:spcPct val="0"/>
              </a:spcAft>
              <a:buSzPts val="1400"/>
              <a:buNone/>
              <a:defRPr/>
            </a:lvl4pPr>
            <a:lvl5pPr lvl="4" rtl="0">
              <a:spcBef>
                <a:spcPct val="0"/>
              </a:spcBef>
              <a:spcAft>
                <a:spcPct val="0"/>
              </a:spcAft>
              <a:buSzPts val="1400"/>
              <a:buNone/>
              <a:defRPr/>
            </a:lvl5pPr>
            <a:lvl6pPr lvl="5" rtl="0">
              <a:spcBef>
                <a:spcPct val="0"/>
              </a:spcBef>
              <a:spcAft>
                <a:spcPct val="0"/>
              </a:spcAft>
              <a:buSzPts val="1400"/>
              <a:buNone/>
              <a:defRPr/>
            </a:lvl6pPr>
            <a:lvl7pPr lvl="6" rtl="0">
              <a:spcBef>
                <a:spcPct val="0"/>
              </a:spcBef>
              <a:spcAft>
                <a:spcPct val="0"/>
              </a:spcAft>
              <a:buSzPts val="1400"/>
              <a:buNone/>
              <a:defRPr/>
            </a:lvl7pPr>
            <a:lvl8pPr lvl="7" rtl="0">
              <a:spcBef>
                <a:spcPct val="0"/>
              </a:spcBef>
              <a:spcAft>
                <a:spcPct val="0"/>
              </a:spcAft>
              <a:buSzPts val="1400"/>
              <a:buNone/>
              <a:defRPr/>
            </a:lvl8pPr>
            <a:lvl9pPr lvl="8" rtl="0">
              <a:spcBef>
                <a:spcPct val="0"/>
              </a:spcBef>
              <a:spcAft>
                <a:spcPct val="0"/>
              </a:spcAft>
              <a:buSzPts val="1400"/>
              <a:buNone/>
              <a:defRPr/>
            </a:lvl9pPr>
          </a:lstStyle>
          <a:p/>
        </p:txBody>
      </p:sp>
      <p:sp>
        <p:nvSpPr>
          <p:cNvPr id="26" name="Google Shape;26;p3"/>
          <p:cNvSpPr txBox="1"/>
          <p:nvPr>
            <p:ph type="subTitle" idx="8"/>
          </p:nvPr>
        </p:nvSpPr>
        <p:spPr>
          <a:xfrm>
            <a:off x="5147975" y="4759500"/>
            <a:ext cx="1945200" cy="360000"/>
          </a:xfrm>
          <a:prstGeom prst="rect">
            <a:avLst/>
          </a:prstGeom>
          <a:ln w="9525" cap="flat" cmpd="sng">
            <a:solidFill>
              <a:srgbClr val="B7B7B7"/>
            </a:solidFill>
            <a:prstDash val="solid"/>
            <a:round/>
            <a:headEnd type="none" w="sm" len="sm"/>
            <a:tailEnd type="none" w="sm" len="sm"/>
          </a:ln>
        </p:spPr>
        <p:txBody>
          <a:bodyPr spcFirstLastPara="1" wrap="square" lIns="0" tIns="0" rIns="0" bIns="0" anchor="t" anchorCtr="0">
            <a:normAutofit/>
          </a:bodyPr>
          <a:lstStyle>
            <a:lvl1pPr lvl="0" rtl="0">
              <a:spcBef>
                <a:spcPct val="0"/>
              </a:spcBef>
              <a:spcAft>
                <a:spcPct val="0"/>
              </a:spcAft>
              <a:buSzPts val="1200"/>
              <a:buFont typeface="Lexend"/>
              <a:buNone/>
              <a:defRPr sz="1200">
                <a:latin typeface="Lexend"/>
                <a:ea typeface="Lexend"/>
                <a:cs typeface="Lexend"/>
                <a:sym typeface="Lexend"/>
              </a:defRPr>
            </a:lvl1pPr>
            <a:lvl2pPr lvl="1" rtl="0">
              <a:spcBef>
                <a:spcPct val="0"/>
              </a:spcBef>
              <a:spcAft>
                <a:spcPct val="0"/>
              </a:spcAft>
              <a:buSzPts val="1400"/>
              <a:buNone/>
              <a:defRPr/>
            </a:lvl2pPr>
            <a:lvl3pPr lvl="2" rtl="0">
              <a:spcBef>
                <a:spcPct val="0"/>
              </a:spcBef>
              <a:spcAft>
                <a:spcPct val="0"/>
              </a:spcAft>
              <a:buSzPts val="1400"/>
              <a:buNone/>
              <a:defRPr/>
            </a:lvl3pPr>
            <a:lvl4pPr lvl="3" rtl="0">
              <a:spcBef>
                <a:spcPct val="0"/>
              </a:spcBef>
              <a:spcAft>
                <a:spcPct val="0"/>
              </a:spcAft>
              <a:buSzPts val="1400"/>
              <a:buNone/>
              <a:defRPr/>
            </a:lvl4pPr>
            <a:lvl5pPr lvl="4" rtl="0">
              <a:spcBef>
                <a:spcPct val="0"/>
              </a:spcBef>
              <a:spcAft>
                <a:spcPct val="0"/>
              </a:spcAft>
              <a:buSzPts val="1400"/>
              <a:buNone/>
              <a:defRPr/>
            </a:lvl5pPr>
            <a:lvl6pPr lvl="5" rtl="0">
              <a:spcBef>
                <a:spcPct val="0"/>
              </a:spcBef>
              <a:spcAft>
                <a:spcPct val="0"/>
              </a:spcAft>
              <a:buSzPts val="1400"/>
              <a:buNone/>
              <a:defRPr/>
            </a:lvl6pPr>
            <a:lvl7pPr lvl="6" rtl="0">
              <a:spcBef>
                <a:spcPct val="0"/>
              </a:spcBef>
              <a:spcAft>
                <a:spcPct val="0"/>
              </a:spcAft>
              <a:buSzPts val="1400"/>
              <a:buNone/>
              <a:defRPr/>
            </a:lvl7pPr>
            <a:lvl8pPr lvl="7" rtl="0">
              <a:spcBef>
                <a:spcPct val="0"/>
              </a:spcBef>
              <a:spcAft>
                <a:spcPct val="0"/>
              </a:spcAft>
              <a:buSzPts val="1400"/>
              <a:buNone/>
              <a:defRPr/>
            </a:lvl8pPr>
            <a:lvl9pPr lvl="8" rtl="0">
              <a:spcBef>
                <a:spcPct val="0"/>
              </a:spcBef>
              <a:spcAft>
                <a:spcPct val="0"/>
              </a:spcAft>
              <a:buSzPts val="1400"/>
              <a:buNone/>
              <a:defRPr/>
            </a:lvl9pPr>
          </a:lstStyle>
          <a:p/>
        </p:txBody>
      </p:sp>
      <p:pic>
        <p:nvPicPr>
          <p:cNvPr id="27" name="Google Shape;27;p3"/>
          <p:cNvPicPr preferRelativeResize="0"/>
          <p:nvPr/>
        </p:nvPicPr>
        <p:blipFill>
          <a:blip r:embed="rId1">
            <a:alphaModFix/>
          </a:blip>
          <a:stretch>
            <a:fillRect/>
          </a:stretch>
        </p:blipFill>
        <p:spPr>
          <a:xfrm>
            <a:off x="6886512" y="10041210"/>
            <a:ext cx="181075" cy="246288"/>
          </a:xfrm>
          <a:prstGeom prst="rect">
            <a:avLst/>
          </a:prstGeom>
          <a:noFill/>
          <a:ln>
            <a:noFill/>
          </a:ln>
        </p:spPr>
      </p:pic>
      <p:pic>
        <p:nvPicPr>
          <p:cNvPr id="28" name="Google Shape;28;p3"/>
          <p:cNvPicPr preferRelativeResize="0"/>
          <p:nvPr/>
        </p:nvPicPr>
        <p:blipFill>
          <a:blip r:embed="rId2">
            <a:alphaModFix/>
          </a:blip>
          <a:srcRect l="4603" r="4603"/>
          <a:stretch>
            <a:fillRect/>
          </a:stretch>
        </p:blipFill>
        <p:spPr>
          <a:xfrm>
            <a:off x="466825" y="698750"/>
            <a:ext cx="6623999" cy="75600"/>
          </a:xfrm>
          <a:prstGeom prst="rect">
            <a:avLst/>
          </a:prstGeom>
          <a:noFill/>
          <a:ln>
            <a:noFill/>
          </a:ln>
        </p:spPr>
      </p:pic>
      <p:grpSp>
        <p:nvGrpSpPr>
          <p:cNvPr id="29" name="Google Shape;29;p3"/>
          <p:cNvGrpSpPr/>
          <p:nvPr/>
        </p:nvGrpSpPr>
        <p:grpSpPr>
          <a:xfrm>
            <a:off x="466900" y="962525"/>
            <a:ext cx="2953200" cy="162000"/>
            <a:chOff x="466900" y="962525"/>
            <a:chExt cx="2953200" cy="162000"/>
          </a:xfrm>
        </p:grpSpPr>
        <p:sp>
          <p:nvSpPr>
            <p:cNvPr id="30" name="Google Shape;30;p3"/>
            <p:cNvSpPr txBox="1"/>
            <p:nvPr/>
          </p:nvSpPr>
          <p:spPr>
            <a:xfrm>
              <a:off x="466900" y="962525"/>
              <a:ext cx="2953200" cy="153900"/>
            </a:xfrm>
            <a:prstGeom prst="rect">
              <a:avLst/>
            </a:prstGeom>
            <a:noFill/>
            <a:ln>
              <a:noFill/>
            </a:ln>
          </p:spPr>
          <p:txBody>
            <a:bodyPr spcFirstLastPara="1" wrap="square" lIns="0" tIns="0" rIns="0" bIns="0" anchor="t" anchorCtr="0">
              <a:spAutoFit/>
            </a:bodyPr>
            <a:lstStyle/>
            <a:p>
              <a:pPr marL="0" lvl="0" indent="0" algn="l" rtl="0">
                <a:spcBef>
                  <a:spcPct val="0"/>
                </a:spcBef>
                <a:spcAft>
                  <a:spcPct val="0"/>
                </a:spcAft>
                <a:buNone/>
              </a:pPr>
              <a:r>
                <a:rPr lang="en-GB" sz="1000" b="1">
                  <a:solidFill>
                    <a:schemeClr val="dk2"/>
                  </a:solidFill>
                  <a:latin typeface="Lexend"/>
                  <a:ea typeface="Lexend"/>
                  <a:cs typeface="Lexend"/>
                  <a:sym typeface="Lexend"/>
                </a:rPr>
                <a:t>Name: </a:t>
              </a:r>
              <a:endParaRPr sz="1000" b="1">
                <a:solidFill>
                  <a:schemeClr val="dk2"/>
                </a:solidFill>
                <a:latin typeface="Lexend"/>
                <a:ea typeface="Lexend"/>
                <a:cs typeface="Lexend"/>
                <a:sym typeface="Lexend"/>
              </a:endParaRPr>
            </a:p>
          </p:txBody>
        </p:sp>
        <p:cxnSp>
          <p:nvCxnSpPr>
            <p:cNvPr id="31" name="Google Shape;31;p3"/>
            <p:cNvCxnSpPr/>
            <p:nvPr/>
          </p:nvCxnSpPr>
          <p:spPr>
            <a:xfrm rot="10800000" flipH="1">
              <a:off x="943904" y="1116425"/>
              <a:ext cx="1998900" cy="8100"/>
            </a:xfrm>
            <a:prstGeom prst="straightConnector1">
              <a:avLst/>
            </a:prstGeom>
            <a:noFill/>
            <a:ln w="9525" cap="flat" cmpd="sng">
              <a:solidFill>
                <a:schemeClr val="dk2"/>
              </a:solidFill>
              <a:prstDash val="solid"/>
              <a:round/>
              <a:headEnd type="none" w="med" len="med"/>
              <a:tailEnd type="none" w="med" len="med"/>
            </a:ln>
          </p:spPr>
        </p:cxnSp>
      </p:grpSp>
      <p:sp>
        <p:nvSpPr>
          <p:cNvPr id="32" name="Google Shape;32;p3"/>
          <p:cNvSpPr txBox="1"/>
          <p:nvPr>
            <p:ph type="subTitle" idx="9"/>
          </p:nvPr>
        </p:nvSpPr>
        <p:spPr>
          <a:xfrm>
            <a:off x="466825" y="1369800"/>
            <a:ext cx="6624000" cy="360000"/>
          </a:xfrm>
          <a:prstGeom prst="rect">
            <a:avLst/>
          </a:prstGeom>
        </p:spPr>
        <p:txBody>
          <a:bodyPr spcFirstLastPara="1" wrap="square" lIns="0" tIns="0" rIns="0" bIns="0" anchor="t" anchorCtr="0">
            <a:normAutofit/>
          </a:bodyPr>
          <a:lstStyle>
            <a:lvl1pPr lvl="0" rtl="0">
              <a:spcBef>
                <a:spcPct val="0"/>
              </a:spcBef>
              <a:spcAft>
                <a:spcPct val="0"/>
              </a:spcAft>
              <a:buSzPts val="1400"/>
              <a:buNone/>
              <a:defRPr sz="1400" b="1"/>
            </a:lvl1pPr>
            <a:lvl2pPr lvl="1" rtl="0">
              <a:spcBef>
                <a:spcPct val="0"/>
              </a:spcBef>
              <a:spcAft>
                <a:spcPct val="0"/>
              </a:spcAft>
              <a:buSzPts val="1400"/>
              <a:buNone/>
              <a:defRPr/>
            </a:lvl2pPr>
            <a:lvl3pPr lvl="2" rtl="0">
              <a:spcBef>
                <a:spcPct val="0"/>
              </a:spcBef>
              <a:spcAft>
                <a:spcPct val="0"/>
              </a:spcAft>
              <a:buSzPts val="1400"/>
              <a:buNone/>
              <a:defRPr/>
            </a:lvl3pPr>
            <a:lvl4pPr lvl="3" rtl="0">
              <a:spcBef>
                <a:spcPct val="0"/>
              </a:spcBef>
              <a:spcAft>
                <a:spcPct val="0"/>
              </a:spcAft>
              <a:buSzPts val="1400"/>
              <a:buNone/>
              <a:defRPr/>
            </a:lvl4pPr>
            <a:lvl5pPr lvl="4" rtl="0">
              <a:spcBef>
                <a:spcPct val="0"/>
              </a:spcBef>
              <a:spcAft>
                <a:spcPct val="0"/>
              </a:spcAft>
              <a:buSzPts val="1400"/>
              <a:buNone/>
              <a:defRPr/>
            </a:lvl5pPr>
            <a:lvl6pPr lvl="5" rtl="0">
              <a:spcBef>
                <a:spcPct val="0"/>
              </a:spcBef>
              <a:spcAft>
                <a:spcPct val="0"/>
              </a:spcAft>
              <a:buSzPts val="1400"/>
              <a:buNone/>
              <a:defRPr/>
            </a:lvl6pPr>
            <a:lvl7pPr lvl="6" rtl="0">
              <a:spcBef>
                <a:spcPct val="0"/>
              </a:spcBef>
              <a:spcAft>
                <a:spcPct val="0"/>
              </a:spcAft>
              <a:buSzPts val="1400"/>
              <a:buNone/>
              <a:defRPr/>
            </a:lvl7pPr>
            <a:lvl8pPr lvl="7" rtl="0">
              <a:spcBef>
                <a:spcPct val="0"/>
              </a:spcBef>
              <a:spcAft>
                <a:spcPct val="0"/>
              </a:spcAft>
              <a:buSzPts val="1400"/>
              <a:buNone/>
              <a:defRPr/>
            </a:lvl8pPr>
            <a:lvl9pPr lvl="8" rtl="0">
              <a:spcBef>
                <a:spcPct val="0"/>
              </a:spcBef>
              <a:spcAft>
                <a:spcPct val="0"/>
              </a:spcAft>
              <a:buSzPts val="1400"/>
              <a:buNone/>
              <a:defRPr/>
            </a:lvl9pPr>
          </a:lstStyle>
          <a:p/>
        </p:txBody>
      </p:sp>
    </p:spTree>
  </p:cSld>
  <p:clrMapOvr>
    <a:masterClrMapping/>
  </p:clrMapOvr>
  <p:transition/>
  <p:timing/>
  <p:extLst>
    <p:ext uri="{DCECCB84-F9BA-43D5-87BE-67443E8EF086}">
      <p15:sldGuideLst xmlns:p15="http://schemas.microsoft.com/office/powerpoint/2012/main">
        <p15:guide id="1" orient="horz" pos="488">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pos="295">
          <p15:clr>
            <a:srgbClr val="FF0000"/>
          </p15:clr>
        </p15:guide>
        <p15:guide id="7" pos="4467">
          <p15:clr>
            <a:srgbClr val="FF0000"/>
          </p15:clr>
        </p15:guide>
        <p15:guide id="8" pos="1519">
          <p15:clr>
            <a:srgbClr val="D9D9D9"/>
          </p15:clr>
        </p15:guide>
        <p15:guide id="9" pos="1764">
          <p15:clr>
            <a:srgbClr val="D9D9D9"/>
          </p15:clr>
        </p15:guide>
        <p15:guide id="10" pos="3243">
          <p15:clr>
            <a:srgbClr val="D9D9D9"/>
          </p15:clr>
        </p15:guide>
        <p15:guide id="11" pos="2998">
          <p15:clr>
            <a:srgbClr val="D9D9D9"/>
          </p15:clr>
        </p15:guide>
        <p15:guide id="12" pos="3120">
          <p15:clr>
            <a:srgbClr val="D9D9D9"/>
          </p15:clr>
        </p15:guide>
        <p15:guide id="13" pos="1642">
          <p15:clr>
            <a:srgbClr val="D9D9D9"/>
          </p15:clr>
        </p15:guide>
        <p15:guide id="14" pos="2381">
          <p15:clr>
            <a:srgbClr val="D9D9D9"/>
          </p15:clr>
        </p15:guide>
        <p15:guide id="15" pos="2154">
          <p15:clr>
            <a:srgbClr val="FF0000"/>
          </p15:clr>
        </p15:guide>
        <p15:guide id="16" pos="2608">
          <p15:clr>
            <a:srgbClr val="FF0000"/>
          </p15:clr>
        </p15:guide>
        <p15:guide id="17" orient="horz" pos="227">
          <p15:clr>
            <a:srgbClr val="FF0000"/>
          </p15:clr>
        </p15:guide>
      </p15:sldGuideLst>
    </p:ext>
  </p:extLst>
</p:sldLayout>
</file>

<file path=ppt/slideLayouts/slideLayout3.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Task 1">
  <p:cSld name="SECTION_HEADER_1_1_1_1_1_1_1_1_1_1">
    <p:spTree>
      <p:nvGrpSpPr>
        <p:cNvPr id="33" name="Shape 33"/>
        <p:cNvGrpSpPr/>
        <p:nvPr/>
      </p:nvGrpSpPr>
      <p:grpSpPr>
        <a:xfrm>
          <a:off x="0" y="0"/>
          <a:ext cx="0" cy="0"/>
        </a:xfrm>
      </p:grpSpPr>
      <p:sp>
        <p:nvSpPr>
          <p:cNvPr id="34" name="Google Shape;34;p4"/>
          <p:cNvSpPr txBox="1"/>
          <p:nvPr>
            <p:ph type="subTitle" idx="1"/>
          </p:nvPr>
        </p:nvSpPr>
        <p:spPr>
          <a:xfrm>
            <a:off x="466825" y="1627750"/>
            <a:ext cx="6624000" cy="360000"/>
          </a:xfrm>
          <a:prstGeom prst="rect">
            <a:avLst/>
          </a:prstGeom>
          <a:ln w="9525" cap="flat" cmpd="sng">
            <a:solidFill>
              <a:srgbClr val="B7B7B7"/>
            </a:solidFill>
            <a:prstDash val="solid"/>
            <a:round/>
            <a:headEnd type="none" w="sm" len="sm"/>
            <a:tailEnd type="none" w="sm" len="sm"/>
          </a:ln>
        </p:spPr>
        <p:txBody>
          <a:bodyPr spcFirstLastPara="1" wrap="square" lIns="0" tIns="0" rIns="0" bIns="0" anchor="t" anchorCtr="0">
            <a:normAutofit/>
          </a:bodyPr>
          <a:lstStyle>
            <a:lvl1pPr lvl="0" rtl="0">
              <a:spcBef>
                <a:spcPct val="0"/>
              </a:spcBef>
              <a:spcAft>
                <a:spcPct val="0"/>
              </a:spcAft>
              <a:buSzPts val="1200"/>
              <a:buFont typeface="Lexend"/>
              <a:buNone/>
              <a:defRPr sz="1200">
                <a:latin typeface="Lexend"/>
                <a:ea typeface="Lexend"/>
                <a:cs typeface="Lexend"/>
                <a:sym typeface="Lexend"/>
              </a:defRPr>
            </a:lvl1pPr>
            <a:lvl2pPr lvl="1" rtl="0">
              <a:spcBef>
                <a:spcPct val="0"/>
              </a:spcBef>
              <a:spcAft>
                <a:spcPct val="0"/>
              </a:spcAft>
              <a:buSzPts val="1400"/>
              <a:buNone/>
              <a:defRPr/>
            </a:lvl2pPr>
            <a:lvl3pPr lvl="2" rtl="0">
              <a:spcBef>
                <a:spcPct val="0"/>
              </a:spcBef>
              <a:spcAft>
                <a:spcPct val="0"/>
              </a:spcAft>
              <a:buSzPts val="1400"/>
              <a:buNone/>
              <a:defRPr/>
            </a:lvl3pPr>
            <a:lvl4pPr lvl="3" rtl="0">
              <a:spcBef>
                <a:spcPct val="0"/>
              </a:spcBef>
              <a:spcAft>
                <a:spcPct val="0"/>
              </a:spcAft>
              <a:buSzPts val="1400"/>
              <a:buNone/>
              <a:defRPr/>
            </a:lvl4pPr>
            <a:lvl5pPr lvl="4" rtl="0">
              <a:spcBef>
                <a:spcPct val="0"/>
              </a:spcBef>
              <a:spcAft>
                <a:spcPct val="0"/>
              </a:spcAft>
              <a:buSzPts val="1400"/>
              <a:buNone/>
              <a:defRPr/>
            </a:lvl5pPr>
            <a:lvl6pPr lvl="5" rtl="0">
              <a:spcBef>
                <a:spcPct val="0"/>
              </a:spcBef>
              <a:spcAft>
                <a:spcPct val="0"/>
              </a:spcAft>
              <a:buSzPts val="1400"/>
              <a:buNone/>
              <a:defRPr/>
            </a:lvl6pPr>
            <a:lvl7pPr lvl="6" rtl="0">
              <a:spcBef>
                <a:spcPct val="0"/>
              </a:spcBef>
              <a:spcAft>
                <a:spcPct val="0"/>
              </a:spcAft>
              <a:buSzPts val="1400"/>
              <a:buNone/>
              <a:defRPr/>
            </a:lvl7pPr>
            <a:lvl8pPr lvl="7" rtl="0">
              <a:spcBef>
                <a:spcPct val="0"/>
              </a:spcBef>
              <a:spcAft>
                <a:spcPct val="0"/>
              </a:spcAft>
              <a:buSzPts val="1400"/>
              <a:buNone/>
              <a:defRPr/>
            </a:lvl8pPr>
            <a:lvl9pPr lvl="8" rtl="0">
              <a:spcBef>
                <a:spcPct val="0"/>
              </a:spcBef>
              <a:spcAft>
                <a:spcPct val="0"/>
              </a:spcAft>
              <a:buSzPts val="1400"/>
              <a:buNone/>
              <a:defRPr/>
            </a:lvl9pPr>
          </a:lstStyle>
          <a:p/>
        </p:txBody>
      </p:sp>
      <p:sp>
        <p:nvSpPr>
          <p:cNvPr id="35" name="Google Shape;35;p4"/>
          <p:cNvSpPr txBox="1"/>
          <p:nvPr>
            <p:ph type="subTitle" idx="2"/>
          </p:nvPr>
        </p:nvSpPr>
        <p:spPr>
          <a:xfrm>
            <a:off x="4127250" y="2889600"/>
            <a:ext cx="2953200" cy="360000"/>
          </a:xfrm>
          <a:prstGeom prst="rect">
            <a:avLst/>
          </a:prstGeom>
          <a:ln w="9525" cap="flat" cmpd="sng">
            <a:solidFill>
              <a:srgbClr val="B7B7B7"/>
            </a:solidFill>
            <a:prstDash val="solid"/>
            <a:round/>
            <a:headEnd type="none" w="sm" len="sm"/>
            <a:tailEnd type="none" w="sm" len="sm"/>
          </a:ln>
        </p:spPr>
        <p:txBody>
          <a:bodyPr spcFirstLastPara="1" wrap="square" lIns="0" tIns="0" rIns="0" bIns="0" anchor="t" anchorCtr="0">
            <a:normAutofit/>
          </a:bodyPr>
          <a:lstStyle>
            <a:lvl1pPr lvl="0" rtl="0">
              <a:spcBef>
                <a:spcPct val="0"/>
              </a:spcBef>
              <a:spcAft>
                <a:spcPct val="0"/>
              </a:spcAft>
              <a:buSzPts val="1200"/>
              <a:buFont typeface="Lexend"/>
              <a:buNone/>
              <a:defRPr sz="1200">
                <a:latin typeface="Lexend"/>
                <a:ea typeface="Lexend"/>
                <a:cs typeface="Lexend"/>
                <a:sym typeface="Lexend"/>
              </a:defRPr>
            </a:lvl1pPr>
            <a:lvl2pPr lvl="1" rtl="0">
              <a:spcBef>
                <a:spcPct val="0"/>
              </a:spcBef>
              <a:spcAft>
                <a:spcPct val="0"/>
              </a:spcAft>
              <a:buSzPts val="1400"/>
              <a:buNone/>
              <a:defRPr/>
            </a:lvl2pPr>
            <a:lvl3pPr lvl="2" rtl="0">
              <a:spcBef>
                <a:spcPct val="0"/>
              </a:spcBef>
              <a:spcAft>
                <a:spcPct val="0"/>
              </a:spcAft>
              <a:buSzPts val="1400"/>
              <a:buNone/>
              <a:defRPr/>
            </a:lvl3pPr>
            <a:lvl4pPr lvl="3" rtl="0">
              <a:spcBef>
                <a:spcPct val="0"/>
              </a:spcBef>
              <a:spcAft>
                <a:spcPct val="0"/>
              </a:spcAft>
              <a:buSzPts val="1400"/>
              <a:buNone/>
              <a:defRPr/>
            </a:lvl4pPr>
            <a:lvl5pPr lvl="4" rtl="0">
              <a:spcBef>
                <a:spcPct val="0"/>
              </a:spcBef>
              <a:spcAft>
                <a:spcPct val="0"/>
              </a:spcAft>
              <a:buSzPts val="1400"/>
              <a:buNone/>
              <a:defRPr/>
            </a:lvl5pPr>
            <a:lvl6pPr lvl="5" rtl="0">
              <a:spcBef>
                <a:spcPct val="0"/>
              </a:spcBef>
              <a:spcAft>
                <a:spcPct val="0"/>
              </a:spcAft>
              <a:buSzPts val="1400"/>
              <a:buNone/>
              <a:defRPr/>
            </a:lvl6pPr>
            <a:lvl7pPr lvl="6" rtl="0">
              <a:spcBef>
                <a:spcPct val="0"/>
              </a:spcBef>
              <a:spcAft>
                <a:spcPct val="0"/>
              </a:spcAft>
              <a:buSzPts val="1400"/>
              <a:buNone/>
              <a:defRPr/>
            </a:lvl7pPr>
            <a:lvl8pPr lvl="7" rtl="0">
              <a:spcBef>
                <a:spcPct val="0"/>
              </a:spcBef>
              <a:spcAft>
                <a:spcPct val="0"/>
              </a:spcAft>
              <a:buSzPts val="1400"/>
              <a:buNone/>
              <a:defRPr/>
            </a:lvl8pPr>
            <a:lvl9pPr lvl="8" rtl="0">
              <a:spcBef>
                <a:spcPct val="0"/>
              </a:spcBef>
              <a:spcAft>
                <a:spcPct val="0"/>
              </a:spcAft>
              <a:buSzPts val="1400"/>
              <a:buNone/>
              <a:defRPr/>
            </a:lvl9pPr>
          </a:lstStyle>
          <a:p/>
        </p:txBody>
      </p:sp>
      <p:sp>
        <p:nvSpPr>
          <p:cNvPr id="36" name="Google Shape;36;p4"/>
          <p:cNvSpPr txBox="1"/>
          <p:nvPr>
            <p:ph type="subTitle" idx="3"/>
          </p:nvPr>
        </p:nvSpPr>
        <p:spPr>
          <a:xfrm>
            <a:off x="466825" y="2889600"/>
            <a:ext cx="2953200" cy="360000"/>
          </a:xfrm>
          <a:prstGeom prst="rect">
            <a:avLst/>
          </a:prstGeom>
          <a:ln w="9525" cap="flat" cmpd="sng">
            <a:solidFill>
              <a:srgbClr val="B7B7B7"/>
            </a:solidFill>
            <a:prstDash val="solid"/>
            <a:round/>
            <a:headEnd type="none" w="sm" len="sm"/>
            <a:tailEnd type="none" w="sm" len="sm"/>
          </a:ln>
        </p:spPr>
        <p:txBody>
          <a:bodyPr spcFirstLastPara="1" wrap="square" lIns="0" tIns="0" rIns="0" bIns="0" anchor="t" anchorCtr="0">
            <a:normAutofit/>
          </a:bodyPr>
          <a:lstStyle>
            <a:lvl1pPr lvl="0" rtl="0">
              <a:spcBef>
                <a:spcPct val="0"/>
              </a:spcBef>
              <a:spcAft>
                <a:spcPct val="0"/>
              </a:spcAft>
              <a:buSzPts val="1200"/>
              <a:buFont typeface="Lexend"/>
              <a:buNone/>
              <a:defRPr sz="1200">
                <a:latin typeface="Lexend"/>
                <a:ea typeface="Lexend"/>
                <a:cs typeface="Lexend"/>
                <a:sym typeface="Lexend"/>
              </a:defRPr>
            </a:lvl1pPr>
            <a:lvl2pPr lvl="1" rtl="0">
              <a:spcBef>
                <a:spcPct val="0"/>
              </a:spcBef>
              <a:spcAft>
                <a:spcPct val="0"/>
              </a:spcAft>
              <a:buSzPts val="1400"/>
              <a:buNone/>
              <a:defRPr/>
            </a:lvl2pPr>
            <a:lvl3pPr lvl="2" rtl="0">
              <a:spcBef>
                <a:spcPct val="0"/>
              </a:spcBef>
              <a:spcAft>
                <a:spcPct val="0"/>
              </a:spcAft>
              <a:buSzPts val="1400"/>
              <a:buNone/>
              <a:defRPr/>
            </a:lvl3pPr>
            <a:lvl4pPr lvl="3" rtl="0">
              <a:spcBef>
                <a:spcPct val="0"/>
              </a:spcBef>
              <a:spcAft>
                <a:spcPct val="0"/>
              </a:spcAft>
              <a:buSzPts val="1400"/>
              <a:buNone/>
              <a:defRPr/>
            </a:lvl4pPr>
            <a:lvl5pPr lvl="4" rtl="0">
              <a:spcBef>
                <a:spcPct val="0"/>
              </a:spcBef>
              <a:spcAft>
                <a:spcPct val="0"/>
              </a:spcAft>
              <a:buSzPts val="1400"/>
              <a:buNone/>
              <a:defRPr/>
            </a:lvl5pPr>
            <a:lvl6pPr lvl="5" rtl="0">
              <a:spcBef>
                <a:spcPct val="0"/>
              </a:spcBef>
              <a:spcAft>
                <a:spcPct val="0"/>
              </a:spcAft>
              <a:buSzPts val="1400"/>
              <a:buNone/>
              <a:defRPr/>
            </a:lvl6pPr>
            <a:lvl7pPr lvl="6" rtl="0">
              <a:spcBef>
                <a:spcPct val="0"/>
              </a:spcBef>
              <a:spcAft>
                <a:spcPct val="0"/>
              </a:spcAft>
              <a:buSzPts val="1400"/>
              <a:buNone/>
              <a:defRPr/>
            </a:lvl7pPr>
            <a:lvl8pPr lvl="7" rtl="0">
              <a:spcBef>
                <a:spcPct val="0"/>
              </a:spcBef>
              <a:spcAft>
                <a:spcPct val="0"/>
              </a:spcAft>
              <a:buSzPts val="1400"/>
              <a:buNone/>
              <a:defRPr/>
            </a:lvl8pPr>
            <a:lvl9pPr lvl="8" rtl="0">
              <a:spcBef>
                <a:spcPct val="0"/>
              </a:spcBef>
              <a:spcAft>
                <a:spcPct val="0"/>
              </a:spcAft>
              <a:buSzPts val="1400"/>
              <a:buNone/>
              <a:defRPr/>
            </a:lvl9pPr>
          </a:lstStyle>
          <a:p/>
        </p:txBody>
      </p:sp>
      <p:pic>
        <p:nvPicPr>
          <p:cNvPr id="37" name="Google Shape;37;p4"/>
          <p:cNvPicPr preferRelativeResize="0"/>
          <p:nvPr/>
        </p:nvPicPr>
        <p:blipFill>
          <a:blip r:embed="rId1">
            <a:alphaModFix/>
          </a:blip>
          <a:stretch>
            <a:fillRect/>
          </a:stretch>
        </p:blipFill>
        <p:spPr>
          <a:xfrm>
            <a:off x="6886512" y="10041210"/>
            <a:ext cx="181075" cy="246288"/>
          </a:xfrm>
          <a:prstGeom prst="rect">
            <a:avLst/>
          </a:prstGeom>
          <a:noFill/>
          <a:ln>
            <a:noFill/>
          </a:ln>
        </p:spPr>
      </p:pic>
      <p:sp>
        <p:nvSpPr>
          <p:cNvPr id="38" name="Google Shape;38;p4"/>
          <p:cNvSpPr txBox="1"/>
          <p:nvPr>
            <p:ph type="subTitle" idx="4"/>
          </p:nvPr>
        </p:nvSpPr>
        <p:spPr>
          <a:xfrm>
            <a:off x="466825" y="531600"/>
            <a:ext cx="6624000" cy="360000"/>
          </a:xfrm>
          <a:prstGeom prst="rect">
            <a:avLst/>
          </a:prstGeom>
        </p:spPr>
        <p:txBody>
          <a:bodyPr spcFirstLastPara="1" wrap="square" lIns="0" tIns="0" rIns="0" bIns="0" anchor="t" anchorCtr="0">
            <a:normAutofit/>
          </a:bodyPr>
          <a:lstStyle>
            <a:lvl1pPr lvl="0" rtl="0">
              <a:spcBef>
                <a:spcPct val="0"/>
              </a:spcBef>
              <a:spcAft>
                <a:spcPct val="0"/>
              </a:spcAft>
              <a:buSzPts val="1400"/>
              <a:buNone/>
              <a:defRPr sz="1400" b="1"/>
            </a:lvl1pPr>
            <a:lvl2pPr lvl="1" rtl="0">
              <a:spcBef>
                <a:spcPct val="0"/>
              </a:spcBef>
              <a:spcAft>
                <a:spcPct val="0"/>
              </a:spcAft>
              <a:buSzPts val="1400"/>
              <a:buNone/>
              <a:defRPr/>
            </a:lvl2pPr>
            <a:lvl3pPr lvl="2" rtl="0">
              <a:spcBef>
                <a:spcPct val="0"/>
              </a:spcBef>
              <a:spcAft>
                <a:spcPct val="0"/>
              </a:spcAft>
              <a:buSzPts val="1400"/>
              <a:buNone/>
              <a:defRPr/>
            </a:lvl3pPr>
            <a:lvl4pPr lvl="3" rtl="0">
              <a:spcBef>
                <a:spcPct val="0"/>
              </a:spcBef>
              <a:spcAft>
                <a:spcPct val="0"/>
              </a:spcAft>
              <a:buSzPts val="1400"/>
              <a:buNone/>
              <a:defRPr/>
            </a:lvl4pPr>
            <a:lvl5pPr lvl="4" rtl="0">
              <a:spcBef>
                <a:spcPct val="0"/>
              </a:spcBef>
              <a:spcAft>
                <a:spcPct val="0"/>
              </a:spcAft>
              <a:buSzPts val="1400"/>
              <a:buNone/>
              <a:defRPr/>
            </a:lvl5pPr>
            <a:lvl6pPr lvl="5" rtl="0">
              <a:spcBef>
                <a:spcPct val="0"/>
              </a:spcBef>
              <a:spcAft>
                <a:spcPct val="0"/>
              </a:spcAft>
              <a:buSzPts val="1400"/>
              <a:buNone/>
              <a:defRPr/>
            </a:lvl6pPr>
            <a:lvl7pPr lvl="6" rtl="0">
              <a:spcBef>
                <a:spcPct val="0"/>
              </a:spcBef>
              <a:spcAft>
                <a:spcPct val="0"/>
              </a:spcAft>
              <a:buSzPts val="1400"/>
              <a:buNone/>
              <a:defRPr/>
            </a:lvl7pPr>
            <a:lvl8pPr lvl="7" rtl="0">
              <a:spcBef>
                <a:spcPct val="0"/>
              </a:spcBef>
              <a:spcAft>
                <a:spcPct val="0"/>
              </a:spcAft>
              <a:buSzPts val="1400"/>
              <a:buNone/>
              <a:defRPr/>
            </a:lvl8pPr>
            <a:lvl9pPr lvl="8" rtl="0">
              <a:spcBef>
                <a:spcPct val="0"/>
              </a:spcBef>
              <a:spcAft>
                <a:spcPct val="0"/>
              </a:spcAft>
              <a:buSzPts val="1400"/>
              <a:buNone/>
              <a:defRPr/>
            </a:lvl9pPr>
          </a:lstStyle>
          <a:p/>
        </p:txBody>
      </p:sp>
    </p:spTree>
  </p:cSld>
  <p:clrMapOvr>
    <a:masterClrMapping/>
  </p:clrMapOvr>
  <p:transition/>
  <p:timing/>
  <p:extLst>
    <p:ext uri="{DCECCB84-F9BA-43D5-87BE-67443E8EF086}">
      <p15:sldGuideLst xmlns:p15="http://schemas.microsoft.com/office/powerpoint/2012/main">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sldGuideLst>
    </p:ext>
  </p:extLst>
</p:sldLayout>
</file>

<file path=ppt/slideLayouts/slideLayout4.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Task 2">
  <p:cSld name="SECTION_HEADER_1_1_1_1_1_1_1_1_1_1_1">
    <p:spTree>
      <p:nvGrpSpPr>
        <p:cNvPr id="39" name="Shape 39"/>
        <p:cNvGrpSpPr/>
        <p:nvPr/>
      </p:nvGrpSpPr>
      <p:grpSpPr>
        <a:xfrm>
          <a:off x="0" y="0"/>
          <a:ext cx="0" cy="0"/>
        </a:xfrm>
      </p:grpSpPr>
      <p:sp>
        <p:nvSpPr>
          <p:cNvPr id="40" name="Google Shape;40;p5"/>
          <p:cNvSpPr txBox="1"/>
          <p:nvPr>
            <p:ph type="subTitle" idx="1"/>
          </p:nvPr>
        </p:nvSpPr>
        <p:spPr>
          <a:xfrm>
            <a:off x="2807400" y="1386138"/>
            <a:ext cx="1945200" cy="360000"/>
          </a:xfrm>
          <a:prstGeom prst="rect">
            <a:avLst/>
          </a:prstGeom>
          <a:ln w="9525" cap="flat" cmpd="sng">
            <a:solidFill>
              <a:srgbClr val="B7B7B7"/>
            </a:solidFill>
            <a:prstDash val="solid"/>
            <a:round/>
            <a:headEnd type="none" w="sm" len="sm"/>
            <a:tailEnd type="none" w="sm" len="sm"/>
          </a:ln>
        </p:spPr>
        <p:txBody>
          <a:bodyPr spcFirstLastPara="1" wrap="square" lIns="0" tIns="0" rIns="0" bIns="0" anchor="t" anchorCtr="0">
            <a:normAutofit/>
          </a:bodyPr>
          <a:lstStyle>
            <a:lvl1pPr lvl="0" rtl="0">
              <a:spcBef>
                <a:spcPct val="0"/>
              </a:spcBef>
              <a:spcAft>
                <a:spcPct val="0"/>
              </a:spcAft>
              <a:buSzPts val="1200"/>
              <a:buFont typeface="Lexend"/>
              <a:buNone/>
              <a:defRPr sz="1200">
                <a:latin typeface="Lexend"/>
                <a:ea typeface="Lexend"/>
                <a:cs typeface="Lexend"/>
                <a:sym typeface="Lexend"/>
              </a:defRPr>
            </a:lvl1pPr>
            <a:lvl2pPr lvl="1" rtl="0">
              <a:spcBef>
                <a:spcPct val="0"/>
              </a:spcBef>
              <a:spcAft>
                <a:spcPct val="0"/>
              </a:spcAft>
              <a:buSzPts val="1400"/>
              <a:buNone/>
              <a:defRPr/>
            </a:lvl2pPr>
            <a:lvl3pPr lvl="2" rtl="0">
              <a:spcBef>
                <a:spcPct val="0"/>
              </a:spcBef>
              <a:spcAft>
                <a:spcPct val="0"/>
              </a:spcAft>
              <a:buSzPts val="1400"/>
              <a:buNone/>
              <a:defRPr/>
            </a:lvl3pPr>
            <a:lvl4pPr lvl="3" rtl="0">
              <a:spcBef>
                <a:spcPct val="0"/>
              </a:spcBef>
              <a:spcAft>
                <a:spcPct val="0"/>
              </a:spcAft>
              <a:buSzPts val="1400"/>
              <a:buNone/>
              <a:defRPr/>
            </a:lvl4pPr>
            <a:lvl5pPr lvl="4" rtl="0">
              <a:spcBef>
                <a:spcPct val="0"/>
              </a:spcBef>
              <a:spcAft>
                <a:spcPct val="0"/>
              </a:spcAft>
              <a:buSzPts val="1400"/>
              <a:buNone/>
              <a:defRPr/>
            </a:lvl5pPr>
            <a:lvl6pPr lvl="5" rtl="0">
              <a:spcBef>
                <a:spcPct val="0"/>
              </a:spcBef>
              <a:spcAft>
                <a:spcPct val="0"/>
              </a:spcAft>
              <a:buSzPts val="1400"/>
              <a:buNone/>
              <a:defRPr/>
            </a:lvl6pPr>
            <a:lvl7pPr lvl="6" rtl="0">
              <a:spcBef>
                <a:spcPct val="0"/>
              </a:spcBef>
              <a:spcAft>
                <a:spcPct val="0"/>
              </a:spcAft>
              <a:buSzPts val="1400"/>
              <a:buNone/>
              <a:defRPr/>
            </a:lvl7pPr>
            <a:lvl8pPr lvl="7" rtl="0">
              <a:spcBef>
                <a:spcPct val="0"/>
              </a:spcBef>
              <a:spcAft>
                <a:spcPct val="0"/>
              </a:spcAft>
              <a:buSzPts val="1400"/>
              <a:buNone/>
              <a:defRPr/>
            </a:lvl8pPr>
            <a:lvl9pPr lvl="8" rtl="0">
              <a:spcBef>
                <a:spcPct val="0"/>
              </a:spcBef>
              <a:spcAft>
                <a:spcPct val="0"/>
              </a:spcAft>
              <a:buSzPts val="1400"/>
              <a:buNone/>
              <a:defRPr/>
            </a:lvl9pPr>
          </a:lstStyle>
          <a:p/>
        </p:txBody>
      </p:sp>
      <p:sp>
        <p:nvSpPr>
          <p:cNvPr id="41" name="Google Shape;41;p5"/>
          <p:cNvSpPr txBox="1"/>
          <p:nvPr>
            <p:ph type="subTitle" idx="2"/>
          </p:nvPr>
        </p:nvSpPr>
        <p:spPr>
          <a:xfrm>
            <a:off x="467950" y="2493013"/>
            <a:ext cx="6624000" cy="4105800"/>
          </a:xfrm>
          <a:prstGeom prst="rect">
            <a:avLst/>
          </a:prstGeom>
          <a:ln w="9525" cap="flat" cmpd="sng">
            <a:solidFill>
              <a:srgbClr val="B7B7B7"/>
            </a:solidFill>
            <a:prstDash val="solid"/>
            <a:round/>
            <a:headEnd type="none" w="sm" len="sm"/>
            <a:tailEnd type="none" w="sm" len="sm"/>
          </a:ln>
        </p:spPr>
        <p:txBody>
          <a:bodyPr spcFirstLastPara="1" wrap="square" lIns="0" tIns="0" rIns="0" bIns="0" anchor="t" anchorCtr="0">
            <a:normAutofit/>
          </a:bodyPr>
          <a:lstStyle>
            <a:lvl1pPr lvl="0" rtl="0">
              <a:spcBef>
                <a:spcPct val="0"/>
              </a:spcBef>
              <a:spcAft>
                <a:spcPct val="0"/>
              </a:spcAft>
              <a:buSzPts val="1200"/>
              <a:buFont typeface="Lexend"/>
              <a:buNone/>
              <a:defRPr sz="1200">
                <a:latin typeface="Lexend"/>
                <a:ea typeface="Lexend"/>
                <a:cs typeface="Lexend"/>
                <a:sym typeface="Lexend"/>
              </a:defRPr>
            </a:lvl1pPr>
            <a:lvl2pPr lvl="1" rtl="0">
              <a:spcBef>
                <a:spcPct val="0"/>
              </a:spcBef>
              <a:spcAft>
                <a:spcPct val="0"/>
              </a:spcAft>
              <a:buSzPts val="1400"/>
              <a:buNone/>
              <a:defRPr/>
            </a:lvl2pPr>
            <a:lvl3pPr lvl="2" rtl="0">
              <a:spcBef>
                <a:spcPct val="0"/>
              </a:spcBef>
              <a:spcAft>
                <a:spcPct val="0"/>
              </a:spcAft>
              <a:buSzPts val="1400"/>
              <a:buNone/>
              <a:defRPr/>
            </a:lvl3pPr>
            <a:lvl4pPr lvl="3" rtl="0">
              <a:spcBef>
                <a:spcPct val="0"/>
              </a:spcBef>
              <a:spcAft>
                <a:spcPct val="0"/>
              </a:spcAft>
              <a:buSzPts val="1400"/>
              <a:buNone/>
              <a:defRPr/>
            </a:lvl4pPr>
            <a:lvl5pPr lvl="4" rtl="0">
              <a:spcBef>
                <a:spcPct val="0"/>
              </a:spcBef>
              <a:spcAft>
                <a:spcPct val="0"/>
              </a:spcAft>
              <a:buSzPts val="1400"/>
              <a:buNone/>
              <a:defRPr/>
            </a:lvl5pPr>
            <a:lvl6pPr lvl="5" rtl="0">
              <a:spcBef>
                <a:spcPct val="0"/>
              </a:spcBef>
              <a:spcAft>
                <a:spcPct val="0"/>
              </a:spcAft>
              <a:buSzPts val="1400"/>
              <a:buNone/>
              <a:defRPr/>
            </a:lvl6pPr>
            <a:lvl7pPr lvl="6" rtl="0">
              <a:spcBef>
                <a:spcPct val="0"/>
              </a:spcBef>
              <a:spcAft>
                <a:spcPct val="0"/>
              </a:spcAft>
              <a:buSzPts val="1400"/>
              <a:buNone/>
              <a:defRPr/>
            </a:lvl7pPr>
            <a:lvl8pPr lvl="7" rtl="0">
              <a:spcBef>
                <a:spcPct val="0"/>
              </a:spcBef>
              <a:spcAft>
                <a:spcPct val="0"/>
              </a:spcAft>
              <a:buSzPts val="1400"/>
              <a:buNone/>
              <a:defRPr/>
            </a:lvl8pPr>
            <a:lvl9pPr lvl="8" rtl="0">
              <a:spcBef>
                <a:spcPct val="0"/>
              </a:spcBef>
              <a:spcAft>
                <a:spcPct val="0"/>
              </a:spcAft>
              <a:buSzPts val="1400"/>
              <a:buNone/>
              <a:defRPr/>
            </a:lvl9pPr>
          </a:lstStyle>
          <a:p/>
        </p:txBody>
      </p:sp>
      <p:sp>
        <p:nvSpPr>
          <p:cNvPr id="42" name="Google Shape;42;p5"/>
          <p:cNvSpPr txBox="1"/>
          <p:nvPr>
            <p:ph type="subTitle" idx="3"/>
          </p:nvPr>
        </p:nvSpPr>
        <p:spPr>
          <a:xfrm>
            <a:off x="466825" y="1386138"/>
            <a:ext cx="1945200" cy="360000"/>
          </a:xfrm>
          <a:prstGeom prst="rect">
            <a:avLst/>
          </a:prstGeom>
          <a:ln w="9525" cap="flat" cmpd="sng">
            <a:solidFill>
              <a:srgbClr val="B7B7B7"/>
            </a:solidFill>
            <a:prstDash val="solid"/>
            <a:round/>
            <a:headEnd type="none" w="sm" len="sm"/>
            <a:tailEnd type="none" w="sm" len="sm"/>
          </a:ln>
        </p:spPr>
        <p:txBody>
          <a:bodyPr spcFirstLastPara="1" wrap="square" lIns="0" tIns="0" rIns="0" bIns="0" anchor="t" anchorCtr="0">
            <a:normAutofit/>
          </a:bodyPr>
          <a:lstStyle>
            <a:lvl1pPr lvl="0" rtl="0">
              <a:spcBef>
                <a:spcPct val="0"/>
              </a:spcBef>
              <a:spcAft>
                <a:spcPct val="0"/>
              </a:spcAft>
              <a:buSzPts val="1200"/>
              <a:buFont typeface="Lexend"/>
              <a:buNone/>
              <a:defRPr sz="1200">
                <a:latin typeface="Lexend"/>
                <a:ea typeface="Lexend"/>
                <a:cs typeface="Lexend"/>
                <a:sym typeface="Lexend"/>
              </a:defRPr>
            </a:lvl1pPr>
            <a:lvl2pPr lvl="1" rtl="0">
              <a:spcBef>
                <a:spcPct val="0"/>
              </a:spcBef>
              <a:spcAft>
                <a:spcPct val="0"/>
              </a:spcAft>
              <a:buSzPts val="1400"/>
              <a:buNone/>
              <a:defRPr/>
            </a:lvl2pPr>
            <a:lvl3pPr lvl="2" rtl="0">
              <a:spcBef>
                <a:spcPct val="0"/>
              </a:spcBef>
              <a:spcAft>
                <a:spcPct val="0"/>
              </a:spcAft>
              <a:buSzPts val="1400"/>
              <a:buNone/>
              <a:defRPr/>
            </a:lvl3pPr>
            <a:lvl4pPr lvl="3" rtl="0">
              <a:spcBef>
                <a:spcPct val="0"/>
              </a:spcBef>
              <a:spcAft>
                <a:spcPct val="0"/>
              </a:spcAft>
              <a:buSzPts val="1400"/>
              <a:buNone/>
              <a:defRPr/>
            </a:lvl4pPr>
            <a:lvl5pPr lvl="4" rtl="0">
              <a:spcBef>
                <a:spcPct val="0"/>
              </a:spcBef>
              <a:spcAft>
                <a:spcPct val="0"/>
              </a:spcAft>
              <a:buSzPts val="1400"/>
              <a:buNone/>
              <a:defRPr/>
            </a:lvl5pPr>
            <a:lvl6pPr lvl="5" rtl="0">
              <a:spcBef>
                <a:spcPct val="0"/>
              </a:spcBef>
              <a:spcAft>
                <a:spcPct val="0"/>
              </a:spcAft>
              <a:buSzPts val="1400"/>
              <a:buNone/>
              <a:defRPr/>
            </a:lvl6pPr>
            <a:lvl7pPr lvl="6" rtl="0">
              <a:spcBef>
                <a:spcPct val="0"/>
              </a:spcBef>
              <a:spcAft>
                <a:spcPct val="0"/>
              </a:spcAft>
              <a:buSzPts val="1400"/>
              <a:buNone/>
              <a:defRPr/>
            </a:lvl7pPr>
            <a:lvl8pPr lvl="7" rtl="0">
              <a:spcBef>
                <a:spcPct val="0"/>
              </a:spcBef>
              <a:spcAft>
                <a:spcPct val="0"/>
              </a:spcAft>
              <a:buSzPts val="1400"/>
              <a:buNone/>
              <a:defRPr/>
            </a:lvl8pPr>
            <a:lvl9pPr lvl="8" rtl="0">
              <a:spcBef>
                <a:spcPct val="0"/>
              </a:spcBef>
              <a:spcAft>
                <a:spcPct val="0"/>
              </a:spcAft>
              <a:buSzPts val="1400"/>
              <a:buNone/>
              <a:defRPr/>
            </a:lvl9pPr>
          </a:lstStyle>
          <a:p/>
        </p:txBody>
      </p:sp>
      <p:sp>
        <p:nvSpPr>
          <p:cNvPr id="43" name="Google Shape;43;p5"/>
          <p:cNvSpPr txBox="1"/>
          <p:nvPr>
            <p:ph type="subTitle" idx="4"/>
          </p:nvPr>
        </p:nvSpPr>
        <p:spPr>
          <a:xfrm>
            <a:off x="5147975" y="1386138"/>
            <a:ext cx="1945200" cy="360000"/>
          </a:xfrm>
          <a:prstGeom prst="rect">
            <a:avLst/>
          </a:prstGeom>
          <a:ln w="9525" cap="flat" cmpd="sng">
            <a:solidFill>
              <a:srgbClr val="B7B7B7"/>
            </a:solidFill>
            <a:prstDash val="solid"/>
            <a:round/>
            <a:headEnd type="none" w="sm" len="sm"/>
            <a:tailEnd type="none" w="sm" len="sm"/>
          </a:ln>
        </p:spPr>
        <p:txBody>
          <a:bodyPr spcFirstLastPara="1" wrap="square" lIns="0" tIns="0" rIns="0" bIns="0" anchor="t" anchorCtr="0">
            <a:normAutofit/>
          </a:bodyPr>
          <a:lstStyle>
            <a:lvl1pPr lvl="0" rtl="0">
              <a:spcBef>
                <a:spcPct val="0"/>
              </a:spcBef>
              <a:spcAft>
                <a:spcPct val="0"/>
              </a:spcAft>
              <a:buSzPts val="1200"/>
              <a:buFont typeface="Lexend"/>
              <a:buNone/>
              <a:defRPr sz="1200">
                <a:latin typeface="Lexend"/>
                <a:ea typeface="Lexend"/>
                <a:cs typeface="Lexend"/>
                <a:sym typeface="Lexend"/>
              </a:defRPr>
            </a:lvl1pPr>
            <a:lvl2pPr lvl="1" rtl="0">
              <a:spcBef>
                <a:spcPct val="0"/>
              </a:spcBef>
              <a:spcAft>
                <a:spcPct val="0"/>
              </a:spcAft>
              <a:buSzPts val="1400"/>
              <a:buNone/>
              <a:defRPr/>
            </a:lvl2pPr>
            <a:lvl3pPr lvl="2" rtl="0">
              <a:spcBef>
                <a:spcPct val="0"/>
              </a:spcBef>
              <a:spcAft>
                <a:spcPct val="0"/>
              </a:spcAft>
              <a:buSzPts val="1400"/>
              <a:buNone/>
              <a:defRPr/>
            </a:lvl3pPr>
            <a:lvl4pPr lvl="3" rtl="0">
              <a:spcBef>
                <a:spcPct val="0"/>
              </a:spcBef>
              <a:spcAft>
                <a:spcPct val="0"/>
              </a:spcAft>
              <a:buSzPts val="1400"/>
              <a:buNone/>
              <a:defRPr/>
            </a:lvl4pPr>
            <a:lvl5pPr lvl="4" rtl="0">
              <a:spcBef>
                <a:spcPct val="0"/>
              </a:spcBef>
              <a:spcAft>
                <a:spcPct val="0"/>
              </a:spcAft>
              <a:buSzPts val="1400"/>
              <a:buNone/>
              <a:defRPr/>
            </a:lvl5pPr>
            <a:lvl6pPr lvl="5" rtl="0">
              <a:spcBef>
                <a:spcPct val="0"/>
              </a:spcBef>
              <a:spcAft>
                <a:spcPct val="0"/>
              </a:spcAft>
              <a:buSzPts val="1400"/>
              <a:buNone/>
              <a:defRPr/>
            </a:lvl6pPr>
            <a:lvl7pPr lvl="6" rtl="0">
              <a:spcBef>
                <a:spcPct val="0"/>
              </a:spcBef>
              <a:spcAft>
                <a:spcPct val="0"/>
              </a:spcAft>
              <a:buSzPts val="1400"/>
              <a:buNone/>
              <a:defRPr/>
            </a:lvl7pPr>
            <a:lvl8pPr lvl="7" rtl="0">
              <a:spcBef>
                <a:spcPct val="0"/>
              </a:spcBef>
              <a:spcAft>
                <a:spcPct val="0"/>
              </a:spcAft>
              <a:buSzPts val="1400"/>
              <a:buNone/>
              <a:defRPr/>
            </a:lvl8pPr>
            <a:lvl9pPr lvl="8" rtl="0">
              <a:spcBef>
                <a:spcPct val="0"/>
              </a:spcBef>
              <a:spcAft>
                <a:spcPct val="0"/>
              </a:spcAft>
              <a:buSzPts val="1400"/>
              <a:buNone/>
              <a:defRPr/>
            </a:lvl9pPr>
          </a:lstStyle>
          <a:p/>
        </p:txBody>
      </p:sp>
      <p:pic>
        <p:nvPicPr>
          <p:cNvPr id="44" name="Google Shape;44;p5"/>
          <p:cNvPicPr preferRelativeResize="0"/>
          <p:nvPr/>
        </p:nvPicPr>
        <p:blipFill>
          <a:blip r:embed="rId1">
            <a:alphaModFix/>
          </a:blip>
          <a:stretch>
            <a:fillRect/>
          </a:stretch>
        </p:blipFill>
        <p:spPr>
          <a:xfrm>
            <a:off x="6886512" y="10041210"/>
            <a:ext cx="181075" cy="246288"/>
          </a:xfrm>
          <a:prstGeom prst="rect">
            <a:avLst/>
          </a:prstGeom>
          <a:noFill/>
          <a:ln>
            <a:noFill/>
          </a:ln>
        </p:spPr>
      </p:pic>
      <p:sp>
        <p:nvSpPr>
          <p:cNvPr id="45" name="Google Shape;45;p5"/>
          <p:cNvSpPr txBox="1"/>
          <p:nvPr>
            <p:ph type="subTitle" idx="5"/>
          </p:nvPr>
        </p:nvSpPr>
        <p:spPr>
          <a:xfrm>
            <a:off x="466825" y="531600"/>
            <a:ext cx="6624000" cy="360000"/>
          </a:xfrm>
          <a:prstGeom prst="rect">
            <a:avLst/>
          </a:prstGeom>
        </p:spPr>
        <p:txBody>
          <a:bodyPr spcFirstLastPara="1" wrap="square" lIns="0" tIns="0" rIns="0" bIns="0" anchor="t" anchorCtr="0">
            <a:normAutofit/>
          </a:bodyPr>
          <a:lstStyle>
            <a:lvl1pPr lvl="0" rtl="0">
              <a:spcBef>
                <a:spcPct val="0"/>
              </a:spcBef>
              <a:spcAft>
                <a:spcPct val="0"/>
              </a:spcAft>
              <a:buSzPts val="1400"/>
              <a:buNone/>
              <a:defRPr sz="1400" b="1"/>
            </a:lvl1pPr>
            <a:lvl2pPr lvl="1" rtl="0">
              <a:spcBef>
                <a:spcPct val="0"/>
              </a:spcBef>
              <a:spcAft>
                <a:spcPct val="0"/>
              </a:spcAft>
              <a:buSzPts val="1400"/>
              <a:buNone/>
              <a:defRPr/>
            </a:lvl2pPr>
            <a:lvl3pPr lvl="2" rtl="0">
              <a:spcBef>
                <a:spcPct val="0"/>
              </a:spcBef>
              <a:spcAft>
                <a:spcPct val="0"/>
              </a:spcAft>
              <a:buSzPts val="1400"/>
              <a:buNone/>
              <a:defRPr/>
            </a:lvl3pPr>
            <a:lvl4pPr lvl="3" rtl="0">
              <a:spcBef>
                <a:spcPct val="0"/>
              </a:spcBef>
              <a:spcAft>
                <a:spcPct val="0"/>
              </a:spcAft>
              <a:buSzPts val="1400"/>
              <a:buNone/>
              <a:defRPr/>
            </a:lvl4pPr>
            <a:lvl5pPr lvl="4" rtl="0">
              <a:spcBef>
                <a:spcPct val="0"/>
              </a:spcBef>
              <a:spcAft>
                <a:spcPct val="0"/>
              </a:spcAft>
              <a:buSzPts val="1400"/>
              <a:buNone/>
              <a:defRPr/>
            </a:lvl5pPr>
            <a:lvl6pPr lvl="5" rtl="0">
              <a:spcBef>
                <a:spcPct val="0"/>
              </a:spcBef>
              <a:spcAft>
                <a:spcPct val="0"/>
              </a:spcAft>
              <a:buSzPts val="1400"/>
              <a:buNone/>
              <a:defRPr/>
            </a:lvl6pPr>
            <a:lvl7pPr lvl="6" rtl="0">
              <a:spcBef>
                <a:spcPct val="0"/>
              </a:spcBef>
              <a:spcAft>
                <a:spcPct val="0"/>
              </a:spcAft>
              <a:buSzPts val="1400"/>
              <a:buNone/>
              <a:defRPr/>
            </a:lvl7pPr>
            <a:lvl8pPr lvl="7" rtl="0">
              <a:spcBef>
                <a:spcPct val="0"/>
              </a:spcBef>
              <a:spcAft>
                <a:spcPct val="0"/>
              </a:spcAft>
              <a:buSzPts val="1400"/>
              <a:buNone/>
              <a:defRPr/>
            </a:lvl8pPr>
            <a:lvl9pPr lvl="8" rtl="0">
              <a:spcBef>
                <a:spcPct val="0"/>
              </a:spcBef>
              <a:spcAft>
                <a:spcPct val="0"/>
              </a:spcAft>
              <a:buSzPts val="1400"/>
              <a:buNone/>
              <a:defRPr/>
            </a:lvl9pPr>
          </a:lstStyle>
          <a:p/>
        </p:txBody>
      </p:sp>
    </p:spTree>
  </p:cSld>
  <p:clrMapOvr>
    <a:masterClrMapping/>
  </p:clrMapOvr>
  <p:transition/>
  <p:timing/>
  <p:extLst>
    <p:ext uri="{DCECCB84-F9BA-43D5-87BE-67443E8EF086}">
      <p15:sldGuideLst xmlns:p15="http://schemas.microsoft.com/office/powerpoint/2012/main">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sldGuideLst>
    </p:ext>
  </p:extLst>
</p:sldLayout>
</file>

<file path=ppt/slideLayouts/slideLayout5.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Task 3">
  <p:cSld name="SECTION_HEADER_1_1_1_1_1_1_1_1_1_1_1_2">
    <p:spTree>
      <p:nvGrpSpPr>
        <p:cNvPr id="46" name="Shape 46"/>
        <p:cNvGrpSpPr/>
        <p:nvPr/>
      </p:nvGrpSpPr>
      <p:grpSpPr>
        <a:xfrm>
          <a:off x="0" y="0"/>
          <a:ext cx="0" cy="0"/>
        </a:xfrm>
      </p:grpSpPr>
      <p:sp>
        <p:nvSpPr>
          <p:cNvPr id="47" name="Google Shape;47;p6"/>
          <p:cNvSpPr txBox="1"/>
          <p:nvPr>
            <p:ph type="subTitle" idx="1"/>
          </p:nvPr>
        </p:nvSpPr>
        <p:spPr>
          <a:xfrm>
            <a:off x="466825" y="3880200"/>
            <a:ext cx="1945200" cy="360000"/>
          </a:xfrm>
          <a:prstGeom prst="rect">
            <a:avLst/>
          </a:prstGeom>
          <a:ln w="9525" cap="flat" cmpd="sng">
            <a:solidFill>
              <a:srgbClr val="B7B7B7"/>
            </a:solidFill>
            <a:prstDash val="solid"/>
            <a:round/>
            <a:headEnd type="none" w="sm" len="sm"/>
            <a:tailEnd type="none" w="sm" len="sm"/>
          </a:ln>
        </p:spPr>
        <p:txBody>
          <a:bodyPr spcFirstLastPara="1" wrap="square" lIns="0" tIns="0" rIns="0" bIns="0" anchor="t" anchorCtr="0">
            <a:normAutofit/>
          </a:bodyPr>
          <a:lstStyle>
            <a:lvl1pPr lvl="0" rtl="0">
              <a:spcBef>
                <a:spcPct val="0"/>
              </a:spcBef>
              <a:spcAft>
                <a:spcPct val="0"/>
              </a:spcAft>
              <a:buSzPts val="1200"/>
              <a:buFont typeface="Lexend"/>
              <a:buNone/>
              <a:defRPr sz="1200">
                <a:latin typeface="Lexend"/>
                <a:ea typeface="Lexend"/>
                <a:cs typeface="Lexend"/>
                <a:sym typeface="Lexend"/>
              </a:defRPr>
            </a:lvl1pPr>
            <a:lvl2pPr lvl="1" rtl="0">
              <a:spcBef>
                <a:spcPct val="0"/>
              </a:spcBef>
              <a:spcAft>
                <a:spcPct val="0"/>
              </a:spcAft>
              <a:buSzPts val="1400"/>
              <a:buNone/>
              <a:defRPr/>
            </a:lvl2pPr>
            <a:lvl3pPr lvl="2" rtl="0">
              <a:spcBef>
                <a:spcPct val="0"/>
              </a:spcBef>
              <a:spcAft>
                <a:spcPct val="0"/>
              </a:spcAft>
              <a:buSzPts val="1400"/>
              <a:buNone/>
              <a:defRPr/>
            </a:lvl3pPr>
            <a:lvl4pPr lvl="3" rtl="0">
              <a:spcBef>
                <a:spcPct val="0"/>
              </a:spcBef>
              <a:spcAft>
                <a:spcPct val="0"/>
              </a:spcAft>
              <a:buSzPts val="1400"/>
              <a:buNone/>
              <a:defRPr/>
            </a:lvl4pPr>
            <a:lvl5pPr lvl="4" rtl="0">
              <a:spcBef>
                <a:spcPct val="0"/>
              </a:spcBef>
              <a:spcAft>
                <a:spcPct val="0"/>
              </a:spcAft>
              <a:buSzPts val="1400"/>
              <a:buNone/>
              <a:defRPr/>
            </a:lvl5pPr>
            <a:lvl6pPr lvl="5" rtl="0">
              <a:spcBef>
                <a:spcPct val="0"/>
              </a:spcBef>
              <a:spcAft>
                <a:spcPct val="0"/>
              </a:spcAft>
              <a:buSzPts val="1400"/>
              <a:buNone/>
              <a:defRPr/>
            </a:lvl6pPr>
            <a:lvl7pPr lvl="6" rtl="0">
              <a:spcBef>
                <a:spcPct val="0"/>
              </a:spcBef>
              <a:spcAft>
                <a:spcPct val="0"/>
              </a:spcAft>
              <a:buSzPts val="1400"/>
              <a:buNone/>
              <a:defRPr/>
            </a:lvl7pPr>
            <a:lvl8pPr lvl="7" rtl="0">
              <a:spcBef>
                <a:spcPct val="0"/>
              </a:spcBef>
              <a:spcAft>
                <a:spcPct val="0"/>
              </a:spcAft>
              <a:buSzPts val="1400"/>
              <a:buNone/>
              <a:defRPr/>
            </a:lvl8pPr>
            <a:lvl9pPr lvl="8" rtl="0">
              <a:spcBef>
                <a:spcPct val="0"/>
              </a:spcBef>
              <a:spcAft>
                <a:spcPct val="0"/>
              </a:spcAft>
              <a:buSzPts val="1400"/>
              <a:buNone/>
              <a:defRPr/>
            </a:lvl9pPr>
          </a:lstStyle>
          <a:p/>
        </p:txBody>
      </p:sp>
      <p:sp>
        <p:nvSpPr>
          <p:cNvPr id="48" name="Google Shape;48;p6"/>
          <p:cNvSpPr txBox="1"/>
          <p:nvPr>
            <p:ph type="subTitle" idx="2"/>
          </p:nvPr>
        </p:nvSpPr>
        <p:spPr>
          <a:xfrm>
            <a:off x="2807400" y="3880200"/>
            <a:ext cx="1945200" cy="360000"/>
          </a:xfrm>
          <a:prstGeom prst="rect">
            <a:avLst/>
          </a:prstGeom>
          <a:ln w="9525" cap="flat" cmpd="sng">
            <a:solidFill>
              <a:srgbClr val="B7B7B7"/>
            </a:solidFill>
            <a:prstDash val="solid"/>
            <a:round/>
            <a:headEnd type="none" w="sm" len="sm"/>
            <a:tailEnd type="none" w="sm" len="sm"/>
          </a:ln>
        </p:spPr>
        <p:txBody>
          <a:bodyPr spcFirstLastPara="1" wrap="square" lIns="0" tIns="0" rIns="0" bIns="0" anchor="t" anchorCtr="0">
            <a:normAutofit/>
          </a:bodyPr>
          <a:lstStyle>
            <a:lvl1pPr lvl="0" rtl="0">
              <a:spcBef>
                <a:spcPct val="0"/>
              </a:spcBef>
              <a:spcAft>
                <a:spcPct val="0"/>
              </a:spcAft>
              <a:buSzPts val="1200"/>
              <a:buFont typeface="Lexend"/>
              <a:buNone/>
              <a:defRPr sz="1200">
                <a:latin typeface="Lexend"/>
                <a:ea typeface="Lexend"/>
                <a:cs typeface="Lexend"/>
                <a:sym typeface="Lexend"/>
              </a:defRPr>
            </a:lvl1pPr>
            <a:lvl2pPr lvl="1" rtl="0">
              <a:spcBef>
                <a:spcPct val="0"/>
              </a:spcBef>
              <a:spcAft>
                <a:spcPct val="0"/>
              </a:spcAft>
              <a:buSzPts val="1400"/>
              <a:buNone/>
              <a:defRPr/>
            </a:lvl2pPr>
            <a:lvl3pPr lvl="2" rtl="0">
              <a:spcBef>
                <a:spcPct val="0"/>
              </a:spcBef>
              <a:spcAft>
                <a:spcPct val="0"/>
              </a:spcAft>
              <a:buSzPts val="1400"/>
              <a:buNone/>
              <a:defRPr/>
            </a:lvl3pPr>
            <a:lvl4pPr lvl="3" rtl="0">
              <a:spcBef>
                <a:spcPct val="0"/>
              </a:spcBef>
              <a:spcAft>
                <a:spcPct val="0"/>
              </a:spcAft>
              <a:buSzPts val="1400"/>
              <a:buNone/>
              <a:defRPr/>
            </a:lvl4pPr>
            <a:lvl5pPr lvl="4" rtl="0">
              <a:spcBef>
                <a:spcPct val="0"/>
              </a:spcBef>
              <a:spcAft>
                <a:spcPct val="0"/>
              </a:spcAft>
              <a:buSzPts val="1400"/>
              <a:buNone/>
              <a:defRPr/>
            </a:lvl5pPr>
            <a:lvl6pPr lvl="5" rtl="0">
              <a:spcBef>
                <a:spcPct val="0"/>
              </a:spcBef>
              <a:spcAft>
                <a:spcPct val="0"/>
              </a:spcAft>
              <a:buSzPts val="1400"/>
              <a:buNone/>
              <a:defRPr/>
            </a:lvl6pPr>
            <a:lvl7pPr lvl="6" rtl="0">
              <a:spcBef>
                <a:spcPct val="0"/>
              </a:spcBef>
              <a:spcAft>
                <a:spcPct val="0"/>
              </a:spcAft>
              <a:buSzPts val="1400"/>
              <a:buNone/>
              <a:defRPr/>
            </a:lvl7pPr>
            <a:lvl8pPr lvl="7" rtl="0">
              <a:spcBef>
                <a:spcPct val="0"/>
              </a:spcBef>
              <a:spcAft>
                <a:spcPct val="0"/>
              </a:spcAft>
              <a:buSzPts val="1400"/>
              <a:buNone/>
              <a:defRPr/>
            </a:lvl8pPr>
            <a:lvl9pPr lvl="8" rtl="0">
              <a:spcBef>
                <a:spcPct val="0"/>
              </a:spcBef>
              <a:spcAft>
                <a:spcPct val="0"/>
              </a:spcAft>
              <a:buSzPts val="1400"/>
              <a:buNone/>
              <a:defRPr/>
            </a:lvl9pPr>
          </a:lstStyle>
          <a:p/>
        </p:txBody>
      </p:sp>
      <p:sp>
        <p:nvSpPr>
          <p:cNvPr id="49" name="Google Shape;49;p6"/>
          <p:cNvSpPr txBox="1"/>
          <p:nvPr>
            <p:ph type="subTitle" idx="3"/>
          </p:nvPr>
        </p:nvSpPr>
        <p:spPr>
          <a:xfrm>
            <a:off x="5147975" y="3880200"/>
            <a:ext cx="1945200" cy="360000"/>
          </a:xfrm>
          <a:prstGeom prst="rect">
            <a:avLst/>
          </a:prstGeom>
          <a:ln w="9525" cap="flat" cmpd="sng">
            <a:solidFill>
              <a:srgbClr val="B7B7B7"/>
            </a:solidFill>
            <a:prstDash val="solid"/>
            <a:round/>
            <a:headEnd type="none" w="sm" len="sm"/>
            <a:tailEnd type="none" w="sm" len="sm"/>
          </a:ln>
        </p:spPr>
        <p:txBody>
          <a:bodyPr spcFirstLastPara="1" wrap="square" lIns="0" tIns="0" rIns="0" bIns="0" anchor="t" anchorCtr="0">
            <a:normAutofit/>
          </a:bodyPr>
          <a:lstStyle>
            <a:lvl1pPr lvl="0" rtl="0">
              <a:spcBef>
                <a:spcPct val="0"/>
              </a:spcBef>
              <a:spcAft>
                <a:spcPct val="0"/>
              </a:spcAft>
              <a:buSzPts val="1200"/>
              <a:buFont typeface="Lexend"/>
              <a:buNone/>
              <a:defRPr sz="1200">
                <a:latin typeface="Lexend"/>
                <a:ea typeface="Lexend"/>
                <a:cs typeface="Lexend"/>
                <a:sym typeface="Lexend"/>
              </a:defRPr>
            </a:lvl1pPr>
            <a:lvl2pPr lvl="1" rtl="0">
              <a:spcBef>
                <a:spcPct val="0"/>
              </a:spcBef>
              <a:spcAft>
                <a:spcPct val="0"/>
              </a:spcAft>
              <a:buSzPts val="1400"/>
              <a:buNone/>
              <a:defRPr/>
            </a:lvl2pPr>
            <a:lvl3pPr lvl="2" rtl="0">
              <a:spcBef>
                <a:spcPct val="0"/>
              </a:spcBef>
              <a:spcAft>
                <a:spcPct val="0"/>
              </a:spcAft>
              <a:buSzPts val="1400"/>
              <a:buNone/>
              <a:defRPr/>
            </a:lvl3pPr>
            <a:lvl4pPr lvl="3" rtl="0">
              <a:spcBef>
                <a:spcPct val="0"/>
              </a:spcBef>
              <a:spcAft>
                <a:spcPct val="0"/>
              </a:spcAft>
              <a:buSzPts val="1400"/>
              <a:buNone/>
              <a:defRPr/>
            </a:lvl4pPr>
            <a:lvl5pPr lvl="4" rtl="0">
              <a:spcBef>
                <a:spcPct val="0"/>
              </a:spcBef>
              <a:spcAft>
                <a:spcPct val="0"/>
              </a:spcAft>
              <a:buSzPts val="1400"/>
              <a:buNone/>
              <a:defRPr/>
            </a:lvl5pPr>
            <a:lvl6pPr lvl="5" rtl="0">
              <a:spcBef>
                <a:spcPct val="0"/>
              </a:spcBef>
              <a:spcAft>
                <a:spcPct val="0"/>
              </a:spcAft>
              <a:buSzPts val="1400"/>
              <a:buNone/>
              <a:defRPr/>
            </a:lvl6pPr>
            <a:lvl7pPr lvl="6" rtl="0">
              <a:spcBef>
                <a:spcPct val="0"/>
              </a:spcBef>
              <a:spcAft>
                <a:spcPct val="0"/>
              </a:spcAft>
              <a:buSzPts val="1400"/>
              <a:buNone/>
              <a:defRPr/>
            </a:lvl7pPr>
            <a:lvl8pPr lvl="7" rtl="0">
              <a:spcBef>
                <a:spcPct val="0"/>
              </a:spcBef>
              <a:spcAft>
                <a:spcPct val="0"/>
              </a:spcAft>
              <a:buSzPts val="1400"/>
              <a:buNone/>
              <a:defRPr/>
            </a:lvl8pPr>
            <a:lvl9pPr lvl="8" rtl="0">
              <a:spcBef>
                <a:spcPct val="0"/>
              </a:spcBef>
              <a:spcAft>
                <a:spcPct val="0"/>
              </a:spcAft>
              <a:buSzPts val="1400"/>
              <a:buNone/>
              <a:defRPr/>
            </a:lvl9pPr>
          </a:lstStyle>
          <a:p/>
        </p:txBody>
      </p:sp>
      <p:sp>
        <p:nvSpPr>
          <p:cNvPr id="50" name="Google Shape;50;p6"/>
          <p:cNvSpPr txBox="1"/>
          <p:nvPr>
            <p:ph type="subTitle" idx="4"/>
          </p:nvPr>
        </p:nvSpPr>
        <p:spPr>
          <a:xfrm>
            <a:off x="466825" y="1702200"/>
            <a:ext cx="6624000" cy="360000"/>
          </a:xfrm>
          <a:prstGeom prst="rect">
            <a:avLst/>
          </a:prstGeom>
          <a:ln w="9525" cap="flat" cmpd="sng">
            <a:solidFill>
              <a:srgbClr val="B7B7B7"/>
            </a:solidFill>
            <a:prstDash val="solid"/>
            <a:round/>
            <a:headEnd type="none" w="sm" len="sm"/>
            <a:tailEnd type="none" w="sm" len="sm"/>
          </a:ln>
        </p:spPr>
        <p:txBody>
          <a:bodyPr spcFirstLastPara="1" wrap="square" lIns="0" tIns="0" rIns="0" bIns="0" anchor="t" anchorCtr="0">
            <a:normAutofit/>
          </a:bodyPr>
          <a:lstStyle>
            <a:lvl1pPr lvl="0" rtl="0">
              <a:spcBef>
                <a:spcPct val="0"/>
              </a:spcBef>
              <a:spcAft>
                <a:spcPct val="0"/>
              </a:spcAft>
              <a:buSzPts val="1200"/>
              <a:buFont typeface="Lexend"/>
              <a:buNone/>
              <a:defRPr sz="1200">
                <a:latin typeface="Lexend"/>
                <a:ea typeface="Lexend"/>
                <a:cs typeface="Lexend"/>
                <a:sym typeface="Lexend"/>
              </a:defRPr>
            </a:lvl1pPr>
            <a:lvl2pPr lvl="1" rtl="0">
              <a:spcBef>
                <a:spcPct val="0"/>
              </a:spcBef>
              <a:spcAft>
                <a:spcPct val="0"/>
              </a:spcAft>
              <a:buSzPts val="1400"/>
              <a:buNone/>
              <a:defRPr/>
            </a:lvl2pPr>
            <a:lvl3pPr lvl="2" rtl="0">
              <a:spcBef>
                <a:spcPct val="0"/>
              </a:spcBef>
              <a:spcAft>
                <a:spcPct val="0"/>
              </a:spcAft>
              <a:buSzPts val="1400"/>
              <a:buNone/>
              <a:defRPr/>
            </a:lvl3pPr>
            <a:lvl4pPr lvl="3" rtl="0">
              <a:spcBef>
                <a:spcPct val="0"/>
              </a:spcBef>
              <a:spcAft>
                <a:spcPct val="0"/>
              </a:spcAft>
              <a:buSzPts val="1400"/>
              <a:buNone/>
              <a:defRPr/>
            </a:lvl4pPr>
            <a:lvl5pPr lvl="4" rtl="0">
              <a:spcBef>
                <a:spcPct val="0"/>
              </a:spcBef>
              <a:spcAft>
                <a:spcPct val="0"/>
              </a:spcAft>
              <a:buSzPts val="1400"/>
              <a:buNone/>
              <a:defRPr/>
            </a:lvl5pPr>
            <a:lvl6pPr lvl="5" rtl="0">
              <a:spcBef>
                <a:spcPct val="0"/>
              </a:spcBef>
              <a:spcAft>
                <a:spcPct val="0"/>
              </a:spcAft>
              <a:buSzPts val="1400"/>
              <a:buNone/>
              <a:defRPr/>
            </a:lvl6pPr>
            <a:lvl7pPr lvl="6" rtl="0">
              <a:spcBef>
                <a:spcPct val="0"/>
              </a:spcBef>
              <a:spcAft>
                <a:spcPct val="0"/>
              </a:spcAft>
              <a:buSzPts val="1400"/>
              <a:buNone/>
              <a:defRPr/>
            </a:lvl7pPr>
            <a:lvl8pPr lvl="7" rtl="0">
              <a:spcBef>
                <a:spcPct val="0"/>
              </a:spcBef>
              <a:spcAft>
                <a:spcPct val="0"/>
              </a:spcAft>
              <a:buSzPts val="1400"/>
              <a:buNone/>
              <a:defRPr/>
            </a:lvl8pPr>
            <a:lvl9pPr lvl="8" rtl="0">
              <a:spcBef>
                <a:spcPct val="0"/>
              </a:spcBef>
              <a:spcAft>
                <a:spcPct val="0"/>
              </a:spcAft>
              <a:buSzPts val="1400"/>
              <a:buNone/>
              <a:defRPr/>
            </a:lvl9pPr>
          </a:lstStyle>
          <a:p/>
        </p:txBody>
      </p:sp>
      <p:sp>
        <p:nvSpPr>
          <p:cNvPr id="51" name="Google Shape;51;p6"/>
          <p:cNvSpPr txBox="1"/>
          <p:nvPr>
            <p:ph type="subTitle" idx="5"/>
          </p:nvPr>
        </p:nvSpPr>
        <p:spPr>
          <a:xfrm>
            <a:off x="466825" y="2964050"/>
            <a:ext cx="2953200" cy="360000"/>
          </a:xfrm>
          <a:prstGeom prst="rect">
            <a:avLst/>
          </a:prstGeom>
          <a:ln w="9525" cap="flat" cmpd="sng">
            <a:solidFill>
              <a:srgbClr val="B7B7B7"/>
            </a:solidFill>
            <a:prstDash val="solid"/>
            <a:round/>
            <a:headEnd type="none" w="sm" len="sm"/>
            <a:tailEnd type="none" w="sm" len="sm"/>
          </a:ln>
        </p:spPr>
        <p:txBody>
          <a:bodyPr spcFirstLastPara="1" wrap="square" lIns="0" tIns="0" rIns="0" bIns="0" anchor="t" anchorCtr="0">
            <a:normAutofit/>
          </a:bodyPr>
          <a:lstStyle>
            <a:lvl1pPr lvl="0" rtl="0">
              <a:spcBef>
                <a:spcPct val="0"/>
              </a:spcBef>
              <a:spcAft>
                <a:spcPct val="0"/>
              </a:spcAft>
              <a:buSzPts val="1200"/>
              <a:buFont typeface="Lexend"/>
              <a:buNone/>
              <a:defRPr sz="1200">
                <a:latin typeface="Lexend"/>
                <a:ea typeface="Lexend"/>
                <a:cs typeface="Lexend"/>
                <a:sym typeface="Lexend"/>
              </a:defRPr>
            </a:lvl1pPr>
            <a:lvl2pPr lvl="1" rtl="0">
              <a:spcBef>
                <a:spcPct val="0"/>
              </a:spcBef>
              <a:spcAft>
                <a:spcPct val="0"/>
              </a:spcAft>
              <a:buSzPts val="1400"/>
              <a:buNone/>
              <a:defRPr/>
            </a:lvl2pPr>
            <a:lvl3pPr lvl="2" rtl="0">
              <a:spcBef>
                <a:spcPct val="0"/>
              </a:spcBef>
              <a:spcAft>
                <a:spcPct val="0"/>
              </a:spcAft>
              <a:buSzPts val="1400"/>
              <a:buNone/>
              <a:defRPr/>
            </a:lvl3pPr>
            <a:lvl4pPr lvl="3" rtl="0">
              <a:spcBef>
                <a:spcPct val="0"/>
              </a:spcBef>
              <a:spcAft>
                <a:spcPct val="0"/>
              </a:spcAft>
              <a:buSzPts val="1400"/>
              <a:buNone/>
              <a:defRPr/>
            </a:lvl4pPr>
            <a:lvl5pPr lvl="4" rtl="0">
              <a:spcBef>
                <a:spcPct val="0"/>
              </a:spcBef>
              <a:spcAft>
                <a:spcPct val="0"/>
              </a:spcAft>
              <a:buSzPts val="1400"/>
              <a:buNone/>
              <a:defRPr/>
            </a:lvl5pPr>
            <a:lvl6pPr lvl="5" rtl="0">
              <a:spcBef>
                <a:spcPct val="0"/>
              </a:spcBef>
              <a:spcAft>
                <a:spcPct val="0"/>
              </a:spcAft>
              <a:buSzPts val="1400"/>
              <a:buNone/>
              <a:defRPr/>
            </a:lvl6pPr>
            <a:lvl7pPr lvl="6" rtl="0">
              <a:spcBef>
                <a:spcPct val="0"/>
              </a:spcBef>
              <a:spcAft>
                <a:spcPct val="0"/>
              </a:spcAft>
              <a:buSzPts val="1400"/>
              <a:buNone/>
              <a:defRPr/>
            </a:lvl7pPr>
            <a:lvl8pPr lvl="7" rtl="0">
              <a:spcBef>
                <a:spcPct val="0"/>
              </a:spcBef>
              <a:spcAft>
                <a:spcPct val="0"/>
              </a:spcAft>
              <a:buSzPts val="1400"/>
              <a:buNone/>
              <a:defRPr/>
            </a:lvl8pPr>
            <a:lvl9pPr lvl="8" rtl="0">
              <a:spcBef>
                <a:spcPct val="0"/>
              </a:spcBef>
              <a:spcAft>
                <a:spcPct val="0"/>
              </a:spcAft>
              <a:buSzPts val="1400"/>
              <a:buNone/>
              <a:defRPr/>
            </a:lvl9pPr>
          </a:lstStyle>
          <a:p/>
        </p:txBody>
      </p:sp>
      <p:sp>
        <p:nvSpPr>
          <p:cNvPr id="52" name="Google Shape;52;p6"/>
          <p:cNvSpPr txBox="1"/>
          <p:nvPr>
            <p:ph type="subTitle" idx="6"/>
          </p:nvPr>
        </p:nvSpPr>
        <p:spPr>
          <a:xfrm>
            <a:off x="4127250" y="2964050"/>
            <a:ext cx="2953200" cy="360000"/>
          </a:xfrm>
          <a:prstGeom prst="rect">
            <a:avLst/>
          </a:prstGeom>
          <a:ln w="9525" cap="flat" cmpd="sng">
            <a:solidFill>
              <a:srgbClr val="B7B7B7"/>
            </a:solidFill>
            <a:prstDash val="solid"/>
            <a:round/>
            <a:headEnd type="none" w="sm" len="sm"/>
            <a:tailEnd type="none" w="sm" len="sm"/>
          </a:ln>
        </p:spPr>
        <p:txBody>
          <a:bodyPr spcFirstLastPara="1" wrap="square" lIns="0" tIns="0" rIns="0" bIns="0" anchor="t" anchorCtr="0">
            <a:normAutofit/>
          </a:bodyPr>
          <a:lstStyle>
            <a:lvl1pPr lvl="0" rtl="0">
              <a:spcBef>
                <a:spcPct val="0"/>
              </a:spcBef>
              <a:spcAft>
                <a:spcPct val="0"/>
              </a:spcAft>
              <a:buSzPts val="1200"/>
              <a:buFont typeface="Lexend"/>
              <a:buNone/>
              <a:defRPr sz="1200">
                <a:latin typeface="Lexend"/>
                <a:ea typeface="Lexend"/>
                <a:cs typeface="Lexend"/>
                <a:sym typeface="Lexend"/>
              </a:defRPr>
            </a:lvl1pPr>
            <a:lvl2pPr lvl="1" rtl="0">
              <a:spcBef>
                <a:spcPct val="0"/>
              </a:spcBef>
              <a:spcAft>
                <a:spcPct val="0"/>
              </a:spcAft>
              <a:buSzPts val="1400"/>
              <a:buNone/>
              <a:defRPr/>
            </a:lvl2pPr>
            <a:lvl3pPr lvl="2" rtl="0">
              <a:spcBef>
                <a:spcPct val="0"/>
              </a:spcBef>
              <a:spcAft>
                <a:spcPct val="0"/>
              </a:spcAft>
              <a:buSzPts val="1400"/>
              <a:buNone/>
              <a:defRPr/>
            </a:lvl3pPr>
            <a:lvl4pPr lvl="3" rtl="0">
              <a:spcBef>
                <a:spcPct val="0"/>
              </a:spcBef>
              <a:spcAft>
                <a:spcPct val="0"/>
              </a:spcAft>
              <a:buSzPts val="1400"/>
              <a:buNone/>
              <a:defRPr/>
            </a:lvl4pPr>
            <a:lvl5pPr lvl="4" rtl="0">
              <a:spcBef>
                <a:spcPct val="0"/>
              </a:spcBef>
              <a:spcAft>
                <a:spcPct val="0"/>
              </a:spcAft>
              <a:buSzPts val="1400"/>
              <a:buNone/>
              <a:defRPr/>
            </a:lvl5pPr>
            <a:lvl6pPr lvl="5" rtl="0">
              <a:spcBef>
                <a:spcPct val="0"/>
              </a:spcBef>
              <a:spcAft>
                <a:spcPct val="0"/>
              </a:spcAft>
              <a:buSzPts val="1400"/>
              <a:buNone/>
              <a:defRPr/>
            </a:lvl6pPr>
            <a:lvl7pPr lvl="6" rtl="0">
              <a:spcBef>
                <a:spcPct val="0"/>
              </a:spcBef>
              <a:spcAft>
                <a:spcPct val="0"/>
              </a:spcAft>
              <a:buSzPts val="1400"/>
              <a:buNone/>
              <a:defRPr/>
            </a:lvl7pPr>
            <a:lvl8pPr lvl="7" rtl="0">
              <a:spcBef>
                <a:spcPct val="0"/>
              </a:spcBef>
              <a:spcAft>
                <a:spcPct val="0"/>
              </a:spcAft>
              <a:buSzPts val="1400"/>
              <a:buNone/>
              <a:defRPr/>
            </a:lvl8pPr>
            <a:lvl9pPr lvl="8" rtl="0">
              <a:spcBef>
                <a:spcPct val="0"/>
              </a:spcBef>
              <a:spcAft>
                <a:spcPct val="0"/>
              </a:spcAft>
              <a:buSzPts val="1400"/>
              <a:buNone/>
              <a:defRPr/>
            </a:lvl9pPr>
          </a:lstStyle>
          <a:p/>
        </p:txBody>
      </p:sp>
      <p:pic>
        <p:nvPicPr>
          <p:cNvPr id="53" name="Google Shape;53;p6"/>
          <p:cNvPicPr preferRelativeResize="0"/>
          <p:nvPr/>
        </p:nvPicPr>
        <p:blipFill>
          <a:blip r:embed="rId1">
            <a:alphaModFix/>
          </a:blip>
          <a:stretch>
            <a:fillRect/>
          </a:stretch>
        </p:blipFill>
        <p:spPr>
          <a:xfrm>
            <a:off x="6886512" y="10041210"/>
            <a:ext cx="181075" cy="246288"/>
          </a:xfrm>
          <a:prstGeom prst="rect">
            <a:avLst/>
          </a:prstGeom>
          <a:noFill/>
          <a:ln>
            <a:noFill/>
          </a:ln>
        </p:spPr>
      </p:pic>
      <p:sp>
        <p:nvSpPr>
          <p:cNvPr id="54" name="Google Shape;54;p6"/>
          <p:cNvSpPr txBox="1"/>
          <p:nvPr>
            <p:ph type="subTitle" idx="7"/>
          </p:nvPr>
        </p:nvSpPr>
        <p:spPr>
          <a:xfrm>
            <a:off x="466825" y="531600"/>
            <a:ext cx="6624000" cy="360000"/>
          </a:xfrm>
          <a:prstGeom prst="rect">
            <a:avLst/>
          </a:prstGeom>
        </p:spPr>
        <p:txBody>
          <a:bodyPr spcFirstLastPara="1" wrap="square" lIns="0" tIns="0" rIns="0" bIns="0" anchor="t" anchorCtr="0">
            <a:normAutofit/>
          </a:bodyPr>
          <a:lstStyle>
            <a:lvl1pPr lvl="0" rtl="0">
              <a:spcBef>
                <a:spcPct val="0"/>
              </a:spcBef>
              <a:spcAft>
                <a:spcPct val="0"/>
              </a:spcAft>
              <a:buSzPts val="1400"/>
              <a:buNone/>
              <a:defRPr sz="1400" b="1"/>
            </a:lvl1pPr>
            <a:lvl2pPr lvl="1" rtl="0">
              <a:spcBef>
                <a:spcPct val="0"/>
              </a:spcBef>
              <a:spcAft>
                <a:spcPct val="0"/>
              </a:spcAft>
              <a:buSzPts val="1400"/>
              <a:buNone/>
              <a:defRPr/>
            </a:lvl2pPr>
            <a:lvl3pPr lvl="2" rtl="0">
              <a:spcBef>
                <a:spcPct val="0"/>
              </a:spcBef>
              <a:spcAft>
                <a:spcPct val="0"/>
              </a:spcAft>
              <a:buSzPts val="1400"/>
              <a:buNone/>
              <a:defRPr/>
            </a:lvl3pPr>
            <a:lvl4pPr lvl="3" rtl="0">
              <a:spcBef>
                <a:spcPct val="0"/>
              </a:spcBef>
              <a:spcAft>
                <a:spcPct val="0"/>
              </a:spcAft>
              <a:buSzPts val="1400"/>
              <a:buNone/>
              <a:defRPr/>
            </a:lvl4pPr>
            <a:lvl5pPr lvl="4" rtl="0">
              <a:spcBef>
                <a:spcPct val="0"/>
              </a:spcBef>
              <a:spcAft>
                <a:spcPct val="0"/>
              </a:spcAft>
              <a:buSzPts val="1400"/>
              <a:buNone/>
              <a:defRPr/>
            </a:lvl5pPr>
            <a:lvl6pPr lvl="5" rtl="0">
              <a:spcBef>
                <a:spcPct val="0"/>
              </a:spcBef>
              <a:spcAft>
                <a:spcPct val="0"/>
              </a:spcAft>
              <a:buSzPts val="1400"/>
              <a:buNone/>
              <a:defRPr/>
            </a:lvl6pPr>
            <a:lvl7pPr lvl="6" rtl="0">
              <a:spcBef>
                <a:spcPct val="0"/>
              </a:spcBef>
              <a:spcAft>
                <a:spcPct val="0"/>
              </a:spcAft>
              <a:buSzPts val="1400"/>
              <a:buNone/>
              <a:defRPr/>
            </a:lvl7pPr>
            <a:lvl8pPr lvl="7" rtl="0">
              <a:spcBef>
                <a:spcPct val="0"/>
              </a:spcBef>
              <a:spcAft>
                <a:spcPct val="0"/>
              </a:spcAft>
              <a:buSzPts val="1400"/>
              <a:buNone/>
              <a:defRPr/>
            </a:lvl8pPr>
            <a:lvl9pPr lvl="8" rtl="0">
              <a:spcBef>
                <a:spcPct val="0"/>
              </a:spcBef>
              <a:spcAft>
                <a:spcPct val="0"/>
              </a:spcAft>
              <a:buSzPts val="1400"/>
              <a:buNone/>
              <a:defRPr/>
            </a:lvl9pPr>
          </a:lstStyle>
          <a:p/>
        </p:txBody>
      </p:sp>
    </p:spTree>
  </p:cSld>
  <p:clrMapOvr>
    <a:masterClrMapping/>
  </p:clrMapOvr>
  <p:transition/>
  <p:timing/>
  <p:extLst>
    <p:ext uri="{DCECCB84-F9BA-43D5-87BE-67443E8EF086}">
      <p15:sldGuideLst xmlns:p15="http://schemas.microsoft.com/office/powerpoint/2012/main">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sldGuideLst>
    </p:ext>
  </p:extLst>
</p:sldLayout>
</file>

<file path=ppt/slideLayouts/slideLayout6.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Task 4">
  <p:cSld name="SECTION_HEADER_1_1_1_1_1_1_1_1_1_1_1_2_1">
    <p:spTree>
      <p:nvGrpSpPr>
        <p:cNvPr id="55" name="Shape 55"/>
        <p:cNvGrpSpPr/>
        <p:nvPr/>
      </p:nvGrpSpPr>
      <p:grpSpPr>
        <a:xfrm>
          <a:off x="0" y="0"/>
          <a:ext cx="0" cy="0"/>
        </a:xfrm>
      </p:grpSpPr>
      <p:sp>
        <p:nvSpPr>
          <p:cNvPr id="56" name="Google Shape;56;p7"/>
          <p:cNvSpPr txBox="1"/>
          <p:nvPr>
            <p:ph type="subTitle" idx="1"/>
          </p:nvPr>
        </p:nvSpPr>
        <p:spPr>
          <a:xfrm>
            <a:off x="468000" y="1327649"/>
            <a:ext cx="6624000" cy="3843600"/>
          </a:xfrm>
          <a:prstGeom prst="rect">
            <a:avLst/>
          </a:prstGeom>
          <a:ln w="9525" cap="flat" cmpd="sng">
            <a:solidFill>
              <a:srgbClr val="B7B7B7"/>
            </a:solidFill>
            <a:prstDash val="solid"/>
            <a:round/>
            <a:headEnd type="none" w="sm" len="sm"/>
            <a:tailEnd type="none" w="sm" len="sm"/>
          </a:ln>
        </p:spPr>
        <p:txBody>
          <a:bodyPr spcFirstLastPara="1" wrap="square" lIns="0" tIns="0" rIns="0" bIns="0" anchor="t" anchorCtr="0">
            <a:normAutofit/>
          </a:bodyPr>
          <a:lstStyle>
            <a:lvl1pPr lvl="0" rtl="0">
              <a:spcBef>
                <a:spcPct val="0"/>
              </a:spcBef>
              <a:spcAft>
                <a:spcPct val="0"/>
              </a:spcAft>
              <a:buSzPts val="1200"/>
              <a:buFont typeface="Lexend"/>
              <a:buNone/>
              <a:defRPr sz="1200">
                <a:latin typeface="Lexend"/>
                <a:ea typeface="Lexend"/>
                <a:cs typeface="Lexend"/>
                <a:sym typeface="Lexend"/>
              </a:defRPr>
            </a:lvl1pPr>
            <a:lvl2pPr lvl="1" rtl="0">
              <a:spcBef>
                <a:spcPct val="0"/>
              </a:spcBef>
              <a:spcAft>
                <a:spcPct val="0"/>
              </a:spcAft>
              <a:buSzPts val="1400"/>
              <a:buNone/>
              <a:defRPr/>
            </a:lvl2pPr>
            <a:lvl3pPr lvl="2" rtl="0">
              <a:spcBef>
                <a:spcPct val="0"/>
              </a:spcBef>
              <a:spcAft>
                <a:spcPct val="0"/>
              </a:spcAft>
              <a:buSzPts val="1400"/>
              <a:buNone/>
              <a:defRPr/>
            </a:lvl3pPr>
            <a:lvl4pPr lvl="3" rtl="0">
              <a:spcBef>
                <a:spcPct val="0"/>
              </a:spcBef>
              <a:spcAft>
                <a:spcPct val="0"/>
              </a:spcAft>
              <a:buSzPts val="1400"/>
              <a:buNone/>
              <a:defRPr/>
            </a:lvl4pPr>
            <a:lvl5pPr lvl="4" rtl="0">
              <a:spcBef>
                <a:spcPct val="0"/>
              </a:spcBef>
              <a:spcAft>
                <a:spcPct val="0"/>
              </a:spcAft>
              <a:buSzPts val="1400"/>
              <a:buNone/>
              <a:defRPr/>
            </a:lvl5pPr>
            <a:lvl6pPr lvl="5" rtl="0">
              <a:spcBef>
                <a:spcPct val="0"/>
              </a:spcBef>
              <a:spcAft>
                <a:spcPct val="0"/>
              </a:spcAft>
              <a:buSzPts val="1400"/>
              <a:buNone/>
              <a:defRPr/>
            </a:lvl6pPr>
            <a:lvl7pPr lvl="6" rtl="0">
              <a:spcBef>
                <a:spcPct val="0"/>
              </a:spcBef>
              <a:spcAft>
                <a:spcPct val="0"/>
              </a:spcAft>
              <a:buSzPts val="1400"/>
              <a:buNone/>
              <a:defRPr/>
            </a:lvl7pPr>
            <a:lvl8pPr lvl="7" rtl="0">
              <a:spcBef>
                <a:spcPct val="0"/>
              </a:spcBef>
              <a:spcAft>
                <a:spcPct val="0"/>
              </a:spcAft>
              <a:buSzPts val="1400"/>
              <a:buNone/>
              <a:defRPr/>
            </a:lvl8pPr>
            <a:lvl9pPr lvl="8" rtl="0">
              <a:spcBef>
                <a:spcPct val="0"/>
              </a:spcBef>
              <a:spcAft>
                <a:spcPct val="0"/>
              </a:spcAft>
              <a:buSzPts val="1400"/>
              <a:buNone/>
              <a:defRPr/>
            </a:lvl9pPr>
          </a:lstStyle>
          <a:p/>
        </p:txBody>
      </p:sp>
      <p:pic>
        <p:nvPicPr>
          <p:cNvPr id="57" name="Google Shape;57;p7"/>
          <p:cNvPicPr preferRelativeResize="0"/>
          <p:nvPr/>
        </p:nvPicPr>
        <p:blipFill>
          <a:blip r:embed="rId1">
            <a:alphaModFix/>
          </a:blip>
          <a:stretch>
            <a:fillRect/>
          </a:stretch>
        </p:blipFill>
        <p:spPr>
          <a:xfrm>
            <a:off x="6886512" y="10041210"/>
            <a:ext cx="181075" cy="246288"/>
          </a:xfrm>
          <a:prstGeom prst="rect">
            <a:avLst/>
          </a:prstGeom>
          <a:noFill/>
          <a:ln>
            <a:noFill/>
          </a:ln>
        </p:spPr>
      </p:pic>
      <p:sp>
        <p:nvSpPr>
          <p:cNvPr id="58" name="Google Shape;58;p7"/>
          <p:cNvSpPr txBox="1"/>
          <p:nvPr>
            <p:ph type="subTitle" idx="2"/>
          </p:nvPr>
        </p:nvSpPr>
        <p:spPr>
          <a:xfrm>
            <a:off x="466825" y="531600"/>
            <a:ext cx="6624000" cy="360000"/>
          </a:xfrm>
          <a:prstGeom prst="rect">
            <a:avLst/>
          </a:prstGeom>
        </p:spPr>
        <p:txBody>
          <a:bodyPr spcFirstLastPara="1" wrap="square" lIns="0" tIns="0" rIns="0" bIns="0" anchor="t" anchorCtr="0">
            <a:normAutofit/>
          </a:bodyPr>
          <a:lstStyle>
            <a:lvl1pPr lvl="0" rtl="0">
              <a:spcBef>
                <a:spcPct val="0"/>
              </a:spcBef>
              <a:spcAft>
                <a:spcPct val="0"/>
              </a:spcAft>
              <a:buSzPts val="1400"/>
              <a:buNone/>
              <a:defRPr sz="1400" b="1"/>
            </a:lvl1pPr>
            <a:lvl2pPr lvl="1" rtl="0">
              <a:spcBef>
                <a:spcPct val="0"/>
              </a:spcBef>
              <a:spcAft>
                <a:spcPct val="0"/>
              </a:spcAft>
              <a:buSzPts val="1400"/>
              <a:buNone/>
              <a:defRPr/>
            </a:lvl2pPr>
            <a:lvl3pPr lvl="2" rtl="0">
              <a:spcBef>
                <a:spcPct val="0"/>
              </a:spcBef>
              <a:spcAft>
                <a:spcPct val="0"/>
              </a:spcAft>
              <a:buSzPts val="1400"/>
              <a:buNone/>
              <a:defRPr/>
            </a:lvl3pPr>
            <a:lvl4pPr lvl="3" rtl="0">
              <a:spcBef>
                <a:spcPct val="0"/>
              </a:spcBef>
              <a:spcAft>
                <a:spcPct val="0"/>
              </a:spcAft>
              <a:buSzPts val="1400"/>
              <a:buNone/>
              <a:defRPr/>
            </a:lvl4pPr>
            <a:lvl5pPr lvl="4" rtl="0">
              <a:spcBef>
                <a:spcPct val="0"/>
              </a:spcBef>
              <a:spcAft>
                <a:spcPct val="0"/>
              </a:spcAft>
              <a:buSzPts val="1400"/>
              <a:buNone/>
              <a:defRPr/>
            </a:lvl5pPr>
            <a:lvl6pPr lvl="5" rtl="0">
              <a:spcBef>
                <a:spcPct val="0"/>
              </a:spcBef>
              <a:spcAft>
                <a:spcPct val="0"/>
              </a:spcAft>
              <a:buSzPts val="1400"/>
              <a:buNone/>
              <a:defRPr/>
            </a:lvl6pPr>
            <a:lvl7pPr lvl="6" rtl="0">
              <a:spcBef>
                <a:spcPct val="0"/>
              </a:spcBef>
              <a:spcAft>
                <a:spcPct val="0"/>
              </a:spcAft>
              <a:buSzPts val="1400"/>
              <a:buNone/>
              <a:defRPr/>
            </a:lvl7pPr>
            <a:lvl8pPr lvl="7" rtl="0">
              <a:spcBef>
                <a:spcPct val="0"/>
              </a:spcBef>
              <a:spcAft>
                <a:spcPct val="0"/>
              </a:spcAft>
              <a:buSzPts val="1400"/>
              <a:buNone/>
              <a:defRPr/>
            </a:lvl8pPr>
            <a:lvl9pPr lvl="8" rtl="0">
              <a:spcBef>
                <a:spcPct val="0"/>
              </a:spcBef>
              <a:spcAft>
                <a:spcPct val="0"/>
              </a:spcAft>
              <a:buSzPts val="1400"/>
              <a:buNone/>
              <a:defRPr/>
            </a:lvl9pPr>
          </a:lstStyle>
          <a:p/>
        </p:txBody>
      </p:sp>
    </p:spTree>
  </p:cSld>
  <p:clrMapOvr>
    <a:masterClrMapping/>
  </p:clrMapOvr>
  <p:transition/>
  <p:timing/>
  <p:extLst>
    <p:ext uri="{DCECCB84-F9BA-43D5-87BE-67443E8EF086}">
      <p15:sldGuideLst xmlns:p15="http://schemas.microsoft.com/office/powerpoint/2012/main">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sldGuideLst>
    </p:ext>
  </p:extLst>
</p:sldLayout>
</file>

<file path=ppt/slideLayouts/slideLayout7.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Elements to copy and paste">
  <p:cSld name="SECTION_HEADER_1_1_1_1_1_1_1_1_1_1_1_2_1_1">
    <p:spTree>
      <p:nvGrpSpPr>
        <p:cNvPr id="59" name="Shape 59"/>
        <p:cNvGrpSpPr/>
        <p:nvPr/>
      </p:nvGrpSpPr>
      <p:grpSpPr>
        <a:xfrm>
          <a:off x="0" y="0"/>
          <a:ext cx="0" cy="0"/>
        </a:xfrm>
      </p:grpSpPr>
      <p:sp>
        <p:nvSpPr>
          <p:cNvPr id="60" name="Google Shape;60;p8"/>
          <p:cNvSpPr txBox="1"/>
          <p:nvPr/>
        </p:nvSpPr>
        <p:spPr>
          <a:xfrm>
            <a:off x="493450" y="416654"/>
            <a:ext cx="6624000" cy="215400"/>
          </a:xfrm>
          <a:prstGeom prst="rect">
            <a:avLst/>
          </a:prstGeom>
          <a:noFill/>
          <a:ln>
            <a:noFill/>
          </a:ln>
        </p:spPr>
        <p:txBody>
          <a:bodyPr spcFirstLastPara="1" wrap="square" lIns="0" tIns="0" rIns="0" bIns="0" anchor="t" anchorCtr="0">
            <a:spAutoFit/>
          </a:bodyPr>
          <a:lstStyle/>
          <a:p>
            <a:pPr marL="0" lvl="0" indent="0" algn="l" rtl="0">
              <a:lnSpc>
                <a:spcPct val="150000"/>
              </a:lnSpc>
              <a:spcBef>
                <a:spcPct val="0"/>
              </a:spcBef>
              <a:spcAft>
                <a:spcPct val="0"/>
              </a:spcAft>
              <a:buNone/>
            </a:pPr>
            <a:r>
              <a:rPr lang="en-GB" b="1">
                <a:latin typeface="Lexend"/>
                <a:ea typeface="Lexend"/>
                <a:cs typeface="Lexend"/>
                <a:sym typeface="Lexend"/>
              </a:rPr>
              <a:t>Elements to copy and paste</a:t>
            </a:r>
            <a:endParaRPr sz="1100">
              <a:latin typeface="Lexend"/>
              <a:ea typeface="Lexend"/>
              <a:cs typeface="Lexend"/>
              <a:sym typeface="Lexend"/>
            </a:endParaRPr>
          </a:p>
        </p:txBody>
      </p:sp>
      <p:pic>
        <p:nvPicPr>
          <p:cNvPr id="61" name="Google Shape;61;p8"/>
          <p:cNvPicPr preferRelativeResize="0"/>
          <p:nvPr/>
        </p:nvPicPr>
        <p:blipFill>
          <a:blip r:embed="rId1">
            <a:alphaModFix/>
          </a:blip>
          <a:stretch>
            <a:fillRect/>
          </a:stretch>
        </p:blipFill>
        <p:spPr>
          <a:xfrm>
            <a:off x="6886512" y="10041210"/>
            <a:ext cx="181075" cy="246288"/>
          </a:xfrm>
          <a:prstGeom prst="rect">
            <a:avLst/>
          </a:prstGeom>
          <a:noFill/>
          <a:ln>
            <a:noFill/>
          </a:ln>
        </p:spPr>
      </p:pic>
    </p:spTree>
  </p:cSld>
  <p:clrMapOvr>
    <a:masterClrMapping/>
  </p:clrMapOvr>
  <p:transition/>
  <p:timing/>
  <p:extLst>
    <p:ext uri="{DCECCB84-F9BA-43D5-87BE-67443E8EF086}">
      <p15:sldGuideLst xmlns:p15="http://schemas.microsoft.com/office/powerpoint/2012/main">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sldGuideLst>
    </p:ext>
  </p:extLst>
</p:sldLayout>
</file>

<file path=ppt/slideLayouts/slideLayout8.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1.0 Title page">
  <p:cSld name="SECTION_HEADER_1_1_1_1_1_1_1_1_1_1_1_2_1_1_1_1_1">
    <p:bg>
      <p:bgPr>
        <a:solidFill>
          <a:schemeClr val="lt1"/>
        </a:solidFill>
      </p:bgPr>
    </p:bg>
    <p:spTree>
      <p:nvGrpSpPr>
        <p:cNvPr id="66" name="Shape 66"/>
        <p:cNvGrpSpPr/>
        <p:nvPr/>
      </p:nvGrpSpPr>
      <p:grpSpPr>
        <a:xfrm>
          <a:off x="0" y="0"/>
          <a:ext cx="0" cy="0"/>
        </a:xfrm>
      </p:grpSpPr>
      <p:pic>
        <p:nvPicPr>
          <p:cNvPr id="67" name="Google Shape;67;p10"/>
          <p:cNvPicPr preferRelativeResize="0"/>
          <p:nvPr/>
        </p:nvPicPr>
        <p:blipFill>
          <a:blip r:embed="rId1">
            <a:alphaModFix/>
          </a:blip>
          <a:stretch>
            <a:fillRect/>
          </a:stretch>
        </p:blipFill>
        <p:spPr>
          <a:xfrm>
            <a:off x="6910937" y="9972010"/>
            <a:ext cx="181075" cy="246288"/>
          </a:xfrm>
          <a:prstGeom prst="rect">
            <a:avLst/>
          </a:prstGeom>
          <a:noFill/>
          <a:ln>
            <a:noFill/>
          </a:ln>
        </p:spPr>
      </p:pic>
      <p:sp>
        <p:nvSpPr>
          <p:cNvPr id="68" name="Google Shape;68;p10"/>
          <p:cNvSpPr txBox="1"/>
          <p:nvPr>
            <p:ph type="sldNum" idx="12"/>
          </p:nvPr>
        </p:nvSpPr>
        <p:spPr>
          <a:xfrm>
            <a:off x="6352325" y="9972000"/>
            <a:ext cx="483300" cy="277200"/>
          </a:xfrm>
          <a:prstGeom prst="rect">
            <a:avLst/>
          </a:prstGeom>
        </p:spPr>
        <p:txBody>
          <a:bodyPr spcFirstLastPara="1" wrap="square" lIns="91425" tIns="91425" rIns="91425" bIns="91425" anchor="ctr" anchorCtr="0">
            <a:noAutofit/>
          </a:bodyPr>
          <a:lstStyle>
            <a:lvl1pPr lvl="0" rtl="0">
              <a:buNone/>
              <a:defRPr sz="1200">
                <a:latin typeface="Lexend Medium"/>
                <a:ea typeface="Lexend Medium"/>
                <a:cs typeface="Lexend Medium"/>
                <a:sym typeface="Lexend Medium"/>
              </a:defRPr>
            </a:lvl1pPr>
            <a:lvl2pPr lvl="1" rtl="0">
              <a:buNone/>
              <a:defRPr sz="1200">
                <a:latin typeface="Lexend Medium"/>
                <a:ea typeface="Lexend Medium"/>
                <a:cs typeface="Lexend Medium"/>
                <a:sym typeface="Lexend Medium"/>
              </a:defRPr>
            </a:lvl2pPr>
            <a:lvl3pPr lvl="2" rtl="0">
              <a:buNone/>
              <a:defRPr sz="1200">
                <a:latin typeface="Lexend Medium"/>
                <a:ea typeface="Lexend Medium"/>
                <a:cs typeface="Lexend Medium"/>
                <a:sym typeface="Lexend Medium"/>
              </a:defRPr>
            </a:lvl3pPr>
            <a:lvl4pPr lvl="3" rtl="0">
              <a:buNone/>
              <a:defRPr sz="1200">
                <a:latin typeface="Lexend Medium"/>
                <a:ea typeface="Lexend Medium"/>
                <a:cs typeface="Lexend Medium"/>
                <a:sym typeface="Lexend Medium"/>
              </a:defRPr>
            </a:lvl4pPr>
            <a:lvl5pPr lvl="4" rtl="0">
              <a:buNone/>
              <a:defRPr sz="1200">
                <a:latin typeface="Lexend Medium"/>
                <a:ea typeface="Lexend Medium"/>
                <a:cs typeface="Lexend Medium"/>
                <a:sym typeface="Lexend Medium"/>
              </a:defRPr>
            </a:lvl5pPr>
            <a:lvl6pPr lvl="5" rtl="0">
              <a:buNone/>
              <a:defRPr sz="1200">
                <a:latin typeface="Lexend Medium"/>
                <a:ea typeface="Lexend Medium"/>
                <a:cs typeface="Lexend Medium"/>
                <a:sym typeface="Lexend Medium"/>
              </a:defRPr>
            </a:lvl6pPr>
            <a:lvl7pPr lvl="6" rtl="0">
              <a:buNone/>
              <a:defRPr sz="1200">
                <a:latin typeface="Lexend Medium"/>
                <a:ea typeface="Lexend Medium"/>
                <a:cs typeface="Lexend Medium"/>
                <a:sym typeface="Lexend Medium"/>
              </a:defRPr>
            </a:lvl7pPr>
            <a:lvl8pPr lvl="7" rtl="0">
              <a:buNone/>
              <a:defRPr sz="1200">
                <a:latin typeface="Lexend Medium"/>
                <a:ea typeface="Lexend Medium"/>
                <a:cs typeface="Lexend Medium"/>
                <a:sym typeface="Lexend Medium"/>
              </a:defRPr>
            </a:lvl8pPr>
            <a:lvl9pPr lvl="8" rtl="0">
              <a:buNone/>
              <a:defRPr sz="1200">
                <a:latin typeface="Lexend Medium"/>
                <a:ea typeface="Lexend Medium"/>
                <a:cs typeface="Lexend Medium"/>
                <a:sym typeface="Lexend Medium"/>
              </a:defRPr>
            </a:lvl9pPr>
          </a:lstStyle>
          <a:p>
            <a:pPr marL="0" lvl="0" indent="0" algn="r" rtl="0">
              <a:spcBef>
                <a:spcPct val="0"/>
              </a:spcBef>
              <a:spcAft>
                <a:spcPct val="0"/>
              </a:spcAft>
              <a:buNone/>
            </a:pPr>
            <a:fld id="{00000000-1234-1234-1234-123412341234}" type="slidenum">
              <a:rPr lang="en-GB"/>
              <a:t>‹#›</a:t>
            </a:fld>
            <a:endParaRPr/>
          </a:p>
        </p:txBody>
      </p:sp>
      <p:sp>
        <p:nvSpPr>
          <p:cNvPr id="69" name="Google Shape;69;p10"/>
          <p:cNvSpPr txBox="1"/>
          <p:nvPr>
            <p:ph type="title"/>
          </p:nvPr>
        </p:nvSpPr>
        <p:spPr>
          <a:xfrm>
            <a:off x="468000" y="864000"/>
            <a:ext cx="6624000" cy="360000"/>
          </a:xfrm>
          <a:prstGeom prst="rect">
            <a:avLst/>
          </a:prstGeom>
        </p:spPr>
        <p:txBody>
          <a:bodyPr spcFirstLastPara="1" wrap="square" lIns="0" tIns="0" rIns="0" bIns="0" anchor="ctr" anchorCtr="0">
            <a:spAutoFit/>
          </a:bodyPr>
          <a:lstStyle>
            <a:lvl1pPr lvl="0" rtl="0">
              <a:spcBef>
                <a:spcPct val="0"/>
              </a:spcBef>
              <a:spcAft>
                <a:spcPct val="0"/>
              </a:spcAft>
              <a:buSzPts val="1800"/>
              <a:buNone/>
              <a:defRPr sz="1800"/>
            </a:lvl1pPr>
            <a:lvl2pPr lvl="1" rtl="0">
              <a:spcBef>
                <a:spcPct val="0"/>
              </a:spcBef>
              <a:spcAft>
                <a:spcPct val="0"/>
              </a:spcAft>
              <a:buSzPts val="1800"/>
              <a:buNone/>
              <a:defRPr sz="1800"/>
            </a:lvl2pPr>
            <a:lvl3pPr lvl="2" rtl="0">
              <a:spcBef>
                <a:spcPct val="0"/>
              </a:spcBef>
              <a:spcAft>
                <a:spcPct val="0"/>
              </a:spcAft>
              <a:buSzPts val="1800"/>
              <a:buNone/>
              <a:defRPr sz="1800"/>
            </a:lvl3pPr>
            <a:lvl4pPr lvl="3" rtl="0">
              <a:spcBef>
                <a:spcPct val="0"/>
              </a:spcBef>
              <a:spcAft>
                <a:spcPct val="0"/>
              </a:spcAft>
              <a:buSzPts val="1800"/>
              <a:buNone/>
              <a:defRPr sz="1800"/>
            </a:lvl4pPr>
            <a:lvl5pPr lvl="4" rtl="0">
              <a:spcBef>
                <a:spcPct val="0"/>
              </a:spcBef>
              <a:spcAft>
                <a:spcPct val="0"/>
              </a:spcAft>
              <a:buSzPts val="1800"/>
              <a:buNone/>
              <a:defRPr sz="1800"/>
            </a:lvl5pPr>
            <a:lvl6pPr lvl="5" rtl="0">
              <a:spcBef>
                <a:spcPct val="0"/>
              </a:spcBef>
              <a:spcAft>
                <a:spcPct val="0"/>
              </a:spcAft>
              <a:buSzPts val="1800"/>
              <a:buNone/>
              <a:defRPr sz="1800"/>
            </a:lvl6pPr>
            <a:lvl7pPr lvl="6" rtl="0">
              <a:spcBef>
                <a:spcPct val="0"/>
              </a:spcBef>
              <a:spcAft>
                <a:spcPct val="0"/>
              </a:spcAft>
              <a:buSzPts val="1800"/>
              <a:buNone/>
              <a:defRPr sz="1800"/>
            </a:lvl7pPr>
            <a:lvl8pPr lvl="7" rtl="0">
              <a:spcBef>
                <a:spcPct val="0"/>
              </a:spcBef>
              <a:spcAft>
                <a:spcPct val="0"/>
              </a:spcAft>
              <a:buSzPts val="1800"/>
              <a:buNone/>
              <a:defRPr sz="1800"/>
            </a:lvl8pPr>
            <a:lvl9pPr lvl="8" rtl="0">
              <a:spcBef>
                <a:spcPct val="0"/>
              </a:spcBef>
              <a:spcAft>
                <a:spcPct val="0"/>
              </a:spcAft>
              <a:buSzPts val="1800"/>
              <a:buNone/>
              <a:defRPr sz="1800"/>
            </a:lvl9pPr>
          </a:lstStyle>
          <a:p/>
        </p:txBody>
      </p:sp>
      <p:sp>
        <p:nvSpPr>
          <p:cNvPr id="70" name="Google Shape;70;p10"/>
          <p:cNvSpPr txBox="1"/>
          <p:nvPr/>
        </p:nvSpPr>
        <p:spPr>
          <a:xfrm>
            <a:off x="466825" y="360000"/>
            <a:ext cx="2334000" cy="215400"/>
          </a:xfrm>
          <a:prstGeom prst="rect">
            <a:avLst/>
          </a:prstGeom>
          <a:noFill/>
          <a:ln>
            <a:noFill/>
          </a:ln>
        </p:spPr>
        <p:txBody>
          <a:bodyPr spcFirstLastPara="1" wrap="square" lIns="0" tIns="0" rIns="0" bIns="0" anchor="ctr" anchorCtr="0">
            <a:spAutoFit/>
          </a:bodyPr>
          <a:lstStyle/>
          <a:p>
            <a:pPr marL="0" lvl="0" indent="0" algn="l" rtl="0">
              <a:spcBef>
                <a:spcPct val="0"/>
              </a:spcBef>
              <a:spcAft>
                <a:spcPct val="0"/>
              </a:spcAft>
              <a:buNone/>
            </a:pPr>
            <a:r>
              <a:rPr lang="en-GB" sz="1200" b="1">
                <a:latin typeface="Lexend"/>
                <a:ea typeface="Lexend"/>
                <a:cs typeface="Lexend"/>
                <a:sym typeface="Lexend"/>
              </a:rPr>
              <a:t>Name</a:t>
            </a:r>
            <a:r>
              <a:rPr lang="en-GB" b="1">
                <a:latin typeface="Lexend"/>
                <a:ea typeface="Lexend"/>
                <a:cs typeface="Lexend"/>
                <a:sym typeface="Lexend"/>
              </a:rPr>
              <a:t>:</a:t>
            </a:r>
            <a:endParaRPr b="1">
              <a:latin typeface="Lexend"/>
              <a:ea typeface="Lexend"/>
              <a:cs typeface="Lexend"/>
              <a:sym typeface="Lexend"/>
            </a:endParaRPr>
          </a:p>
        </p:txBody>
      </p:sp>
      <p:cxnSp>
        <p:nvCxnSpPr>
          <p:cNvPr id="71" name="Google Shape;71;p10"/>
          <p:cNvCxnSpPr/>
          <p:nvPr/>
        </p:nvCxnSpPr>
        <p:spPr>
          <a:xfrm>
            <a:off x="987525" y="610425"/>
            <a:ext cx="1813200" cy="0"/>
          </a:xfrm>
          <a:prstGeom prst="straightConnector1">
            <a:avLst/>
          </a:prstGeom>
          <a:noFill/>
          <a:ln w="9525" cap="flat" cmpd="sng">
            <a:solidFill>
              <a:schemeClr val="dk2"/>
            </a:solidFill>
            <a:prstDash val="solid"/>
            <a:round/>
            <a:headEnd type="none" w="med" len="med"/>
            <a:tailEnd type="none" w="med" len="med"/>
          </a:ln>
        </p:spPr>
      </p:cxnSp>
      <p:pic>
        <p:nvPicPr>
          <p:cNvPr id="72" name="Google Shape;72;p10"/>
          <p:cNvPicPr preferRelativeResize="0"/>
          <p:nvPr/>
        </p:nvPicPr>
        <p:blipFill>
          <a:blip r:embed="rId2">
            <a:alphaModFix/>
          </a:blip>
          <a:stretch>
            <a:fillRect/>
          </a:stretch>
        </p:blipFill>
        <p:spPr>
          <a:xfrm>
            <a:off x="5722275" y="215699"/>
            <a:ext cx="504000" cy="504000"/>
          </a:xfrm>
          <a:prstGeom prst="rect">
            <a:avLst/>
          </a:prstGeom>
          <a:noFill/>
          <a:ln>
            <a:noFill/>
          </a:ln>
        </p:spPr>
      </p:pic>
      <p:pic>
        <p:nvPicPr>
          <p:cNvPr id="73" name="Google Shape;73;p10"/>
          <p:cNvPicPr preferRelativeResize="0"/>
          <p:nvPr/>
        </p:nvPicPr>
        <p:blipFill>
          <a:blip r:embed="rId3">
            <a:alphaModFix/>
          </a:blip>
          <a:stretch>
            <a:fillRect/>
          </a:stretch>
        </p:blipFill>
        <p:spPr>
          <a:xfrm>
            <a:off x="468000" y="1242003"/>
            <a:ext cx="6624000" cy="66240"/>
          </a:xfrm>
          <a:prstGeom prst="rect">
            <a:avLst/>
          </a:prstGeom>
          <a:noFill/>
          <a:ln>
            <a:noFill/>
          </a:ln>
        </p:spPr>
      </p:pic>
      <p:sp>
        <p:nvSpPr>
          <p:cNvPr id="74" name="Google Shape;74;p10"/>
          <p:cNvSpPr txBox="1"/>
          <p:nvPr/>
        </p:nvSpPr>
        <p:spPr>
          <a:xfrm>
            <a:off x="6189000" y="360000"/>
            <a:ext cx="903000" cy="184800"/>
          </a:xfrm>
          <a:prstGeom prst="rect">
            <a:avLst/>
          </a:prstGeom>
          <a:noFill/>
          <a:ln>
            <a:noFill/>
          </a:ln>
        </p:spPr>
        <p:txBody>
          <a:bodyPr spcFirstLastPara="1" wrap="square" lIns="0" tIns="0" rIns="0" bIns="0" anchor="ctr" anchorCtr="0">
            <a:spAutoFit/>
          </a:bodyPr>
          <a:lstStyle/>
          <a:p>
            <a:pPr marL="0" lvl="0" indent="0" algn="r" rtl="0">
              <a:spcBef>
                <a:spcPct val="0"/>
              </a:spcBef>
              <a:spcAft>
                <a:spcPct val="0"/>
              </a:spcAft>
              <a:buNone/>
            </a:pPr>
            <a:r>
              <a:rPr lang="en-GB" sz="1200" b="1">
                <a:latin typeface="Lexend"/>
                <a:ea typeface="Lexend"/>
                <a:cs typeface="Lexend"/>
                <a:sym typeface="Lexend"/>
              </a:rPr>
              <a:t>Worksheet</a:t>
            </a:r>
            <a:endParaRPr b="1">
              <a:latin typeface="Lexend"/>
              <a:ea typeface="Lexend"/>
              <a:cs typeface="Lexend"/>
              <a:sym typeface="Lexend"/>
            </a:endParaRPr>
          </a:p>
        </p:txBody>
      </p:sp>
    </p:spTree>
  </p:cSld>
  <p:clrMapOvr>
    <a:masterClrMapping/>
  </p:clrMapOvr>
  <p:transition/>
  <p:timing/>
  <p:extLst>
    <p:ext uri="{DCECCB84-F9BA-43D5-87BE-67443E8EF086}">
      <p15:sldGuideLst xmlns:p15="http://schemas.microsoft.com/office/powerpoint/2012/main">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sldGuideLst>
    </p:ext>
  </p:extLst>
</p:sldLayout>
</file>

<file path=ppt/slideLayouts/slideLayout9.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1.1 Title page with long title">
  <p:cSld name="SECTION_HEADER_1_1_1_1_1_1_1_1_1_1_1_2_1_1_1_1_1_1_2">
    <p:bg>
      <p:bgPr>
        <a:solidFill>
          <a:schemeClr val="lt1"/>
        </a:solidFill>
      </p:bgPr>
    </p:bg>
    <p:spTree>
      <p:nvGrpSpPr>
        <p:cNvPr id="75" name="Shape 75"/>
        <p:cNvGrpSpPr/>
        <p:nvPr/>
      </p:nvGrpSpPr>
      <p:grpSpPr>
        <a:xfrm>
          <a:off x="0" y="0"/>
          <a:ext cx="0" cy="0"/>
        </a:xfrm>
      </p:grpSpPr>
      <p:pic>
        <p:nvPicPr>
          <p:cNvPr id="76" name="Google Shape;76;p11"/>
          <p:cNvPicPr preferRelativeResize="0"/>
          <p:nvPr/>
        </p:nvPicPr>
        <p:blipFill>
          <a:blip r:embed="rId1">
            <a:alphaModFix/>
          </a:blip>
          <a:stretch>
            <a:fillRect/>
          </a:stretch>
        </p:blipFill>
        <p:spPr>
          <a:xfrm>
            <a:off x="6910937" y="9972010"/>
            <a:ext cx="181075" cy="246288"/>
          </a:xfrm>
          <a:prstGeom prst="rect">
            <a:avLst/>
          </a:prstGeom>
          <a:noFill/>
          <a:ln>
            <a:noFill/>
          </a:ln>
        </p:spPr>
      </p:pic>
      <p:sp>
        <p:nvSpPr>
          <p:cNvPr id="77" name="Google Shape;77;p11"/>
          <p:cNvSpPr txBox="1"/>
          <p:nvPr>
            <p:ph type="sldNum" idx="12"/>
          </p:nvPr>
        </p:nvSpPr>
        <p:spPr>
          <a:xfrm>
            <a:off x="6352325" y="9972000"/>
            <a:ext cx="483300" cy="277200"/>
          </a:xfrm>
          <a:prstGeom prst="rect">
            <a:avLst/>
          </a:prstGeom>
        </p:spPr>
        <p:txBody>
          <a:bodyPr spcFirstLastPara="1" wrap="square" lIns="91425" tIns="91425" rIns="91425" bIns="91425" anchor="ctr" anchorCtr="0">
            <a:noAutofit/>
          </a:bodyPr>
          <a:lstStyle>
            <a:lvl1pPr lvl="0" rtl="0">
              <a:buNone/>
              <a:defRPr sz="1200">
                <a:latin typeface="Lexend Medium"/>
                <a:ea typeface="Lexend Medium"/>
                <a:cs typeface="Lexend Medium"/>
                <a:sym typeface="Lexend Medium"/>
              </a:defRPr>
            </a:lvl1pPr>
            <a:lvl2pPr lvl="1" rtl="0">
              <a:buNone/>
              <a:defRPr sz="1200">
                <a:latin typeface="Lexend Medium"/>
                <a:ea typeface="Lexend Medium"/>
                <a:cs typeface="Lexend Medium"/>
                <a:sym typeface="Lexend Medium"/>
              </a:defRPr>
            </a:lvl2pPr>
            <a:lvl3pPr lvl="2" rtl="0">
              <a:buNone/>
              <a:defRPr sz="1200">
                <a:latin typeface="Lexend Medium"/>
                <a:ea typeface="Lexend Medium"/>
                <a:cs typeface="Lexend Medium"/>
                <a:sym typeface="Lexend Medium"/>
              </a:defRPr>
            </a:lvl3pPr>
            <a:lvl4pPr lvl="3" rtl="0">
              <a:buNone/>
              <a:defRPr sz="1200">
                <a:latin typeface="Lexend Medium"/>
                <a:ea typeface="Lexend Medium"/>
                <a:cs typeface="Lexend Medium"/>
                <a:sym typeface="Lexend Medium"/>
              </a:defRPr>
            </a:lvl4pPr>
            <a:lvl5pPr lvl="4" rtl="0">
              <a:buNone/>
              <a:defRPr sz="1200">
                <a:latin typeface="Lexend Medium"/>
                <a:ea typeface="Lexend Medium"/>
                <a:cs typeface="Lexend Medium"/>
                <a:sym typeface="Lexend Medium"/>
              </a:defRPr>
            </a:lvl5pPr>
            <a:lvl6pPr lvl="5" rtl="0">
              <a:buNone/>
              <a:defRPr sz="1200">
                <a:latin typeface="Lexend Medium"/>
                <a:ea typeface="Lexend Medium"/>
                <a:cs typeface="Lexend Medium"/>
                <a:sym typeface="Lexend Medium"/>
              </a:defRPr>
            </a:lvl6pPr>
            <a:lvl7pPr lvl="6" rtl="0">
              <a:buNone/>
              <a:defRPr sz="1200">
                <a:latin typeface="Lexend Medium"/>
                <a:ea typeface="Lexend Medium"/>
                <a:cs typeface="Lexend Medium"/>
                <a:sym typeface="Lexend Medium"/>
              </a:defRPr>
            </a:lvl7pPr>
            <a:lvl8pPr lvl="7" rtl="0">
              <a:buNone/>
              <a:defRPr sz="1200">
                <a:latin typeface="Lexend Medium"/>
                <a:ea typeface="Lexend Medium"/>
                <a:cs typeface="Lexend Medium"/>
                <a:sym typeface="Lexend Medium"/>
              </a:defRPr>
            </a:lvl8pPr>
            <a:lvl9pPr lvl="8" rtl="0">
              <a:buNone/>
              <a:defRPr sz="1200">
                <a:latin typeface="Lexend Medium"/>
                <a:ea typeface="Lexend Medium"/>
                <a:cs typeface="Lexend Medium"/>
                <a:sym typeface="Lexend Medium"/>
              </a:defRPr>
            </a:lvl9pPr>
          </a:lstStyle>
          <a:p>
            <a:pPr marL="0" lvl="0" indent="0" algn="r" rtl="0">
              <a:spcBef>
                <a:spcPct val="0"/>
              </a:spcBef>
              <a:spcAft>
                <a:spcPct val="0"/>
              </a:spcAft>
              <a:buNone/>
            </a:pPr>
            <a:fld id="{00000000-1234-1234-1234-123412341234}" type="slidenum">
              <a:rPr lang="en-GB"/>
              <a:t>‹#›</a:t>
            </a:fld>
            <a:endParaRPr/>
          </a:p>
        </p:txBody>
      </p:sp>
      <p:sp>
        <p:nvSpPr>
          <p:cNvPr id="78" name="Google Shape;78;p11"/>
          <p:cNvSpPr txBox="1"/>
          <p:nvPr>
            <p:ph type="title"/>
          </p:nvPr>
        </p:nvSpPr>
        <p:spPr>
          <a:xfrm>
            <a:off x="468000" y="864000"/>
            <a:ext cx="6624000" cy="360000"/>
          </a:xfrm>
          <a:prstGeom prst="rect">
            <a:avLst/>
          </a:prstGeom>
        </p:spPr>
        <p:txBody>
          <a:bodyPr spcFirstLastPara="1" wrap="square" lIns="0" tIns="0" rIns="0" bIns="0" anchor="ctr" anchorCtr="0">
            <a:spAutoFit/>
          </a:bodyPr>
          <a:lstStyle>
            <a:lvl1pPr lvl="0" rtl="0">
              <a:spcBef>
                <a:spcPct val="0"/>
              </a:spcBef>
              <a:spcAft>
                <a:spcPct val="0"/>
              </a:spcAft>
              <a:buSzPts val="1800"/>
              <a:buNone/>
              <a:defRPr sz="1800"/>
            </a:lvl1pPr>
            <a:lvl2pPr lvl="1" rtl="0">
              <a:spcBef>
                <a:spcPct val="0"/>
              </a:spcBef>
              <a:spcAft>
                <a:spcPct val="0"/>
              </a:spcAft>
              <a:buSzPts val="1800"/>
              <a:buNone/>
              <a:defRPr sz="1800"/>
            </a:lvl2pPr>
            <a:lvl3pPr lvl="2" rtl="0">
              <a:spcBef>
                <a:spcPct val="0"/>
              </a:spcBef>
              <a:spcAft>
                <a:spcPct val="0"/>
              </a:spcAft>
              <a:buSzPts val="1800"/>
              <a:buNone/>
              <a:defRPr sz="1800"/>
            </a:lvl3pPr>
            <a:lvl4pPr lvl="3" rtl="0">
              <a:spcBef>
                <a:spcPct val="0"/>
              </a:spcBef>
              <a:spcAft>
                <a:spcPct val="0"/>
              </a:spcAft>
              <a:buSzPts val="1800"/>
              <a:buNone/>
              <a:defRPr sz="1800"/>
            </a:lvl4pPr>
            <a:lvl5pPr lvl="4" rtl="0">
              <a:spcBef>
                <a:spcPct val="0"/>
              </a:spcBef>
              <a:spcAft>
                <a:spcPct val="0"/>
              </a:spcAft>
              <a:buSzPts val="1800"/>
              <a:buNone/>
              <a:defRPr sz="1800"/>
            </a:lvl5pPr>
            <a:lvl6pPr lvl="5" rtl="0">
              <a:spcBef>
                <a:spcPct val="0"/>
              </a:spcBef>
              <a:spcAft>
                <a:spcPct val="0"/>
              </a:spcAft>
              <a:buSzPts val="1800"/>
              <a:buNone/>
              <a:defRPr sz="1800"/>
            </a:lvl6pPr>
            <a:lvl7pPr lvl="6" rtl="0">
              <a:spcBef>
                <a:spcPct val="0"/>
              </a:spcBef>
              <a:spcAft>
                <a:spcPct val="0"/>
              </a:spcAft>
              <a:buSzPts val="1800"/>
              <a:buNone/>
              <a:defRPr sz="1800"/>
            </a:lvl7pPr>
            <a:lvl8pPr lvl="7" rtl="0">
              <a:spcBef>
                <a:spcPct val="0"/>
              </a:spcBef>
              <a:spcAft>
                <a:spcPct val="0"/>
              </a:spcAft>
              <a:buSzPts val="1800"/>
              <a:buNone/>
              <a:defRPr sz="1800"/>
            </a:lvl8pPr>
            <a:lvl9pPr lvl="8" rtl="0">
              <a:spcBef>
                <a:spcPct val="0"/>
              </a:spcBef>
              <a:spcAft>
                <a:spcPct val="0"/>
              </a:spcAft>
              <a:buSzPts val="1800"/>
              <a:buNone/>
              <a:defRPr sz="1800"/>
            </a:lvl9pPr>
          </a:lstStyle>
          <a:p/>
        </p:txBody>
      </p:sp>
      <p:pic>
        <p:nvPicPr>
          <p:cNvPr id="79" name="Google Shape;79;p11"/>
          <p:cNvPicPr preferRelativeResize="0"/>
          <p:nvPr/>
        </p:nvPicPr>
        <p:blipFill>
          <a:blip r:embed="rId2">
            <a:alphaModFix/>
          </a:blip>
          <a:stretch>
            <a:fillRect/>
          </a:stretch>
        </p:blipFill>
        <p:spPr>
          <a:xfrm>
            <a:off x="468000" y="1543153"/>
            <a:ext cx="6624000" cy="66240"/>
          </a:xfrm>
          <a:prstGeom prst="rect">
            <a:avLst/>
          </a:prstGeom>
          <a:noFill/>
          <a:ln>
            <a:noFill/>
          </a:ln>
        </p:spPr>
      </p:pic>
      <p:sp>
        <p:nvSpPr>
          <p:cNvPr id="80" name="Google Shape;80;p11"/>
          <p:cNvSpPr txBox="1"/>
          <p:nvPr/>
        </p:nvSpPr>
        <p:spPr>
          <a:xfrm>
            <a:off x="466825" y="360000"/>
            <a:ext cx="2334000" cy="215400"/>
          </a:xfrm>
          <a:prstGeom prst="rect">
            <a:avLst/>
          </a:prstGeom>
          <a:noFill/>
          <a:ln>
            <a:noFill/>
          </a:ln>
        </p:spPr>
        <p:txBody>
          <a:bodyPr spcFirstLastPara="1" wrap="square" lIns="0" tIns="0" rIns="0" bIns="0" anchor="ctr" anchorCtr="0">
            <a:spAutoFit/>
          </a:bodyPr>
          <a:lstStyle/>
          <a:p>
            <a:pPr marL="0" lvl="0" indent="0" algn="l" rtl="0">
              <a:spcBef>
                <a:spcPct val="0"/>
              </a:spcBef>
              <a:spcAft>
                <a:spcPct val="0"/>
              </a:spcAft>
              <a:buNone/>
            </a:pPr>
            <a:r>
              <a:rPr lang="en-GB" sz="1200" b="1">
                <a:latin typeface="Lexend"/>
                <a:ea typeface="Lexend"/>
                <a:cs typeface="Lexend"/>
                <a:sym typeface="Lexend"/>
              </a:rPr>
              <a:t>Name</a:t>
            </a:r>
            <a:r>
              <a:rPr lang="en-GB" b="1">
                <a:latin typeface="Lexend"/>
                <a:ea typeface="Lexend"/>
                <a:cs typeface="Lexend"/>
                <a:sym typeface="Lexend"/>
              </a:rPr>
              <a:t>:</a:t>
            </a:r>
            <a:endParaRPr b="1">
              <a:latin typeface="Lexend"/>
              <a:ea typeface="Lexend"/>
              <a:cs typeface="Lexend"/>
              <a:sym typeface="Lexend"/>
            </a:endParaRPr>
          </a:p>
        </p:txBody>
      </p:sp>
      <p:cxnSp>
        <p:nvCxnSpPr>
          <p:cNvPr id="81" name="Google Shape;81;p11"/>
          <p:cNvCxnSpPr/>
          <p:nvPr/>
        </p:nvCxnSpPr>
        <p:spPr>
          <a:xfrm>
            <a:off x="987525" y="610425"/>
            <a:ext cx="1813200" cy="0"/>
          </a:xfrm>
          <a:prstGeom prst="straightConnector1">
            <a:avLst/>
          </a:prstGeom>
          <a:noFill/>
          <a:ln w="9525" cap="flat" cmpd="sng">
            <a:solidFill>
              <a:schemeClr val="dk2"/>
            </a:solidFill>
            <a:prstDash val="solid"/>
            <a:round/>
            <a:headEnd type="none" w="med" len="med"/>
            <a:tailEnd type="none" w="med" len="med"/>
          </a:ln>
        </p:spPr>
      </p:cxnSp>
      <p:pic>
        <p:nvPicPr>
          <p:cNvPr id="82" name="Google Shape;82;p11"/>
          <p:cNvPicPr preferRelativeResize="0"/>
          <p:nvPr/>
        </p:nvPicPr>
        <p:blipFill>
          <a:blip r:embed="rId3">
            <a:alphaModFix/>
          </a:blip>
          <a:stretch>
            <a:fillRect/>
          </a:stretch>
        </p:blipFill>
        <p:spPr>
          <a:xfrm>
            <a:off x="5722275" y="215699"/>
            <a:ext cx="504000" cy="504000"/>
          </a:xfrm>
          <a:prstGeom prst="rect">
            <a:avLst/>
          </a:prstGeom>
          <a:noFill/>
          <a:ln>
            <a:noFill/>
          </a:ln>
        </p:spPr>
      </p:pic>
      <p:sp>
        <p:nvSpPr>
          <p:cNvPr id="83" name="Google Shape;83;p11"/>
          <p:cNvSpPr txBox="1"/>
          <p:nvPr/>
        </p:nvSpPr>
        <p:spPr>
          <a:xfrm>
            <a:off x="6189000" y="360000"/>
            <a:ext cx="903000" cy="184800"/>
          </a:xfrm>
          <a:prstGeom prst="rect">
            <a:avLst/>
          </a:prstGeom>
          <a:noFill/>
          <a:ln>
            <a:noFill/>
          </a:ln>
        </p:spPr>
        <p:txBody>
          <a:bodyPr spcFirstLastPara="1" wrap="square" lIns="0" tIns="0" rIns="0" bIns="0" anchor="ctr" anchorCtr="0">
            <a:spAutoFit/>
          </a:bodyPr>
          <a:lstStyle/>
          <a:p>
            <a:pPr marL="0" lvl="0" indent="0" algn="r" rtl="0">
              <a:spcBef>
                <a:spcPct val="0"/>
              </a:spcBef>
              <a:spcAft>
                <a:spcPct val="0"/>
              </a:spcAft>
              <a:buNone/>
            </a:pPr>
            <a:r>
              <a:rPr lang="en-GB" sz="1200" b="1">
                <a:latin typeface="Lexend"/>
                <a:ea typeface="Lexend"/>
                <a:cs typeface="Lexend"/>
                <a:sym typeface="Lexend"/>
              </a:rPr>
              <a:t>Worksheet</a:t>
            </a:r>
            <a:endParaRPr b="1">
              <a:latin typeface="Lexend"/>
              <a:ea typeface="Lexend"/>
              <a:cs typeface="Lexend"/>
              <a:sym typeface="Lexend"/>
            </a:endParaRPr>
          </a:p>
        </p:txBody>
      </p:sp>
    </p:spTree>
  </p:cSld>
  <p:clrMapOvr>
    <a:masterClrMapping/>
  </p:clrMapOvr>
  <p:transition/>
  <p:timing/>
  <p:extLst>
    <p:ext uri="{DCECCB84-F9BA-43D5-87BE-67443E8EF086}">
      <p15:sldGuideLst xmlns:p15="http://schemas.microsoft.com/office/powerpoint/2012/main">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sldGuideLst>
    </p:ext>
  </p:extLst>
</p:sldLayout>
</file>

<file path=ppt/slideLayouts/slideLayout10.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2.0 Middle page">
  <p:cSld name="SECTION_HEADER_1_1_1_1_1_1_1_1_1_1_1_2_1_1_1_1_1_1_1_1_2">
    <p:bg>
      <p:bgPr>
        <a:solidFill>
          <a:schemeClr val="lt1"/>
        </a:solidFill>
      </p:bgPr>
    </p:bg>
    <p:spTree>
      <p:nvGrpSpPr>
        <p:cNvPr id="84" name="Shape 84"/>
        <p:cNvGrpSpPr/>
        <p:nvPr/>
      </p:nvGrpSpPr>
      <p:grpSpPr>
        <a:xfrm>
          <a:off x="0" y="0"/>
          <a:ext cx="0" cy="0"/>
        </a:xfrm>
      </p:grpSpPr>
      <p:pic>
        <p:nvPicPr>
          <p:cNvPr id="85" name="Google Shape;85;p12"/>
          <p:cNvPicPr preferRelativeResize="0"/>
          <p:nvPr/>
        </p:nvPicPr>
        <p:blipFill>
          <a:blip r:embed="rId1">
            <a:alphaModFix/>
          </a:blip>
          <a:stretch>
            <a:fillRect/>
          </a:stretch>
        </p:blipFill>
        <p:spPr>
          <a:xfrm>
            <a:off x="6910937" y="9972010"/>
            <a:ext cx="181075" cy="246288"/>
          </a:xfrm>
          <a:prstGeom prst="rect">
            <a:avLst/>
          </a:prstGeom>
          <a:noFill/>
          <a:ln>
            <a:noFill/>
          </a:ln>
        </p:spPr>
      </p:pic>
      <p:sp>
        <p:nvSpPr>
          <p:cNvPr id="86" name="Google Shape;86;p12"/>
          <p:cNvSpPr txBox="1"/>
          <p:nvPr>
            <p:ph type="sldNum" idx="12"/>
          </p:nvPr>
        </p:nvSpPr>
        <p:spPr>
          <a:xfrm>
            <a:off x="6352325" y="9972000"/>
            <a:ext cx="483300" cy="277200"/>
          </a:xfrm>
          <a:prstGeom prst="rect">
            <a:avLst/>
          </a:prstGeom>
        </p:spPr>
        <p:txBody>
          <a:bodyPr spcFirstLastPara="1" wrap="square" lIns="91425" tIns="91425" rIns="91425" bIns="91425" anchor="ctr" anchorCtr="0">
            <a:noAutofit/>
          </a:bodyPr>
          <a:lstStyle>
            <a:lvl1pPr lvl="0" rtl="0">
              <a:buNone/>
              <a:defRPr sz="1200">
                <a:latin typeface="Lexend Medium"/>
                <a:ea typeface="Lexend Medium"/>
                <a:cs typeface="Lexend Medium"/>
                <a:sym typeface="Lexend Medium"/>
              </a:defRPr>
            </a:lvl1pPr>
            <a:lvl2pPr lvl="1" rtl="0">
              <a:buNone/>
              <a:defRPr sz="1200">
                <a:latin typeface="Lexend Medium"/>
                <a:ea typeface="Lexend Medium"/>
                <a:cs typeface="Lexend Medium"/>
                <a:sym typeface="Lexend Medium"/>
              </a:defRPr>
            </a:lvl2pPr>
            <a:lvl3pPr lvl="2" rtl="0">
              <a:buNone/>
              <a:defRPr sz="1200">
                <a:latin typeface="Lexend Medium"/>
                <a:ea typeface="Lexend Medium"/>
                <a:cs typeface="Lexend Medium"/>
                <a:sym typeface="Lexend Medium"/>
              </a:defRPr>
            </a:lvl3pPr>
            <a:lvl4pPr lvl="3" rtl="0">
              <a:buNone/>
              <a:defRPr sz="1200">
                <a:latin typeface="Lexend Medium"/>
                <a:ea typeface="Lexend Medium"/>
                <a:cs typeface="Lexend Medium"/>
                <a:sym typeface="Lexend Medium"/>
              </a:defRPr>
            </a:lvl4pPr>
            <a:lvl5pPr lvl="4" rtl="0">
              <a:buNone/>
              <a:defRPr sz="1200">
                <a:latin typeface="Lexend Medium"/>
                <a:ea typeface="Lexend Medium"/>
                <a:cs typeface="Lexend Medium"/>
                <a:sym typeface="Lexend Medium"/>
              </a:defRPr>
            </a:lvl5pPr>
            <a:lvl6pPr lvl="5" rtl="0">
              <a:buNone/>
              <a:defRPr sz="1200">
                <a:latin typeface="Lexend Medium"/>
                <a:ea typeface="Lexend Medium"/>
                <a:cs typeface="Lexend Medium"/>
                <a:sym typeface="Lexend Medium"/>
              </a:defRPr>
            </a:lvl6pPr>
            <a:lvl7pPr lvl="6" rtl="0">
              <a:buNone/>
              <a:defRPr sz="1200">
                <a:latin typeface="Lexend Medium"/>
                <a:ea typeface="Lexend Medium"/>
                <a:cs typeface="Lexend Medium"/>
                <a:sym typeface="Lexend Medium"/>
              </a:defRPr>
            </a:lvl7pPr>
            <a:lvl8pPr lvl="7" rtl="0">
              <a:buNone/>
              <a:defRPr sz="1200">
                <a:latin typeface="Lexend Medium"/>
                <a:ea typeface="Lexend Medium"/>
                <a:cs typeface="Lexend Medium"/>
                <a:sym typeface="Lexend Medium"/>
              </a:defRPr>
            </a:lvl8pPr>
            <a:lvl9pPr lvl="8" rtl="0">
              <a:buNone/>
              <a:defRPr sz="1200">
                <a:latin typeface="Lexend Medium"/>
                <a:ea typeface="Lexend Medium"/>
                <a:cs typeface="Lexend Medium"/>
                <a:sym typeface="Lexend Medium"/>
              </a:defRPr>
            </a:lvl9pPr>
          </a:lstStyle>
          <a:p>
            <a:pPr marL="0" lvl="0" indent="0" algn="r" rtl="0">
              <a:spcBef>
                <a:spcPct val="0"/>
              </a:spcBef>
              <a:spcAft>
                <a:spcPct val="0"/>
              </a:spcAft>
              <a:buNone/>
            </a:pPr>
            <a:fld id="{00000000-1234-1234-1234-123412341234}" type="slidenum">
              <a:rPr lang="en-GB"/>
              <a:t>‹#›</a:t>
            </a:fld>
            <a:endParaRPr/>
          </a:p>
        </p:txBody>
      </p:sp>
      <p:sp>
        <p:nvSpPr>
          <p:cNvPr id="87" name="Google Shape;87;p12"/>
          <p:cNvSpPr txBox="1"/>
          <p:nvPr/>
        </p:nvSpPr>
        <p:spPr>
          <a:xfrm>
            <a:off x="6366900" y="360000"/>
            <a:ext cx="726600" cy="138600"/>
          </a:xfrm>
          <a:prstGeom prst="rect">
            <a:avLst/>
          </a:prstGeom>
          <a:noFill/>
          <a:ln>
            <a:noFill/>
          </a:ln>
        </p:spPr>
        <p:txBody>
          <a:bodyPr spcFirstLastPara="1" wrap="square" lIns="0" tIns="0" rIns="0" bIns="0" anchor="ctr" anchorCtr="0">
            <a:spAutoFit/>
          </a:bodyPr>
          <a:lstStyle/>
          <a:p>
            <a:pPr marL="0" lvl="0" indent="0" algn="r" rtl="0">
              <a:spcBef>
                <a:spcPct val="0"/>
              </a:spcBef>
              <a:spcAft>
                <a:spcPct val="0"/>
              </a:spcAft>
              <a:buNone/>
            </a:pPr>
            <a:r>
              <a:rPr lang="en-GB" sz="900" b="1">
                <a:latin typeface="Lexend"/>
                <a:ea typeface="Lexend"/>
                <a:cs typeface="Lexend"/>
                <a:sym typeface="Lexend"/>
              </a:rPr>
              <a:t>Worksheet</a:t>
            </a:r>
            <a:endParaRPr sz="900" b="1">
              <a:latin typeface="Lexend"/>
              <a:ea typeface="Lexend"/>
              <a:cs typeface="Lexend"/>
              <a:sym typeface="Lexend"/>
            </a:endParaRPr>
          </a:p>
        </p:txBody>
      </p:sp>
      <p:sp>
        <p:nvSpPr>
          <p:cNvPr id="88" name="Google Shape;88;p12"/>
          <p:cNvSpPr txBox="1"/>
          <p:nvPr>
            <p:ph type="subTitle" idx="1"/>
          </p:nvPr>
        </p:nvSpPr>
        <p:spPr>
          <a:xfrm>
            <a:off x="466825" y="360000"/>
            <a:ext cx="5779200" cy="246300"/>
          </a:xfrm>
          <a:prstGeom prst="rect">
            <a:avLst/>
          </a:prstGeom>
          <a:ln>
            <a:noFill/>
          </a:ln>
        </p:spPr>
        <p:txBody>
          <a:bodyPr spcFirstLastPara="1" wrap="square" lIns="0" tIns="0" rIns="0" bIns="0" anchor="t" anchorCtr="0">
            <a:spAutoFit/>
          </a:bodyPr>
          <a:lstStyle>
            <a:lvl1pPr lvl="0" rtl="0">
              <a:spcBef>
                <a:spcPct val="0"/>
              </a:spcBef>
              <a:spcAft>
                <a:spcPct val="0"/>
              </a:spcAft>
              <a:buSzPts val="900"/>
              <a:buFont typeface="Lexend"/>
              <a:buNone/>
              <a:defRPr sz="900">
                <a:latin typeface="Lexend"/>
                <a:ea typeface="Lexend"/>
                <a:cs typeface="Lexend"/>
                <a:sym typeface="Lexend"/>
              </a:defRPr>
            </a:lvl1pPr>
            <a:lvl2pPr lvl="1" rtl="0">
              <a:spcBef>
                <a:spcPct val="0"/>
              </a:spcBef>
              <a:spcAft>
                <a:spcPct val="0"/>
              </a:spcAft>
              <a:buSzPts val="1200"/>
              <a:buNone/>
              <a:defRPr sz="1200"/>
            </a:lvl2pPr>
            <a:lvl3pPr lvl="2" rtl="0">
              <a:spcBef>
                <a:spcPct val="0"/>
              </a:spcBef>
              <a:spcAft>
                <a:spcPct val="0"/>
              </a:spcAft>
              <a:buSzPts val="1200"/>
              <a:buNone/>
              <a:defRPr sz="1200"/>
            </a:lvl3pPr>
            <a:lvl4pPr lvl="3" rtl="0">
              <a:spcBef>
                <a:spcPct val="0"/>
              </a:spcBef>
              <a:spcAft>
                <a:spcPct val="0"/>
              </a:spcAft>
              <a:buSzPts val="1200"/>
              <a:buNone/>
              <a:defRPr sz="1200"/>
            </a:lvl4pPr>
            <a:lvl5pPr lvl="4" rtl="0">
              <a:spcBef>
                <a:spcPct val="0"/>
              </a:spcBef>
              <a:spcAft>
                <a:spcPct val="0"/>
              </a:spcAft>
              <a:buSzPts val="1200"/>
              <a:buNone/>
              <a:defRPr sz="1200"/>
            </a:lvl5pPr>
            <a:lvl6pPr lvl="5" rtl="0">
              <a:spcBef>
                <a:spcPct val="0"/>
              </a:spcBef>
              <a:spcAft>
                <a:spcPct val="0"/>
              </a:spcAft>
              <a:buSzPts val="1200"/>
              <a:buNone/>
              <a:defRPr sz="1200"/>
            </a:lvl6pPr>
            <a:lvl7pPr lvl="6" rtl="0">
              <a:spcBef>
                <a:spcPct val="0"/>
              </a:spcBef>
              <a:spcAft>
                <a:spcPct val="0"/>
              </a:spcAft>
              <a:buSzPts val="1200"/>
              <a:buNone/>
              <a:defRPr sz="1200"/>
            </a:lvl7pPr>
            <a:lvl8pPr lvl="7" rtl="0">
              <a:spcBef>
                <a:spcPct val="0"/>
              </a:spcBef>
              <a:spcAft>
                <a:spcPct val="0"/>
              </a:spcAft>
              <a:buSzPts val="1200"/>
              <a:buNone/>
              <a:defRPr sz="1200"/>
            </a:lvl8pPr>
            <a:lvl9pPr lvl="8" rtl="0">
              <a:spcBef>
                <a:spcPct val="0"/>
              </a:spcBef>
              <a:spcAft>
                <a:spcPct val="0"/>
              </a:spcAft>
              <a:buSzPts val="1200"/>
              <a:buNone/>
              <a:defRPr sz="1200"/>
            </a:lvl9pPr>
          </a:lstStyle>
          <a:p/>
        </p:txBody>
      </p:sp>
    </p:spTree>
  </p:cSld>
  <p:clrMapOvr>
    <a:masterClrMapping/>
  </p:clrMapOvr>
  <p:transition/>
  <p:timing/>
  <p:extLst>
    <p:ext uri="{DCECCB84-F9BA-43D5-87BE-67443E8EF086}">
      <p15:sldGuideLst xmlns:p15="http://schemas.microsoft.com/office/powerpoint/2012/main">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sldGuideLst>
    </p:ext>
  </p:extLst>
</p:sldLayout>
</file>

<file path=ppt/slideLayouts/slideLayout11.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2.1 Last page">
  <p:cSld name="SECTION_HEADER_1_1_1_1_1_1_1_1_1_1_1_2_1_1_1_1_1_1_1_1_1_3">
    <p:bg>
      <p:bgPr>
        <a:solidFill>
          <a:schemeClr val="lt1"/>
        </a:solidFill>
      </p:bgPr>
    </p:bg>
    <p:spTree>
      <p:nvGrpSpPr>
        <p:cNvPr id="89" name="Shape 89"/>
        <p:cNvGrpSpPr/>
        <p:nvPr/>
      </p:nvGrpSpPr>
      <p:grpSpPr>
        <a:xfrm>
          <a:off x="0" y="0"/>
          <a:ext cx="0" cy="0"/>
        </a:xfrm>
      </p:grpSpPr>
      <p:pic>
        <p:nvPicPr>
          <p:cNvPr id="90" name="Google Shape;90;p13"/>
          <p:cNvPicPr preferRelativeResize="0"/>
          <p:nvPr/>
        </p:nvPicPr>
        <p:blipFill>
          <a:blip r:embed="rId1">
            <a:alphaModFix/>
          </a:blip>
          <a:stretch>
            <a:fillRect/>
          </a:stretch>
        </p:blipFill>
        <p:spPr>
          <a:xfrm>
            <a:off x="6910937" y="9972010"/>
            <a:ext cx="181075" cy="246288"/>
          </a:xfrm>
          <a:prstGeom prst="rect">
            <a:avLst/>
          </a:prstGeom>
          <a:noFill/>
          <a:ln>
            <a:noFill/>
          </a:ln>
        </p:spPr>
      </p:pic>
      <p:sp>
        <p:nvSpPr>
          <p:cNvPr id="91" name="Google Shape;91;p13"/>
          <p:cNvSpPr txBox="1"/>
          <p:nvPr>
            <p:ph type="sldNum" idx="12"/>
          </p:nvPr>
        </p:nvSpPr>
        <p:spPr>
          <a:xfrm>
            <a:off x="6352325" y="9972000"/>
            <a:ext cx="483300" cy="277200"/>
          </a:xfrm>
          <a:prstGeom prst="rect">
            <a:avLst/>
          </a:prstGeom>
        </p:spPr>
        <p:txBody>
          <a:bodyPr spcFirstLastPara="1" wrap="square" lIns="91425" tIns="91425" rIns="91425" bIns="91425" anchor="ctr" anchorCtr="0">
            <a:noAutofit/>
          </a:bodyPr>
          <a:lstStyle>
            <a:lvl1pPr lvl="0" rtl="0">
              <a:buNone/>
              <a:defRPr sz="1200">
                <a:latin typeface="Lexend Medium"/>
                <a:ea typeface="Lexend Medium"/>
                <a:cs typeface="Lexend Medium"/>
                <a:sym typeface="Lexend Medium"/>
              </a:defRPr>
            </a:lvl1pPr>
            <a:lvl2pPr lvl="1" rtl="0">
              <a:buNone/>
              <a:defRPr sz="1200">
                <a:latin typeface="Lexend Medium"/>
                <a:ea typeface="Lexend Medium"/>
                <a:cs typeface="Lexend Medium"/>
                <a:sym typeface="Lexend Medium"/>
              </a:defRPr>
            </a:lvl2pPr>
            <a:lvl3pPr lvl="2" rtl="0">
              <a:buNone/>
              <a:defRPr sz="1200">
                <a:latin typeface="Lexend Medium"/>
                <a:ea typeface="Lexend Medium"/>
                <a:cs typeface="Lexend Medium"/>
                <a:sym typeface="Lexend Medium"/>
              </a:defRPr>
            </a:lvl3pPr>
            <a:lvl4pPr lvl="3" rtl="0">
              <a:buNone/>
              <a:defRPr sz="1200">
                <a:latin typeface="Lexend Medium"/>
                <a:ea typeface="Lexend Medium"/>
                <a:cs typeface="Lexend Medium"/>
                <a:sym typeface="Lexend Medium"/>
              </a:defRPr>
            </a:lvl4pPr>
            <a:lvl5pPr lvl="4" rtl="0">
              <a:buNone/>
              <a:defRPr sz="1200">
                <a:latin typeface="Lexend Medium"/>
                <a:ea typeface="Lexend Medium"/>
                <a:cs typeface="Lexend Medium"/>
                <a:sym typeface="Lexend Medium"/>
              </a:defRPr>
            </a:lvl5pPr>
            <a:lvl6pPr lvl="5" rtl="0">
              <a:buNone/>
              <a:defRPr sz="1200">
                <a:latin typeface="Lexend Medium"/>
                <a:ea typeface="Lexend Medium"/>
                <a:cs typeface="Lexend Medium"/>
                <a:sym typeface="Lexend Medium"/>
              </a:defRPr>
            </a:lvl6pPr>
            <a:lvl7pPr lvl="6" rtl="0">
              <a:buNone/>
              <a:defRPr sz="1200">
                <a:latin typeface="Lexend Medium"/>
                <a:ea typeface="Lexend Medium"/>
                <a:cs typeface="Lexend Medium"/>
                <a:sym typeface="Lexend Medium"/>
              </a:defRPr>
            </a:lvl7pPr>
            <a:lvl8pPr lvl="7" rtl="0">
              <a:buNone/>
              <a:defRPr sz="1200">
                <a:latin typeface="Lexend Medium"/>
                <a:ea typeface="Lexend Medium"/>
                <a:cs typeface="Lexend Medium"/>
                <a:sym typeface="Lexend Medium"/>
              </a:defRPr>
            </a:lvl8pPr>
            <a:lvl9pPr lvl="8" rtl="0">
              <a:buNone/>
              <a:defRPr sz="1200">
                <a:latin typeface="Lexend Medium"/>
                <a:ea typeface="Lexend Medium"/>
                <a:cs typeface="Lexend Medium"/>
                <a:sym typeface="Lexend Medium"/>
              </a:defRPr>
            </a:lvl9pPr>
          </a:lstStyle>
          <a:p>
            <a:pPr marL="0" lvl="0" indent="0" algn="r" rtl="0">
              <a:spcBef>
                <a:spcPct val="0"/>
              </a:spcBef>
              <a:spcAft>
                <a:spcPct val="0"/>
              </a:spcAft>
              <a:buNone/>
            </a:pPr>
            <a:fld id="{00000000-1234-1234-1234-123412341234}" type="slidenum">
              <a:rPr lang="en-GB"/>
              <a:t>‹#›</a:t>
            </a:fld>
            <a:endParaRPr/>
          </a:p>
        </p:txBody>
      </p:sp>
      <p:sp>
        <p:nvSpPr>
          <p:cNvPr id="92" name="Google Shape;92;p13"/>
          <p:cNvSpPr txBox="1"/>
          <p:nvPr/>
        </p:nvSpPr>
        <p:spPr>
          <a:xfrm>
            <a:off x="6366900" y="360000"/>
            <a:ext cx="726600" cy="138600"/>
          </a:xfrm>
          <a:prstGeom prst="rect">
            <a:avLst/>
          </a:prstGeom>
          <a:noFill/>
          <a:ln>
            <a:noFill/>
          </a:ln>
        </p:spPr>
        <p:txBody>
          <a:bodyPr spcFirstLastPara="1" wrap="square" lIns="0" tIns="0" rIns="0" bIns="0" anchor="ctr" anchorCtr="0">
            <a:spAutoFit/>
          </a:bodyPr>
          <a:lstStyle/>
          <a:p>
            <a:pPr marL="0" lvl="0" indent="0" algn="r" rtl="0">
              <a:spcBef>
                <a:spcPct val="0"/>
              </a:spcBef>
              <a:spcAft>
                <a:spcPct val="0"/>
              </a:spcAft>
              <a:buNone/>
            </a:pPr>
            <a:r>
              <a:rPr lang="en-GB" sz="900" b="1">
                <a:latin typeface="Lexend"/>
                <a:ea typeface="Lexend"/>
                <a:cs typeface="Lexend"/>
                <a:sym typeface="Lexend"/>
              </a:rPr>
              <a:t>Worksheet</a:t>
            </a:r>
            <a:endParaRPr sz="900" b="1">
              <a:latin typeface="Lexend"/>
              <a:ea typeface="Lexend"/>
              <a:cs typeface="Lexend"/>
              <a:sym typeface="Lexend"/>
            </a:endParaRPr>
          </a:p>
        </p:txBody>
      </p:sp>
      <p:sp>
        <p:nvSpPr>
          <p:cNvPr id="93" name="Google Shape;93;p13"/>
          <p:cNvSpPr txBox="1"/>
          <p:nvPr>
            <p:ph type="subTitle" idx="1"/>
          </p:nvPr>
        </p:nvSpPr>
        <p:spPr>
          <a:xfrm>
            <a:off x="466825" y="360000"/>
            <a:ext cx="5779200" cy="246300"/>
          </a:xfrm>
          <a:prstGeom prst="rect">
            <a:avLst/>
          </a:prstGeom>
          <a:ln>
            <a:noFill/>
          </a:ln>
        </p:spPr>
        <p:txBody>
          <a:bodyPr spcFirstLastPara="1" wrap="square" lIns="0" tIns="0" rIns="0" bIns="0" anchor="t" anchorCtr="0">
            <a:spAutoFit/>
          </a:bodyPr>
          <a:lstStyle>
            <a:lvl1pPr lvl="0" rtl="0">
              <a:spcBef>
                <a:spcPct val="0"/>
              </a:spcBef>
              <a:spcAft>
                <a:spcPct val="0"/>
              </a:spcAft>
              <a:buSzPts val="900"/>
              <a:buFont typeface="Lexend"/>
              <a:buNone/>
              <a:defRPr sz="900">
                <a:latin typeface="Lexend"/>
                <a:ea typeface="Lexend"/>
                <a:cs typeface="Lexend"/>
                <a:sym typeface="Lexend"/>
              </a:defRPr>
            </a:lvl1pPr>
            <a:lvl2pPr lvl="1" rtl="0">
              <a:spcBef>
                <a:spcPct val="0"/>
              </a:spcBef>
              <a:spcAft>
                <a:spcPct val="0"/>
              </a:spcAft>
              <a:buSzPts val="1200"/>
              <a:buNone/>
              <a:defRPr sz="1200"/>
            </a:lvl2pPr>
            <a:lvl3pPr lvl="2" rtl="0">
              <a:spcBef>
                <a:spcPct val="0"/>
              </a:spcBef>
              <a:spcAft>
                <a:spcPct val="0"/>
              </a:spcAft>
              <a:buSzPts val="1200"/>
              <a:buNone/>
              <a:defRPr sz="1200"/>
            </a:lvl3pPr>
            <a:lvl4pPr lvl="3" rtl="0">
              <a:spcBef>
                <a:spcPct val="0"/>
              </a:spcBef>
              <a:spcAft>
                <a:spcPct val="0"/>
              </a:spcAft>
              <a:buSzPts val="1200"/>
              <a:buNone/>
              <a:defRPr sz="1200"/>
            </a:lvl4pPr>
            <a:lvl5pPr lvl="4" rtl="0">
              <a:spcBef>
                <a:spcPct val="0"/>
              </a:spcBef>
              <a:spcAft>
                <a:spcPct val="0"/>
              </a:spcAft>
              <a:buSzPts val="1200"/>
              <a:buNone/>
              <a:defRPr sz="1200"/>
            </a:lvl5pPr>
            <a:lvl6pPr lvl="5" rtl="0">
              <a:spcBef>
                <a:spcPct val="0"/>
              </a:spcBef>
              <a:spcAft>
                <a:spcPct val="0"/>
              </a:spcAft>
              <a:buSzPts val="1200"/>
              <a:buNone/>
              <a:defRPr sz="1200"/>
            </a:lvl6pPr>
            <a:lvl7pPr lvl="6" rtl="0">
              <a:spcBef>
                <a:spcPct val="0"/>
              </a:spcBef>
              <a:spcAft>
                <a:spcPct val="0"/>
              </a:spcAft>
              <a:buSzPts val="1200"/>
              <a:buNone/>
              <a:defRPr sz="1200"/>
            </a:lvl7pPr>
            <a:lvl8pPr lvl="7" rtl="0">
              <a:spcBef>
                <a:spcPct val="0"/>
              </a:spcBef>
              <a:spcAft>
                <a:spcPct val="0"/>
              </a:spcAft>
              <a:buSzPts val="1200"/>
              <a:buNone/>
              <a:defRPr sz="1200"/>
            </a:lvl8pPr>
            <a:lvl9pPr lvl="8" rtl="0">
              <a:spcBef>
                <a:spcPct val="0"/>
              </a:spcBef>
              <a:spcAft>
                <a:spcPct val="0"/>
              </a:spcAft>
              <a:buSzPts val="1200"/>
              <a:buNone/>
              <a:defRPr sz="1200"/>
            </a:lvl9pPr>
          </a:lstStyle>
          <a:p/>
        </p:txBody>
      </p:sp>
      <p:sp>
        <p:nvSpPr>
          <p:cNvPr id="94" name="Google Shape;94;p13"/>
          <p:cNvSpPr txBox="1"/>
          <p:nvPr>
            <p:ph type="subTitle" idx="2"/>
          </p:nvPr>
        </p:nvSpPr>
        <p:spPr>
          <a:xfrm>
            <a:off x="3875675" y="9972000"/>
            <a:ext cx="2722800" cy="161100"/>
          </a:xfrm>
          <a:prstGeom prst="rect">
            <a:avLst/>
          </a:prstGeom>
        </p:spPr>
        <p:txBody>
          <a:bodyPr spcFirstLastPara="1" wrap="square" lIns="0" tIns="0" rIns="0" bIns="0" anchor="b" anchorCtr="0">
            <a:noAutofit/>
          </a:bodyPr>
          <a:lstStyle>
            <a:lvl1pPr lvl="0" rtl="0">
              <a:spcBef>
                <a:spcPct val="0"/>
              </a:spcBef>
              <a:spcAft>
                <a:spcPct val="0"/>
              </a:spcAft>
              <a:buClr>
                <a:srgbClr val="575756"/>
              </a:buClr>
              <a:buSzPts val="900"/>
              <a:buNone/>
              <a:defRPr sz="900">
                <a:solidFill>
                  <a:srgbClr val="575756"/>
                </a:solidFill>
              </a:defRPr>
            </a:lvl1pPr>
            <a:lvl2pPr lvl="1" rtl="0">
              <a:spcBef>
                <a:spcPct val="0"/>
              </a:spcBef>
              <a:spcAft>
                <a:spcPct val="0"/>
              </a:spcAft>
              <a:buSzPts val="900"/>
              <a:buFont typeface="Lexend Light"/>
              <a:buNone/>
              <a:defRPr sz="900">
                <a:latin typeface="Lexend Light"/>
                <a:ea typeface="Lexend Light"/>
                <a:cs typeface="Lexend Light"/>
                <a:sym typeface="Lexend Light"/>
              </a:defRPr>
            </a:lvl2pPr>
            <a:lvl3pPr lvl="2" rtl="0">
              <a:spcBef>
                <a:spcPct val="0"/>
              </a:spcBef>
              <a:spcAft>
                <a:spcPct val="0"/>
              </a:spcAft>
              <a:buSzPts val="900"/>
              <a:buFont typeface="Lexend Light"/>
              <a:buNone/>
              <a:defRPr sz="900">
                <a:latin typeface="Lexend Light"/>
                <a:ea typeface="Lexend Light"/>
                <a:cs typeface="Lexend Light"/>
                <a:sym typeface="Lexend Light"/>
              </a:defRPr>
            </a:lvl3pPr>
            <a:lvl4pPr lvl="3" rtl="0">
              <a:spcBef>
                <a:spcPct val="0"/>
              </a:spcBef>
              <a:spcAft>
                <a:spcPct val="0"/>
              </a:spcAft>
              <a:buSzPts val="900"/>
              <a:buFont typeface="Lexend Light"/>
              <a:buNone/>
              <a:defRPr sz="900">
                <a:latin typeface="Lexend Light"/>
                <a:ea typeface="Lexend Light"/>
                <a:cs typeface="Lexend Light"/>
                <a:sym typeface="Lexend Light"/>
              </a:defRPr>
            </a:lvl4pPr>
            <a:lvl5pPr lvl="4" rtl="0">
              <a:spcBef>
                <a:spcPct val="0"/>
              </a:spcBef>
              <a:spcAft>
                <a:spcPct val="0"/>
              </a:spcAft>
              <a:buSzPts val="900"/>
              <a:buFont typeface="Lexend Light"/>
              <a:buNone/>
              <a:defRPr sz="900">
                <a:latin typeface="Lexend Light"/>
                <a:ea typeface="Lexend Light"/>
                <a:cs typeface="Lexend Light"/>
                <a:sym typeface="Lexend Light"/>
              </a:defRPr>
            </a:lvl5pPr>
            <a:lvl6pPr lvl="5" rtl="0">
              <a:spcBef>
                <a:spcPct val="0"/>
              </a:spcBef>
              <a:spcAft>
                <a:spcPct val="0"/>
              </a:spcAft>
              <a:buSzPts val="900"/>
              <a:buFont typeface="Lexend Light"/>
              <a:buNone/>
              <a:defRPr sz="900">
                <a:latin typeface="Lexend Light"/>
                <a:ea typeface="Lexend Light"/>
                <a:cs typeface="Lexend Light"/>
                <a:sym typeface="Lexend Light"/>
              </a:defRPr>
            </a:lvl6pPr>
            <a:lvl7pPr lvl="6" rtl="0">
              <a:spcBef>
                <a:spcPct val="0"/>
              </a:spcBef>
              <a:spcAft>
                <a:spcPct val="0"/>
              </a:spcAft>
              <a:buSzPts val="900"/>
              <a:buFont typeface="Lexend Light"/>
              <a:buNone/>
              <a:defRPr sz="900">
                <a:latin typeface="Lexend Light"/>
                <a:ea typeface="Lexend Light"/>
                <a:cs typeface="Lexend Light"/>
                <a:sym typeface="Lexend Light"/>
              </a:defRPr>
            </a:lvl7pPr>
            <a:lvl8pPr lvl="7" rtl="0">
              <a:spcBef>
                <a:spcPct val="0"/>
              </a:spcBef>
              <a:spcAft>
                <a:spcPct val="0"/>
              </a:spcAft>
              <a:buSzPts val="900"/>
              <a:buFont typeface="Lexend Light"/>
              <a:buNone/>
              <a:defRPr sz="900">
                <a:latin typeface="Lexend Light"/>
                <a:ea typeface="Lexend Light"/>
                <a:cs typeface="Lexend Light"/>
                <a:sym typeface="Lexend Light"/>
              </a:defRPr>
            </a:lvl8pPr>
            <a:lvl9pPr lvl="8" rtl="0">
              <a:spcBef>
                <a:spcPct val="0"/>
              </a:spcBef>
              <a:spcAft>
                <a:spcPct val="0"/>
              </a:spcAft>
              <a:buSzPts val="900"/>
              <a:buFont typeface="Lexend Light"/>
              <a:buNone/>
              <a:defRPr sz="900">
                <a:latin typeface="Lexend Light"/>
                <a:ea typeface="Lexend Light"/>
                <a:cs typeface="Lexend Light"/>
                <a:sym typeface="Lexend Light"/>
              </a:defRPr>
            </a:lvl9pPr>
          </a:lstStyle>
          <a:p/>
        </p:txBody>
      </p:sp>
      <p:sp>
        <p:nvSpPr>
          <p:cNvPr id="95" name="Google Shape;95;p13"/>
          <p:cNvSpPr txBox="1"/>
          <p:nvPr/>
        </p:nvSpPr>
        <p:spPr>
          <a:xfrm>
            <a:off x="391800" y="10152000"/>
            <a:ext cx="6367500" cy="161100"/>
          </a:xfrm>
          <a:prstGeom prst="rect">
            <a:avLst/>
          </a:prstGeom>
          <a:noFill/>
          <a:ln>
            <a:noFill/>
          </a:ln>
        </p:spPr>
        <p:txBody>
          <a:bodyPr spcFirstLastPara="1" wrap="square" lIns="0" tIns="0" rIns="0" bIns="0" anchor="t" anchorCtr="0">
            <a:noAutofit/>
          </a:bodyPr>
          <a:lstStyle/>
          <a:p>
            <a:pPr marL="0" lvl="0" indent="0" algn="l" rtl="0">
              <a:lnSpc>
                <a:spcPct val="115000"/>
              </a:lnSpc>
              <a:spcBef>
                <a:spcPct val="0"/>
              </a:spcBef>
              <a:spcAft>
                <a:spcPct val="0"/>
              </a:spcAft>
              <a:buClr>
                <a:schemeClr val="dk1"/>
              </a:buClr>
              <a:buSzPts val="1100"/>
              <a:buFont typeface="Arial"/>
              <a:buNone/>
            </a:pPr>
            <a:r>
              <a:rPr lang="en-GB" sz="900">
                <a:solidFill>
                  <a:srgbClr val="575756"/>
                </a:solidFill>
                <a:latin typeface="Lexend"/>
                <a:ea typeface="Lexend"/>
                <a:cs typeface="Lexend"/>
                <a:sym typeface="Lexend"/>
              </a:rPr>
              <a:t>Licensed on the </a:t>
            </a:r>
            <a:r>
              <a:rPr lang="en-GB" sz="900" u="sng">
                <a:solidFill>
                  <a:srgbClr val="575756"/>
                </a:solidFill>
                <a:latin typeface="Lexend"/>
                <a:ea typeface="Lexend"/>
                <a:cs typeface="Lexend"/>
                <a:sym typeface="Lexend"/>
                <a:hlinkClick r:id="rId2">
                  <a:extLst>
                    <a:ext uri="{A12FA001-AC4F-418D-AE19-62706E023703}">
                      <ahyp:hlinkClr xmlns:ahyp="http://schemas.microsoft.com/office/drawing/2018/hyperlinkcolor" val="tx"/>
                    </a:ext>
                  </a:extLst>
                </a:hlinkClick>
              </a:rPr>
              <a:t>Open Government Licence v3.0</a:t>
            </a:r>
            <a:r>
              <a:rPr lang="en-GB" sz="900">
                <a:solidFill>
                  <a:srgbClr val="575756"/>
                </a:solidFill>
                <a:latin typeface="Lexend"/>
                <a:ea typeface="Lexend"/>
                <a:cs typeface="Lexend"/>
                <a:sym typeface="Lexend"/>
              </a:rPr>
              <a:t>, except where otherwise stated. See </a:t>
            </a:r>
            <a:r>
              <a:rPr lang="en-GB" sz="900" u="sng">
                <a:solidFill>
                  <a:srgbClr val="575756"/>
                </a:solidFill>
                <a:latin typeface="Lexend"/>
                <a:ea typeface="Lexend"/>
                <a:cs typeface="Lexend"/>
                <a:sym typeface="Lexend"/>
                <a:hlinkClick r:id="rId3">
                  <a:extLst>
                    <a:ext uri="{A12FA001-AC4F-418D-AE19-62706E023703}">
                      <ahyp:hlinkClr xmlns:ahyp="http://schemas.microsoft.com/office/drawing/2018/hyperlinkcolor" val="tx"/>
                    </a:ext>
                  </a:extLst>
                </a:hlinkClick>
              </a:rPr>
              <a:t>Oak terms &amp; conditions</a:t>
            </a:r>
            <a:r>
              <a:rPr lang="en-GB" sz="900">
                <a:solidFill>
                  <a:srgbClr val="575756"/>
                </a:solidFill>
                <a:latin typeface="Lexend"/>
                <a:ea typeface="Lexend"/>
                <a:cs typeface="Lexend"/>
                <a:sym typeface="Lexend"/>
              </a:rPr>
              <a:t>.</a:t>
            </a:r>
            <a:endParaRPr sz="900">
              <a:solidFill>
                <a:srgbClr val="575756"/>
              </a:solidFill>
              <a:latin typeface="Lexend"/>
              <a:ea typeface="Lexend"/>
              <a:cs typeface="Lexend"/>
              <a:sym typeface="Lexend"/>
            </a:endParaRPr>
          </a:p>
        </p:txBody>
      </p:sp>
      <p:sp>
        <p:nvSpPr>
          <p:cNvPr id="96" name="Google Shape;96;p13"/>
          <p:cNvSpPr txBox="1"/>
          <p:nvPr/>
        </p:nvSpPr>
        <p:spPr>
          <a:xfrm>
            <a:off x="394350" y="9972000"/>
            <a:ext cx="4069800" cy="161100"/>
          </a:xfrm>
          <a:prstGeom prst="rect">
            <a:avLst/>
          </a:prstGeom>
          <a:noFill/>
          <a:ln>
            <a:noFill/>
          </a:ln>
        </p:spPr>
        <p:txBody>
          <a:bodyPr spcFirstLastPara="1" wrap="square" lIns="0" tIns="0" rIns="0" bIns="0" anchor="b" anchorCtr="0">
            <a:noAutofit/>
          </a:bodyPr>
          <a:lstStyle/>
          <a:p>
            <a:pPr marL="0" lvl="0" indent="0" algn="l" rtl="0">
              <a:lnSpc>
                <a:spcPct val="115000"/>
              </a:lnSpc>
              <a:spcBef>
                <a:spcPct val="0"/>
              </a:spcBef>
              <a:spcAft>
                <a:spcPct val="0"/>
              </a:spcAft>
              <a:buClr>
                <a:schemeClr val="dk1"/>
              </a:buClr>
              <a:buSzPts val="1100"/>
              <a:buFont typeface="Arial"/>
              <a:buNone/>
            </a:pPr>
            <a:r>
              <a:rPr lang="en-GB" sz="900" b="1">
                <a:solidFill>
                  <a:srgbClr val="575756"/>
                </a:solidFill>
                <a:latin typeface="Lexend"/>
                <a:ea typeface="Lexend"/>
                <a:cs typeface="Lexend"/>
                <a:sym typeface="Lexend"/>
              </a:rPr>
              <a:t>© Oak National Academy 2024</a:t>
            </a:r>
            <a:r>
              <a:rPr lang="en-GB" sz="900">
                <a:solidFill>
                  <a:srgbClr val="575756"/>
                </a:solidFill>
                <a:latin typeface="Lexend"/>
                <a:ea typeface="Lexend"/>
                <a:cs typeface="Lexend"/>
                <a:sym typeface="Lexend"/>
              </a:rPr>
              <a:t>. Produced in partnership with</a:t>
            </a:r>
            <a:endParaRPr sz="900">
              <a:solidFill>
                <a:srgbClr val="575756"/>
              </a:solidFill>
              <a:latin typeface="Lexend"/>
              <a:ea typeface="Lexend"/>
              <a:cs typeface="Lexend"/>
              <a:sym typeface="Lexend"/>
            </a:endParaRPr>
          </a:p>
        </p:txBody>
      </p:sp>
    </p:spTree>
  </p:cSld>
  <p:clrMapOvr>
    <a:masterClrMapping/>
  </p:clrMapOvr>
  <p:transition/>
  <p:timing/>
  <p:extLst>
    <p:ext uri="{DCECCB84-F9BA-43D5-87BE-67443E8EF086}">
      <p15:sldGuideLst xmlns:p15="http://schemas.microsoft.com/office/powerpoint/2012/main">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sldGuideLst>
    </p:ext>
  </p:extLst>
</p:sldLayout>
</file>

<file path=ppt/slideLayouts/slideLayout12.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3.0 Single page worksheet">
  <p:cSld name="SECTION_HEADER_1_1_1_1_1_1_1_1_1_1_1_2_1_1_1_1_1_2">
    <p:bg>
      <p:bgPr>
        <a:solidFill>
          <a:schemeClr val="lt1"/>
        </a:solidFill>
      </p:bgPr>
    </p:bg>
    <p:spTree>
      <p:nvGrpSpPr>
        <p:cNvPr id="97" name="Shape 97"/>
        <p:cNvGrpSpPr/>
        <p:nvPr/>
      </p:nvGrpSpPr>
      <p:grpSpPr>
        <a:xfrm>
          <a:off x="0" y="0"/>
          <a:ext cx="0" cy="0"/>
        </a:xfrm>
      </p:grpSpPr>
      <p:pic>
        <p:nvPicPr>
          <p:cNvPr id="98" name="Google Shape;98;p14"/>
          <p:cNvPicPr preferRelativeResize="0"/>
          <p:nvPr/>
        </p:nvPicPr>
        <p:blipFill>
          <a:blip r:embed="rId1">
            <a:alphaModFix/>
          </a:blip>
          <a:stretch>
            <a:fillRect/>
          </a:stretch>
        </p:blipFill>
        <p:spPr>
          <a:xfrm>
            <a:off x="6910937" y="9972010"/>
            <a:ext cx="181075" cy="246288"/>
          </a:xfrm>
          <a:prstGeom prst="rect">
            <a:avLst/>
          </a:prstGeom>
          <a:noFill/>
          <a:ln>
            <a:noFill/>
          </a:ln>
        </p:spPr>
      </p:pic>
      <p:sp>
        <p:nvSpPr>
          <p:cNvPr id="99" name="Google Shape;99;p14"/>
          <p:cNvSpPr txBox="1"/>
          <p:nvPr>
            <p:ph type="sldNum" idx="12"/>
          </p:nvPr>
        </p:nvSpPr>
        <p:spPr>
          <a:xfrm>
            <a:off x="6352325" y="9972000"/>
            <a:ext cx="483300" cy="277200"/>
          </a:xfrm>
          <a:prstGeom prst="rect">
            <a:avLst/>
          </a:prstGeom>
        </p:spPr>
        <p:txBody>
          <a:bodyPr spcFirstLastPara="1" wrap="square" lIns="91425" tIns="91425" rIns="91425" bIns="91425" anchor="ctr" anchorCtr="0">
            <a:noAutofit/>
          </a:bodyPr>
          <a:lstStyle>
            <a:lvl1pPr lvl="0" rtl="0">
              <a:buNone/>
              <a:defRPr sz="1200">
                <a:latin typeface="Lexend Medium"/>
                <a:ea typeface="Lexend Medium"/>
                <a:cs typeface="Lexend Medium"/>
                <a:sym typeface="Lexend Medium"/>
              </a:defRPr>
            </a:lvl1pPr>
            <a:lvl2pPr lvl="1" rtl="0">
              <a:buNone/>
              <a:defRPr sz="1200">
                <a:latin typeface="Lexend Medium"/>
                <a:ea typeface="Lexend Medium"/>
                <a:cs typeface="Lexend Medium"/>
                <a:sym typeface="Lexend Medium"/>
              </a:defRPr>
            </a:lvl2pPr>
            <a:lvl3pPr lvl="2" rtl="0">
              <a:buNone/>
              <a:defRPr sz="1200">
                <a:latin typeface="Lexend Medium"/>
                <a:ea typeface="Lexend Medium"/>
                <a:cs typeface="Lexend Medium"/>
                <a:sym typeface="Lexend Medium"/>
              </a:defRPr>
            </a:lvl3pPr>
            <a:lvl4pPr lvl="3" rtl="0">
              <a:buNone/>
              <a:defRPr sz="1200">
                <a:latin typeface="Lexend Medium"/>
                <a:ea typeface="Lexend Medium"/>
                <a:cs typeface="Lexend Medium"/>
                <a:sym typeface="Lexend Medium"/>
              </a:defRPr>
            </a:lvl4pPr>
            <a:lvl5pPr lvl="4" rtl="0">
              <a:buNone/>
              <a:defRPr sz="1200">
                <a:latin typeface="Lexend Medium"/>
                <a:ea typeface="Lexend Medium"/>
                <a:cs typeface="Lexend Medium"/>
                <a:sym typeface="Lexend Medium"/>
              </a:defRPr>
            </a:lvl5pPr>
            <a:lvl6pPr lvl="5" rtl="0">
              <a:buNone/>
              <a:defRPr sz="1200">
                <a:latin typeface="Lexend Medium"/>
                <a:ea typeface="Lexend Medium"/>
                <a:cs typeface="Lexend Medium"/>
                <a:sym typeface="Lexend Medium"/>
              </a:defRPr>
            </a:lvl6pPr>
            <a:lvl7pPr lvl="6" rtl="0">
              <a:buNone/>
              <a:defRPr sz="1200">
                <a:latin typeface="Lexend Medium"/>
                <a:ea typeface="Lexend Medium"/>
                <a:cs typeface="Lexend Medium"/>
                <a:sym typeface="Lexend Medium"/>
              </a:defRPr>
            </a:lvl7pPr>
            <a:lvl8pPr lvl="7" rtl="0">
              <a:buNone/>
              <a:defRPr sz="1200">
                <a:latin typeface="Lexend Medium"/>
                <a:ea typeface="Lexend Medium"/>
                <a:cs typeface="Lexend Medium"/>
                <a:sym typeface="Lexend Medium"/>
              </a:defRPr>
            </a:lvl8pPr>
            <a:lvl9pPr lvl="8" rtl="0">
              <a:buNone/>
              <a:defRPr sz="1200">
                <a:latin typeface="Lexend Medium"/>
                <a:ea typeface="Lexend Medium"/>
                <a:cs typeface="Lexend Medium"/>
                <a:sym typeface="Lexend Medium"/>
              </a:defRPr>
            </a:lvl9pPr>
          </a:lstStyle>
          <a:p>
            <a:pPr marL="0" lvl="0" indent="0" algn="r" rtl="0">
              <a:spcBef>
                <a:spcPct val="0"/>
              </a:spcBef>
              <a:spcAft>
                <a:spcPct val="0"/>
              </a:spcAft>
              <a:buNone/>
            </a:pPr>
            <a:fld id="{00000000-1234-1234-1234-123412341234}" type="slidenum">
              <a:rPr lang="en-GB"/>
              <a:t>‹#›</a:t>
            </a:fld>
            <a:endParaRPr/>
          </a:p>
        </p:txBody>
      </p:sp>
      <p:sp>
        <p:nvSpPr>
          <p:cNvPr id="100" name="Google Shape;100;p14"/>
          <p:cNvSpPr txBox="1"/>
          <p:nvPr>
            <p:ph type="title"/>
          </p:nvPr>
        </p:nvSpPr>
        <p:spPr>
          <a:xfrm>
            <a:off x="468000" y="864000"/>
            <a:ext cx="6624000" cy="360000"/>
          </a:xfrm>
          <a:prstGeom prst="rect">
            <a:avLst/>
          </a:prstGeom>
        </p:spPr>
        <p:txBody>
          <a:bodyPr spcFirstLastPara="1" wrap="square" lIns="0" tIns="0" rIns="0" bIns="0" anchor="ctr" anchorCtr="0">
            <a:spAutoFit/>
          </a:bodyPr>
          <a:lstStyle>
            <a:lvl1pPr lvl="0" rtl="0">
              <a:spcBef>
                <a:spcPct val="0"/>
              </a:spcBef>
              <a:spcAft>
                <a:spcPct val="0"/>
              </a:spcAft>
              <a:buSzPts val="1800"/>
              <a:buNone/>
              <a:defRPr sz="1800"/>
            </a:lvl1pPr>
            <a:lvl2pPr lvl="1" rtl="0">
              <a:spcBef>
                <a:spcPct val="0"/>
              </a:spcBef>
              <a:spcAft>
                <a:spcPct val="0"/>
              </a:spcAft>
              <a:buSzPts val="1800"/>
              <a:buNone/>
              <a:defRPr sz="1800"/>
            </a:lvl2pPr>
            <a:lvl3pPr lvl="2" rtl="0">
              <a:spcBef>
                <a:spcPct val="0"/>
              </a:spcBef>
              <a:spcAft>
                <a:spcPct val="0"/>
              </a:spcAft>
              <a:buSzPts val="1800"/>
              <a:buNone/>
              <a:defRPr sz="1800"/>
            </a:lvl3pPr>
            <a:lvl4pPr lvl="3" rtl="0">
              <a:spcBef>
                <a:spcPct val="0"/>
              </a:spcBef>
              <a:spcAft>
                <a:spcPct val="0"/>
              </a:spcAft>
              <a:buSzPts val="1800"/>
              <a:buNone/>
              <a:defRPr sz="1800"/>
            </a:lvl4pPr>
            <a:lvl5pPr lvl="4" rtl="0">
              <a:spcBef>
                <a:spcPct val="0"/>
              </a:spcBef>
              <a:spcAft>
                <a:spcPct val="0"/>
              </a:spcAft>
              <a:buSzPts val="1800"/>
              <a:buNone/>
              <a:defRPr sz="1800"/>
            </a:lvl5pPr>
            <a:lvl6pPr lvl="5" rtl="0">
              <a:spcBef>
                <a:spcPct val="0"/>
              </a:spcBef>
              <a:spcAft>
                <a:spcPct val="0"/>
              </a:spcAft>
              <a:buSzPts val="1800"/>
              <a:buNone/>
              <a:defRPr sz="1800"/>
            </a:lvl6pPr>
            <a:lvl7pPr lvl="6" rtl="0">
              <a:spcBef>
                <a:spcPct val="0"/>
              </a:spcBef>
              <a:spcAft>
                <a:spcPct val="0"/>
              </a:spcAft>
              <a:buSzPts val="1800"/>
              <a:buNone/>
              <a:defRPr sz="1800"/>
            </a:lvl7pPr>
            <a:lvl8pPr lvl="7" rtl="0">
              <a:spcBef>
                <a:spcPct val="0"/>
              </a:spcBef>
              <a:spcAft>
                <a:spcPct val="0"/>
              </a:spcAft>
              <a:buSzPts val="1800"/>
              <a:buNone/>
              <a:defRPr sz="1800"/>
            </a:lvl8pPr>
            <a:lvl9pPr lvl="8" rtl="0">
              <a:spcBef>
                <a:spcPct val="0"/>
              </a:spcBef>
              <a:spcAft>
                <a:spcPct val="0"/>
              </a:spcAft>
              <a:buSzPts val="1800"/>
              <a:buNone/>
              <a:defRPr sz="1800"/>
            </a:lvl9pPr>
          </a:lstStyle>
          <a:p/>
        </p:txBody>
      </p:sp>
      <p:pic>
        <p:nvPicPr>
          <p:cNvPr id="101" name="Google Shape;101;p14"/>
          <p:cNvPicPr preferRelativeResize="0"/>
          <p:nvPr/>
        </p:nvPicPr>
        <p:blipFill>
          <a:blip r:embed="rId2">
            <a:alphaModFix/>
          </a:blip>
          <a:stretch>
            <a:fillRect/>
          </a:stretch>
        </p:blipFill>
        <p:spPr>
          <a:xfrm>
            <a:off x="468000" y="1242003"/>
            <a:ext cx="6624000" cy="66240"/>
          </a:xfrm>
          <a:prstGeom prst="rect">
            <a:avLst/>
          </a:prstGeom>
          <a:noFill/>
          <a:ln>
            <a:noFill/>
          </a:ln>
        </p:spPr>
      </p:pic>
      <p:sp>
        <p:nvSpPr>
          <p:cNvPr id="102" name="Google Shape;102;p14"/>
          <p:cNvSpPr txBox="1"/>
          <p:nvPr/>
        </p:nvSpPr>
        <p:spPr>
          <a:xfrm>
            <a:off x="466825" y="360000"/>
            <a:ext cx="2334000" cy="215400"/>
          </a:xfrm>
          <a:prstGeom prst="rect">
            <a:avLst/>
          </a:prstGeom>
          <a:noFill/>
          <a:ln>
            <a:noFill/>
          </a:ln>
        </p:spPr>
        <p:txBody>
          <a:bodyPr spcFirstLastPara="1" wrap="square" lIns="0" tIns="0" rIns="0" bIns="0" anchor="ctr" anchorCtr="0">
            <a:spAutoFit/>
          </a:bodyPr>
          <a:lstStyle/>
          <a:p>
            <a:pPr marL="0" lvl="0" indent="0" algn="l" rtl="0">
              <a:spcBef>
                <a:spcPct val="0"/>
              </a:spcBef>
              <a:spcAft>
                <a:spcPct val="0"/>
              </a:spcAft>
              <a:buNone/>
            </a:pPr>
            <a:r>
              <a:rPr lang="en-GB" sz="1200" b="1">
                <a:latin typeface="Lexend"/>
                <a:ea typeface="Lexend"/>
                <a:cs typeface="Lexend"/>
                <a:sym typeface="Lexend"/>
              </a:rPr>
              <a:t>Name</a:t>
            </a:r>
            <a:r>
              <a:rPr lang="en-GB" b="1">
                <a:latin typeface="Lexend"/>
                <a:ea typeface="Lexend"/>
                <a:cs typeface="Lexend"/>
                <a:sym typeface="Lexend"/>
              </a:rPr>
              <a:t>:</a:t>
            </a:r>
            <a:endParaRPr b="1">
              <a:latin typeface="Lexend"/>
              <a:ea typeface="Lexend"/>
              <a:cs typeface="Lexend"/>
              <a:sym typeface="Lexend"/>
            </a:endParaRPr>
          </a:p>
        </p:txBody>
      </p:sp>
      <p:cxnSp>
        <p:nvCxnSpPr>
          <p:cNvPr id="103" name="Google Shape;103;p14"/>
          <p:cNvCxnSpPr/>
          <p:nvPr/>
        </p:nvCxnSpPr>
        <p:spPr>
          <a:xfrm>
            <a:off x="987525" y="610425"/>
            <a:ext cx="1813200" cy="0"/>
          </a:xfrm>
          <a:prstGeom prst="straightConnector1">
            <a:avLst/>
          </a:prstGeom>
          <a:noFill/>
          <a:ln w="9525" cap="flat" cmpd="sng">
            <a:solidFill>
              <a:schemeClr val="dk2"/>
            </a:solidFill>
            <a:prstDash val="solid"/>
            <a:round/>
            <a:headEnd type="none" w="med" len="med"/>
            <a:tailEnd type="none" w="med" len="med"/>
          </a:ln>
        </p:spPr>
      </p:cxnSp>
      <p:pic>
        <p:nvPicPr>
          <p:cNvPr id="104" name="Google Shape;104;p14"/>
          <p:cNvPicPr preferRelativeResize="0"/>
          <p:nvPr/>
        </p:nvPicPr>
        <p:blipFill>
          <a:blip r:embed="rId3">
            <a:alphaModFix/>
          </a:blip>
          <a:stretch>
            <a:fillRect/>
          </a:stretch>
        </p:blipFill>
        <p:spPr>
          <a:xfrm>
            <a:off x="5722275" y="215699"/>
            <a:ext cx="504000" cy="504000"/>
          </a:xfrm>
          <a:prstGeom prst="rect">
            <a:avLst/>
          </a:prstGeom>
          <a:noFill/>
          <a:ln>
            <a:noFill/>
          </a:ln>
        </p:spPr>
      </p:pic>
      <p:sp>
        <p:nvSpPr>
          <p:cNvPr id="105" name="Google Shape;105;p14"/>
          <p:cNvSpPr txBox="1"/>
          <p:nvPr/>
        </p:nvSpPr>
        <p:spPr>
          <a:xfrm>
            <a:off x="6189000" y="360000"/>
            <a:ext cx="903000" cy="184800"/>
          </a:xfrm>
          <a:prstGeom prst="rect">
            <a:avLst/>
          </a:prstGeom>
          <a:noFill/>
          <a:ln>
            <a:noFill/>
          </a:ln>
        </p:spPr>
        <p:txBody>
          <a:bodyPr spcFirstLastPara="1" wrap="square" lIns="0" tIns="0" rIns="0" bIns="0" anchor="ctr" anchorCtr="0">
            <a:spAutoFit/>
          </a:bodyPr>
          <a:lstStyle/>
          <a:p>
            <a:pPr marL="0" lvl="0" indent="0" algn="r" rtl="0">
              <a:spcBef>
                <a:spcPct val="0"/>
              </a:spcBef>
              <a:spcAft>
                <a:spcPct val="0"/>
              </a:spcAft>
              <a:buNone/>
            </a:pPr>
            <a:r>
              <a:rPr lang="en-GB" sz="1200" b="1">
                <a:latin typeface="Lexend"/>
                <a:ea typeface="Lexend"/>
                <a:cs typeface="Lexend"/>
                <a:sym typeface="Lexend"/>
              </a:rPr>
              <a:t>Worksheet</a:t>
            </a:r>
            <a:endParaRPr b="1">
              <a:latin typeface="Lexend"/>
              <a:ea typeface="Lexend"/>
              <a:cs typeface="Lexend"/>
              <a:sym typeface="Lexend"/>
            </a:endParaRPr>
          </a:p>
        </p:txBody>
      </p:sp>
      <p:sp>
        <p:nvSpPr>
          <p:cNvPr id="106" name="Google Shape;106;p14"/>
          <p:cNvSpPr txBox="1"/>
          <p:nvPr>
            <p:ph type="subTitle" idx="1"/>
          </p:nvPr>
        </p:nvSpPr>
        <p:spPr>
          <a:xfrm>
            <a:off x="3875675" y="9972000"/>
            <a:ext cx="2722800" cy="161100"/>
          </a:xfrm>
          <a:prstGeom prst="rect">
            <a:avLst/>
          </a:prstGeom>
        </p:spPr>
        <p:txBody>
          <a:bodyPr spcFirstLastPara="1" wrap="square" lIns="0" tIns="0" rIns="0" bIns="0" anchor="b" anchorCtr="0">
            <a:noAutofit/>
          </a:bodyPr>
          <a:lstStyle>
            <a:lvl1pPr lvl="0" rtl="0">
              <a:spcBef>
                <a:spcPct val="0"/>
              </a:spcBef>
              <a:spcAft>
                <a:spcPct val="0"/>
              </a:spcAft>
              <a:buClr>
                <a:srgbClr val="575756"/>
              </a:buClr>
              <a:buSzPts val="900"/>
              <a:buNone/>
              <a:defRPr sz="900">
                <a:solidFill>
                  <a:srgbClr val="575756"/>
                </a:solidFill>
              </a:defRPr>
            </a:lvl1pPr>
            <a:lvl2pPr lvl="1" rtl="0">
              <a:spcBef>
                <a:spcPct val="0"/>
              </a:spcBef>
              <a:spcAft>
                <a:spcPct val="0"/>
              </a:spcAft>
              <a:buSzPts val="900"/>
              <a:buFont typeface="Lexend Light"/>
              <a:buNone/>
              <a:defRPr sz="900">
                <a:latin typeface="Lexend Light"/>
                <a:ea typeface="Lexend Light"/>
                <a:cs typeface="Lexend Light"/>
                <a:sym typeface="Lexend Light"/>
              </a:defRPr>
            </a:lvl2pPr>
            <a:lvl3pPr lvl="2" rtl="0">
              <a:spcBef>
                <a:spcPct val="0"/>
              </a:spcBef>
              <a:spcAft>
                <a:spcPct val="0"/>
              </a:spcAft>
              <a:buSzPts val="900"/>
              <a:buFont typeface="Lexend Light"/>
              <a:buNone/>
              <a:defRPr sz="900">
                <a:latin typeface="Lexend Light"/>
                <a:ea typeface="Lexend Light"/>
                <a:cs typeface="Lexend Light"/>
                <a:sym typeface="Lexend Light"/>
              </a:defRPr>
            </a:lvl3pPr>
            <a:lvl4pPr lvl="3" rtl="0">
              <a:spcBef>
                <a:spcPct val="0"/>
              </a:spcBef>
              <a:spcAft>
                <a:spcPct val="0"/>
              </a:spcAft>
              <a:buSzPts val="900"/>
              <a:buFont typeface="Lexend Light"/>
              <a:buNone/>
              <a:defRPr sz="900">
                <a:latin typeface="Lexend Light"/>
                <a:ea typeface="Lexend Light"/>
                <a:cs typeface="Lexend Light"/>
                <a:sym typeface="Lexend Light"/>
              </a:defRPr>
            </a:lvl4pPr>
            <a:lvl5pPr lvl="4" rtl="0">
              <a:spcBef>
                <a:spcPct val="0"/>
              </a:spcBef>
              <a:spcAft>
                <a:spcPct val="0"/>
              </a:spcAft>
              <a:buSzPts val="900"/>
              <a:buFont typeface="Lexend Light"/>
              <a:buNone/>
              <a:defRPr sz="900">
                <a:latin typeface="Lexend Light"/>
                <a:ea typeface="Lexend Light"/>
                <a:cs typeface="Lexend Light"/>
                <a:sym typeface="Lexend Light"/>
              </a:defRPr>
            </a:lvl5pPr>
            <a:lvl6pPr lvl="5" rtl="0">
              <a:spcBef>
                <a:spcPct val="0"/>
              </a:spcBef>
              <a:spcAft>
                <a:spcPct val="0"/>
              </a:spcAft>
              <a:buSzPts val="900"/>
              <a:buFont typeface="Lexend Light"/>
              <a:buNone/>
              <a:defRPr sz="900">
                <a:latin typeface="Lexend Light"/>
                <a:ea typeface="Lexend Light"/>
                <a:cs typeface="Lexend Light"/>
                <a:sym typeface="Lexend Light"/>
              </a:defRPr>
            </a:lvl6pPr>
            <a:lvl7pPr lvl="6" rtl="0">
              <a:spcBef>
                <a:spcPct val="0"/>
              </a:spcBef>
              <a:spcAft>
                <a:spcPct val="0"/>
              </a:spcAft>
              <a:buSzPts val="900"/>
              <a:buFont typeface="Lexend Light"/>
              <a:buNone/>
              <a:defRPr sz="900">
                <a:latin typeface="Lexend Light"/>
                <a:ea typeface="Lexend Light"/>
                <a:cs typeface="Lexend Light"/>
                <a:sym typeface="Lexend Light"/>
              </a:defRPr>
            </a:lvl7pPr>
            <a:lvl8pPr lvl="7" rtl="0">
              <a:spcBef>
                <a:spcPct val="0"/>
              </a:spcBef>
              <a:spcAft>
                <a:spcPct val="0"/>
              </a:spcAft>
              <a:buSzPts val="900"/>
              <a:buFont typeface="Lexend Light"/>
              <a:buNone/>
              <a:defRPr sz="900">
                <a:latin typeface="Lexend Light"/>
                <a:ea typeface="Lexend Light"/>
                <a:cs typeface="Lexend Light"/>
                <a:sym typeface="Lexend Light"/>
              </a:defRPr>
            </a:lvl8pPr>
            <a:lvl9pPr lvl="8" rtl="0">
              <a:spcBef>
                <a:spcPct val="0"/>
              </a:spcBef>
              <a:spcAft>
                <a:spcPct val="0"/>
              </a:spcAft>
              <a:buSzPts val="900"/>
              <a:buFont typeface="Lexend Light"/>
              <a:buNone/>
              <a:defRPr sz="900">
                <a:latin typeface="Lexend Light"/>
                <a:ea typeface="Lexend Light"/>
                <a:cs typeface="Lexend Light"/>
                <a:sym typeface="Lexend Light"/>
              </a:defRPr>
            </a:lvl9pPr>
          </a:lstStyle>
          <a:p/>
        </p:txBody>
      </p:sp>
      <p:sp>
        <p:nvSpPr>
          <p:cNvPr id="107" name="Google Shape;107;p14"/>
          <p:cNvSpPr txBox="1"/>
          <p:nvPr/>
        </p:nvSpPr>
        <p:spPr>
          <a:xfrm>
            <a:off x="391800" y="10152000"/>
            <a:ext cx="6367500" cy="161100"/>
          </a:xfrm>
          <a:prstGeom prst="rect">
            <a:avLst/>
          </a:prstGeom>
          <a:noFill/>
          <a:ln>
            <a:noFill/>
          </a:ln>
        </p:spPr>
        <p:txBody>
          <a:bodyPr spcFirstLastPara="1" wrap="square" lIns="0" tIns="0" rIns="0" bIns="0" anchor="t" anchorCtr="0">
            <a:noAutofit/>
          </a:bodyPr>
          <a:lstStyle/>
          <a:p>
            <a:pPr marL="0" lvl="0" indent="0" algn="l" rtl="0">
              <a:lnSpc>
                <a:spcPct val="115000"/>
              </a:lnSpc>
              <a:spcBef>
                <a:spcPct val="0"/>
              </a:spcBef>
              <a:spcAft>
                <a:spcPct val="0"/>
              </a:spcAft>
              <a:buClr>
                <a:schemeClr val="dk1"/>
              </a:buClr>
              <a:buSzPts val="1100"/>
              <a:buFont typeface="Arial"/>
              <a:buNone/>
            </a:pPr>
            <a:r>
              <a:rPr lang="en-GB" sz="900">
                <a:solidFill>
                  <a:srgbClr val="575756"/>
                </a:solidFill>
                <a:latin typeface="Lexend"/>
                <a:ea typeface="Lexend"/>
                <a:cs typeface="Lexend"/>
                <a:sym typeface="Lexend"/>
              </a:rPr>
              <a:t>Licensed on the </a:t>
            </a:r>
            <a:r>
              <a:rPr lang="en-GB" sz="900" u="sng">
                <a:solidFill>
                  <a:srgbClr val="575756"/>
                </a:solidFill>
                <a:latin typeface="Lexend"/>
                <a:ea typeface="Lexend"/>
                <a:cs typeface="Lexend"/>
                <a:sym typeface="Lexend"/>
                <a:hlinkClick r:id="rId4">
                  <a:extLst>
                    <a:ext uri="{A12FA001-AC4F-418D-AE19-62706E023703}">
                      <ahyp:hlinkClr xmlns:ahyp="http://schemas.microsoft.com/office/drawing/2018/hyperlinkcolor" val="tx"/>
                    </a:ext>
                  </a:extLst>
                </a:hlinkClick>
              </a:rPr>
              <a:t>Open Government Licence v3.0</a:t>
            </a:r>
            <a:r>
              <a:rPr lang="en-GB" sz="900">
                <a:solidFill>
                  <a:srgbClr val="575756"/>
                </a:solidFill>
                <a:latin typeface="Lexend"/>
                <a:ea typeface="Lexend"/>
                <a:cs typeface="Lexend"/>
                <a:sym typeface="Lexend"/>
              </a:rPr>
              <a:t>, except where otherwise stated. See </a:t>
            </a:r>
            <a:r>
              <a:rPr lang="en-GB" sz="900" u="sng">
                <a:solidFill>
                  <a:srgbClr val="575756"/>
                </a:solidFill>
                <a:latin typeface="Lexend"/>
                <a:ea typeface="Lexend"/>
                <a:cs typeface="Lexend"/>
                <a:sym typeface="Lexend"/>
                <a:hlinkClick r:id="rId5">
                  <a:extLst>
                    <a:ext uri="{A12FA001-AC4F-418D-AE19-62706E023703}">
                      <ahyp:hlinkClr xmlns:ahyp="http://schemas.microsoft.com/office/drawing/2018/hyperlinkcolor" val="tx"/>
                    </a:ext>
                  </a:extLst>
                </a:hlinkClick>
              </a:rPr>
              <a:t>Oak terms &amp; conditions</a:t>
            </a:r>
            <a:r>
              <a:rPr lang="en-GB" sz="900">
                <a:solidFill>
                  <a:srgbClr val="575756"/>
                </a:solidFill>
                <a:latin typeface="Lexend"/>
                <a:ea typeface="Lexend"/>
                <a:cs typeface="Lexend"/>
                <a:sym typeface="Lexend"/>
              </a:rPr>
              <a:t>.</a:t>
            </a:r>
            <a:endParaRPr sz="900">
              <a:solidFill>
                <a:srgbClr val="575756"/>
              </a:solidFill>
              <a:latin typeface="Lexend"/>
              <a:ea typeface="Lexend"/>
              <a:cs typeface="Lexend"/>
              <a:sym typeface="Lexend"/>
            </a:endParaRPr>
          </a:p>
        </p:txBody>
      </p:sp>
      <p:sp>
        <p:nvSpPr>
          <p:cNvPr id="108" name="Google Shape;108;p14"/>
          <p:cNvSpPr txBox="1"/>
          <p:nvPr/>
        </p:nvSpPr>
        <p:spPr>
          <a:xfrm>
            <a:off x="394350" y="9972000"/>
            <a:ext cx="4069800" cy="161100"/>
          </a:xfrm>
          <a:prstGeom prst="rect">
            <a:avLst/>
          </a:prstGeom>
          <a:noFill/>
          <a:ln>
            <a:noFill/>
          </a:ln>
        </p:spPr>
        <p:txBody>
          <a:bodyPr spcFirstLastPara="1" wrap="square" lIns="0" tIns="0" rIns="0" bIns="0" anchor="b" anchorCtr="0">
            <a:noAutofit/>
          </a:bodyPr>
          <a:lstStyle/>
          <a:p>
            <a:pPr marL="0" lvl="0" indent="0" algn="l" rtl="0">
              <a:lnSpc>
                <a:spcPct val="115000"/>
              </a:lnSpc>
              <a:spcBef>
                <a:spcPct val="0"/>
              </a:spcBef>
              <a:spcAft>
                <a:spcPct val="0"/>
              </a:spcAft>
              <a:buClr>
                <a:schemeClr val="dk1"/>
              </a:buClr>
              <a:buSzPts val="1100"/>
              <a:buFont typeface="Arial"/>
              <a:buNone/>
            </a:pPr>
            <a:r>
              <a:rPr lang="en-GB" sz="900" b="1">
                <a:solidFill>
                  <a:srgbClr val="575756"/>
                </a:solidFill>
                <a:latin typeface="Lexend"/>
                <a:ea typeface="Lexend"/>
                <a:cs typeface="Lexend"/>
                <a:sym typeface="Lexend"/>
              </a:rPr>
              <a:t>© Oak National Academy 2024</a:t>
            </a:r>
            <a:r>
              <a:rPr lang="en-GB" sz="900">
                <a:solidFill>
                  <a:srgbClr val="575756"/>
                </a:solidFill>
                <a:latin typeface="Lexend"/>
                <a:ea typeface="Lexend"/>
                <a:cs typeface="Lexend"/>
                <a:sym typeface="Lexend"/>
              </a:rPr>
              <a:t>. Produced in partnership with</a:t>
            </a:r>
            <a:endParaRPr sz="900">
              <a:solidFill>
                <a:srgbClr val="575756"/>
              </a:solidFill>
              <a:latin typeface="Lexend"/>
              <a:ea typeface="Lexend"/>
              <a:cs typeface="Lexend"/>
              <a:sym typeface="Lexend"/>
            </a:endParaRPr>
          </a:p>
        </p:txBody>
      </p:sp>
    </p:spTree>
  </p:cSld>
  <p:clrMapOvr>
    <a:masterClrMapping/>
  </p:clrMapOvr>
  <p:transition/>
  <p:timing/>
  <p:extLst>
    <p:ext uri="{DCECCB84-F9BA-43D5-87BE-67443E8EF086}">
      <p15:sldGuideLst xmlns:p15="http://schemas.microsoft.com/office/powerpoint/2012/main">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sldGuideLst>
    </p:ext>
  </p:extLst>
</p:sldLayout>
</file>

<file path=ppt/slideLayouts/slideLayout13.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3.1 Single page worksheet with long title">
  <p:cSld name="SECTION_HEADER_1_1_1_1_1_1_1_1_1_1_1_2_1_1_1_1_1_1_1">
    <p:bg>
      <p:bgPr>
        <a:solidFill>
          <a:schemeClr val="lt1"/>
        </a:solidFill>
      </p:bgPr>
    </p:bg>
    <p:spTree>
      <p:nvGrpSpPr>
        <p:cNvPr id="109" name="Shape 109"/>
        <p:cNvGrpSpPr/>
        <p:nvPr/>
      </p:nvGrpSpPr>
      <p:grpSpPr>
        <a:xfrm>
          <a:off x="0" y="0"/>
          <a:ext cx="0" cy="0"/>
        </a:xfrm>
      </p:grpSpPr>
      <p:pic>
        <p:nvPicPr>
          <p:cNvPr id="110" name="Google Shape;110;p15"/>
          <p:cNvPicPr preferRelativeResize="0"/>
          <p:nvPr/>
        </p:nvPicPr>
        <p:blipFill>
          <a:blip r:embed="rId1">
            <a:alphaModFix/>
          </a:blip>
          <a:stretch>
            <a:fillRect/>
          </a:stretch>
        </p:blipFill>
        <p:spPr>
          <a:xfrm>
            <a:off x="6910937" y="9972010"/>
            <a:ext cx="181075" cy="246288"/>
          </a:xfrm>
          <a:prstGeom prst="rect">
            <a:avLst/>
          </a:prstGeom>
          <a:noFill/>
          <a:ln>
            <a:noFill/>
          </a:ln>
        </p:spPr>
      </p:pic>
      <p:sp>
        <p:nvSpPr>
          <p:cNvPr id="111" name="Google Shape;111;p15"/>
          <p:cNvSpPr txBox="1"/>
          <p:nvPr>
            <p:ph type="sldNum" idx="12"/>
          </p:nvPr>
        </p:nvSpPr>
        <p:spPr>
          <a:xfrm>
            <a:off x="6352325" y="9972000"/>
            <a:ext cx="483300" cy="277200"/>
          </a:xfrm>
          <a:prstGeom prst="rect">
            <a:avLst/>
          </a:prstGeom>
        </p:spPr>
        <p:txBody>
          <a:bodyPr spcFirstLastPara="1" wrap="square" lIns="91425" tIns="91425" rIns="91425" bIns="91425" anchor="ctr" anchorCtr="0">
            <a:noAutofit/>
          </a:bodyPr>
          <a:lstStyle>
            <a:lvl1pPr lvl="0" rtl="0">
              <a:buNone/>
              <a:defRPr sz="1200">
                <a:latin typeface="Lexend Medium"/>
                <a:ea typeface="Lexend Medium"/>
                <a:cs typeface="Lexend Medium"/>
                <a:sym typeface="Lexend Medium"/>
              </a:defRPr>
            </a:lvl1pPr>
            <a:lvl2pPr lvl="1" rtl="0">
              <a:buNone/>
              <a:defRPr sz="1200">
                <a:latin typeface="Lexend Medium"/>
                <a:ea typeface="Lexend Medium"/>
                <a:cs typeface="Lexend Medium"/>
                <a:sym typeface="Lexend Medium"/>
              </a:defRPr>
            </a:lvl2pPr>
            <a:lvl3pPr lvl="2" rtl="0">
              <a:buNone/>
              <a:defRPr sz="1200">
                <a:latin typeface="Lexend Medium"/>
                <a:ea typeface="Lexend Medium"/>
                <a:cs typeface="Lexend Medium"/>
                <a:sym typeface="Lexend Medium"/>
              </a:defRPr>
            </a:lvl3pPr>
            <a:lvl4pPr lvl="3" rtl="0">
              <a:buNone/>
              <a:defRPr sz="1200">
                <a:latin typeface="Lexend Medium"/>
                <a:ea typeface="Lexend Medium"/>
                <a:cs typeface="Lexend Medium"/>
                <a:sym typeface="Lexend Medium"/>
              </a:defRPr>
            </a:lvl4pPr>
            <a:lvl5pPr lvl="4" rtl="0">
              <a:buNone/>
              <a:defRPr sz="1200">
                <a:latin typeface="Lexend Medium"/>
                <a:ea typeface="Lexend Medium"/>
                <a:cs typeface="Lexend Medium"/>
                <a:sym typeface="Lexend Medium"/>
              </a:defRPr>
            </a:lvl5pPr>
            <a:lvl6pPr lvl="5" rtl="0">
              <a:buNone/>
              <a:defRPr sz="1200">
                <a:latin typeface="Lexend Medium"/>
                <a:ea typeface="Lexend Medium"/>
                <a:cs typeface="Lexend Medium"/>
                <a:sym typeface="Lexend Medium"/>
              </a:defRPr>
            </a:lvl6pPr>
            <a:lvl7pPr lvl="6" rtl="0">
              <a:buNone/>
              <a:defRPr sz="1200">
                <a:latin typeface="Lexend Medium"/>
                <a:ea typeface="Lexend Medium"/>
                <a:cs typeface="Lexend Medium"/>
                <a:sym typeface="Lexend Medium"/>
              </a:defRPr>
            </a:lvl7pPr>
            <a:lvl8pPr lvl="7" rtl="0">
              <a:buNone/>
              <a:defRPr sz="1200">
                <a:latin typeface="Lexend Medium"/>
                <a:ea typeface="Lexend Medium"/>
                <a:cs typeface="Lexend Medium"/>
                <a:sym typeface="Lexend Medium"/>
              </a:defRPr>
            </a:lvl8pPr>
            <a:lvl9pPr lvl="8" rtl="0">
              <a:buNone/>
              <a:defRPr sz="1200">
                <a:latin typeface="Lexend Medium"/>
                <a:ea typeface="Lexend Medium"/>
                <a:cs typeface="Lexend Medium"/>
                <a:sym typeface="Lexend Medium"/>
              </a:defRPr>
            </a:lvl9pPr>
          </a:lstStyle>
          <a:p>
            <a:pPr marL="0" lvl="0" indent="0" algn="r" rtl="0">
              <a:spcBef>
                <a:spcPct val="0"/>
              </a:spcBef>
              <a:spcAft>
                <a:spcPct val="0"/>
              </a:spcAft>
              <a:buNone/>
            </a:pPr>
            <a:fld id="{00000000-1234-1234-1234-123412341234}" type="slidenum">
              <a:rPr lang="en-GB"/>
              <a:t>‹#›</a:t>
            </a:fld>
            <a:endParaRPr/>
          </a:p>
        </p:txBody>
      </p:sp>
      <p:sp>
        <p:nvSpPr>
          <p:cNvPr id="112" name="Google Shape;112;p15"/>
          <p:cNvSpPr txBox="1"/>
          <p:nvPr>
            <p:ph type="title"/>
          </p:nvPr>
        </p:nvSpPr>
        <p:spPr>
          <a:xfrm>
            <a:off x="468000" y="864000"/>
            <a:ext cx="6624000" cy="360000"/>
          </a:xfrm>
          <a:prstGeom prst="rect">
            <a:avLst/>
          </a:prstGeom>
        </p:spPr>
        <p:txBody>
          <a:bodyPr spcFirstLastPara="1" wrap="square" lIns="0" tIns="0" rIns="0" bIns="0" anchor="ctr" anchorCtr="0">
            <a:spAutoFit/>
          </a:bodyPr>
          <a:lstStyle>
            <a:lvl1pPr lvl="0" rtl="0">
              <a:spcBef>
                <a:spcPct val="0"/>
              </a:spcBef>
              <a:spcAft>
                <a:spcPct val="0"/>
              </a:spcAft>
              <a:buSzPts val="1800"/>
              <a:buNone/>
              <a:defRPr sz="1800"/>
            </a:lvl1pPr>
            <a:lvl2pPr lvl="1" rtl="0">
              <a:spcBef>
                <a:spcPct val="0"/>
              </a:spcBef>
              <a:spcAft>
                <a:spcPct val="0"/>
              </a:spcAft>
              <a:buSzPts val="1800"/>
              <a:buNone/>
              <a:defRPr sz="1800"/>
            </a:lvl2pPr>
            <a:lvl3pPr lvl="2" rtl="0">
              <a:spcBef>
                <a:spcPct val="0"/>
              </a:spcBef>
              <a:spcAft>
                <a:spcPct val="0"/>
              </a:spcAft>
              <a:buSzPts val="1800"/>
              <a:buNone/>
              <a:defRPr sz="1800"/>
            </a:lvl3pPr>
            <a:lvl4pPr lvl="3" rtl="0">
              <a:spcBef>
                <a:spcPct val="0"/>
              </a:spcBef>
              <a:spcAft>
                <a:spcPct val="0"/>
              </a:spcAft>
              <a:buSzPts val="1800"/>
              <a:buNone/>
              <a:defRPr sz="1800"/>
            </a:lvl4pPr>
            <a:lvl5pPr lvl="4" rtl="0">
              <a:spcBef>
                <a:spcPct val="0"/>
              </a:spcBef>
              <a:spcAft>
                <a:spcPct val="0"/>
              </a:spcAft>
              <a:buSzPts val="1800"/>
              <a:buNone/>
              <a:defRPr sz="1800"/>
            </a:lvl5pPr>
            <a:lvl6pPr lvl="5" rtl="0">
              <a:spcBef>
                <a:spcPct val="0"/>
              </a:spcBef>
              <a:spcAft>
                <a:spcPct val="0"/>
              </a:spcAft>
              <a:buSzPts val="1800"/>
              <a:buNone/>
              <a:defRPr sz="1800"/>
            </a:lvl6pPr>
            <a:lvl7pPr lvl="6" rtl="0">
              <a:spcBef>
                <a:spcPct val="0"/>
              </a:spcBef>
              <a:spcAft>
                <a:spcPct val="0"/>
              </a:spcAft>
              <a:buSzPts val="1800"/>
              <a:buNone/>
              <a:defRPr sz="1800"/>
            </a:lvl7pPr>
            <a:lvl8pPr lvl="7" rtl="0">
              <a:spcBef>
                <a:spcPct val="0"/>
              </a:spcBef>
              <a:spcAft>
                <a:spcPct val="0"/>
              </a:spcAft>
              <a:buSzPts val="1800"/>
              <a:buNone/>
              <a:defRPr sz="1800"/>
            </a:lvl8pPr>
            <a:lvl9pPr lvl="8" rtl="0">
              <a:spcBef>
                <a:spcPct val="0"/>
              </a:spcBef>
              <a:spcAft>
                <a:spcPct val="0"/>
              </a:spcAft>
              <a:buSzPts val="1800"/>
              <a:buNone/>
              <a:defRPr sz="1800"/>
            </a:lvl9pPr>
          </a:lstStyle>
          <a:p/>
        </p:txBody>
      </p:sp>
      <p:pic>
        <p:nvPicPr>
          <p:cNvPr id="113" name="Google Shape;113;p15"/>
          <p:cNvPicPr preferRelativeResize="0"/>
          <p:nvPr/>
        </p:nvPicPr>
        <p:blipFill>
          <a:blip r:embed="rId2">
            <a:alphaModFix/>
          </a:blip>
          <a:stretch>
            <a:fillRect/>
          </a:stretch>
        </p:blipFill>
        <p:spPr>
          <a:xfrm>
            <a:off x="468000" y="1543153"/>
            <a:ext cx="6624000" cy="66240"/>
          </a:xfrm>
          <a:prstGeom prst="rect">
            <a:avLst/>
          </a:prstGeom>
          <a:noFill/>
          <a:ln>
            <a:noFill/>
          </a:ln>
        </p:spPr>
      </p:pic>
      <p:sp>
        <p:nvSpPr>
          <p:cNvPr id="114" name="Google Shape;114;p15"/>
          <p:cNvSpPr txBox="1"/>
          <p:nvPr/>
        </p:nvSpPr>
        <p:spPr>
          <a:xfrm>
            <a:off x="466825" y="360000"/>
            <a:ext cx="2334000" cy="215400"/>
          </a:xfrm>
          <a:prstGeom prst="rect">
            <a:avLst/>
          </a:prstGeom>
          <a:noFill/>
          <a:ln>
            <a:noFill/>
          </a:ln>
        </p:spPr>
        <p:txBody>
          <a:bodyPr spcFirstLastPara="1" wrap="square" lIns="0" tIns="0" rIns="0" bIns="0" anchor="ctr" anchorCtr="0">
            <a:spAutoFit/>
          </a:bodyPr>
          <a:lstStyle/>
          <a:p>
            <a:pPr marL="0" lvl="0" indent="0" algn="l" rtl="0">
              <a:spcBef>
                <a:spcPct val="0"/>
              </a:spcBef>
              <a:spcAft>
                <a:spcPct val="0"/>
              </a:spcAft>
              <a:buNone/>
            </a:pPr>
            <a:r>
              <a:rPr lang="en-GB" sz="1200" b="1">
                <a:latin typeface="Lexend"/>
                <a:ea typeface="Lexend"/>
                <a:cs typeface="Lexend"/>
                <a:sym typeface="Lexend"/>
              </a:rPr>
              <a:t>Name</a:t>
            </a:r>
            <a:r>
              <a:rPr lang="en-GB" b="1">
                <a:latin typeface="Lexend"/>
                <a:ea typeface="Lexend"/>
                <a:cs typeface="Lexend"/>
                <a:sym typeface="Lexend"/>
              </a:rPr>
              <a:t>:</a:t>
            </a:r>
            <a:endParaRPr b="1">
              <a:latin typeface="Lexend"/>
              <a:ea typeface="Lexend"/>
              <a:cs typeface="Lexend"/>
              <a:sym typeface="Lexend"/>
            </a:endParaRPr>
          </a:p>
        </p:txBody>
      </p:sp>
      <p:cxnSp>
        <p:nvCxnSpPr>
          <p:cNvPr id="115" name="Google Shape;115;p15"/>
          <p:cNvCxnSpPr/>
          <p:nvPr/>
        </p:nvCxnSpPr>
        <p:spPr>
          <a:xfrm>
            <a:off x="987525" y="610425"/>
            <a:ext cx="1813200" cy="0"/>
          </a:xfrm>
          <a:prstGeom prst="straightConnector1">
            <a:avLst/>
          </a:prstGeom>
          <a:noFill/>
          <a:ln w="9525" cap="flat" cmpd="sng">
            <a:solidFill>
              <a:schemeClr val="dk2"/>
            </a:solidFill>
            <a:prstDash val="solid"/>
            <a:round/>
            <a:headEnd type="none" w="med" len="med"/>
            <a:tailEnd type="none" w="med" len="med"/>
          </a:ln>
        </p:spPr>
      </p:cxnSp>
      <p:pic>
        <p:nvPicPr>
          <p:cNvPr id="116" name="Google Shape;116;p15"/>
          <p:cNvPicPr preferRelativeResize="0"/>
          <p:nvPr/>
        </p:nvPicPr>
        <p:blipFill>
          <a:blip r:embed="rId3">
            <a:alphaModFix/>
          </a:blip>
          <a:stretch>
            <a:fillRect/>
          </a:stretch>
        </p:blipFill>
        <p:spPr>
          <a:xfrm>
            <a:off x="5722275" y="215699"/>
            <a:ext cx="504000" cy="504000"/>
          </a:xfrm>
          <a:prstGeom prst="rect">
            <a:avLst/>
          </a:prstGeom>
          <a:noFill/>
          <a:ln>
            <a:noFill/>
          </a:ln>
        </p:spPr>
      </p:pic>
      <p:sp>
        <p:nvSpPr>
          <p:cNvPr id="117" name="Google Shape;117;p15"/>
          <p:cNvSpPr txBox="1"/>
          <p:nvPr/>
        </p:nvSpPr>
        <p:spPr>
          <a:xfrm>
            <a:off x="6189000" y="360000"/>
            <a:ext cx="903000" cy="184800"/>
          </a:xfrm>
          <a:prstGeom prst="rect">
            <a:avLst/>
          </a:prstGeom>
          <a:noFill/>
          <a:ln>
            <a:noFill/>
          </a:ln>
        </p:spPr>
        <p:txBody>
          <a:bodyPr spcFirstLastPara="1" wrap="square" lIns="0" tIns="0" rIns="0" bIns="0" anchor="ctr" anchorCtr="0">
            <a:spAutoFit/>
          </a:bodyPr>
          <a:lstStyle/>
          <a:p>
            <a:pPr marL="0" lvl="0" indent="0" algn="r" rtl="0">
              <a:spcBef>
                <a:spcPct val="0"/>
              </a:spcBef>
              <a:spcAft>
                <a:spcPct val="0"/>
              </a:spcAft>
              <a:buNone/>
            </a:pPr>
            <a:r>
              <a:rPr lang="en-GB" sz="1200" b="1">
                <a:latin typeface="Lexend"/>
                <a:ea typeface="Lexend"/>
                <a:cs typeface="Lexend"/>
                <a:sym typeface="Lexend"/>
              </a:rPr>
              <a:t>Worksheet</a:t>
            </a:r>
            <a:endParaRPr b="1">
              <a:latin typeface="Lexend"/>
              <a:ea typeface="Lexend"/>
              <a:cs typeface="Lexend"/>
              <a:sym typeface="Lexend"/>
            </a:endParaRPr>
          </a:p>
        </p:txBody>
      </p:sp>
      <p:sp>
        <p:nvSpPr>
          <p:cNvPr id="118" name="Google Shape;118;p15"/>
          <p:cNvSpPr txBox="1"/>
          <p:nvPr>
            <p:ph type="subTitle" idx="1"/>
          </p:nvPr>
        </p:nvSpPr>
        <p:spPr>
          <a:xfrm>
            <a:off x="3875675" y="9972000"/>
            <a:ext cx="2722800" cy="161100"/>
          </a:xfrm>
          <a:prstGeom prst="rect">
            <a:avLst/>
          </a:prstGeom>
        </p:spPr>
        <p:txBody>
          <a:bodyPr spcFirstLastPara="1" wrap="square" lIns="0" tIns="0" rIns="0" bIns="0" anchor="b" anchorCtr="0">
            <a:noAutofit/>
          </a:bodyPr>
          <a:lstStyle>
            <a:lvl1pPr lvl="0" rtl="0">
              <a:spcBef>
                <a:spcPct val="0"/>
              </a:spcBef>
              <a:spcAft>
                <a:spcPct val="0"/>
              </a:spcAft>
              <a:buClr>
                <a:srgbClr val="575756"/>
              </a:buClr>
              <a:buSzPts val="900"/>
              <a:buNone/>
              <a:defRPr sz="900">
                <a:solidFill>
                  <a:srgbClr val="575756"/>
                </a:solidFill>
              </a:defRPr>
            </a:lvl1pPr>
            <a:lvl2pPr lvl="1" rtl="0">
              <a:spcBef>
                <a:spcPct val="0"/>
              </a:spcBef>
              <a:spcAft>
                <a:spcPct val="0"/>
              </a:spcAft>
              <a:buSzPts val="900"/>
              <a:buFont typeface="Lexend Light"/>
              <a:buNone/>
              <a:defRPr sz="900">
                <a:latin typeface="Lexend Light"/>
                <a:ea typeface="Lexend Light"/>
                <a:cs typeface="Lexend Light"/>
                <a:sym typeface="Lexend Light"/>
              </a:defRPr>
            </a:lvl2pPr>
            <a:lvl3pPr lvl="2" rtl="0">
              <a:spcBef>
                <a:spcPct val="0"/>
              </a:spcBef>
              <a:spcAft>
                <a:spcPct val="0"/>
              </a:spcAft>
              <a:buSzPts val="900"/>
              <a:buFont typeface="Lexend Light"/>
              <a:buNone/>
              <a:defRPr sz="900">
                <a:latin typeface="Lexend Light"/>
                <a:ea typeface="Lexend Light"/>
                <a:cs typeface="Lexend Light"/>
                <a:sym typeface="Lexend Light"/>
              </a:defRPr>
            </a:lvl3pPr>
            <a:lvl4pPr lvl="3" rtl="0">
              <a:spcBef>
                <a:spcPct val="0"/>
              </a:spcBef>
              <a:spcAft>
                <a:spcPct val="0"/>
              </a:spcAft>
              <a:buSzPts val="900"/>
              <a:buFont typeface="Lexend Light"/>
              <a:buNone/>
              <a:defRPr sz="900">
                <a:latin typeface="Lexend Light"/>
                <a:ea typeface="Lexend Light"/>
                <a:cs typeface="Lexend Light"/>
                <a:sym typeface="Lexend Light"/>
              </a:defRPr>
            </a:lvl4pPr>
            <a:lvl5pPr lvl="4" rtl="0">
              <a:spcBef>
                <a:spcPct val="0"/>
              </a:spcBef>
              <a:spcAft>
                <a:spcPct val="0"/>
              </a:spcAft>
              <a:buSzPts val="900"/>
              <a:buFont typeface="Lexend Light"/>
              <a:buNone/>
              <a:defRPr sz="900">
                <a:latin typeface="Lexend Light"/>
                <a:ea typeface="Lexend Light"/>
                <a:cs typeface="Lexend Light"/>
                <a:sym typeface="Lexend Light"/>
              </a:defRPr>
            </a:lvl5pPr>
            <a:lvl6pPr lvl="5" rtl="0">
              <a:spcBef>
                <a:spcPct val="0"/>
              </a:spcBef>
              <a:spcAft>
                <a:spcPct val="0"/>
              </a:spcAft>
              <a:buSzPts val="900"/>
              <a:buFont typeface="Lexend Light"/>
              <a:buNone/>
              <a:defRPr sz="900">
                <a:latin typeface="Lexend Light"/>
                <a:ea typeface="Lexend Light"/>
                <a:cs typeface="Lexend Light"/>
                <a:sym typeface="Lexend Light"/>
              </a:defRPr>
            </a:lvl6pPr>
            <a:lvl7pPr lvl="6" rtl="0">
              <a:spcBef>
                <a:spcPct val="0"/>
              </a:spcBef>
              <a:spcAft>
                <a:spcPct val="0"/>
              </a:spcAft>
              <a:buSzPts val="900"/>
              <a:buFont typeface="Lexend Light"/>
              <a:buNone/>
              <a:defRPr sz="900">
                <a:latin typeface="Lexend Light"/>
                <a:ea typeface="Lexend Light"/>
                <a:cs typeface="Lexend Light"/>
                <a:sym typeface="Lexend Light"/>
              </a:defRPr>
            </a:lvl7pPr>
            <a:lvl8pPr lvl="7" rtl="0">
              <a:spcBef>
                <a:spcPct val="0"/>
              </a:spcBef>
              <a:spcAft>
                <a:spcPct val="0"/>
              </a:spcAft>
              <a:buSzPts val="900"/>
              <a:buFont typeface="Lexend Light"/>
              <a:buNone/>
              <a:defRPr sz="900">
                <a:latin typeface="Lexend Light"/>
                <a:ea typeface="Lexend Light"/>
                <a:cs typeface="Lexend Light"/>
                <a:sym typeface="Lexend Light"/>
              </a:defRPr>
            </a:lvl8pPr>
            <a:lvl9pPr lvl="8" rtl="0">
              <a:spcBef>
                <a:spcPct val="0"/>
              </a:spcBef>
              <a:spcAft>
                <a:spcPct val="0"/>
              </a:spcAft>
              <a:buSzPts val="900"/>
              <a:buFont typeface="Lexend Light"/>
              <a:buNone/>
              <a:defRPr sz="900">
                <a:latin typeface="Lexend Light"/>
                <a:ea typeface="Lexend Light"/>
                <a:cs typeface="Lexend Light"/>
                <a:sym typeface="Lexend Light"/>
              </a:defRPr>
            </a:lvl9pPr>
          </a:lstStyle>
          <a:p/>
        </p:txBody>
      </p:sp>
      <p:sp>
        <p:nvSpPr>
          <p:cNvPr id="119" name="Google Shape;119;p15"/>
          <p:cNvSpPr txBox="1"/>
          <p:nvPr/>
        </p:nvSpPr>
        <p:spPr>
          <a:xfrm>
            <a:off x="391800" y="10152000"/>
            <a:ext cx="6367500" cy="161100"/>
          </a:xfrm>
          <a:prstGeom prst="rect">
            <a:avLst/>
          </a:prstGeom>
          <a:noFill/>
          <a:ln>
            <a:noFill/>
          </a:ln>
        </p:spPr>
        <p:txBody>
          <a:bodyPr spcFirstLastPara="1" wrap="square" lIns="0" tIns="0" rIns="0" bIns="0" anchor="t" anchorCtr="0">
            <a:noAutofit/>
          </a:bodyPr>
          <a:lstStyle/>
          <a:p>
            <a:pPr marL="0" lvl="0" indent="0" algn="l" rtl="0">
              <a:lnSpc>
                <a:spcPct val="115000"/>
              </a:lnSpc>
              <a:spcBef>
                <a:spcPct val="0"/>
              </a:spcBef>
              <a:spcAft>
                <a:spcPct val="0"/>
              </a:spcAft>
              <a:buClr>
                <a:schemeClr val="dk1"/>
              </a:buClr>
              <a:buSzPts val="1100"/>
              <a:buFont typeface="Arial"/>
              <a:buNone/>
            </a:pPr>
            <a:r>
              <a:rPr lang="en-GB" sz="900">
                <a:solidFill>
                  <a:srgbClr val="575756"/>
                </a:solidFill>
                <a:latin typeface="Lexend"/>
                <a:ea typeface="Lexend"/>
                <a:cs typeface="Lexend"/>
                <a:sym typeface="Lexend"/>
              </a:rPr>
              <a:t>Licensed on the </a:t>
            </a:r>
            <a:r>
              <a:rPr lang="en-GB" sz="900" u="sng">
                <a:solidFill>
                  <a:srgbClr val="575756"/>
                </a:solidFill>
                <a:latin typeface="Lexend"/>
                <a:ea typeface="Lexend"/>
                <a:cs typeface="Lexend"/>
                <a:sym typeface="Lexend"/>
                <a:hlinkClick r:id="rId4">
                  <a:extLst>
                    <a:ext uri="{A12FA001-AC4F-418D-AE19-62706E023703}">
                      <ahyp:hlinkClr xmlns:ahyp="http://schemas.microsoft.com/office/drawing/2018/hyperlinkcolor" val="tx"/>
                    </a:ext>
                  </a:extLst>
                </a:hlinkClick>
              </a:rPr>
              <a:t>Open Government Licence v3.0</a:t>
            </a:r>
            <a:r>
              <a:rPr lang="en-GB" sz="900">
                <a:solidFill>
                  <a:srgbClr val="575756"/>
                </a:solidFill>
                <a:latin typeface="Lexend"/>
                <a:ea typeface="Lexend"/>
                <a:cs typeface="Lexend"/>
                <a:sym typeface="Lexend"/>
              </a:rPr>
              <a:t>, except where otherwise stated. See </a:t>
            </a:r>
            <a:r>
              <a:rPr lang="en-GB" sz="900" u="sng">
                <a:solidFill>
                  <a:srgbClr val="575756"/>
                </a:solidFill>
                <a:latin typeface="Lexend"/>
                <a:ea typeface="Lexend"/>
                <a:cs typeface="Lexend"/>
                <a:sym typeface="Lexend"/>
                <a:hlinkClick r:id="rId5">
                  <a:extLst>
                    <a:ext uri="{A12FA001-AC4F-418D-AE19-62706E023703}">
                      <ahyp:hlinkClr xmlns:ahyp="http://schemas.microsoft.com/office/drawing/2018/hyperlinkcolor" val="tx"/>
                    </a:ext>
                  </a:extLst>
                </a:hlinkClick>
              </a:rPr>
              <a:t>Oak terms &amp; conditions</a:t>
            </a:r>
            <a:r>
              <a:rPr lang="en-GB" sz="900">
                <a:solidFill>
                  <a:srgbClr val="575756"/>
                </a:solidFill>
                <a:latin typeface="Lexend"/>
                <a:ea typeface="Lexend"/>
                <a:cs typeface="Lexend"/>
                <a:sym typeface="Lexend"/>
              </a:rPr>
              <a:t>.</a:t>
            </a:r>
            <a:endParaRPr sz="900">
              <a:solidFill>
                <a:srgbClr val="575756"/>
              </a:solidFill>
              <a:latin typeface="Lexend"/>
              <a:ea typeface="Lexend"/>
              <a:cs typeface="Lexend"/>
              <a:sym typeface="Lexend"/>
            </a:endParaRPr>
          </a:p>
        </p:txBody>
      </p:sp>
      <p:sp>
        <p:nvSpPr>
          <p:cNvPr id="120" name="Google Shape;120;p15"/>
          <p:cNvSpPr txBox="1"/>
          <p:nvPr/>
        </p:nvSpPr>
        <p:spPr>
          <a:xfrm>
            <a:off x="394350" y="9972000"/>
            <a:ext cx="4069800" cy="161100"/>
          </a:xfrm>
          <a:prstGeom prst="rect">
            <a:avLst/>
          </a:prstGeom>
          <a:noFill/>
          <a:ln>
            <a:noFill/>
          </a:ln>
        </p:spPr>
        <p:txBody>
          <a:bodyPr spcFirstLastPara="1" wrap="square" lIns="0" tIns="0" rIns="0" bIns="0" anchor="b" anchorCtr="0">
            <a:noAutofit/>
          </a:bodyPr>
          <a:lstStyle/>
          <a:p>
            <a:pPr marL="0" lvl="0" indent="0" algn="l" rtl="0">
              <a:lnSpc>
                <a:spcPct val="115000"/>
              </a:lnSpc>
              <a:spcBef>
                <a:spcPct val="0"/>
              </a:spcBef>
              <a:spcAft>
                <a:spcPct val="0"/>
              </a:spcAft>
              <a:buClr>
                <a:schemeClr val="dk1"/>
              </a:buClr>
              <a:buSzPts val="1100"/>
              <a:buFont typeface="Arial"/>
              <a:buNone/>
            </a:pPr>
            <a:r>
              <a:rPr lang="en-GB" sz="900" b="1">
                <a:solidFill>
                  <a:srgbClr val="575756"/>
                </a:solidFill>
                <a:latin typeface="Lexend"/>
                <a:ea typeface="Lexend"/>
                <a:cs typeface="Lexend"/>
                <a:sym typeface="Lexend"/>
              </a:rPr>
              <a:t>© Oak National Academy 2024</a:t>
            </a:r>
            <a:r>
              <a:rPr lang="en-GB" sz="900">
                <a:solidFill>
                  <a:srgbClr val="575756"/>
                </a:solidFill>
                <a:latin typeface="Lexend"/>
                <a:ea typeface="Lexend"/>
                <a:cs typeface="Lexend"/>
                <a:sym typeface="Lexend"/>
              </a:rPr>
              <a:t>. Produced in partnership with</a:t>
            </a:r>
            <a:endParaRPr sz="900">
              <a:solidFill>
                <a:srgbClr val="575756"/>
              </a:solidFill>
              <a:latin typeface="Lexend"/>
              <a:ea typeface="Lexend"/>
              <a:cs typeface="Lexend"/>
              <a:sym typeface="Lexend"/>
            </a:endParaRPr>
          </a:p>
        </p:txBody>
      </p:sp>
    </p:spTree>
  </p:cSld>
  <p:clrMapOvr>
    <a:masterClrMapping/>
  </p:clrMapOvr>
  <p:transition/>
  <p:timing/>
  <p:extLst>
    <p:ext uri="{DCECCB84-F9BA-43D5-87BE-67443E8EF086}">
      <p15:sldGuideLst xmlns:p15="http://schemas.microsoft.com/office/powerpoint/2012/main">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sldGuideLst>
    </p:ext>
  </p:extLst>
</p:sldLayout>
</file>

<file path=ppt/slideLayouts/slideLayout14.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4.0 Landscape title page">
  <p:cSld name="SECTION_HEADER_1_1_1_1_1_1_1_1_1_1_1_2_1_1_1_1_1_1_1_1_1_1">
    <p:bg>
      <p:bgPr>
        <a:solidFill>
          <a:schemeClr val="lt1"/>
        </a:solidFill>
      </p:bgPr>
    </p:bg>
    <p:spTree>
      <p:nvGrpSpPr>
        <p:cNvPr id="121" name="Shape 121"/>
        <p:cNvGrpSpPr/>
        <p:nvPr/>
      </p:nvGrpSpPr>
      <p:grpSpPr>
        <a:xfrm>
          <a:off x="0" y="0"/>
          <a:ext cx="0" cy="0"/>
        </a:xfrm>
      </p:grpSpPr>
      <p:pic>
        <p:nvPicPr>
          <p:cNvPr id="122" name="Google Shape;122;p16"/>
          <p:cNvPicPr preferRelativeResize="0"/>
          <p:nvPr/>
        </p:nvPicPr>
        <p:blipFill>
          <a:blip r:embed="rId1">
            <a:alphaModFix/>
          </a:blip>
          <a:stretch>
            <a:fillRect/>
          </a:stretch>
        </p:blipFill>
        <p:spPr>
          <a:xfrm rot="-5400000">
            <a:off x="6801934" y="327400"/>
            <a:ext cx="181075" cy="246288"/>
          </a:xfrm>
          <a:prstGeom prst="rect">
            <a:avLst/>
          </a:prstGeom>
          <a:noFill/>
          <a:ln>
            <a:noFill/>
          </a:ln>
        </p:spPr>
      </p:pic>
      <p:sp>
        <p:nvSpPr>
          <p:cNvPr id="123" name="Google Shape;123;p16"/>
          <p:cNvSpPr txBox="1"/>
          <p:nvPr>
            <p:ph type="sldNum" idx="12"/>
          </p:nvPr>
        </p:nvSpPr>
        <p:spPr>
          <a:xfrm rot="-5400000">
            <a:off x="6666268" y="719443"/>
            <a:ext cx="483300" cy="277200"/>
          </a:xfrm>
          <a:prstGeom prst="rect">
            <a:avLst/>
          </a:prstGeom>
        </p:spPr>
        <p:txBody>
          <a:bodyPr spcFirstLastPara="1" wrap="square" lIns="91425" tIns="91425" rIns="91425" bIns="91425" anchor="ctr" anchorCtr="0">
            <a:noAutofit/>
          </a:bodyPr>
          <a:lstStyle>
            <a:lvl1pPr lvl="0" rtl="0">
              <a:buNone/>
              <a:defRPr sz="1200">
                <a:latin typeface="Lexend Medium"/>
                <a:ea typeface="Lexend Medium"/>
                <a:cs typeface="Lexend Medium"/>
                <a:sym typeface="Lexend Medium"/>
              </a:defRPr>
            </a:lvl1pPr>
            <a:lvl2pPr lvl="1" rtl="0">
              <a:buNone/>
              <a:defRPr sz="1200">
                <a:latin typeface="Lexend Medium"/>
                <a:ea typeface="Lexend Medium"/>
                <a:cs typeface="Lexend Medium"/>
                <a:sym typeface="Lexend Medium"/>
              </a:defRPr>
            </a:lvl2pPr>
            <a:lvl3pPr lvl="2" rtl="0">
              <a:buNone/>
              <a:defRPr sz="1200">
                <a:latin typeface="Lexend Medium"/>
                <a:ea typeface="Lexend Medium"/>
                <a:cs typeface="Lexend Medium"/>
                <a:sym typeface="Lexend Medium"/>
              </a:defRPr>
            </a:lvl3pPr>
            <a:lvl4pPr lvl="3" rtl="0">
              <a:buNone/>
              <a:defRPr sz="1200">
                <a:latin typeface="Lexend Medium"/>
                <a:ea typeface="Lexend Medium"/>
                <a:cs typeface="Lexend Medium"/>
                <a:sym typeface="Lexend Medium"/>
              </a:defRPr>
            </a:lvl4pPr>
            <a:lvl5pPr lvl="4" rtl="0">
              <a:buNone/>
              <a:defRPr sz="1200">
                <a:latin typeface="Lexend Medium"/>
                <a:ea typeface="Lexend Medium"/>
                <a:cs typeface="Lexend Medium"/>
                <a:sym typeface="Lexend Medium"/>
              </a:defRPr>
            </a:lvl5pPr>
            <a:lvl6pPr lvl="5" rtl="0">
              <a:buNone/>
              <a:defRPr sz="1200">
                <a:latin typeface="Lexend Medium"/>
                <a:ea typeface="Lexend Medium"/>
                <a:cs typeface="Lexend Medium"/>
                <a:sym typeface="Lexend Medium"/>
              </a:defRPr>
            </a:lvl6pPr>
            <a:lvl7pPr lvl="6" rtl="0">
              <a:buNone/>
              <a:defRPr sz="1200">
                <a:latin typeface="Lexend Medium"/>
                <a:ea typeface="Lexend Medium"/>
                <a:cs typeface="Lexend Medium"/>
                <a:sym typeface="Lexend Medium"/>
              </a:defRPr>
            </a:lvl7pPr>
            <a:lvl8pPr lvl="7" rtl="0">
              <a:buNone/>
              <a:defRPr sz="1200">
                <a:latin typeface="Lexend Medium"/>
                <a:ea typeface="Lexend Medium"/>
                <a:cs typeface="Lexend Medium"/>
                <a:sym typeface="Lexend Medium"/>
              </a:defRPr>
            </a:lvl8pPr>
            <a:lvl9pPr lvl="8" rtl="0">
              <a:buNone/>
              <a:defRPr sz="1200">
                <a:latin typeface="Lexend Medium"/>
                <a:ea typeface="Lexend Medium"/>
                <a:cs typeface="Lexend Medium"/>
                <a:sym typeface="Lexend Medium"/>
              </a:defRPr>
            </a:lvl9pPr>
          </a:lstStyle>
          <a:p>
            <a:pPr marL="0" lvl="0" indent="0" algn="r" rtl="0">
              <a:spcBef>
                <a:spcPct val="0"/>
              </a:spcBef>
              <a:spcAft>
                <a:spcPct val="0"/>
              </a:spcAft>
              <a:buNone/>
            </a:pPr>
            <a:fld id="{00000000-1234-1234-1234-123412341234}" type="slidenum">
              <a:rPr lang="en-GB"/>
              <a:t>‹#›</a:t>
            </a:fld>
            <a:endParaRPr/>
          </a:p>
        </p:txBody>
      </p:sp>
      <p:sp>
        <p:nvSpPr>
          <p:cNvPr id="124" name="Google Shape;124;p16"/>
          <p:cNvSpPr txBox="1"/>
          <p:nvPr>
            <p:ph type="title"/>
          </p:nvPr>
        </p:nvSpPr>
        <p:spPr>
          <a:xfrm rot="-5400000">
            <a:off x="-3842125" y="5162095"/>
            <a:ext cx="9983700" cy="360000"/>
          </a:xfrm>
          <a:prstGeom prst="rect">
            <a:avLst/>
          </a:prstGeom>
        </p:spPr>
        <p:txBody>
          <a:bodyPr spcFirstLastPara="1" wrap="square" lIns="0" tIns="0" rIns="0" bIns="0" anchor="ctr" anchorCtr="0">
            <a:spAutoFit/>
          </a:bodyPr>
          <a:lstStyle>
            <a:lvl1pPr lvl="0" rtl="0">
              <a:spcBef>
                <a:spcPct val="0"/>
              </a:spcBef>
              <a:spcAft>
                <a:spcPct val="0"/>
              </a:spcAft>
              <a:buSzPts val="1800"/>
              <a:buNone/>
              <a:defRPr sz="1800"/>
            </a:lvl1pPr>
            <a:lvl2pPr lvl="1" rtl="0">
              <a:spcBef>
                <a:spcPct val="0"/>
              </a:spcBef>
              <a:spcAft>
                <a:spcPct val="0"/>
              </a:spcAft>
              <a:buSzPts val="1800"/>
              <a:buNone/>
              <a:defRPr sz="1800"/>
            </a:lvl2pPr>
            <a:lvl3pPr lvl="2" rtl="0">
              <a:spcBef>
                <a:spcPct val="0"/>
              </a:spcBef>
              <a:spcAft>
                <a:spcPct val="0"/>
              </a:spcAft>
              <a:buSzPts val="1800"/>
              <a:buNone/>
              <a:defRPr sz="1800"/>
            </a:lvl3pPr>
            <a:lvl4pPr lvl="3" rtl="0">
              <a:spcBef>
                <a:spcPct val="0"/>
              </a:spcBef>
              <a:spcAft>
                <a:spcPct val="0"/>
              </a:spcAft>
              <a:buSzPts val="1800"/>
              <a:buNone/>
              <a:defRPr sz="1800"/>
            </a:lvl4pPr>
            <a:lvl5pPr lvl="4" rtl="0">
              <a:spcBef>
                <a:spcPct val="0"/>
              </a:spcBef>
              <a:spcAft>
                <a:spcPct val="0"/>
              </a:spcAft>
              <a:buSzPts val="1800"/>
              <a:buNone/>
              <a:defRPr sz="1800"/>
            </a:lvl5pPr>
            <a:lvl6pPr lvl="5" rtl="0">
              <a:spcBef>
                <a:spcPct val="0"/>
              </a:spcBef>
              <a:spcAft>
                <a:spcPct val="0"/>
              </a:spcAft>
              <a:buSzPts val="1800"/>
              <a:buNone/>
              <a:defRPr sz="1800"/>
            </a:lvl6pPr>
            <a:lvl7pPr lvl="6" rtl="0">
              <a:spcBef>
                <a:spcPct val="0"/>
              </a:spcBef>
              <a:spcAft>
                <a:spcPct val="0"/>
              </a:spcAft>
              <a:buSzPts val="1800"/>
              <a:buNone/>
              <a:defRPr sz="1800"/>
            </a:lvl7pPr>
            <a:lvl8pPr lvl="7" rtl="0">
              <a:spcBef>
                <a:spcPct val="0"/>
              </a:spcBef>
              <a:spcAft>
                <a:spcPct val="0"/>
              </a:spcAft>
              <a:buSzPts val="1800"/>
              <a:buNone/>
              <a:defRPr sz="1800"/>
            </a:lvl8pPr>
            <a:lvl9pPr lvl="8" rtl="0">
              <a:spcBef>
                <a:spcPct val="0"/>
              </a:spcBef>
              <a:spcAft>
                <a:spcPct val="0"/>
              </a:spcAft>
              <a:buSzPts val="1800"/>
              <a:buNone/>
              <a:defRPr sz="1800"/>
            </a:lvl9pPr>
          </a:lstStyle>
          <a:p/>
        </p:txBody>
      </p:sp>
      <p:pic>
        <p:nvPicPr>
          <p:cNvPr id="125" name="Google Shape;125;p16"/>
          <p:cNvPicPr preferRelativeResize="0"/>
          <p:nvPr/>
        </p:nvPicPr>
        <p:blipFill>
          <a:blip r:embed="rId2">
            <a:alphaModFix/>
          </a:blip>
          <a:stretch>
            <a:fillRect/>
          </a:stretch>
        </p:blipFill>
        <p:spPr>
          <a:xfrm rot="-5400000">
            <a:off x="-3612750" y="5310727"/>
            <a:ext cx="9987174" cy="66225"/>
          </a:xfrm>
          <a:prstGeom prst="rect">
            <a:avLst/>
          </a:prstGeom>
          <a:noFill/>
          <a:ln>
            <a:noFill/>
          </a:ln>
        </p:spPr>
      </p:pic>
      <p:sp>
        <p:nvSpPr>
          <p:cNvPr id="126" name="Google Shape;126;p16"/>
          <p:cNvSpPr txBox="1"/>
          <p:nvPr/>
        </p:nvSpPr>
        <p:spPr>
          <a:xfrm rot="-5400000">
            <a:off x="-595236" y="9057311"/>
            <a:ext cx="2334000" cy="215400"/>
          </a:xfrm>
          <a:prstGeom prst="rect">
            <a:avLst/>
          </a:prstGeom>
          <a:noFill/>
          <a:ln>
            <a:noFill/>
          </a:ln>
        </p:spPr>
        <p:txBody>
          <a:bodyPr spcFirstLastPara="1" wrap="square" lIns="0" tIns="0" rIns="0" bIns="0" anchor="ctr" anchorCtr="0">
            <a:spAutoFit/>
          </a:bodyPr>
          <a:lstStyle/>
          <a:p>
            <a:pPr marL="0" lvl="0" indent="0" algn="l" rtl="0">
              <a:spcBef>
                <a:spcPct val="0"/>
              </a:spcBef>
              <a:spcAft>
                <a:spcPct val="0"/>
              </a:spcAft>
              <a:buNone/>
            </a:pPr>
            <a:r>
              <a:rPr lang="en-GB" sz="1200" b="1">
                <a:latin typeface="Lexend"/>
                <a:ea typeface="Lexend"/>
                <a:cs typeface="Lexend"/>
                <a:sym typeface="Lexend"/>
              </a:rPr>
              <a:t>Name</a:t>
            </a:r>
            <a:r>
              <a:rPr lang="en-GB" b="1">
                <a:latin typeface="Lexend"/>
                <a:ea typeface="Lexend"/>
                <a:cs typeface="Lexend"/>
                <a:sym typeface="Lexend"/>
              </a:rPr>
              <a:t>:</a:t>
            </a:r>
            <a:endParaRPr b="1">
              <a:latin typeface="Lexend"/>
              <a:ea typeface="Lexend"/>
              <a:cs typeface="Lexend"/>
              <a:sym typeface="Lexend"/>
            </a:endParaRPr>
          </a:p>
        </p:txBody>
      </p:sp>
      <p:cxnSp>
        <p:nvCxnSpPr>
          <p:cNvPr id="127" name="Google Shape;127;p16"/>
          <p:cNvCxnSpPr/>
          <p:nvPr/>
        </p:nvCxnSpPr>
        <p:spPr>
          <a:xfrm rot="-5400000">
            <a:off x="-192111" y="8904711"/>
            <a:ext cx="1813200" cy="0"/>
          </a:xfrm>
          <a:prstGeom prst="straightConnector1">
            <a:avLst/>
          </a:prstGeom>
          <a:noFill/>
          <a:ln w="9525" cap="flat" cmpd="sng">
            <a:solidFill>
              <a:schemeClr val="dk2"/>
            </a:solidFill>
            <a:prstDash val="solid"/>
            <a:round/>
            <a:headEnd type="none" w="med" len="med"/>
            <a:tailEnd type="none" w="med" len="med"/>
          </a:ln>
        </p:spPr>
      </p:cxnSp>
      <p:pic>
        <p:nvPicPr>
          <p:cNvPr id="128" name="Google Shape;128;p16"/>
          <p:cNvPicPr preferRelativeResize="0"/>
          <p:nvPr/>
        </p:nvPicPr>
        <p:blipFill>
          <a:blip r:embed="rId3">
            <a:alphaModFix/>
          </a:blip>
          <a:stretch>
            <a:fillRect/>
          </a:stretch>
        </p:blipFill>
        <p:spPr>
          <a:xfrm rot="-5400000">
            <a:off x="319763" y="1225736"/>
            <a:ext cx="504000" cy="504000"/>
          </a:xfrm>
          <a:prstGeom prst="rect">
            <a:avLst/>
          </a:prstGeom>
          <a:noFill/>
          <a:ln>
            <a:noFill/>
          </a:ln>
        </p:spPr>
      </p:pic>
      <p:sp>
        <p:nvSpPr>
          <p:cNvPr id="129" name="Google Shape;129;p16"/>
          <p:cNvSpPr txBox="1"/>
          <p:nvPr/>
        </p:nvSpPr>
        <p:spPr>
          <a:xfrm rot="-5400000">
            <a:off x="104964" y="719111"/>
            <a:ext cx="903000" cy="184800"/>
          </a:xfrm>
          <a:prstGeom prst="rect">
            <a:avLst/>
          </a:prstGeom>
          <a:noFill/>
          <a:ln>
            <a:noFill/>
          </a:ln>
        </p:spPr>
        <p:txBody>
          <a:bodyPr spcFirstLastPara="1" wrap="square" lIns="0" tIns="0" rIns="0" bIns="0" anchor="ctr" anchorCtr="0">
            <a:spAutoFit/>
          </a:bodyPr>
          <a:lstStyle/>
          <a:p>
            <a:pPr marL="0" lvl="0" indent="0" algn="r" rtl="0">
              <a:spcBef>
                <a:spcPct val="0"/>
              </a:spcBef>
              <a:spcAft>
                <a:spcPct val="0"/>
              </a:spcAft>
              <a:buNone/>
            </a:pPr>
            <a:r>
              <a:rPr lang="en-GB" sz="1200" b="1">
                <a:latin typeface="Lexend"/>
                <a:ea typeface="Lexend"/>
                <a:cs typeface="Lexend"/>
                <a:sym typeface="Lexend"/>
              </a:rPr>
              <a:t>Worksheet</a:t>
            </a:r>
            <a:endParaRPr b="1">
              <a:latin typeface="Lexend"/>
              <a:ea typeface="Lexend"/>
              <a:cs typeface="Lexend"/>
              <a:sym typeface="Lexend"/>
            </a:endParaRPr>
          </a:p>
        </p:txBody>
      </p:sp>
    </p:spTree>
  </p:cSld>
  <p:clrMapOvr>
    <a:masterClrMapping/>
  </p:clrMapOvr>
  <p:transition/>
  <p:timing/>
  <p:extLst>
    <p:ext uri="{DCECCB84-F9BA-43D5-87BE-67443E8EF086}">
      <p15:sldGuideLst xmlns:p15="http://schemas.microsoft.com/office/powerpoint/2012/main">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guide id="19" orient="horz" pos="6508">
          <p15:clr>
            <a:srgbClr val="E46962"/>
          </p15:clr>
        </p15:guide>
      </p15:sldGuideLst>
    </p:ext>
  </p:extLst>
</p:sldLayout>
</file>

<file path=ppt/slideLayouts/slideLayout15.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4.1 Landscape middle page">
  <p:cSld name="SECTION_HEADER_1_1_1_1_1_1_1_1_1_1_1_2_1_1_1_1_1_1_1_1_1_1_1">
    <p:bg>
      <p:bgPr>
        <a:solidFill>
          <a:schemeClr val="lt1"/>
        </a:solidFill>
      </p:bgPr>
    </p:bg>
    <p:spTree>
      <p:nvGrpSpPr>
        <p:cNvPr id="130" name="Shape 130"/>
        <p:cNvGrpSpPr/>
        <p:nvPr/>
      </p:nvGrpSpPr>
      <p:grpSpPr>
        <a:xfrm>
          <a:off x="0" y="0"/>
          <a:ext cx="0" cy="0"/>
        </a:xfrm>
      </p:grpSpPr>
      <p:pic>
        <p:nvPicPr>
          <p:cNvPr id="131" name="Google Shape;131;p17"/>
          <p:cNvPicPr preferRelativeResize="0"/>
          <p:nvPr/>
        </p:nvPicPr>
        <p:blipFill>
          <a:blip r:embed="rId1">
            <a:alphaModFix/>
          </a:blip>
          <a:stretch>
            <a:fillRect/>
          </a:stretch>
        </p:blipFill>
        <p:spPr>
          <a:xfrm rot="-5400000">
            <a:off x="6801934" y="327400"/>
            <a:ext cx="181075" cy="246288"/>
          </a:xfrm>
          <a:prstGeom prst="rect">
            <a:avLst/>
          </a:prstGeom>
          <a:noFill/>
          <a:ln>
            <a:noFill/>
          </a:ln>
        </p:spPr>
      </p:pic>
      <p:sp>
        <p:nvSpPr>
          <p:cNvPr id="132" name="Google Shape;132;p17"/>
          <p:cNvSpPr txBox="1"/>
          <p:nvPr>
            <p:ph type="sldNum" idx="12"/>
          </p:nvPr>
        </p:nvSpPr>
        <p:spPr>
          <a:xfrm rot="-5400000">
            <a:off x="6666268" y="719443"/>
            <a:ext cx="483300" cy="277200"/>
          </a:xfrm>
          <a:prstGeom prst="rect">
            <a:avLst/>
          </a:prstGeom>
        </p:spPr>
        <p:txBody>
          <a:bodyPr spcFirstLastPara="1" wrap="square" lIns="91425" tIns="91425" rIns="91425" bIns="91425" anchor="ctr" anchorCtr="0">
            <a:noAutofit/>
          </a:bodyPr>
          <a:lstStyle>
            <a:lvl1pPr lvl="0" rtl="0">
              <a:buNone/>
              <a:defRPr sz="1200">
                <a:latin typeface="Lexend Medium"/>
                <a:ea typeface="Lexend Medium"/>
                <a:cs typeface="Lexend Medium"/>
                <a:sym typeface="Lexend Medium"/>
              </a:defRPr>
            </a:lvl1pPr>
            <a:lvl2pPr lvl="1" rtl="0">
              <a:buNone/>
              <a:defRPr sz="1200">
                <a:latin typeface="Lexend Medium"/>
                <a:ea typeface="Lexend Medium"/>
                <a:cs typeface="Lexend Medium"/>
                <a:sym typeface="Lexend Medium"/>
              </a:defRPr>
            </a:lvl2pPr>
            <a:lvl3pPr lvl="2" rtl="0">
              <a:buNone/>
              <a:defRPr sz="1200">
                <a:latin typeface="Lexend Medium"/>
                <a:ea typeface="Lexend Medium"/>
                <a:cs typeface="Lexend Medium"/>
                <a:sym typeface="Lexend Medium"/>
              </a:defRPr>
            </a:lvl3pPr>
            <a:lvl4pPr lvl="3" rtl="0">
              <a:buNone/>
              <a:defRPr sz="1200">
                <a:latin typeface="Lexend Medium"/>
                <a:ea typeface="Lexend Medium"/>
                <a:cs typeface="Lexend Medium"/>
                <a:sym typeface="Lexend Medium"/>
              </a:defRPr>
            </a:lvl4pPr>
            <a:lvl5pPr lvl="4" rtl="0">
              <a:buNone/>
              <a:defRPr sz="1200">
                <a:latin typeface="Lexend Medium"/>
                <a:ea typeface="Lexend Medium"/>
                <a:cs typeface="Lexend Medium"/>
                <a:sym typeface="Lexend Medium"/>
              </a:defRPr>
            </a:lvl5pPr>
            <a:lvl6pPr lvl="5" rtl="0">
              <a:buNone/>
              <a:defRPr sz="1200">
                <a:latin typeface="Lexend Medium"/>
                <a:ea typeface="Lexend Medium"/>
                <a:cs typeface="Lexend Medium"/>
                <a:sym typeface="Lexend Medium"/>
              </a:defRPr>
            </a:lvl6pPr>
            <a:lvl7pPr lvl="6" rtl="0">
              <a:buNone/>
              <a:defRPr sz="1200">
                <a:latin typeface="Lexend Medium"/>
                <a:ea typeface="Lexend Medium"/>
                <a:cs typeface="Lexend Medium"/>
                <a:sym typeface="Lexend Medium"/>
              </a:defRPr>
            </a:lvl7pPr>
            <a:lvl8pPr lvl="7" rtl="0">
              <a:buNone/>
              <a:defRPr sz="1200">
                <a:latin typeface="Lexend Medium"/>
                <a:ea typeface="Lexend Medium"/>
                <a:cs typeface="Lexend Medium"/>
                <a:sym typeface="Lexend Medium"/>
              </a:defRPr>
            </a:lvl8pPr>
            <a:lvl9pPr lvl="8" rtl="0">
              <a:buNone/>
              <a:defRPr sz="1200">
                <a:latin typeface="Lexend Medium"/>
                <a:ea typeface="Lexend Medium"/>
                <a:cs typeface="Lexend Medium"/>
                <a:sym typeface="Lexend Medium"/>
              </a:defRPr>
            </a:lvl9pPr>
          </a:lstStyle>
          <a:p>
            <a:pPr marL="0" lvl="0" indent="0" algn="r" rtl="0">
              <a:spcBef>
                <a:spcPct val="0"/>
              </a:spcBef>
              <a:spcAft>
                <a:spcPct val="0"/>
              </a:spcAft>
              <a:buNone/>
            </a:pPr>
            <a:fld id="{00000000-1234-1234-1234-123412341234}" type="slidenum">
              <a:rPr lang="en-GB"/>
              <a:t>‹#›</a:t>
            </a:fld>
            <a:endParaRPr/>
          </a:p>
        </p:txBody>
      </p:sp>
      <p:sp>
        <p:nvSpPr>
          <p:cNvPr id="133" name="Google Shape;133;p17"/>
          <p:cNvSpPr txBox="1"/>
          <p:nvPr/>
        </p:nvSpPr>
        <p:spPr>
          <a:xfrm rot="-5400000">
            <a:off x="174000" y="654000"/>
            <a:ext cx="726600" cy="138600"/>
          </a:xfrm>
          <a:prstGeom prst="rect">
            <a:avLst/>
          </a:prstGeom>
          <a:noFill/>
          <a:ln>
            <a:noFill/>
          </a:ln>
        </p:spPr>
        <p:txBody>
          <a:bodyPr spcFirstLastPara="1" wrap="square" lIns="0" tIns="0" rIns="0" bIns="0" anchor="ctr" anchorCtr="0">
            <a:spAutoFit/>
          </a:bodyPr>
          <a:lstStyle/>
          <a:p>
            <a:pPr marL="0" lvl="0" indent="0" algn="r" rtl="0">
              <a:spcBef>
                <a:spcPct val="0"/>
              </a:spcBef>
              <a:spcAft>
                <a:spcPct val="0"/>
              </a:spcAft>
              <a:buNone/>
            </a:pPr>
            <a:r>
              <a:rPr lang="en-GB" sz="900" b="1">
                <a:latin typeface="Lexend"/>
                <a:ea typeface="Lexend"/>
                <a:cs typeface="Lexend"/>
                <a:sym typeface="Lexend"/>
              </a:rPr>
              <a:t>Worksheet</a:t>
            </a:r>
            <a:endParaRPr sz="900" b="1">
              <a:latin typeface="Lexend"/>
              <a:ea typeface="Lexend"/>
              <a:cs typeface="Lexend"/>
              <a:sym typeface="Lexend"/>
            </a:endParaRPr>
          </a:p>
        </p:txBody>
      </p:sp>
      <p:sp>
        <p:nvSpPr>
          <p:cNvPr id="134" name="Google Shape;134;p17"/>
          <p:cNvSpPr txBox="1"/>
          <p:nvPr>
            <p:ph type="subTitle" idx="1"/>
          </p:nvPr>
        </p:nvSpPr>
        <p:spPr>
          <a:xfrm rot="-5400000">
            <a:off x="-3976225" y="5682150"/>
            <a:ext cx="9096900" cy="202800"/>
          </a:xfrm>
          <a:prstGeom prst="rect">
            <a:avLst/>
          </a:prstGeom>
          <a:ln>
            <a:noFill/>
          </a:ln>
        </p:spPr>
        <p:txBody>
          <a:bodyPr spcFirstLastPara="1" wrap="square" lIns="0" tIns="0" rIns="0" bIns="0" anchor="t" anchorCtr="0">
            <a:noAutofit/>
          </a:bodyPr>
          <a:lstStyle>
            <a:lvl1pPr lvl="0" rtl="0">
              <a:spcBef>
                <a:spcPct val="0"/>
              </a:spcBef>
              <a:spcAft>
                <a:spcPct val="0"/>
              </a:spcAft>
              <a:buSzPts val="900"/>
              <a:buFont typeface="Lexend"/>
              <a:buNone/>
              <a:defRPr sz="900">
                <a:latin typeface="Lexend"/>
                <a:ea typeface="Lexend"/>
                <a:cs typeface="Lexend"/>
                <a:sym typeface="Lexend"/>
              </a:defRPr>
            </a:lvl1pPr>
            <a:lvl2pPr lvl="1" rtl="0">
              <a:spcBef>
                <a:spcPct val="0"/>
              </a:spcBef>
              <a:spcAft>
                <a:spcPct val="0"/>
              </a:spcAft>
              <a:buSzPts val="1200"/>
              <a:buNone/>
              <a:defRPr sz="1200"/>
            </a:lvl2pPr>
            <a:lvl3pPr lvl="2" rtl="0">
              <a:spcBef>
                <a:spcPct val="0"/>
              </a:spcBef>
              <a:spcAft>
                <a:spcPct val="0"/>
              </a:spcAft>
              <a:buSzPts val="1200"/>
              <a:buNone/>
              <a:defRPr sz="1200"/>
            </a:lvl3pPr>
            <a:lvl4pPr lvl="3" rtl="0">
              <a:spcBef>
                <a:spcPct val="0"/>
              </a:spcBef>
              <a:spcAft>
                <a:spcPct val="0"/>
              </a:spcAft>
              <a:buSzPts val="1200"/>
              <a:buNone/>
              <a:defRPr sz="1200"/>
            </a:lvl4pPr>
            <a:lvl5pPr lvl="4" rtl="0">
              <a:spcBef>
                <a:spcPct val="0"/>
              </a:spcBef>
              <a:spcAft>
                <a:spcPct val="0"/>
              </a:spcAft>
              <a:buSzPts val="1200"/>
              <a:buNone/>
              <a:defRPr sz="1200"/>
            </a:lvl5pPr>
            <a:lvl6pPr lvl="5" rtl="0">
              <a:spcBef>
                <a:spcPct val="0"/>
              </a:spcBef>
              <a:spcAft>
                <a:spcPct val="0"/>
              </a:spcAft>
              <a:buSzPts val="1200"/>
              <a:buNone/>
              <a:defRPr sz="1200"/>
            </a:lvl6pPr>
            <a:lvl7pPr lvl="6" rtl="0">
              <a:spcBef>
                <a:spcPct val="0"/>
              </a:spcBef>
              <a:spcAft>
                <a:spcPct val="0"/>
              </a:spcAft>
              <a:buSzPts val="1200"/>
              <a:buNone/>
              <a:defRPr sz="1200"/>
            </a:lvl7pPr>
            <a:lvl8pPr lvl="7" rtl="0">
              <a:spcBef>
                <a:spcPct val="0"/>
              </a:spcBef>
              <a:spcAft>
                <a:spcPct val="0"/>
              </a:spcAft>
              <a:buSzPts val="1200"/>
              <a:buNone/>
              <a:defRPr sz="1200"/>
            </a:lvl8pPr>
            <a:lvl9pPr lvl="8" rtl="0">
              <a:spcBef>
                <a:spcPct val="0"/>
              </a:spcBef>
              <a:spcAft>
                <a:spcPct val="0"/>
              </a:spcAft>
              <a:buSzPts val="1200"/>
              <a:buNone/>
              <a:defRPr sz="1200"/>
            </a:lvl9pPr>
          </a:lstStyle>
          <a:p/>
        </p:txBody>
      </p:sp>
    </p:spTree>
  </p:cSld>
  <p:clrMapOvr>
    <a:masterClrMapping/>
  </p:clrMapOvr>
  <p:transition/>
  <p:timing/>
  <p:extLst>
    <p:ext uri="{DCECCB84-F9BA-43D5-87BE-67443E8EF086}">
      <p15:sldGuideLst xmlns:p15="http://schemas.microsoft.com/office/powerpoint/2012/main">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guide id="19" orient="horz" pos="6508">
          <p15:clr>
            <a:srgbClr val="E46962"/>
          </p15:clr>
        </p15:guide>
      </p15:sldGuideLst>
    </p:ext>
  </p:extLst>
</p:sldLayout>
</file>

<file path=ppt/slideLayouts/slideLayout16.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4.2 Landscape last page">
  <p:cSld name="SECTION_HEADER_1_1_1_1_1_1_1_1_1_1_1_2_1_1_1_1_1_1_1_1_1_1_1_1">
    <p:bg>
      <p:bgPr>
        <a:solidFill>
          <a:schemeClr val="lt1"/>
        </a:solidFill>
      </p:bgPr>
    </p:bg>
    <p:spTree>
      <p:nvGrpSpPr>
        <p:cNvPr id="135" name="Shape 135"/>
        <p:cNvGrpSpPr/>
        <p:nvPr/>
      </p:nvGrpSpPr>
      <p:grpSpPr>
        <a:xfrm>
          <a:off x="0" y="0"/>
          <a:ext cx="0" cy="0"/>
        </a:xfrm>
      </p:grpSpPr>
      <p:pic>
        <p:nvPicPr>
          <p:cNvPr id="136" name="Google Shape;136;p18"/>
          <p:cNvPicPr preferRelativeResize="0"/>
          <p:nvPr/>
        </p:nvPicPr>
        <p:blipFill>
          <a:blip r:embed="rId1">
            <a:alphaModFix/>
          </a:blip>
          <a:stretch>
            <a:fillRect/>
          </a:stretch>
        </p:blipFill>
        <p:spPr>
          <a:xfrm rot="-5400000">
            <a:off x="6801934" y="327400"/>
            <a:ext cx="181075" cy="246288"/>
          </a:xfrm>
          <a:prstGeom prst="rect">
            <a:avLst/>
          </a:prstGeom>
          <a:noFill/>
          <a:ln>
            <a:noFill/>
          </a:ln>
        </p:spPr>
      </p:pic>
      <p:sp>
        <p:nvSpPr>
          <p:cNvPr id="137" name="Google Shape;137;p18"/>
          <p:cNvSpPr txBox="1"/>
          <p:nvPr>
            <p:ph type="sldNum" idx="12"/>
          </p:nvPr>
        </p:nvSpPr>
        <p:spPr>
          <a:xfrm rot="-5400000">
            <a:off x="6666268" y="719443"/>
            <a:ext cx="483300" cy="277200"/>
          </a:xfrm>
          <a:prstGeom prst="rect">
            <a:avLst/>
          </a:prstGeom>
        </p:spPr>
        <p:txBody>
          <a:bodyPr spcFirstLastPara="1" wrap="square" lIns="91425" tIns="91425" rIns="91425" bIns="91425" anchor="ctr" anchorCtr="0">
            <a:noAutofit/>
          </a:bodyPr>
          <a:lstStyle>
            <a:lvl1pPr lvl="0" rtl="0">
              <a:buNone/>
              <a:defRPr sz="1200">
                <a:latin typeface="Lexend Medium"/>
                <a:ea typeface="Lexend Medium"/>
                <a:cs typeface="Lexend Medium"/>
                <a:sym typeface="Lexend Medium"/>
              </a:defRPr>
            </a:lvl1pPr>
            <a:lvl2pPr lvl="1" rtl="0">
              <a:buNone/>
              <a:defRPr sz="1200">
                <a:latin typeface="Lexend Medium"/>
                <a:ea typeface="Lexend Medium"/>
                <a:cs typeface="Lexend Medium"/>
                <a:sym typeface="Lexend Medium"/>
              </a:defRPr>
            </a:lvl2pPr>
            <a:lvl3pPr lvl="2" rtl="0">
              <a:buNone/>
              <a:defRPr sz="1200">
                <a:latin typeface="Lexend Medium"/>
                <a:ea typeface="Lexend Medium"/>
                <a:cs typeface="Lexend Medium"/>
                <a:sym typeface="Lexend Medium"/>
              </a:defRPr>
            </a:lvl3pPr>
            <a:lvl4pPr lvl="3" rtl="0">
              <a:buNone/>
              <a:defRPr sz="1200">
                <a:latin typeface="Lexend Medium"/>
                <a:ea typeface="Lexend Medium"/>
                <a:cs typeface="Lexend Medium"/>
                <a:sym typeface="Lexend Medium"/>
              </a:defRPr>
            </a:lvl4pPr>
            <a:lvl5pPr lvl="4" rtl="0">
              <a:buNone/>
              <a:defRPr sz="1200">
                <a:latin typeface="Lexend Medium"/>
                <a:ea typeface="Lexend Medium"/>
                <a:cs typeface="Lexend Medium"/>
                <a:sym typeface="Lexend Medium"/>
              </a:defRPr>
            </a:lvl5pPr>
            <a:lvl6pPr lvl="5" rtl="0">
              <a:buNone/>
              <a:defRPr sz="1200">
                <a:latin typeface="Lexend Medium"/>
                <a:ea typeface="Lexend Medium"/>
                <a:cs typeface="Lexend Medium"/>
                <a:sym typeface="Lexend Medium"/>
              </a:defRPr>
            </a:lvl6pPr>
            <a:lvl7pPr lvl="6" rtl="0">
              <a:buNone/>
              <a:defRPr sz="1200">
                <a:latin typeface="Lexend Medium"/>
                <a:ea typeface="Lexend Medium"/>
                <a:cs typeface="Lexend Medium"/>
                <a:sym typeface="Lexend Medium"/>
              </a:defRPr>
            </a:lvl7pPr>
            <a:lvl8pPr lvl="7" rtl="0">
              <a:buNone/>
              <a:defRPr sz="1200">
                <a:latin typeface="Lexend Medium"/>
                <a:ea typeface="Lexend Medium"/>
                <a:cs typeface="Lexend Medium"/>
                <a:sym typeface="Lexend Medium"/>
              </a:defRPr>
            </a:lvl8pPr>
            <a:lvl9pPr lvl="8" rtl="0">
              <a:buNone/>
              <a:defRPr sz="1200">
                <a:latin typeface="Lexend Medium"/>
                <a:ea typeface="Lexend Medium"/>
                <a:cs typeface="Lexend Medium"/>
                <a:sym typeface="Lexend Medium"/>
              </a:defRPr>
            </a:lvl9pPr>
          </a:lstStyle>
          <a:p>
            <a:pPr marL="0" lvl="0" indent="0" algn="r" rtl="0">
              <a:spcBef>
                <a:spcPct val="0"/>
              </a:spcBef>
              <a:spcAft>
                <a:spcPct val="0"/>
              </a:spcAft>
              <a:buNone/>
            </a:pPr>
            <a:fld id="{00000000-1234-1234-1234-123412341234}" type="slidenum">
              <a:rPr lang="en-GB"/>
              <a:t>‹#›</a:t>
            </a:fld>
            <a:endParaRPr/>
          </a:p>
        </p:txBody>
      </p:sp>
      <p:sp>
        <p:nvSpPr>
          <p:cNvPr id="138" name="Google Shape;138;p18"/>
          <p:cNvSpPr txBox="1"/>
          <p:nvPr/>
        </p:nvSpPr>
        <p:spPr>
          <a:xfrm rot="-5400000">
            <a:off x="174000" y="654000"/>
            <a:ext cx="726600" cy="138600"/>
          </a:xfrm>
          <a:prstGeom prst="rect">
            <a:avLst/>
          </a:prstGeom>
          <a:noFill/>
          <a:ln>
            <a:noFill/>
          </a:ln>
        </p:spPr>
        <p:txBody>
          <a:bodyPr spcFirstLastPara="1" wrap="square" lIns="0" tIns="0" rIns="0" bIns="0" anchor="ctr" anchorCtr="0">
            <a:spAutoFit/>
          </a:bodyPr>
          <a:lstStyle/>
          <a:p>
            <a:pPr marL="0" lvl="0" indent="0" algn="r" rtl="0">
              <a:spcBef>
                <a:spcPct val="0"/>
              </a:spcBef>
              <a:spcAft>
                <a:spcPct val="0"/>
              </a:spcAft>
              <a:buNone/>
            </a:pPr>
            <a:r>
              <a:rPr lang="en-GB" sz="900" b="1">
                <a:latin typeface="Lexend"/>
                <a:ea typeface="Lexend"/>
                <a:cs typeface="Lexend"/>
                <a:sym typeface="Lexend"/>
              </a:rPr>
              <a:t>Worksheet</a:t>
            </a:r>
            <a:endParaRPr sz="900" b="1">
              <a:latin typeface="Lexend"/>
              <a:ea typeface="Lexend"/>
              <a:cs typeface="Lexend"/>
              <a:sym typeface="Lexend"/>
            </a:endParaRPr>
          </a:p>
        </p:txBody>
      </p:sp>
      <p:sp>
        <p:nvSpPr>
          <p:cNvPr id="139" name="Google Shape;139;p18"/>
          <p:cNvSpPr txBox="1"/>
          <p:nvPr>
            <p:ph type="subTitle" idx="1"/>
          </p:nvPr>
        </p:nvSpPr>
        <p:spPr>
          <a:xfrm rot="-5400000">
            <a:off x="-3976225" y="5682150"/>
            <a:ext cx="9096900" cy="202800"/>
          </a:xfrm>
          <a:prstGeom prst="rect">
            <a:avLst/>
          </a:prstGeom>
          <a:ln>
            <a:noFill/>
          </a:ln>
        </p:spPr>
        <p:txBody>
          <a:bodyPr spcFirstLastPara="1" wrap="square" lIns="0" tIns="0" rIns="0" bIns="0" anchor="t" anchorCtr="0">
            <a:noAutofit/>
          </a:bodyPr>
          <a:lstStyle>
            <a:lvl1pPr lvl="0" rtl="0">
              <a:spcBef>
                <a:spcPct val="0"/>
              </a:spcBef>
              <a:spcAft>
                <a:spcPct val="0"/>
              </a:spcAft>
              <a:buSzPts val="900"/>
              <a:buFont typeface="Lexend"/>
              <a:buNone/>
              <a:defRPr sz="900">
                <a:latin typeface="Lexend"/>
                <a:ea typeface="Lexend"/>
                <a:cs typeface="Lexend"/>
                <a:sym typeface="Lexend"/>
              </a:defRPr>
            </a:lvl1pPr>
            <a:lvl2pPr lvl="1" rtl="0">
              <a:spcBef>
                <a:spcPct val="0"/>
              </a:spcBef>
              <a:spcAft>
                <a:spcPct val="0"/>
              </a:spcAft>
              <a:buSzPts val="1200"/>
              <a:buNone/>
              <a:defRPr sz="1200"/>
            </a:lvl2pPr>
            <a:lvl3pPr lvl="2" rtl="0">
              <a:spcBef>
                <a:spcPct val="0"/>
              </a:spcBef>
              <a:spcAft>
                <a:spcPct val="0"/>
              </a:spcAft>
              <a:buSzPts val="1200"/>
              <a:buNone/>
              <a:defRPr sz="1200"/>
            </a:lvl3pPr>
            <a:lvl4pPr lvl="3" rtl="0">
              <a:spcBef>
                <a:spcPct val="0"/>
              </a:spcBef>
              <a:spcAft>
                <a:spcPct val="0"/>
              </a:spcAft>
              <a:buSzPts val="1200"/>
              <a:buNone/>
              <a:defRPr sz="1200"/>
            </a:lvl4pPr>
            <a:lvl5pPr lvl="4" rtl="0">
              <a:spcBef>
                <a:spcPct val="0"/>
              </a:spcBef>
              <a:spcAft>
                <a:spcPct val="0"/>
              </a:spcAft>
              <a:buSzPts val="1200"/>
              <a:buNone/>
              <a:defRPr sz="1200"/>
            </a:lvl5pPr>
            <a:lvl6pPr lvl="5" rtl="0">
              <a:spcBef>
                <a:spcPct val="0"/>
              </a:spcBef>
              <a:spcAft>
                <a:spcPct val="0"/>
              </a:spcAft>
              <a:buSzPts val="1200"/>
              <a:buNone/>
              <a:defRPr sz="1200"/>
            </a:lvl6pPr>
            <a:lvl7pPr lvl="6" rtl="0">
              <a:spcBef>
                <a:spcPct val="0"/>
              </a:spcBef>
              <a:spcAft>
                <a:spcPct val="0"/>
              </a:spcAft>
              <a:buSzPts val="1200"/>
              <a:buNone/>
              <a:defRPr sz="1200"/>
            </a:lvl7pPr>
            <a:lvl8pPr lvl="7" rtl="0">
              <a:spcBef>
                <a:spcPct val="0"/>
              </a:spcBef>
              <a:spcAft>
                <a:spcPct val="0"/>
              </a:spcAft>
              <a:buSzPts val="1200"/>
              <a:buNone/>
              <a:defRPr sz="1200"/>
            </a:lvl8pPr>
            <a:lvl9pPr lvl="8" rtl="0">
              <a:spcBef>
                <a:spcPct val="0"/>
              </a:spcBef>
              <a:spcAft>
                <a:spcPct val="0"/>
              </a:spcAft>
              <a:buSzPts val="1200"/>
              <a:buNone/>
              <a:defRPr sz="1200"/>
            </a:lvl9pPr>
          </a:lstStyle>
          <a:p/>
        </p:txBody>
      </p:sp>
      <p:sp>
        <p:nvSpPr>
          <p:cNvPr id="140" name="Google Shape;140;p18"/>
          <p:cNvSpPr txBox="1"/>
          <p:nvPr>
            <p:ph type="subTitle" idx="2"/>
          </p:nvPr>
        </p:nvSpPr>
        <p:spPr>
          <a:xfrm rot="-5400000">
            <a:off x="5488475" y="5406175"/>
            <a:ext cx="2722800" cy="161100"/>
          </a:xfrm>
          <a:prstGeom prst="rect">
            <a:avLst/>
          </a:prstGeom>
        </p:spPr>
        <p:txBody>
          <a:bodyPr spcFirstLastPara="1" wrap="square" lIns="0" tIns="0" rIns="0" bIns="0" anchor="b" anchorCtr="0">
            <a:noAutofit/>
          </a:bodyPr>
          <a:lstStyle>
            <a:lvl1pPr lvl="0" rtl="0">
              <a:spcBef>
                <a:spcPct val="0"/>
              </a:spcBef>
              <a:spcAft>
                <a:spcPct val="0"/>
              </a:spcAft>
              <a:buClr>
                <a:srgbClr val="575756"/>
              </a:buClr>
              <a:buSzPts val="900"/>
              <a:buNone/>
              <a:defRPr sz="900">
                <a:solidFill>
                  <a:srgbClr val="575756"/>
                </a:solidFill>
              </a:defRPr>
            </a:lvl1pPr>
            <a:lvl2pPr lvl="1" rtl="0">
              <a:spcBef>
                <a:spcPct val="0"/>
              </a:spcBef>
              <a:spcAft>
                <a:spcPct val="0"/>
              </a:spcAft>
              <a:buSzPts val="900"/>
              <a:buFont typeface="Lexend Light"/>
              <a:buNone/>
              <a:defRPr sz="900">
                <a:latin typeface="Lexend Light"/>
                <a:ea typeface="Lexend Light"/>
                <a:cs typeface="Lexend Light"/>
                <a:sym typeface="Lexend Light"/>
              </a:defRPr>
            </a:lvl2pPr>
            <a:lvl3pPr lvl="2" rtl="0">
              <a:spcBef>
                <a:spcPct val="0"/>
              </a:spcBef>
              <a:spcAft>
                <a:spcPct val="0"/>
              </a:spcAft>
              <a:buSzPts val="900"/>
              <a:buFont typeface="Lexend Light"/>
              <a:buNone/>
              <a:defRPr sz="900">
                <a:latin typeface="Lexend Light"/>
                <a:ea typeface="Lexend Light"/>
                <a:cs typeface="Lexend Light"/>
                <a:sym typeface="Lexend Light"/>
              </a:defRPr>
            </a:lvl3pPr>
            <a:lvl4pPr lvl="3" rtl="0">
              <a:spcBef>
                <a:spcPct val="0"/>
              </a:spcBef>
              <a:spcAft>
                <a:spcPct val="0"/>
              </a:spcAft>
              <a:buSzPts val="900"/>
              <a:buFont typeface="Lexend Light"/>
              <a:buNone/>
              <a:defRPr sz="900">
                <a:latin typeface="Lexend Light"/>
                <a:ea typeface="Lexend Light"/>
                <a:cs typeface="Lexend Light"/>
                <a:sym typeface="Lexend Light"/>
              </a:defRPr>
            </a:lvl4pPr>
            <a:lvl5pPr lvl="4" rtl="0">
              <a:spcBef>
                <a:spcPct val="0"/>
              </a:spcBef>
              <a:spcAft>
                <a:spcPct val="0"/>
              </a:spcAft>
              <a:buSzPts val="900"/>
              <a:buFont typeface="Lexend Light"/>
              <a:buNone/>
              <a:defRPr sz="900">
                <a:latin typeface="Lexend Light"/>
                <a:ea typeface="Lexend Light"/>
                <a:cs typeface="Lexend Light"/>
                <a:sym typeface="Lexend Light"/>
              </a:defRPr>
            </a:lvl5pPr>
            <a:lvl6pPr lvl="5" rtl="0">
              <a:spcBef>
                <a:spcPct val="0"/>
              </a:spcBef>
              <a:spcAft>
                <a:spcPct val="0"/>
              </a:spcAft>
              <a:buSzPts val="900"/>
              <a:buFont typeface="Lexend Light"/>
              <a:buNone/>
              <a:defRPr sz="900">
                <a:latin typeface="Lexend Light"/>
                <a:ea typeface="Lexend Light"/>
                <a:cs typeface="Lexend Light"/>
                <a:sym typeface="Lexend Light"/>
              </a:defRPr>
            </a:lvl6pPr>
            <a:lvl7pPr lvl="6" rtl="0">
              <a:spcBef>
                <a:spcPct val="0"/>
              </a:spcBef>
              <a:spcAft>
                <a:spcPct val="0"/>
              </a:spcAft>
              <a:buSzPts val="900"/>
              <a:buFont typeface="Lexend Light"/>
              <a:buNone/>
              <a:defRPr sz="900">
                <a:latin typeface="Lexend Light"/>
                <a:ea typeface="Lexend Light"/>
                <a:cs typeface="Lexend Light"/>
                <a:sym typeface="Lexend Light"/>
              </a:defRPr>
            </a:lvl7pPr>
            <a:lvl8pPr lvl="7" rtl="0">
              <a:spcBef>
                <a:spcPct val="0"/>
              </a:spcBef>
              <a:spcAft>
                <a:spcPct val="0"/>
              </a:spcAft>
              <a:buSzPts val="900"/>
              <a:buFont typeface="Lexend Light"/>
              <a:buNone/>
              <a:defRPr sz="900">
                <a:latin typeface="Lexend Light"/>
                <a:ea typeface="Lexend Light"/>
                <a:cs typeface="Lexend Light"/>
                <a:sym typeface="Lexend Light"/>
              </a:defRPr>
            </a:lvl8pPr>
            <a:lvl9pPr lvl="8" rtl="0">
              <a:spcBef>
                <a:spcPct val="0"/>
              </a:spcBef>
              <a:spcAft>
                <a:spcPct val="0"/>
              </a:spcAft>
              <a:buSzPts val="900"/>
              <a:buFont typeface="Lexend Light"/>
              <a:buNone/>
              <a:defRPr sz="900">
                <a:latin typeface="Lexend Light"/>
                <a:ea typeface="Lexend Light"/>
                <a:cs typeface="Lexend Light"/>
                <a:sym typeface="Lexend Light"/>
              </a:defRPr>
            </a:lvl9pPr>
          </a:lstStyle>
          <a:p/>
        </p:txBody>
      </p:sp>
      <p:sp>
        <p:nvSpPr>
          <p:cNvPr id="141" name="Google Shape;141;p18"/>
          <p:cNvSpPr txBox="1"/>
          <p:nvPr/>
        </p:nvSpPr>
        <p:spPr>
          <a:xfrm rot="-5400000">
            <a:off x="3494675" y="6716250"/>
            <a:ext cx="7070400" cy="161100"/>
          </a:xfrm>
          <a:prstGeom prst="rect">
            <a:avLst/>
          </a:prstGeom>
          <a:noFill/>
          <a:ln>
            <a:noFill/>
          </a:ln>
        </p:spPr>
        <p:txBody>
          <a:bodyPr spcFirstLastPara="1" wrap="square" lIns="0" tIns="0" rIns="0" bIns="0" anchor="t" anchorCtr="0">
            <a:noAutofit/>
          </a:bodyPr>
          <a:lstStyle/>
          <a:p>
            <a:pPr marL="0" lvl="0" indent="0" algn="l" rtl="0">
              <a:lnSpc>
                <a:spcPct val="115000"/>
              </a:lnSpc>
              <a:spcBef>
                <a:spcPct val="0"/>
              </a:spcBef>
              <a:spcAft>
                <a:spcPct val="0"/>
              </a:spcAft>
              <a:buClr>
                <a:schemeClr val="dk1"/>
              </a:buClr>
              <a:buSzPts val="1100"/>
              <a:buFont typeface="Arial"/>
              <a:buNone/>
            </a:pPr>
            <a:r>
              <a:rPr lang="en-GB" sz="900">
                <a:solidFill>
                  <a:srgbClr val="575756"/>
                </a:solidFill>
                <a:latin typeface="Lexend"/>
                <a:ea typeface="Lexend"/>
                <a:cs typeface="Lexend"/>
                <a:sym typeface="Lexend"/>
              </a:rPr>
              <a:t>Licensed on the </a:t>
            </a:r>
            <a:r>
              <a:rPr lang="en-GB" sz="900" u="sng">
                <a:solidFill>
                  <a:srgbClr val="575756"/>
                </a:solidFill>
                <a:latin typeface="Lexend"/>
                <a:ea typeface="Lexend"/>
                <a:cs typeface="Lexend"/>
                <a:sym typeface="Lexend"/>
                <a:hlinkClick r:id="rId2">
                  <a:extLst>
                    <a:ext uri="{A12FA001-AC4F-418D-AE19-62706E023703}">
                      <ahyp:hlinkClr xmlns:ahyp="http://schemas.microsoft.com/office/drawing/2018/hyperlinkcolor" val="tx"/>
                    </a:ext>
                  </a:extLst>
                </a:hlinkClick>
              </a:rPr>
              <a:t>Open Government Licence v3.0</a:t>
            </a:r>
            <a:r>
              <a:rPr lang="en-GB" sz="900">
                <a:solidFill>
                  <a:srgbClr val="575756"/>
                </a:solidFill>
                <a:latin typeface="Lexend"/>
                <a:ea typeface="Lexend"/>
                <a:cs typeface="Lexend"/>
                <a:sym typeface="Lexend"/>
              </a:rPr>
              <a:t>, except where otherwise stated. See </a:t>
            </a:r>
            <a:r>
              <a:rPr lang="en-GB" sz="900" u="sng">
                <a:solidFill>
                  <a:srgbClr val="575756"/>
                </a:solidFill>
                <a:latin typeface="Lexend"/>
                <a:ea typeface="Lexend"/>
                <a:cs typeface="Lexend"/>
                <a:sym typeface="Lexend"/>
                <a:hlinkClick r:id="rId3">
                  <a:extLst>
                    <a:ext uri="{A12FA001-AC4F-418D-AE19-62706E023703}">
                      <ahyp:hlinkClr xmlns:ahyp="http://schemas.microsoft.com/office/drawing/2018/hyperlinkcolor" val="tx"/>
                    </a:ext>
                  </a:extLst>
                </a:hlinkClick>
              </a:rPr>
              <a:t>Oak terms &amp; conditions</a:t>
            </a:r>
            <a:r>
              <a:rPr lang="en-GB" sz="900">
                <a:solidFill>
                  <a:srgbClr val="575756"/>
                </a:solidFill>
                <a:latin typeface="Lexend"/>
                <a:ea typeface="Lexend"/>
                <a:cs typeface="Lexend"/>
                <a:sym typeface="Lexend"/>
              </a:rPr>
              <a:t>.</a:t>
            </a:r>
            <a:endParaRPr sz="900">
              <a:solidFill>
                <a:srgbClr val="575756"/>
              </a:solidFill>
              <a:latin typeface="Lexend"/>
              <a:ea typeface="Lexend"/>
              <a:cs typeface="Lexend"/>
              <a:sym typeface="Lexend"/>
            </a:endParaRPr>
          </a:p>
        </p:txBody>
      </p:sp>
      <p:sp>
        <p:nvSpPr>
          <p:cNvPr id="142" name="Google Shape;142;p18"/>
          <p:cNvSpPr txBox="1"/>
          <p:nvPr/>
        </p:nvSpPr>
        <p:spPr>
          <a:xfrm rot="-5400000">
            <a:off x="4814975" y="8214000"/>
            <a:ext cx="4069800" cy="161100"/>
          </a:xfrm>
          <a:prstGeom prst="rect">
            <a:avLst/>
          </a:prstGeom>
          <a:noFill/>
          <a:ln>
            <a:noFill/>
          </a:ln>
        </p:spPr>
        <p:txBody>
          <a:bodyPr spcFirstLastPara="1" wrap="square" lIns="0" tIns="0" rIns="0" bIns="0" anchor="b" anchorCtr="0">
            <a:noAutofit/>
          </a:bodyPr>
          <a:lstStyle/>
          <a:p>
            <a:pPr marL="0" lvl="0" indent="0" algn="l" rtl="0">
              <a:lnSpc>
                <a:spcPct val="115000"/>
              </a:lnSpc>
              <a:spcBef>
                <a:spcPct val="0"/>
              </a:spcBef>
              <a:spcAft>
                <a:spcPct val="0"/>
              </a:spcAft>
              <a:buClr>
                <a:schemeClr val="dk1"/>
              </a:buClr>
              <a:buSzPts val="1100"/>
              <a:buFont typeface="Arial"/>
              <a:buNone/>
            </a:pPr>
            <a:r>
              <a:rPr lang="en-GB" sz="900" b="1">
                <a:solidFill>
                  <a:srgbClr val="575756"/>
                </a:solidFill>
                <a:latin typeface="Lexend"/>
                <a:ea typeface="Lexend"/>
                <a:cs typeface="Lexend"/>
                <a:sym typeface="Lexend"/>
              </a:rPr>
              <a:t>© Oak National Academy 2024</a:t>
            </a:r>
            <a:r>
              <a:rPr lang="en-GB" sz="900">
                <a:solidFill>
                  <a:srgbClr val="575756"/>
                </a:solidFill>
                <a:latin typeface="Lexend"/>
                <a:ea typeface="Lexend"/>
                <a:cs typeface="Lexend"/>
                <a:sym typeface="Lexend"/>
              </a:rPr>
              <a:t>. Produced in partnership with</a:t>
            </a:r>
            <a:endParaRPr sz="900">
              <a:solidFill>
                <a:srgbClr val="575756"/>
              </a:solidFill>
              <a:latin typeface="Lexend"/>
              <a:ea typeface="Lexend"/>
              <a:cs typeface="Lexend"/>
              <a:sym typeface="Lexend"/>
            </a:endParaRPr>
          </a:p>
        </p:txBody>
      </p:sp>
    </p:spTree>
  </p:cSld>
  <p:clrMapOvr>
    <a:masterClrMapping/>
  </p:clrMapOvr>
  <p:transition/>
  <p:timing/>
  <p:extLst>
    <p:ext uri="{DCECCB84-F9BA-43D5-87BE-67443E8EF086}">
      <p15:sldGuideLst xmlns:p15="http://schemas.microsoft.com/office/powerpoint/2012/main">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guide id="19" orient="horz" pos="6508">
          <p15:clr>
            <a:srgbClr val="E46962"/>
          </p15:clr>
        </p15:guide>
      </p15:sldGuideLst>
    </p:ext>
  </p:extLst>
</p:sldLayout>
</file>

<file path=ppt/slideLayouts/slideLayout17.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5.0 Landscape single page worksheet">
  <p:cSld name="SECTION_HEADER_1_1_1_1_1_1_1_1_1_1_1_2_1_1_1_1_1_1_1_1_1_1_2">
    <p:bg>
      <p:bgPr>
        <a:solidFill>
          <a:schemeClr val="lt1"/>
        </a:solidFill>
      </p:bgPr>
    </p:bg>
    <p:spTree>
      <p:nvGrpSpPr>
        <p:cNvPr id="143" name="Shape 143"/>
        <p:cNvGrpSpPr/>
        <p:nvPr/>
      </p:nvGrpSpPr>
      <p:grpSpPr>
        <a:xfrm>
          <a:off x="0" y="0"/>
          <a:ext cx="0" cy="0"/>
        </a:xfrm>
      </p:grpSpPr>
      <p:pic>
        <p:nvPicPr>
          <p:cNvPr id="144" name="Google Shape;144;p19"/>
          <p:cNvPicPr preferRelativeResize="0"/>
          <p:nvPr/>
        </p:nvPicPr>
        <p:blipFill>
          <a:blip r:embed="rId1">
            <a:alphaModFix/>
          </a:blip>
          <a:stretch>
            <a:fillRect/>
          </a:stretch>
        </p:blipFill>
        <p:spPr>
          <a:xfrm rot="-5400000">
            <a:off x="6801934" y="327400"/>
            <a:ext cx="181075" cy="246288"/>
          </a:xfrm>
          <a:prstGeom prst="rect">
            <a:avLst/>
          </a:prstGeom>
          <a:noFill/>
          <a:ln>
            <a:noFill/>
          </a:ln>
        </p:spPr>
      </p:pic>
      <p:sp>
        <p:nvSpPr>
          <p:cNvPr id="145" name="Google Shape;145;p19"/>
          <p:cNvSpPr txBox="1"/>
          <p:nvPr>
            <p:ph type="sldNum" idx="12"/>
          </p:nvPr>
        </p:nvSpPr>
        <p:spPr>
          <a:xfrm rot="-5400000">
            <a:off x="6666268" y="719443"/>
            <a:ext cx="483300" cy="277200"/>
          </a:xfrm>
          <a:prstGeom prst="rect">
            <a:avLst/>
          </a:prstGeom>
        </p:spPr>
        <p:txBody>
          <a:bodyPr spcFirstLastPara="1" wrap="square" lIns="91425" tIns="91425" rIns="91425" bIns="91425" anchor="ctr" anchorCtr="0">
            <a:noAutofit/>
          </a:bodyPr>
          <a:lstStyle>
            <a:lvl1pPr lvl="0" rtl="0">
              <a:buNone/>
              <a:defRPr sz="1200">
                <a:latin typeface="Lexend Medium"/>
                <a:ea typeface="Lexend Medium"/>
                <a:cs typeface="Lexend Medium"/>
                <a:sym typeface="Lexend Medium"/>
              </a:defRPr>
            </a:lvl1pPr>
            <a:lvl2pPr lvl="1" rtl="0">
              <a:buNone/>
              <a:defRPr sz="1200">
                <a:latin typeface="Lexend Medium"/>
                <a:ea typeface="Lexend Medium"/>
                <a:cs typeface="Lexend Medium"/>
                <a:sym typeface="Lexend Medium"/>
              </a:defRPr>
            </a:lvl2pPr>
            <a:lvl3pPr lvl="2" rtl="0">
              <a:buNone/>
              <a:defRPr sz="1200">
                <a:latin typeface="Lexend Medium"/>
                <a:ea typeface="Lexend Medium"/>
                <a:cs typeface="Lexend Medium"/>
                <a:sym typeface="Lexend Medium"/>
              </a:defRPr>
            </a:lvl3pPr>
            <a:lvl4pPr lvl="3" rtl="0">
              <a:buNone/>
              <a:defRPr sz="1200">
                <a:latin typeface="Lexend Medium"/>
                <a:ea typeface="Lexend Medium"/>
                <a:cs typeface="Lexend Medium"/>
                <a:sym typeface="Lexend Medium"/>
              </a:defRPr>
            </a:lvl4pPr>
            <a:lvl5pPr lvl="4" rtl="0">
              <a:buNone/>
              <a:defRPr sz="1200">
                <a:latin typeface="Lexend Medium"/>
                <a:ea typeface="Lexend Medium"/>
                <a:cs typeface="Lexend Medium"/>
                <a:sym typeface="Lexend Medium"/>
              </a:defRPr>
            </a:lvl5pPr>
            <a:lvl6pPr lvl="5" rtl="0">
              <a:buNone/>
              <a:defRPr sz="1200">
                <a:latin typeface="Lexend Medium"/>
                <a:ea typeface="Lexend Medium"/>
                <a:cs typeface="Lexend Medium"/>
                <a:sym typeface="Lexend Medium"/>
              </a:defRPr>
            </a:lvl6pPr>
            <a:lvl7pPr lvl="6" rtl="0">
              <a:buNone/>
              <a:defRPr sz="1200">
                <a:latin typeface="Lexend Medium"/>
                <a:ea typeface="Lexend Medium"/>
                <a:cs typeface="Lexend Medium"/>
                <a:sym typeface="Lexend Medium"/>
              </a:defRPr>
            </a:lvl7pPr>
            <a:lvl8pPr lvl="7" rtl="0">
              <a:buNone/>
              <a:defRPr sz="1200">
                <a:latin typeface="Lexend Medium"/>
                <a:ea typeface="Lexend Medium"/>
                <a:cs typeface="Lexend Medium"/>
                <a:sym typeface="Lexend Medium"/>
              </a:defRPr>
            </a:lvl8pPr>
            <a:lvl9pPr lvl="8" rtl="0">
              <a:buNone/>
              <a:defRPr sz="1200">
                <a:latin typeface="Lexend Medium"/>
                <a:ea typeface="Lexend Medium"/>
                <a:cs typeface="Lexend Medium"/>
                <a:sym typeface="Lexend Medium"/>
              </a:defRPr>
            </a:lvl9pPr>
          </a:lstStyle>
          <a:p>
            <a:pPr marL="0" lvl="0" indent="0" algn="r" rtl="0">
              <a:spcBef>
                <a:spcPct val="0"/>
              </a:spcBef>
              <a:spcAft>
                <a:spcPct val="0"/>
              </a:spcAft>
              <a:buNone/>
            </a:pPr>
            <a:fld id="{00000000-1234-1234-1234-123412341234}" type="slidenum">
              <a:rPr lang="en-GB"/>
              <a:t>‹#›</a:t>
            </a:fld>
            <a:endParaRPr/>
          </a:p>
        </p:txBody>
      </p:sp>
      <p:sp>
        <p:nvSpPr>
          <p:cNvPr id="146" name="Google Shape;146;p19"/>
          <p:cNvSpPr txBox="1"/>
          <p:nvPr>
            <p:ph type="title"/>
          </p:nvPr>
        </p:nvSpPr>
        <p:spPr>
          <a:xfrm rot="-5400000">
            <a:off x="-3842125" y="5162095"/>
            <a:ext cx="9983700" cy="360000"/>
          </a:xfrm>
          <a:prstGeom prst="rect">
            <a:avLst/>
          </a:prstGeom>
        </p:spPr>
        <p:txBody>
          <a:bodyPr spcFirstLastPara="1" wrap="square" lIns="0" tIns="0" rIns="0" bIns="0" anchor="ctr" anchorCtr="0">
            <a:spAutoFit/>
          </a:bodyPr>
          <a:lstStyle>
            <a:lvl1pPr lvl="0" rtl="0">
              <a:spcBef>
                <a:spcPct val="0"/>
              </a:spcBef>
              <a:spcAft>
                <a:spcPct val="0"/>
              </a:spcAft>
              <a:buSzPts val="1800"/>
              <a:buNone/>
              <a:defRPr sz="1800"/>
            </a:lvl1pPr>
            <a:lvl2pPr lvl="1" rtl="0">
              <a:spcBef>
                <a:spcPct val="0"/>
              </a:spcBef>
              <a:spcAft>
                <a:spcPct val="0"/>
              </a:spcAft>
              <a:buSzPts val="1800"/>
              <a:buNone/>
              <a:defRPr sz="1800"/>
            </a:lvl2pPr>
            <a:lvl3pPr lvl="2" rtl="0">
              <a:spcBef>
                <a:spcPct val="0"/>
              </a:spcBef>
              <a:spcAft>
                <a:spcPct val="0"/>
              </a:spcAft>
              <a:buSzPts val="1800"/>
              <a:buNone/>
              <a:defRPr sz="1800"/>
            </a:lvl3pPr>
            <a:lvl4pPr lvl="3" rtl="0">
              <a:spcBef>
                <a:spcPct val="0"/>
              </a:spcBef>
              <a:spcAft>
                <a:spcPct val="0"/>
              </a:spcAft>
              <a:buSzPts val="1800"/>
              <a:buNone/>
              <a:defRPr sz="1800"/>
            </a:lvl4pPr>
            <a:lvl5pPr lvl="4" rtl="0">
              <a:spcBef>
                <a:spcPct val="0"/>
              </a:spcBef>
              <a:spcAft>
                <a:spcPct val="0"/>
              </a:spcAft>
              <a:buSzPts val="1800"/>
              <a:buNone/>
              <a:defRPr sz="1800"/>
            </a:lvl5pPr>
            <a:lvl6pPr lvl="5" rtl="0">
              <a:spcBef>
                <a:spcPct val="0"/>
              </a:spcBef>
              <a:spcAft>
                <a:spcPct val="0"/>
              </a:spcAft>
              <a:buSzPts val="1800"/>
              <a:buNone/>
              <a:defRPr sz="1800"/>
            </a:lvl6pPr>
            <a:lvl7pPr lvl="6" rtl="0">
              <a:spcBef>
                <a:spcPct val="0"/>
              </a:spcBef>
              <a:spcAft>
                <a:spcPct val="0"/>
              </a:spcAft>
              <a:buSzPts val="1800"/>
              <a:buNone/>
              <a:defRPr sz="1800"/>
            </a:lvl7pPr>
            <a:lvl8pPr lvl="7" rtl="0">
              <a:spcBef>
                <a:spcPct val="0"/>
              </a:spcBef>
              <a:spcAft>
                <a:spcPct val="0"/>
              </a:spcAft>
              <a:buSzPts val="1800"/>
              <a:buNone/>
              <a:defRPr sz="1800"/>
            </a:lvl8pPr>
            <a:lvl9pPr lvl="8" rtl="0">
              <a:spcBef>
                <a:spcPct val="0"/>
              </a:spcBef>
              <a:spcAft>
                <a:spcPct val="0"/>
              </a:spcAft>
              <a:buSzPts val="1800"/>
              <a:buNone/>
              <a:defRPr sz="1800"/>
            </a:lvl9pPr>
          </a:lstStyle>
          <a:p/>
        </p:txBody>
      </p:sp>
      <p:pic>
        <p:nvPicPr>
          <p:cNvPr id="147" name="Google Shape;147;p19"/>
          <p:cNvPicPr preferRelativeResize="0"/>
          <p:nvPr/>
        </p:nvPicPr>
        <p:blipFill>
          <a:blip r:embed="rId2">
            <a:alphaModFix/>
          </a:blip>
          <a:stretch>
            <a:fillRect/>
          </a:stretch>
        </p:blipFill>
        <p:spPr>
          <a:xfrm rot="-5400000">
            <a:off x="-3612750" y="5310727"/>
            <a:ext cx="9987174" cy="66225"/>
          </a:xfrm>
          <a:prstGeom prst="rect">
            <a:avLst/>
          </a:prstGeom>
          <a:noFill/>
          <a:ln>
            <a:noFill/>
          </a:ln>
        </p:spPr>
      </p:pic>
      <p:sp>
        <p:nvSpPr>
          <p:cNvPr id="148" name="Google Shape;148;p19"/>
          <p:cNvSpPr txBox="1"/>
          <p:nvPr/>
        </p:nvSpPr>
        <p:spPr>
          <a:xfrm rot="-5400000">
            <a:off x="-595236" y="9057311"/>
            <a:ext cx="2334000" cy="215400"/>
          </a:xfrm>
          <a:prstGeom prst="rect">
            <a:avLst/>
          </a:prstGeom>
          <a:noFill/>
          <a:ln>
            <a:noFill/>
          </a:ln>
        </p:spPr>
        <p:txBody>
          <a:bodyPr spcFirstLastPara="1" wrap="square" lIns="0" tIns="0" rIns="0" bIns="0" anchor="ctr" anchorCtr="0">
            <a:spAutoFit/>
          </a:bodyPr>
          <a:lstStyle/>
          <a:p>
            <a:pPr marL="0" lvl="0" indent="0" algn="l" rtl="0">
              <a:spcBef>
                <a:spcPct val="0"/>
              </a:spcBef>
              <a:spcAft>
                <a:spcPct val="0"/>
              </a:spcAft>
              <a:buNone/>
            </a:pPr>
            <a:r>
              <a:rPr lang="en-GB" sz="1200" b="1">
                <a:latin typeface="Lexend"/>
                <a:ea typeface="Lexend"/>
                <a:cs typeface="Lexend"/>
                <a:sym typeface="Lexend"/>
              </a:rPr>
              <a:t>Name</a:t>
            </a:r>
            <a:r>
              <a:rPr lang="en-GB" b="1">
                <a:latin typeface="Lexend"/>
                <a:ea typeface="Lexend"/>
                <a:cs typeface="Lexend"/>
                <a:sym typeface="Lexend"/>
              </a:rPr>
              <a:t>:</a:t>
            </a:r>
            <a:endParaRPr b="1">
              <a:latin typeface="Lexend"/>
              <a:ea typeface="Lexend"/>
              <a:cs typeface="Lexend"/>
              <a:sym typeface="Lexend"/>
            </a:endParaRPr>
          </a:p>
        </p:txBody>
      </p:sp>
      <p:cxnSp>
        <p:nvCxnSpPr>
          <p:cNvPr id="149" name="Google Shape;149;p19"/>
          <p:cNvCxnSpPr/>
          <p:nvPr/>
        </p:nvCxnSpPr>
        <p:spPr>
          <a:xfrm rot="-5400000">
            <a:off x="-192111" y="8904711"/>
            <a:ext cx="1813200" cy="0"/>
          </a:xfrm>
          <a:prstGeom prst="straightConnector1">
            <a:avLst/>
          </a:prstGeom>
          <a:noFill/>
          <a:ln w="9525" cap="flat" cmpd="sng">
            <a:solidFill>
              <a:schemeClr val="dk2"/>
            </a:solidFill>
            <a:prstDash val="solid"/>
            <a:round/>
            <a:headEnd type="none" w="med" len="med"/>
            <a:tailEnd type="none" w="med" len="med"/>
          </a:ln>
        </p:spPr>
      </p:cxnSp>
      <p:pic>
        <p:nvPicPr>
          <p:cNvPr id="150" name="Google Shape;150;p19"/>
          <p:cNvPicPr preferRelativeResize="0"/>
          <p:nvPr/>
        </p:nvPicPr>
        <p:blipFill>
          <a:blip r:embed="rId3">
            <a:alphaModFix/>
          </a:blip>
          <a:stretch>
            <a:fillRect/>
          </a:stretch>
        </p:blipFill>
        <p:spPr>
          <a:xfrm rot="-5400000">
            <a:off x="319763" y="1225736"/>
            <a:ext cx="504000" cy="504000"/>
          </a:xfrm>
          <a:prstGeom prst="rect">
            <a:avLst/>
          </a:prstGeom>
          <a:noFill/>
          <a:ln>
            <a:noFill/>
          </a:ln>
        </p:spPr>
      </p:pic>
      <p:sp>
        <p:nvSpPr>
          <p:cNvPr id="151" name="Google Shape;151;p19"/>
          <p:cNvSpPr txBox="1"/>
          <p:nvPr/>
        </p:nvSpPr>
        <p:spPr>
          <a:xfrm rot="-5400000">
            <a:off x="104964" y="719111"/>
            <a:ext cx="903000" cy="184800"/>
          </a:xfrm>
          <a:prstGeom prst="rect">
            <a:avLst/>
          </a:prstGeom>
          <a:noFill/>
          <a:ln>
            <a:noFill/>
          </a:ln>
        </p:spPr>
        <p:txBody>
          <a:bodyPr spcFirstLastPara="1" wrap="square" lIns="0" tIns="0" rIns="0" bIns="0" anchor="ctr" anchorCtr="0">
            <a:spAutoFit/>
          </a:bodyPr>
          <a:lstStyle/>
          <a:p>
            <a:pPr marL="0" lvl="0" indent="0" algn="r" rtl="0">
              <a:spcBef>
                <a:spcPct val="0"/>
              </a:spcBef>
              <a:spcAft>
                <a:spcPct val="0"/>
              </a:spcAft>
              <a:buNone/>
            </a:pPr>
            <a:r>
              <a:rPr lang="en-GB" sz="1200" b="1">
                <a:latin typeface="Lexend"/>
                <a:ea typeface="Lexend"/>
                <a:cs typeface="Lexend"/>
                <a:sym typeface="Lexend"/>
              </a:rPr>
              <a:t>Worksheet</a:t>
            </a:r>
            <a:endParaRPr b="1">
              <a:latin typeface="Lexend"/>
              <a:ea typeface="Lexend"/>
              <a:cs typeface="Lexend"/>
              <a:sym typeface="Lexend"/>
            </a:endParaRPr>
          </a:p>
        </p:txBody>
      </p:sp>
      <p:sp>
        <p:nvSpPr>
          <p:cNvPr id="152" name="Google Shape;152;p19"/>
          <p:cNvSpPr txBox="1"/>
          <p:nvPr>
            <p:ph type="subTitle" idx="1"/>
          </p:nvPr>
        </p:nvSpPr>
        <p:spPr>
          <a:xfrm rot="-5400000">
            <a:off x="5488475" y="5406175"/>
            <a:ext cx="2722800" cy="161100"/>
          </a:xfrm>
          <a:prstGeom prst="rect">
            <a:avLst/>
          </a:prstGeom>
        </p:spPr>
        <p:txBody>
          <a:bodyPr spcFirstLastPara="1" wrap="square" lIns="0" tIns="0" rIns="0" bIns="0" anchor="b" anchorCtr="0">
            <a:noAutofit/>
          </a:bodyPr>
          <a:lstStyle>
            <a:lvl1pPr lvl="0" rtl="0">
              <a:spcBef>
                <a:spcPct val="0"/>
              </a:spcBef>
              <a:spcAft>
                <a:spcPct val="0"/>
              </a:spcAft>
              <a:buClr>
                <a:srgbClr val="575756"/>
              </a:buClr>
              <a:buSzPts val="900"/>
              <a:buNone/>
              <a:defRPr sz="900">
                <a:solidFill>
                  <a:srgbClr val="575756"/>
                </a:solidFill>
              </a:defRPr>
            </a:lvl1pPr>
            <a:lvl2pPr lvl="1" rtl="0">
              <a:spcBef>
                <a:spcPct val="0"/>
              </a:spcBef>
              <a:spcAft>
                <a:spcPct val="0"/>
              </a:spcAft>
              <a:buSzPts val="900"/>
              <a:buFont typeface="Lexend Light"/>
              <a:buNone/>
              <a:defRPr sz="900">
                <a:latin typeface="Lexend Light"/>
                <a:ea typeface="Lexend Light"/>
                <a:cs typeface="Lexend Light"/>
                <a:sym typeface="Lexend Light"/>
              </a:defRPr>
            </a:lvl2pPr>
            <a:lvl3pPr lvl="2" rtl="0">
              <a:spcBef>
                <a:spcPct val="0"/>
              </a:spcBef>
              <a:spcAft>
                <a:spcPct val="0"/>
              </a:spcAft>
              <a:buSzPts val="900"/>
              <a:buFont typeface="Lexend Light"/>
              <a:buNone/>
              <a:defRPr sz="900">
                <a:latin typeface="Lexend Light"/>
                <a:ea typeface="Lexend Light"/>
                <a:cs typeface="Lexend Light"/>
                <a:sym typeface="Lexend Light"/>
              </a:defRPr>
            </a:lvl3pPr>
            <a:lvl4pPr lvl="3" rtl="0">
              <a:spcBef>
                <a:spcPct val="0"/>
              </a:spcBef>
              <a:spcAft>
                <a:spcPct val="0"/>
              </a:spcAft>
              <a:buSzPts val="900"/>
              <a:buFont typeface="Lexend Light"/>
              <a:buNone/>
              <a:defRPr sz="900">
                <a:latin typeface="Lexend Light"/>
                <a:ea typeface="Lexend Light"/>
                <a:cs typeface="Lexend Light"/>
                <a:sym typeface="Lexend Light"/>
              </a:defRPr>
            </a:lvl4pPr>
            <a:lvl5pPr lvl="4" rtl="0">
              <a:spcBef>
                <a:spcPct val="0"/>
              </a:spcBef>
              <a:spcAft>
                <a:spcPct val="0"/>
              </a:spcAft>
              <a:buSzPts val="900"/>
              <a:buFont typeface="Lexend Light"/>
              <a:buNone/>
              <a:defRPr sz="900">
                <a:latin typeface="Lexend Light"/>
                <a:ea typeface="Lexend Light"/>
                <a:cs typeface="Lexend Light"/>
                <a:sym typeface="Lexend Light"/>
              </a:defRPr>
            </a:lvl5pPr>
            <a:lvl6pPr lvl="5" rtl="0">
              <a:spcBef>
                <a:spcPct val="0"/>
              </a:spcBef>
              <a:spcAft>
                <a:spcPct val="0"/>
              </a:spcAft>
              <a:buSzPts val="900"/>
              <a:buFont typeface="Lexend Light"/>
              <a:buNone/>
              <a:defRPr sz="900">
                <a:latin typeface="Lexend Light"/>
                <a:ea typeface="Lexend Light"/>
                <a:cs typeface="Lexend Light"/>
                <a:sym typeface="Lexend Light"/>
              </a:defRPr>
            </a:lvl6pPr>
            <a:lvl7pPr lvl="6" rtl="0">
              <a:spcBef>
                <a:spcPct val="0"/>
              </a:spcBef>
              <a:spcAft>
                <a:spcPct val="0"/>
              </a:spcAft>
              <a:buSzPts val="900"/>
              <a:buFont typeface="Lexend Light"/>
              <a:buNone/>
              <a:defRPr sz="900">
                <a:latin typeface="Lexend Light"/>
                <a:ea typeface="Lexend Light"/>
                <a:cs typeface="Lexend Light"/>
                <a:sym typeface="Lexend Light"/>
              </a:defRPr>
            </a:lvl7pPr>
            <a:lvl8pPr lvl="7" rtl="0">
              <a:spcBef>
                <a:spcPct val="0"/>
              </a:spcBef>
              <a:spcAft>
                <a:spcPct val="0"/>
              </a:spcAft>
              <a:buSzPts val="900"/>
              <a:buFont typeface="Lexend Light"/>
              <a:buNone/>
              <a:defRPr sz="900">
                <a:latin typeface="Lexend Light"/>
                <a:ea typeface="Lexend Light"/>
                <a:cs typeface="Lexend Light"/>
                <a:sym typeface="Lexend Light"/>
              </a:defRPr>
            </a:lvl8pPr>
            <a:lvl9pPr lvl="8" rtl="0">
              <a:spcBef>
                <a:spcPct val="0"/>
              </a:spcBef>
              <a:spcAft>
                <a:spcPct val="0"/>
              </a:spcAft>
              <a:buSzPts val="900"/>
              <a:buFont typeface="Lexend Light"/>
              <a:buNone/>
              <a:defRPr sz="900">
                <a:latin typeface="Lexend Light"/>
                <a:ea typeface="Lexend Light"/>
                <a:cs typeface="Lexend Light"/>
                <a:sym typeface="Lexend Light"/>
              </a:defRPr>
            </a:lvl9pPr>
          </a:lstStyle>
          <a:p/>
        </p:txBody>
      </p:sp>
      <p:sp>
        <p:nvSpPr>
          <p:cNvPr id="153" name="Google Shape;153;p19"/>
          <p:cNvSpPr txBox="1"/>
          <p:nvPr/>
        </p:nvSpPr>
        <p:spPr>
          <a:xfrm rot="-5400000">
            <a:off x="3494675" y="6716250"/>
            <a:ext cx="7070400" cy="161100"/>
          </a:xfrm>
          <a:prstGeom prst="rect">
            <a:avLst/>
          </a:prstGeom>
          <a:noFill/>
          <a:ln>
            <a:noFill/>
          </a:ln>
        </p:spPr>
        <p:txBody>
          <a:bodyPr spcFirstLastPara="1" wrap="square" lIns="0" tIns="0" rIns="0" bIns="0" anchor="t" anchorCtr="0">
            <a:noAutofit/>
          </a:bodyPr>
          <a:lstStyle/>
          <a:p>
            <a:pPr marL="0" lvl="0" indent="0" algn="l" rtl="0">
              <a:lnSpc>
                <a:spcPct val="115000"/>
              </a:lnSpc>
              <a:spcBef>
                <a:spcPct val="0"/>
              </a:spcBef>
              <a:spcAft>
                <a:spcPct val="0"/>
              </a:spcAft>
              <a:buClr>
                <a:schemeClr val="dk1"/>
              </a:buClr>
              <a:buSzPts val="1100"/>
              <a:buFont typeface="Arial"/>
              <a:buNone/>
            </a:pPr>
            <a:r>
              <a:rPr lang="en-GB" sz="900">
                <a:solidFill>
                  <a:srgbClr val="575756"/>
                </a:solidFill>
                <a:latin typeface="Lexend"/>
                <a:ea typeface="Lexend"/>
                <a:cs typeface="Lexend"/>
                <a:sym typeface="Lexend"/>
              </a:rPr>
              <a:t>Licensed on the </a:t>
            </a:r>
            <a:r>
              <a:rPr lang="en-GB" sz="900" u="sng">
                <a:solidFill>
                  <a:srgbClr val="575756"/>
                </a:solidFill>
                <a:latin typeface="Lexend"/>
                <a:ea typeface="Lexend"/>
                <a:cs typeface="Lexend"/>
                <a:sym typeface="Lexend"/>
                <a:hlinkClick r:id="rId4">
                  <a:extLst>
                    <a:ext uri="{A12FA001-AC4F-418D-AE19-62706E023703}">
                      <ahyp:hlinkClr xmlns:ahyp="http://schemas.microsoft.com/office/drawing/2018/hyperlinkcolor" val="tx"/>
                    </a:ext>
                  </a:extLst>
                </a:hlinkClick>
              </a:rPr>
              <a:t>Open Government Licence v3.0</a:t>
            </a:r>
            <a:r>
              <a:rPr lang="en-GB" sz="900">
                <a:solidFill>
                  <a:srgbClr val="575756"/>
                </a:solidFill>
                <a:latin typeface="Lexend"/>
                <a:ea typeface="Lexend"/>
                <a:cs typeface="Lexend"/>
                <a:sym typeface="Lexend"/>
              </a:rPr>
              <a:t>, except where otherwise stated. See </a:t>
            </a:r>
            <a:r>
              <a:rPr lang="en-GB" sz="900" u="sng">
                <a:solidFill>
                  <a:srgbClr val="575756"/>
                </a:solidFill>
                <a:latin typeface="Lexend"/>
                <a:ea typeface="Lexend"/>
                <a:cs typeface="Lexend"/>
                <a:sym typeface="Lexend"/>
                <a:hlinkClick r:id="rId5">
                  <a:extLst>
                    <a:ext uri="{A12FA001-AC4F-418D-AE19-62706E023703}">
                      <ahyp:hlinkClr xmlns:ahyp="http://schemas.microsoft.com/office/drawing/2018/hyperlinkcolor" val="tx"/>
                    </a:ext>
                  </a:extLst>
                </a:hlinkClick>
              </a:rPr>
              <a:t>Oak terms &amp; conditions</a:t>
            </a:r>
            <a:r>
              <a:rPr lang="en-GB" sz="900">
                <a:solidFill>
                  <a:srgbClr val="575756"/>
                </a:solidFill>
                <a:latin typeface="Lexend"/>
                <a:ea typeface="Lexend"/>
                <a:cs typeface="Lexend"/>
                <a:sym typeface="Lexend"/>
              </a:rPr>
              <a:t>.</a:t>
            </a:r>
            <a:endParaRPr sz="900">
              <a:solidFill>
                <a:srgbClr val="575756"/>
              </a:solidFill>
              <a:latin typeface="Lexend"/>
              <a:ea typeface="Lexend"/>
              <a:cs typeface="Lexend"/>
              <a:sym typeface="Lexend"/>
            </a:endParaRPr>
          </a:p>
        </p:txBody>
      </p:sp>
      <p:sp>
        <p:nvSpPr>
          <p:cNvPr id="154" name="Google Shape;154;p19"/>
          <p:cNvSpPr txBox="1"/>
          <p:nvPr/>
        </p:nvSpPr>
        <p:spPr>
          <a:xfrm rot="-5400000">
            <a:off x="4814975" y="8214000"/>
            <a:ext cx="4069800" cy="161100"/>
          </a:xfrm>
          <a:prstGeom prst="rect">
            <a:avLst/>
          </a:prstGeom>
          <a:noFill/>
          <a:ln>
            <a:noFill/>
          </a:ln>
        </p:spPr>
        <p:txBody>
          <a:bodyPr spcFirstLastPara="1" wrap="square" lIns="0" tIns="0" rIns="0" bIns="0" anchor="b" anchorCtr="0">
            <a:noAutofit/>
          </a:bodyPr>
          <a:lstStyle/>
          <a:p>
            <a:pPr marL="0" lvl="0" indent="0" algn="l" rtl="0">
              <a:lnSpc>
                <a:spcPct val="115000"/>
              </a:lnSpc>
              <a:spcBef>
                <a:spcPct val="0"/>
              </a:spcBef>
              <a:spcAft>
                <a:spcPct val="0"/>
              </a:spcAft>
              <a:buClr>
                <a:schemeClr val="dk1"/>
              </a:buClr>
              <a:buSzPts val="1100"/>
              <a:buFont typeface="Arial"/>
              <a:buNone/>
            </a:pPr>
            <a:r>
              <a:rPr lang="en-GB" sz="900" b="1">
                <a:solidFill>
                  <a:srgbClr val="575756"/>
                </a:solidFill>
                <a:latin typeface="Lexend"/>
                <a:ea typeface="Lexend"/>
                <a:cs typeface="Lexend"/>
                <a:sym typeface="Lexend"/>
              </a:rPr>
              <a:t>© Oak National Academy 2024</a:t>
            </a:r>
            <a:r>
              <a:rPr lang="en-GB" sz="900">
                <a:solidFill>
                  <a:srgbClr val="575756"/>
                </a:solidFill>
                <a:latin typeface="Lexend"/>
                <a:ea typeface="Lexend"/>
                <a:cs typeface="Lexend"/>
                <a:sym typeface="Lexend"/>
              </a:rPr>
              <a:t>. Produced in partnership with</a:t>
            </a:r>
            <a:endParaRPr sz="900">
              <a:solidFill>
                <a:srgbClr val="575756"/>
              </a:solidFill>
              <a:latin typeface="Lexend"/>
              <a:ea typeface="Lexend"/>
              <a:cs typeface="Lexend"/>
              <a:sym typeface="Lexend"/>
            </a:endParaRPr>
          </a:p>
        </p:txBody>
      </p:sp>
    </p:spTree>
  </p:cSld>
  <p:clrMapOvr>
    <a:masterClrMapping/>
  </p:clrMapOvr>
  <p:transition/>
  <p:timing/>
  <p:extLst>
    <p:ext uri="{DCECCB84-F9BA-43D5-87BE-67443E8EF086}">
      <p15:sldGuideLst xmlns:p15="http://schemas.microsoft.com/office/powerpoint/2012/main">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guide id="19" orient="horz" pos="6508">
          <p15:clr>
            <a:srgbClr val="E46962"/>
          </p15:clr>
        </p15:guide>
      </p15:sldGuideLst>
    </p:ext>
  </p:extLst>
</p:sldLayout>
</file>

<file path=ppt/slideMasters/_rels/slideMaster1.xml.rels>&#65279;<?xml version="1.0" encoding="utf-8" standalone="yes"?><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slideLayout" Target="../slideLayouts/slideLayout2.xml" /><Relationship Id="rId3" Type="http://schemas.openxmlformats.org/officeDocument/2006/relationships/slideLayout" Target="../slideLayouts/slideLayout3.xml" /><Relationship Id="rId4" Type="http://schemas.openxmlformats.org/officeDocument/2006/relationships/slideLayout" Target="../slideLayouts/slideLayout4.xml" /><Relationship Id="rId5" Type="http://schemas.openxmlformats.org/officeDocument/2006/relationships/slideLayout" Target="../slideLayouts/slideLayout5.xml" /><Relationship Id="rId6" Type="http://schemas.openxmlformats.org/officeDocument/2006/relationships/slideLayout" Target="../slideLayouts/slideLayout6.xml" /><Relationship Id="rId7" Type="http://schemas.openxmlformats.org/officeDocument/2006/relationships/slideLayout" Target="../slideLayouts/slideLayout7.xml" /><Relationship Id="rId8" Type="http://schemas.openxmlformats.org/officeDocument/2006/relationships/theme" Target="../theme/theme1.xml" /></Relationships>
</file>

<file path=ppt/slideMasters/_rels/slideMaster2.xml.rels>&#65279;<?xml version="1.0" encoding="utf-8" standalone="yes"?><Relationships xmlns="http://schemas.openxmlformats.org/package/2006/relationships"><Relationship Id="rId1" Type="http://schemas.openxmlformats.org/officeDocument/2006/relationships/slideLayout" Target="../slideLayouts/slideLayout8.xml" /><Relationship Id="rId10" Type="http://schemas.openxmlformats.org/officeDocument/2006/relationships/slideLayout" Target="../slideLayouts/slideLayout17.xml" /><Relationship Id="rId11" Type="http://schemas.openxmlformats.org/officeDocument/2006/relationships/theme" Target="../theme/theme2.xml" /><Relationship Id="rId2" Type="http://schemas.openxmlformats.org/officeDocument/2006/relationships/slideLayout" Target="../slideLayouts/slideLayout9.xml" /><Relationship Id="rId3" Type="http://schemas.openxmlformats.org/officeDocument/2006/relationships/slideLayout" Target="../slideLayouts/slideLayout10.xml" /><Relationship Id="rId4" Type="http://schemas.openxmlformats.org/officeDocument/2006/relationships/slideLayout" Target="../slideLayouts/slideLayout11.xml" /><Relationship Id="rId5" Type="http://schemas.openxmlformats.org/officeDocument/2006/relationships/slideLayout" Target="../slideLayouts/slideLayout12.xml" /><Relationship Id="rId6" Type="http://schemas.openxmlformats.org/officeDocument/2006/relationships/slideLayout" Target="../slideLayouts/slideLayout13.xml" /><Relationship Id="rId7" Type="http://schemas.openxmlformats.org/officeDocument/2006/relationships/slideLayout" Target="../slideLayouts/slideLayout14.xml" /><Relationship Id="rId8" Type="http://schemas.openxmlformats.org/officeDocument/2006/relationships/slideLayout" Target="../slideLayouts/slideLayout15.xml" /><Relationship Id="rId9" Type="http://schemas.openxmlformats.org/officeDocument/2006/relationships/slideLayout" Target="../slideLayouts/slideLayout16.xml" /></Relationships>
</file>

<file path=ppt/slideMasters/slideMaster1.xml><?xml version="1.0" encoding="utf-8"?>
<p:sldMaster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p:bg>
      <p:bgPr>
        <a:solidFill>
          <a:schemeClr val="lt1"/>
        </a:solidFill>
      </p:bgPr>
    </p:bg>
    <p:spTree>
      <p:nvGrpSpPr>
        <p:cNvPr id="5" name="Shape 5"/>
        <p:cNvGrpSpPr/>
        <p:nvPr/>
      </p:nvGrpSpPr>
      <p:grpSpPr>
        <a:xfrm>
          <a:off x="0" y="0"/>
          <a:ext cx="0" cy="0"/>
        </a:xfrm>
      </p:grpSpPr>
      <p:sp>
        <p:nvSpPr>
          <p:cNvPr id="6" name="Google Shape;6;p1"/>
          <p:cNvSpPr txBox="1"/>
          <p:nvPr>
            <p:ph type="title"/>
          </p:nvPr>
        </p:nvSpPr>
        <p:spPr>
          <a:xfrm>
            <a:off x="257705" y="925091"/>
            <a:ext cx="7044600" cy="1190400"/>
          </a:xfrm>
          <a:prstGeom prst="rect">
            <a:avLst/>
          </a:prstGeom>
          <a:noFill/>
          <a:ln>
            <a:noFill/>
          </a:ln>
        </p:spPr>
        <p:txBody>
          <a:bodyPr spcFirstLastPara="1" wrap="square" lIns="91425" tIns="91425" rIns="91425" bIns="91425" anchor="t" anchorCtr="0">
            <a:normAutofit/>
          </a:bodyPr>
          <a:lstStyle>
            <a:lvl1pPr marR="0" lvl="0" algn="l" rtl="0">
              <a:lnSpc>
                <a:spcPct val="100000"/>
              </a:lnSpc>
              <a:spcBef>
                <a:spcPct val="0"/>
              </a:spcBef>
              <a:spcAft>
                <a:spcPct val="0"/>
              </a:spcAft>
              <a:buClr>
                <a:schemeClr val="dk1"/>
              </a:buClr>
              <a:buSzPts val="2200"/>
              <a:buFont typeface="Lexend"/>
              <a:buNone/>
              <a:defRPr sz="2200" b="1" i="0" u="none" strike="noStrike" cap="none">
                <a:solidFill>
                  <a:schemeClr val="dk1"/>
                </a:solidFill>
                <a:latin typeface="Lexend"/>
                <a:ea typeface="Lexend"/>
                <a:cs typeface="Lexend"/>
                <a:sym typeface="Lexend"/>
              </a:defRPr>
            </a:lvl1pPr>
            <a:lvl2pPr marR="0" lvl="1" algn="l" rtl="0">
              <a:lnSpc>
                <a:spcPct val="100000"/>
              </a:lnSpc>
              <a:spcBef>
                <a:spcPct val="0"/>
              </a:spcBef>
              <a:spcAft>
                <a:spcPct val="0"/>
              </a:spcAft>
              <a:buClr>
                <a:schemeClr val="dk1"/>
              </a:buClr>
              <a:buSzPts val="2800"/>
              <a:buFont typeface="Lexend"/>
              <a:buNone/>
              <a:defRPr sz="2800" i="0" u="none" strike="noStrike" cap="none">
                <a:solidFill>
                  <a:schemeClr val="dk1"/>
                </a:solidFill>
                <a:latin typeface="Lexend"/>
                <a:ea typeface="Lexend"/>
                <a:cs typeface="Lexend"/>
                <a:sym typeface="Lexend"/>
              </a:defRPr>
            </a:lvl2pPr>
            <a:lvl3pPr marR="0" lvl="2" algn="l" rtl="0">
              <a:lnSpc>
                <a:spcPct val="100000"/>
              </a:lnSpc>
              <a:spcBef>
                <a:spcPct val="0"/>
              </a:spcBef>
              <a:spcAft>
                <a:spcPct val="0"/>
              </a:spcAft>
              <a:buClr>
                <a:schemeClr val="dk1"/>
              </a:buClr>
              <a:buSzPts val="2800"/>
              <a:buFont typeface="Lexend"/>
              <a:buNone/>
              <a:defRPr sz="2800" i="0" u="none" strike="noStrike" cap="none">
                <a:solidFill>
                  <a:schemeClr val="dk1"/>
                </a:solidFill>
                <a:latin typeface="Lexend"/>
                <a:ea typeface="Lexend"/>
                <a:cs typeface="Lexend"/>
                <a:sym typeface="Lexend"/>
              </a:defRPr>
            </a:lvl3pPr>
            <a:lvl4pPr marR="0" lvl="3" algn="l" rtl="0">
              <a:lnSpc>
                <a:spcPct val="100000"/>
              </a:lnSpc>
              <a:spcBef>
                <a:spcPct val="0"/>
              </a:spcBef>
              <a:spcAft>
                <a:spcPct val="0"/>
              </a:spcAft>
              <a:buClr>
                <a:schemeClr val="dk1"/>
              </a:buClr>
              <a:buSzPts val="2800"/>
              <a:buFont typeface="Lexend"/>
              <a:buNone/>
              <a:defRPr sz="2800" i="0" u="none" strike="noStrike" cap="none">
                <a:solidFill>
                  <a:schemeClr val="dk1"/>
                </a:solidFill>
                <a:latin typeface="Lexend"/>
                <a:ea typeface="Lexend"/>
                <a:cs typeface="Lexend"/>
                <a:sym typeface="Lexend"/>
              </a:defRPr>
            </a:lvl4pPr>
            <a:lvl5pPr marR="0" lvl="4" algn="l" rtl="0">
              <a:lnSpc>
                <a:spcPct val="100000"/>
              </a:lnSpc>
              <a:spcBef>
                <a:spcPct val="0"/>
              </a:spcBef>
              <a:spcAft>
                <a:spcPct val="0"/>
              </a:spcAft>
              <a:buClr>
                <a:schemeClr val="dk1"/>
              </a:buClr>
              <a:buSzPts val="2800"/>
              <a:buFont typeface="Lexend"/>
              <a:buNone/>
              <a:defRPr sz="2800" i="0" u="none" strike="noStrike" cap="none">
                <a:solidFill>
                  <a:schemeClr val="dk1"/>
                </a:solidFill>
                <a:latin typeface="Lexend"/>
                <a:ea typeface="Lexend"/>
                <a:cs typeface="Lexend"/>
                <a:sym typeface="Lexend"/>
              </a:defRPr>
            </a:lvl5pPr>
            <a:lvl6pPr marR="0" lvl="5" algn="l" rtl="0">
              <a:lnSpc>
                <a:spcPct val="100000"/>
              </a:lnSpc>
              <a:spcBef>
                <a:spcPct val="0"/>
              </a:spcBef>
              <a:spcAft>
                <a:spcPct val="0"/>
              </a:spcAft>
              <a:buClr>
                <a:schemeClr val="dk1"/>
              </a:buClr>
              <a:buSzPts val="2800"/>
              <a:buFont typeface="Lexend"/>
              <a:buNone/>
              <a:defRPr sz="2800" i="0" u="none" strike="noStrike" cap="none">
                <a:solidFill>
                  <a:schemeClr val="dk1"/>
                </a:solidFill>
                <a:latin typeface="Lexend"/>
                <a:ea typeface="Lexend"/>
                <a:cs typeface="Lexend"/>
                <a:sym typeface="Lexend"/>
              </a:defRPr>
            </a:lvl6pPr>
            <a:lvl7pPr marR="0" lvl="6" algn="l" rtl="0">
              <a:lnSpc>
                <a:spcPct val="100000"/>
              </a:lnSpc>
              <a:spcBef>
                <a:spcPct val="0"/>
              </a:spcBef>
              <a:spcAft>
                <a:spcPct val="0"/>
              </a:spcAft>
              <a:buClr>
                <a:schemeClr val="dk1"/>
              </a:buClr>
              <a:buSzPts val="2800"/>
              <a:buFont typeface="Lexend"/>
              <a:buNone/>
              <a:defRPr sz="2800" i="0" u="none" strike="noStrike" cap="none">
                <a:solidFill>
                  <a:schemeClr val="dk1"/>
                </a:solidFill>
                <a:latin typeface="Lexend"/>
                <a:ea typeface="Lexend"/>
                <a:cs typeface="Lexend"/>
                <a:sym typeface="Lexend"/>
              </a:defRPr>
            </a:lvl7pPr>
            <a:lvl8pPr marR="0" lvl="7" algn="l" rtl="0">
              <a:lnSpc>
                <a:spcPct val="100000"/>
              </a:lnSpc>
              <a:spcBef>
                <a:spcPct val="0"/>
              </a:spcBef>
              <a:spcAft>
                <a:spcPct val="0"/>
              </a:spcAft>
              <a:buClr>
                <a:schemeClr val="dk1"/>
              </a:buClr>
              <a:buSzPts val="2800"/>
              <a:buFont typeface="Lexend"/>
              <a:buNone/>
              <a:defRPr sz="2800" i="0" u="none" strike="noStrike" cap="none">
                <a:solidFill>
                  <a:schemeClr val="dk1"/>
                </a:solidFill>
                <a:latin typeface="Lexend"/>
                <a:ea typeface="Lexend"/>
                <a:cs typeface="Lexend"/>
                <a:sym typeface="Lexend"/>
              </a:defRPr>
            </a:lvl8pPr>
            <a:lvl9pPr marR="0" lvl="8" algn="l" rtl="0">
              <a:lnSpc>
                <a:spcPct val="100000"/>
              </a:lnSpc>
              <a:spcBef>
                <a:spcPct val="0"/>
              </a:spcBef>
              <a:spcAft>
                <a:spcPct val="0"/>
              </a:spcAft>
              <a:buClr>
                <a:schemeClr val="dk1"/>
              </a:buClr>
              <a:buSzPts val="2800"/>
              <a:buFont typeface="Lexend"/>
              <a:buNone/>
              <a:defRPr sz="2800" i="0" u="none" strike="noStrike" cap="none">
                <a:solidFill>
                  <a:schemeClr val="dk1"/>
                </a:solidFill>
                <a:latin typeface="Lexend"/>
                <a:ea typeface="Lexend"/>
                <a:cs typeface="Lexend"/>
                <a:sym typeface="Lexend"/>
              </a:defRPr>
            </a:lvl9pPr>
          </a:lstStyle>
          <a:p/>
        </p:txBody>
      </p:sp>
      <p:sp>
        <p:nvSpPr>
          <p:cNvPr id="7" name="Google Shape;7;p1"/>
          <p:cNvSpPr txBox="1"/>
          <p:nvPr>
            <p:ph type="body" idx="1"/>
          </p:nvPr>
        </p:nvSpPr>
        <p:spPr>
          <a:xfrm>
            <a:off x="257705" y="2395696"/>
            <a:ext cx="7044600" cy="7101900"/>
          </a:xfrm>
          <a:prstGeom prst="rect">
            <a:avLst/>
          </a:prstGeom>
          <a:noFill/>
          <a:ln>
            <a:noFill/>
          </a:ln>
        </p:spPr>
        <p:txBody>
          <a:bodyPr spcFirstLastPara="1" wrap="square" lIns="0" tIns="0" rIns="0" bIns="0" anchor="t" anchorCtr="0">
            <a:normAutofit/>
          </a:bodyPr>
          <a:lstStyle>
            <a:lvl1pPr marL="457200" marR="0" lvl="0" indent="-342900" algn="l" rtl="0">
              <a:lnSpc>
                <a:spcPct val="115000"/>
              </a:lnSpc>
              <a:spcBef>
                <a:spcPct val="0"/>
              </a:spcBef>
              <a:spcAft>
                <a:spcPct val="0"/>
              </a:spcAft>
              <a:buClr>
                <a:schemeClr val="dk2"/>
              </a:buClr>
              <a:buSzPts val="1800"/>
              <a:buFont typeface="Lexend"/>
              <a:buChar char="●"/>
              <a:defRPr sz="1800" i="0" u="none" strike="noStrike" cap="none">
                <a:solidFill>
                  <a:schemeClr val="dk2"/>
                </a:solidFill>
                <a:latin typeface="Lexend"/>
                <a:ea typeface="Lexend"/>
                <a:cs typeface="Lexend"/>
                <a:sym typeface="Lexend"/>
              </a:defRPr>
            </a:lvl1pPr>
            <a:lvl2pPr marL="914400" marR="0" lvl="1" indent="-317500" algn="l" rtl="0">
              <a:lnSpc>
                <a:spcPct val="115000"/>
              </a:lnSpc>
              <a:spcBef>
                <a:spcPct val="0"/>
              </a:spcBef>
              <a:spcAft>
                <a:spcPct val="0"/>
              </a:spcAft>
              <a:buClr>
                <a:schemeClr val="dk2"/>
              </a:buClr>
              <a:buSzPts val="1400"/>
              <a:buFont typeface="Lexend"/>
              <a:buChar char="○"/>
              <a:defRPr sz="1400" i="0" u="none" strike="noStrike" cap="none">
                <a:solidFill>
                  <a:schemeClr val="dk2"/>
                </a:solidFill>
                <a:latin typeface="Lexend"/>
                <a:ea typeface="Lexend"/>
                <a:cs typeface="Lexend"/>
                <a:sym typeface="Lexend"/>
              </a:defRPr>
            </a:lvl2pPr>
            <a:lvl3pPr marL="1371600" marR="0" lvl="2" indent="-317500" algn="l" rtl="0">
              <a:lnSpc>
                <a:spcPct val="115000"/>
              </a:lnSpc>
              <a:spcBef>
                <a:spcPct val="0"/>
              </a:spcBef>
              <a:spcAft>
                <a:spcPct val="0"/>
              </a:spcAft>
              <a:buClr>
                <a:schemeClr val="dk2"/>
              </a:buClr>
              <a:buSzPts val="1400"/>
              <a:buFont typeface="Lexend"/>
              <a:buChar char="■"/>
              <a:defRPr sz="1400" i="0" u="none" strike="noStrike" cap="none">
                <a:solidFill>
                  <a:schemeClr val="dk2"/>
                </a:solidFill>
                <a:latin typeface="Lexend"/>
                <a:ea typeface="Lexend"/>
                <a:cs typeface="Lexend"/>
                <a:sym typeface="Lexend"/>
              </a:defRPr>
            </a:lvl3pPr>
            <a:lvl4pPr marL="1828800" marR="0" lvl="3" indent="-317500" algn="l" rtl="0">
              <a:lnSpc>
                <a:spcPct val="115000"/>
              </a:lnSpc>
              <a:spcBef>
                <a:spcPct val="0"/>
              </a:spcBef>
              <a:spcAft>
                <a:spcPct val="0"/>
              </a:spcAft>
              <a:buClr>
                <a:schemeClr val="dk2"/>
              </a:buClr>
              <a:buSzPts val="1400"/>
              <a:buFont typeface="Lexend"/>
              <a:buChar char="●"/>
              <a:defRPr sz="1400" i="0" u="none" strike="noStrike" cap="none">
                <a:solidFill>
                  <a:schemeClr val="dk2"/>
                </a:solidFill>
                <a:latin typeface="Lexend"/>
                <a:ea typeface="Lexend"/>
                <a:cs typeface="Lexend"/>
                <a:sym typeface="Lexend"/>
              </a:defRPr>
            </a:lvl4pPr>
            <a:lvl5pPr marL="2286000" marR="0" lvl="4" indent="-317500" algn="l" rtl="0">
              <a:lnSpc>
                <a:spcPct val="115000"/>
              </a:lnSpc>
              <a:spcBef>
                <a:spcPct val="0"/>
              </a:spcBef>
              <a:spcAft>
                <a:spcPct val="0"/>
              </a:spcAft>
              <a:buClr>
                <a:schemeClr val="dk2"/>
              </a:buClr>
              <a:buSzPts val="1400"/>
              <a:buFont typeface="Lexend"/>
              <a:buChar char="○"/>
              <a:defRPr sz="1400" i="0" u="none" strike="noStrike" cap="none">
                <a:solidFill>
                  <a:schemeClr val="dk2"/>
                </a:solidFill>
                <a:latin typeface="Lexend"/>
                <a:ea typeface="Lexend"/>
                <a:cs typeface="Lexend"/>
                <a:sym typeface="Lexend"/>
              </a:defRPr>
            </a:lvl5pPr>
            <a:lvl6pPr marL="2743200" marR="0" lvl="5" indent="-317500" algn="l" rtl="0">
              <a:lnSpc>
                <a:spcPct val="115000"/>
              </a:lnSpc>
              <a:spcBef>
                <a:spcPct val="0"/>
              </a:spcBef>
              <a:spcAft>
                <a:spcPct val="0"/>
              </a:spcAft>
              <a:buClr>
                <a:schemeClr val="dk2"/>
              </a:buClr>
              <a:buSzPts val="1400"/>
              <a:buFont typeface="Lexend"/>
              <a:buChar char="■"/>
              <a:defRPr sz="1400" i="0" u="none" strike="noStrike" cap="none">
                <a:solidFill>
                  <a:schemeClr val="dk2"/>
                </a:solidFill>
                <a:latin typeface="Lexend"/>
                <a:ea typeface="Lexend"/>
                <a:cs typeface="Lexend"/>
                <a:sym typeface="Lexend"/>
              </a:defRPr>
            </a:lvl6pPr>
            <a:lvl7pPr marL="3200400" marR="0" lvl="6" indent="-317500" algn="l" rtl="0">
              <a:lnSpc>
                <a:spcPct val="115000"/>
              </a:lnSpc>
              <a:spcBef>
                <a:spcPct val="0"/>
              </a:spcBef>
              <a:spcAft>
                <a:spcPct val="0"/>
              </a:spcAft>
              <a:buClr>
                <a:schemeClr val="dk2"/>
              </a:buClr>
              <a:buSzPts val="1400"/>
              <a:buFont typeface="Lexend"/>
              <a:buChar char="●"/>
              <a:defRPr sz="1400" i="0" u="none" strike="noStrike" cap="none">
                <a:solidFill>
                  <a:schemeClr val="dk2"/>
                </a:solidFill>
                <a:latin typeface="Lexend"/>
                <a:ea typeface="Lexend"/>
                <a:cs typeface="Lexend"/>
                <a:sym typeface="Lexend"/>
              </a:defRPr>
            </a:lvl7pPr>
            <a:lvl8pPr marL="3657600" marR="0" lvl="7" indent="-317500" algn="l" rtl="0">
              <a:lnSpc>
                <a:spcPct val="115000"/>
              </a:lnSpc>
              <a:spcBef>
                <a:spcPct val="0"/>
              </a:spcBef>
              <a:spcAft>
                <a:spcPct val="0"/>
              </a:spcAft>
              <a:buClr>
                <a:schemeClr val="dk2"/>
              </a:buClr>
              <a:buSzPts val="1400"/>
              <a:buFont typeface="Lexend"/>
              <a:buChar char="○"/>
              <a:defRPr sz="1400" i="0" u="none" strike="noStrike" cap="none">
                <a:solidFill>
                  <a:schemeClr val="dk2"/>
                </a:solidFill>
                <a:latin typeface="Lexend"/>
                <a:ea typeface="Lexend"/>
                <a:cs typeface="Lexend"/>
                <a:sym typeface="Lexend"/>
              </a:defRPr>
            </a:lvl8pPr>
            <a:lvl9pPr marL="4114800" marR="0" lvl="8" indent="-317500" algn="l" rtl="0">
              <a:lnSpc>
                <a:spcPct val="115000"/>
              </a:lnSpc>
              <a:spcBef>
                <a:spcPct val="0"/>
              </a:spcBef>
              <a:spcAft>
                <a:spcPct val="0"/>
              </a:spcAft>
              <a:buClr>
                <a:schemeClr val="dk2"/>
              </a:buClr>
              <a:buSzPts val="1400"/>
              <a:buFont typeface="Kalam"/>
              <a:buChar char="■"/>
              <a:defRPr sz="1400" i="0" u="none" strike="noStrike" cap="none">
                <a:solidFill>
                  <a:schemeClr val="dk2"/>
                </a:solidFill>
                <a:latin typeface="Kalam"/>
                <a:ea typeface="Kalam"/>
                <a:cs typeface="Kalam"/>
                <a:sym typeface="Kalam"/>
              </a:defRPr>
            </a:lvl9pPr>
          </a:lstStyle>
          <a:p/>
        </p:txBody>
      </p:sp>
      <p:sp>
        <p:nvSpPr>
          <p:cNvPr id="8" name="Google Shape;8;p1"/>
          <p:cNvSpPr txBox="1"/>
          <p:nvPr>
            <p:ph type="sldNum" idx="12"/>
          </p:nvPr>
        </p:nvSpPr>
        <p:spPr>
          <a:xfrm>
            <a:off x="7004788" y="9693616"/>
            <a:ext cx="453600" cy="8181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ct val="0"/>
              </a:spcBef>
              <a:spcAft>
                <a:spcPct val="0"/>
              </a:spcAft>
              <a:buClr>
                <a:srgbClr val="000000"/>
              </a:buClr>
              <a:buSzPts val="1000"/>
              <a:buFont typeface="Arial"/>
              <a:buNone/>
              <a:defRPr sz="1000" i="0" u="none" strike="noStrike" cap="none">
                <a:solidFill>
                  <a:schemeClr val="dk2"/>
                </a:solidFill>
                <a:latin typeface="Lexend"/>
                <a:ea typeface="Lexend"/>
                <a:cs typeface="Lexend"/>
                <a:sym typeface="Lexend"/>
              </a:defRPr>
            </a:lvl1pPr>
            <a:lvl2pPr marL="0" marR="0" lvl="1" indent="0" algn="r" rtl="0">
              <a:lnSpc>
                <a:spcPct val="100000"/>
              </a:lnSpc>
              <a:spcBef>
                <a:spcPct val="0"/>
              </a:spcBef>
              <a:spcAft>
                <a:spcPct val="0"/>
              </a:spcAft>
              <a:buClr>
                <a:srgbClr val="000000"/>
              </a:buClr>
              <a:buSzPts val="1000"/>
              <a:buFont typeface="Arial"/>
              <a:buNone/>
              <a:defRPr sz="1000" i="0" u="none" strike="noStrike" cap="none">
                <a:solidFill>
                  <a:schemeClr val="dk2"/>
                </a:solidFill>
                <a:latin typeface="Lexend"/>
                <a:ea typeface="Lexend"/>
                <a:cs typeface="Lexend"/>
                <a:sym typeface="Lexend"/>
              </a:defRPr>
            </a:lvl2pPr>
            <a:lvl3pPr marL="0" marR="0" lvl="2" indent="0" algn="r" rtl="0">
              <a:lnSpc>
                <a:spcPct val="100000"/>
              </a:lnSpc>
              <a:spcBef>
                <a:spcPct val="0"/>
              </a:spcBef>
              <a:spcAft>
                <a:spcPct val="0"/>
              </a:spcAft>
              <a:buClr>
                <a:srgbClr val="000000"/>
              </a:buClr>
              <a:buSzPts val="1000"/>
              <a:buFont typeface="Arial"/>
              <a:buNone/>
              <a:defRPr sz="1000" i="0" u="none" strike="noStrike" cap="none">
                <a:solidFill>
                  <a:schemeClr val="dk2"/>
                </a:solidFill>
                <a:latin typeface="Lexend"/>
                <a:ea typeface="Lexend"/>
                <a:cs typeface="Lexend"/>
                <a:sym typeface="Lexend"/>
              </a:defRPr>
            </a:lvl3pPr>
            <a:lvl4pPr marL="0" marR="0" lvl="3" indent="0" algn="r" rtl="0">
              <a:lnSpc>
                <a:spcPct val="100000"/>
              </a:lnSpc>
              <a:spcBef>
                <a:spcPct val="0"/>
              </a:spcBef>
              <a:spcAft>
                <a:spcPct val="0"/>
              </a:spcAft>
              <a:buClr>
                <a:srgbClr val="000000"/>
              </a:buClr>
              <a:buSzPts val="1000"/>
              <a:buFont typeface="Arial"/>
              <a:buNone/>
              <a:defRPr sz="1000" i="0" u="none" strike="noStrike" cap="none">
                <a:solidFill>
                  <a:schemeClr val="dk2"/>
                </a:solidFill>
                <a:latin typeface="Lexend"/>
                <a:ea typeface="Lexend"/>
                <a:cs typeface="Lexend"/>
                <a:sym typeface="Lexend"/>
              </a:defRPr>
            </a:lvl4pPr>
            <a:lvl5pPr marL="0" marR="0" lvl="4" indent="0" algn="r" rtl="0">
              <a:lnSpc>
                <a:spcPct val="100000"/>
              </a:lnSpc>
              <a:spcBef>
                <a:spcPct val="0"/>
              </a:spcBef>
              <a:spcAft>
                <a:spcPct val="0"/>
              </a:spcAft>
              <a:buClr>
                <a:srgbClr val="000000"/>
              </a:buClr>
              <a:buSzPts val="1000"/>
              <a:buFont typeface="Arial"/>
              <a:buNone/>
              <a:defRPr sz="1000" i="0" u="none" strike="noStrike" cap="none">
                <a:solidFill>
                  <a:schemeClr val="dk2"/>
                </a:solidFill>
                <a:latin typeface="Lexend"/>
                <a:ea typeface="Lexend"/>
                <a:cs typeface="Lexend"/>
                <a:sym typeface="Lexend"/>
              </a:defRPr>
            </a:lvl5pPr>
            <a:lvl6pPr marL="0" marR="0" lvl="5" indent="0" algn="r" rtl="0">
              <a:lnSpc>
                <a:spcPct val="100000"/>
              </a:lnSpc>
              <a:spcBef>
                <a:spcPct val="0"/>
              </a:spcBef>
              <a:spcAft>
                <a:spcPct val="0"/>
              </a:spcAft>
              <a:buClr>
                <a:srgbClr val="000000"/>
              </a:buClr>
              <a:buSzPts val="1000"/>
              <a:buFont typeface="Arial"/>
              <a:buNone/>
              <a:defRPr sz="1000" i="0" u="none" strike="noStrike" cap="none">
                <a:solidFill>
                  <a:schemeClr val="dk2"/>
                </a:solidFill>
                <a:latin typeface="Lexend"/>
                <a:ea typeface="Lexend"/>
                <a:cs typeface="Lexend"/>
                <a:sym typeface="Lexend"/>
              </a:defRPr>
            </a:lvl6pPr>
            <a:lvl7pPr marL="0" marR="0" lvl="6" indent="0" algn="r" rtl="0">
              <a:lnSpc>
                <a:spcPct val="100000"/>
              </a:lnSpc>
              <a:spcBef>
                <a:spcPct val="0"/>
              </a:spcBef>
              <a:spcAft>
                <a:spcPct val="0"/>
              </a:spcAft>
              <a:buClr>
                <a:srgbClr val="000000"/>
              </a:buClr>
              <a:buSzPts val="1000"/>
              <a:buFont typeface="Arial"/>
              <a:buNone/>
              <a:defRPr sz="1000" i="0" u="none" strike="noStrike" cap="none">
                <a:solidFill>
                  <a:schemeClr val="dk2"/>
                </a:solidFill>
                <a:latin typeface="Lexend"/>
                <a:ea typeface="Lexend"/>
                <a:cs typeface="Lexend"/>
                <a:sym typeface="Lexend"/>
              </a:defRPr>
            </a:lvl7pPr>
            <a:lvl8pPr marL="0" marR="0" lvl="7" indent="0" algn="r" rtl="0">
              <a:lnSpc>
                <a:spcPct val="100000"/>
              </a:lnSpc>
              <a:spcBef>
                <a:spcPct val="0"/>
              </a:spcBef>
              <a:spcAft>
                <a:spcPct val="0"/>
              </a:spcAft>
              <a:buClr>
                <a:srgbClr val="000000"/>
              </a:buClr>
              <a:buSzPts val="1000"/>
              <a:buFont typeface="Arial"/>
              <a:buNone/>
              <a:defRPr sz="1000" i="0" u="none" strike="noStrike" cap="none">
                <a:solidFill>
                  <a:schemeClr val="dk2"/>
                </a:solidFill>
                <a:latin typeface="Lexend"/>
                <a:ea typeface="Lexend"/>
                <a:cs typeface="Lexend"/>
                <a:sym typeface="Lexend"/>
              </a:defRPr>
            </a:lvl8pPr>
            <a:lvl9pPr marL="0" marR="0" lvl="8" indent="0" algn="r" rtl="0">
              <a:lnSpc>
                <a:spcPct val="100000"/>
              </a:lnSpc>
              <a:spcBef>
                <a:spcPct val="0"/>
              </a:spcBef>
              <a:spcAft>
                <a:spcPct val="0"/>
              </a:spcAft>
              <a:buClr>
                <a:srgbClr val="000000"/>
              </a:buClr>
              <a:buSzPts val="1000"/>
              <a:buFont typeface="Arial"/>
              <a:buNone/>
              <a:defRPr sz="1000" i="0" u="none" strike="noStrike" cap="none">
                <a:solidFill>
                  <a:schemeClr val="dk2"/>
                </a:solidFill>
                <a:latin typeface="Lexend"/>
                <a:ea typeface="Lexend"/>
                <a:cs typeface="Lexend"/>
                <a:sym typeface="Lexend"/>
              </a:defRPr>
            </a:lvl9pPr>
          </a:lstStyle>
          <a:p>
            <a:pPr marL="0" lvl="0" indent="0" algn="r" rtl="0">
              <a:spcBef>
                <a:spcPct val="0"/>
              </a:spcBef>
              <a:spcAft>
                <a:spcPct val="0"/>
              </a:spcAft>
              <a:buNone/>
            </a:pPr>
            <a:fld id="{00000000-1234-1234-1234-123412341234}" type="slidenum">
              <a:rPr lang="en-GB"/>
              <a:t>0</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Lst>
  <p:transition/>
  <p:timing/>
  <p:txStyles>
    <p:titleStyle>
      <a:defPPr marR="0" lvl="0" algn="l" rtl="0">
        <a:lnSpc>
          <a:spcPct val="100000"/>
        </a:lnSpc>
        <a:spcBef>
          <a:spcPct val="0"/>
        </a:spcBef>
        <a:spcAft>
          <a:spcPct val="0"/>
        </a:spcAft>
      </a:defPPr>
      <a:lvl1pPr marR="0" lvl="0"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ct val="0"/>
        </a:spcBef>
        <a:spcAft>
          <a:spcPct val="0"/>
        </a:spcAft>
      </a:defPPr>
      <a:lvl1pPr marR="0" lvl="0"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ct val="0"/>
        </a:spcBef>
        <a:spcAft>
          <a:spcPct val="0"/>
        </a:spcAft>
      </a:defPPr>
      <a:lvl1pPr marR="0" lvl="0"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p:bg>
      <p:bgPr>
        <a:solidFill>
          <a:schemeClr val="lt1"/>
        </a:solidFill>
      </p:bgPr>
    </p:bg>
    <p:spTree>
      <p:nvGrpSpPr>
        <p:cNvPr id="62" name="Shape 62"/>
        <p:cNvGrpSpPr/>
        <p:nvPr/>
      </p:nvGrpSpPr>
      <p:grpSpPr>
        <a:xfrm>
          <a:off x="0" y="0"/>
          <a:ext cx="0" cy="0"/>
        </a:xfrm>
      </p:grpSpPr>
      <p:sp>
        <p:nvSpPr>
          <p:cNvPr id="63" name="Google Shape;63;p9"/>
          <p:cNvSpPr txBox="1"/>
          <p:nvPr>
            <p:ph type="title"/>
          </p:nvPr>
        </p:nvSpPr>
        <p:spPr>
          <a:xfrm>
            <a:off x="257705" y="925091"/>
            <a:ext cx="7044600" cy="1190400"/>
          </a:xfrm>
          <a:prstGeom prst="rect">
            <a:avLst/>
          </a:prstGeom>
          <a:noFill/>
          <a:ln>
            <a:noFill/>
          </a:ln>
        </p:spPr>
        <p:txBody>
          <a:bodyPr spcFirstLastPara="1" wrap="square" lIns="91425" tIns="91425" rIns="91425" bIns="91425" anchor="t" anchorCtr="0">
            <a:normAutofit/>
          </a:bodyPr>
          <a:lstStyle>
            <a:lvl1pPr marR="0" lvl="0" algn="l" rtl="0">
              <a:lnSpc>
                <a:spcPct val="100000"/>
              </a:lnSpc>
              <a:spcBef>
                <a:spcPct val="0"/>
              </a:spcBef>
              <a:spcAft>
                <a:spcPct val="0"/>
              </a:spcAft>
              <a:buClr>
                <a:schemeClr val="dk1"/>
              </a:buClr>
              <a:buSzPts val="2200"/>
              <a:buFont typeface="Lexend"/>
              <a:buNone/>
              <a:defRPr sz="2200" b="1" i="0" u="none" strike="noStrike" cap="none">
                <a:solidFill>
                  <a:schemeClr val="dk1"/>
                </a:solidFill>
                <a:latin typeface="Lexend"/>
                <a:ea typeface="Lexend"/>
                <a:cs typeface="Lexend"/>
                <a:sym typeface="Lexend"/>
              </a:defRPr>
            </a:lvl1pPr>
            <a:lvl2pPr marR="0" lvl="1" algn="l" rtl="0">
              <a:lnSpc>
                <a:spcPct val="100000"/>
              </a:lnSpc>
              <a:spcBef>
                <a:spcPct val="0"/>
              </a:spcBef>
              <a:spcAft>
                <a:spcPct val="0"/>
              </a:spcAft>
              <a:buClr>
                <a:schemeClr val="dk1"/>
              </a:buClr>
              <a:buSzPts val="2800"/>
              <a:buFont typeface="Lexend"/>
              <a:buNone/>
              <a:defRPr sz="2800" i="0" u="none" strike="noStrike" cap="none">
                <a:solidFill>
                  <a:schemeClr val="dk1"/>
                </a:solidFill>
                <a:latin typeface="Lexend"/>
                <a:ea typeface="Lexend"/>
                <a:cs typeface="Lexend"/>
                <a:sym typeface="Lexend"/>
              </a:defRPr>
            </a:lvl2pPr>
            <a:lvl3pPr marR="0" lvl="2" algn="l" rtl="0">
              <a:lnSpc>
                <a:spcPct val="100000"/>
              </a:lnSpc>
              <a:spcBef>
                <a:spcPct val="0"/>
              </a:spcBef>
              <a:spcAft>
                <a:spcPct val="0"/>
              </a:spcAft>
              <a:buClr>
                <a:schemeClr val="dk1"/>
              </a:buClr>
              <a:buSzPts val="2800"/>
              <a:buFont typeface="Lexend"/>
              <a:buNone/>
              <a:defRPr sz="2800" i="0" u="none" strike="noStrike" cap="none">
                <a:solidFill>
                  <a:schemeClr val="dk1"/>
                </a:solidFill>
                <a:latin typeface="Lexend"/>
                <a:ea typeface="Lexend"/>
                <a:cs typeface="Lexend"/>
                <a:sym typeface="Lexend"/>
              </a:defRPr>
            </a:lvl3pPr>
            <a:lvl4pPr marR="0" lvl="3" algn="l" rtl="0">
              <a:lnSpc>
                <a:spcPct val="100000"/>
              </a:lnSpc>
              <a:spcBef>
                <a:spcPct val="0"/>
              </a:spcBef>
              <a:spcAft>
                <a:spcPct val="0"/>
              </a:spcAft>
              <a:buClr>
                <a:schemeClr val="dk1"/>
              </a:buClr>
              <a:buSzPts val="2800"/>
              <a:buFont typeface="Lexend"/>
              <a:buNone/>
              <a:defRPr sz="2800" i="0" u="none" strike="noStrike" cap="none">
                <a:solidFill>
                  <a:schemeClr val="dk1"/>
                </a:solidFill>
                <a:latin typeface="Lexend"/>
                <a:ea typeface="Lexend"/>
                <a:cs typeface="Lexend"/>
                <a:sym typeface="Lexend"/>
              </a:defRPr>
            </a:lvl4pPr>
            <a:lvl5pPr marR="0" lvl="4" algn="l" rtl="0">
              <a:lnSpc>
                <a:spcPct val="100000"/>
              </a:lnSpc>
              <a:spcBef>
                <a:spcPct val="0"/>
              </a:spcBef>
              <a:spcAft>
                <a:spcPct val="0"/>
              </a:spcAft>
              <a:buClr>
                <a:schemeClr val="dk1"/>
              </a:buClr>
              <a:buSzPts val="2800"/>
              <a:buFont typeface="Lexend"/>
              <a:buNone/>
              <a:defRPr sz="2800" i="0" u="none" strike="noStrike" cap="none">
                <a:solidFill>
                  <a:schemeClr val="dk1"/>
                </a:solidFill>
                <a:latin typeface="Lexend"/>
                <a:ea typeface="Lexend"/>
                <a:cs typeface="Lexend"/>
                <a:sym typeface="Lexend"/>
              </a:defRPr>
            </a:lvl5pPr>
            <a:lvl6pPr marR="0" lvl="5" algn="l" rtl="0">
              <a:lnSpc>
                <a:spcPct val="100000"/>
              </a:lnSpc>
              <a:spcBef>
                <a:spcPct val="0"/>
              </a:spcBef>
              <a:spcAft>
                <a:spcPct val="0"/>
              </a:spcAft>
              <a:buClr>
                <a:schemeClr val="dk1"/>
              </a:buClr>
              <a:buSzPts val="2800"/>
              <a:buFont typeface="Lexend"/>
              <a:buNone/>
              <a:defRPr sz="2800" i="0" u="none" strike="noStrike" cap="none">
                <a:solidFill>
                  <a:schemeClr val="dk1"/>
                </a:solidFill>
                <a:latin typeface="Lexend"/>
                <a:ea typeface="Lexend"/>
                <a:cs typeface="Lexend"/>
                <a:sym typeface="Lexend"/>
              </a:defRPr>
            </a:lvl6pPr>
            <a:lvl7pPr marR="0" lvl="6" algn="l" rtl="0">
              <a:lnSpc>
                <a:spcPct val="100000"/>
              </a:lnSpc>
              <a:spcBef>
                <a:spcPct val="0"/>
              </a:spcBef>
              <a:spcAft>
                <a:spcPct val="0"/>
              </a:spcAft>
              <a:buClr>
                <a:schemeClr val="dk1"/>
              </a:buClr>
              <a:buSzPts val="2800"/>
              <a:buFont typeface="Lexend"/>
              <a:buNone/>
              <a:defRPr sz="2800" i="0" u="none" strike="noStrike" cap="none">
                <a:solidFill>
                  <a:schemeClr val="dk1"/>
                </a:solidFill>
                <a:latin typeface="Lexend"/>
                <a:ea typeface="Lexend"/>
                <a:cs typeface="Lexend"/>
                <a:sym typeface="Lexend"/>
              </a:defRPr>
            </a:lvl7pPr>
            <a:lvl8pPr marR="0" lvl="7" algn="l" rtl="0">
              <a:lnSpc>
                <a:spcPct val="100000"/>
              </a:lnSpc>
              <a:spcBef>
                <a:spcPct val="0"/>
              </a:spcBef>
              <a:spcAft>
                <a:spcPct val="0"/>
              </a:spcAft>
              <a:buClr>
                <a:schemeClr val="dk1"/>
              </a:buClr>
              <a:buSzPts val="2800"/>
              <a:buFont typeface="Lexend"/>
              <a:buNone/>
              <a:defRPr sz="2800" i="0" u="none" strike="noStrike" cap="none">
                <a:solidFill>
                  <a:schemeClr val="dk1"/>
                </a:solidFill>
                <a:latin typeface="Lexend"/>
                <a:ea typeface="Lexend"/>
                <a:cs typeface="Lexend"/>
                <a:sym typeface="Lexend"/>
              </a:defRPr>
            </a:lvl8pPr>
            <a:lvl9pPr marR="0" lvl="8" algn="l" rtl="0">
              <a:lnSpc>
                <a:spcPct val="100000"/>
              </a:lnSpc>
              <a:spcBef>
                <a:spcPct val="0"/>
              </a:spcBef>
              <a:spcAft>
                <a:spcPct val="0"/>
              </a:spcAft>
              <a:buClr>
                <a:schemeClr val="dk1"/>
              </a:buClr>
              <a:buSzPts val="2800"/>
              <a:buFont typeface="Lexend"/>
              <a:buNone/>
              <a:defRPr sz="2800" i="0" u="none" strike="noStrike" cap="none">
                <a:solidFill>
                  <a:schemeClr val="dk1"/>
                </a:solidFill>
                <a:latin typeface="Lexend"/>
                <a:ea typeface="Lexend"/>
                <a:cs typeface="Lexend"/>
                <a:sym typeface="Lexend"/>
              </a:defRPr>
            </a:lvl9pPr>
          </a:lstStyle>
          <a:p/>
        </p:txBody>
      </p:sp>
      <p:sp>
        <p:nvSpPr>
          <p:cNvPr id="64" name="Google Shape;64;p9"/>
          <p:cNvSpPr txBox="1"/>
          <p:nvPr>
            <p:ph type="body" idx="1"/>
          </p:nvPr>
        </p:nvSpPr>
        <p:spPr>
          <a:xfrm>
            <a:off x="257705" y="2395696"/>
            <a:ext cx="7044600" cy="7101900"/>
          </a:xfrm>
          <a:prstGeom prst="rect">
            <a:avLst/>
          </a:prstGeom>
          <a:noFill/>
          <a:ln>
            <a:noFill/>
          </a:ln>
        </p:spPr>
        <p:txBody>
          <a:bodyPr spcFirstLastPara="1" wrap="square" lIns="0" tIns="0" rIns="0" bIns="0" anchor="t" anchorCtr="0">
            <a:normAutofit/>
          </a:bodyPr>
          <a:lstStyle>
            <a:lvl1pPr marL="457200" marR="0" lvl="0" indent="-342900" algn="l" rtl="0">
              <a:lnSpc>
                <a:spcPct val="115000"/>
              </a:lnSpc>
              <a:spcBef>
                <a:spcPct val="0"/>
              </a:spcBef>
              <a:spcAft>
                <a:spcPct val="0"/>
              </a:spcAft>
              <a:buClr>
                <a:schemeClr val="dk2"/>
              </a:buClr>
              <a:buSzPts val="1800"/>
              <a:buFont typeface="Lexend"/>
              <a:buChar char="●"/>
              <a:defRPr sz="1800" i="0" u="none" strike="noStrike" cap="none">
                <a:solidFill>
                  <a:schemeClr val="dk2"/>
                </a:solidFill>
                <a:latin typeface="Lexend"/>
                <a:ea typeface="Lexend"/>
                <a:cs typeface="Lexend"/>
                <a:sym typeface="Lexend"/>
              </a:defRPr>
            </a:lvl1pPr>
            <a:lvl2pPr marL="914400" marR="0" lvl="1" indent="-317500" algn="l" rtl="0">
              <a:lnSpc>
                <a:spcPct val="115000"/>
              </a:lnSpc>
              <a:spcBef>
                <a:spcPct val="0"/>
              </a:spcBef>
              <a:spcAft>
                <a:spcPct val="0"/>
              </a:spcAft>
              <a:buClr>
                <a:schemeClr val="dk2"/>
              </a:buClr>
              <a:buSzPts val="1400"/>
              <a:buFont typeface="Lexend"/>
              <a:buChar char="○"/>
              <a:defRPr sz="1400" i="0" u="none" strike="noStrike" cap="none">
                <a:solidFill>
                  <a:schemeClr val="dk2"/>
                </a:solidFill>
                <a:latin typeface="Lexend"/>
                <a:ea typeface="Lexend"/>
                <a:cs typeface="Lexend"/>
                <a:sym typeface="Lexend"/>
              </a:defRPr>
            </a:lvl2pPr>
            <a:lvl3pPr marL="1371600" marR="0" lvl="2" indent="-317500" algn="l" rtl="0">
              <a:lnSpc>
                <a:spcPct val="115000"/>
              </a:lnSpc>
              <a:spcBef>
                <a:spcPct val="0"/>
              </a:spcBef>
              <a:spcAft>
                <a:spcPct val="0"/>
              </a:spcAft>
              <a:buClr>
                <a:schemeClr val="dk2"/>
              </a:buClr>
              <a:buSzPts val="1400"/>
              <a:buFont typeface="Lexend"/>
              <a:buChar char="■"/>
              <a:defRPr sz="1400" i="0" u="none" strike="noStrike" cap="none">
                <a:solidFill>
                  <a:schemeClr val="dk2"/>
                </a:solidFill>
                <a:latin typeface="Lexend"/>
                <a:ea typeface="Lexend"/>
                <a:cs typeface="Lexend"/>
                <a:sym typeface="Lexend"/>
              </a:defRPr>
            </a:lvl3pPr>
            <a:lvl4pPr marL="1828800" marR="0" lvl="3" indent="-317500" algn="l" rtl="0">
              <a:lnSpc>
                <a:spcPct val="115000"/>
              </a:lnSpc>
              <a:spcBef>
                <a:spcPct val="0"/>
              </a:spcBef>
              <a:spcAft>
                <a:spcPct val="0"/>
              </a:spcAft>
              <a:buClr>
                <a:schemeClr val="dk2"/>
              </a:buClr>
              <a:buSzPts val="1400"/>
              <a:buFont typeface="Lexend"/>
              <a:buChar char="●"/>
              <a:defRPr sz="1400" i="0" u="none" strike="noStrike" cap="none">
                <a:solidFill>
                  <a:schemeClr val="dk2"/>
                </a:solidFill>
                <a:latin typeface="Lexend"/>
                <a:ea typeface="Lexend"/>
                <a:cs typeface="Lexend"/>
                <a:sym typeface="Lexend"/>
              </a:defRPr>
            </a:lvl4pPr>
            <a:lvl5pPr marL="2286000" marR="0" lvl="4" indent="-317500" algn="l" rtl="0">
              <a:lnSpc>
                <a:spcPct val="115000"/>
              </a:lnSpc>
              <a:spcBef>
                <a:spcPct val="0"/>
              </a:spcBef>
              <a:spcAft>
                <a:spcPct val="0"/>
              </a:spcAft>
              <a:buClr>
                <a:schemeClr val="dk2"/>
              </a:buClr>
              <a:buSzPts val="1400"/>
              <a:buFont typeface="Lexend"/>
              <a:buChar char="○"/>
              <a:defRPr sz="1400" i="0" u="none" strike="noStrike" cap="none">
                <a:solidFill>
                  <a:schemeClr val="dk2"/>
                </a:solidFill>
                <a:latin typeface="Lexend"/>
                <a:ea typeface="Lexend"/>
                <a:cs typeface="Lexend"/>
                <a:sym typeface="Lexend"/>
              </a:defRPr>
            </a:lvl5pPr>
            <a:lvl6pPr marL="2743200" marR="0" lvl="5" indent="-317500" algn="l" rtl="0">
              <a:lnSpc>
                <a:spcPct val="115000"/>
              </a:lnSpc>
              <a:spcBef>
                <a:spcPct val="0"/>
              </a:spcBef>
              <a:spcAft>
                <a:spcPct val="0"/>
              </a:spcAft>
              <a:buClr>
                <a:schemeClr val="dk2"/>
              </a:buClr>
              <a:buSzPts val="1400"/>
              <a:buFont typeface="Lexend"/>
              <a:buChar char="■"/>
              <a:defRPr sz="1400" i="0" u="none" strike="noStrike" cap="none">
                <a:solidFill>
                  <a:schemeClr val="dk2"/>
                </a:solidFill>
                <a:latin typeface="Lexend"/>
                <a:ea typeface="Lexend"/>
                <a:cs typeface="Lexend"/>
                <a:sym typeface="Lexend"/>
              </a:defRPr>
            </a:lvl6pPr>
            <a:lvl7pPr marL="3200400" marR="0" lvl="6" indent="-317500" algn="l" rtl="0">
              <a:lnSpc>
                <a:spcPct val="115000"/>
              </a:lnSpc>
              <a:spcBef>
                <a:spcPct val="0"/>
              </a:spcBef>
              <a:spcAft>
                <a:spcPct val="0"/>
              </a:spcAft>
              <a:buClr>
                <a:schemeClr val="dk2"/>
              </a:buClr>
              <a:buSzPts val="1400"/>
              <a:buFont typeface="Lexend"/>
              <a:buChar char="●"/>
              <a:defRPr sz="1400" i="0" u="none" strike="noStrike" cap="none">
                <a:solidFill>
                  <a:schemeClr val="dk2"/>
                </a:solidFill>
                <a:latin typeface="Lexend"/>
                <a:ea typeface="Lexend"/>
                <a:cs typeface="Lexend"/>
                <a:sym typeface="Lexend"/>
              </a:defRPr>
            </a:lvl7pPr>
            <a:lvl8pPr marL="3657600" marR="0" lvl="7" indent="-317500" algn="l" rtl="0">
              <a:lnSpc>
                <a:spcPct val="115000"/>
              </a:lnSpc>
              <a:spcBef>
                <a:spcPct val="0"/>
              </a:spcBef>
              <a:spcAft>
                <a:spcPct val="0"/>
              </a:spcAft>
              <a:buClr>
                <a:schemeClr val="dk2"/>
              </a:buClr>
              <a:buSzPts val="1400"/>
              <a:buFont typeface="Lexend"/>
              <a:buChar char="○"/>
              <a:defRPr sz="1400" i="0" u="none" strike="noStrike" cap="none">
                <a:solidFill>
                  <a:schemeClr val="dk2"/>
                </a:solidFill>
                <a:latin typeface="Lexend"/>
                <a:ea typeface="Lexend"/>
                <a:cs typeface="Lexend"/>
                <a:sym typeface="Lexend"/>
              </a:defRPr>
            </a:lvl8pPr>
            <a:lvl9pPr marL="4114800" marR="0" lvl="8" indent="-317500" algn="l" rtl="0">
              <a:lnSpc>
                <a:spcPct val="115000"/>
              </a:lnSpc>
              <a:spcBef>
                <a:spcPct val="0"/>
              </a:spcBef>
              <a:spcAft>
                <a:spcPct val="0"/>
              </a:spcAft>
              <a:buClr>
                <a:schemeClr val="dk2"/>
              </a:buClr>
              <a:buSzPts val="1400"/>
              <a:buFont typeface="Kalam"/>
              <a:buChar char="■"/>
              <a:defRPr sz="1400" i="0" u="none" strike="noStrike" cap="none">
                <a:solidFill>
                  <a:schemeClr val="dk2"/>
                </a:solidFill>
                <a:latin typeface="Kalam"/>
                <a:ea typeface="Kalam"/>
                <a:cs typeface="Kalam"/>
                <a:sym typeface="Kalam"/>
              </a:defRPr>
            </a:lvl9pPr>
          </a:lstStyle>
          <a:p/>
        </p:txBody>
      </p:sp>
      <p:sp>
        <p:nvSpPr>
          <p:cNvPr id="65" name="Google Shape;65;p9"/>
          <p:cNvSpPr txBox="1"/>
          <p:nvPr>
            <p:ph type="sldNum" idx="12"/>
          </p:nvPr>
        </p:nvSpPr>
        <p:spPr>
          <a:xfrm>
            <a:off x="7004788" y="9693616"/>
            <a:ext cx="453600" cy="8181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ct val="0"/>
              </a:spcBef>
              <a:spcAft>
                <a:spcPct val="0"/>
              </a:spcAft>
              <a:buClr>
                <a:srgbClr val="000000"/>
              </a:buClr>
              <a:buSzPts val="1000"/>
              <a:buFont typeface="Arial"/>
              <a:buNone/>
              <a:defRPr sz="1000" i="0" u="none" strike="noStrike" cap="none">
                <a:solidFill>
                  <a:schemeClr val="dk2"/>
                </a:solidFill>
                <a:latin typeface="Lexend"/>
                <a:ea typeface="Lexend"/>
                <a:cs typeface="Lexend"/>
                <a:sym typeface="Lexend"/>
              </a:defRPr>
            </a:lvl1pPr>
            <a:lvl2pPr marL="0" marR="0" lvl="1" indent="0" algn="r" rtl="0">
              <a:lnSpc>
                <a:spcPct val="100000"/>
              </a:lnSpc>
              <a:spcBef>
                <a:spcPct val="0"/>
              </a:spcBef>
              <a:spcAft>
                <a:spcPct val="0"/>
              </a:spcAft>
              <a:buClr>
                <a:srgbClr val="000000"/>
              </a:buClr>
              <a:buSzPts val="1000"/>
              <a:buFont typeface="Arial"/>
              <a:buNone/>
              <a:defRPr sz="1000" i="0" u="none" strike="noStrike" cap="none">
                <a:solidFill>
                  <a:schemeClr val="dk2"/>
                </a:solidFill>
                <a:latin typeface="Lexend"/>
                <a:ea typeface="Lexend"/>
                <a:cs typeface="Lexend"/>
                <a:sym typeface="Lexend"/>
              </a:defRPr>
            </a:lvl2pPr>
            <a:lvl3pPr marL="0" marR="0" lvl="2" indent="0" algn="r" rtl="0">
              <a:lnSpc>
                <a:spcPct val="100000"/>
              </a:lnSpc>
              <a:spcBef>
                <a:spcPct val="0"/>
              </a:spcBef>
              <a:spcAft>
                <a:spcPct val="0"/>
              </a:spcAft>
              <a:buClr>
                <a:srgbClr val="000000"/>
              </a:buClr>
              <a:buSzPts val="1000"/>
              <a:buFont typeface="Arial"/>
              <a:buNone/>
              <a:defRPr sz="1000" i="0" u="none" strike="noStrike" cap="none">
                <a:solidFill>
                  <a:schemeClr val="dk2"/>
                </a:solidFill>
                <a:latin typeface="Lexend"/>
                <a:ea typeface="Lexend"/>
                <a:cs typeface="Lexend"/>
                <a:sym typeface="Lexend"/>
              </a:defRPr>
            </a:lvl3pPr>
            <a:lvl4pPr marL="0" marR="0" lvl="3" indent="0" algn="r" rtl="0">
              <a:lnSpc>
                <a:spcPct val="100000"/>
              </a:lnSpc>
              <a:spcBef>
                <a:spcPct val="0"/>
              </a:spcBef>
              <a:spcAft>
                <a:spcPct val="0"/>
              </a:spcAft>
              <a:buClr>
                <a:srgbClr val="000000"/>
              </a:buClr>
              <a:buSzPts val="1000"/>
              <a:buFont typeface="Arial"/>
              <a:buNone/>
              <a:defRPr sz="1000" i="0" u="none" strike="noStrike" cap="none">
                <a:solidFill>
                  <a:schemeClr val="dk2"/>
                </a:solidFill>
                <a:latin typeface="Lexend"/>
                <a:ea typeface="Lexend"/>
                <a:cs typeface="Lexend"/>
                <a:sym typeface="Lexend"/>
              </a:defRPr>
            </a:lvl4pPr>
            <a:lvl5pPr marL="0" marR="0" lvl="4" indent="0" algn="r" rtl="0">
              <a:lnSpc>
                <a:spcPct val="100000"/>
              </a:lnSpc>
              <a:spcBef>
                <a:spcPct val="0"/>
              </a:spcBef>
              <a:spcAft>
                <a:spcPct val="0"/>
              </a:spcAft>
              <a:buClr>
                <a:srgbClr val="000000"/>
              </a:buClr>
              <a:buSzPts val="1000"/>
              <a:buFont typeface="Arial"/>
              <a:buNone/>
              <a:defRPr sz="1000" i="0" u="none" strike="noStrike" cap="none">
                <a:solidFill>
                  <a:schemeClr val="dk2"/>
                </a:solidFill>
                <a:latin typeface="Lexend"/>
                <a:ea typeface="Lexend"/>
                <a:cs typeface="Lexend"/>
                <a:sym typeface="Lexend"/>
              </a:defRPr>
            </a:lvl5pPr>
            <a:lvl6pPr marL="0" marR="0" lvl="5" indent="0" algn="r" rtl="0">
              <a:lnSpc>
                <a:spcPct val="100000"/>
              </a:lnSpc>
              <a:spcBef>
                <a:spcPct val="0"/>
              </a:spcBef>
              <a:spcAft>
                <a:spcPct val="0"/>
              </a:spcAft>
              <a:buClr>
                <a:srgbClr val="000000"/>
              </a:buClr>
              <a:buSzPts val="1000"/>
              <a:buFont typeface="Arial"/>
              <a:buNone/>
              <a:defRPr sz="1000" i="0" u="none" strike="noStrike" cap="none">
                <a:solidFill>
                  <a:schemeClr val="dk2"/>
                </a:solidFill>
                <a:latin typeface="Lexend"/>
                <a:ea typeface="Lexend"/>
                <a:cs typeface="Lexend"/>
                <a:sym typeface="Lexend"/>
              </a:defRPr>
            </a:lvl6pPr>
            <a:lvl7pPr marL="0" marR="0" lvl="6" indent="0" algn="r" rtl="0">
              <a:lnSpc>
                <a:spcPct val="100000"/>
              </a:lnSpc>
              <a:spcBef>
                <a:spcPct val="0"/>
              </a:spcBef>
              <a:spcAft>
                <a:spcPct val="0"/>
              </a:spcAft>
              <a:buClr>
                <a:srgbClr val="000000"/>
              </a:buClr>
              <a:buSzPts val="1000"/>
              <a:buFont typeface="Arial"/>
              <a:buNone/>
              <a:defRPr sz="1000" i="0" u="none" strike="noStrike" cap="none">
                <a:solidFill>
                  <a:schemeClr val="dk2"/>
                </a:solidFill>
                <a:latin typeface="Lexend"/>
                <a:ea typeface="Lexend"/>
                <a:cs typeface="Lexend"/>
                <a:sym typeface="Lexend"/>
              </a:defRPr>
            </a:lvl7pPr>
            <a:lvl8pPr marL="0" marR="0" lvl="7" indent="0" algn="r" rtl="0">
              <a:lnSpc>
                <a:spcPct val="100000"/>
              </a:lnSpc>
              <a:spcBef>
                <a:spcPct val="0"/>
              </a:spcBef>
              <a:spcAft>
                <a:spcPct val="0"/>
              </a:spcAft>
              <a:buClr>
                <a:srgbClr val="000000"/>
              </a:buClr>
              <a:buSzPts val="1000"/>
              <a:buFont typeface="Arial"/>
              <a:buNone/>
              <a:defRPr sz="1000" i="0" u="none" strike="noStrike" cap="none">
                <a:solidFill>
                  <a:schemeClr val="dk2"/>
                </a:solidFill>
                <a:latin typeface="Lexend"/>
                <a:ea typeface="Lexend"/>
                <a:cs typeface="Lexend"/>
                <a:sym typeface="Lexend"/>
              </a:defRPr>
            </a:lvl8pPr>
            <a:lvl9pPr marL="0" marR="0" lvl="8" indent="0" algn="r" rtl="0">
              <a:lnSpc>
                <a:spcPct val="100000"/>
              </a:lnSpc>
              <a:spcBef>
                <a:spcPct val="0"/>
              </a:spcBef>
              <a:spcAft>
                <a:spcPct val="0"/>
              </a:spcAft>
              <a:buClr>
                <a:srgbClr val="000000"/>
              </a:buClr>
              <a:buSzPts val="1000"/>
              <a:buFont typeface="Arial"/>
              <a:buNone/>
              <a:defRPr sz="1000" i="0" u="none" strike="noStrike" cap="none">
                <a:solidFill>
                  <a:schemeClr val="dk2"/>
                </a:solidFill>
                <a:latin typeface="Lexend"/>
                <a:ea typeface="Lexend"/>
                <a:cs typeface="Lexend"/>
                <a:sym typeface="Lexend"/>
              </a:defRPr>
            </a:lvl9pPr>
          </a:lstStyle>
          <a:p>
            <a:pPr marL="0" lvl="0" indent="0" algn="r" rtl="0">
              <a:spcBef>
                <a:spcPct val="0"/>
              </a:spcBef>
              <a:spcAft>
                <a:spcPct val="0"/>
              </a:spcAft>
              <a:buNone/>
            </a:pPr>
            <a:fld id="{00000000-1234-1234-1234-123412341234}" type="slidenum">
              <a:rPr lang="en-GB"/>
              <a:t>0</a:t>
            </a:fld>
            <a:endParaRPr/>
          </a:p>
        </p:txBody>
      </p:sp>
    </p:spTree>
  </p:cSld>
  <p:clrMap bg1="lt1" tx1="dk1" bg2="dk2" tx2="lt2" accent1="accent1" accent2="accent2" accent3="accent3" accent4="accent4" accent5="accent5" accent6="accent6" hlink="hlink" folHlink="folHlink"/>
  <p:sldLayoutIdLst>
    <p:sldLayoutId id="2147483655" r:id="rId1"/>
    <p:sldLayoutId id="2147483656" r:id="rId2"/>
    <p:sldLayoutId id="2147483657" r:id="rId3"/>
    <p:sldLayoutId id="2147483658" r:id="rId4"/>
    <p:sldLayoutId id="2147483659" r:id="rId5"/>
    <p:sldLayoutId id="2147483660" r:id="rId6"/>
    <p:sldLayoutId id="2147483661" r:id="rId7"/>
    <p:sldLayoutId id="2147483662" r:id="rId8"/>
    <p:sldLayoutId id="2147483663" r:id="rId9"/>
    <p:sldLayoutId id="2147483664" r:id="rId10"/>
  </p:sldLayoutIdLst>
  <p:transition/>
  <p:timing/>
  <p:txStyles>
    <p:titleStyle>
      <a:defPPr marR="0" lvl="0" algn="l" rtl="0">
        <a:lnSpc>
          <a:spcPct val="100000"/>
        </a:lnSpc>
        <a:spcBef>
          <a:spcPct val="0"/>
        </a:spcBef>
        <a:spcAft>
          <a:spcPct val="0"/>
        </a:spcAft>
      </a:defPPr>
      <a:lvl1pPr marR="0" lvl="0"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ct val="0"/>
        </a:spcBef>
        <a:spcAft>
          <a:spcPct val="0"/>
        </a:spcAft>
      </a:defPPr>
      <a:lvl1pPr marR="0" lvl="0"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ct val="0"/>
        </a:spcBef>
        <a:spcAft>
          <a:spcPct val="0"/>
        </a:spcAft>
      </a:defPPr>
      <a:lvl1pPr marR="0" lvl="0"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&#65279;<?xml version="1.0" encoding="utf-8" standalone="yes"?><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notesSlide" Target="../notesSlides/notesSlide1.xml" /></Relationships>
</file>

<file path=ppt/slides/_rels/slide2.xml.rels>&#65279;<?xml version="1.0" encoding="utf-8" standalone="yes"?><Relationships xmlns="http://schemas.openxmlformats.org/package/2006/relationships"><Relationship Id="rId1" Type="http://schemas.openxmlformats.org/officeDocument/2006/relationships/slideLayout" Target="../slideLayouts/slideLayout10.xml" /><Relationship Id="rId2" Type="http://schemas.openxmlformats.org/officeDocument/2006/relationships/notesSlide" Target="../notesSlides/notesSlide2.xml" /><Relationship Id="rId3" Type="http://schemas.openxmlformats.org/officeDocument/2006/relationships/image" Target="../media/image5.png" /><Relationship Id="rId4" Type="http://schemas.openxmlformats.org/officeDocument/2006/relationships/image" Target="../media/image6.png" /><Relationship Id="rId5" Type="http://schemas.openxmlformats.org/officeDocument/2006/relationships/image" Target="../media/image7.png" /><Relationship Id="rId6" Type="http://schemas.openxmlformats.org/officeDocument/2006/relationships/image" Target="../media/image8.png" /><Relationship Id="rId7" Type="http://schemas.openxmlformats.org/officeDocument/2006/relationships/image" Target="../media/image9.png" /><Relationship Id="rId8" Type="http://schemas.openxmlformats.org/officeDocument/2006/relationships/image" Target="../media/image10.png" /></Relationships>
</file>

<file path=ppt/slides/_rels/slide3.xml.rels>&#65279;<?xml version="1.0" encoding="utf-8" standalone="yes"?><Relationships xmlns="http://schemas.openxmlformats.org/package/2006/relationships"><Relationship Id="rId1" Type="http://schemas.openxmlformats.org/officeDocument/2006/relationships/slideLayout" Target="../slideLayouts/slideLayout11.xml" /><Relationship Id="rId2" Type="http://schemas.openxmlformats.org/officeDocument/2006/relationships/notesSlide" Target="../notesSlides/notesSlide3.xml" /><Relationship Id="rId3" Type="http://schemas.openxmlformats.org/officeDocument/2006/relationships/image" Target="../media/image8.png" /></Relationships>
</file>

<file path=ppt/slides/slide1.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58" name="Shape 158"/>
        <p:cNvGrpSpPr/>
        <p:nvPr/>
      </p:nvGrpSpPr>
      <p:grpSpPr>
        <a:xfrm>
          <a:off x="0" y="0"/>
          <a:ext cx="0" cy="0"/>
        </a:xfrm>
      </p:grpSpPr>
      <p:sp>
        <p:nvSpPr>
          <p:cNvPr id="159" name="Google Shape;159;p20"/>
          <p:cNvSpPr txBox="1"/>
          <p:nvPr>
            <p:ph type="title"/>
          </p:nvPr>
        </p:nvSpPr>
        <p:spPr>
          <a:xfrm>
            <a:off x="468000" y="864000"/>
            <a:ext cx="6624000" cy="277200"/>
          </a:xfrm>
          <a:prstGeom prst="rect">
            <a:avLst/>
          </a:prstGeom>
        </p:spPr>
        <p:txBody>
          <a:bodyPr spcFirstLastPara="1" wrap="square" lIns="0" tIns="0" rIns="0" bIns="0" anchor="ctr" anchorCtr="0">
            <a:spAutoFit/>
          </a:bodyPr>
          <a:lstStyle/>
          <a:p>
            <a:pPr marL="0" lvl="0" indent="0" algn="l" rtl="0">
              <a:spcBef>
                <a:spcPct val="0"/>
              </a:spcBef>
              <a:spcAft>
                <a:spcPct val="0"/>
              </a:spcAft>
              <a:buNone/>
            </a:pPr>
            <a:r>
              <a:rPr lang="en-GB"/>
              <a:t>Checking and securing understanding of multiples of 10</a:t>
            </a:r>
            <a:endParaRPr/>
          </a:p>
        </p:txBody>
      </p:sp>
      <p:sp>
        <p:nvSpPr>
          <p:cNvPr id="160" name="Google Shape;160;p20"/>
          <p:cNvSpPr txBox="1"/>
          <p:nvPr>
            <p:ph type="sldNum" idx="12"/>
          </p:nvPr>
        </p:nvSpPr>
        <p:spPr>
          <a:xfrm>
            <a:off x="6352325" y="9972000"/>
            <a:ext cx="483300" cy="277200"/>
          </a:xfrm>
          <a:prstGeom prst="rect">
            <a:avLst/>
          </a:prstGeom>
        </p:spPr>
        <p:txBody>
          <a:bodyPr spcFirstLastPara="1" wrap="square" lIns="91425" tIns="91425" rIns="91425" bIns="91425" anchor="ctr" anchorCtr="0">
            <a:noAutofit/>
          </a:bodyPr>
          <a:lstStyle/>
          <a:p>
            <a:pPr marL="0" lvl="0" indent="0" algn="r" rtl="0">
              <a:spcBef>
                <a:spcPct val="0"/>
              </a:spcBef>
              <a:spcAft>
                <a:spcPct val="0"/>
              </a:spcAft>
              <a:buNone/>
            </a:pPr>
            <a:fld id="{00000000-1234-1234-1234-123412341234}" type="slidenum">
              <a:rPr lang="en-GB"/>
              <a:t>1</a:t>
            </a:fld>
            <a:endParaRPr/>
          </a:p>
        </p:txBody>
      </p:sp>
      <p:sp>
        <p:nvSpPr>
          <p:cNvPr id="161" name="Google Shape;161;p20"/>
          <p:cNvSpPr txBox="1"/>
          <p:nvPr/>
        </p:nvSpPr>
        <p:spPr>
          <a:xfrm>
            <a:off x="476400" y="1749900"/>
            <a:ext cx="6624000" cy="277200"/>
          </a:xfrm>
          <a:prstGeom prst="rect">
            <a:avLst/>
          </a:prstGeom>
          <a:noFill/>
          <a:ln>
            <a:noFill/>
          </a:ln>
        </p:spPr>
        <p:txBody>
          <a:bodyPr spcFirstLastPara="1" wrap="square" lIns="0" tIns="0" rIns="0" bIns="0" anchor="t" anchorCtr="0">
            <a:noAutofit/>
          </a:bodyPr>
          <a:lstStyle/>
          <a:p>
            <a:pPr marL="0" lvl="0" indent="0" algn="l" rtl="0">
              <a:lnSpc>
                <a:spcPct val="115000"/>
              </a:lnSpc>
              <a:spcBef>
                <a:spcPct val="0"/>
              </a:spcBef>
              <a:spcAft>
                <a:spcPts val="1000"/>
              </a:spcAft>
              <a:buNone/>
            </a:pPr>
            <a:r>
              <a:rPr lang="en-GB" sz="1200">
                <a:solidFill>
                  <a:srgbClr val="000000"/>
                </a:solidFill>
                <a:latin typeface="Lexend"/>
                <a:ea typeface="Lexend"/>
                <a:cs typeface="Lexend"/>
                <a:sym typeface="Lexend"/>
              </a:rPr>
              <a:t>1) Match the calculation with the calculation using exponential form.</a:t>
            </a:r>
            <a:endParaRPr sz="1200">
              <a:solidFill>
                <a:srgbClr val="000000"/>
              </a:solidFill>
              <a:latin typeface="Lexend"/>
              <a:ea typeface="Lexend"/>
              <a:cs typeface="Lexend"/>
              <a:sym typeface="Lexend"/>
            </a:endParaRPr>
          </a:p>
        </p:txBody>
      </p:sp>
      <p:sp>
        <p:nvSpPr>
          <p:cNvPr id="162" name="Google Shape;162;p20"/>
          <p:cNvSpPr/>
          <p:nvPr/>
        </p:nvSpPr>
        <p:spPr>
          <a:xfrm>
            <a:off x="960450" y="2021450"/>
            <a:ext cx="2004300" cy="308400"/>
          </a:xfrm>
          <a:prstGeom prst="roundRect">
            <a:avLst>
              <a:gd name="adj" fmla="val 16667"/>
            </a:avLst>
          </a:prstGeom>
          <a:noFill/>
          <a:ln w="3810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r>
              <a:rPr lang="en-GB" sz="1200">
                <a:latin typeface="Lexend"/>
                <a:ea typeface="Lexend"/>
                <a:cs typeface="Lexend"/>
                <a:sym typeface="Lexend"/>
              </a:rPr>
              <a:t>200 </a:t>
            </a:r>
            <a:r>
              <a:rPr lang="en-GB" sz="1200">
                <a:solidFill>
                  <a:srgbClr val="000000"/>
                </a:solidFill>
                <a:latin typeface="Lexend"/>
                <a:ea typeface="Lexend"/>
                <a:cs typeface="Lexend"/>
                <a:sym typeface="Lexend"/>
              </a:rPr>
              <a:t>× 400</a:t>
            </a:r>
            <a:r>
              <a:rPr lang="en-GB" sz="1200">
                <a:latin typeface="Lexend"/>
                <a:ea typeface="Lexend"/>
                <a:cs typeface="Lexend"/>
                <a:sym typeface="Lexend"/>
              </a:rPr>
              <a:t>  </a:t>
            </a:r>
            <a:endParaRPr sz="1200">
              <a:latin typeface="Lexend"/>
              <a:ea typeface="Lexend"/>
              <a:cs typeface="Lexend"/>
              <a:sym typeface="Lexend"/>
            </a:endParaRPr>
          </a:p>
        </p:txBody>
      </p:sp>
      <p:sp>
        <p:nvSpPr>
          <p:cNvPr id="163" name="Google Shape;163;p20"/>
          <p:cNvSpPr/>
          <p:nvPr/>
        </p:nvSpPr>
        <p:spPr>
          <a:xfrm>
            <a:off x="960450" y="2425901"/>
            <a:ext cx="2004300" cy="308400"/>
          </a:xfrm>
          <a:prstGeom prst="roundRect">
            <a:avLst>
              <a:gd name="adj" fmla="val 16667"/>
            </a:avLst>
          </a:prstGeom>
          <a:noFill/>
          <a:ln w="3810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r>
              <a:rPr lang="en-GB" sz="1200">
                <a:latin typeface="Lexend"/>
                <a:ea typeface="Lexend"/>
                <a:cs typeface="Lexend"/>
                <a:sym typeface="Lexend"/>
              </a:rPr>
              <a:t>200 </a:t>
            </a:r>
            <a:r>
              <a:rPr lang="en-GB" sz="1200">
                <a:solidFill>
                  <a:srgbClr val="000000"/>
                </a:solidFill>
                <a:latin typeface="Lexend"/>
                <a:ea typeface="Lexend"/>
                <a:cs typeface="Lexend"/>
                <a:sym typeface="Lexend"/>
              </a:rPr>
              <a:t>× 4000</a:t>
            </a:r>
            <a:r>
              <a:rPr lang="en-GB" sz="1200">
                <a:latin typeface="Lexend"/>
                <a:ea typeface="Lexend"/>
                <a:cs typeface="Lexend"/>
                <a:sym typeface="Lexend"/>
              </a:rPr>
              <a:t>  </a:t>
            </a:r>
            <a:endParaRPr sz="1200">
              <a:latin typeface="Lexend"/>
              <a:ea typeface="Lexend"/>
              <a:cs typeface="Lexend"/>
              <a:sym typeface="Lexend"/>
            </a:endParaRPr>
          </a:p>
        </p:txBody>
      </p:sp>
      <p:sp>
        <p:nvSpPr>
          <p:cNvPr id="164" name="Google Shape;164;p20"/>
          <p:cNvSpPr/>
          <p:nvPr/>
        </p:nvSpPr>
        <p:spPr>
          <a:xfrm>
            <a:off x="960450" y="2830352"/>
            <a:ext cx="2004300" cy="308400"/>
          </a:xfrm>
          <a:prstGeom prst="roundRect">
            <a:avLst>
              <a:gd name="adj" fmla="val 16667"/>
            </a:avLst>
          </a:prstGeom>
          <a:noFill/>
          <a:ln w="3810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r>
              <a:rPr lang="en-GB" sz="1200">
                <a:latin typeface="Lexend"/>
                <a:ea typeface="Lexend"/>
                <a:cs typeface="Lexend"/>
                <a:sym typeface="Lexend"/>
              </a:rPr>
              <a:t>2 </a:t>
            </a:r>
            <a:r>
              <a:rPr lang="en-GB" sz="1200">
                <a:solidFill>
                  <a:srgbClr val="000000"/>
                </a:solidFill>
                <a:latin typeface="Lexend"/>
                <a:ea typeface="Lexend"/>
                <a:cs typeface="Lexend"/>
                <a:sym typeface="Lexend"/>
              </a:rPr>
              <a:t>× 40</a:t>
            </a:r>
            <a:r>
              <a:rPr lang="en-GB" sz="1200">
                <a:latin typeface="Lexend"/>
                <a:ea typeface="Lexend"/>
                <a:cs typeface="Lexend"/>
                <a:sym typeface="Lexend"/>
              </a:rPr>
              <a:t> </a:t>
            </a:r>
            <a:endParaRPr sz="1200">
              <a:latin typeface="Lexend"/>
              <a:ea typeface="Lexend"/>
              <a:cs typeface="Lexend"/>
              <a:sym typeface="Lexend"/>
            </a:endParaRPr>
          </a:p>
        </p:txBody>
      </p:sp>
      <p:sp>
        <p:nvSpPr>
          <p:cNvPr id="165" name="Google Shape;165;p20"/>
          <p:cNvSpPr/>
          <p:nvPr/>
        </p:nvSpPr>
        <p:spPr>
          <a:xfrm>
            <a:off x="960450" y="3234803"/>
            <a:ext cx="2004300" cy="308400"/>
          </a:xfrm>
          <a:prstGeom prst="roundRect">
            <a:avLst>
              <a:gd name="adj" fmla="val 16667"/>
            </a:avLst>
          </a:prstGeom>
          <a:noFill/>
          <a:ln w="3810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r>
              <a:rPr lang="en-GB" sz="1200">
                <a:latin typeface="Lexend"/>
                <a:ea typeface="Lexend"/>
                <a:cs typeface="Lexend"/>
                <a:sym typeface="Lexend"/>
              </a:rPr>
              <a:t>8000 </a:t>
            </a:r>
            <a:r>
              <a:rPr lang="en-GB" sz="1200">
                <a:solidFill>
                  <a:srgbClr val="000000"/>
                </a:solidFill>
                <a:latin typeface="Lexend"/>
                <a:ea typeface="Lexend"/>
                <a:cs typeface="Lexend"/>
                <a:sym typeface="Lexend"/>
              </a:rPr>
              <a:t>× 1000 </a:t>
            </a:r>
            <a:r>
              <a:rPr lang="en-GB" sz="1200">
                <a:latin typeface="Lexend"/>
                <a:ea typeface="Lexend"/>
                <a:cs typeface="Lexend"/>
                <a:sym typeface="Lexend"/>
              </a:rPr>
              <a:t>  </a:t>
            </a:r>
            <a:endParaRPr sz="1200">
              <a:latin typeface="Lexend"/>
              <a:ea typeface="Lexend"/>
              <a:cs typeface="Lexend"/>
              <a:sym typeface="Lexend"/>
            </a:endParaRPr>
          </a:p>
        </p:txBody>
      </p:sp>
      <p:sp>
        <p:nvSpPr>
          <p:cNvPr id="166" name="Google Shape;166;p20"/>
          <p:cNvSpPr/>
          <p:nvPr/>
        </p:nvSpPr>
        <p:spPr>
          <a:xfrm>
            <a:off x="4597475" y="2021450"/>
            <a:ext cx="2004300" cy="308400"/>
          </a:xfrm>
          <a:prstGeom prst="roundRect">
            <a:avLst>
              <a:gd name="adj" fmla="val 16667"/>
            </a:avLst>
          </a:prstGeom>
          <a:noFill/>
          <a:ln w="3810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r>
              <a:rPr lang="en-GB" sz="1200">
                <a:solidFill>
                  <a:srgbClr val="000000"/>
                </a:solidFill>
                <a:latin typeface="Lexend"/>
                <a:ea typeface="Lexend"/>
                <a:cs typeface="Lexend"/>
                <a:sym typeface="Lexend"/>
              </a:rPr>
              <a:t>8 × 10 </a:t>
            </a:r>
            <a:r>
              <a:rPr lang="en-GB" sz="1200">
                <a:latin typeface="Lexend"/>
                <a:ea typeface="Lexend"/>
                <a:cs typeface="Lexend"/>
                <a:sym typeface="Lexend"/>
              </a:rPr>
              <a:t>  </a:t>
            </a:r>
            <a:endParaRPr sz="1200">
              <a:latin typeface="Lexend"/>
              <a:ea typeface="Lexend"/>
              <a:cs typeface="Lexend"/>
              <a:sym typeface="Lexend"/>
            </a:endParaRPr>
          </a:p>
        </p:txBody>
      </p:sp>
      <p:sp>
        <p:nvSpPr>
          <p:cNvPr id="167" name="Google Shape;167;p20"/>
          <p:cNvSpPr/>
          <p:nvPr/>
        </p:nvSpPr>
        <p:spPr>
          <a:xfrm>
            <a:off x="4597475" y="2425901"/>
            <a:ext cx="2004300" cy="308400"/>
          </a:xfrm>
          <a:prstGeom prst="roundRect">
            <a:avLst>
              <a:gd name="adj" fmla="val 16667"/>
            </a:avLst>
          </a:prstGeom>
          <a:noFill/>
          <a:ln w="3810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r>
              <a:rPr lang="en-GB" sz="1200">
                <a:solidFill>
                  <a:srgbClr val="000000"/>
                </a:solidFill>
                <a:latin typeface="Lexend"/>
                <a:ea typeface="Lexend"/>
                <a:cs typeface="Lexend"/>
                <a:sym typeface="Lexend"/>
              </a:rPr>
              <a:t>8 × 10</a:t>
            </a:r>
            <a:r>
              <a:rPr lang="en-GB" sz="1200" baseline="30000">
                <a:solidFill>
                  <a:srgbClr val="000000"/>
                </a:solidFill>
                <a:latin typeface="Lexend"/>
                <a:ea typeface="Lexend"/>
                <a:cs typeface="Lexend"/>
                <a:sym typeface="Lexend"/>
              </a:rPr>
              <a:t>5</a:t>
            </a:r>
            <a:r>
              <a:rPr lang="en-GB" sz="1200">
                <a:solidFill>
                  <a:srgbClr val="000000"/>
                </a:solidFill>
                <a:latin typeface="Lexend"/>
                <a:ea typeface="Lexend"/>
                <a:cs typeface="Lexend"/>
                <a:sym typeface="Lexend"/>
              </a:rPr>
              <a:t> </a:t>
            </a:r>
            <a:r>
              <a:rPr lang="en-GB" sz="1200">
                <a:latin typeface="Lexend"/>
                <a:ea typeface="Lexend"/>
                <a:cs typeface="Lexend"/>
                <a:sym typeface="Lexend"/>
              </a:rPr>
              <a:t>  </a:t>
            </a:r>
            <a:endParaRPr sz="1200">
              <a:latin typeface="Lexend"/>
              <a:ea typeface="Lexend"/>
              <a:cs typeface="Lexend"/>
              <a:sym typeface="Lexend"/>
            </a:endParaRPr>
          </a:p>
        </p:txBody>
      </p:sp>
      <p:sp>
        <p:nvSpPr>
          <p:cNvPr id="168" name="Google Shape;168;p20"/>
          <p:cNvSpPr/>
          <p:nvPr/>
        </p:nvSpPr>
        <p:spPr>
          <a:xfrm>
            <a:off x="4597475" y="2830352"/>
            <a:ext cx="2004300" cy="308400"/>
          </a:xfrm>
          <a:prstGeom prst="roundRect">
            <a:avLst>
              <a:gd name="adj" fmla="val 16667"/>
            </a:avLst>
          </a:prstGeom>
          <a:noFill/>
          <a:ln w="3810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r>
              <a:rPr lang="en-GB" sz="1200">
                <a:latin typeface="Lexend"/>
                <a:ea typeface="Lexend"/>
                <a:cs typeface="Lexend"/>
                <a:sym typeface="Lexend"/>
              </a:rPr>
              <a:t>8 </a:t>
            </a:r>
            <a:r>
              <a:rPr lang="en-GB" sz="1200">
                <a:solidFill>
                  <a:srgbClr val="000000"/>
                </a:solidFill>
                <a:latin typeface="Lexend"/>
                <a:ea typeface="Lexend"/>
                <a:cs typeface="Lexend"/>
                <a:sym typeface="Lexend"/>
              </a:rPr>
              <a:t>× 10</a:t>
            </a:r>
            <a:r>
              <a:rPr lang="en-GB" sz="1200" baseline="30000">
                <a:solidFill>
                  <a:srgbClr val="000000"/>
                </a:solidFill>
                <a:latin typeface="Lexend"/>
                <a:ea typeface="Lexend"/>
                <a:cs typeface="Lexend"/>
                <a:sym typeface="Lexend"/>
              </a:rPr>
              <a:t>4</a:t>
            </a:r>
            <a:r>
              <a:rPr lang="en-GB" sz="1200">
                <a:latin typeface="Lexend"/>
                <a:ea typeface="Lexend"/>
                <a:cs typeface="Lexend"/>
                <a:sym typeface="Lexend"/>
              </a:rPr>
              <a:t> </a:t>
            </a:r>
            <a:endParaRPr sz="1200">
              <a:latin typeface="Lexend"/>
              <a:ea typeface="Lexend"/>
              <a:cs typeface="Lexend"/>
              <a:sym typeface="Lexend"/>
            </a:endParaRPr>
          </a:p>
        </p:txBody>
      </p:sp>
      <p:sp>
        <p:nvSpPr>
          <p:cNvPr id="169" name="Google Shape;169;p20"/>
          <p:cNvSpPr/>
          <p:nvPr/>
        </p:nvSpPr>
        <p:spPr>
          <a:xfrm>
            <a:off x="4597475" y="3234803"/>
            <a:ext cx="2004300" cy="308400"/>
          </a:xfrm>
          <a:prstGeom prst="roundRect">
            <a:avLst>
              <a:gd name="adj" fmla="val 16667"/>
            </a:avLst>
          </a:prstGeom>
          <a:noFill/>
          <a:ln w="3810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Clr>
                <a:srgbClr val="000000"/>
              </a:buClr>
              <a:buSzPts val="1100"/>
              <a:buFont typeface="Arial"/>
              <a:buNone/>
            </a:pPr>
            <a:r>
              <a:rPr lang="en-GB" sz="1200">
                <a:solidFill>
                  <a:srgbClr val="000000"/>
                </a:solidFill>
                <a:latin typeface="Lexend"/>
                <a:ea typeface="Lexend"/>
                <a:cs typeface="Lexend"/>
                <a:sym typeface="Lexend"/>
              </a:rPr>
              <a:t>8 × 10</a:t>
            </a:r>
            <a:r>
              <a:rPr lang="en-GB" sz="1200" baseline="30000">
                <a:solidFill>
                  <a:srgbClr val="000000"/>
                </a:solidFill>
                <a:latin typeface="Lexend"/>
                <a:ea typeface="Lexend"/>
                <a:cs typeface="Lexend"/>
                <a:sym typeface="Lexend"/>
              </a:rPr>
              <a:t>6</a:t>
            </a:r>
            <a:r>
              <a:rPr lang="en-GB" sz="1200">
                <a:solidFill>
                  <a:srgbClr val="000000"/>
                </a:solidFill>
                <a:latin typeface="Lexend"/>
                <a:ea typeface="Lexend"/>
                <a:cs typeface="Lexend"/>
                <a:sym typeface="Lexend"/>
              </a:rPr>
              <a:t> </a:t>
            </a:r>
            <a:endParaRPr sz="1200">
              <a:latin typeface="Lexend"/>
              <a:ea typeface="Lexend"/>
              <a:cs typeface="Lexend"/>
              <a:sym typeface="Lexend"/>
            </a:endParaRPr>
          </a:p>
        </p:txBody>
      </p:sp>
      <p:sp>
        <p:nvSpPr>
          <p:cNvPr id="170" name="Google Shape;170;p20"/>
          <p:cNvSpPr txBox="1"/>
          <p:nvPr/>
        </p:nvSpPr>
        <p:spPr>
          <a:xfrm>
            <a:off x="476400" y="3731100"/>
            <a:ext cx="5108400" cy="167100"/>
          </a:xfrm>
          <a:prstGeom prst="rect">
            <a:avLst/>
          </a:prstGeom>
          <a:noFill/>
          <a:ln>
            <a:noFill/>
          </a:ln>
        </p:spPr>
        <p:txBody>
          <a:bodyPr spcFirstLastPara="1" wrap="square" lIns="0" tIns="0" rIns="0" bIns="0" anchor="t" anchorCtr="0">
            <a:noAutofit/>
          </a:bodyPr>
          <a:lstStyle/>
          <a:p>
            <a:pPr marL="0" lvl="0" indent="0" algn="l" rtl="0">
              <a:lnSpc>
                <a:spcPct val="115000"/>
              </a:lnSpc>
              <a:spcBef>
                <a:spcPct val="0"/>
              </a:spcBef>
              <a:spcAft>
                <a:spcPts val="1000"/>
              </a:spcAft>
              <a:buNone/>
            </a:pPr>
            <a:r>
              <a:rPr lang="en-GB" sz="1200">
                <a:solidFill>
                  <a:srgbClr val="000000"/>
                </a:solidFill>
                <a:latin typeface="Lexend"/>
                <a:ea typeface="Lexend"/>
                <a:cs typeface="Lexend"/>
                <a:sym typeface="Lexend"/>
              </a:rPr>
              <a:t>2) Match the calculation with the calculation using exponential form.</a:t>
            </a:r>
            <a:endParaRPr sz="1200">
              <a:solidFill>
                <a:srgbClr val="000000"/>
              </a:solidFill>
              <a:latin typeface="Lexend"/>
              <a:ea typeface="Lexend"/>
              <a:cs typeface="Lexend"/>
              <a:sym typeface="Lexend"/>
            </a:endParaRPr>
          </a:p>
        </p:txBody>
      </p:sp>
      <p:sp>
        <p:nvSpPr>
          <p:cNvPr id="171" name="Google Shape;171;p20"/>
          <p:cNvSpPr/>
          <p:nvPr/>
        </p:nvSpPr>
        <p:spPr>
          <a:xfrm>
            <a:off x="989025" y="4002650"/>
            <a:ext cx="2004300" cy="311400"/>
          </a:xfrm>
          <a:prstGeom prst="roundRect">
            <a:avLst>
              <a:gd name="adj" fmla="val 16667"/>
            </a:avLst>
          </a:prstGeom>
          <a:noFill/>
          <a:ln w="3810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r>
              <a:rPr lang="en-GB" sz="1200">
                <a:latin typeface="Lexend"/>
                <a:ea typeface="Lexend"/>
                <a:cs typeface="Lexend"/>
                <a:sym typeface="Lexend"/>
              </a:rPr>
              <a:t>200 </a:t>
            </a:r>
            <a:r>
              <a:rPr lang="en-GB" sz="1200">
                <a:solidFill>
                  <a:srgbClr val="000000"/>
                </a:solidFill>
                <a:latin typeface="Lexend"/>
                <a:ea typeface="Lexend"/>
                <a:cs typeface="Lexend"/>
                <a:sym typeface="Lexend"/>
              </a:rPr>
              <a:t>× 600</a:t>
            </a:r>
            <a:r>
              <a:rPr lang="en-GB" sz="1200">
                <a:latin typeface="Lexend"/>
                <a:ea typeface="Lexend"/>
                <a:cs typeface="Lexend"/>
                <a:sym typeface="Lexend"/>
              </a:rPr>
              <a:t>  </a:t>
            </a:r>
            <a:endParaRPr sz="1200">
              <a:latin typeface="Lexend"/>
              <a:ea typeface="Lexend"/>
              <a:cs typeface="Lexend"/>
              <a:sym typeface="Lexend"/>
            </a:endParaRPr>
          </a:p>
        </p:txBody>
      </p:sp>
      <p:sp>
        <p:nvSpPr>
          <p:cNvPr id="172" name="Google Shape;172;p20"/>
          <p:cNvSpPr/>
          <p:nvPr/>
        </p:nvSpPr>
        <p:spPr>
          <a:xfrm>
            <a:off x="989025" y="4410842"/>
            <a:ext cx="2004300" cy="311400"/>
          </a:xfrm>
          <a:prstGeom prst="roundRect">
            <a:avLst>
              <a:gd name="adj" fmla="val 16667"/>
            </a:avLst>
          </a:prstGeom>
          <a:noFill/>
          <a:ln w="3810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r>
              <a:rPr lang="en-GB" sz="1200">
                <a:latin typeface="Lexend"/>
                <a:ea typeface="Lexend"/>
                <a:cs typeface="Lexend"/>
                <a:sym typeface="Lexend"/>
              </a:rPr>
              <a:t>200 </a:t>
            </a:r>
            <a:r>
              <a:rPr lang="en-GB" sz="1200">
                <a:solidFill>
                  <a:srgbClr val="000000"/>
                </a:solidFill>
                <a:latin typeface="Lexend"/>
                <a:ea typeface="Lexend"/>
                <a:cs typeface="Lexend"/>
                <a:sym typeface="Lexend"/>
              </a:rPr>
              <a:t>× 6000</a:t>
            </a:r>
            <a:r>
              <a:rPr lang="en-GB" sz="1200">
                <a:latin typeface="Lexend"/>
                <a:ea typeface="Lexend"/>
                <a:cs typeface="Lexend"/>
                <a:sym typeface="Lexend"/>
              </a:rPr>
              <a:t>  </a:t>
            </a:r>
            <a:endParaRPr sz="1200">
              <a:latin typeface="Lexend"/>
              <a:ea typeface="Lexend"/>
              <a:cs typeface="Lexend"/>
              <a:sym typeface="Lexend"/>
            </a:endParaRPr>
          </a:p>
        </p:txBody>
      </p:sp>
      <p:sp>
        <p:nvSpPr>
          <p:cNvPr id="173" name="Google Shape;173;p20"/>
          <p:cNvSpPr/>
          <p:nvPr/>
        </p:nvSpPr>
        <p:spPr>
          <a:xfrm>
            <a:off x="989025" y="4819034"/>
            <a:ext cx="2004300" cy="311400"/>
          </a:xfrm>
          <a:prstGeom prst="roundRect">
            <a:avLst>
              <a:gd name="adj" fmla="val 16667"/>
            </a:avLst>
          </a:prstGeom>
          <a:noFill/>
          <a:ln w="3810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r>
              <a:rPr lang="en-GB" sz="1200">
                <a:latin typeface="Lexend"/>
                <a:ea typeface="Lexend"/>
                <a:cs typeface="Lexend"/>
                <a:sym typeface="Lexend"/>
              </a:rPr>
              <a:t>2 </a:t>
            </a:r>
            <a:r>
              <a:rPr lang="en-GB" sz="1200">
                <a:solidFill>
                  <a:srgbClr val="000000"/>
                </a:solidFill>
                <a:latin typeface="Lexend"/>
                <a:ea typeface="Lexend"/>
                <a:cs typeface="Lexend"/>
                <a:sym typeface="Lexend"/>
              </a:rPr>
              <a:t>× 60</a:t>
            </a:r>
            <a:r>
              <a:rPr lang="en-GB" sz="1200">
                <a:latin typeface="Lexend"/>
                <a:ea typeface="Lexend"/>
                <a:cs typeface="Lexend"/>
                <a:sym typeface="Lexend"/>
              </a:rPr>
              <a:t> </a:t>
            </a:r>
            <a:endParaRPr sz="1200">
              <a:latin typeface="Lexend"/>
              <a:ea typeface="Lexend"/>
              <a:cs typeface="Lexend"/>
              <a:sym typeface="Lexend"/>
            </a:endParaRPr>
          </a:p>
        </p:txBody>
      </p:sp>
      <p:sp>
        <p:nvSpPr>
          <p:cNvPr id="174" name="Google Shape;174;p20"/>
          <p:cNvSpPr/>
          <p:nvPr/>
        </p:nvSpPr>
        <p:spPr>
          <a:xfrm>
            <a:off x="989025" y="5227226"/>
            <a:ext cx="2004300" cy="311400"/>
          </a:xfrm>
          <a:prstGeom prst="roundRect">
            <a:avLst>
              <a:gd name="adj" fmla="val 16667"/>
            </a:avLst>
          </a:prstGeom>
          <a:noFill/>
          <a:ln w="3810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r>
              <a:rPr lang="en-GB" sz="1200">
                <a:latin typeface="Lexend"/>
                <a:ea typeface="Lexend"/>
                <a:cs typeface="Lexend"/>
                <a:sym typeface="Lexend"/>
              </a:rPr>
              <a:t>3000 </a:t>
            </a:r>
            <a:r>
              <a:rPr lang="en-GB" sz="1200">
                <a:solidFill>
                  <a:srgbClr val="000000"/>
                </a:solidFill>
                <a:latin typeface="Lexend"/>
                <a:ea typeface="Lexend"/>
                <a:cs typeface="Lexend"/>
                <a:sym typeface="Lexend"/>
              </a:rPr>
              <a:t>× 4000 </a:t>
            </a:r>
            <a:r>
              <a:rPr lang="en-GB" sz="1200">
                <a:latin typeface="Lexend"/>
                <a:ea typeface="Lexend"/>
                <a:cs typeface="Lexend"/>
                <a:sym typeface="Lexend"/>
              </a:rPr>
              <a:t>  </a:t>
            </a:r>
            <a:endParaRPr sz="1200">
              <a:latin typeface="Lexend"/>
              <a:ea typeface="Lexend"/>
              <a:cs typeface="Lexend"/>
              <a:sym typeface="Lexend"/>
            </a:endParaRPr>
          </a:p>
        </p:txBody>
      </p:sp>
      <p:sp>
        <p:nvSpPr>
          <p:cNvPr id="175" name="Google Shape;175;p20"/>
          <p:cNvSpPr/>
          <p:nvPr/>
        </p:nvSpPr>
        <p:spPr>
          <a:xfrm>
            <a:off x="4626050" y="4002650"/>
            <a:ext cx="2004300" cy="311400"/>
          </a:xfrm>
          <a:prstGeom prst="roundRect">
            <a:avLst>
              <a:gd name="adj" fmla="val 16667"/>
            </a:avLst>
          </a:prstGeom>
          <a:noFill/>
          <a:ln w="3810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r>
              <a:rPr lang="en-GB" sz="1200">
                <a:latin typeface="Lexend"/>
                <a:ea typeface="Lexend"/>
                <a:cs typeface="Lexend"/>
                <a:sym typeface="Lexend"/>
              </a:rPr>
              <a:t>12 </a:t>
            </a:r>
            <a:r>
              <a:rPr lang="en-GB" sz="1200">
                <a:solidFill>
                  <a:srgbClr val="000000"/>
                </a:solidFill>
                <a:latin typeface="Lexend"/>
                <a:ea typeface="Lexend"/>
                <a:cs typeface="Lexend"/>
                <a:sym typeface="Lexend"/>
              </a:rPr>
              <a:t>× 10</a:t>
            </a:r>
            <a:r>
              <a:rPr lang="en-GB" sz="1200" baseline="30000">
                <a:solidFill>
                  <a:srgbClr val="000000"/>
                </a:solidFill>
                <a:latin typeface="Lexend"/>
                <a:ea typeface="Lexend"/>
                <a:cs typeface="Lexend"/>
                <a:sym typeface="Lexend"/>
              </a:rPr>
              <a:t>4</a:t>
            </a:r>
            <a:r>
              <a:rPr lang="en-GB" sz="1200">
                <a:latin typeface="Lexend"/>
                <a:ea typeface="Lexend"/>
                <a:cs typeface="Lexend"/>
                <a:sym typeface="Lexend"/>
              </a:rPr>
              <a:t>   </a:t>
            </a:r>
            <a:endParaRPr sz="1200">
              <a:latin typeface="Lexend"/>
              <a:ea typeface="Lexend"/>
              <a:cs typeface="Lexend"/>
              <a:sym typeface="Lexend"/>
            </a:endParaRPr>
          </a:p>
        </p:txBody>
      </p:sp>
      <p:sp>
        <p:nvSpPr>
          <p:cNvPr id="176" name="Google Shape;176;p20"/>
          <p:cNvSpPr/>
          <p:nvPr/>
        </p:nvSpPr>
        <p:spPr>
          <a:xfrm>
            <a:off x="4626050" y="4410842"/>
            <a:ext cx="2004300" cy="311400"/>
          </a:xfrm>
          <a:prstGeom prst="roundRect">
            <a:avLst>
              <a:gd name="adj" fmla="val 16667"/>
            </a:avLst>
          </a:prstGeom>
          <a:noFill/>
          <a:ln w="3810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r>
              <a:rPr lang="en-GB" sz="1200">
                <a:latin typeface="Lexend"/>
                <a:ea typeface="Lexend"/>
                <a:cs typeface="Lexend"/>
                <a:sym typeface="Lexend"/>
              </a:rPr>
              <a:t>1.2 </a:t>
            </a:r>
            <a:r>
              <a:rPr lang="en-GB" sz="1200">
                <a:solidFill>
                  <a:srgbClr val="000000"/>
                </a:solidFill>
                <a:latin typeface="Lexend"/>
                <a:ea typeface="Lexend"/>
                <a:cs typeface="Lexend"/>
                <a:sym typeface="Lexend"/>
              </a:rPr>
              <a:t>× 10</a:t>
            </a:r>
            <a:r>
              <a:rPr lang="en-GB" sz="1200" baseline="30000">
                <a:solidFill>
                  <a:srgbClr val="000000"/>
                </a:solidFill>
                <a:latin typeface="Lexend"/>
                <a:ea typeface="Lexend"/>
                <a:cs typeface="Lexend"/>
                <a:sym typeface="Lexend"/>
              </a:rPr>
              <a:t>2 </a:t>
            </a:r>
            <a:r>
              <a:rPr lang="en-GB" sz="1200">
                <a:latin typeface="Lexend"/>
                <a:ea typeface="Lexend"/>
                <a:cs typeface="Lexend"/>
                <a:sym typeface="Lexend"/>
              </a:rPr>
              <a:t> </a:t>
            </a:r>
            <a:endParaRPr sz="1200">
              <a:latin typeface="Lexend"/>
              <a:ea typeface="Lexend"/>
              <a:cs typeface="Lexend"/>
              <a:sym typeface="Lexend"/>
            </a:endParaRPr>
          </a:p>
        </p:txBody>
      </p:sp>
      <p:sp>
        <p:nvSpPr>
          <p:cNvPr id="177" name="Google Shape;177;p20"/>
          <p:cNvSpPr/>
          <p:nvPr/>
        </p:nvSpPr>
        <p:spPr>
          <a:xfrm>
            <a:off x="4626050" y="4819034"/>
            <a:ext cx="2004300" cy="311400"/>
          </a:xfrm>
          <a:prstGeom prst="roundRect">
            <a:avLst>
              <a:gd name="adj" fmla="val 16667"/>
            </a:avLst>
          </a:prstGeom>
          <a:noFill/>
          <a:ln w="3810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r>
              <a:rPr lang="en-GB" sz="1200">
                <a:solidFill>
                  <a:srgbClr val="000000"/>
                </a:solidFill>
                <a:latin typeface="Lexend"/>
                <a:ea typeface="Lexend"/>
                <a:cs typeface="Lexend"/>
                <a:sym typeface="Lexend"/>
              </a:rPr>
              <a:t>12 × 10</a:t>
            </a:r>
            <a:r>
              <a:rPr lang="en-GB" sz="1200" baseline="30000">
                <a:solidFill>
                  <a:srgbClr val="000000"/>
                </a:solidFill>
                <a:latin typeface="Lexend"/>
                <a:ea typeface="Lexend"/>
                <a:cs typeface="Lexend"/>
                <a:sym typeface="Lexend"/>
              </a:rPr>
              <a:t>5 </a:t>
            </a:r>
            <a:r>
              <a:rPr lang="en-GB" sz="1200">
                <a:solidFill>
                  <a:srgbClr val="000000"/>
                </a:solidFill>
                <a:latin typeface="Lexend"/>
                <a:ea typeface="Lexend"/>
                <a:cs typeface="Lexend"/>
                <a:sym typeface="Lexend"/>
              </a:rPr>
              <a:t> </a:t>
            </a:r>
            <a:r>
              <a:rPr lang="en-GB" sz="1200">
                <a:latin typeface="Lexend"/>
                <a:ea typeface="Lexend"/>
                <a:cs typeface="Lexend"/>
                <a:sym typeface="Lexend"/>
              </a:rPr>
              <a:t> </a:t>
            </a:r>
            <a:endParaRPr sz="1200">
              <a:latin typeface="Lexend"/>
              <a:ea typeface="Lexend"/>
              <a:cs typeface="Lexend"/>
              <a:sym typeface="Lexend"/>
            </a:endParaRPr>
          </a:p>
        </p:txBody>
      </p:sp>
      <p:sp>
        <p:nvSpPr>
          <p:cNvPr id="178" name="Google Shape;178;p20"/>
          <p:cNvSpPr/>
          <p:nvPr/>
        </p:nvSpPr>
        <p:spPr>
          <a:xfrm>
            <a:off x="4626050" y="5227226"/>
            <a:ext cx="2004300" cy="311400"/>
          </a:xfrm>
          <a:prstGeom prst="roundRect">
            <a:avLst>
              <a:gd name="adj" fmla="val 16667"/>
            </a:avLst>
          </a:prstGeom>
          <a:noFill/>
          <a:ln w="3810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r>
              <a:rPr lang="en-GB" sz="1200">
                <a:solidFill>
                  <a:srgbClr val="000000"/>
                </a:solidFill>
                <a:latin typeface="Lexend"/>
                <a:ea typeface="Lexend"/>
                <a:cs typeface="Lexend"/>
                <a:sym typeface="Lexend"/>
              </a:rPr>
              <a:t>1.2 × 10</a:t>
            </a:r>
            <a:r>
              <a:rPr lang="en-GB" sz="1200" baseline="30000">
                <a:solidFill>
                  <a:srgbClr val="000000"/>
                </a:solidFill>
                <a:latin typeface="Lexend"/>
                <a:ea typeface="Lexend"/>
                <a:cs typeface="Lexend"/>
                <a:sym typeface="Lexend"/>
              </a:rPr>
              <a:t>7</a:t>
            </a:r>
            <a:r>
              <a:rPr lang="en-GB" sz="1200">
                <a:solidFill>
                  <a:srgbClr val="000000"/>
                </a:solidFill>
                <a:latin typeface="Lexend"/>
                <a:ea typeface="Lexend"/>
                <a:cs typeface="Lexend"/>
                <a:sym typeface="Lexend"/>
              </a:rPr>
              <a:t> </a:t>
            </a:r>
            <a:r>
              <a:rPr lang="en-GB" sz="1200">
                <a:latin typeface="Lexend"/>
                <a:ea typeface="Lexend"/>
                <a:cs typeface="Lexend"/>
                <a:sym typeface="Lexend"/>
              </a:rPr>
              <a:t>  </a:t>
            </a:r>
            <a:endParaRPr sz="1200">
              <a:latin typeface="Lexend"/>
              <a:ea typeface="Lexend"/>
              <a:cs typeface="Lexend"/>
              <a:sym typeface="Lexend"/>
            </a:endParaRPr>
          </a:p>
        </p:txBody>
      </p:sp>
      <p:sp>
        <p:nvSpPr>
          <p:cNvPr id="179" name="Google Shape;179;p20"/>
          <p:cNvSpPr txBox="1"/>
          <p:nvPr/>
        </p:nvSpPr>
        <p:spPr>
          <a:xfrm>
            <a:off x="476400" y="5940900"/>
            <a:ext cx="6624000" cy="534300"/>
          </a:xfrm>
          <a:prstGeom prst="rect">
            <a:avLst/>
          </a:prstGeom>
          <a:noFill/>
          <a:ln>
            <a:noFill/>
          </a:ln>
        </p:spPr>
        <p:txBody>
          <a:bodyPr spcFirstLastPara="1" wrap="square" lIns="0" tIns="0" rIns="0" bIns="0" anchor="t" anchorCtr="0">
            <a:noAutofit/>
          </a:bodyPr>
          <a:lstStyle/>
          <a:p>
            <a:pPr marL="0" lvl="0" indent="0" algn="l" rtl="0">
              <a:lnSpc>
                <a:spcPct val="115000"/>
              </a:lnSpc>
              <a:spcBef>
                <a:spcPct val="0"/>
              </a:spcBef>
              <a:spcAft>
                <a:spcPct val="0"/>
              </a:spcAft>
              <a:buNone/>
            </a:pPr>
            <a:r>
              <a:rPr lang="en-GB" sz="1200">
                <a:solidFill>
                  <a:srgbClr val="000000"/>
                </a:solidFill>
                <a:latin typeface="Lexend"/>
                <a:ea typeface="Lexend"/>
                <a:cs typeface="Lexend"/>
                <a:sym typeface="Lexend"/>
              </a:rPr>
              <a:t>3) Fill in the missing numbers. Make sure to show your working out.</a:t>
            </a:r>
            <a:endParaRPr sz="1200">
              <a:solidFill>
                <a:srgbClr val="000000"/>
              </a:solidFill>
              <a:latin typeface="Lexend"/>
              <a:ea typeface="Lexend"/>
              <a:cs typeface="Lexend"/>
              <a:sym typeface="Lexend"/>
            </a:endParaRPr>
          </a:p>
          <a:p>
            <a:pPr marL="457200" lvl="0" indent="0" algn="l" rtl="0">
              <a:lnSpc>
                <a:spcPct val="115000"/>
              </a:lnSpc>
              <a:spcBef>
                <a:spcPts val="1000"/>
              </a:spcBef>
              <a:spcAft>
                <a:spcPct val="0"/>
              </a:spcAft>
              <a:buNone/>
            </a:pPr>
            <a:r>
              <a:rPr lang="en-GB" sz="1200">
                <a:latin typeface="Lexend"/>
                <a:ea typeface="Lexend"/>
                <a:cs typeface="Lexend"/>
                <a:sym typeface="Lexend"/>
              </a:rPr>
              <a:t>a)	</a:t>
            </a:r>
            <a:r>
              <a:rPr lang="en-GB" sz="1200">
                <a:solidFill>
                  <a:srgbClr val="000000"/>
                </a:solidFill>
                <a:latin typeface="Lexend"/>
                <a:ea typeface="Lexend"/>
                <a:cs typeface="Lexend"/>
                <a:sym typeface="Lexend"/>
              </a:rPr>
              <a:t>9000 × 100 = 9 × 10</a:t>
            </a:r>
            <a:r>
              <a:rPr lang="en-GB" sz="1200" baseline="30000">
                <a:solidFill>
                  <a:srgbClr val="000000"/>
                </a:solidFill>
                <a:latin typeface="Lexend"/>
                <a:ea typeface="Lexend"/>
                <a:cs typeface="Lexend"/>
                <a:sym typeface="Lexend"/>
              </a:rPr>
              <a:t>⬚</a:t>
            </a:r>
            <a:endParaRPr sz="1200">
              <a:solidFill>
                <a:srgbClr val="000000"/>
              </a:solidFill>
              <a:latin typeface="Lexend"/>
              <a:ea typeface="Lexend"/>
              <a:cs typeface="Lexend"/>
              <a:sym typeface="Lexend"/>
            </a:endParaRPr>
          </a:p>
          <a:p>
            <a:pPr marL="0" lvl="0" indent="0" algn="l" rtl="0">
              <a:lnSpc>
                <a:spcPct val="115000"/>
              </a:lnSpc>
              <a:spcBef>
                <a:spcPts val="1000"/>
              </a:spcBef>
              <a:spcAft>
                <a:spcPts val="1000"/>
              </a:spcAft>
              <a:buNone/>
            </a:pPr>
            <a:endParaRPr sz="1200">
              <a:latin typeface="Lexend"/>
              <a:ea typeface="Lexend"/>
              <a:cs typeface="Lexend"/>
              <a:sym typeface="Lexend"/>
            </a:endParaRPr>
          </a:p>
        </p:txBody>
      </p:sp>
      <p:sp>
        <p:nvSpPr>
          <p:cNvPr id="180" name="Google Shape;180;p20"/>
          <p:cNvSpPr txBox="1"/>
          <p:nvPr/>
        </p:nvSpPr>
        <p:spPr>
          <a:xfrm>
            <a:off x="3699925" y="6261100"/>
            <a:ext cx="3183600" cy="184800"/>
          </a:xfrm>
          <a:prstGeom prst="rect">
            <a:avLst/>
          </a:prstGeom>
          <a:noFill/>
          <a:ln>
            <a:noFill/>
          </a:ln>
        </p:spPr>
        <p:txBody>
          <a:bodyPr spcFirstLastPara="1" wrap="square" lIns="0" tIns="0" rIns="0" bIns="0" anchor="t" anchorCtr="0">
            <a:spAutoFit/>
          </a:bodyPr>
          <a:lstStyle/>
          <a:p>
            <a:pPr marL="0" lvl="0" indent="457200" algn="l" rtl="0">
              <a:lnSpc>
                <a:spcPct val="115000"/>
              </a:lnSpc>
              <a:spcBef>
                <a:spcPct val="0"/>
              </a:spcBef>
              <a:spcAft>
                <a:spcPts val="1000"/>
              </a:spcAft>
              <a:buNone/>
            </a:pPr>
            <a:r>
              <a:rPr lang="en-GB" sz="1200">
                <a:solidFill>
                  <a:srgbClr val="000000"/>
                </a:solidFill>
                <a:latin typeface="Lexend"/>
                <a:ea typeface="Lexend"/>
                <a:cs typeface="Lexend"/>
                <a:sym typeface="Lexend"/>
              </a:rPr>
              <a:t>b)	300 × 250 = 75 × 10</a:t>
            </a:r>
            <a:r>
              <a:rPr lang="en-GB" sz="1200" baseline="30000">
                <a:solidFill>
                  <a:srgbClr val="000000"/>
                </a:solidFill>
                <a:latin typeface="Lexend"/>
                <a:ea typeface="Lexend"/>
                <a:cs typeface="Lexend"/>
                <a:sym typeface="Lexend"/>
              </a:rPr>
              <a:t>⬚ </a:t>
            </a:r>
            <a:r>
              <a:rPr lang="en-GB" sz="1200">
                <a:solidFill>
                  <a:srgbClr val="000000"/>
                </a:solidFill>
                <a:latin typeface="Lexend"/>
                <a:ea typeface="Lexend"/>
                <a:cs typeface="Lexend"/>
                <a:sym typeface="Lexend"/>
              </a:rPr>
              <a:t> = 7.5 × 10</a:t>
            </a:r>
            <a:r>
              <a:rPr lang="en-GB" sz="1200" baseline="30000">
                <a:solidFill>
                  <a:srgbClr val="000000"/>
                </a:solidFill>
                <a:latin typeface="Lexend"/>
                <a:ea typeface="Lexend"/>
                <a:cs typeface="Lexend"/>
                <a:sym typeface="Lexend"/>
              </a:rPr>
              <a:t>⬚</a:t>
            </a:r>
            <a:endParaRPr sz="1200">
              <a:solidFill>
                <a:srgbClr val="000000"/>
              </a:solidFill>
              <a:latin typeface="Lexend"/>
              <a:ea typeface="Lexend"/>
              <a:cs typeface="Lexend"/>
              <a:sym typeface="Lexend"/>
            </a:endParaRPr>
          </a:p>
        </p:txBody>
      </p:sp>
      <p:sp>
        <p:nvSpPr>
          <p:cNvPr id="181" name="Google Shape;181;p20"/>
          <p:cNvSpPr txBox="1"/>
          <p:nvPr/>
        </p:nvSpPr>
        <p:spPr>
          <a:xfrm>
            <a:off x="423325" y="8089900"/>
            <a:ext cx="3183600" cy="184800"/>
          </a:xfrm>
          <a:prstGeom prst="rect">
            <a:avLst/>
          </a:prstGeom>
          <a:noFill/>
          <a:ln>
            <a:noFill/>
          </a:ln>
        </p:spPr>
        <p:txBody>
          <a:bodyPr spcFirstLastPara="1" wrap="square" lIns="0" tIns="0" rIns="0" bIns="0" anchor="t" anchorCtr="0">
            <a:spAutoFit/>
          </a:bodyPr>
          <a:lstStyle/>
          <a:p>
            <a:pPr marL="457200" lvl="0" indent="0" algn="ctr" rtl="0">
              <a:lnSpc>
                <a:spcPct val="115000"/>
              </a:lnSpc>
              <a:spcBef>
                <a:spcPct val="0"/>
              </a:spcBef>
              <a:spcAft>
                <a:spcPts val="1000"/>
              </a:spcAft>
              <a:buNone/>
            </a:pPr>
            <a:r>
              <a:rPr lang="en-GB" sz="1200">
                <a:solidFill>
                  <a:srgbClr val="000000"/>
                </a:solidFill>
                <a:latin typeface="Lexend"/>
                <a:ea typeface="Lexend"/>
                <a:cs typeface="Lexend"/>
                <a:sym typeface="Lexend"/>
              </a:rPr>
              <a:t>c) 4000 × 1500 = 60 × 10</a:t>
            </a:r>
            <a:r>
              <a:rPr lang="en-GB" sz="1200" baseline="30000">
                <a:solidFill>
                  <a:srgbClr val="000000"/>
                </a:solidFill>
                <a:latin typeface="Lexend"/>
                <a:ea typeface="Lexend"/>
                <a:cs typeface="Lexend"/>
                <a:sym typeface="Lexend"/>
              </a:rPr>
              <a:t>⬚ </a:t>
            </a:r>
            <a:r>
              <a:rPr lang="en-GB" sz="1200">
                <a:solidFill>
                  <a:srgbClr val="000000"/>
                </a:solidFill>
                <a:latin typeface="Lexend"/>
                <a:ea typeface="Lexend"/>
                <a:cs typeface="Lexend"/>
                <a:sym typeface="Lexend"/>
              </a:rPr>
              <a:t> = 6 × 10</a:t>
            </a:r>
            <a:r>
              <a:rPr lang="en-GB" sz="1200" baseline="30000">
                <a:solidFill>
                  <a:srgbClr val="000000"/>
                </a:solidFill>
                <a:latin typeface="Lexend"/>
                <a:ea typeface="Lexend"/>
                <a:cs typeface="Lexend"/>
                <a:sym typeface="Lexend"/>
              </a:rPr>
              <a:t>⬚ </a:t>
            </a:r>
            <a:r>
              <a:rPr lang="en-GB" sz="1200">
                <a:solidFill>
                  <a:srgbClr val="000000"/>
                </a:solidFill>
                <a:latin typeface="Lexend"/>
                <a:ea typeface="Lexend"/>
                <a:cs typeface="Lexend"/>
                <a:sym typeface="Lexend"/>
              </a:rPr>
              <a:t> </a:t>
            </a:r>
            <a:endParaRPr sz="1200">
              <a:solidFill>
                <a:srgbClr val="000000"/>
              </a:solidFill>
              <a:latin typeface="Lexend"/>
              <a:ea typeface="Lexend"/>
              <a:cs typeface="Lexend"/>
              <a:sym typeface="Lexend"/>
            </a:endParaRPr>
          </a:p>
        </p:txBody>
      </p:sp>
      <p:sp>
        <p:nvSpPr>
          <p:cNvPr id="182" name="Google Shape;182;p20"/>
          <p:cNvSpPr txBox="1"/>
          <p:nvPr/>
        </p:nvSpPr>
        <p:spPr>
          <a:xfrm>
            <a:off x="520900" y="1408075"/>
            <a:ext cx="4863900" cy="215400"/>
          </a:xfrm>
          <a:prstGeom prst="rect">
            <a:avLst/>
          </a:prstGeom>
          <a:noFill/>
          <a:ln>
            <a:noFill/>
          </a:ln>
        </p:spPr>
        <p:txBody>
          <a:bodyPr spcFirstLastPara="1" wrap="square" lIns="0" tIns="0" rIns="0" bIns="0" anchor="t" anchorCtr="0">
            <a:spAutoFit/>
          </a:bodyPr>
          <a:lstStyle/>
          <a:p>
            <a:pPr marL="0" lvl="0" indent="0" algn="l" rtl="0">
              <a:spcBef>
                <a:spcPct val="0"/>
              </a:spcBef>
              <a:spcAft>
                <a:spcPct val="0"/>
              </a:spcAft>
              <a:buNone/>
            </a:pPr>
            <a:r>
              <a:rPr lang="en-GB" b="1">
                <a:latin typeface="Lexend"/>
                <a:ea typeface="Lexend"/>
                <a:cs typeface="Lexend"/>
                <a:sym typeface="Lexend"/>
              </a:rPr>
              <a:t>Task A: Using powers of 10 to simplify calculations  </a:t>
            </a:r>
            <a:endParaRPr b="1">
              <a:latin typeface="Lexend"/>
              <a:ea typeface="Lexend"/>
              <a:cs typeface="Lexend"/>
              <a:sym typeface="Lexend"/>
            </a:endParaRPr>
          </a:p>
        </p:txBody>
      </p:sp>
    </p:spTree>
  </p:cSld>
  <p:clrMapOvr>
    <a:masterClrMapping/>
  </p:clrMapOvr>
  <p:transition/>
  <p:timing/>
</p:sld>
</file>

<file path=ppt/slides/slide2.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86" name="Shape 186"/>
        <p:cNvGrpSpPr/>
        <p:nvPr/>
      </p:nvGrpSpPr>
      <p:grpSpPr>
        <a:xfrm>
          <a:off x="0" y="0"/>
          <a:ext cx="0" cy="0"/>
        </a:xfrm>
      </p:grpSpPr>
      <p:sp>
        <p:nvSpPr>
          <p:cNvPr id="187" name="Google Shape;187;p21"/>
          <p:cNvSpPr txBox="1"/>
          <p:nvPr/>
        </p:nvSpPr>
        <p:spPr>
          <a:xfrm>
            <a:off x="1678225" y="8538975"/>
            <a:ext cx="1026600" cy="533400"/>
          </a:xfrm>
          <a:prstGeom prst="rect">
            <a:avLst/>
          </a:prstGeom>
          <a:noFill/>
          <a:ln>
            <a:noFill/>
          </a:ln>
        </p:spPr>
        <p:txBody>
          <a:bodyPr spcFirstLastPara="1" wrap="square" lIns="91425" tIns="91425" rIns="91425" bIns="91425" anchor="t" anchorCtr="0">
            <a:noAutofit/>
          </a:bodyPr>
          <a:lstStyle/>
          <a:p>
            <a:pPr marL="0" lvl="0" indent="0" algn="l" rtl="0">
              <a:spcBef>
                <a:spcPct val="0"/>
              </a:spcBef>
              <a:spcAft>
                <a:spcPct val="0"/>
              </a:spcAft>
              <a:buNone/>
            </a:pPr>
            <a:r>
              <a:rPr lang="en-GB" sz="1200">
                <a:solidFill>
                  <a:srgbClr val="000000"/>
                </a:solidFill>
                <a:latin typeface="Lexend"/>
                <a:ea typeface="Lexend"/>
                <a:cs typeface="Lexend"/>
                <a:sym typeface="Lexend"/>
              </a:rPr>
              <a:t>________</a:t>
            </a:r>
            <a:endParaRPr sz="1200">
              <a:solidFill>
                <a:srgbClr val="000000"/>
              </a:solidFill>
              <a:latin typeface="Lexend"/>
              <a:ea typeface="Lexend"/>
              <a:cs typeface="Lexend"/>
              <a:sym typeface="Lexend"/>
            </a:endParaRPr>
          </a:p>
        </p:txBody>
      </p:sp>
      <p:sp>
        <p:nvSpPr>
          <p:cNvPr id="188" name="Google Shape;188;p21"/>
          <p:cNvSpPr txBox="1"/>
          <p:nvPr>
            <p:ph type="subTitle" idx="1"/>
          </p:nvPr>
        </p:nvSpPr>
        <p:spPr>
          <a:xfrm>
            <a:off x="466825" y="360000"/>
            <a:ext cx="5779200" cy="138600"/>
          </a:xfrm>
          <a:prstGeom prst="rect">
            <a:avLst/>
          </a:prstGeom>
        </p:spPr>
        <p:txBody>
          <a:bodyPr spcFirstLastPara="1" wrap="square" lIns="0" tIns="0" rIns="0" bIns="0" anchor="t" anchorCtr="0">
            <a:spAutoFit/>
          </a:bodyPr>
          <a:lstStyle/>
          <a:p>
            <a:pPr marL="0" lvl="0" indent="0" algn="l" rtl="0">
              <a:spcBef>
                <a:spcPct val="0"/>
              </a:spcBef>
              <a:spcAft>
                <a:spcPct val="0"/>
              </a:spcAft>
              <a:buNone/>
            </a:pPr>
            <a:r>
              <a:rPr lang="en-GB"/>
              <a:t>Checking and securing understanding of multiples of 10</a:t>
            </a:r>
            <a:endParaRPr/>
          </a:p>
        </p:txBody>
      </p:sp>
      <p:sp>
        <p:nvSpPr>
          <p:cNvPr id="189" name="Google Shape;189;p21"/>
          <p:cNvSpPr txBox="1"/>
          <p:nvPr/>
        </p:nvSpPr>
        <p:spPr>
          <a:xfrm>
            <a:off x="1463400" y="360000"/>
            <a:ext cx="4782600" cy="138600"/>
          </a:xfrm>
          <a:prstGeom prst="rect">
            <a:avLst/>
          </a:prstGeom>
          <a:noFill/>
          <a:ln>
            <a:noFill/>
          </a:ln>
        </p:spPr>
        <p:txBody>
          <a:bodyPr spcFirstLastPara="1" wrap="square" lIns="0" tIns="0" rIns="0" bIns="0" anchor="t" anchorCtr="0">
            <a:spAutoFit/>
          </a:bodyPr>
          <a:lstStyle/>
          <a:p>
            <a:pPr marL="0" lvl="0" indent="0" algn="l" rtl="0">
              <a:lnSpc>
                <a:spcPct val="115000"/>
              </a:lnSpc>
              <a:spcBef>
                <a:spcPct val="0"/>
              </a:spcBef>
              <a:spcAft>
                <a:spcPct val="0"/>
              </a:spcAft>
              <a:buNone/>
            </a:pPr>
            <a:r>
              <a:rPr lang="en-GB" sz="900">
                <a:solidFill>
                  <a:srgbClr val="000000"/>
                </a:solidFill>
                <a:latin typeface="Lexend"/>
                <a:ea typeface="Lexend"/>
                <a:cs typeface="Lexend"/>
                <a:sym typeface="Lexend"/>
              </a:rPr>
              <a:t>Changing compound interest rates</a:t>
            </a:r>
            <a:endParaRPr sz="900">
              <a:solidFill>
                <a:srgbClr val="000000"/>
              </a:solidFill>
              <a:latin typeface="Lexend"/>
              <a:ea typeface="Lexend"/>
              <a:cs typeface="Lexend"/>
              <a:sym typeface="Lexend"/>
            </a:endParaRPr>
          </a:p>
        </p:txBody>
      </p:sp>
      <p:sp>
        <p:nvSpPr>
          <p:cNvPr id="190" name="Google Shape;190;p21"/>
          <p:cNvSpPr txBox="1"/>
          <p:nvPr/>
        </p:nvSpPr>
        <p:spPr>
          <a:xfrm>
            <a:off x="468000" y="606900"/>
            <a:ext cx="6422400" cy="363600"/>
          </a:xfrm>
          <a:prstGeom prst="rect">
            <a:avLst/>
          </a:prstGeom>
          <a:noFill/>
          <a:ln>
            <a:noFill/>
          </a:ln>
        </p:spPr>
        <p:txBody>
          <a:bodyPr spcFirstLastPara="1" wrap="square" lIns="0" tIns="0" rIns="0" bIns="0" anchor="t" anchorCtr="0">
            <a:noAutofit/>
          </a:bodyPr>
          <a:lstStyle/>
          <a:p>
            <a:pPr marL="0" lvl="0" indent="0" algn="l" rtl="0">
              <a:lnSpc>
                <a:spcPct val="115000"/>
              </a:lnSpc>
              <a:spcBef>
                <a:spcPct val="0"/>
              </a:spcBef>
              <a:spcAft>
                <a:spcPts val="1000"/>
              </a:spcAft>
              <a:buNone/>
            </a:pPr>
            <a:r>
              <a:rPr lang="en-GB" sz="1200">
                <a:solidFill>
                  <a:srgbClr val="000000"/>
                </a:solidFill>
                <a:latin typeface="Lexend"/>
                <a:ea typeface="Lexend"/>
                <a:cs typeface="Lexend"/>
                <a:sym typeface="Lexend"/>
              </a:rPr>
              <a:t>4) Put a tick next to the calculations which are correct and create two of your own correct calculations using powers of 10.</a:t>
            </a:r>
            <a:endParaRPr sz="1200">
              <a:solidFill>
                <a:srgbClr val="000000"/>
              </a:solidFill>
              <a:latin typeface="Lexend"/>
              <a:ea typeface="Lexend"/>
              <a:cs typeface="Lexend"/>
              <a:sym typeface="Lexend"/>
            </a:endParaRPr>
          </a:p>
        </p:txBody>
      </p:sp>
      <p:sp>
        <p:nvSpPr>
          <p:cNvPr id="191" name="Google Shape;191;p21"/>
          <p:cNvSpPr/>
          <p:nvPr/>
        </p:nvSpPr>
        <p:spPr>
          <a:xfrm>
            <a:off x="2808800" y="1695476"/>
            <a:ext cx="1623132" cy="492588"/>
          </a:xfrm>
          <a:prstGeom prst="cloud">
            <a:avLst/>
          </a:prstGeom>
          <a:noFill/>
          <a:ln w="2857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r>
              <a:rPr lang="en-GB" sz="1200">
                <a:latin typeface="Lexend"/>
                <a:ea typeface="Lexend"/>
                <a:cs typeface="Lexend"/>
                <a:sym typeface="Lexend"/>
              </a:rPr>
              <a:t>24 000</a:t>
            </a:r>
            <a:endParaRPr sz="1200">
              <a:latin typeface="Lexend"/>
              <a:ea typeface="Lexend"/>
              <a:cs typeface="Lexend"/>
              <a:sym typeface="Lexend"/>
            </a:endParaRPr>
          </a:p>
        </p:txBody>
      </p:sp>
      <p:cxnSp>
        <p:nvCxnSpPr>
          <p:cNvPr id="192" name="Google Shape;192;p21"/>
          <p:cNvCxnSpPr/>
          <p:nvPr/>
        </p:nvCxnSpPr>
        <p:spPr>
          <a:xfrm>
            <a:off x="2525179" y="1366425"/>
            <a:ext cx="695400" cy="363600"/>
          </a:xfrm>
          <a:prstGeom prst="straightConnector1">
            <a:avLst/>
          </a:prstGeom>
          <a:noFill/>
          <a:ln w="28575" cap="flat" cmpd="sng">
            <a:solidFill>
              <a:srgbClr val="000000"/>
            </a:solidFill>
            <a:prstDash val="solid"/>
            <a:round/>
            <a:headEnd type="none" w="med" len="med"/>
            <a:tailEnd type="none" w="med" len="med"/>
          </a:ln>
        </p:spPr>
      </p:cxnSp>
      <p:cxnSp>
        <p:nvCxnSpPr>
          <p:cNvPr id="193" name="Google Shape;193;p21"/>
          <p:cNvCxnSpPr/>
          <p:nvPr/>
        </p:nvCxnSpPr>
        <p:spPr>
          <a:xfrm rot="10800000" flipH="1">
            <a:off x="2068743" y="1929175"/>
            <a:ext cx="740100" cy="131700"/>
          </a:xfrm>
          <a:prstGeom prst="straightConnector1">
            <a:avLst/>
          </a:prstGeom>
          <a:noFill/>
          <a:ln w="28575" cap="flat" cmpd="sng">
            <a:solidFill>
              <a:srgbClr val="000000"/>
            </a:solidFill>
            <a:prstDash val="solid"/>
            <a:round/>
            <a:headEnd type="none" w="med" len="med"/>
            <a:tailEnd type="none" w="med" len="med"/>
          </a:ln>
        </p:spPr>
      </p:cxnSp>
      <p:cxnSp>
        <p:nvCxnSpPr>
          <p:cNvPr id="194" name="Google Shape;194;p21"/>
          <p:cNvCxnSpPr/>
          <p:nvPr/>
        </p:nvCxnSpPr>
        <p:spPr>
          <a:xfrm rot="10800000" flipH="1">
            <a:off x="2476767" y="2118025"/>
            <a:ext cx="630900" cy="533400"/>
          </a:xfrm>
          <a:prstGeom prst="straightConnector1">
            <a:avLst/>
          </a:prstGeom>
          <a:noFill/>
          <a:ln w="28575" cap="flat" cmpd="sng">
            <a:solidFill>
              <a:srgbClr val="000000"/>
            </a:solidFill>
            <a:prstDash val="solid"/>
            <a:round/>
            <a:headEnd type="none" w="med" len="med"/>
            <a:tailEnd type="none" w="med" len="med"/>
          </a:ln>
        </p:spPr>
      </p:cxnSp>
      <p:cxnSp>
        <p:nvCxnSpPr>
          <p:cNvPr id="195" name="Google Shape;195;p21"/>
          <p:cNvCxnSpPr/>
          <p:nvPr/>
        </p:nvCxnSpPr>
        <p:spPr>
          <a:xfrm rot="10800000">
            <a:off x="3882166" y="2103575"/>
            <a:ext cx="71100" cy="459000"/>
          </a:xfrm>
          <a:prstGeom prst="straightConnector1">
            <a:avLst/>
          </a:prstGeom>
          <a:noFill/>
          <a:ln w="28575" cap="flat" cmpd="sng">
            <a:solidFill>
              <a:srgbClr val="000000"/>
            </a:solidFill>
            <a:prstDash val="solid"/>
            <a:round/>
            <a:headEnd type="none" w="med" len="med"/>
            <a:tailEnd type="none" w="med" len="med"/>
          </a:ln>
        </p:spPr>
      </p:cxnSp>
      <p:cxnSp>
        <p:nvCxnSpPr>
          <p:cNvPr id="196" name="Google Shape;196;p21"/>
          <p:cNvCxnSpPr/>
          <p:nvPr/>
        </p:nvCxnSpPr>
        <p:spPr>
          <a:xfrm rot="10800000">
            <a:off x="4288626" y="2003725"/>
            <a:ext cx="454800" cy="359100"/>
          </a:xfrm>
          <a:prstGeom prst="straightConnector1">
            <a:avLst/>
          </a:prstGeom>
          <a:noFill/>
          <a:ln w="28575" cap="flat" cmpd="sng">
            <a:solidFill>
              <a:srgbClr val="000000"/>
            </a:solidFill>
            <a:prstDash val="solid"/>
            <a:round/>
            <a:headEnd type="none" w="med" len="med"/>
            <a:tailEnd type="none" w="med" len="med"/>
          </a:ln>
        </p:spPr>
      </p:cxnSp>
      <p:cxnSp>
        <p:nvCxnSpPr>
          <p:cNvPr id="197" name="Google Shape;197;p21"/>
          <p:cNvCxnSpPr/>
          <p:nvPr/>
        </p:nvCxnSpPr>
        <p:spPr>
          <a:xfrm flipH="1">
            <a:off x="4393913" y="1596750"/>
            <a:ext cx="666300" cy="234900"/>
          </a:xfrm>
          <a:prstGeom prst="straightConnector1">
            <a:avLst/>
          </a:prstGeom>
          <a:noFill/>
          <a:ln w="28575" cap="flat" cmpd="sng">
            <a:solidFill>
              <a:srgbClr val="000000"/>
            </a:solidFill>
            <a:prstDash val="solid"/>
            <a:round/>
            <a:headEnd type="none" w="med" len="med"/>
            <a:tailEnd type="none" w="med" len="med"/>
          </a:ln>
        </p:spPr>
      </p:cxnSp>
      <p:cxnSp>
        <p:nvCxnSpPr>
          <p:cNvPr id="198" name="Google Shape;198;p21"/>
          <p:cNvCxnSpPr/>
          <p:nvPr/>
        </p:nvCxnSpPr>
        <p:spPr>
          <a:xfrm flipH="1">
            <a:off x="3844193" y="1234800"/>
            <a:ext cx="241800" cy="456600"/>
          </a:xfrm>
          <a:prstGeom prst="straightConnector1">
            <a:avLst/>
          </a:prstGeom>
          <a:noFill/>
          <a:ln w="28575" cap="flat" cmpd="sng">
            <a:solidFill>
              <a:srgbClr val="000000"/>
            </a:solidFill>
            <a:prstDash val="solid"/>
            <a:round/>
            <a:headEnd type="none" w="med" len="med"/>
            <a:tailEnd type="none" w="med" len="med"/>
          </a:ln>
        </p:spPr>
      </p:cxnSp>
      <p:sp>
        <p:nvSpPr>
          <p:cNvPr id="199" name="Google Shape;199;p21"/>
          <p:cNvSpPr txBox="1"/>
          <p:nvPr/>
        </p:nvSpPr>
        <p:spPr>
          <a:xfrm>
            <a:off x="3879176" y="890650"/>
            <a:ext cx="1305900" cy="3693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ct val="0"/>
              </a:spcBef>
              <a:spcAft>
                <a:spcPts val="1000"/>
              </a:spcAft>
              <a:buNone/>
            </a:pPr>
            <a:r>
              <a:rPr lang="en-GB" sz="1200">
                <a:solidFill>
                  <a:srgbClr val="000000"/>
                </a:solidFill>
                <a:latin typeface="Lexend"/>
                <a:ea typeface="Lexend"/>
                <a:cs typeface="Lexend"/>
                <a:sym typeface="Lexend"/>
              </a:rPr>
              <a:t>240 × 10 </a:t>
            </a:r>
            <a:endParaRPr sz="1200"/>
          </a:p>
        </p:txBody>
      </p:sp>
      <p:sp>
        <p:nvSpPr>
          <p:cNvPr id="200" name="Google Shape;200;p21"/>
          <p:cNvSpPr txBox="1"/>
          <p:nvPr/>
        </p:nvSpPr>
        <p:spPr>
          <a:xfrm>
            <a:off x="5098313" y="1424700"/>
            <a:ext cx="1305900" cy="3693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ct val="0"/>
              </a:spcBef>
              <a:spcAft>
                <a:spcPts val="1000"/>
              </a:spcAft>
              <a:buNone/>
            </a:pPr>
            <a:r>
              <a:rPr lang="en-GB" sz="1200">
                <a:solidFill>
                  <a:srgbClr val="000000"/>
                </a:solidFill>
                <a:latin typeface="Lexend"/>
                <a:ea typeface="Lexend"/>
                <a:cs typeface="Lexend"/>
                <a:sym typeface="Lexend"/>
              </a:rPr>
              <a:t>24 × 10</a:t>
            </a:r>
            <a:r>
              <a:rPr lang="en-GB" sz="1200" baseline="30000">
                <a:solidFill>
                  <a:srgbClr val="000000"/>
                </a:solidFill>
                <a:latin typeface="Lexend"/>
                <a:ea typeface="Lexend"/>
                <a:cs typeface="Lexend"/>
                <a:sym typeface="Lexend"/>
              </a:rPr>
              <a:t>3</a:t>
            </a:r>
            <a:r>
              <a:rPr lang="en-GB" sz="1200">
                <a:solidFill>
                  <a:srgbClr val="000000"/>
                </a:solidFill>
                <a:latin typeface="Lexend"/>
                <a:ea typeface="Lexend"/>
                <a:cs typeface="Lexend"/>
                <a:sym typeface="Lexend"/>
              </a:rPr>
              <a:t> </a:t>
            </a:r>
            <a:endParaRPr sz="1200"/>
          </a:p>
        </p:txBody>
      </p:sp>
      <p:sp>
        <p:nvSpPr>
          <p:cNvPr id="201" name="Google Shape;201;p21"/>
          <p:cNvSpPr txBox="1"/>
          <p:nvPr/>
        </p:nvSpPr>
        <p:spPr>
          <a:xfrm>
            <a:off x="4591026" y="2349325"/>
            <a:ext cx="1305900" cy="3693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ct val="0"/>
              </a:spcBef>
              <a:spcAft>
                <a:spcPts val="1000"/>
              </a:spcAft>
              <a:buNone/>
            </a:pPr>
            <a:r>
              <a:rPr lang="en-GB" sz="1200">
                <a:solidFill>
                  <a:srgbClr val="000000"/>
                </a:solidFill>
                <a:latin typeface="Lexend"/>
                <a:ea typeface="Lexend"/>
                <a:cs typeface="Lexend"/>
                <a:sym typeface="Lexend"/>
              </a:rPr>
              <a:t>2.4 × 10</a:t>
            </a:r>
            <a:r>
              <a:rPr lang="en-GB" sz="1200" baseline="30000">
                <a:solidFill>
                  <a:srgbClr val="000000"/>
                </a:solidFill>
                <a:latin typeface="Lexend"/>
                <a:ea typeface="Lexend"/>
                <a:cs typeface="Lexend"/>
                <a:sym typeface="Lexend"/>
              </a:rPr>
              <a:t>4</a:t>
            </a:r>
            <a:r>
              <a:rPr lang="en-GB" sz="1200">
                <a:solidFill>
                  <a:srgbClr val="000000"/>
                </a:solidFill>
                <a:latin typeface="Lexend"/>
                <a:ea typeface="Lexend"/>
                <a:cs typeface="Lexend"/>
                <a:sym typeface="Lexend"/>
              </a:rPr>
              <a:t> </a:t>
            </a:r>
            <a:endParaRPr sz="1200"/>
          </a:p>
        </p:txBody>
      </p:sp>
      <p:sp>
        <p:nvSpPr>
          <p:cNvPr id="202" name="Google Shape;202;p21"/>
          <p:cNvSpPr txBox="1"/>
          <p:nvPr/>
        </p:nvSpPr>
        <p:spPr>
          <a:xfrm>
            <a:off x="3514005" y="2463200"/>
            <a:ext cx="1305900" cy="3693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ct val="0"/>
              </a:spcBef>
              <a:spcAft>
                <a:spcPts val="1000"/>
              </a:spcAft>
              <a:buNone/>
            </a:pPr>
            <a:r>
              <a:rPr lang="en-GB" sz="1200">
                <a:solidFill>
                  <a:srgbClr val="000000"/>
                </a:solidFill>
                <a:latin typeface="Lexend"/>
                <a:ea typeface="Lexend"/>
                <a:cs typeface="Lexend"/>
                <a:sym typeface="Lexend"/>
              </a:rPr>
              <a:t>8 × 3 × 10</a:t>
            </a:r>
            <a:r>
              <a:rPr lang="en-GB" sz="1200" baseline="30000">
                <a:solidFill>
                  <a:srgbClr val="000000"/>
                </a:solidFill>
                <a:latin typeface="Lexend"/>
                <a:ea typeface="Lexend"/>
                <a:cs typeface="Lexend"/>
                <a:sym typeface="Lexend"/>
              </a:rPr>
              <a:t>3</a:t>
            </a:r>
            <a:r>
              <a:rPr lang="en-GB" sz="1200">
                <a:solidFill>
                  <a:srgbClr val="000000"/>
                </a:solidFill>
                <a:latin typeface="Lexend"/>
                <a:ea typeface="Lexend"/>
                <a:cs typeface="Lexend"/>
                <a:sym typeface="Lexend"/>
              </a:rPr>
              <a:t> </a:t>
            </a:r>
            <a:endParaRPr sz="1200"/>
          </a:p>
        </p:txBody>
      </p:sp>
      <p:sp>
        <p:nvSpPr>
          <p:cNvPr id="203" name="Google Shape;203;p21"/>
          <p:cNvSpPr txBox="1"/>
          <p:nvPr/>
        </p:nvSpPr>
        <p:spPr>
          <a:xfrm>
            <a:off x="1785960" y="2592125"/>
            <a:ext cx="1305900" cy="3693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ct val="0"/>
              </a:spcBef>
              <a:spcAft>
                <a:spcPts val="1000"/>
              </a:spcAft>
              <a:buNone/>
            </a:pPr>
            <a:r>
              <a:rPr lang="en-GB" sz="1200">
                <a:solidFill>
                  <a:srgbClr val="000000"/>
                </a:solidFill>
                <a:latin typeface="Lexend"/>
                <a:ea typeface="Lexend"/>
                <a:cs typeface="Lexend"/>
                <a:sym typeface="Lexend"/>
              </a:rPr>
              <a:t>12 × 2 × 10</a:t>
            </a:r>
            <a:r>
              <a:rPr lang="en-GB" sz="1200" baseline="30000">
                <a:solidFill>
                  <a:srgbClr val="000000"/>
                </a:solidFill>
                <a:latin typeface="Lexend"/>
                <a:ea typeface="Lexend"/>
                <a:cs typeface="Lexend"/>
                <a:sym typeface="Lexend"/>
              </a:rPr>
              <a:t>3</a:t>
            </a:r>
            <a:r>
              <a:rPr lang="en-GB" sz="1200">
                <a:solidFill>
                  <a:srgbClr val="000000"/>
                </a:solidFill>
                <a:latin typeface="Lexend"/>
                <a:ea typeface="Lexend"/>
                <a:cs typeface="Lexend"/>
                <a:sym typeface="Lexend"/>
              </a:rPr>
              <a:t> </a:t>
            </a:r>
            <a:endParaRPr sz="1200"/>
          </a:p>
        </p:txBody>
      </p:sp>
      <p:cxnSp>
        <p:nvCxnSpPr>
          <p:cNvPr id="204" name="Google Shape;204;p21"/>
          <p:cNvCxnSpPr/>
          <p:nvPr/>
        </p:nvCxnSpPr>
        <p:spPr>
          <a:xfrm>
            <a:off x="474757" y="3190188"/>
            <a:ext cx="6610500" cy="0"/>
          </a:xfrm>
          <a:prstGeom prst="straightConnector1">
            <a:avLst/>
          </a:prstGeom>
          <a:noFill/>
          <a:ln w="38100" cap="flat" cmpd="sng">
            <a:solidFill>
              <a:srgbClr val="000000"/>
            </a:solidFill>
            <a:prstDash val="solid"/>
            <a:round/>
            <a:headEnd type="none" w="med" len="med"/>
            <a:tailEnd type="none" w="med" len="med"/>
          </a:ln>
        </p:spPr>
      </p:cxnSp>
      <p:sp>
        <p:nvSpPr>
          <p:cNvPr id="205" name="Google Shape;205;p21"/>
          <p:cNvSpPr txBox="1"/>
          <p:nvPr/>
        </p:nvSpPr>
        <p:spPr>
          <a:xfrm>
            <a:off x="520900" y="3236875"/>
            <a:ext cx="5725200" cy="215400"/>
          </a:xfrm>
          <a:prstGeom prst="rect">
            <a:avLst/>
          </a:prstGeom>
          <a:noFill/>
          <a:ln>
            <a:noFill/>
          </a:ln>
        </p:spPr>
        <p:txBody>
          <a:bodyPr spcFirstLastPara="1" wrap="square" lIns="0" tIns="0" rIns="0" bIns="0" anchor="t" anchorCtr="0">
            <a:spAutoFit/>
          </a:bodyPr>
          <a:lstStyle/>
          <a:p>
            <a:pPr marL="0" lvl="0" indent="0" algn="l" rtl="0">
              <a:spcBef>
                <a:spcPct val="0"/>
              </a:spcBef>
              <a:spcAft>
                <a:spcPct val="0"/>
              </a:spcAft>
              <a:buNone/>
            </a:pPr>
            <a:r>
              <a:rPr lang="en-GB" b="1">
                <a:latin typeface="Lexend"/>
                <a:ea typeface="Lexend"/>
                <a:cs typeface="Lexend"/>
                <a:sym typeface="Lexend"/>
              </a:rPr>
              <a:t>Task B: Using equivalent fractions to simplify calculations</a:t>
            </a:r>
            <a:endParaRPr b="1">
              <a:latin typeface="Lexend"/>
              <a:ea typeface="Lexend"/>
              <a:cs typeface="Lexend"/>
              <a:sym typeface="Lexend"/>
            </a:endParaRPr>
          </a:p>
        </p:txBody>
      </p:sp>
      <p:sp>
        <p:nvSpPr>
          <p:cNvPr id="206" name="Google Shape;206;p21"/>
          <p:cNvSpPr txBox="1"/>
          <p:nvPr/>
        </p:nvSpPr>
        <p:spPr>
          <a:xfrm>
            <a:off x="490225" y="3477000"/>
            <a:ext cx="3649800" cy="215400"/>
          </a:xfrm>
          <a:prstGeom prst="rect">
            <a:avLst/>
          </a:prstGeom>
          <a:noFill/>
          <a:ln>
            <a:noFill/>
          </a:ln>
        </p:spPr>
        <p:txBody>
          <a:bodyPr spcFirstLastPara="1" wrap="square" lIns="0" tIns="0" rIns="0" bIns="0" anchor="t" anchorCtr="0">
            <a:noAutofit/>
          </a:bodyPr>
          <a:lstStyle/>
          <a:p>
            <a:pPr marL="0" lvl="0" indent="0" algn="l" rtl="0">
              <a:lnSpc>
                <a:spcPct val="130000"/>
              </a:lnSpc>
              <a:spcBef>
                <a:spcPct val="0"/>
              </a:spcBef>
              <a:spcAft>
                <a:spcPts val="1000"/>
              </a:spcAft>
              <a:buNone/>
            </a:pPr>
            <a:r>
              <a:rPr lang="en-GB" sz="1200">
                <a:solidFill>
                  <a:srgbClr val="000000"/>
                </a:solidFill>
                <a:latin typeface="Lexend"/>
                <a:ea typeface="Lexend"/>
                <a:cs typeface="Lexend"/>
                <a:sym typeface="Lexend"/>
              </a:rPr>
              <a:t>1) Identify the equivalent calculations to 3.4 × 9.3  </a:t>
            </a:r>
            <a:endParaRPr sz="1200">
              <a:solidFill>
                <a:srgbClr val="000000"/>
              </a:solidFill>
              <a:latin typeface="Lexend"/>
              <a:ea typeface="Lexend"/>
              <a:cs typeface="Lexend"/>
              <a:sym typeface="Lexend"/>
            </a:endParaRPr>
          </a:p>
        </p:txBody>
      </p:sp>
      <p:grpSp>
        <p:nvGrpSpPr>
          <p:cNvPr id="207" name="Google Shape;207;p21"/>
          <p:cNvGrpSpPr/>
          <p:nvPr/>
        </p:nvGrpSpPr>
        <p:grpSpPr>
          <a:xfrm>
            <a:off x="754118" y="3790571"/>
            <a:ext cx="259872" cy="259872"/>
            <a:chOff x="1020916" y="1442088"/>
            <a:chExt cx="457200" cy="457200"/>
          </a:xfrm>
        </p:grpSpPr>
        <p:pic>
          <p:nvPicPr>
            <p:cNvPr id="208" name="Google Shape;208;p21"/>
            <p:cNvPicPr preferRelativeResize="0"/>
            <p:nvPr/>
          </p:nvPicPr>
          <p:blipFill>
            <a:blip r:embed="rId3">
              <a:alphaModFix/>
            </a:blip>
            <a:stretch>
              <a:fillRect/>
            </a:stretch>
          </p:blipFill>
          <p:spPr>
            <a:xfrm>
              <a:off x="1020916" y="1442088"/>
              <a:ext cx="457200" cy="457200"/>
            </a:xfrm>
            <a:prstGeom prst="rect">
              <a:avLst/>
            </a:prstGeom>
            <a:noFill/>
            <a:ln>
              <a:noFill/>
            </a:ln>
          </p:spPr>
        </p:pic>
        <p:sp>
          <p:nvSpPr>
            <p:cNvPr id="209" name="Google Shape;209;p21"/>
            <p:cNvSpPr txBox="1"/>
            <p:nvPr/>
          </p:nvSpPr>
          <p:spPr>
            <a:xfrm>
              <a:off x="1045528" y="1526400"/>
              <a:ext cx="408000" cy="277200"/>
            </a:xfrm>
            <a:prstGeom prst="rect">
              <a:avLst/>
            </a:prstGeom>
            <a:noFill/>
            <a:ln>
              <a:noFill/>
            </a:ln>
          </p:spPr>
          <p:txBody>
            <a:bodyPr spcFirstLastPara="1" wrap="square" lIns="0" tIns="0" rIns="0" bIns="0" anchor="ctr" anchorCtr="0">
              <a:noAutofit/>
            </a:bodyPr>
            <a:lstStyle/>
            <a:p>
              <a:pPr marL="0" lvl="0" indent="0" algn="ctr" rtl="0">
                <a:spcBef>
                  <a:spcPct val="0"/>
                </a:spcBef>
                <a:spcAft>
                  <a:spcPct val="0"/>
                </a:spcAft>
                <a:buNone/>
              </a:pPr>
              <a:r>
                <a:rPr lang="en-GB" sz="1800" b="1">
                  <a:solidFill>
                    <a:srgbClr val="FFFFFF"/>
                  </a:solidFill>
                  <a:latin typeface="Lexend"/>
                  <a:ea typeface="Lexend"/>
                  <a:cs typeface="Lexend"/>
                  <a:sym typeface="Lexend"/>
                </a:rPr>
                <a:t>a</a:t>
              </a:r>
              <a:endParaRPr sz="1800" b="1">
                <a:solidFill>
                  <a:srgbClr val="FFFFFF"/>
                </a:solidFill>
                <a:latin typeface="Lexend"/>
                <a:ea typeface="Lexend"/>
                <a:cs typeface="Lexend"/>
                <a:sym typeface="Lexend"/>
              </a:endParaRPr>
            </a:p>
          </p:txBody>
        </p:sp>
      </p:grpSp>
      <p:grpSp>
        <p:nvGrpSpPr>
          <p:cNvPr id="210" name="Google Shape;210;p21"/>
          <p:cNvGrpSpPr/>
          <p:nvPr/>
        </p:nvGrpSpPr>
        <p:grpSpPr>
          <a:xfrm>
            <a:off x="754118" y="4199445"/>
            <a:ext cx="259872" cy="259872"/>
            <a:chOff x="1020916" y="1442088"/>
            <a:chExt cx="457200" cy="457200"/>
          </a:xfrm>
        </p:grpSpPr>
        <p:pic>
          <p:nvPicPr>
            <p:cNvPr id="211" name="Google Shape;211;p21"/>
            <p:cNvPicPr preferRelativeResize="0"/>
            <p:nvPr/>
          </p:nvPicPr>
          <p:blipFill>
            <a:blip r:embed="rId3">
              <a:alphaModFix/>
            </a:blip>
            <a:stretch>
              <a:fillRect/>
            </a:stretch>
          </p:blipFill>
          <p:spPr>
            <a:xfrm>
              <a:off x="1020916" y="1442088"/>
              <a:ext cx="457200" cy="457200"/>
            </a:xfrm>
            <a:prstGeom prst="rect">
              <a:avLst/>
            </a:prstGeom>
            <a:noFill/>
            <a:ln>
              <a:noFill/>
            </a:ln>
          </p:spPr>
        </p:pic>
        <p:sp>
          <p:nvSpPr>
            <p:cNvPr id="212" name="Google Shape;212;p21"/>
            <p:cNvSpPr txBox="1"/>
            <p:nvPr/>
          </p:nvSpPr>
          <p:spPr>
            <a:xfrm>
              <a:off x="1045528" y="1526400"/>
              <a:ext cx="408000" cy="277200"/>
            </a:xfrm>
            <a:prstGeom prst="rect">
              <a:avLst/>
            </a:prstGeom>
            <a:noFill/>
            <a:ln>
              <a:noFill/>
            </a:ln>
          </p:spPr>
          <p:txBody>
            <a:bodyPr spcFirstLastPara="1" wrap="square" lIns="0" tIns="0" rIns="0" bIns="0" anchor="ctr" anchorCtr="0">
              <a:noAutofit/>
            </a:bodyPr>
            <a:lstStyle/>
            <a:p>
              <a:pPr marL="0" lvl="0" indent="0" algn="ctr" rtl="0">
                <a:spcBef>
                  <a:spcPct val="0"/>
                </a:spcBef>
                <a:spcAft>
                  <a:spcPct val="0"/>
                </a:spcAft>
                <a:buNone/>
              </a:pPr>
              <a:r>
                <a:rPr lang="en-GB" sz="1800" b="1">
                  <a:solidFill>
                    <a:srgbClr val="FFFFFF"/>
                  </a:solidFill>
                  <a:latin typeface="Lexend"/>
                  <a:ea typeface="Lexend"/>
                  <a:cs typeface="Lexend"/>
                  <a:sym typeface="Lexend"/>
                </a:rPr>
                <a:t>b</a:t>
              </a:r>
              <a:endParaRPr sz="1800" b="1">
                <a:solidFill>
                  <a:srgbClr val="FFFFFF"/>
                </a:solidFill>
                <a:latin typeface="Lexend"/>
                <a:ea typeface="Lexend"/>
                <a:cs typeface="Lexend"/>
                <a:sym typeface="Lexend"/>
              </a:endParaRPr>
            </a:p>
          </p:txBody>
        </p:sp>
      </p:grpSp>
      <p:grpSp>
        <p:nvGrpSpPr>
          <p:cNvPr id="213" name="Google Shape;213;p21"/>
          <p:cNvGrpSpPr/>
          <p:nvPr/>
        </p:nvGrpSpPr>
        <p:grpSpPr>
          <a:xfrm>
            <a:off x="754118" y="4608319"/>
            <a:ext cx="259872" cy="259872"/>
            <a:chOff x="1020916" y="1442088"/>
            <a:chExt cx="457200" cy="457200"/>
          </a:xfrm>
        </p:grpSpPr>
        <p:pic>
          <p:nvPicPr>
            <p:cNvPr id="214" name="Google Shape;214;p21"/>
            <p:cNvPicPr preferRelativeResize="0"/>
            <p:nvPr/>
          </p:nvPicPr>
          <p:blipFill>
            <a:blip r:embed="rId3">
              <a:alphaModFix/>
            </a:blip>
            <a:stretch>
              <a:fillRect/>
            </a:stretch>
          </p:blipFill>
          <p:spPr>
            <a:xfrm>
              <a:off x="1020916" y="1442088"/>
              <a:ext cx="457200" cy="457200"/>
            </a:xfrm>
            <a:prstGeom prst="rect">
              <a:avLst/>
            </a:prstGeom>
            <a:noFill/>
            <a:ln>
              <a:noFill/>
            </a:ln>
          </p:spPr>
        </p:pic>
        <p:sp>
          <p:nvSpPr>
            <p:cNvPr id="215" name="Google Shape;215;p21"/>
            <p:cNvSpPr txBox="1"/>
            <p:nvPr/>
          </p:nvSpPr>
          <p:spPr>
            <a:xfrm>
              <a:off x="1045528" y="1526400"/>
              <a:ext cx="408000" cy="277200"/>
            </a:xfrm>
            <a:prstGeom prst="rect">
              <a:avLst/>
            </a:prstGeom>
            <a:noFill/>
            <a:ln>
              <a:noFill/>
            </a:ln>
          </p:spPr>
          <p:txBody>
            <a:bodyPr spcFirstLastPara="1" wrap="square" lIns="0" tIns="0" rIns="0" bIns="0" anchor="ctr" anchorCtr="0">
              <a:noAutofit/>
            </a:bodyPr>
            <a:lstStyle/>
            <a:p>
              <a:pPr marL="0" lvl="0" indent="0" algn="ctr" rtl="0">
                <a:spcBef>
                  <a:spcPct val="0"/>
                </a:spcBef>
                <a:spcAft>
                  <a:spcPct val="0"/>
                </a:spcAft>
                <a:buNone/>
              </a:pPr>
              <a:r>
                <a:rPr lang="en-GB" sz="1800" b="1">
                  <a:solidFill>
                    <a:srgbClr val="FFFFFF"/>
                  </a:solidFill>
                  <a:latin typeface="Lexend"/>
                  <a:ea typeface="Lexend"/>
                  <a:cs typeface="Lexend"/>
                  <a:sym typeface="Lexend"/>
                </a:rPr>
                <a:t>c</a:t>
              </a:r>
              <a:endParaRPr sz="1800" b="1">
                <a:solidFill>
                  <a:srgbClr val="FFFFFF"/>
                </a:solidFill>
                <a:latin typeface="Lexend"/>
                <a:ea typeface="Lexend"/>
                <a:cs typeface="Lexend"/>
                <a:sym typeface="Lexend"/>
              </a:endParaRPr>
            </a:p>
          </p:txBody>
        </p:sp>
      </p:grpSp>
      <p:grpSp>
        <p:nvGrpSpPr>
          <p:cNvPr id="216" name="Google Shape;216;p21"/>
          <p:cNvGrpSpPr/>
          <p:nvPr/>
        </p:nvGrpSpPr>
        <p:grpSpPr>
          <a:xfrm>
            <a:off x="754118" y="5017193"/>
            <a:ext cx="259872" cy="259872"/>
            <a:chOff x="1020916" y="1442088"/>
            <a:chExt cx="457200" cy="457200"/>
          </a:xfrm>
        </p:grpSpPr>
        <p:pic>
          <p:nvPicPr>
            <p:cNvPr id="217" name="Google Shape;217;p21"/>
            <p:cNvPicPr preferRelativeResize="0"/>
            <p:nvPr/>
          </p:nvPicPr>
          <p:blipFill>
            <a:blip r:embed="rId3">
              <a:alphaModFix/>
            </a:blip>
            <a:stretch>
              <a:fillRect/>
            </a:stretch>
          </p:blipFill>
          <p:spPr>
            <a:xfrm>
              <a:off x="1020916" y="1442088"/>
              <a:ext cx="457200" cy="457200"/>
            </a:xfrm>
            <a:prstGeom prst="rect">
              <a:avLst/>
            </a:prstGeom>
            <a:noFill/>
            <a:ln>
              <a:noFill/>
            </a:ln>
          </p:spPr>
        </p:pic>
        <p:sp>
          <p:nvSpPr>
            <p:cNvPr id="218" name="Google Shape;218;p21"/>
            <p:cNvSpPr txBox="1"/>
            <p:nvPr/>
          </p:nvSpPr>
          <p:spPr>
            <a:xfrm>
              <a:off x="1045528" y="1526400"/>
              <a:ext cx="408000" cy="277200"/>
            </a:xfrm>
            <a:prstGeom prst="rect">
              <a:avLst/>
            </a:prstGeom>
            <a:noFill/>
            <a:ln>
              <a:noFill/>
            </a:ln>
          </p:spPr>
          <p:txBody>
            <a:bodyPr spcFirstLastPara="1" wrap="square" lIns="0" tIns="0" rIns="0" bIns="0" anchor="ctr" anchorCtr="0">
              <a:noAutofit/>
            </a:bodyPr>
            <a:lstStyle/>
            <a:p>
              <a:pPr marL="0" lvl="0" indent="0" algn="ctr" rtl="0">
                <a:spcBef>
                  <a:spcPct val="0"/>
                </a:spcBef>
                <a:spcAft>
                  <a:spcPct val="0"/>
                </a:spcAft>
                <a:buNone/>
              </a:pPr>
              <a:r>
                <a:rPr lang="en-GB" sz="1800" b="1">
                  <a:solidFill>
                    <a:srgbClr val="FFFFFF"/>
                  </a:solidFill>
                  <a:latin typeface="Lexend"/>
                  <a:ea typeface="Lexend"/>
                  <a:cs typeface="Lexend"/>
                  <a:sym typeface="Lexend"/>
                </a:rPr>
                <a:t>d</a:t>
              </a:r>
              <a:endParaRPr sz="1800" b="1">
                <a:solidFill>
                  <a:srgbClr val="FFFFFF"/>
                </a:solidFill>
                <a:latin typeface="Lexend"/>
                <a:ea typeface="Lexend"/>
                <a:cs typeface="Lexend"/>
                <a:sym typeface="Lexend"/>
              </a:endParaRPr>
            </a:p>
          </p:txBody>
        </p:sp>
      </p:grpSp>
      <p:grpSp>
        <p:nvGrpSpPr>
          <p:cNvPr id="219" name="Google Shape;219;p21"/>
          <p:cNvGrpSpPr/>
          <p:nvPr/>
        </p:nvGrpSpPr>
        <p:grpSpPr>
          <a:xfrm>
            <a:off x="754118" y="5426067"/>
            <a:ext cx="259872" cy="259872"/>
            <a:chOff x="1020916" y="1442088"/>
            <a:chExt cx="457200" cy="457200"/>
          </a:xfrm>
        </p:grpSpPr>
        <p:pic>
          <p:nvPicPr>
            <p:cNvPr id="220" name="Google Shape;220;p21"/>
            <p:cNvPicPr preferRelativeResize="0"/>
            <p:nvPr/>
          </p:nvPicPr>
          <p:blipFill>
            <a:blip r:embed="rId3">
              <a:alphaModFix/>
            </a:blip>
            <a:stretch>
              <a:fillRect/>
            </a:stretch>
          </p:blipFill>
          <p:spPr>
            <a:xfrm>
              <a:off x="1020916" y="1442088"/>
              <a:ext cx="457200" cy="457200"/>
            </a:xfrm>
            <a:prstGeom prst="rect">
              <a:avLst/>
            </a:prstGeom>
            <a:noFill/>
            <a:ln>
              <a:noFill/>
            </a:ln>
          </p:spPr>
        </p:pic>
        <p:sp>
          <p:nvSpPr>
            <p:cNvPr id="221" name="Google Shape;221;p21"/>
            <p:cNvSpPr txBox="1"/>
            <p:nvPr/>
          </p:nvSpPr>
          <p:spPr>
            <a:xfrm>
              <a:off x="1045528" y="1526400"/>
              <a:ext cx="408000" cy="277200"/>
            </a:xfrm>
            <a:prstGeom prst="rect">
              <a:avLst/>
            </a:prstGeom>
            <a:noFill/>
            <a:ln>
              <a:noFill/>
            </a:ln>
          </p:spPr>
          <p:txBody>
            <a:bodyPr spcFirstLastPara="1" wrap="square" lIns="0" tIns="0" rIns="0" bIns="0" anchor="ctr" anchorCtr="0">
              <a:noAutofit/>
            </a:bodyPr>
            <a:lstStyle/>
            <a:p>
              <a:pPr marL="0" lvl="0" indent="0" algn="ctr" rtl="0">
                <a:spcBef>
                  <a:spcPct val="0"/>
                </a:spcBef>
                <a:spcAft>
                  <a:spcPct val="0"/>
                </a:spcAft>
                <a:buNone/>
              </a:pPr>
              <a:r>
                <a:rPr lang="en-GB" sz="1800" b="1">
                  <a:solidFill>
                    <a:srgbClr val="FFFFFF"/>
                  </a:solidFill>
                  <a:latin typeface="Lexend"/>
                  <a:ea typeface="Lexend"/>
                  <a:cs typeface="Lexend"/>
                  <a:sym typeface="Lexend"/>
                </a:rPr>
                <a:t>e</a:t>
              </a:r>
              <a:endParaRPr sz="1800" b="1">
                <a:solidFill>
                  <a:srgbClr val="FFFFFF"/>
                </a:solidFill>
                <a:latin typeface="Lexend"/>
                <a:ea typeface="Lexend"/>
                <a:cs typeface="Lexend"/>
                <a:sym typeface="Lexend"/>
              </a:endParaRPr>
            </a:p>
          </p:txBody>
        </p:sp>
      </p:grpSp>
      <p:pic>
        <p:nvPicPr>
          <p:cNvPr id="222" name="Google Shape;222;p21" descr="&lt;math xmlns=&quot;http://www.w3.org/1998/Math/MathML&quot; display=&quot;block&quot; data-is-equatio=&quot;1&quot; data-latex=&quot;34\times93\ \times\frac{1}{100}\ \ \ 34\times93\ \times\frac{1}{10^2}\ \ \ \frac{34\times93}{100}\ \ \ \frac{34\times93}{1000}\ \frac{34\times93}{10^2}&quot;&gt;&lt;mn&gt;34&lt;/mn&gt;&lt;mo&gt;×&lt;/mo&gt;&lt;mn&gt;93&lt;/mn&gt;&lt;mtext&gt;&lt;/mtext&gt;&lt;mo&gt;×&lt;/mo&gt;&lt;mfrac&gt;&lt;mn&gt;1&lt;/mn&gt;&lt;mn&gt;100&lt;/mn&gt;&lt;/mfrac&gt;&lt;mtext&gt;&lt;/mtext&gt;&lt;mtext&gt;&lt;/mtext&gt;&lt;mtext&gt;&lt;/mtext&gt;&lt;mn&gt;34&lt;/mn&gt;&lt;mo&gt;×&lt;/mo&gt;&lt;mn&gt;93&lt;/mn&gt;&lt;mtext&gt;&lt;/mtext&gt;&lt;mo&gt;×&lt;/mo&gt;&lt;mfrac&gt;&lt;mn&gt;1&lt;/mn&gt;&lt;msup&gt;&lt;mn&gt;10&lt;/mn&gt;&lt;mn&gt;2&lt;/mn&gt;&lt;/msup&gt;&lt;/mfrac&gt;&lt;mtext&gt;&lt;/mtext&gt;&lt;mtext&gt;&lt;/mtext&gt;&lt;mtext&gt;&lt;/mtext&gt;&lt;mfrac&gt;&lt;mrow&gt;&lt;mn&gt;34&lt;/mn&gt;&lt;mo&gt;×&lt;/mo&gt;&lt;mn&gt;93&lt;/mn&gt;&lt;/mrow&gt;&lt;mn&gt;100&lt;/mn&gt;&lt;/mfrac&gt;&lt;mtext&gt;&lt;/mtext&gt;&lt;mtext&gt;&lt;/mtext&gt;&lt;mtext&gt;&lt;/mtext&gt;&lt;mfrac&gt;&lt;mrow&gt;&lt;mn&gt;34&lt;/mn&gt;&lt;mo&gt;×&lt;/mo&gt;&lt;mn&gt;93&lt;/mn&gt;&lt;/mrow&gt;&lt;mn&gt;1000&lt;/mn&gt;&lt;/mfrac&gt;&lt;mtext&gt;&lt;/mtext&gt;&lt;mfrac&gt;&lt;mrow&gt;&lt;mn&gt;34&lt;/mn&gt;&lt;mo&gt;×&lt;/mo&gt;&lt;mn&gt;93&lt;/mn&gt;&lt;/mrow&gt;&lt;msup&gt;&lt;mn&gt;10&lt;/mn&gt;&lt;mn&gt;2&lt;/mn&gt;&lt;/msup&gt;&lt;/mfrac&gt;&lt;/math&gt;" title="34 times 93 times 1 over 100 34 times 93 times the fraction with numerator 1 and denominator 10 squared the fraction with numerator 34 times 93 and denominator 100 the fraction with numerator 34 times 93 and denominator 1000 the fraction with numerator 34 times 93 and denominator 10 squared"/>
          <p:cNvPicPr preferRelativeResize="0"/>
          <p:nvPr/>
        </p:nvPicPr>
        <p:blipFill>
          <a:blip r:embed="rId4">
            <a:alphaModFix/>
          </a:blip>
          <a:srcRect r="73627"/>
          <a:stretch>
            <a:fillRect/>
          </a:stretch>
        </p:blipFill>
        <p:spPr>
          <a:xfrm>
            <a:off x="1150686" y="3725800"/>
            <a:ext cx="958934" cy="330343"/>
          </a:xfrm>
          <a:prstGeom prst="rect">
            <a:avLst/>
          </a:prstGeom>
          <a:noFill/>
          <a:ln>
            <a:noFill/>
          </a:ln>
        </p:spPr>
      </p:pic>
      <p:pic>
        <p:nvPicPr>
          <p:cNvPr id="223" name="Google Shape;223;p21" descr="&lt;math xmlns=&quot;http://www.w3.org/1998/Math/MathML&quot; display=&quot;block&quot; data-is-equatio=&quot;1&quot; data-latex=&quot;34\times93\ \times\frac{1}{100}\ \ \ 34\times93\ \times\frac{1}{10^2}\ \ \ \frac{34\times93}{100}\ \ \ \frac{34\times93}{1000}\ \frac{34\times93}{10^2}&quot;&gt;&lt;mn&gt;34&lt;/mn&gt;&lt;mo&gt;×&lt;/mo&gt;&lt;mn&gt;93&lt;/mn&gt;&lt;mtext&gt;&lt;/mtext&gt;&lt;mo&gt;×&lt;/mo&gt;&lt;mfrac&gt;&lt;mn&gt;1&lt;/mn&gt;&lt;mn&gt;100&lt;/mn&gt;&lt;/mfrac&gt;&lt;mtext&gt;&lt;/mtext&gt;&lt;mtext&gt;&lt;/mtext&gt;&lt;mtext&gt;&lt;/mtext&gt;&lt;mn&gt;34&lt;/mn&gt;&lt;mo&gt;×&lt;/mo&gt;&lt;mn&gt;93&lt;/mn&gt;&lt;mtext&gt;&lt;/mtext&gt;&lt;mo&gt;×&lt;/mo&gt;&lt;mfrac&gt;&lt;mn&gt;1&lt;/mn&gt;&lt;msup&gt;&lt;mn&gt;10&lt;/mn&gt;&lt;mn&gt;2&lt;/mn&gt;&lt;/msup&gt;&lt;/mfrac&gt;&lt;mtext&gt;&lt;/mtext&gt;&lt;mtext&gt;&lt;/mtext&gt;&lt;mtext&gt;&lt;/mtext&gt;&lt;mfrac&gt;&lt;mrow&gt;&lt;mn&gt;34&lt;/mn&gt;&lt;mo&gt;×&lt;/mo&gt;&lt;mn&gt;93&lt;/mn&gt;&lt;/mrow&gt;&lt;mn&gt;100&lt;/mn&gt;&lt;/mfrac&gt;&lt;mtext&gt;&lt;/mtext&gt;&lt;mtext&gt;&lt;/mtext&gt;&lt;mtext&gt;&lt;/mtext&gt;&lt;mfrac&gt;&lt;mrow&gt;&lt;mn&gt;34&lt;/mn&gt;&lt;mo&gt;×&lt;/mo&gt;&lt;mn&gt;93&lt;/mn&gt;&lt;/mrow&gt;&lt;mn&gt;1000&lt;/mn&gt;&lt;/mfrac&gt;&lt;mtext&gt;&lt;/mtext&gt;&lt;mfrac&gt;&lt;mrow&gt;&lt;mn&gt;34&lt;/mn&gt;&lt;mo&gt;×&lt;/mo&gt;&lt;mn&gt;93&lt;/mn&gt;&lt;/mrow&gt;&lt;msup&gt;&lt;mn&gt;10&lt;/mn&gt;&lt;mn&gt;2&lt;/mn&gt;&lt;/msup&gt;&lt;/mfrac&gt;&lt;/math&gt;" title="34 times 93 times 1 over 100 34 times 93 times the fraction with numerator 1 and denominator 10 squared the fraction with numerator 34 times 93 and denominator 100 the fraction with numerator 34 times 93 and denominator 1000 the fraction with numerator 34 times 93 and denominator 10 squared"/>
          <p:cNvPicPr preferRelativeResize="0"/>
          <p:nvPr/>
        </p:nvPicPr>
        <p:blipFill>
          <a:blip r:embed="rId4">
            <a:alphaModFix/>
          </a:blip>
          <a:srcRect l="27190" r="46437"/>
          <a:stretch>
            <a:fillRect/>
          </a:stretch>
        </p:blipFill>
        <p:spPr>
          <a:xfrm>
            <a:off x="1116708" y="4156173"/>
            <a:ext cx="958934" cy="330343"/>
          </a:xfrm>
          <a:prstGeom prst="rect">
            <a:avLst/>
          </a:prstGeom>
          <a:noFill/>
          <a:ln>
            <a:noFill/>
          </a:ln>
        </p:spPr>
      </p:pic>
      <p:pic>
        <p:nvPicPr>
          <p:cNvPr id="224" name="Google Shape;224;p21" descr="&lt;math xmlns=&quot;http://www.w3.org/1998/Math/MathML&quot; display=&quot;block&quot; data-is-equatio=&quot;1&quot; data-latex=&quot;34\times93\ \times\frac{1}{100}\ \ \ 34\times93\ \times\frac{1}{10^2}\ \ \ \frac{34\times93}{100}\ \ \ \frac{34\times93}{1000}\ \frac{34\times93}{10^2}&quot;&gt;&lt;mn&gt;34&lt;/mn&gt;&lt;mo&gt;×&lt;/mo&gt;&lt;mn&gt;93&lt;/mn&gt;&lt;mtext&gt;&lt;/mtext&gt;&lt;mo&gt;×&lt;/mo&gt;&lt;mfrac&gt;&lt;mn&gt;1&lt;/mn&gt;&lt;mn&gt;100&lt;/mn&gt;&lt;/mfrac&gt;&lt;mtext&gt;&lt;/mtext&gt;&lt;mtext&gt;&lt;/mtext&gt;&lt;mtext&gt;&lt;/mtext&gt;&lt;mn&gt;34&lt;/mn&gt;&lt;mo&gt;×&lt;/mo&gt;&lt;mn&gt;93&lt;/mn&gt;&lt;mtext&gt;&lt;/mtext&gt;&lt;mo&gt;×&lt;/mo&gt;&lt;mfrac&gt;&lt;mn&gt;1&lt;/mn&gt;&lt;msup&gt;&lt;mn&gt;10&lt;/mn&gt;&lt;mn&gt;2&lt;/mn&gt;&lt;/msup&gt;&lt;/mfrac&gt;&lt;mtext&gt;&lt;/mtext&gt;&lt;mtext&gt;&lt;/mtext&gt;&lt;mtext&gt;&lt;/mtext&gt;&lt;mfrac&gt;&lt;mrow&gt;&lt;mn&gt;34&lt;/mn&gt;&lt;mo&gt;×&lt;/mo&gt;&lt;mn&gt;93&lt;/mn&gt;&lt;/mrow&gt;&lt;mn&gt;100&lt;/mn&gt;&lt;/mfrac&gt;&lt;mtext&gt;&lt;/mtext&gt;&lt;mtext&gt;&lt;/mtext&gt;&lt;mtext&gt;&lt;/mtext&gt;&lt;mfrac&gt;&lt;mrow&gt;&lt;mn&gt;34&lt;/mn&gt;&lt;mo&gt;×&lt;/mo&gt;&lt;mn&gt;93&lt;/mn&gt;&lt;/mrow&gt;&lt;mn&gt;1000&lt;/mn&gt;&lt;/mfrac&gt;&lt;mtext&gt;&lt;/mtext&gt;&lt;mfrac&gt;&lt;mrow&gt;&lt;mn&gt;34&lt;/mn&gt;&lt;mo&gt;×&lt;/mo&gt;&lt;mn&gt;93&lt;/mn&gt;&lt;/mrow&gt;&lt;msup&gt;&lt;mn&gt;10&lt;/mn&gt;&lt;mn&gt;2&lt;/mn&gt;&lt;/msup&gt;&lt;/mfrac&gt;&lt;/math&gt;" title="34 times 93 times 1 over 100 34 times 93 times the fraction with numerator 1 and denominator 10 squared the fraction with numerator 34 times 93 and denominator 100 the fraction with numerator 34 times 93 and denominator 1000 the fraction with numerator 34 times 93 and denominator 10 squared"/>
          <p:cNvPicPr preferRelativeResize="0"/>
          <p:nvPr/>
        </p:nvPicPr>
        <p:blipFill>
          <a:blip r:embed="rId4">
            <a:alphaModFix/>
          </a:blip>
          <a:srcRect l="54380" r="29982"/>
          <a:stretch>
            <a:fillRect/>
          </a:stretch>
        </p:blipFill>
        <p:spPr>
          <a:xfrm>
            <a:off x="1150686" y="4586546"/>
            <a:ext cx="568538" cy="330329"/>
          </a:xfrm>
          <a:prstGeom prst="rect">
            <a:avLst/>
          </a:prstGeom>
          <a:noFill/>
          <a:ln>
            <a:noFill/>
          </a:ln>
        </p:spPr>
      </p:pic>
      <p:pic>
        <p:nvPicPr>
          <p:cNvPr id="225" name="Google Shape;225;p21" descr="&lt;math xmlns=&quot;http://www.w3.org/1998/Math/MathML&quot; display=&quot;block&quot; data-is-equatio=&quot;1&quot; data-latex=&quot;34\times93\ \times\frac{1}{100}\ \ \ 34\times93\ \times\frac{1}{10^2}\ \ \ \frac{34\times93}{100}\ \ \ \frac{34\times93}{1000}\ \frac{34\times93}{10^2}&quot;&gt;&lt;mn&gt;34&lt;/mn&gt;&lt;mo&gt;×&lt;/mo&gt;&lt;mn&gt;93&lt;/mn&gt;&lt;mtext&gt;&lt;/mtext&gt;&lt;mo&gt;×&lt;/mo&gt;&lt;mfrac&gt;&lt;mn&gt;1&lt;/mn&gt;&lt;mn&gt;100&lt;/mn&gt;&lt;/mfrac&gt;&lt;mtext&gt;&lt;/mtext&gt;&lt;mtext&gt;&lt;/mtext&gt;&lt;mtext&gt;&lt;/mtext&gt;&lt;mn&gt;34&lt;/mn&gt;&lt;mo&gt;×&lt;/mo&gt;&lt;mn&gt;93&lt;/mn&gt;&lt;mtext&gt;&lt;/mtext&gt;&lt;mo&gt;×&lt;/mo&gt;&lt;mfrac&gt;&lt;mn&gt;1&lt;/mn&gt;&lt;msup&gt;&lt;mn&gt;10&lt;/mn&gt;&lt;mn&gt;2&lt;/mn&gt;&lt;/msup&gt;&lt;/mfrac&gt;&lt;mtext&gt;&lt;/mtext&gt;&lt;mtext&gt;&lt;/mtext&gt;&lt;mtext&gt;&lt;/mtext&gt;&lt;mfrac&gt;&lt;mrow&gt;&lt;mn&gt;34&lt;/mn&gt;&lt;mo&gt;×&lt;/mo&gt;&lt;mn&gt;93&lt;/mn&gt;&lt;/mrow&gt;&lt;mn&gt;100&lt;/mn&gt;&lt;/mfrac&gt;&lt;mtext&gt;&lt;/mtext&gt;&lt;mtext&gt;&lt;/mtext&gt;&lt;mtext&gt;&lt;/mtext&gt;&lt;mfrac&gt;&lt;mrow&gt;&lt;mn&gt;34&lt;/mn&gt;&lt;mo&gt;×&lt;/mo&gt;&lt;mn&gt;93&lt;/mn&gt;&lt;/mrow&gt;&lt;mn&gt;1000&lt;/mn&gt;&lt;/mfrac&gt;&lt;mtext&gt;&lt;/mtext&gt;&lt;mfrac&gt;&lt;mrow&gt;&lt;mn&gt;34&lt;/mn&gt;&lt;mo&gt;×&lt;/mo&gt;&lt;mn&gt;93&lt;/mn&gt;&lt;/mrow&gt;&lt;msup&gt;&lt;mn&gt;10&lt;/mn&gt;&lt;mn&gt;2&lt;/mn&gt;&lt;/msup&gt;&lt;/mfrac&gt;&lt;/math&gt;" title="34 times 93 times 1 over 100 34 times 93 times the fraction with numerator 1 and denominator 10 squared the fraction with numerator 34 times 93 and denominator 100 the fraction with numerator 34 times 93 and denominator 1000 the fraction with numerator 34 times 93 and denominator 10 squared"/>
          <p:cNvPicPr preferRelativeResize="0"/>
          <p:nvPr/>
        </p:nvPicPr>
        <p:blipFill>
          <a:blip r:embed="rId4">
            <a:alphaModFix/>
          </a:blip>
          <a:srcRect l="71437" r="14326"/>
          <a:stretch>
            <a:fillRect/>
          </a:stretch>
        </p:blipFill>
        <p:spPr>
          <a:xfrm>
            <a:off x="1150686" y="4996924"/>
            <a:ext cx="517638" cy="330337"/>
          </a:xfrm>
          <a:prstGeom prst="rect">
            <a:avLst/>
          </a:prstGeom>
          <a:noFill/>
          <a:ln>
            <a:noFill/>
          </a:ln>
        </p:spPr>
      </p:pic>
      <p:pic>
        <p:nvPicPr>
          <p:cNvPr id="226" name="Google Shape;226;p21" descr="&lt;math xmlns=&quot;http://www.w3.org/1998/Math/MathML&quot; display=&quot;block&quot; data-is-equatio=&quot;1&quot; data-latex=&quot;34\times93\ \times\frac{1}{100}\ \ \ 34\times93\ \times\frac{1}{10^2}\ \ \ \frac{34\times93}{100}\ \ \ \frac{34\times93}{1000}\ \frac{34\times93}{10^2}&quot;&gt;&lt;mn&gt;34&lt;/mn&gt;&lt;mo&gt;×&lt;/mo&gt;&lt;mn&gt;93&lt;/mn&gt;&lt;mtext&gt;&lt;/mtext&gt;&lt;mo&gt;×&lt;/mo&gt;&lt;mfrac&gt;&lt;mn&gt;1&lt;/mn&gt;&lt;mn&gt;100&lt;/mn&gt;&lt;/mfrac&gt;&lt;mtext&gt;&lt;/mtext&gt;&lt;mtext&gt;&lt;/mtext&gt;&lt;mtext&gt;&lt;/mtext&gt;&lt;mn&gt;34&lt;/mn&gt;&lt;mo&gt;×&lt;/mo&gt;&lt;mn&gt;93&lt;/mn&gt;&lt;mtext&gt;&lt;/mtext&gt;&lt;mo&gt;×&lt;/mo&gt;&lt;mfrac&gt;&lt;mn&gt;1&lt;/mn&gt;&lt;msup&gt;&lt;mn&gt;10&lt;/mn&gt;&lt;mn&gt;2&lt;/mn&gt;&lt;/msup&gt;&lt;/mfrac&gt;&lt;mtext&gt;&lt;/mtext&gt;&lt;mtext&gt;&lt;/mtext&gt;&lt;mtext&gt;&lt;/mtext&gt;&lt;mfrac&gt;&lt;mrow&gt;&lt;mn&gt;34&lt;/mn&gt;&lt;mo&gt;×&lt;/mo&gt;&lt;mn&gt;93&lt;/mn&gt;&lt;/mrow&gt;&lt;mn&gt;100&lt;/mn&gt;&lt;/mfrac&gt;&lt;mtext&gt;&lt;/mtext&gt;&lt;mtext&gt;&lt;/mtext&gt;&lt;mtext&gt;&lt;/mtext&gt;&lt;mfrac&gt;&lt;mrow&gt;&lt;mn&gt;34&lt;/mn&gt;&lt;mo&gt;×&lt;/mo&gt;&lt;mn&gt;93&lt;/mn&gt;&lt;/mrow&gt;&lt;mn&gt;1000&lt;/mn&gt;&lt;/mfrac&gt;&lt;mtext&gt;&lt;/mtext&gt;&lt;mfrac&gt;&lt;mrow&gt;&lt;mn&gt;34&lt;/mn&gt;&lt;mo&gt;×&lt;/mo&gt;&lt;mn&gt;93&lt;/mn&gt;&lt;/mrow&gt;&lt;msup&gt;&lt;mn&gt;10&lt;/mn&gt;&lt;mn&gt;2&lt;/mn&gt;&lt;/msup&gt;&lt;/mfrac&gt;&lt;/math&gt;" title="34 times 93 times 1 over 100 34 times 93 times the fraction with numerator 1 and denominator 10 squared the fraction with numerator 34 times 93 and denominator 100 the fraction with numerator 34 times 93 and denominator 1000 the fraction with numerator 34 times 93 and denominator 10 squared"/>
          <p:cNvPicPr preferRelativeResize="0"/>
          <p:nvPr/>
        </p:nvPicPr>
        <p:blipFill>
          <a:blip r:embed="rId4">
            <a:alphaModFix/>
          </a:blip>
          <a:srcRect l="86839" r="-1076"/>
          <a:stretch>
            <a:fillRect/>
          </a:stretch>
        </p:blipFill>
        <p:spPr>
          <a:xfrm>
            <a:off x="1179819" y="5407303"/>
            <a:ext cx="517638" cy="330329"/>
          </a:xfrm>
          <a:prstGeom prst="rect">
            <a:avLst/>
          </a:prstGeom>
          <a:noFill/>
          <a:ln>
            <a:noFill/>
          </a:ln>
        </p:spPr>
      </p:pic>
      <p:sp>
        <p:nvSpPr>
          <p:cNvPr id="227" name="Google Shape;227;p21"/>
          <p:cNvSpPr txBox="1"/>
          <p:nvPr/>
        </p:nvSpPr>
        <p:spPr>
          <a:xfrm>
            <a:off x="474750" y="5839200"/>
            <a:ext cx="6610500" cy="215400"/>
          </a:xfrm>
          <a:prstGeom prst="rect">
            <a:avLst/>
          </a:prstGeom>
          <a:noFill/>
          <a:ln>
            <a:noFill/>
          </a:ln>
        </p:spPr>
        <p:txBody>
          <a:bodyPr spcFirstLastPara="1" wrap="square" lIns="0" tIns="0" rIns="0" bIns="0" anchor="t" anchorCtr="0">
            <a:noAutofit/>
          </a:bodyPr>
          <a:lstStyle/>
          <a:p>
            <a:pPr marL="0" lvl="0" indent="0" algn="l" rtl="0">
              <a:lnSpc>
                <a:spcPct val="130000"/>
              </a:lnSpc>
              <a:spcBef>
                <a:spcPct val="0"/>
              </a:spcBef>
              <a:spcAft>
                <a:spcPts val="1000"/>
              </a:spcAft>
              <a:buNone/>
            </a:pPr>
            <a:r>
              <a:rPr lang="en-GB" sz="1200">
                <a:solidFill>
                  <a:srgbClr val="000000"/>
                </a:solidFill>
                <a:latin typeface="Lexend"/>
                <a:ea typeface="Lexend"/>
                <a:cs typeface="Lexend"/>
                <a:sym typeface="Lexend"/>
              </a:rPr>
              <a:t>2) Identify the equivalent calculations to 0.4 × 3.8  </a:t>
            </a:r>
            <a:endParaRPr sz="1200">
              <a:solidFill>
                <a:srgbClr val="000000"/>
              </a:solidFill>
              <a:latin typeface="Lexend"/>
              <a:ea typeface="Lexend"/>
              <a:cs typeface="Lexend"/>
              <a:sym typeface="Lexend"/>
            </a:endParaRPr>
          </a:p>
        </p:txBody>
      </p:sp>
      <p:grpSp>
        <p:nvGrpSpPr>
          <p:cNvPr id="228" name="Google Shape;228;p21"/>
          <p:cNvGrpSpPr/>
          <p:nvPr/>
        </p:nvGrpSpPr>
        <p:grpSpPr>
          <a:xfrm>
            <a:off x="721372" y="6059599"/>
            <a:ext cx="234498" cy="234498"/>
            <a:chOff x="1020916" y="1442088"/>
            <a:chExt cx="457200" cy="457200"/>
          </a:xfrm>
        </p:grpSpPr>
        <p:pic>
          <p:nvPicPr>
            <p:cNvPr id="229" name="Google Shape;229;p21"/>
            <p:cNvPicPr preferRelativeResize="0"/>
            <p:nvPr/>
          </p:nvPicPr>
          <p:blipFill>
            <a:blip r:embed="rId3">
              <a:alphaModFix/>
            </a:blip>
            <a:stretch>
              <a:fillRect/>
            </a:stretch>
          </p:blipFill>
          <p:spPr>
            <a:xfrm>
              <a:off x="1020916" y="1442088"/>
              <a:ext cx="457200" cy="457200"/>
            </a:xfrm>
            <a:prstGeom prst="rect">
              <a:avLst/>
            </a:prstGeom>
            <a:noFill/>
            <a:ln>
              <a:noFill/>
            </a:ln>
          </p:spPr>
        </p:pic>
        <p:sp>
          <p:nvSpPr>
            <p:cNvPr id="230" name="Google Shape;230;p21"/>
            <p:cNvSpPr txBox="1"/>
            <p:nvPr/>
          </p:nvSpPr>
          <p:spPr>
            <a:xfrm>
              <a:off x="1045528" y="1526400"/>
              <a:ext cx="408000" cy="277200"/>
            </a:xfrm>
            <a:prstGeom prst="rect">
              <a:avLst/>
            </a:prstGeom>
            <a:noFill/>
            <a:ln>
              <a:noFill/>
            </a:ln>
          </p:spPr>
          <p:txBody>
            <a:bodyPr spcFirstLastPara="1" wrap="square" lIns="0" tIns="0" rIns="0" bIns="0" anchor="ctr" anchorCtr="0">
              <a:noAutofit/>
            </a:bodyPr>
            <a:lstStyle/>
            <a:p>
              <a:pPr marL="0" lvl="0" indent="0" algn="ctr" rtl="0">
                <a:spcBef>
                  <a:spcPct val="0"/>
                </a:spcBef>
                <a:spcAft>
                  <a:spcPct val="0"/>
                </a:spcAft>
                <a:buNone/>
              </a:pPr>
              <a:r>
                <a:rPr lang="en-GB" sz="1800" b="1">
                  <a:solidFill>
                    <a:srgbClr val="FFFFFF"/>
                  </a:solidFill>
                  <a:latin typeface="Lexend"/>
                  <a:ea typeface="Lexend"/>
                  <a:cs typeface="Lexend"/>
                  <a:sym typeface="Lexend"/>
                </a:rPr>
                <a:t>a</a:t>
              </a:r>
              <a:endParaRPr sz="1800" b="1">
                <a:solidFill>
                  <a:srgbClr val="FFFFFF"/>
                </a:solidFill>
                <a:latin typeface="Lexend"/>
                <a:ea typeface="Lexend"/>
                <a:cs typeface="Lexend"/>
                <a:sym typeface="Lexend"/>
              </a:endParaRPr>
            </a:p>
          </p:txBody>
        </p:sp>
      </p:grpSp>
      <p:grpSp>
        <p:nvGrpSpPr>
          <p:cNvPr id="231" name="Google Shape;231;p21"/>
          <p:cNvGrpSpPr/>
          <p:nvPr/>
        </p:nvGrpSpPr>
        <p:grpSpPr>
          <a:xfrm>
            <a:off x="721372" y="6428531"/>
            <a:ext cx="234498" cy="234498"/>
            <a:chOff x="1020916" y="1442088"/>
            <a:chExt cx="457200" cy="457200"/>
          </a:xfrm>
        </p:grpSpPr>
        <p:pic>
          <p:nvPicPr>
            <p:cNvPr id="232" name="Google Shape;232;p21"/>
            <p:cNvPicPr preferRelativeResize="0"/>
            <p:nvPr/>
          </p:nvPicPr>
          <p:blipFill>
            <a:blip r:embed="rId3">
              <a:alphaModFix/>
            </a:blip>
            <a:stretch>
              <a:fillRect/>
            </a:stretch>
          </p:blipFill>
          <p:spPr>
            <a:xfrm>
              <a:off x="1020916" y="1442088"/>
              <a:ext cx="457200" cy="457200"/>
            </a:xfrm>
            <a:prstGeom prst="rect">
              <a:avLst/>
            </a:prstGeom>
            <a:noFill/>
            <a:ln>
              <a:noFill/>
            </a:ln>
          </p:spPr>
        </p:pic>
        <p:sp>
          <p:nvSpPr>
            <p:cNvPr id="233" name="Google Shape;233;p21"/>
            <p:cNvSpPr txBox="1"/>
            <p:nvPr/>
          </p:nvSpPr>
          <p:spPr>
            <a:xfrm>
              <a:off x="1045528" y="1526400"/>
              <a:ext cx="408000" cy="277200"/>
            </a:xfrm>
            <a:prstGeom prst="rect">
              <a:avLst/>
            </a:prstGeom>
            <a:noFill/>
            <a:ln>
              <a:noFill/>
            </a:ln>
          </p:spPr>
          <p:txBody>
            <a:bodyPr spcFirstLastPara="1" wrap="square" lIns="0" tIns="0" rIns="0" bIns="0" anchor="ctr" anchorCtr="0">
              <a:noAutofit/>
            </a:bodyPr>
            <a:lstStyle/>
            <a:p>
              <a:pPr marL="0" lvl="0" indent="0" algn="ctr" rtl="0">
                <a:spcBef>
                  <a:spcPct val="0"/>
                </a:spcBef>
                <a:spcAft>
                  <a:spcPct val="0"/>
                </a:spcAft>
                <a:buNone/>
              </a:pPr>
              <a:r>
                <a:rPr lang="en-GB" sz="1800" b="1">
                  <a:solidFill>
                    <a:srgbClr val="FFFFFF"/>
                  </a:solidFill>
                  <a:latin typeface="Lexend"/>
                  <a:ea typeface="Lexend"/>
                  <a:cs typeface="Lexend"/>
                  <a:sym typeface="Lexend"/>
                </a:rPr>
                <a:t>b</a:t>
              </a:r>
              <a:endParaRPr sz="1800" b="1">
                <a:solidFill>
                  <a:srgbClr val="FFFFFF"/>
                </a:solidFill>
                <a:latin typeface="Lexend"/>
                <a:ea typeface="Lexend"/>
                <a:cs typeface="Lexend"/>
                <a:sym typeface="Lexend"/>
              </a:endParaRPr>
            </a:p>
          </p:txBody>
        </p:sp>
      </p:grpSp>
      <p:grpSp>
        <p:nvGrpSpPr>
          <p:cNvPr id="234" name="Google Shape;234;p21"/>
          <p:cNvGrpSpPr/>
          <p:nvPr/>
        </p:nvGrpSpPr>
        <p:grpSpPr>
          <a:xfrm>
            <a:off x="721372" y="6797463"/>
            <a:ext cx="234498" cy="234498"/>
            <a:chOff x="1020916" y="1442088"/>
            <a:chExt cx="457200" cy="457200"/>
          </a:xfrm>
        </p:grpSpPr>
        <p:pic>
          <p:nvPicPr>
            <p:cNvPr id="235" name="Google Shape;235;p21"/>
            <p:cNvPicPr preferRelativeResize="0"/>
            <p:nvPr/>
          </p:nvPicPr>
          <p:blipFill>
            <a:blip r:embed="rId3">
              <a:alphaModFix/>
            </a:blip>
            <a:stretch>
              <a:fillRect/>
            </a:stretch>
          </p:blipFill>
          <p:spPr>
            <a:xfrm>
              <a:off x="1020916" y="1442088"/>
              <a:ext cx="457200" cy="457200"/>
            </a:xfrm>
            <a:prstGeom prst="rect">
              <a:avLst/>
            </a:prstGeom>
            <a:noFill/>
            <a:ln>
              <a:noFill/>
            </a:ln>
          </p:spPr>
        </p:pic>
        <p:sp>
          <p:nvSpPr>
            <p:cNvPr id="236" name="Google Shape;236;p21"/>
            <p:cNvSpPr txBox="1"/>
            <p:nvPr/>
          </p:nvSpPr>
          <p:spPr>
            <a:xfrm>
              <a:off x="1045528" y="1526400"/>
              <a:ext cx="408000" cy="277200"/>
            </a:xfrm>
            <a:prstGeom prst="rect">
              <a:avLst/>
            </a:prstGeom>
            <a:noFill/>
            <a:ln>
              <a:noFill/>
            </a:ln>
          </p:spPr>
          <p:txBody>
            <a:bodyPr spcFirstLastPara="1" wrap="square" lIns="0" tIns="0" rIns="0" bIns="0" anchor="ctr" anchorCtr="0">
              <a:noAutofit/>
            </a:bodyPr>
            <a:lstStyle/>
            <a:p>
              <a:pPr marL="0" lvl="0" indent="0" algn="ctr" rtl="0">
                <a:spcBef>
                  <a:spcPct val="0"/>
                </a:spcBef>
                <a:spcAft>
                  <a:spcPct val="0"/>
                </a:spcAft>
                <a:buNone/>
              </a:pPr>
              <a:r>
                <a:rPr lang="en-GB" sz="1800" b="1">
                  <a:solidFill>
                    <a:srgbClr val="FFFFFF"/>
                  </a:solidFill>
                  <a:latin typeface="Lexend"/>
                  <a:ea typeface="Lexend"/>
                  <a:cs typeface="Lexend"/>
                  <a:sym typeface="Lexend"/>
                </a:rPr>
                <a:t>c</a:t>
              </a:r>
              <a:endParaRPr sz="1800" b="1">
                <a:solidFill>
                  <a:srgbClr val="FFFFFF"/>
                </a:solidFill>
                <a:latin typeface="Lexend"/>
                <a:ea typeface="Lexend"/>
                <a:cs typeface="Lexend"/>
                <a:sym typeface="Lexend"/>
              </a:endParaRPr>
            </a:p>
          </p:txBody>
        </p:sp>
      </p:grpSp>
      <p:grpSp>
        <p:nvGrpSpPr>
          <p:cNvPr id="237" name="Google Shape;237;p21"/>
          <p:cNvGrpSpPr/>
          <p:nvPr/>
        </p:nvGrpSpPr>
        <p:grpSpPr>
          <a:xfrm>
            <a:off x="721372" y="7166395"/>
            <a:ext cx="234498" cy="234498"/>
            <a:chOff x="1020916" y="1442088"/>
            <a:chExt cx="457200" cy="457200"/>
          </a:xfrm>
        </p:grpSpPr>
        <p:pic>
          <p:nvPicPr>
            <p:cNvPr id="238" name="Google Shape;238;p21"/>
            <p:cNvPicPr preferRelativeResize="0"/>
            <p:nvPr/>
          </p:nvPicPr>
          <p:blipFill>
            <a:blip r:embed="rId3">
              <a:alphaModFix/>
            </a:blip>
            <a:stretch>
              <a:fillRect/>
            </a:stretch>
          </p:blipFill>
          <p:spPr>
            <a:xfrm>
              <a:off x="1020916" y="1442088"/>
              <a:ext cx="457200" cy="457200"/>
            </a:xfrm>
            <a:prstGeom prst="rect">
              <a:avLst/>
            </a:prstGeom>
            <a:noFill/>
            <a:ln>
              <a:noFill/>
            </a:ln>
          </p:spPr>
        </p:pic>
        <p:sp>
          <p:nvSpPr>
            <p:cNvPr id="239" name="Google Shape;239;p21"/>
            <p:cNvSpPr txBox="1"/>
            <p:nvPr/>
          </p:nvSpPr>
          <p:spPr>
            <a:xfrm>
              <a:off x="1045528" y="1526400"/>
              <a:ext cx="408000" cy="277200"/>
            </a:xfrm>
            <a:prstGeom prst="rect">
              <a:avLst/>
            </a:prstGeom>
            <a:noFill/>
            <a:ln>
              <a:noFill/>
            </a:ln>
          </p:spPr>
          <p:txBody>
            <a:bodyPr spcFirstLastPara="1" wrap="square" lIns="0" tIns="0" rIns="0" bIns="0" anchor="ctr" anchorCtr="0">
              <a:noAutofit/>
            </a:bodyPr>
            <a:lstStyle/>
            <a:p>
              <a:pPr marL="0" lvl="0" indent="0" algn="ctr" rtl="0">
                <a:spcBef>
                  <a:spcPct val="0"/>
                </a:spcBef>
                <a:spcAft>
                  <a:spcPct val="0"/>
                </a:spcAft>
                <a:buNone/>
              </a:pPr>
              <a:r>
                <a:rPr lang="en-GB" sz="1800" b="1">
                  <a:solidFill>
                    <a:srgbClr val="FFFFFF"/>
                  </a:solidFill>
                  <a:latin typeface="Lexend"/>
                  <a:ea typeface="Lexend"/>
                  <a:cs typeface="Lexend"/>
                  <a:sym typeface="Lexend"/>
                </a:rPr>
                <a:t>d</a:t>
              </a:r>
              <a:endParaRPr sz="1800" b="1">
                <a:solidFill>
                  <a:srgbClr val="FFFFFF"/>
                </a:solidFill>
                <a:latin typeface="Lexend"/>
                <a:ea typeface="Lexend"/>
                <a:cs typeface="Lexend"/>
                <a:sym typeface="Lexend"/>
              </a:endParaRPr>
            </a:p>
          </p:txBody>
        </p:sp>
      </p:grpSp>
      <p:grpSp>
        <p:nvGrpSpPr>
          <p:cNvPr id="240" name="Google Shape;240;p21"/>
          <p:cNvGrpSpPr/>
          <p:nvPr/>
        </p:nvGrpSpPr>
        <p:grpSpPr>
          <a:xfrm>
            <a:off x="721372" y="7535327"/>
            <a:ext cx="234498" cy="234498"/>
            <a:chOff x="1020916" y="1442088"/>
            <a:chExt cx="457200" cy="457200"/>
          </a:xfrm>
        </p:grpSpPr>
        <p:pic>
          <p:nvPicPr>
            <p:cNvPr id="241" name="Google Shape;241;p21"/>
            <p:cNvPicPr preferRelativeResize="0"/>
            <p:nvPr/>
          </p:nvPicPr>
          <p:blipFill>
            <a:blip r:embed="rId3">
              <a:alphaModFix/>
            </a:blip>
            <a:stretch>
              <a:fillRect/>
            </a:stretch>
          </p:blipFill>
          <p:spPr>
            <a:xfrm>
              <a:off x="1020916" y="1442088"/>
              <a:ext cx="457200" cy="457200"/>
            </a:xfrm>
            <a:prstGeom prst="rect">
              <a:avLst/>
            </a:prstGeom>
            <a:noFill/>
            <a:ln>
              <a:noFill/>
            </a:ln>
          </p:spPr>
        </p:pic>
        <p:sp>
          <p:nvSpPr>
            <p:cNvPr id="242" name="Google Shape;242;p21"/>
            <p:cNvSpPr txBox="1"/>
            <p:nvPr/>
          </p:nvSpPr>
          <p:spPr>
            <a:xfrm>
              <a:off x="1045528" y="1526400"/>
              <a:ext cx="408000" cy="277200"/>
            </a:xfrm>
            <a:prstGeom prst="rect">
              <a:avLst/>
            </a:prstGeom>
            <a:noFill/>
            <a:ln>
              <a:noFill/>
            </a:ln>
          </p:spPr>
          <p:txBody>
            <a:bodyPr spcFirstLastPara="1" wrap="square" lIns="0" tIns="0" rIns="0" bIns="0" anchor="ctr" anchorCtr="0">
              <a:noAutofit/>
            </a:bodyPr>
            <a:lstStyle/>
            <a:p>
              <a:pPr marL="0" lvl="0" indent="0" algn="ctr" rtl="0">
                <a:spcBef>
                  <a:spcPct val="0"/>
                </a:spcBef>
                <a:spcAft>
                  <a:spcPct val="0"/>
                </a:spcAft>
                <a:buNone/>
              </a:pPr>
              <a:r>
                <a:rPr lang="en-GB" sz="1800" b="1">
                  <a:solidFill>
                    <a:srgbClr val="FFFFFF"/>
                  </a:solidFill>
                  <a:latin typeface="Lexend"/>
                  <a:ea typeface="Lexend"/>
                  <a:cs typeface="Lexend"/>
                  <a:sym typeface="Lexend"/>
                </a:rPr>
                <a:t>e</a:t>
              </a:r>
              <a:endParaRPr sz="1800" b="1">
                <a:solidFill>
                  <a:srgbClr val="FFFFFF"/>
                </a:solidFill>
                <a:latin typeface="Lexend"/>
                <a:ea typeface="Lexend"/>
                <a:cs typeface="Lexend"/>
                <a:sym typeface="Lexend"/>
              </a:endParaRPr>
            </a:p>
          </p:txBody>
        </p:sp>
      </p:grpSp>
      <p:pic>
        <p:nvPicPr>
          <p:cNvPr id="243" name="Google Shape;243;p21" descr="&lt;math xmlns=&quot;http://www.w3.org/1998/Math/MathML&quot; display=&quot;block&quot; data-is-equatio=&quot;1&quot; data-latex=&quot;4\times38\times\frac{1}{100}\ \ 4\times38\ \times\frac{1}{1000}\ \ \ \frac{4\times38}{100}\ \ \ \frac{4\times38}{10^2}\ \frac{152}{100^{ }}&quot;&gt;&lt;mn&gt;4&lt;/mn&gt;&lt;mo&gt;×&lt;/mo&gt;&lt;mn&gt;38&lt;/mn&gt;&lt;mo&gt;×&lt;/mo&gt;&lt;mfrac&gt;&lt;mn&gt;1&lt;/mn&gt;&lt;mn&gt;100&lt;/mn&gt;&lt;/mfrac&gt;&lt;mtext&gt;&lt;/mtext&gt;&lt;mtext&gt;&lt;/mtext&gt;&lt;mn&gt;4&lt;/mn&gt;&lt;mo&gt;×&lt;/mo&gt;&lt;mn&gt;38&lt;/mn&gt;&lt;mtext&gt;&lt;/mtext&gt;&lt;mo&gt;×&lt;/mo&gt;&lt;mfrac&gt;&lt;mn&gt;1&lt;/mn&gt;&lt;mn&gt;1000&lt;/mn&gt;&lt;/mfrac&gt;&lt;mtext&gt;&lt;/mtext&gt;&lt;mtext&gt;&lt;/mtext&gt;&lt;mtext&gt;&lt;/mtext&gt;&lt;mfrac&gt;&lt;mrow&gt;&lt;mn&gt;4&lt;/mn&gt;&lt;mo&gt;×&lt;/mo&gt;&lt;mn&gt;38&lt;/mn&gt;&lt;/mrow&gt;&lt;mn&gt;100&lt;/mn&gt;&lt;/mfrac&gt;&lt;mtext&gt;&lt;/mtext&gt;&lt;mtext&gt;&lt;/mtext&gt;&lt;mtext&gt;&lt;/mtext&gt;&lt;mfrac&gt;&lt;mrow&gt;&lt;mn&gt;4&lt;/mn&gt;&lt;mo&gt;×&lt;/mo&gt;&lt;mn&gt;38&lt;/mn&gt;&lt;/mrow&gt;&lt;msup&gt;&lt;mn&gt;10&lt;/mn&gt;&lt;mn&gt;2&lt;/mn&gt;&lt;/msup&gt;&lt;/mfrac&gt;&lt;mtext&gt;&lt;/mtext&gt;&lt;mfrac&gt;&lt;mn&gt;152&lt;/mn&gt;&lt;msup&gt;&lt;mn&gt;100&lt;/mn&gt;&lt;mrow data-mjx-texclass=&quot;ORD&quot;/&gt;&lt;/msup&gt;&lt;/mfrac&gt;&lt;/math&gt;" title="4 times 38 times 1 over 100 4 times 38 times 1 over 1000 the fraction with numerator 4 times 38 and denominator 100 the fraction with numerator 4 times 38 and denominator 10 squared the fraction with numerator 152 and denominator 100 raised to the power"/>
          <p:cNvPicPr preferRelativeResize="0"/>
          <p:nvPr/>
        </p:nvPicPr>
        <p:blipFill>
          <a:blip r:embed="rId5">
            <a:alphaModFix/>
          </a:blip>
          <a:srcRect r="72740"/>
          <a:stretch>
            <a:fillRect/>
          </a:stretch>
        </p:blipFill>
        <p:spPr>
          <a:xfrm>
            <a:off x="1071031" y="6030700"/>
            <a:ext cx="753128" cy="292303"/>
          </a:xfrm>
          <a:prstGeom prst="rect">
            <a:avLst/>
          </a:prstGeom>
          <a:noFill/>
          <a:ln>
            <a:noFill/>
          </a:ln>
        </p:spPr>
      </p:pic>
      <p:pic>
        <p:nvPicPr>
          <p:cNvPr id="244" name="Google Shape;244;p21" descr="&lt;math xmlns=&quot;http://www.w3.org/1998/Math/MathML&quot; display=&quot;block&quot; data-is-equatio=&quot;1&quot; data-latex=&quot;4\times38\times\frac{1}{100}\ \ 4\times38\ \times\frac{1}{1000}\ \ \ \frac{4\times38}{100}\ \ \ \frac{4\times38}{10^2}\ \frac{152}{100^{ }}&quot;&gt;&lt;mn&gt;4&lt;/mn&gt;&lt;mo&gt;×&lt;/mo&gt;&lt;mn&gt;38&lt;/mn&gt;&lt;mo&gt;×&lt;/mo&gt;&lt;mfrac&gt;&lt;mn&gt;1&lt;/mn&gt;&lt;mn&gt;100&lt;/mn&gt;&lt;/mfrac&gt;&lt;mtext&gt;&lt;/mtext&gt;&lt;mtext&gt;&lt;/mtext&gt;&lt;mn&gt;4&lt;/mn&gt;&lt;mo&gt;×&lt;/mo&gt;&lt;mn&gt;38&lt;/mn&gt;&lt;mtext&gt;&lt;/mtext&gt;&lt;mo&gt;×&lt;/mo&gt;&lt;mfrac&gt;&lt;mn&gt;1&lt;/mn&gt;&lt;mn&gt;1000&lt;/mn&gt;&lt;/mfrac&gt;&lt;mtext&gt;&lt;/mtext&gt;&lt;mtext&gt;&lt;/mtext&gt;&lt;mtext&gt;&lt;/mtext&gt;&lt;mfrac&gt;&lt;mrow&gt;&lt;mn&gt;4&lt;/mn&gt;&lt;mo&gt;×&lt;/mo&gt;&lt;mn&gt;38&lt;/mn&gt;&lt;/mrow&gt;&lt;mn&gt;100&lt;/mn&gt;&lt;/mfrac&gt;&lt;mtext&gt;&lt;/mtext&gt;&lt;mtext&gt;&lt;/mtext&gt;&lt;mtext&gt;&lt;/mtext&gt;&lt;mfrac&gt;&lt;mrow&gt;&lt;mn&gt;4&lt;/mn&gt;&lt;mo&gt;×&lt;/mo&gt;&lt;mn&gt;38&lt;/mn&gt;&lt;/mrow&gt;&lt;msup&gt;&lt;mn&gt;10&lt;/mn&gt;&lt;mn&gt;2&lt;/mn&gt;&lt;/msup&gt;&lt;/mfrac&gt;&lt;mtext&gt;&lt;/mtext&gt;&lt;mfrac&gt;&lt;mn&gt;152&lt;/mn&gt;&lt;msup&gt;&lt;mn&gt;100&lt;/mn&gt;&lt;mrow data-mjx-texclass=&quot;ORD&quot;/&gt;&lt;/msup&gt;&lt;/mfrac&gt;&lt;/math&gt;" title="4 times 38 times 1 over 100 4 times 38 times 1 over 1000 the fraction with numerator 4 times 38 and denominator 100 the fraction with numerator 4 times 38 and denominator 10 squared the fraction with numerator 152 and denominator 100 raised to the power"/>
          <p:cNvPicPr preferRelativeResize="0"/>
          <p:nvPr/>
        </p:nvPicPr>
        <p:blipFill>
          <a:blip r:embed="rId5">
            <a:alphaModFix/>
          </a:blip>
          <a:srcRect l="27258" r="42588"/>
          <a:stretch>
            <a:fillRect/>
          </a:stretch>
        </p:blipFill>
        <p:spPr>
          <a:xfrm>
            <a:off x="1052888" y="6399630"/>
            <a:ext cx="833113" cy="292303"/>
          </a:xfrm>
          <a:prstGeom prst="rect">
            <a:avLst/>
          </a:prstGeom>
          <a:noFill/>
          <a:ln>
            <a:noFill/>
          </a:ln>
        </p:spPr>
      </p:pic>
      <p:pic>
        <p:nvPicPr>
          <p:cNvPr id="245" name="Google Shape;245;p21" descr="&lt;math xmlns=&quot;http://www.w3.org/1998/Math/MathML&quot; display=&quot;block&quot; data-is-equatio=&quot;1&quot; data-latex=&quot;4\times38\times\frac{1}{100}\ \ 4\times38\ \times\frac{1}{1000}\ \ \ \frac{4\times38}{100}\ \ \ \frac{4\times38}{10^2}\ \frac{152}{100^{ }}&quot;&gt;&lt;mn&gt;4&lt;/mn&gt;&lt;mo&gt;×&lt;/mo&gt;&lt;mn&gt;38&lt;/mn&gt;&lt;mo&gt;×&lt;/mo&gt;&lt;mfrac&gt;&lt;mn&gt;1&lt;/mn&gt;&lt;mn&gt;100&lt;/mn&gt;&lt;/mfrac&gt;&lt;mtext&gt;&lt;/mtext&gt;&lt;mtext&gt;&lt;/mtext&gt;&lt;mn&gt;4&lt;/mn&gt;&lt;mo&gt;×&lt;/mo&gt;&lt;mn&gt;38&lt;/mn&gt;&lt;mtext&gt;&lt;/mtext&gt;&lt;mo&gt;×&lt;/mo&gt;&lt;mfrac&gt;&lt;mn&gt;1&lt;/mn&gt;&lt;mn&gt;1000&lt;/mn&gt;&lt;/mfrac&gt;&lt;mtext&gt;&lt;/mtext&gt;&lt;mtext&gt;&lt;/mtext&gt;&lt;mtext&gt;&lt;/mtext&gt;&lt;mfrac&gt;&lt;mrow&gt;&lt;mn&gt;4&lt;/mn&gt;&lt;mo&gt;×&lt;/mo&gt;&lt;mn&gt;38&lt;/mn&gt;&lt;/mrow&gt;&lt;mn&gt;100&lt;/mn&gt;&lt;/mfrac&gt;&lt;mtext&gt;&lt;/mtext&gt;&lt;mtext&gt;&lt;/mtext&gt;&lt;mtext&gt;&lt;/mtext&gt;&lt;mfrac&gt;&lt;mrow&gt;&lt;mn&gt;4&lt;/mn&gt;&lt;mo&gt;×&lt;/mo&gt;&lt;mn&gt;38&lt;/mn&gt;&lt;/mrow&gt;&lt;msup&gt;&lt;mn&gt;10&lt;/mn&gt;&lt;mn&gt;2&lt;/mn&gt;&lt;/msup&gt;&lt;/mfrac&gt;&lt;mtext&gt;&lt;/mtext&gt;&lt;mfrac&gt;&lt;mn&gt;152&lt;/mn&gt;&lt;msup&gt;&lt;mn&gt;100&lt;/mn&gt;&lt;mrow data-mjx-texclass=&quot;ORD&quot;/&gt;&lt;/msup&gt;&lt;/mfrac&gt;&lt;/math&gt;" title="4 times 38 times 1 over 100 4 times 38 times 1 over 1000 the fraction with numerator 4 times 38 and denominator 100 the fraction with numerator 4 times 38 and denominator 10 squared the fraction with numerator 152 and denominator 100 raised to the power"/>
          <p:cNvPicPr preferRelativeResize="0"/>
          <p:nvPr/>
        </p:nvPicPr>
        <p:blipFill>
          <a:blip r:embed="rId5">
            <a:alphaModFix/>
          </a:blip>
          <a:srcRect l="58642" r="25813"/>
          <a:stretch>
            <a:fillRect/>
          </a:stretch>
        </p:blipFill>
        <p:spPr>
          <a:xfrm>
            <a:off x="992147" y="6743929"/>
            <a:ext cx="429463" cy="292303"/>
          </a:xfrm>
          <a:prstGeom prst="rect">
            <a:avLst/>
          </a:prstGeom>
          <a:noFill/>
          <a:ln>
            <a:noFill/>
          </a:ln>
        </p:spPr>
      </p:pic>
      <p:pic>
        <p:nvPicPr>
          <p:cNvPr id="246" name="Google Shape;246;p21" descr="&lt;math xmlns=&quot;http://www.w3.org/1998/Math/MathML&quot; display=&quot;block&quot; data-is-equatio=&quot;1&quot; data-latex=&quot;4\times38\times\frac{1}{100}\ \ 4\times38\ \times\frac{1}{1000}\ \ \ \frac{4\times38}{100}\ \ \ \frac{4\times38}{10^2}\ \frac{152}{100^{ }}&quot;&gt;&lt;mn&gt;4&lt;/mn&gt;&lt;mo&gt;×&lt;/mo&gt;&lt;mn&gt;38&lt;/mn&gt;&lt;mo&gt;×&lt;/mo&gt;&lt;mfrac&gt;&lt;mn&gt;1&lt;/mn&gt;&lt;mn&gt;100&lt;/mn&gt;&lt;/mfrac&gt;&lt;mtext&gt;&lt;/mtext&gt;&lt;mtext&gt;&lt;/mtext&gt;&lt;mn&gt;4&lt;/mn&gt;&lt;mo&gt;×&lt;/mo&gt;&lt;mn&gt;38&lt;/mn&gt;&lt;mtext&gt;&lt;/mtext&gt;&lt;mo&gt;×&lt;/mo&gt;&lt;mfrac&gt;&lt;mn&gt;1&lt;/mn&gt;&lt;mn&gt;1000&lt;/mn&gt;&lt;/mfrac&gt;&lt;mtext&gt;&lt;/mtext&gt;&lt;mtext&gt;&lt;/mtext&gt;&lt;mtext&gt;&lt;/mtext&gt;&lt;mfrac&gt;&lt;mrow&gt;&lt;mn&gt;4&lt;/mn&gt;&lt;mo&gt;×&lt;/mo&gt;&lt;mn&gt;38&lt;/mn&gt;&lt;/mrow&gt;&lt;mn&gt;100&lt;/mn&gt;&lt;/mfrac&gt;&lt;mtext&gt;&lt;/mtext&gt;&lt;mtext&gt;&lt;/mtext&gt;&lt;mtext&gt;&lt;/mtext&gt;&lt;mfrac&gt;&lt;mrow&gt;&lt;mn&gt;4&lt;/mn&gt;&lt;mo&gt;×&lt;/mo&gt;&lt;mn&gt;38&lt;/mn&gt;&lt;/mrow&gt;&lt;msup&gt;&lt;mn&gt;10&lt;/mn&gt;&lt;mn&gt;2&lt;/mn&gt;&lt;/msup&gt;&lt;/mfrac&gt;&lt;mtext&gt;&lt;/mtext&gt;&lt;mfrac&gt;&lt;mn&gt;152&lt;/mn&gt;&lt;msup&gt;&lt;mn&gt;100&lt;/mn&gt;&lt;mrow data-mjx-texclass=&quot;ORD&quot;/&gt;&lt;/msup&gt;&lt;/mfrac&gt;&lt;/math&gt;" title="4 times 38 times 1 over 100 4 times 38 times 1 over 1000 the fraction with numerator 4 times 38 and denominator 100 the fraction with numerator 4 times 38 and denominator 10 squared the fraction with numerator 152 and denominator 100 raised to the power"/>
          <p:cNvPicPr preferRelativeResize="0"/>
          <p:nvPr/>
        </p:nvPicPr>
        <p:blipFill>
          <a:blip r:embed="rId5">
            <a:alphaModFix/>
          </a:blip>
          <a:srcRect l="75908" r="8547"/>
          <a:stretch>
            <a:fillRect/>
          </a:stretch>
        </p:blipFill>
        <p:spPr>
          <a:xfrm>
            <a:off x="1013446" y="7127310"/>
            <a:ext cx="429463" cy="292303"/>
          </a:xfrm>
          <a:prstGeom prst="rect">
            <a:avLst/>
          </a:prstGeom>
          <a:noFill/>
          <a:ln>
            <a:noFill/>
          </a:ln>
        </p:spPr>
      </p:pic>
      <p:pic>
        <p:nvPicPr>
          <p:cNvPr id="247" name="Google Shape;247;p21" descr="&lt;math xmlns=&quot;http://www.w3.org/1998/Math/MathML&quot; display=&quot;block&quot; data-is-equatio=&quot;1&quot; data-latex=&quot;4\times38\times\frac{1}{100}\ \ 4\times38\ \times\frac{1}{1000}\ \ \ \frac{4\times38}{100}\ \ \ \frac{4\times38}{10^2}\ \frac{152}{100^{ }}&quot;&gt;&lt;mn&gt;4&lt;/mn&gt;&lt;mo&gt;×&lt;/mo&gt;&lt;mn&gt;38&lt;/mn&gt;&lt;mo&gt;×&lt;/mo&gt;&lt;mfrac&gt;&lt;mn&gt;1&lt;/mn&gt;&lt;mn&gt;100&lt;/mn&gt;&lt;/mfrac&gt;&lt;mtext&gt;&lt;/mtext&gt;&lt;mtext&gt;&lt;/mtext&gt;&lt;mn&gt;4&lt;/mn&gt;&lt;mo&gt;×&lt;/mo&gt;&lt;mn&gt;38&lt;/mn&gt;&lt;mtext&gt;&lt;/mtext&gt;&lt;mo&gt;×&lt;/mo&gt;&lt;mfrac&gt;&lt;mn&gt;1&lt;/mn&gt;&lt;mn&gt;1000&lt;/mn&gt;&lt;/mfrac&gt;&lt;mtext&gt;&lt;/mtext&gt;&lt;mtext&gt;&lt;/mtext&gt;&lt;mtext&gt;&lt;/mtext&gt;&lt;mfrac&gt;&lt;mrow&gt;&lt;mn&gt;4&lt;/mn&gt;&lt;mo&gt;×&lt;/mo&gt;&lt;mn&gt;38&lt;/mn&gt;&lt;/mrow&gt;&lt;mn&gt;100&lt;/mn&gt;&lt;/mfrac&gt;&lt;mtext&gt;&lt;/mtext&gt;&lt;mtext&gt;&lt;/mtext&gt;&lt;mtext&gt;&lt;/mtext&gt;&lt;mfrac&gt;&lt;mrow&gt;&lt;mn&gt;4&lt;/mn&gt;&lt;mo&gt;×&lt;/mo&gt;&lt;mn&gt;38&lt;/mn&gt;&lt;/mrow&gt;&lt;msup&gt;&lt;mn&gt;10&lt;/mn&gt;&lt;mn&gt;2&lt;/mn&gt;&lt;/msup&gt;&lt;/mfrac&gt;&lt;mtext&gt;&lt;/mtext&gt;&lt;mfrac&gt;&lt;mn&gt;152&lt;/mn&gt;&lt;msup&gt;&lt;mn&gt;100&lt;/mn&gt;&lt;mrow data-mjx-texclass=&quot;ORD&quot;/&gt;&lt;/msup&gt;&lt;/mfrac&gt;&lt;/math&gt;" title="4 times 38 times 1 over 100 4 times 38 times 1 over 1000 the fraction with numerator 4 times 38 and denominator 100 the fraction with numerator 4 times 38 and denominator 10 squared the fraction with numerator 152 and denominator 100 raised to the power"/>
          <p:cNvPicPr preferRelativeResize="0"/>
          <p:nvPr/>
        </p:nvPicPr>
        <p:blipFill>
          <a:blip r:embed="rId5">
            <a:alphaModFix/>
          </a:blip>
          <a:srcRect l="92245" r="-3167"/>
          <a:stretch>
            <a:fillRect/>
          </a:stretch>
        </p:blipFill>
        <p:spPr>
          <a:xfrm>
            <a:off x="1077301" y="7549775"/>
            <a:ext cx="301751" cy="292303"/>
          </a:xfrm>
          <a:prstGeom prst="rect">
            <a:avLst/>
          </a:prstGeom>
          <a:noFill/>
          <a:ln>
            <a:noFill/>
          </a:ln>
        </p:spPr>
      </p:pic>
      <p:sp>
        <p:nvSpPr>
          <p:cNvPr id="248" name="Google Shape;248;p21"/>
          <p:cNvSpPr txBox="1"/>
          <p:nvPr/>
        </p:nvSpPr>
        <p:spPr>
          <a:xfrm>
            <a:off x="474750" y="7922100"/>
            <a:ext cx="6610500" cy="419100"/>
          </a:xfrm>
          <a:prstGeom prst="rect">
            <a:avLst/>
          </a:prstGeom>
          <a:noFill/>
          <a:ln>
            <a:noFill/>
          </a:ln>
        </p:spPr>
        <p:txBody>
          <a:bodyPr spcFirstLastPara="1" wrap="square" lIns="0" tIns="0" rIns="0" bIns="0" anchor="t" anchorCtr="0">
            <a:noAutofit/>
          </a:bodyPr>
          <a:lstStyle/>
          <a:p>
            <a:pPr marL="0" lvl="0" indent="0" algn="l" rtl="0">
              <a:lnSpc>
                <a:spcPct val="115000"/>
              </a:lnSpc>
              <a:spcBef>
                <a:spcPct val="0"/>
              </a:spcBef>
              <a:spcAft>
                <a:spcPct val="0"/>
              </a:spcAft>
              <a:buNone/>
            </a:pPr>
            <a:r>
              <a:rPr lang="en-GB" sz="1200">
                <a:solidFill>
                  <a:srgbClr val="000000"/>
                </a:solidFill>
                <a:latin typeface="Lexend"/>
                <a:ea typeface="Lexend"/>
                <a:cs typeface="Lexend"/>
                <a:sym typeface="Lexend"/>
              </a:rPr>
              <a:t>3) Put a tick next to the calculations which are correct and create two of your own correct calculations using powers of </a:t>
            </a:r>
            <a:endParaRPr sz="1200">
              <a:solidFill>
                <a:srgbClr val="000000"/>
              </a:solidFill>
              <a:latin typeface="Lexend"/>
              <a:ea typeface="Lexend"/>
              <a:cs typeface="Lexend"/>
              <a:sym typeface="Lexend"/>
            </a:endParaRPr>
          </a:p>
          <a:p>
            <a:pPr marL="0" lvl="0" indent="0" algn="l" rtl="0">
              <a:lnSpc>
                <a:spcPct val="115000"/>
              </a:lnSpc>
              <a:spcBef>
                <a:spcPts val="1000"/>
              </a:spcBef>
              <a:spcAft>
                <a:spcPct val="0"/>
              </a:spcAft>
              <a:buNone/>
            </a:pPr>
            <a:endParaRPr sz="1200">
              <a:solidFill>
                <a:srgbClr val="000000"/>
              </a:solidFill>
              <a:latin typeface="Lexend"/>
              <a:ea typeface="Lexend"/>
              <a:cs typeface="Lexend"/>
              <a:sym typeface="Lexend"/>
            </a:endParaRPr>
          </a:p>
          <a:p>
            <a:pPr marL="0" lvl="0" indent="0" algn="l" rtl="0">
              <a:lnSpc>
                <a:spcPct val="115000"/>
              </a:lnSpc>
              <a:spcBef>
                <a:spcPts val="1000"/>
              </a:spcBef>
              <a:spcAft>
                <a:spcPct val="0"/>
              </a:spcAft>
              <a:buNone/>
            </a:pPr>
            <a:endParaRPr sz="1200">
              <a:solidFill>
                <a:srgbClr val="000000"/>
              </a:solidFill>
              <a:latin typeface="Lexend"/>
              <a:ea typeface="Lexend"/>
              <a:cs typeface="Lexend"/>
              <a:sym typeface="Lexend"/>
            </a:endParaRPr>
          </a:p>
          <a:p>
            <a:pPr marL="0" lvl="0" indent="0" algn="l" rtl="0">
              <a:lnSpc>
                <a:spcPct val="115000"/>
              </a:lnSpc>
              <a:spcBef>
                <a:spcPts val="1000"/>
              </a:spcBef>
              <a:spcAft>
                <a:spcPts val="1000"/>
              </a:spcAft>
              <a:buNone/>
            </a:pPr>
            <a:endParaRPr sz="1200">
              <a:solidFill>
                <a:srgbClr val="000000"/>
              </a:solidFill>
              <a:latin typeface="Lexend"/>
              <a:ea typeface="Lexend"/>
              <a:cs typeface="Lexend"/>
              <a:sym typeface="Lexend"/>
            </a:endParaRPr>
          </a:p>
        </p:txBody>
      </p:sp>
      <p:sp>
        <p:nvSpPr>
          <p:cNvPr id="249" name="Google Shape;249;p21"/>
          <p:cNvSpPr/>
          <p:nvPr/>
        </p:nvSpPr>
        <p:spPr>
          <a:xfrm>
            <a:off x="3402525" y="8782075"/>
            <a:ext cx="1305936" cy="492588"/>
          </a:xfrm>
          <a:prstGeom prst="cloud">
            <a:avLst/>
          </a:prstGeom>
          <a:noFill/>
          <a:ln w="2857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lnSpc>
                <a:spcPct val="115000"/>
              </a:lnSpc>
              <a:spcBef>
                <a:spcPct val="0"/>
              </a:spcBef>
              <a:spcAft>
                <a:spcPct val="0"/>
              </a:spcAft>
              <a:buNone/>
            </a:pPr>
            <a:r>
              <a:rPr lang="en-GB" sz="1200">
                <a:solidFill>
                  <a:srgbClr val="000000"/>
                </a:solidFill>
                <a:latin typeface="Lexend"/>
                <a:ea typeface="Lexend"/>
                <a:cs typeface="Lexend"/>
                <a:sym typeface="Lexend"/>
              </a:rPr>
              <a:t>1.2 × 0.03</a:t>
            </a:r>
            <a:endParaRPr sz="1200">
              <a:latin typeface="Lexend"/>
              <a:ea typeface="Lexend"/>
              <a:cs typeface="Lexend"/>
              <a:sym typeface="Lexend"/>
            </a:endParaRPr>
          </a:p>
        </p:txBody>
      </p:sp>
      <p:cxnSp>
        <p:nvCxnSpPr>
          <p:cNvPr id="250" name="Google Shape;250;p21"/>
          <p:cNvCxnSpPr/>
          <p:nvPr/>
        </p:nvCxnSpPr>
        <p:spPr>
          <a:xfrm>
            <a:off x="2606400" y="8582800"/>
            <a:ext cx="891900" cy="363600"/>
          </a:xfrm>
          <a:prstGeom prst="straightConnector1">
            <a:avLst/>
          </a:prstGeom>
          <a:noFill/>
          <a:ln w="28575" cap="flat" cmpd="sng">
            <a:solidFill>
              <a:srgbClr val="000000"/>
            </a:solidFill>
            <a:prstDash val="solid"/>
            <a:round/>
            <a:headEnd type="none" w="med" len="med"/>
            <a:tailEnd type="none" w="med" len="med"/>
          </a:ln>
        </p:spPr>
      </p:cxnSp>
      <p:cxnSp>
        <p:nvCxnSpPr>
          <p:cNvPr id="251" name="Google Shape;251;p21"/>
          <p:cNvCxnSpPr/>
          <p:nvPr/>
        </p:nvCxnSpPr>
        <p:spPr>
          <a:xfrm rot="10800000" flipH="1">
            <a:off x="2529525" y="9053875"/>
            <a:ext cx="949200" cy="131700"/>
          </a:xfrm>
          <a:prstGeom prst="straightConnector1">
            <a:avLst/>
          </a:prstGeom>
          <a:noFill/>
          <a:ln w="28575" cap="flat" cmpd="sng">
            <a:solidFill>
              <a:srgbClr val="000000"/>
            </a:solidFill>
            <a:prstDash val="solid"/>
            <a:round/>
            <a:headEnd type="none" w="med" len="med"/>
            <a:tailEnd type="none" w="med" len="med"/>
          </a:ln>
        </p:spPr>
      </p:cxnSp>
      <p:cxnSp>
        <p:nvCxnSpPr>
          <p:cNvPr id="252" name="Google Shape;252;p21"/>
          <p:cNvCxnSpPr/>
          <p:nvPr/>
        </p:nvCxnSpPr>
        <p:spPr>
          <a:xfrm rot="10800000" flipH="1">
            <a:off x="2800800" y="9199475"/>
            <a:ext cx="809400" cy="533400"/>
          </a:xfrm>
          <a:prstGeom prst="straightConnector1">
            <a:avLst/>
          </a:prstGeom>
          <a:noFill/>
          <a:ln w="28575" cap="flat" cmpd="sng">
            <a:solidFill>
              <a:srgbClr val="000000"/>
            </a:solidFill>
            <a:prstDash val="solid"/>
            <a:round/>
            <a:headEnd type="none" w="med" len="med"/>
            <a:tailEnd type="none" w="med" len="med"/>
          </a:ln>
        </p:spPr>
      </p:cxnSp>
      <p:cxnSp>
        <p:nvCxnSpPr>
          <p:cNvPr id="253" name="Google Shape;253;p21"/>
          <p:cNvCxnSpPr/>
          <p:nvPr/>
        </p:nvCxnSpPr>
        <p:spPr>
          <a:xfrm rot="10800000">
            <a:off x="4690875" y="8989375"/>
            <a:ext cx="939900" cy="210900"/>
          </a:xfrm>
          <a:prstGeom prst="straightConnector1">
            <a:avLst/>
          </a:prstGeom>
          <a:noFill/>
          <a:ln w="28575" cap="flat" cmpd="sng">
            <a:solidFill>
              <a:srgbClr val="000000"/>
            </a:solidFill>
            <a:prstDash val="solid"/>
            <a:round/>
            <a:headEnd type="none" w="med" len="med"/>
            <a:tailEnd type="none" w="med" len="med"/>
          </a:ln>
        </p:spPr>
      </p:cxnSp>
      <p:cxnSp>
        <p:nvCxnSpPr>
          <p:cNvPr id="254" name="Google Shape;254;p21"/>
          <p:cNvCxnSpPr/>
          <p:nvPr/>
        </p:nvCxnSpPr>
        <p:spPr>
          <a:xfrm flipH="1">
            <a:off x="4202675" y="8383475"/>
            <a:ext cx="947100" cy="380100"/>
          </a:xfrm>
          <a:prstGeom prst="straightConnector1">
            <a:avLst/>
          </a:prstGeom>
          <a:noFill/>
          <a:ln w="28575" cap="flat" cmpd="sng">
            <a:solidFill>
              <a:srgbClr val="000000"/>
            </a:solidFill>
            <a:prstDash val="solid"/>
            <a:round/>
            <a:headEnd type="none" w="med" len="med"/>
            <a:tailEnd type="none" w="med" len="med"/>
          </a:ln>
        </p:spPr>
      </p:cxnSp>
      <p:pic>
        <p:nvPicPr>
          <p:cNvPr id="255" name="Google Shape;255;p21" descr="&lt;math xmlns=&quot;http://www.w3.org/1998/Math/MathML&quot; display=&quot;block&quot; data-is-equatio=&quot;1&quot; data-latex=&quot;\frac{1}{10}&quot;&gt;&lt;mfrac&gt;&lt;mn&gt;1&lt;/mn&gt;&lt;mn&gt;10&lt;/mn&gt;&lt;/mfrac&gt;&lt;/math&gt;" title="one tenth"/>
          <p:cNvPicPr preferRelativeResize="0"/>
          <p:nvPr/>
        </p:nvPicPr>
        <p:blipFill>
          <a:blip r:embed="rId6">
            <a:alphaModFix/>
          </a:blip>
          <a:stretch>
            <a:fillRect/>
          </a:stretch>
        </p:blipFill>
        <p:spPr>
          <a:xfrm>
            <a:off x="2639875" y="8112500"/>
            <a:ext cx="146924" cy="234475"/>
          </a:xfrm>
          <a:prstGeom prst="rect">
            <a:avLst/>
          </a:prstGeom>
          <a:noFill/>
          <a:ln>
            <a:noFill/>
          </a:ln>
        </p:spPr>
      </p:pic>
      <p:pic>
        <p:nvPicPr>
          <p:cNvPr id="256" name="Google Shape;256;p21" descr="&lt;math xmlns=&quot;http://www.w3.org/1998/Math/MathML&quot; display=&quot;block&quot; data-is-equatio=&quot;1&quot; data-latex=&quot;12\times3\times\frac{1}{1000}\ \ 12\times3\ \times\frac{1}{10^3}\ \ \ \frac{36}{100}\ \ \frac{36}{10^3}\ \frac{1.2\times3}{10^2}\ \frac{36}{10^2}&quot;&gt;&lt;mn&gt;12&lt;/mn&gt;&lt;mo&gt;×&lt;/mo&gt;&lt;mn&gt;3&lt;/mn&gt;&lt;mo&gt;×&lt;/mo&gt;&lt;mfrac&gt;&lt;mn&gt;1&lt;/mn&gt;&lt;mn&gt;1000&lt;/mn&gt;&lt;/mfrac&gt;&lt;mtext&gt;&lt;/mtext&gt;&lt;mtext&gt;&lt;/mtext&gt;&lt;mn&gt;12&lt;/mn&gt;&lt;mo&gt;×&lt;/mo&gt;&lt;mn&gt;3&lt;/mn&gt;&lt;mtext&gt;&lt;/mtext&gt;&lt;mo&gt;×&lt;/mo&gt;&lt;mfrac&gt;&lt;mn&gt;1&lt;/mn&gt;&lt;msup&gt;&lt;mn&gt;10&lt;/mn&gt;&lt;mn&gt;3&lt;/mn&gt;&lt;/msup&gt;&lt;/mfrac&gt;&lt;mtext&gt;&lt;/mtext&gt;&lt;mtext&gt;&lt;/mtext&gt;&lt;mtext&gt;&lt;/mtext&gt;&lt;mfrac&gt;&lt;mn&gt;36&lt;/mn&gt;&lt;mn&gt;100&lt;/mn&gt;&lt;/mfrac&gt;&lt;mtext&gt;&lt;/mtext&gt;&lt;mtext&gt;&lt;/mtext&gt;&lt;mfrac&gt;&lt;mn&gt;36&lt;/mn&gt;&lt;msup&gt;&lt;mn&gt;10&lt;/mn&gt;&lt;mn&gt;3&lt;/mn&gt;&lt;/msup&gt;&lt;/mfrac&gt;&lt;mtext&gt;&lt;/mtext&gt;&lt;mfrac&gt;&lt;mrow&gt;&lt;mn&gt;1.2&lt;/mn&gt;&lt;mo&gt;×&lt;/mo&gt;&lt;mn&gt;3&lt;/mn&gt;&lt;/mrow&gt;&lt;msup&gt;&lt;mn&gt;10&lt;/mn&gt;&lt;mn&gt;2&lt;/mn&gt;&lt;/msup&gt;&lt;/mfrac&gt;&lt;mtext&gt;&lt;/mtext&gt;&lt;mfrac&gt;&lt;mn&gt;36&lt;/mn&gt;&lt;msup&gt;&lt;mn&gt;10&lt;/mn&gt;&lt;mn&gt;2&lt;/mn&gt;&lt;/msup&gt;&lt;/mfrac&gt;&lt;/math&gt;" title="12 times 3 times 1 over 1000 12 times 3 times the fraction with numerator 1 and denominator 10 cubed 36 over 100 the fraction with numerator 36 and denominator 10 cubed the fraction with numerator 1.2 times 3 and denominator 10 squared the fraction with numerator 36 and denominator 10 squared"/>
          <p:cNvPicPr preferRelativeResize="0"/>
          <p:nvPr/>
        </p:nvPicPr>
        <p:blipFill>
          <a:blip r:embed="rId7">
            <a:alphaModFix/>
          </a:blip>
          <a:srcRect r="71434"/>
          <a:stretch>
            <a:fillRect/>
          </a:stretch>
        </p:blipFill>
        <p:spPr>
          <a:xfrm>
            <a:off x="5172634" y="8182200"/>
            <a:ext cx="1026582" cy="365762"/>
          </a:xfrm>
          <a:prstGeom prst="rect">
            <a:avLst/>
          </a:prstGeom>
          <a:noFill/>
          <a:ln>
            <a:noFill/>
          </a:ln>
        </p:spPr>
      </p:pic>
      <p:cxnSp>
        <p:nvCxnSpPr>
          <p:cNvPr id="257" name="Google Shape;257;p21"/>
          <p:cNvCxnSpPr/>
          <p:nvPr/>
        </p:nvCxnSpPr>
        <p:spPr>
          <a:xfrm rot="10800000">
            <a:off x="4443450" y="9214863"/>
            <a:ext cx="631500" cy="266700"/>
          </a:xfrm>
          <a:prstGeom prst="straightConnector1">
            <a:avLst/>
          </a:prstGeom>
          <a:noFill/>
          <a:ln w="28575" cap="flat" cmpd="sng">
            <a:solidFill>
              <a:srgbClr val="000000"/>
            </a:solidFill>
            <a:prstDash val="solid"/>
            <a:round/>
            <a:headEnd type="none" w="med" len="med"/>
            <a:tailEnd type="none" w="med" len="med"/>
          </a:ln>
        </p:spPr>
      </p:cxnSp>
      <p:pic>
        <p:nvPicPr>
          <p:cNvPr id="258" name="Google Shape;258;p21" descr="&lt;math xmlns=&quot;http://www.w3.org/1998/Math/MathML&quot; display=&quot;block&quot; data-is-equatio=&quot;1&quot; data-latex=&quot;12\times3\times\frac{1}{1000}\ \ 12\times3\ \times\frac{1}{10^3}\ \ \ \frac{36}{100}\ \ \frac{36}{10^3}\ \frac{1.2\times3}{10^2}\ \frac{36}{10^2}&quot;&gt;&lt;mn&gt;12&lt;/mn&gt;&lt;mo&gt;×&lt;/mo&gt;&lt;mn&gt;3&lt;/mn&gt;&lt;mo&gt;×&lt;/mo&gt;&lt;mfrac&gt;&lt;mn&gt;1&lt;/mn&gt;&lt;mn&gt;1000&lt;/mn&gt;&lt;/mfrac&gt;&lt;mtext&gt;&lt;/mtext&gt;&lt;mtext&gt;&lt;/mtext&gt;&lt;mn&gt;12&lt;/mn&gt;&lt;mo&gt;×&lt;/mo&gt;&lt;mn&gt;3&lt;/mn&gt;&lt;mtext&gt;&lt;/mtext&gt;&lt;mo&gt;×&lt;/mo&gt;&lt;mfrac&gt;&lt;mn&gt;1&lt;/mn&gt;&lt;msup&gt;&lt;mn&gt;10&lt;/mn&gt;&lt;mn&gt;3&lt;/mn&gt;&lt;/msup&gt;&lt;/mfrac&gt;&lt;mtext&gt;&lt;/mtext&gt;&lt;mtext&gt;&lt;/mtext&gt;&lt;mtext&gt;&lt;/mtext&gt;&lt;mfrac&gt;&lt;mn&gt;36&lt;/mn&gt;&lt;mn&gt;100&lt;/mn&gt;&lt;/mfrac&gt;&lt;mtext&gt;&lt;/mtext&gt;&lt;mtext&gt;&lt;/mtext&gt;&lt;mfrac&gt;&lt;mn&gt;36&lt;/mn&gt;&lt;msup&gt;&lt;mn&gt;10&lt;/mn&gt;&lt;mn&gt;3&lt;/mn&gt;&lt;/msup&gt;&lt;/mfrac&gt;&lt;mtext&gt;&lt;/mtext&gt;&lt;mfrac&gt;&lt;mrow&gt;&lt;mn&gt;1.2&lt;/mn&gt;&lt;mo&gt;×&lt;/mo&gt;&lt;mn&gt;3&lt;/mn&gt;&lt;/mrow&gt;&lt;msup&gt;&lt;mn&gt;10&lt;/mn&gt;&lt;mn&gt;2&lt;/mn&gt;&lt;/msup&gt;&lt;/mfrac&gt;&lt;mtext&gt;&lt;/mtext&gt;&lt;mfrac&gt;&lt;mn&gt;36&lt;/mn&gt;&lt;msup&gt;&lt;mn&gt;10&lt;/mn&gt;&lt;mn&gt;2&lt;/mn&gt;&lt;/msup&gt;&lt;/mfrac&gt;&lt;/math&gt;" title="12 times 3 times 1 over 1000 12 times 3 times the fraction with numerator 1 and denominator 10 cubed 36 over 100 the fraction with numerator 36 and denominator 10 cubed the fraction with numerator 1.2 times 3 and denominator 10 squared the fraction with numerator 36 and denominator 10 squared"/>
          <p:cNvPicPr preferRelativeResize="0"/>
          <p:nvPr/>
        </p:nvPicPr>
        <p:blipFill>
          <a:blip r:embed="rId7">
            <a:alphaModFix/>
          </a:blip>
          <a:srcRect l="26900" r="44533" b="-16198"/>
          <a:stretch>
            <a:fillRect/>
          </a:stretch>
        </p:blipFill>
        <p:spPr>
          <a:xfrm>
            <a:off x="5655416" y="9020138"/>
            <a:ext cx="1026582" cy="425023"/>
          </a:xfrm>
          <a:prstGeom prst="rect">
            <a:avLst/>
          </a:prstGeom>
          <a:noFill/>
          <a:ln>
            <a:noFill/>
          </a:ln>
        </p:spPr>
      </p:pic>
      <p:pic>
        <p:nvPicPr>
          <p:cNvPr id="259" name="Google Shape;259;p21" descr="&lt;math xmlns=&quot;http://www.w3.org/1998/Math/MathML&quot; display=&quot;block&quot; data-is-equatio=&quot;1&quot; data-latex=&quot;12\times3\times\frac{1}{1000}\ \ 12\times3\ \times\frac{1}{10^3}\ \ \ \frac{36}{100}\ \ \frac{36}{10^3}\ \frac{1.2\times3}{10^2}\ \frac{36}{10^2}&quot;&gt;&lt;mn&gt;12&lt;/mn&gt;&lt;mo&gt;×&lt;/mo&gt;&lt;mn&gt;3&lt;/mn&gt;&lt;mo&gt;×&lt;/mo&gt;&lt;mfrac&gt;&lt;mn&gt;1&lt;/mn&gt;&lt;mn&gt;1000&lt;/mn&gt;&lt;/mfrac&gt;&lt;mtext&gt;&lt;/mtext&gt;&lt;mtext&gt;&lt;/mtext&gt;&lt;mn&gt;12&lt;/mn&gt;&lt;mo&gt;×&lt;/mo&gt;&lt;mn&gt;3&lt;/mn&gt;&lt;mtext&gt;&lt;/mtext&gt;&lt;mo&gt;×&lt;/mo&gt;&lt;mfrac&gt;&lt;mn&gt;1&lt;/mn&gt;&lt;msup&gt;&lt;mn&gt;10&lt;/mn&gt;&lt;mn&gt;3&lt;/mn&gt;&lt;/msup&gt;&lt;/mfrac&gt;&lt;mtext&gt;&lt;/mtext&gt;&lt;mtext&gt;&lt;/mtext&gt;&lt;mtext&gt;&lt;/mtext&gt;&lt;mfrac&gt;&lt;mn&gt;36&lt;/mn&gt;&lt;mn&gt;100&lt;/mn&gt;&lt;/mfrac&gt;&lt;mtext&gt;&lt;/mtext&gt;&lt;mtext&gt;&lt;/mtext&gt;&lt;mfrac&gt;&lt;mn&gt;36&lt;/mn&gt;&lt;msup&gt;&lt;mn&gt;10&lt;/mn&gt;&lt;mn&gt;3&lt;/mn&gt;&lt;/msup&gt;&lt;/mfrac&gt;&lt;mtext&gt;&lt;/mtext&gt;&lt;mfrac&gt;&lt;mrow&gt;&lt;mn&gt;1.2&lt;/mn&gt;&lt;mo&gt;×&lt;/mo&gt;&lt;mn&gt;3&lt;/mn&gt;&lt;/mrow&gt;&lt;msup&gt;&lt;mn&gt;10&lt;/mn&gt;&lt;mn&gt;2&lt;/mn&gt;&lt;/msup&gt;&lt;/mfrac&gt;&lt;mtext&gt;&lt;/mtext&gt;&lt;mfrac&gt;&lt;mn&gt;36&lt;/mn&gt;&lt;msup&gt;&lt;mn&gt;10&lt;/mn&gt;&lt;mn&gt;2&lt;/mn&gt;&lt;/msup&gt;&lt;/mfrac&gt;&lt;/math&gt;" title="12 times 3 times 1 over 1000 12 times 3 times the fraction with numerator 1 and denominator 10 cubed 36 over 100 the fraction with numerator 36 and denominator 10 cubed the fraction with numerator 1.2 times 3 and denominator 10 squared the fraction with numerator 36 and denominator 10 squared"/>
          <p:cNvPicPr preferRelativeResize="0"/>
          <p:nvPr/>
        </p:nvPicPr>
        <p:blipFill>
          <a:blip r:embed="rId7">
            <a:alphaModFix/>
          </a:blip>
          <a:srcRect l="56632" r="32852" b="-16198"/>
          <a:stretch>
            <a:fillRect/>
          </a:stretch>
        </p:blipFill>
        <p:spPr>
          <a:xfrm>
            <a:off x="5098315" y="9270177"/>
            <a:ext cx="377869" cy="425023"/>
          </a:xfrm>
          <a:prstGeom prst="rect">
            <a:avLst/>
          </a:prstGeom>
          <a:noFill/>
          <a:ln>
            <a:noFill/>
          </a:ln>
        </p:spPr>
      </p:pic>
      <p:pic>
        <p:nvPicPr>
          <p:cNvPr id="260" name="Google Shape;260;p21" descr="&lt;math xmlns=&quot;http://www.w3.org/1998/Math/MathML&quot; display=&quot;block&quot; data-is-equatio=&quot;1&quot; data-latex=&quot;12\times3\times\frac{1}{1000}\ \ 12\times3\ \times\frac{1}{10^3}\ \ \ \frac{36}{100}\ \ \frac{36}{10^3}\ \frac{1.2\times3}{10^2}\ \frac{36}{10^2}&quot;&gt;&lt;mn&gt;12&lt;/mn&gt;&lt;mo&gt;×&lt;/mo&gt;&lt;mn&gt;3&lt;/mn&gt;&lt;mo&gt;×&lt;/mo&gt;&lt;mfrac&gt;&lt;mn&gt;1&lt;/mn&gt;&lt;mn&gt;1000&lt;/mn&gt;&lt;/mfrac&gt;&lt;mtext&gt;&lt;/mtext&gt;&lt;mtext&gt;&lt;/mtext&gt;&lt;mn&gt;12&lt;/mn&gt;&lt;mo&gt;×&lt;/mo&gt;&lt;mn&gt;3&lt;/mn&gt;&lt;mtext&gt;&lt;/mtext&gt;&lt;mo&gt;×&lt;/mo&gt;&lt;mfrac&gt;&lt;mn&gt;1&lt;/mn&gt;&lt;msup&gt;&lt;mn&gt;10&lt;/mn&gt;&lt;mn&gt;3&lt;/mn&gt;&lt;/msup&gt;&lt;/mfrac&gt;&lt;mtext&gt;&lt;/mtext&gt;&lt;mtext&gt;&lt;/mtext&gt;&lt;mtext&gt;&lt;/mtext&gt;&lt;mfrac&gt;&lt;mn&gt;36&lt;/mn&gt;&lt;mn&gt;100&lt;/mn&gt;&lt;/mfrac&gt;&lt;mtext&gt;&lt;/mtext&gt;&lt;mtext&gt;&lt;/mtext&gt;&lt;mfrac&gt;&lt;mn&gt;36&lt;/mn&gt;&lt;msup&gt;&lt;mn&gt;10&lt;/mn&gt;&lt;mn&gt;3&lt;/mn&gt;&lt;/msup&gt;&lt;/mfrac&gt;&lt;mtext&gt;&lt;/mtext&gt;&lt;mfrac&gt;&lt;mrow&gt;&lt;mn&gt;1.2&lt;/mn&gt;&lt;mo&gt;×&lt;/mo&gt;&lt;mn&gt;3&lt;/mn&gt;&lt;/mrow&gt;&lt;msup&gt;&lt;mn&gt;10&lt;/mn&gt;&lt;mn&gt;2&lt;/mn&gt;&lt;/msup&gt;&lt;/mfrac&gt;&lt;mtext&gt;&lt;/mtext&gt;&lt;mfrac&gt;&lt;mn&gt;36&lt;/mn&gt;&lt;msup&gt;&lt;mn&gt;10&lt;/mn&gt;&lt;mn&gt;2&lt;/mn&gt;&lt;/msup&gt;&lt;/mfrac&gt;&lt;/math&gt;" title="12 times 3 times 1 over 1000 12 times 3 times the fraction with numerator 1 and denominator 10 cubed 36 over 100 the fraction with numerator 36 and denominator 10 cubed the fraction with numerator 1.2 times 3 and denominator 10 squared the fraction with numerator 36 and denominator 10 squared"/>
          <p:cNvPicPr preferRelativeResize="0"/>
          <p:nvPr/>
        </p:nvPicPr>
        <p:blipFill>
          <a:blip r:embed="rId7">
            <a:alphaModFix/>
          </a:blip>
          <a:srcRect l="90981" r="-755" b="-16198"/>
          <a:stretch>
            <a:fillRect/>
          </a:stretch>
        </p:blipFill>
        <p:spPr>
          <a:xfrm>
            <a:off x="4107969" y="9448153"/>
            <a:ext cx="351261" cy="425009"/>
          </a:xfrm>
          <a:prstGeom prst="rect">
            <a:avLst/>
          </a:prstGeom>
          <a:noFill/>
          <a:ln>
            <a:noFill/>
          </a:ln>
        </p:spPr>
      </p:pic>
      <p:pic>
        <p:nvPicPr>
          <p:cNvPr id="261" name="Google Shape;261;p21" descr="&lt;math xmlns=&quot;http://www.w3.org/1998/Math/MathML&quot; display=&quot;block&quot; data-is-equatio=&quot;1&quot; data-latex=&quot;\frac{36}{1000}&quot;&gt;&lt;mfrac&gt;&lt;mn&gt;36&lt;/mn&gt;&lt;mn&gt;1000&lt;/mn&gt;&lt;/mfrac&gt;&lt;/math&gt;" title="36 over 1000"/>
          <p:cNvPicPr preferRelativeResize="0"/>
          <p:nvPr/>
        </p:nvPicPr>
        <p:blipFill>
          <a:blip r:embed="rId8">
            <a:alphaModFix/>
          </a:blip>
          <a:stretch>
            <a:fillRect/>
          </a:stretch>
        </p:blipFill>
        <p:spPr>
          <a:xfrm>
            <a:off x="2152550" y="9011517"/>
            <a:ext cx="318435" cy="311708"/>
          </a:xfrm>
          <a:prstGeom prst="rect">
            <a:avLst/>
          </a:prstGeom>
          <a:noFill/>
          <a:ln>
            <a:noFill/>
          </a:ln>
        </p:spPr>
      </p:pic>
      <p:cxnSp>
        <p:nvCxnSpPr>
          <p:cNvPr id="262" name="Google Shape;262;p21"/>
          <p:cNvCxnSpPr/>
          <p:nvPr/>
        </p:nvCxnSpPr>
        <p:spPr>
          <a:xfrm rot="10800000">
            <a:off x="4024500" y="9292625"/>
            <a:ext cx="77400" cy="347100"/>
          </a:xfrm>
          <a:prstGeom prst="straightConnector1">
            <a:avLst/>
          </a:prstGeom>
          <a:noFill/>
          <a:ln w="28575" cap="flat" cmpd="sng">
            <a:solidFill>
              <a:srgbClr val="000000"/>
            </a:solidFill>
            <a:prstDash val="solid"/>
            <a:round/>
            <a:headEnd type="none" w="med" len="med"/>
            <a:tailEnd type="none" w="med" len="med"/>
          </a:ln>
        </p:spPr>
      </p:cxnSp>
      <p:sp>
        <p:nvSpPr>
          <p:cNvPr id="263" name="Google Shape;263;p21"/>
          <p:cNvSpPr txBox="1"/>
          <p:nvPr/>
        </p:nvSpPr>
        <p:spPr>
          <a:xfrm>
            <a:off x="1856250" y="9638775"/>
            <a:ext cx="1091100" cy="533400"/>
          </a:xfrm>
          <a:prstGeom prst="rect">
            <a:avLst/>
          </a:prstGeom>
          <a:noFill/>
          <a:ln>
            <a:noFill/>
          </a:ln>
        </p:spPr>
        <p:txBody>
          <a:bodyPr spcFirstLastPara="1" wrap="square" lIns="91425" tIns="91425" rIns="91425" bIns="91425" anchor="t" anchorCtr="0">
            <a:noAutofit/>
          </a:bodyPr>
          <a:lstStyle/>
          <a:p>
            <a:pPr marL="0" lvl="0" indent="0" algn="l" rtl="0">
              <a:spcBef>
                <a:spcPct val="0"/>
              </a:spcBef>
              <a:spcAft>
                <a:spcPct val="0"/>
              </a:spcAft>
              <a:buNone/>
            </a:pPr>
            <a:r>
              <a:rPr lang="en-GB" sz="1200">
                <a:solidFill>
                  <a:srgbClr val="000000"/>
                </a:solidFill>
                <a:latin typeface="Lexend"/>
                <a:ea typeface="Lexend"/>
                <a:cs typeface="Lexend"/>
                <a:sym typeface="Lexend"/>
              </a:rPr>
              <a:t>________</a:t>
            </a:r>
            <a:endParaRPr sz="1200">
              <a:solidFill>
                <a:srgbClr val="000000"/>
              </a:solidFill>
              <a:latin typeface="Lexend"/>
              <a:ea typeface="Lexend"/>
              <a:cs typeface="Lexend"/>
              <a:sym typeface="Lexend"/>
            </a:endParaRPr>
          </a:p>
        </p:txBody>
      </p:sp>
      <p:sp>
        <p:nvSpPr>
          <p:cNvPr id="264" name="Google Shape;264;p21"/>
          <p:cNvSpPr txBox="1"/>
          <p:nvPr>
            <p:ph type="sldNum" idx="12"/>
          </p:nvPr>
        </p:nvSpPr>
        <p:spPr>
          <a:xfrm>
            <a:off x="6352325" y="9972000"/>
            <a:ext cx="483300" cy="277200"/>
          </a:xfrm>
          <a:prstGeom prst="rect">
            <a:avLst/>
          </a:prstGeom>
        </p:spPr>
        <p:txBody>
          <a:bodyPr spcFirstLastPara="1" wrap="square" lIns="91425" tIns="91425" rIns="91425" bIns="91425" anchor="ctr" anchorCtr="0">
            <a:noAutofit/>
          </a:bodyPr>
          <a:lstStyle/>
          <a:p>
            <a:pPr marL="0" lvl="0" indent="0" algn="r" rtl="0">
              <a:spcBef>
                <a:spcPct val="0"/>
              </a:spcBef>
              <a:spcAft>
                <a:spcPct val="0"/>
              </a:spcAft>
              <a:buNone/>
            </a:pPr>
            <a:fld id="{00000000-1234-1234-1234-123412341234}" type="slidenum">
              <a:rPr lang="en-GB"/>
              <a:t>2</a:t>
            </a:fld>
            <a:endParaRPr/>
          </a:p>
        </p:txBody>
      </p:sp>
    </p:spTree>
  </p:cSld>
  <p:clrMapOvr>
    <a:masterClrMapping/>
  </p:clrMapOvr>
  <p:transition/>
  <p:timing/>
</p:sld>
</file>

<file path=ppt/slides/slide3.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268" name="Shape 268"/>
        <p:cNvGrpSpPr/>
        <p:nvPr/>
      </p:nvGrpSpPr>
      <p:grpSpPr>
        <a:xfrm>
          <a:off x="0" y="0"/>
          <a:ext cx="0" cy="0"/>
        </a:xfrm>
      </p:grpSpPr>
      <p:sp>
        <p:nvSpPr>
          <p:cNvPr id="269" name="Google Shape;269;p22"/>
          <p:cNvSpPr txBox="1"/>
          <p:nvPr>
            <p:ph type="sldNum" idx="12"/>
          </p:nvPr>
        </p:nvSpPr>
        <p:spPr>
          <a:xfrm>
            <a:off x="6352325" y="9972000"/>
            <a:ext cx="483300" cy="277200"/>
          </a:xfrm>
          <a:prstGeom prst="rect">
            <a:avLst/>
          </a:prstGeom>
        </p:spPr>
        <p:txBody>
          <a:bodyPr spcFirstLastPara="1" wrap="square" lIns="91425" tIns="91425" rIns="91425" bIns="91425" anchor="ctr" anchorCtr="0">
            <a:noAutofit/>
          </a:bodyPr>
          <a:lstStyle/>
          <a:p>
            <a:pPr marL="0" lvl="0" indent="0" algn="r" rtl="0">
              <a:spcBef>
                <a:spcPct val="0"/>
              </a:spcBef>
              <a:spcAft>
                <a:spcPct val="0"/>
              </a:spcAft>
              <a:buNone/>
            </a:pPr>
            <a:fld id="{00000000-1234-1234-1234-123412341234}" type="slidenum">
              <a:rPr lang="en-GB"/>
              <a:t>3</a:t>
            </a:fld>
            <a:endParaRPr/>
          </a:p>
        </p:txBody>
      </p:sp>
      <p:sp>
        <p:nvSpPr>
          <p:cNvPr id="270" name="Google Shape;270;p22"/>
          <p:cNvSpPr txBox="1"/>
          <p:nvPr>
            <p:ph type="subTitle" idx="1"/>
          </p:nvPr>
        </p:nvSpPr>
        <p:spPr>
          <a:xfrm>
            <a:off x="466825" y="360000"/>
            <a:ext cx="5779200" cy="138600"/>
          </a:xfrm>
          <a:prstGeom prst="rect">
            <a:avLst/>
          </a:prstGeom>
        </p:spPr>
        <p:txBody>
          <a:bodyPr spcFirstLastPara="1" wrap="square" lIns="0" tIns="0" rIns="0" bIns="0" anchor="t" anchorCtr="0">
            <a:spAutoFit/>
          </a:bodyPr>
          <a:lstStyle/>
          <a:p>
            <a:pPr marL="0" lvl="0" indent="0" algn="l" rtl="0">
              <a:spcBef>
                <a:spcPct val="0"/>
              </a:spcBef>
              <a:spcAft>
                <a:spcPct val="0"/>
              </a:spcAft>
              <a:buNone/>
            </a:pPr>
            <a:r>
              <a:rPr lang="en-GB"/>
              <a:t>Checking and securing understanding of multiples of 10</a:t>
            </a:r>
            <a:endParaRPr/>
          </a:p>
        </p:txBody>
      </p:sp>
      <p:sp>
        <p:nvSpPr>
          <p:cNvPr id="271" name="Google Shape;271;p22"/>
          <p:cNvSpPr txBox="1"/>
          <p:nvPr/>
        </p:nvSpPr>
        <p:spPr>
          <a:xfrm>
            <a:off x="6744600" y="10447800"/>
            <a:ext cx="815400" cy="244200"/>
          </a:xfrm>
          <a:prstGeom prst="rect">
            <a:avLst/>
          </a:prstGeom>
          <a:noFill/>
          <a:ln>
            <a:noFill/>
          </a:ln>
        </p:spPr>
        <p:txBody>
          <a:bodyPr spcFirstLastPara="1" wrap="square" lIns="91425" tIns="91425" rIns="91425" bIns="91425" anchor="ctr" anchorCtr="0">
            <a:noAutofit/>
          </a:bodyPr>
          <a:lstStyle/>
          <a:p>
            <a:pPr marL="0" lvl="0" indent="0" algn="r" rtl="0">
              <a:spcBef>
                <a:spcPct val="0"/>
              </a:spcBef>
              <a:spcAft>
                <a:spcPct val="0"/>
              </a:spcAft>
              <a:buNone/>
            </a:pPr>
            <a:r>
              <a:rPr lang="en-GB" sz="1000">
                <a:solidFill>
                  <a:srgbClr val="FFFFFF"/>
                </a:solidFill>
                <a:latin typeface="Lexend"/>
                <a:ea typeface="Lexend"/>
                <a:cs typeface="Lexend"/>
                <a:sym typeface="Lexend"/>
              </a:rPr>
              <a:t>v2.3</a:t>
            </a:r>
            <a:endParaRPr sz="1000">
              <a:solidFill>
                <a:srgbClr val="FFFFFF"/>
              </a:solidFill>
              <a:latin typeface="Lexend"/>
              <a:ea typeface="Lexend"/>
              <a:cs typeface="Lexend"/>
              <a:sym typeface="Lexend"/>
            </a:endParaRPr>
          </a:p>
        </p:txBody>
      </p:sp>
      <p:sp>
        <p:nvSpPr>
          <p:cNvPr id="272" name="Google Shape;272;p22"/>
          <p:cNvSpPr txBox="1"/>
          <p:nvPr>
            <p:ph type="subTitle" idx="2"/>
          </p:nvPr>
        </p:nvSpPr>
        <p:spPr>
          <a:xfrm>
            <a:off x="3875675" y="9972000"/>
            <a:ext cx="2722800" cy="161100"/>
          </a:xfrm>
          <a:prstGeom prst="rect">
            <a:avLst/>
          </a:prstGeom>
        </p:spPr>
        <p:txBody>
          <a:bodyPr spcFirstLastPara="1" wrap="square" lIns="0" tIns="0" rIns="0" bIns="0" anchor="b" anchorCtr="0">
            <a:noAutofit/>
          </a:bodyPr>
          <a:lstStyle/>
          <a:p>
            <a:pPr marL="0" lvl="0" indent="0" algn="l" rtl="0">
              <a:spcBef>
                <a:spcPct val="0"/>
              </a:spcBef>
              <a:spcAft>
                <a:spcPct val="0"/>
              </a:spcAft>
              <a:buNone/>
            </a:pPr>
            <a:r>
              <a:rPr lang="en-GB"/>
              <a:t>Mathematics in Education and Industry</a:t>
            </a:r>
            <a:endParaRPr/>
          </a:p>
        </p:txBody>
      </p:sp>
      <p:sp>
        <p:nvSpPr>
          <p:cNvPr id="273" name="Google Shape;273;p22"/>
          <p:cNvSpPr txBox="1"/>
          <p:nvPr/>
        </p:nvSpPr>
        <p:spPr>
          <a:xfrm>
            <a:off x="468000" y="759300"/>
            <a:ext cx="6624000" cy="277200"/>
          </a:xfrm>
          <a:prstGeom prst="rect">
            <a:avLst/>
          </a:prstGeom>
          <a:noFill/>
          <a:ln>
            <a:noFill/>
          </a:ln>
        </p:spPr>
        <p:txBody>
          <a:bodyPr spcFirstLastPara="1" wrap="square" lIns="0" tIns="0" rIns="0" bIns="0" anchor="t" anchorCtr="0">
            <a:noAutofit/>
          </a:bodyPr>
          <a:lstStyle/>
          <a:p>
            <a:pPr marL="0" lvl="0" indent="0" algn="l" rtl="0">
              <a:lnSpc>
                <a:spcPct val="115000"/>
              </a:lnSpc>
              <a:spcBef>
                <a:spcPct val="0"/>
              </a:spcBef>
              <a:spcAft>
                <a:spcPct val="0"/>
              </a:spcAft>
              <a:buNone/>
            </a:pPr>
            <a:r>
              <a:rPr lang="en-GB" sz="1200">
                <a:solidFill>
                  <a:srgbClr val="000000"/>
                </a:solidFill>
                <a:latin typeface="Lexend"/>
                <a:ea typeface="Lexend"/>
                <a:cs typeface="Lexend"/>
                <a:sym typeface="Lexend"/>
              </a:rPr>
              <a:t>4) Create your own calculation and six equivalent calculations using powers of </a:t>
            </a:r>
            <a:endParaRPr sz="1200">
              <a:solidFill>
                <a:srgbClr val="000000"/>
              </a:solidFill>
              <a:latin typeface="Lexend"/>
              <a:ea typeface="Lexend"/>
              <a:cs typeface="Lexend"/>
              <a:sym typeface="Lexend"/>
            </a:endParaRPr>
          </a:p>
          <a:p>
            <a:pPr marL="0" lvl="0" indent="0" algn="l" rtl="0">
              <a:lnSpc>
                <a:spcPct val="115000"/>
              </a:lnSpc>
              <a:spcBef>
                <a:spcPts val="1000"/>
              </a:spcBef>
              <a:spcAft>
                <a:spcPct val="0"/>
              </a:spcAft>
              <a:buNone/>
            </a:pPr>
            <a:endParaRPr sz="1200">
              <a:solidFill>
                <a:srgbClr val="000000"/>
              </a:solidFill>
              <a:latin typeface="Lexend"/>
              <a:ea typeface="Lexend"/>
              <a:cs typeface="Lexend"/>
              <a:sym typeface="Lexend"/>
            </a:endParaRPr>
          </a:p>
          <a:p>
            <a:pPr marL="0" lvl="0" indent="0" algn="l" rtl="0">
              <a:lnSpc>
                <a:spcPct val="115000"/>
              </a:lnSpc>
              <a:spcBef>
                <a:spcPts val="1000"/>
              </a:spcBef>
              <a:spcAft>
                <a:spcPts val="1000"/>
              </a:spcAft>
              <a:buNone/>
            </a:pPr>
            <a:endParaRPr sz="1200">
              <a:solidFill>
                <a:srgbClr val="000000"/>
              </a:solidFill>
              <a:latin typeface="Lexend"/>
              <a:ea typeface="Lexend"/>
              <a:cs typeface="Lexend"/>
              <a:sym typeface="Lexend"/>
            </a:endParaRPr>
          </a:p>
        </p:txBody>
      </p:sp>
      <p:sp>
        <p:nvSpPr>
          <p:cNvPr id="274" name="Google Shape;274;p22"/>
          <p:cNvSpPr/>
          <p:nvPr/>
        </p:nvSpPr>
        <p:spPr>
          <a:xfrm>
            <a:off x="2792925" y="1695475"/>
            <a:ext cx="2329776" cy="1398708"/>
          </a:xfrm>
          <a:prstGeom prst="cloud">
            <a:avLst/>
          </a:prstGeom>
          <a:noFill/>
          <a:ln w="2857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lnSpc>
                <a:spcPct val="115000"/>
              </a:lnSpc>
              <a:spcBef>
                <a:spcPct val="0"/>
              </a:spcBef>
              <a:spcAft>
                <a:spcPct val="0"/>
              </a:spcAft>
              <a:buNone/>
            </a:pPr>
            <a:endParaRPr sz="3100">
              <a:latin typeface="Lexend"/>
              <a:ea typeface="Lexend"/>
              <a:cs typeface="Lexend"/>
              <a:sym typeface="Lexend"/>
            </a:endParaRPr>
          </a:p>
        </p:txBody>
      </p:sp>
      <p:cxnSp>
        <p:nvCxnSpPr>
          <p:cNvPr id="275" name="Google Shape;275;p22"/>
          <p:cNvCxnSpPr/>
          <p:nvPr/>
        </p:nvCxnSpPr>
        <p:spPr>
          <a:xfrm>
            <a:off x="2580350" y="1478488"/>
            <a:ext cx="891900" cy="363600"/>
          </a:xfrm>
          <a:prstGeom prst="straightConnector1">
            <a:avLst/>
          </a:prstGeom>
          <a:noFill/>
          <a:ln w="28575" cap="flat" cmpd="sng">
            <a:solidFill>
              <a:srgbClr val="000000"/>
            </a:solidFill>
            <a:prstDash val="solid"/>
            <a:round/>
            <a:headEnd type="none" w="med" len="med"/>
            <a:tailEnd type="none" w="med" len="med"/>
          </a:ln>
        </p:spPr>
      </p:cxnSp>
      <p:cxnSp>
        <p:nvCxnSpPr>
          <p:cNvPr id="276" name="Google Shape;276;p22"/>
          <p:cNvCxnSpPr/>
          <p:nvPr/>
        </p:nvCxnSpPr>
        <p:spPr>
          <a:xfrm rot="10800000" flipH="1">
            <a:off x="1843725" y="2386375"/>
            <a:ext cx="949200" cy="131700"/>
          </a:xfrm>
          <a:prstGeom prst="straightConnector1">
            <a:avLst/>
          </a:prstGeom>
          <a:noFill/>
          <a:ln w="28575" cap="flat" cmpd="sng">
            <a:solidFill>
              <a:srgbClr val="000000"/>
            </a:solidFill>
            <a:prstDash val="solid"/>
            <a:round/>
            <a:headEnd type="none" w="med" len="med"/>
            <a:tailEnd type="none" w="med" len="med"/>
          </a:ln>
        </p:spPr>
      </p:cxnSp>
      <p:cxnSp>
        <p:nvCxnSpPr>
          <p:cNvPr id="277" name="Google Shape;277;p22"/>
          <p:cNvCxnSpPr/>
          <p:nvPr/>
        </p:nvCxnSpPr>
        <p:spPr>
          <a:xfrm rot="10800000" flipH="1">
            <a:off x="2269325" y="2841925"/>
            <a:ext cx="809400" cy="533400"/>
          </a:xfrm>
          <a:prstGeom prst="straightConnector1">
            <a:avLst/>
          </a:prstGeom>
          <a:noFill/>
          <a:ln w="28575" cap="flat" cmpd="sng">
            <a:solidFill>
              <a:srgbClr val="000000"/>
            </a:solidFill>
            <a:prstDash val="solid"/>
            <a:round/>
            <a:headEnd type="none" w="med" len="med"/>
            <a:tailEnd type="none" w="med" len="med"/>
          </a:ln>
        </p:spPr>
      </p:cxnSp>
      <p:cxnSp>
        <p:nvCxnSpPr>
          <p:cNvPr id="278" name="Google Shape;278;p22"/>
          <p:cNvCxnSpPr/>
          <p:nvPr/>
        </p:nvCxnSpPr>
        <p:spPr>
          <a:xfrm rot="10800000">
            <a:off x="5122675" y="2512375"/>
            <a:ext cx="939900" cy="210900"/>
          </a:xfrm>
          <a:prstGeom prst="straightConnector1">
            <a:avLst/>
          </a:prstGeom>
          <a:noFill/>
          <a:ln w="28575" cap="flat" cmpd="sng">
            <a:solidFill>
              <a:srgbClr val="000000"/>
            </a:solidFill>
            <a:prstDash val="solid"/>
            <a:round/>
            <a:headEnd type="none" w="med" len="med"/>
            <a:tailEnd type="none" w="med" len="med"/>
          </a:ln>
        </p:spPr>
      </p:cxnSp>
      <p:cxnSp>
        <p:nvCxnSpPr>
          <p:cNvPr id="279" name="Google Shape;279;p22"/>
          <p:cNvCxnSpPr/>
          <p:nvPr/>
        </p:nvCxnSpPr>
        <p:spPr>
          <a:xfrm flipH="1">
            <a:off x="4355075" y="1347675"/>
            <a:ext cx="947100" cy="380100"/>
          </a:xfrm>
          <a:prstGeom prst="straightConnector1">
            <a:avLst/>
          </a:prstGeom>
          <a:noFill/>
          <a:ln w="28575" cap="flat" cmpd="sng">
            <a:solidFill>
              <a:srgbClr val="000000"/>
            </a:solidFill>
            <a:prstDash val="solid"/>
            <a:round/>
            <a:headEnd type="none" w="med" len="med"/>
            <a:tailEnd type="none" w="med" len="med"/>
          </a:ln>
        </p:spPr>
      </p:cxnSp>
      <p:pic>
        <p:nvPicPr>
          <p:cNvPr id="280" name="Google Shape;280;p22" descr="&lt;math xmlns=&quot;http://www.w3.org/1998/Math/MathML&quot; display=&quot;block&quot; data-is-equatio=&quot;1&quot; data-latex=&quot;\frac{1}{10}&quot;&gt;&lt;mfrac&gt;&lt;mn&gt;1&lt;/mn&gt;&lt;mn&gt;10&lt;/mn&gt;&lt;/mfrac&gt;&lt;/math&gt;" title="one tenth"/>
          <p:cNvPicPr preferRelativeResize="0"/>
          <p:nvPr/>
        </p:nvPicPr>
        <p:blipFill>
          <a:blip r:embed="rId3">
            <a:alphaModFix/>
          </a:blip>
          <a:stretch>
            <a:fillRect/>
          </a:stretch>
        </p:blipFill>
        <p:spPr>
          <a:xfrm>
            <a:off x="6352324" y="720000"/>
            <a:ext cx="173696" cy="277200"/>
          </a:xfrm>
          <a:prstGeom prst="rect">
            <a:avLst/>
          </a:prstGeom>
          <a:noFill/>
          <a:ln>
            <a:noFill/>
          </a:ln>
        </p:spPr>
      </p:pic>
      <p:cxnSp>
        <p:nvCxnSpPr>
          <p:cNvPr id="281" name="Google Shape;281;p22"/>
          <p:cNvCxnSpPr/>
          <p:nvPr/>
        </p:nvCxnSpPr>
        <p:spPr>
          <a:xfrm rot="10800000">
            <a:off x="4474150" y="2900850"/>
            <a:ext cx="631500" cy="266700"/>
          </a:xfrm>
          <a:prstGeom prst="straightConnector1">
            <a:avLst/>
          </a:prstGeom>
          <a:noFill/>
          <a:ln w="28575" cap="flat" cmpd="sng">
            <a:solidFill>
              <a:srgbClr val="000000"/>
            </a:solidFill>
            <a:prstDash val="solid"/>
            <a:round/>
            <a:headEnd type="none" w="med" len="med"/>
            <a:tailEnd type="none" w="med" len="med"/>
          </a:ln>
        </p:spPr>
      </p:cxnSp>
      <p:sp>
        <p:nvSpPr>
          <p:cNvPr id="282" name="Google Shape;282;p22"/>
          <p:cNvSpPr txBox="1"/>
          <p:nvPr/>
        </p:nvSpPr>
        <p:spPr>
          <a:xfrm>
            <a:off x="1045775" y="3208098"/>
            <a:ext cx="1583700" cy="533400"/>
          </a:xfrm>
          <a:prstGeom prst="rect">
            <a:avLst/>
          </a:prstGeom>
          <a:noFill/>
          <a:ln>
            <a:noFill/>
          </a:ln>
        </p:spPr>
        <p:txBody>
          <a:bodyPr spcFirstLastPara="1" wrap="square" lIns="91425" tIns="91425" rIns="91425" bIns="91425" anchor="t" anchorCtr="0">
            <a:noAutofit/>
          </a:bodyPr>
          <a:lstStyle/>
          <a:p>
            <a:pPr marL="0" lvl="0" indent="0" algn="l" rtl="0">
              <a:spcBef>
                <a:spcPct val="0"/>
              </a:spcBef>
              <a:spcAft>
                <a:spcPct val="0"/>
              </a:spcAft>
              <a:buNone/>
            </a:pPr>
            <a:r>
              <a:rPr lang="en-GB" sz="1200">
                <a:solidFill>
                  <a:srgbClr val="000000"/>
                </a:solidFill>
                <a:latin typeface="Lexend"/>
                <a:ea typeface="Lexend"/>
                <a:cs typeface="Lexend"/>
                <a:sym typeface="Lexend"/>
              </a:rPr>
              <a:t>________</a:t>
            </a:r>
            <a:endParaRPr sz="1200">
              <a:solidFill>
                <a:srgbClr val="000000"/>
              </a:solidFill>
              <a:latin typeface="Lexend"/>
              <a:ea typeface="Lexend"/>
              <a:cs typeface="Lexend"/>
              <a:sym typeface="Lexend"/>
            </a:endParaRPr>
          </a:p>
        </p:txBody>
      </p:sp>
      <p:sp>
        <p:nvSpPr>
          <p:cNvPr id="283" name="Google Shape;283;p22"/>
          <p:cNvSpPr txBox="1"/>
          <p:nvPr/>
        </p:nvSpPr>
        <p:spPr>
          <a:xfrm>
            <a:off x="1502975" y="1276738"/>
            <a:ext cx="1583700" cy="533400"/>
          </a:xfrm>
          <a:prstGeom prst="rect">
            <a:avLst/>
          </a:prstGeom>
          <a:noFill/>
          <a:ln>
            <a:noFill/>
          </a:ln>
        </p:spPr>
        <p:txBody>
          <a:bodyPr spcFirstLastPara="1" wrap="square" lIns="91425" tIns="91425" rIns="91425" bIns="91425" anchor="t" anchorCtr="0">
            <a:noAutofit/>
          </a:bodyPr>
          <a:lstStyle/>
          <a:p>
            <a:pPr marL="0" lvl="0" indent="0" algn="l" rtl="0">
              <a:spcBef>
                <a:spcPct val="0"/>
              </a:spcBef>
              <a:spcAft>
                <a:spcPct val="0"/>
              </a:spcAft>
              <a:buNone/>
            </a:pPr>
            <a:r>
              <a:rPr lang="en-GB" sz="1200">
                <a:solidFill>
                  <a:srgbClr val="000000"/>
                </a:solidFill>
                <a:latin typeface="Lexend"/>
                <a:ea typeface="Lexend"/>
                <a:cs typeface="Lexend"/>
                <a:sym typeface="Lexend"/>
              </a:rPr>
              <a:t>________</a:t>
            </a:r>
            <a:endParaRPr sz="1200">
              <a:solidFill>
                <a:srgbClr val="000000"/>
              </a:solidFill>
              <a:latin typeface="Lexend"/>
              <a:ea typeface="Lexend"/>
              <a:cs typeface="Lexend"/>
              <a:sym typeface="Lexend"/>
            </a:endParaRPr>
          </a:p>
        </p:txBody>
      </p:sp>
      <p:sp>
        <p:nvSpPr>
          <p:cNvPr id="284" name="Google Shape;284;p22"/>
          <p:cNvSpPr txBox="1"/>
          <p:nvPr/>
        </p:nvSpPr>
        <p:spPr>
          <a:xfrm>
            <a:off x="558375" y="2258406"/>
            <a:ext cx="1583700" cy="533400"/>
          </a:xfrm>
          <a:prstGeom prst="rect">
            <a:avLst/>
          </a:prstGeom>
          <a:noFill/>
          <a:ln>
            <a:noFill/>
          </a:ln>
        </p:spPr>
        <p:txBody>
          <a:bodyPr spcFirstLastPara="1" wrap="square" lIns="91425" tIns="91425" rIns="91425" bIns="91425" anchor="t" anchorCtr="0">
            <a:noAutofit/>
          </a:bodyPr>
          <a:lstStyle/>
          <a:p>
            <a:pPr marL="0" lvl="0" indent="0" algn="l" rtl="0">
              <a:spcBef>
                <a:spcPct val="0"/>
              </a:spcBef>
              <a:spcAft>
                <a:spcPct val="0"/>
              </a:spcAft>
              <a:buNone/>
            </a:pPr>
            <a:r>
              <a:rPr lang="en-GB" sz="1200">
                <a:solidFill>
                  <a:srgbClr val="000000"/>
                </a:solidFill>
                <a:latin typeface="Lexend"/>
                <a:ea typeface="Lexend"/>
                <a:cs typeface="Lexend"/>
                <a:sym typeface="Lexend"/>
              </a:rPr>
              <a:t>________</a:t>
            </a:r>
            <a:endParaRPr sz="1200">
              <a:solidFill>
                <a:srgbClr val="000000"/>
              </a:solidFill>
              <a:latin typeface="Lexend"/>
              <a:ea typeface="Lexend"/>
              <a:cs typeface="Lexend"/>
              <a:sym typeface="Lexend"/>
            </a:endParaRPr>
          </a:p>
        </p:txBody>
      </p:sp>
      <p:sp>
        <p:nvSpPr>
          <p:cNvPr id="285" name="Google Shape;285;p22"/>
          <p:cNvSpPr txBox="1"/>
          <p:nvPr/>
        </p:nvSpPr>
        <p:spPr>
          <a:xfrm>
            <a:off x="5385155" y="1162800"/>
            <a:ext cx="1583700" cy="533400"/>
          </a:xfrm>
          <a:prstGeom prst="rect">
            <a:avLst/>
          </a:prstGeom>
          <a:noFill/>
          <a:ln>
            <a:noFill/>
          </a:ln>
        </p:spPr>
        <p:txBody>
          <a:bodyPr spcFirstLastPara="1" wrap="square" lIns="91425" tIns="91425" rIns="91425" bIns="91425" anchor="t" anchorCtr="0">
            <a:noAutofit/>
          </a:bodyPr>
          <a:lstStyle/>
          <a:p>
            <a:pPr marL="0" lvl="0" indent="0" algn="l" rtl="0">
              <a:spcBef>
                <a:spcPct val="0"/>
              </a:spcBef>
              <a:spcAft>
                <a:spcPct val="0"/>
              </a:spcAft>
              <a:buNone/>
            </a:pPr>
            <a:r>
              <a:rPr lang="en-GB" sz="1200">
                <a:solidFill>
                  <a:srgbClr val="000000"/>
                </a:solidFill>
                <a:latin typeface="Lexend"/>
                <a:ea typeface="Lexend"/>
                <a:cs typeface="Lexend"/>
                <a:sym typeface="Lexend"/>
              </a:rPr>
              <a:t>________</a:t>
            </a:r>
            <a:endParaRPr sz="1200">
              <a:solidFill>
                <a:srgbClr val="000000"/>
              </a:solidFill>
              <a:latin typeface="Lexend"/>
              <a:ea typeface="Lexend"/>
              <a:cs typeface="Lexend"/>
              <a:sym typeface="Lexend"/>
            </a:endParaRPr>
          </a:p>
        </p:txBody>
      </p:sp>
      <p:sp>
        <p:nvSpPr>
          <p:cNvPr id="286" name="Google Shape;286;p22"/>
          <p:cNvSpPr txBox="1"/>
          <p:nvPr/>
        </p:nvSpPr>
        <p:spPr>
          <a:xfrm>
            <a:off x="5110884" y="3170309"/>
            <a:ext cx="1583700" cy="533400"/>
          </a:xfrm>
          <a:prstGeom prst="rect">
            <a:avLst/>
          </a:prstGeom>
          <a:noFill/>
          <a:ln>
            <a:noFill/>
          </a:ln>
        </p:spPr>
        <p:txBody>
          <a:bodyPr spcFirstLastPara="1" wrap="square" lIns="91425" tIns="91425" rIns="91425" bIns="91425" anchor="t" anchorCtr="0">
            <a:noAutofit/>
          </a:bodyPr>
          <a:lstStyle/>
          <a:p>
            <a:pPr marL="0" lvl="0" indent="0" algn="l" rtl="0">
              <a:spcBef>
                <a:spcPct val="0"/>
              </a:spcBef>
              <a:spcAft>
                <a:spcPct val="0"/>
              </a:spcAft>
              <a:buNone/>
            </a:pPr>
            <a:r>
              <a:rPr lang="en-GB" sz="1200">
                <a:solidFill>
                  <a:srgbClr val="000000"/>
                </a:solidFill>
                <a:latin typeface="Lexend"/>
                <a:ea typeface="Lexend"/>
                <a:cs typeface="Lexend"/>
                <a:sym typeface="Lexend"/>
              </a:rPr>
              <a:t>________</a:t>
            </a:r>
            <a:endParaRPr sz="1200">
              <a:solidFill>
                <a:srgbClr val="000000"/>
              </a:solidFill>
              <a:latin typeface="Lexend"/>
              <a:ea typeface="Lexend"/>
              <a:cs typeface="Lexend"/>
              <a:sym typeface="Lexend"/>
            </a:endParaRPr>
          </a:p>
        </p:txBody>
      </p:sp>
      <p:sp>
        <p:nvSpPr>
          <p:cNvPr id="287" name="Google Shape;287;p22"/>
          <p:cNvSpPr txBox="1"/>
          <p:nvPr/>
        </p:nvSpPr>
        <p:spPr>
          <a:xfrm>
            <a:off x="5973224" y="2614975"/>
            <a:ext cx="1092900" cy="533400"/>
          </a:xfrm>
          <a:prstGeom prst="rect">
            <a:avLst/>
          </a:prstGeom>
          <a:noFill/>
          <a:ln>
            <a:noFill/>
          </a:ln>
        </p:spPr>
        <p:txBody>
          <a:bodyPr spcFirstLastPara="1" wrap="square" lIns="91425" tIns="91425" rIns="91425" bIns="91425" anchor="t" anchorCtr="0">
            <a:noAutofit/>
          </a:bodyPr>
          <a:lstStyle/>
          <a:p>
            <a:pPr marL="0" lvl="0" indent="0" algn="l" rtl="0">
              <a:spcBef>
                <a:spcPct val="0"/>
              </a:spcBef>
              <a:spcAft>
                <a:spcPct val="0"/>
              </a:spcAft>
              <a:buNone/>
            </a:pPr>
            <a:r>
              <a:rPr lang="en-GB" sz="1200">
                <a:solidFill>
                  <a:srgbClr val="000000"/>
                </a:solidFill>
                <a:latin typeface="Lexend"/>
                <a:ea typeface="Lexend"/>
                <a:cs typeface="Lexend"/>
                <a:sym typeface="Lexend"/>
              </a:rPr>
              <a:t>________</a:t>
            </a:r>
            <a:endParaRPr sz="1200">
              <a:solidFill>
                <a:srgbClr val="000000"/>
              </a:solidFill>
              <a:latin typeface="Lexend"/>
              <a:ea typeface="Lexend"/>
              <a:cs typeface="Lexend"/>
              <a:sym typeface="Lexend"/>
            </a:endParaRPr>
          </a:p>
        </p:txBody>
      </p:sp>
    </p:spTree>
  </p:cSld>
  <p:clrMapOvr>
    <a:masterClrMapping/>
  </p:clrMapOvr>
  <p:transition/>
  <p:timing/>
</p:sld>
</file>

<file path=ppt/tags/tag1.xml><?xml version="1.0" encoding="utf-8"?>
<p:tagLst xmlns:p="http://schemas.openxmlformats.org/presentationml/2006/main">
  <p:tag name="AS_NET" val="3.1.32"/>
  <p:tag name="AS_OS" val="Microsoft Windows NT 6.2.9200.0"/>
  <p:tag name="AS_RELEASE_DATE" val="2024.02.14"/>
  <p:tag name="AS_TITLE" val="Aspose.Slides for .NET Standard 2.0"/>
  <p:tag name="AS_VERSION" val="24.2"/>
</p:tagLst>
</file>

<file path=ppt/theme/theme1.xml><?xml version="1.0" encoding="utf-8"?>
<a:theme xmlns:r="http://schemas.openxmlformats.org/officeDocument/2006/relationships" xmlns:a="http://schemas.openxmlformats.org/drawingml/2006/main" name="simple-light-2">
  <a:themeElements>
    <a:clrScheme name="Simple Light">
      <a:dk1>
        <a:srgbClr val="000000"/>
      </a:dk1>
      <a:lt1>
        <a:srgbClr val="FFFFFF"/>
      </a:lt1>
      <a:dk2>
        <a:srgbClr val="000000"/>
      </a:dk2>
      <a:lt2>
        <a:srgbClr val="F0F0F0"/>
      </a:lt2>
      <a:accent1>
        <a:srgbClr val="25AB38"/>
      </a:accent1>
      <a:accent2>
        <a:srgbClr val="374CF1"/>
      </a:accent2>
      <a:accent3>
        <a:srgbClr val="D02AA7"/>
      </a:accent3>
      <a:accent4>
        <a:srgbClr val="845AD9"/>
      </a:accent4>
      <a:accent5>
        <a:srgbClr val="037B7D"/>
      </a:accent5>
      <a:accent6>
        <a:srgbClr val="E51D4D"/>
      </a:accent6>
      <a:hlink>
        <a:srgbClr val="25AB38"/>
      </a:hlink>
      <a:folHlink>
        <a:srgbClr val="0097A7"/>
      </a:folHlink>
    </a:clrScheme>
    <a:fontScheme name="Office">
      <a:majorFont>
        <a:latin typeface="Arial"/>
        <a:ea typeface="Arial"/>
        <a:cs typeface="Arial"/>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Arial"/>
        <a:cs typeface="Arial"/>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r="http://schemas.openxmlformats.org/officeDocument/2006/relationships" xmlns:a="http://schemas.openxmlformats.org/drawingml/2006/main" name="simple-light-2">
  <a:themeElements>
    <a:clrScheme name="Simple Light">
      <a:dk1>
        <a:srgbClr val="000000"/>
      </a:dk1>
      <a:lt1>
        <a:srgbClr val="FFFFFF"/>
      </a:lt1>
      <a:dk2>
        <a:srgbClr val="000000"/>
      </a:dk2>
      <a:lt2>
        <a:srgbClr val="F0F0F0"/>
      </a:lt2>
      <a:accent1>
        <a:srgbClr val="25AB38"/>
      </a:accent1>
      <a:accent2>
        <a:srgbClr val="374CF1"/>
      </a:accent2>
      <a:accent3>
        <a:srgbClr val="D02AA7"/>
      </a:accent3>
      <a:accent4>
        <a:srgbClr val="845AD9"/>
      </a:accent4>
      <a:accent5>
        <a:srgbClr val="037B7D"/>
      </a:accent5>
      <a:accent6>
        <a:srgbClr val="E51D4D"/>
      </a:accent6>
      <a:hlink>
        <a:srgbClr val="25AB38"/>
      </a:hlink>
      <a:folHlink>
        <a:srgbClr val="0097A7"/>
      </a:folHlink>
    </a:clrScheme>
    <a:fontScheme name="Office">
      <a:majorFont>
        <a:latin typeface="Arial"/>
        <a:ea typeface="Arial"/>
        <a:cs typeface="Arial"/>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Arial"/>
        <a:cs typeface="Arial"/>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r="http://schemas.openxmlformats.org/officeDocument/2006/relationships" xmlns:a="http://schemas.openxmlformats.org/drawingml/2006/main" name="simple-light-2 override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Arial"/>
        <a:cs typeface="Arial"/>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Arial"/>
        <a:cs typeface="Arial"/>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Properties xmlns:vt="http://schemas.openxmlformats.org/officeDocument/2006/docPropsVTypes" xmlns="http://schemas.openxmlformats.org/officeDocument/2006/extended-properties">
  <Company/>
  <Paragraphs>63</Paragraphs>
  <Slides>3</Slides>
  <Notes>3</Notes>
  <TotalTime>0</TotalTime>
  <HiddenSlides>0</HiddenSlides>
  <MMClips>0</MMClips>
  <ScaleCrop>0</ScaleCrop>
  <HeadingPairs>
    <vt:vector baseType="variant" size="6">
      <vt:variant>
        <vt:lpstr>Fonts used</vt:lpstr>
      </vt:variant>
      <vt:variant>
        <vt:i4>6</vt:i4>
      </vt:variant>
      <vt:variant>
        <vt:lpstr>Theme</vt:lpstr>
      </vt:variant>
      <vt:variant>
        <vt:i4>1</vt:i4>
      </vt:variant>
      <vt:variant>
        <vt:lpstr>Slide Titles</vt:lpstr>
      </vt:variant>
      <vt:variant>
        <vt:i4>3</vt:i4>
      </vt:variant>
    </vt:vector>
  </HeadingPairs>
  <TitlesOfParts>
    <vt:vector baseType="lpstr" size="10">
      <vt:lpstr>Arial</vt:lpstr>
      <vt:lpstr>Lexend</vt:lpstr>
      <vt:lpstr>Kalam</vt:lpstr>
      <vt:lpstr>Lexend Medium</vt:lpstr>
      <vt:lpstr>Lexend Light</vt:lpstr>
      <vt:lpstr>Calibri</vt:lpstr>
      <vt:lpstr>simple-light-2</vt:lpstr>
      <vt:lpstr>Checking and securing understanding of multiples of 10</vt:lpstr>
      <vt:lpstr>PowerPoint Presentation</vt:lpstr>
      <vt:lpstr>PowerPoint Presentation</vt:lpstr>
    </vt:vector>
  </TitlesOfParts>
  <LinksUpToDate>0</LinksUpToDate>
  <SharedDoc>0</SharedDoc>
  <HyperlinksChanged>0</HyperlinksChanged>
  <Application>Aspose.Slides for .NET</Application>
  <AppVersion>24.0200</AppVersion>
</Properties>
</file>

<file path=docProps/core.xml><?xml version="1.0" encoding="utf-8"?>
<cp:coreProperties xmlns:dc="http://purl.org/dc/elements/1.1/" xmlns:dcterms="http://purl.org/dc/terms/" xmlns:dcmitype="http://purl.org/dc/dcmitype/" xmlns:xsi="http://www.w3.org/2001/XMLSchema-instance" xmlns:cp="http://schemas.openxmlformats.org/package/2006/metadata/core-properties">
  <cp:revision>1</cp:revision>
  <cp:lastPrinted>2024-03-05T14:18:49.238</cp:lastPrinted>
  <dcterms:created xsi:type="dcterms:W3CDTF">2024-03-05T14:18:49Z</dcterms:created>
  <dcterms:modified xsi:type="dcterms:W3CDTF">2024-03-05T14:19:01Z</dcterms:modified>
</cp:coreProperties>
</file>