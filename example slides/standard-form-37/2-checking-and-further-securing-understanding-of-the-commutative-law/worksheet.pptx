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6" name="Shape 166"/>
        <p:cNvGrpSpPr/>
        <p:nvPr/>
      </p:nvGrpSpPr>
      <p:grpSpPr>
        <a:xfrm>
          <a:off x="0" y="0"/>
          <a:ext cx="0" cy="0"/>
        </a:xfrm>
      </p:grpSpPr>
      <p:sp>
        <p:nvSpPr>
          <p:cNvPr id="167" name="Google Shape;167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further securing understanding of the commutative law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94385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0"/>
          <p:cNvSpPr txBox="1"/>
          <p:nvPr/>
        </p:nvSpPr>
        <p:spPr>
          <a:xfrm>
            <a:off x="474750" y="1902300"/>
            <a:ext cx="6624000" cy="21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 Write the following as a product of prime factors, without using a calculator.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200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196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378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57200" y="1636675"/>
            <a:ext cx="4302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Reviewing product of prime factors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3522750" y="2245200"/>
            <a:ext cx="1625400" cy="21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308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23 400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57200" y="6019800"/>
            <a:ext cx="6624000" cy="30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Use 60 = 2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 × 5 to write the following, without using a calculator, as a product of prime factors.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120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180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300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600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6000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4200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30</a:t>
            </a:r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9" name="Shape 169"/>
        <p:cNvGrpSpPr/>
        <p:nvPr/>
      </p:nvGrpSpPr>
      <p:grpSpPr>
        <a:xfrm>
          <a:off x="0" y="0"/>
          <a:ext cx="0" cy="0"/>
        </a:xfrm>
      </p:grpSpPr>
      <p:sp>
        <p:nvSpPr>
          <p:cNvPr id="170" name="Google Shape;17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71" name="Google Shape;171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further securing understanding of the commutative law</a:t>
            </a:r>
            <a:endParaRPr/>
          </a:p>
        </p:txBody>
      </p:sp>
      <p:sp>
        <p:nvSpPr>
          <p:cNvPr id="172" name="Google Shape;17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476400" y="988800"/>
            <a:ext cx="6615600" cy="54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 = 2 × 3 × 7                    308 = 2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11              35 = 5 × 7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195 = 3 × 5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13                 90 = 2 × 3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5                 198 = 2 × 3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the prime factors above to calculate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42 × 90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198 × 42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198 × 35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90 × 308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195 × 198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457400" y="646075"/>
            <a:ext cx="4238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Using product of prime factors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31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Checking and further securing understanding of the commutative law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2024-03-05T14:34:22.211</cp:lastPrinted>
  <dcterms:created xsi:type="dcterms:W3CDTF">2024-03-05T14:34:22Z</dcterms:created>
  <dcterms:modified xsi:type="dcterms:W3CDTF">2024-03-05T14:34:30Z</dcterms:modified>
</cp:coreProperties>
</file>