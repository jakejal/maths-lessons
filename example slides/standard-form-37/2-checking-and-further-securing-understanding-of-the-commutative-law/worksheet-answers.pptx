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further securing understanding of the commutative law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4385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4750" y="1902300"/>
            <a:ext cx="6624000" cy="21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 Write the following as a product of prime factors, without using a calculator.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200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196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378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233000" y="2244300"/>
            <a:ext cx="11790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57200" y="1636675"/>
            <a:ext cx="4302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Reviewing product of prime factors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585800" y="2244300"/>
            <a:ext cx="1179000" cy="11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522750" y="2245200"/>
            <a:ext cx="1625400" cy="21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308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23 400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57200" y="6019800"/>
            <a:ext cx="6624000" cy="30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2)  Use 60 = 2</a:t>
            </a:r>
            <a:r>
              <a:rPr lang="en-GB" sz="1200" baseline="30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× 3 × 5 to write the following, without using a calculator, as a product of prime factors.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a) 120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b) 180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c) 300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d) 600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e) 6000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f) 4200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g) 30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390175" y="6582000"/>
            <a:ext cx="395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 × 2 = 2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× 3 × 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2 = 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390175" y="7584781"/>
            <a:ext cx="421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 × 10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 × 2 × 5 = 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390175" y="7904469"/>
            <a:ext cx="482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 × 100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5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390175" y="6918082"/>
            <a:ext cx="38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 × 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 × 3 = 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5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390175" y="7237770"/>
            <a:ext cx="4038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 × 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 × 5 = 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390175" y="8224157"/>
            <a:ext cx="570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 × 70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 × 7 × 10 = 2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3 × 5 × 7 × 2 × 5 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390175" y="8661337"/>
            <a:ext cx="39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60 ÷ 2 = 2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× 3 × 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÷ 2 = 2 × 3 × 5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2" name="Google Shape;19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further securing understanding of the commutative law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476400" y="988800"/>
            <a:ext cx="6615600" cy="54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= 2 × 3 × 7                    308 =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11              35 = 5 × 7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195 = 3 × 5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13                 90 = 2 × 3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5                 198 = 2 × 3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prime factors above to calculate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42 × 90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198 × 42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198 × 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90 × 308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195 × 198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2507750" y="2184300"/>
            <a:ext cx="1406700" cy="42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8316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6930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27 720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38 610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65867" y="646075"/>
            <a:ext cx="423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Using product of prime factors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and further securing understanding of the commutative law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2024-03-05T14:34:23.261</cp:lastPrinted>
  <dcterms:created xsi:type="dcterms:W3CDTF">2024-03-05T14:34:23Z</dcterms:created>
  <dcterms:modified xsi:type="dcterms:W3CDTF">2024-03-05T14:32:01Z</dcterms:modified>
</cp:coreProperties>
</file>