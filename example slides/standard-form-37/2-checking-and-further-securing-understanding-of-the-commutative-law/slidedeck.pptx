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73" r:id="rId1"/>
    <p:sldMasterId id="2147483774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5143500"/>
  <p:notesSz cx="6858000" cy="9144000"/>
  <p:embeddedFontLst>
    <p:embeddedFont>
      <p:font typeface="Lexend" panose="00000000000000000000"/>
      <p:regular r:id="rId43"/>
    </p:embeddedFont>
    <p:embeddedFont>
      <p:font typeface="Lexend Medium" panose="00000000000000000000"/>
      <p:regular r:id="rId44"/>
    </p:embeddedFont>
    <p:embeddedFont>
      <p:font typeface="Kalam" panose="02000000000000000000"/>
      <p:regular r:id="rId45"/>
    </p:embeddedFont>
    <p:embeddedFont>
      <p:font typeface="Lexend Light" panose="00000000000000000000"/>
      <p:regular r:id="rId46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tags" Target="tags/tag1.xml" /><Relationship Id="rId43" Type="http://schemas.openxmlformats.org/officeDocument/2006/relationships/font" Target="fonts/font1.fntdata" /><Relationship Id="rId44" Type="http://schemas.openxmlformats.org/officeDocument/2006/relationships/font" Target="fonts/font2.fntdata" /><Relationship Id="rId45" Type="http://schemas.openxmlformats.org/officeDocument/2006/relationships/font" Target="fonts/font3.fntdata" /><Relationship Id="rId46" Type="http://schemas.openxmlformats.org/officeDocument/2006/relationships/font" Target="fonts/font4.fntdata" /><Relationship Id="rId47" Type="http://schemas.openxmlformats.org/officeDocument/2006/relationships/presProps" Target="presProps.xml" /><Relationship Id="rId48" Type="http://schemas.openxmlformats.org/officeDocument/2006/relationships/viewProps" Target="viewProps.xml" /><Relationship Id="rId49" Type="http://schemas.openxmlformats.org/officeDocument/2006/relationships/theme" Target="theme/theme1.xml" /><Relationship Id="rId5" Type="http://schemas.openxmlformats.org/officeDocument/2006/relationships/slide" Target="slides/slide2.xml" /><Relationship Id="rId50" Type="http://schemas.openxmlformats.org/officeDocument/2006/relationships/tableStyles" Target="tableStyles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4" name="Shape 1504"/>
        <p:cNvGrpSpPr/>
        <p:nvPr/>
      </p:nvGrpSpPr>
      <p:grpSpPr>
        <a:xfrm>
          <a:off x="0" y="0"/>
          <a:ext cx="0" cy="0"/>
        </a:xfrm>
      </p:grpSpPr>
      <p:sp>
        <p:nvSpPr>
          <p:cNvPr id="1505" name="Google Shape;1505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0" name="Shape 1510"/>
        <p:cNvGrpSpPr/>
        <p:nvPr/>
      </p:nvGrpSpPr>
      <p:grpSpPr>
        <a:xfrm>
          <a:off x="0" y="0"/>
          <a:ext cx="0" cy="0"/>
        </a:xfrm>
      </p:grpSpPr>
      <p:sp>
        <p:nvSpPr>
          <p:cNvPr id="1511" name="Google Shape;1511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5" name="Shape 1515"/>
        <p:cNvGrpSpPr/>
        <p:nvPr/>
      </p:nvGrpSpPr>
      <p:grpSpPr>
        <a:xfrm>
          <a:off x="0" y="0"/>
          <a:ext cx="0" cy="0"/>
        </a:xfrm>
      </p:grpSpPr>
      <p:sp>
        <p:nvSpPr>
          <p:cNvPr id="1516" name="Google Shape;1516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0" name="Shape 1520"/>
        <p:cNvGrpSpPr/>
        <p:nvPr/>
      </p:nvGrpSpPr>
      <p:grpSpPr>
        <a:xfrm>
          <a:off x="0" y="0"/>
          <a:ext cx="0" cy="0"/>
        </a:xfrm>
      </p:grpSpPr>
      <p:sp>
        <p:nvSpPr>
          <p:cNvPr id="1521" name="Google Shape;1521;g2b8c4556f06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2b8c4556f06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0" name="Shape 1530"/>
        <p:cNvGrpSpPr/>
        <p:nvPr/>
      </p:nvGrpSpPr>
      <p:grpSpPr>
        <a:xfrm>
          <a:off x="0" y="0"/>
          <a:ext cx="0" cy="0"/>
        </a:xfrm>
      </p:grpSpPr>
      <p:sp>
        <p:nvSpPr>
          <p:cNvPr id="1531" name="Google Shape;1531;g2b8c4556f06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2b8c4556f06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4" name="Shape 1544"/>
        <p:cNvGrpSpPr/>
        <p:nvPr/>
      </p:nvGrpSpPr>
      <p:grpSpPr>
        <a:xfrm>
          <a:off x="0" y="0"/>
          <a:ext cx="0" cy="0"/>
        </a:xfrm>
      </p:grpSpPr>
      <p:sp>
        <p:nvSpPr>
          <p:cNvPr id="1545" name="Google Shape;1545;g2b8c4556f06_0_8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b8c4556f06_0_8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1" name="Shape 1551"/>
        <p:cNvGrpSpPr/>
        <p:nvPr/>
      </p:nvGrpSpPr>
      <p:grpSpPr>
        <a:xfrm>
          <a:off x="0" y="0"/>
          <a:ext cx="0" cy="0"/>
        </a:xfrm>
      </p:grpSpPr>
      <p:sp>
        <p:nvSpPr>
          <p:cNvPr id="1552" name="Google Shape;1552;g2b71a5f897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b71a5f897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9" name="Shape 1559"/>
        <p:cNvGrpSpPr/>
        <p:nvPr/>
      </p:nvGrpSpPr>
      <p:grpSpPr>
        <a:xfrm>
          <a:off x="0" y="0"/>
          <a:ext cx="0" cy="0"/>
        </a:xfrm>
      </p:grpSpPr>
      <p:sp>
        <p:nvSpPr>
          <p:cNvPr id="1560" name="Google Shape;1560;g2b8c4556f06_0_19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2b8c4556f06_0_19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5" name="Shape 1575"/>
        <p:cNvGrpSpPr/>
        <p:nvPr/>
      </p:nvGrpSpPr>
      <p:grpSpPr>
        <a:xfrm>
          <a:off x="0" y="0"/>
          <a:ext cx="0" cy="0"/>
        </a:xfrm>
      </p:grpSpPr>
      <p:sp>
        <p:nvSpPr>
          <p:cNvPr id="1576" name="Google Shape;1576;g2b8c4556f06_0_19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b8c4556f06_0_19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9" name="Shape 1589"/>
        <p:cNvGrpSpPr/>
        <p:nvPr/>
      </p:nvGrpSpPr>
      <p:grpSpPr>
        <a:xfrm>
          <a:off x="0" y="0"/>
          <a:ext cx="0" cy="0"/>
        </a:xfrm>
      </p:grpSpPr>
      <p:sp>
        <p:nvSpPr>
          <p:cNvPr id="1590" name="Google Shape;1590;g2b8c4556f06_0_19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2b8c4556f06_0_19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0" name="Shape 1600"/>
        <p:cNvGrpSpPr/>
        <p:nvPr/>
      </p:nvGrpSpPr>
      <p:grpSpPr>
        <a:xfrm>
          <a:off x="0" y="0"/>
          <a:ext cx="0" cy="0"/>
        </a:xfrm>
      </p:grpSpPr>
      <p:sp>
        <p:nvSpPr>
          <p:cNvPr id="1601" name="Google Shape;1601;g2b8c4556f06_0_28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2b8c4556f06_0_28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6" name="Shape 1626"/>
        <p:cNvGrpSpPr/>
        <p:nvPr/>
      </p:nvGrpSpPr>
      <p:grpSpPr>
        <a:xfrm>
          <a:off x="0" y="0"/>
          <a:ext cx="0" cy="0"/>
        </a:xfrm>
      </p:grpSpPr>
      <p:sp>
        <p:nvSpPr>
          <p:cNvPr id="1627" name="Google Shape;1627;g2b8c4556f06_0_29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2b8c4556f06_0_29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8" name="Shape 1648"/>
        <p:cNvGrpSpPr/>
        <p:nvPr/>
      </p:nvGrpSpPr>
      <p:grpSpPr>
        <a:xfrm>
          <a:off x="0" y="0"/>
          <a:ext cx="0" cy="0"/>
        </a:xfrm>
      </p:grpSpPr>
      <p:sp>
        <p:nvSpPr>
          <p:cNvPr id="1649" name="Google Shape;1649;g2b8c4556f06_0_19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2b8c4556f06_0_19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67" name="Shape 1667"/>
        <p:cNvGrpSpPr/>
        <p:nvPr/>
      </p:nvGrpSpPr>
      <p:grpSpPr>
        <a:xfrm>
          <a:off x="0" y="0"/>
          <a:ext cx="0" cy="0"/>
        </a:xfrm>
      </p:grpSpPr>
      <p:sp>
        <p:nvSpPr>
          <p:cNvPr id="1668" name="Google Shape;1668;g2b8c4556f06_0_19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b8c4556f06_0_19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80" name="Shape 1680"/>
        <p:cNvGrpSpPr/>
        <p:nvPr/>
      </p:nvGrpSpPr>
      <p:grpSpPr>
        <a:xfrm>
          <a:off x="0" y="0"/>
          <a:ext cx="0" cy="0"/>
        </a:xfrm>
      </p:grpSpPr>
      <p:sp>
        <p:nvSpPr>
          <p:cNvPr id="1681" name="Google Shape;1681;g2b8ffbc2ba0_0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2" name="Google Shape;1682;g2b8ffbc2ba0_0_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99" name="Shape 1699"/>
        <p:cNvGrpSpPr/>
        <p:nvPr/>
      </p:nvGrpSpPr>
      <p:grpSpPr>
        <a:xfrm>
          <a:off x="0" y="0"/>
          <a:ext cx="0" cy="0"/>
        </a:xfrm>
      </p:grpSpPr>
      <p:sp>
        <p:nvSpPr>
          <p:cNvPr id="1700" name="Google Shape;1700;g2b8ffbc2ba0_0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2b8ffbc2ba0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6" name="Shape 1716"/>
        <p:cNvGrpSpPr/>
        <p:nvPr/>
      </p:nvGrpSpPr>
      <p:grpSpPr>
        <a:xfrm>
          <a:off x="0" y="0"/>
          <a:ext cx="0" cy="0"/>
        </a:xfrm>
      </p:grpSpPr>
      <p:sp>
        <p:nvSpPr>
          <p:cNvPr id="1717" name="Google Shape;1717;g2b8ffbc2ba0_0_1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2b8ffbc2ba0_0_1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2" name="Shape 1732"/>
        <p:cNvGrpSpPr/>
        <p:nvPr/>
      </p:nvGrpSpPr>
      <p:grpSpPr>
        <a:xfrm>
          <a:off x="0" y="0"/>
          <a:ext cx="0" cy="0"/>
        </a:xfrm>
      </p:grpSpPr>
      <p:sp>
        <p:nvSpPr>
          <p:cNvPr id="1733" name="Google Shape;1733;g2b8c4556f06_0_20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2b8c4556f06_0_20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5" name="Shape 1745"/>
        <p:cNvGrpSpPr/>
        <p:nvPr/>
      </p:nvGrpSpPr>
      <p:grpSpPr>
        <a:xfrm>
          <a:off x="0" y="0"/>
          <a:ext cx="0" cy="0"/>
        </a:xfrm>
      </p:grpSpPr>
      <p:sp>
        <p:nvSpPr>
          <p:cNvPr id="1746" name="Google Shape;1746;g2b8c4556f06_0_20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b8c4556f06_0_20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6" name="Shape 1756"/>
        <p:cNvGrpSpPr/>
        <p:nvPr/>
      </p:nvGrpSpPr>
      <p:grpSpPr>
        <a:xfrm>
          <a:off x="0" y="0"/>
          <a:ext cx="0" cy="0"/>
        </a:xfrm>
      </p:grpSpPr>
      <p:sp>
        <p:nvSpPr>
          <p:cNvPr id="1757" name="Google Shape;1757;g2b8c4556f06_0_20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8" name="Google Shape;1758;g2b8c4556f06_0_20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0" name="Shape 1770"/>
        <p:cNvGrpSpPr/>
        <p:nvPr/>
      </p:nvGrpSpPr>
      <p:grpSpPr>
        <a:xfrm>
          <a:off x="0" y="0"/>
          <a:ext cx="0" cy="0"/>
        </a:xfrm>
      </p:grpSpPr>
      <p:sp>
        <p:nvSpPr>
          <p:cNvPr id="1771" name="Google Shape;1771;g2b8c4556f06_0_20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2b8c4556f06_0_20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4" name="Shape 1784"/>
        <p:cNvGrpSpPr/>
        <p:nvPr/>
      </p:nvGrpSpPr>
      <p:grpSpPr>
        <a:xfrm>
          <a:off x="0" y="0"/>
          <a:ext cx="0" cy="0"/>
        </a:xfrm>
      </p:grpSpPr>
      <p:sp>
        <p:nvSpPr>
          <p:cNvPr id="1785" name="Google Shape;1785;g2b8c4556f06_0_20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2b8c4556f06_0_20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5" name="Shape 1795"/>
        <p:cNvGrpSpPr/>
        <p:nvPr/>
      </p:nvGrpSpPr>
      <p:grpSpPr>
        <a:xfrm>
          <a:off x="0" y="0"/>
          <a:ext cx="0" cy="0"/>
        </a:xfrm>
      </p:grpSpPr>
      <p:sp>
        <p:nvSpPr>
          <p:cNvPr id="1796" name="Google Shape;1796;g2b8c4556f06_0_37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2b8c4556f06_0_37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1" name="Shape 1801"/>
        <p:cNvGrpSpPr/>
        <p:nvPr/>
      </p:nvGrpSpPr>
      <p:grpSpPr>
        <a:xfrm>
          <a:off x="0" y="0"/>
          <a:ext cx="0" cy="0"/>
        </a:xfrm>
      </p:grpSpPr>
      <p:sp>
        <p:nvSpPr>
          <p:cNvPr id="1802" name="Google Shape;1802;g2b8c4556f06_0_20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2b8c4556f06_0_20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7" name="Shape 1807"/>
        <p:cNvGrpSpPr/>
        <p:nvPr/>
      </p:nvGrpSpPr>
      <p:grpSpPr>
        <a:xfrm>
          <a:off x="0" y="0"/>
          <a:ext cx="0" cy="0"/>
        </a:xfrm>
      </p:grpSpPr>
      <p:sp>
        <p:nvSpPr>
          <p:cNvPr id="1808" name="Google Shape;1808;g2b8c4556f06_0_37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2b8c4556f06_0_37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4" name="Shape 1814"/>
        <p:cNvGrpSpPr/>
        <p:nvPr/>
      </p:nvGrpSpPr>
      <p:grpSpPr>
        <a:xfrm>
          <a:off x="0" y="0"/>
          <a:ext cx="0" cy="0"/>
        </a:xfrm>
      </p:grpSpPr>
      <p:sp>
        <p:nvSpPr>
          <p:cNvPr id="1815" name="Google Shape;1815;g2b8c4556f06_0_21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2b8c4556f06_0_21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8" name="Shape 1828"/>
        <p:cNvGrpSpPr/>
        <p:nvPr/>
      </p:nvGrpSpPr>
      <p:grpSpPr>
        <a:xfrm>
          <a:off x="0" y="0"/>
          <a:ext cx="0" cy="0"/>
        </a:xfrm>
      </p:grpSpPr>
      <p:sp>
        <p:nvSpPr>
          <p:cNvPr id="1829" name="Google Shape;1829;g2b71a5f897c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2b71a5f897c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36" name="Shape 1836"/>
        <p:cNvGrpSpPr/>
        <p:nvPr/>
      </p:nvGrpSpPr>
      <p:grpSpPr>
        <a:xfrm>
          <a:off x="0" y="0"/>
          <a:ext cx="0" cy="0"/>
        </a:xfrm>
      </p:grpSpPr>
      <p:sp>
        <p:nvSpPr>
          <p:cNvPr id="1837" name="Google Shape;1837;g2b71a5f897c_0_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8" name="Google Shape;1838;g2b71a5f897c_0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3" name="Shape 1853"/>
        <p:cNvGrpSpPr/>
        <p:nvPr/>
      </p:nvGrpSpPr>
      <p:grpSpPr>
        <a:xfrm>
          <a:off x="0" y="0"/>
          <a:ext cx="0" cy="0"/>
        </a:xfrm>
      </p:grpSpPr>
      <p:sp>
        <p:nvSpPr>
          <p:cNvPr id="1854" name="Google Shape;1854;g2b71a5f897c_0_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b71a5f897c_0_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4" name="Shape 1884"/>
        <p:cNvGrpSpPr/>
        <p:nvPr/>
      </p:nvGrpSpPr>
      <p:grpSpPr>
        <a:xfrm>
          <a:off x="0" y="0"/>
          <a:ext cx="0" cy="0"/>
        </a:xfrm>
      </p:grpSpPr>
      <p:sp>
        <p:nvSpPr>
          <p:cNvPr id="1885" name="Google Shape;1885;g2b71a5f897c_0_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2b71a5f897c_0_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5" name="Shape 1895"/>
        <p:cNvGrpSpPr/>
        <p:nvPr/>
      </p:nvGrpSpPr>
      <p:grpSpPr>
        <a:xfrm>
          <a:off x="0" y="0"/>
          <a:ext cx="0" cy="0"/>
        </a:xfrm>
      </p:grpSpPr>
      <p:sp>
        <p:nvSpPr>
          <p:cNvPr id="1896" name="Google Shape;1896;g2b71a5f897c_0_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2b71a5f897c_0_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4" name="Shape 1914"/>
        <p:cNvGrpSpPr/>
        <p:nvPr/>
      </p:nvGrpSpPr>
      <p:grpSpPr>
        <a:xfrm>
          <a:off x="0" y="0"/>
          <a:ext cx="0" cy="0"/>
        </a:xfrm>
      </p:grpSpPr>
      <p:sp>
        <p:nvSpPr>
          <p:cNvPr id="1915" name="Google Shape;1915;g2b71a5f897c_0_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b71a5f897c_0_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3" name="Shape 1923"/>
        <p:cNvGrpSpPr/>
        <p:nvPr/>
      </p:nvGrpSpPr>
      <p:grpSpPr>
        <a:xfrm>
          <a:off x="0" y="0"/>
          <a:ext cx="0" cy="0"/>
        </a:xfrm>
      </p:grpSpPr>
      <p:sp>
        <p:nvSpPr>
          <p:cNvPr id="1924" name="Google Shape;1924;g2b71a5f897c_0_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2b71a5f897c_0_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1" name="Shape 1951"/>
        <p:cNvGrpSpPr/>
        <p:nvPr/>
      </p:nvGrpSpPr>
      <p:grpSpPr>
        <a:xfrm>
          <a:off x="0" y="0"/>
          <a:ext cx="0" cy="0"/>
        </a:xfrm>
      </p:grpSpPr>
      <p:sp>
        <p:nvSpPr>
          <p:cNvPr id="1952" name="Google Shape;1952;g2b71a5f897c_0_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2b71a5f897c_0_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8" name="Shape 1958"/>
        <p:cNvGrpSpPr/>
        <p:nvPr/>
      </p:nvGrpSpPr>
      <p:grpSpPr>
        <a:xfrm>
          <a:off x="0" y="0"/>
          <a:ext cx="0" cy="0"/>
        </a:xfrm>
      </p:grpSpPr>
      <p:sp>
        <p:nvSpPr>
          <p:cNvPr id="1959" name="Google Shape;1959;g2b71a5f897c_0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2b71a5f897c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4" name="Shape 1964"/>
        <p:cNvGrpSpPr/>
        <p:nvPr/>
      </p:nvGrpSpPr>
      <p:grpSpPr>
        <a:xfrm>
          <a:off x="0" y="0"/>
          <a:ext cx="0" cy="0"/>
        </a:xfrm>
      </p:grpSpPr>
      <p:sp>
        <p:nvSpPr>
          <p:cNvPr id="1965" name="Google Shape;1965;g2b8ffbc2ba0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2b8ffbc2ba0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1" name="Shape 1971"/>
        <p:cNvGrpSpPr/>
        <p:nvPr/>
      </p:nvGrpSpPr>
      <p:grpSpPr>
        <a:xfrm>
          <a:off x="0" y="0"/>
          <a:ext cx="0" cy="0"/>
        </a:xfrm>
      </p:grpSpPr>
      <p:sp>
        <p:nvSpPr>
          <p:cNvPr id="1972" name="Google Shape;1972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2" name="Shape 1982"/>
        <p:cNvGrpSpPr/>
        <p:nvPr/>
      </p:nvGrpSpPr>
      <p:grpSpPr>
        <a:xfrm>
          <a:off x="0" y="0"/>
          <a:ext cx="0" cy="0"/>
        </a:xfrm>
      </p:grpSpPr>
      <p:sp>
        <p:nvSpPr>
          <p:cNvPr id="1983" name="Google Shape;1983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2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2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2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2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2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2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2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2.xml" /></Relationships>
</file>

<file path=ppt/slideLayouts/_rels/slideLayout1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1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 1">
  <p:cSld name="CUSTOM_3_1_2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51" name="Google Shape;751;p6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3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4" name="Google Shape;754;p63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 1">
  <p:cSld name="CUSTOM_3_1_1_3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p6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58" name="Google Shape;758;p6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1" name="Google Shape;761;p6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2" name="Google Shape;762;p6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pic>
        <p:nvPicPr>
          <p:cNvPr id="768" name="Google Shape;768;p66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6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1" name="Google Shape;771;p66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2" name="Google Shape;772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pic>
        <p:nvPicPr>
          <p:cNvPr id="776" name="Google Shape;776;p6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8" name="Google Shape;778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7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0" name="Google Shape;780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2" name="Google Shape;782;p67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pic>
        <p:nvPicPr>
          <p:cNvPr id="784" name="Google Shape;784;p6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7" name="Google Shape;787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8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9" name="Google Shape;78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</a:xfrm>
      </p:grpSpPr>
      <p:pic>
        <p:nvPicPr>
          <p:cNvPr id="792" name="Google Shape;792;p6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4" name="Google Shape;79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6" name="Google Shape;796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98" name="Google Shape;798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9" name="Google Shape;799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69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01" name="Google Shape;801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</a:xfrm>
      </p:grpSpPr>
      <p:pic>
        <p:nvPicPr>
          <p:cNvPr id="803" name="Google Shape;803;p7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0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9" name="Google Shape;809;p70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sp>
        <p:nvSpPr>
          <p:cNvPr id="811" name="Google Shape;811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1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16" name="Google Shape;816;p71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7" name="Google Shape;817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8" name="Google Shape;818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7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20" name="Google Shape;820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</a:xfrm>
      </p:grpSpPr>
      <p:pic>
        <p:nvPicPr>
          <p:cNvPr id="822" name="Google Shape;822;p7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5" name="Google Shape;825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2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7" name="Google Shape;82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</a:xfrm>
      </p:grpSpPr>
      <p:pic>
        <p:nvPicPr>
          <p:cNvPr id="830" name="Google Shape;830;p73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2" name="Google Shape;832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4" name="Google Shape;834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36" name="Google Shape;836;p7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7" name="Google Shape;837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8" name="Google Shape;838;p73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39" name="Google Shape;839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</a:xfrm>
      </p:grpSpPr>
      <p:pic>
        <p:nvPicPr>
          <p:cNvPr id="841" name="Google Shape;841;p7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4" name="Google Shape;844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4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46" name="Google Shape;84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pic>
        <p:nvPicPr>
          <p:cNvPr id="849" name="Google Shape;849;p7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5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852" name="Shape 852"/>
        <p:cNvGrpSpPr/>
        <p:nvPr/>
      </p:nvGrpSpPr>
      <p:grpSpPr>
        <a:xfrm>
          <a:off x="0" y="0"/>
          <a:ext cx="0" cy="0"/>
        </a:xfrm>
      </p:grpSpPr>
      <p:sp>
        <p:nvSpPr>
          <p:cNvPr id="853" name="Google Shape;853;p76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6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6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6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6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8" name="Google Shape;858;p76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59" name="Google Shape;859;p76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60" name="Google Shape;860;p7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61" name="Google Shape;861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62" name="Google Shape;862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63" name="Google Shape;863;p76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865" name="Shape 865"/>
        <p:cNvGrpSpPr/>
        <p:nvPr/>
      </p:nvGrpSpPr>
      <p:grpSpPr>
        <a:xfrm>
          <a:off x="0" y="0"/>
          <a:ext cx="0" cy="0"/>
        </a:xfrm>
      </p:grpSpPr>
      <p:sp>
        <p:nvSpPr>
          <p:cNvPr id="866" name="Google Shape;86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67" name="Google Shape;867;p7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77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872" name="Shape 872"/>
        <p:cNvGrpSpPr/>
        <p:nvPr/>
      </p:nvGrpSpPr>
      <p:grpSpPr>
        <a:xfrm>
          <a:off x="0" y="0"/>
          <a:ext cx="0" cy="0"/>
        </a:xfrm>
      </p:grpSpPr>
      <p:sp>
        <p:nvSpPr>
          <p:cNvPr id="873" name="Google Shape;873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74" name="Google Shape;874;p7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78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8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879" name="Shape 879"/>
        <p:cNvGrpSpPr/>
        <p:nvPr/>
      </p:nvGrpSpPr>
      <p:grpSpPr>
        <a:xfrm>
          <a:off x="0" y="0"/>
          <a:ext cx="0" cy="0"/>
        </a:xfrm>
      </p:grpSpPr>
      <p:sp>
        <p:nvSpPr>
          <p:cNvPr id="880" name="Google Shape;880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81" name="Google Shape;881;p7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9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9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4" name="Google Shape;884;p79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79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887" name="Shape 887"/>
        <p:cNvGrpSpPr/>
        <p:nvPr/>
      </p:nvGrpSpPr>
      <p:grpSpPr>
        <a:xfrm>
          <a:off x="0" y="0"/>
          <a:ext cx="0" cy="0"/>
        </a:xfrm>
      </p:grpSpPr>
      <p:sp>
        <p:nvSpPr>
          <p:cNvPr id="888" name="Google Shape;888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89" name="Google Shape;889;p80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0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80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80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3" name="Google Shape;893;p80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4" name="Google Shape;894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895" name="Shape 895"/>
        <p:cNvGrpSpPr/>
        <p:nvPr/>
      </p:nvGrpSpPr>
      <p:grpSpPr>
        <a:xfrm>
          <a:off x="0" y="0"/>
          <a:ext cx="0" cy="0"/>
        </a:xfrm>
      </p:grpSpPr>
      <p:sp>
        <p:nvSpPr>
          <p:cNvPr id="896" name="Google Shape;896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97" name="Google Shape;897;p81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81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9" name="Google Shape;899;p81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0" name="Google Shape;900;p81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1" name="Google Shape;901;p81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2" name="Google Shape;902;p81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3" name="Google Shape;903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904" name="Shape 904"/>
        <p:cNvGrpSpPr/>
        <p:nvPr/>
      </p:nvGrpSpPr>
      <p:grpSpPr>
        <a:xfrm>
          <a:off x="0" y="0"/>
          <a:ext cx="0" cy="0"/>
        </a:xfrm>
      </p:grpSpPr>
      <p:sp>
        <p:nvSpPr>
          <p:cNvPr id="905" name="Google Shape;905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06" name="Google Shape;906;p8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2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8" name="Google Shape;908;p82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9" name="Google Shape;909;p82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910" name="Google Shape;910;p82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911" name="Google Shape;911;p82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2" name="Google Shape;912;p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913" name="Shape 913"/>
        <p:cNvGrpSpPr/>
        <p:nvPr/>
      </p:nvGrpSpPr>
      <p:grpSpPr>
        <a:xfrm>
          <a:off x="0" y="0"/>
          <a:ext cx="0" cy="0"/>
        </a:xfrm>
      </p:grpSpPr>
      <p:sp>
        <p:nvSpPr>
          <p:cNvPr id="914" name="Google Shape;914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15" name="Google Shape;915;p83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3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3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8" name="Google Shape;918;p83"/>
          <p:cNvCxnSpPr>
            <a:endCxn id="91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20" name="Google Shape;92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3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2" name="Google Shape;922;p83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3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83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926" name="Shape 926"/>
        <p:cNvGrpSpPr/>
        <p:nvPr/>
      </p:nvGrpSpPr>
      <p:grpSpPr>
        <a:xfrm>
          <a:off x="0" y="0"/>
          <a:ext cx="0" cy="0"/>
        </a:xfrm>
      </p:grpSpPr>
      <p:pic>
        <p:nvPicPr>
          <p:cNvPr id="927" name="Google Shape;927;p84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4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4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4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4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4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4"/>
          <p:cNvCxnSpPr>
            <a:endCxn id="934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34" name="Google Shape;934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7" name="Google Shape;937;p84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4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9" name="Google Shape;939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41" name="Google Shape;941;p84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84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944" name="Shape 944"/>
        <p:cNvGrpSpPr/>
        <p:nvPr/>
      </p:nvGrpSpPr>
      <p:grpSpPr>
        <a:xfrm>
          <a:off x="0" y="0"/>
          <a:ext cx="0" cy="0"/>
        </a:xfrm>
      </p:grpSpPr>
      <p:pic>
        <p:nvPicPr>
          <p:cNvPr id="945" name="Google Shape;945;p85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85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85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85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85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85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85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85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3" name="Google Shape;953;p85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54" name="Google Shape;954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85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8" name="Google Shape;958;p85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9" name="Google Shape;959;p85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0" name="Google Shape;960;p85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61" name="Google Shape;961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63" name="Google Shape;963;p85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8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966" name="Shape 966"/>
        <p:cNvGrpSpPr/>
        <p:nvPr/>
      </p:nvGrpSpPr>
      <p:grpSpPr>
        <a:xfrm>
          <a:off x="0" y="0"/>
          <a:ext cx="0" cy="0"/>
        </a:xfrm>
      </p:grpSpPr>
      <p:pic>
        <p:nvPicPr>
          <p:cNvPr id="967" name="Google Shape;967;p8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9" name="Google Shape;969;p8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0" name="Google Shape;970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1" name="Google Shape;971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973" name="Shape 973"/>
        <p:cNvGrpSpPr/>
        <p:nvPr/>
      </p:nvGrpSpPr>
      <p:grpSpPr>
        <a:xfrm>
          <a:off x="0" y="0"/>
          <a:ext cx="0" cy="0"/>
        </a:xfrm>
      </p:grpSpPr>
      <p:pic>
        <p:nvPicPr>
          <p:cNvPr id="974" name="Google Shape;974;p8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6" name="Google Shape;976;p8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7" name="Google Shape;977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9" name="Google Shape;979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980" name="Shape 980"/>
        <p:cNvGrpSpPr/>
        <p:nvPr/>
      </p:nvGrpSpPr>
      <p:grpSpPr>
        <a:xfrm>
          <a:off x="0" y="0"/>
          <a:ext cx="0" cy="0"/>
        </a:xfrm>
      </p:grpSpPr>
      <p:pic>
        <p:nvPicPr>
          <p:cNvPr id="981" name="Google Shape;981;p8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3" name="Google Shape;983;p8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4" name="Google Shape;984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86" name="Google Shape;986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987" name="Shape 987"/>
        <p:cNvGrpSpPr/>
        <p:nvPr/>
      </p:nvGrpSpPr>
      <p:grpSpPr>
        <a:xfrm>
          <a:off x="0" y="0"/>
          <a:ext cx="0" cy="0"/>
        </a:xfrm>
      </p:grpSpPr>
      <p:pic>
        <p:nvPicPr>
          <p:cNvPr id="988" name="Google Shape;988;p8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0" name="Google Shape;990;p8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1" name="Google Shape;991;p8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93" name="Google Shape;993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</a:xfrm>
      </p:grpSpPr>
      <p:sp>
        <p:nvSpPr>
          <p:cNvPr id="995" name="Google Shape;995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96" name="Google Shape;996;p9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8" name="Google Shape;998;p90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9" name="Google Shape;999;p90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0" name="Google Shape;1000;p9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1" name="Google Shape;1001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2" name="Google Shape;1002;p9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4" name="Google Shape;1004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5" name="Google Shape;1005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</a:xfrm>
      </p:grpSpPr>
      <p:sp>
        <p:nvSpPr>
          <p:cNvPr id="1008" name="Google Shape;1008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09" name="Google Shape;1009;p9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1" name="Google Shape;1011;p91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2" name="Google Shape;1012;p91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3" name="Google Shape;101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4" name="Google Shape;1014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5" name="Google Shape;1015;p9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6" name="Google Shape;1016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8" name="Google Shape;101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</a:xfrm>
      </p:grpSpPr>
      <p:sp>
        <p:nvSpPr>
          <p:cNvPr id="1021" name="Google Shape;1021;p92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22" name="Google Shape;1022;p9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4" name="Google Shape;1024;p92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5" name="Google Shape;1025;p92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7" name="Google Shape;1027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8" name="Google Shape;1028;p9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0" name="Google Shape;1030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31" name="Google Shape;1031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</a:xfrm>
      </p:grpSpPr>
      <p:sp>
        <p:nvSpPr>
          <p:cNvPr id="1034" name="Google Shape;1034;p9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35" name="Google Shape;1035;p9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9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7" name="Google Shape;1037;p93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3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0" name="Google Shape;1040;p9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41" name="Google Shape;1041;p9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2" name="Google Shape;1042;p9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3" name="Google Shape;1043;p9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44" name="Google Shape;1044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</a:xfrm>
      </p:grpSpPr>
      <p:pic>
        <p:nvPicPr>
          <p:cNvPr id="1047" name="Google Shape;1047;p9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9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1" name="Google Shape;1051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4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94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57" name="Google Shape;1057;p94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8" name="Google Shape;1058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0" name="Google Shape;106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63" name="Google Shape;1063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4" name="Google Shape;1064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6" name="Google Shape;1066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7" name="Google Shape;1067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69" name="Shape 1069"/>
        <p:cNvGrpSpPr/>
        <p:nvPr/>
      </p:nvGrpSpPr>
      <p:grpSpPr>
        <a:xfrm>
          <a:off x="0" y="0"/>
          <a:ext cx="0" cy="0"/>
        </a:xfrm>
      </p:grpSpPr>
      <p:pic>
        <p:nvPicPr>
          <p:cNvPr id="1070" name="Google Shape;1070;p9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2" name="Google Shape;1072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5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6" name="Google Shape;1076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7" name="Google Shape;1077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0" name="Google Shape;1080;p95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1" name="Google Shape;1081;p95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2" name="Google Shape;1082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3" name="Google Shape;108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4" name="Google Shape;108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5" name="Google Shape;1085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6" name="Google Shape;1086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8" name="Google Shape;108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</a:xfrm>
      </p:grpSpPr>
      <p:pic>
        <p:nvPicPr>
          <p:cNvPr id="1093" name="Google Shape;1093;p9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5" name="Google Shape;1095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6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9" name="Google Shape;1099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0" name="Google Shape;1100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3" name="Google Shape;1103;p96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4" name="Google Shape;1104;p96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5" name="Google Shape;1105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6" name="Google Shape;1106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7" name="Google Shape;1107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8" name="Google Shape;1108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9" name="Google Shape;1109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1" name="Google Shape;111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115" name="Shape 1115"/>
        <p:cNvGrpSpPr/>
        <p:nvPr/>
      </p:nvGrpSpPr>
      <p:grpSpPr>
        <a:xfrm>
          <a:off x="0" y="0"/>
          <a:ext cx="0" cy="0"/>
        </a:xfrm>
      </p:grpSpPr>
      <p:pic>
        <p:nvPicPr>
          <p:cNvPr id="1116" name="Google Shape;1116;p9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8" name="Google Shape;1118;p9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9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7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p9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23" name="Google Shape;1123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6" name="Google Shape;1126;p97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7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29" name="Google Shape;1129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34" name="Google Shape;1134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9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9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38" name="Shape 1138"/>
        <p:cNvGrpSpPr/>
        <p:nvPr/>
      </p:nvGrpSpPr>
      <p:grpSpPr>
        <a:xfrm>
          <a:off x="0" y="0"/>
          <a:ext cx="0" cy="0"/>
        </a:xfrm>
      </p:grpSpPr>
      <p:pic>
        <p:nvPicPr>
          <p:cNvPr id="1139" name="Google Shape;1139;p9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1" name="Google Shape;1141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2" name="Google Shape;1142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9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5" name="Google Shape;1145;p98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8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7" name="Google Shape;1147;p98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8" name="Google Shape;1148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9" name="Google Shape;1149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0" name="Google Shape;115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1" name="Google Shape;1151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2" name="Google Shape;1152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57" name="Shape 1157"/>
        <p:cNvGrpSpPr/>
        <p:nvPr/>
      </p:nvGrpSpPr>
      <p:grpSpPr>
        <a:xfrm>
          <a:off x="0" y="0"/>
          <a:ext cx="0" cy="0"/>
        </a:xfrm>
      </p:grpSpPr>
      <p:pic>
        <p:nvPicPr>
          <p:cNvPr id="1158" name="Google Shape;1158;p9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60" name="Google Shape;1160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1" name="Google Shape;1161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9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4" name="Google Shape;1164;p99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9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6" name="Google Shape;1166;p99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7" name="Google Shape;1167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8" name="Google Shape;1168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9" name="Google Shape;116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0" name="Google Shape;1170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1" name="Google Shape;1171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2" name="Google Shape;117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3" name="Google Shape;1173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</a:xfrm>
      </p:grpSpPr>
      <p:pic>
        <p:nvPicPr>
          <p:cNvPr id="1177" name="Google Shape;1177;p10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9" name="Google Shape;1179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0" name="Google Shape;1180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10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3" name="Google Shape;1183;p100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100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5" name="Google Shape;1185;p100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6" name="Google Shape;1186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7" name="Google Shape;118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8" name="Google Shape;118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9" name="Google Shape;1189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0" name="Google Shape;1190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1" name="Google Shape;119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2" name="Google Shape;1192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3" name="Google Shape;1193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95" name="Shape 1195"/>
        <p:cNvGrpSpPr/>
        <p:nvPr/>
      </p:nvGrpSpPr>
      <p:grpSpPr>
        <a:xfrm>
          <a:off x="0" y="0"/>
          <a:ext cx="0" cy="0"/>
        </a:xfrm>
      </p:grpSpPr>
      <p:pic>
        <p:nvPicPr>
          <p:cNvPr id="1196" name="Google Shape;1196;p10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8" name="Google Shape;1198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9" name="Google Shape;1199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10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2" name="Google Shape;1202;p101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101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101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10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10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10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214" name="Shape 1214"/>
        <p:cNvGrpSpPr/>
        <p:nvPr/>
      </p:nvGrpSpPr>
      <p:grpSpPr>
        <a:xfrm>
          <a:off x="0" y="0"/>
          <a:ext cx="0" cy="0"/>
        </a:xfrm>
      </p:grpSpPr>
      <p:pic>
        <p:nvPicPr>
          <p:cNvPr id="1215" name="Google Shape;1215;p10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7" name="Google Shape;1217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8" name="Google Shape;1218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10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1" name="Google Shape;1221;p102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102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3" name="Google Shape;1223;p102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2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5" name="Google Shape;1225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6" name="Google Shape;1226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8" name="Google Shape;1228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37" name="Shape 1237"/>
        <p:cNvGrpSpPr/>
        <p:nvPr/>
      </p:nvGrpSpPr>
      <p:grpSpPr>
        <a:xfrm>
          <a:off x="0" y="0"/>
          <a:ext cx="0" cy="0"/>
        </a:xfrm>
      </p:grpSpPr>
      <p:pic>
        <p:nvPicPr>
          <p:cNvPr id="1238" name="Google Shape;1238;p10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0" name="Google Shape;1240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1" name="Google Shape;1241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10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4" name="Google Shape;1244;p103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103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103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3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8" name="Google Shape;1248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9" name="Google Shape;1249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1" name="Google Shape;1251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60" name="Shape 1260"/>
        <p:cNvGrpSpPr/>
        <p:nvPr/>
      </p:nvGrpSpPr>
      <p:grpSpPr>
        <a:xfrm>
          <a:off x="0" y="0"/>
          <a:ext cx="0" cy="0"/>
        </a:xfrm>
      </p:grpSpPr>
      <p:pic>
        <p:nvPicPr>
          <p:cNvPr id="1261" name="Google Shape;1261;p10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3" name="Google Shape;1263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4" name="Google Shape;1264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10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7" name="Google Shape;1267;p104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8" name="Google Shape;1268;p104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9" name="Google Shape;1269;p104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0" name="Google Shape;1270;p104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1" name="Google Shape;1271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2" name="Google Shape;1272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3" name="Google Shape;127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4" name="Google Shape;1274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</a:xfrm>
      </p:grpSpPr>
      <p:pic>
        <p:nvPicPr>
          <p:cNvPr id="1284" name="Google Shape;1284;p10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6" name="Google Shape;1286;p10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7" name="Google Shape;1287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0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0" name="Google Shape;1290;p105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91" name="Google Shape;1291;p105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92" name="Google Shape;1292;p105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93" name="Google Shape;1293;p105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94" name="Google Shape;1294;p10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95" name="Google Shape;1295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6" name="Google Shape;129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7" name="Google Shape;1297;p10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98" name="Google Shape;1298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9" name="Google Shape;129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0" name="Google Shape;1300;p10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01" name="Google Shape;1301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2" name="Google Shape;130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3" name="Google Shape;1303;p10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306" name="Shape 1306"/>
        <p:cNvGrpSpPr/>
        <p:nvPr/>
      </p:nvGrpSpPr>
      <p:grpSpPr>
        <a:xfrm>
          <a:off x="0" y="0"/>
          <a:ext cx="0" cy="0"/>
        </a:xfrm>
      </p:grpSpPr>
      <p:pic>
        <p:nvPicPr>
          <p:cNvPr id="1307" name="Google Shape;1307;p10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9" name="Google Shape;1309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0" name="Google Shape;1310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10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3" name="Google Shape;1313;p106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4" name="Google Shape;1314;p106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5" name="Google Shape;1315;p106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16" name="Google Shape;1316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7" name="Google Shape;1317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8" name="Google Shape;1318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9" name="Google Shape;1319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0" name="Google Shape;1320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1" name="Google Shape;132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2" name="Google Shape;1322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</a:xfrm>
      </p:grpSpPr>
      <p:pic>
        <p:nvPicPr>
          <p:cNvPr id="1326" name="Google Shape;1326;p10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8" name="Google Shape;1328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9" name="Google Shape;1329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10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2" name="Google Shape;1332;p107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33" name="Google Shape;1333;p107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34" name="Google Shape;1334;p107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35" name="Google Shape;1335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6" name="Google Shape;1336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7" name="Google Shape;1337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8" name="Google Shape;1338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9" name="Google Shape;1339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0" name="Google Shape;1340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1" name="Google Shape;1341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44" name="Shape 1344"/>
        <p:cNvGrpSpPr/>
        <p:nvPr/>
      </p:nvGrpSpPr>
      <p:grpSpPr>
        <a:xfrm>
          <a:off x="0" y="0"/>
          <a:ext cx="0" cy="0"/>
        </a:xfrm>
      </p:grpSpPr>
      <p:pic>
        <p:nvPicPr>
          <p:cNvPr id="1345" name="Google Shape;1345;p10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7" name="Google Shape;1347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8" name="Google Shape;1348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10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1" name="Google Shape;1351;p108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52" name="Google Shape;1352;p108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53" name="Google Shape;1353;p108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54" name="Google Shape;1354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5" name="Google Shape;1355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6" name="Google Shape;1356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7" name="Google Shape;1357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8" name="Google Shape;1358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9" name="Google Shape;1359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0" name="Google Shape;1360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1" name="Google Shape;1361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63" name="Shape 1363"/>
        <p:cNvGrpSpPr/>
        <p:nvPr/>
      </p:nvGrpSpPr>
      <p:grpSpPr>
        <a:xfrm>
          <a:off x="0" y="0"/>
          <a:ext cx="0" cy="0"/>
        </a:xfrm>
      </p:grpSpPr>
      <p:pic>
        <p:nvPicPr>
          <p:cNvPr id="1364" name="Google Shape;1364;p10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6" name="Google Shape;1366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67" name="Google Shape;1367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10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0" name="Google Shape;1370;p109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71" name="Google Shape;1371;p109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72" name="Google Shape;1372;p109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73" name="Google Shape;1373;p10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74" name="Google Shape;1374;p10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5" name="Google Shape;1375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6" name="Google Shape;1376;p10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77" name="Google Shape;1377;p10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8" name="Google Shape;1378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9" name="Google Shape;1379;p10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80" name="Google Shape;1380;p10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1" name="Google Shape;1381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</a:xfrm>
      </p:grpSpPr>
      <p:pic>
        <p:nvPicPr>
          <p:cNvPr id="1383" name="Google Shape;1383;p1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5" name="Google Shape;1385;p11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6" name="Google Shape;1386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89" name="Shape 1389"/>
        <p:cNvGrpSpPr/>
        <p:nvPr/>
      </p:nvGrpSpPr>
      <p:grpSpPr>
        <a:xfrm>
          <a:off x="0" y="0"/>
          <a:ext cx="0" cy="0"/>
        </a:xfrm>
      </p:grpSpPr>
      <p:pic>
        <p:nvPicPr>
          <p:cNvPr id="1390" name="Google Shape;1390;p11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2" name="Google Shape;1392;p11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3" name="Google Shape;1393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96" name="Shape 1396"/>
        <p:cNvGrpSpPr/>
        <p:nvPr/>
      </p:nvGrpSpPr>
      <p:grpSpPr>
        <a:xfrm>
          <a:off x="0" y="0"/>
          <a:ext cx="0" cy="0"/>
        </a:xfrm>
      </p:grpSpPr>
      <p:pic>
        <p:nvPicPr>
          <p:cNvPr id="1397" name="Google Shape;1397;p11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9" name="Google Shape;1399;p11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00" name="Google Shape;1400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403" name="Shape 1403"/>
        <p:cNvGrpSpPr/>
        <p:nvPr/>
      </p:nvGrpSpPr>
      <p:grpSpPr>
        <a:xfrm>
          <a:off x="0" y="0"/>
          <a:ext cx="0" cy="0"/>
        </a:xfrm>
      </p:grpSpPr>
      <p:pic>
        <p:nvPicPr>
          <p:cNvPr id="1404" name="Google Shape;1404;p11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6" name="Google Shape;1406;p11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07" name="Google Shape;1407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1410" name="Shape 1410"/>
        <p:cNvGrpSpPr/>
        <p:nvPr/>
      </p:nvGrpSpPr>
      <p:grpSpPr>
        <a:xfrm>
          <a:off x="0" y="0"/>
          <a:ext cx="0" cy="0"/>
        </a:xfrm>
      </p:grpSpPr>
      <p:pic>
        <p:nvPicPr>
          <p:cNvPr id="1411" name="Google Shape;1411;p1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3" name="Google Shape;1413;p11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4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1418" name="Shape 1418"/>
        <p:cNvGrpSpPr/>
        <p:nvPr/>
      </p:nvGrpSpPr>
      <p:grpSpPr>
        <a:xfrm>
          <a:off x="0" y="0"/>
          <a:ext cx="0" cy="0"/>
        </a:xfrm>
      </p:grpSpPr>
      <p:pic>
        <p:nvPicPr>
          <p:cNvPr id="1419" name="Google Shape;1419;p11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1" name="Google Shape;1421;p11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5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1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5" name="Google Shape;1425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1426" name="Shape 1426"/>
        <p:cNvGrpSpPr/>
        <p:nvPr/>
      </p:nvGrpSpPr>
      <p:grpSpPr>
        <a:xfrm>
          <a:off x="0" y="0"/>
          <a:ext cx="0" cy="0"/>
        </a:xfrm>
      </p:grpSpPr>
      <p:pic>
        <p:nvPicPr>
          <p:cNvPr id="1427" name="Google Shape;1427;p11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9" name="Google Shape;1429;p11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6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1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3" name="Google Shape;1433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1434" name="Shape 1434"/>
        <p:cNvGrpSpPr/>
        <p:nvPr/>
      </p:nvGrpSpPr>
      <p:grpSpPr>
        <a:xfrm>
          <a:off x="0" y="0"/>
          <a:ext cx="0" cy="0"/>
        </a:xfrm>
      </p:grpSpPr>
      <p:pic>
        <p:nvPicPr>
          <p:cNvPr id="1435" name="Google Shape;1435;p11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7" name="Google Shape;1437;p11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17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11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41" name="Google Shape;1441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</a:xfrm>
      </p:grpSpPr>
      <p:pic>
        <p:nvPicPr>
          <p:cNvPr id="1443" name="Google Shape;1443;p1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5" name="Google Shape;1445;p11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8"/>
          <p:cNvSpPr txBox="1"/>
          <p:nvPr/>
        </p:nvSpPr>
        <p:spPr>
          <a:xfrm>
            <a:off x="324000" y="45525"/>
            <a:ext cx="1103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1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48" name="Google Shape;1448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</a:xfrm>
      </p:grpSpPr>
      <p:pic>
        <p:nvPicPr>
          <p:cNvPr id="1451" name="Google Shape;1451;p11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3" name="Google Shape;1453;p11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9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6" name="Google Shape;1456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7" name="Google Shape;1457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58" name="Shape 1458"/>
        <p:cNvGrpSpPr/>
        <p:nvPr/>
      </p:nvGrpSpPr>
      <p:grpSpPr>
        <a:xfrm>
          <a:off x="0" y="0"/>
          <a:ext cx="0" cy="0"/>
        </a:xfrm>
      </p:grpSpPr>
      <p:pic>
        <p:nvPicPr>
          <p:cNvPr id="1459" name="Google Shape;1459;p12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1" name="Google Shape;1461;p1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2" name="Google Shape;1462;p120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2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4" name="Google Shape;1464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5" name="Google Shape;1465;p1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</a:xfrm>
      </p:grpSpPr>
      <p:pic>
        <p:nvPicPr>
          <p:cNvPr id="1467" name="Google Shape;1467;p1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9" name="Google Shape;1469;p1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0" name="Google Shape;1470;p121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2" name="Google Shape;1472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3" name="Google Shape;1473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1474" name="Shape 1474"/>
        <p:cNvGrpSpPr/>
        <p:nvPr/>
      </p:nvGrpSpPr>
      <p:grpSpPr>
        <a:xfrm>
          <a:off x="0" y="0"/>
          <a:ext cx="0" cy="0"/>
        </a:xfrm>
      </p:grpSpPr>
      <p:sp>
        <p:nvSpPr>
          <p:cNvPr id="1475" name="Google Shape;1475;p122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76" name="Google Shape;1476;p12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2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8" name="Google Shape;1478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1480" name="Shape 1480"/>
        <p:cNvGrpSpPr/>
        <p:nvPr/>
      </p:nvGrpSpPr>
      <p:grpSpPr>
        <a:xfrm>
          <a:off x="0" y="0"/>
          <a:ext cx="0" cy="0"/>
        </a:xfrm>
      </p:grpSpPr>
      <p:sp>
        <p:nvSpPr>
          <p:cNvPr id="1481" name="Google Shape;1481;p123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2" name="Google Shape;1482;p12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123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4" name="Google Shape;1484;p123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3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1486" name="Shape 1486"/>
        <p:cNvGrpSpPr/>
        <p:nvPr/>
      </p:nvGrpSpPr>
      <p:grpSpPr>
        <a:xfrm>
          <a:off x="0" y="0"/>
          <a:ext cx="0" cy="0"/>
        </a:xfrm>
      </p:grpSpPr>
      <p:pic>
        <p:nvPicPr>
          <p:cNvPr id="1487" name="Google Shape;1487;p1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p124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1489" name="Shape 1489"/>
        <p:cNvGrpSpPr/>
        <p:nvPr/>
      </p:nvGrpSpPr>
      <p:grpSpPr>
        <a:xfrm>
          <a:off x="0" y="0"/>
          <a:ext cx="0" cy="0"/>
        </a:xfrm>
      </p:grpSpPr>
      <p:sp>
        <p:nvSpPr>
          <p:cNvPr id="1490" name="Google Shape;1490;p125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125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125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125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25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125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125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125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125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1499" name="Shape 1499"/>
        <p:cNvGrpSpPr/>
        <p:nvPr/>
      </p:nvGrpSpPr>
      <p:grpSpPr>
        <a:xfrm>
          <a:off x="0" y="0"/>
          <a:ext cx="0" cy="0"/>
        </a:xfrm>
      </p:grpSpPr>
      <p:pic>
        <p:nvPicPr>
          <p:cNvPr id="1500" name="Google Shape;1500;p1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26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1502" name="Shape 1502"/>
        <p:cNvGrpSpPr/>
        <p:nvPr/>
      </p:nvGrpSpPr>
      <p:grpSpPr>
        <a:xfrm>
          <a:off x="0" y="0"/>
          <a:ext cx="0" cy="0"/>
        </a:xfrm>
      </p:grpSpPr>
      <p:sp>
        <p:nvSpPr>
          <p:cNvPr id="1503" name="Google Shape;1503;p127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slideLayout" Target="../slideLayouts/slideLayout63.xml" /><Relationship Id="rId64" Type="http://schemas.openxmlformats.org/officeDocument/2006/relationships/image" Target="../media/image42.png" /><Relationship Id="rId65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4.xml" /><Relationship Id="rId10" Type="http://schemas.openxmlformats.org/officeDocument/2006/relationships/slideLayout" Target="../slideLayouts/slideLayout73.xml" /><Relationship Id="rId11" Type="http://schemas.openxmlformats.org/officeDocument/2006/relationships/slideLayout" Target="../slideLayouts/slideLayout74.xml" /><Relationship Id="rId12" Type="http://schemas.openxmlformats.org/officeDocument/2006/relationships/slideLayout" Target="../slideLayouts/slideLayout75.xml" /><Relationship Id="rId13" Type="http://schemas.openxmlformats.org/officeDocument/2006/relationships/slideLayout" Target="../slideLayouts/slideLayout76.xml" /><Relationship Id="rId14" Type="http://schemas.openxmlformats.org/officeDocument/2006/relationships/slideLayout" Target="../slideLayouts/slideLayout77.xml" /><Relationship Id="rId15" Type="http://schemas.openxmlformats.org/officeDocument/2006/relationships/slideLayout" Target="../slideLayouts/slideLayout78.xml" /><Relationship Id="rId16" Type="http://schemas.openxmlformats.org/officeDocument/2006/relationships/slideLayout" Target="../slideLayouts/slideLayout79.xml" /><Relationship Id="rId17" Type="http://schemas.openxmlformats.org/officeDocument/2006/relationships/slideLayout" Target="../slideLayouts/slideLayout80.xml" /><Relationship Id="rId18" Type="http://schemas.openxmlformats.org/officeDocument/2006/relationships/slideLayout" Target="../slideLayouts/slideLayout81.xml" /><Relationship Id="rId19" Type="http://schemas.openxmlformats.org/officeDocument/2006/relationships/slideLayout" Target="../slideLayouts/slideLayout82.xml" /><Relationship Id="rId2" Type="http://schemas.openxmlformats.org/officeDocument/2006/relationships/slideLayout" Target="../slideLayouts/slideLayout65.xml" /><Relationship Id="rId20" Type="http://schemas.openxmlformats.org/officeDocument/2006/relationships/slideLayout" Target="../slideLayouts/slideLayout83.xml" /><Relationship Id="rId21" Type="http://schemas.openxmlformats.org/officeDocument/2006/relationships/slideLayout" Target="../slideLayouts/slideLayout84.xml" /><Relationship Id="rId22" Type="http://schemas.openxmlformats.org/officeDocument/2006/relationships/slideLayout" Target="../slideLayouts/slideLayout85.xml" /><Relationship Id="rId23" Type="http://schemas.openxmlformats.org/officeDocument/2006/relationships/slideLayout" Target="../slideLayouts/slideLayout86.xml" /><Relationship Id="rId24" Type="http://schemas.openxmlformats.org/officeDocument/2006/relationships/slideLayout" Target="../slideLayouts/slideLayout87.xml" /><Relationship Id="rId25" Type="http://schemas.openxmlformats.org/officeDocument/2006/relationships/slideLayout" Target="../slideLayouts/slideLayout88.xml" /><Relationship Id="rId26" Type="http://schemas.openxmlformats.org/officeDocument/2006/relationships/slideLayout" Target="../slideLayouts/slideLayout89.xml" /><Relationship Id="rId27" Type="http://schemas.openxmlformats.org/officeDocument/2006/relationships/slideLayout" Target="../slideLayouts/slideLayout90.xml" /><Relationship Id="rId28" Type="http://schemas.openxmlformats.org/officeDocument/2006/relationships/slideLayout" Target="../slideLayouts/slideLayout91.xml" /><Relationship Id="rId29" Type="http://schemas.openxmlformats.org/officeDocument/2006/relationships/slideLayout" Target="../slideLayouts/slideLayout92.xml" /><Relationship Id="rId3" Type="http://schemas.openxmlformats.org/officeDocument/2006/relationships/slideLayout" Target="../slideLayouts/slideLayout66.xml" /><Relationship Id="rId30" Type="http://schemas.openxmlformats.org/officeDocument/2006/relationships/slideLayout" Target="../slideLayouts/slideLayout93.xml" /><Relationship Id="rId31" Type="http://schemas.openxmlformats.org/officeDocument/2006/relationships/slideLayout" Target="../slideLayouts/slideLayout94.xml" /><Relationship Id="rId32" Type="http://schemas.openxmlformats.org/officeDocument/2006/relationships/slideLayout" Target="../slideLayouts/slideLayout95.xml" /><Relationship Id="rId33" Type="http://schemas.openxmlformats.org/officeDocument/2006/relationships/slideLayout" Target="../slideLayouts/slideLayout96.xml" /><Relationship Id="rId34" Type="http://schemas.openxmlformats.org/officeDocument/2006/relationships/slideLayout" Target="../slideLayouts/slideLayout97.xml" /><Relationship Id="rId35" Type="http://schemas.openxmlformats.org/officeDocument/2006/relationships/slideLayout" Target="../slideLayouts/slideLayout98.xml" /><Relationship Id="rId36" Type="http://schemas.openxmlformats.org/officeDocument/2006/relationships/slideLayout" Target="../slideLayouts/slideLayout99.xml" /><Relationship Id="rId37" Type="http://schemas.openxmlformats.org/officeDocument/2006/relationships/slideLayout" Target="../slideLayouts/slideLayout100.xml" /><Relationship Id="rId38" Type="http://schemas.openxmlformats.org/officeDocument/2006/relationships/slideLayout" Target="../slideLayouts/slideLayout101.xml" /><Relationship Id="rId39" Type="http://schemas.openxmlformats.org/officeDocument/2006/relationships/slideLayout" Target="../slideLayouts/slideLayout102.xml" /><Relationship Id="rId4" Type="http://schemas.openxmlformats.org/officeDocument/2006/relationships/slideLayout" Target="../slideLayouts/slideLayout67.xml" /><Relationship Id="rId40" Type="http://schemas.openxmlformats.org/officeDocument/2006/relationships/slideLayout" Target="../slideLayouts/slideLayout103.xml" /><Relationship Id="rId41" Type="http://schemas.openxmlformats.org/officeDocument/2006/relationships/slideLayout" Target="../slideLayouts/slideLayout104.xml" /><Relationship Id="rId42" Type="http://schemas.openxmlformats.org/officeDocument/2006/relationships/slideLayout" Target="../slideLayouts/slideLayout105.xml" /><Relationship Id="rId43" Type="http://schemas.openxmlformats.org/officeDocument/2006/relationships/slideLayout" Target="../slideLayouts/slideLayout106.xml" /><Relationship Id="rId44" Type="http://schemas.openxmlformats.org/officeDocument/2006/relationships/slideLayout" Target="../slideLayouts/slideLayout107.xml" /><Relationship Id="rId45" Type="http://schemas.openxmlformats.org/officeDocument/2006/relationships/slideLayout" Target="../slideLayouts/slideLayout108.xml" /><Relationship Id="rId46" Type="http://schemas.openxmlformats.org/officeDocument/2006/relationships/slideLayout" Target="../slideLayouts/slideLayout109.xml" /><Relationship Id="rId47" Type="http://schemas.openxmlformats.org/officeDocument/2006/relationships/slideLayout" Target="../slideLayouts/slideLayout110.xml" /><Relationship Id="rId48" Type="http://schemas.openxmlformats.org/officeDocument/2006/relationships/slideLayout" Target="../slideLayouts/slideLayout111.xml" /><Relationship Id="rId49" Type="http://schemas.openxmlformats.org/officeDocument/2006/relationships/slideLayout" Target="../slideLayouts/slideLayout112.xml" /><Relationship Id="rId5" Type="http://schemas.openxmlformats.org/officeDocument/2006/relationships/slideLayout" Target="../slideLayouts/slideLayout68.xml" /><Relationship Id="rId50" Type="http://schemas.openxmlformats.org/officeDocument/2006/relationships/slideLayout" Target="../slideLayouts/slideLayout113.xml" /><Relationship Id="rId51" Type="http://schemas.openxmlformats.org/officeDocument/2006/relationships/slideLayout" Target="../slideLayouts/slideLayout114.xml" /><Relationship Id="rId52" Type="http://schemas.openxmlformats.org/officeDocument/2006/relationships/slideLayout" Target="../slideLayouts/slideLayout115.xml" /><Relationship Id="rId53" Type="http://schemas.openxmlformats.org/officeDocument/2006/relationships/slideLayout" Target="../slideLayouts/slideLayout116.xml" /><Relationship Id="rId54" Type="http://schemas.openxmlformats.org/officeDocument/2006/relationships/slideLayout" Target="../slideLayouts/slideLayout117.xml" /><Relationship Id="rId55" Type="http://schemas.openxmlformats.org/officeDocument/2006/relationships/slideLayout" Target="../slideLayouts/slideLayout118.xml" /><Relationship Id="rId56" Type="http://schemas.openxmlformats.org/officeDocument/2006/relationships/slideLayout" Target="../slideLayouts/slideLayout119.xml" /><Relationship Id="rId57" Type="http://schemas.openxmlformats.org/officeDocument/2006/relationships/slideLayout" Target="../slideLayouts/slideLayout120.xml" /><Relationship Id="rId58" Type="http://schemas.openxmlformats.org/officeDocument/2006/relationships/slideLayout" Target="../slideLayouts/slideLayout121.xml" /><Relationship Id="rId59" Type="http://schemas.openxmlformats.org/officeDocument/2006/relationships/slideLayout" Target="../slideLayouts/slideLayout122.xml" /><Relationship Id="rId6" Type="http://schemas.openxmlformats.org/officeDocument/2006/relationships/slideLayout" Target="../slideLayouts/slideLayout69.xml" /><Relationship Id="rId60" Type="http://schemas.openxmlformats.org/officeDocument/2006/relationships/slideLayout" Target="../slideLayouts/slideLayout123.xml" /><Relationship Id="rId61" Type="http://schemas.openxmlformats.org/officeDocument/2006/relationships/slideLayout" Target="../slideLayouts/slideLayout124.xml" /><Relationship Id="rId62" Type="http://schemas.openxmlformats.org/officeDocument/2006/relationships/slideLayout" Target="../slideLayouts/slideLayout125.xml" /><Relationship Id="rId63" Type="http://schemas.openxmlformats.org/officeDocument/2006/relationships/image" Target="../media/image42.png" /><Relationship Id="rId64" Type="http://schemas.openxmlformats.org/officeDocument/2006/relationships/theme" Target="../theme/theme2.xml" /><Relationship Id="rId7" Type="http://schemas.openxmlformats.org/officeDocument/2006/relationships/slideLayout" Target="../slideLayouts/slideLayout70.xml" /><Relationship Id="rId8" Type="http://schemas.openxmlformats.org/officeDocument/2006/relationships/slideLayout" Target="../slideLayouts/slideLayout71.xml" /><Relationship Id="rId9" Type="http://schemas.openxmlformats.org/officeDocument/2006/relationships/slideLayout" Target="../slideLayouts/slideLayout7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65" name="Google Shape;765;p65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66" name="Google Shape;766;p65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744" r:id="rId34"/>
    <p:sldLayoutId id="2147483745" r:id="rId35"/>
    <p:sldLayoutId id="2147483746" r:id="rId36"/>
    <p:sldLayoutId id="2147483747" r:id="rId37"/>
    <p:sldLayoutId id="2147483748" r:id="rId38"/>
    <p:sldLayoutId id="2147483749" r:id="rId39"/>
    <p:sldLayoutId id="2147483750" r:id="rId40"/>
    <p:sldLayoutId id="2147483751" r:id="rId41"/>
    <p:sldLayoutId id="2147483752" r:id="rId42"/>
    <p:sldLayoutId id="2147483753" r:id="rId43"/>
    <p:sldLayoutId id="2147483754" r:id="rId44"/>
    <p:sldLayoutId id="2147483755" r:id="rId45"/>
    <p:sldLayoutId id="2147483756" r:id="rId46"/>
    <p:sldLayoutId id="2147483757" r:id="rId47"/>
    <p:sldLayoutId id="2147483758" r:id="rId48"/>
    <p:sldLayoutId id="2147483759" r:id="rId49"/>
    <p:sldLayoutId id="2147483760" r:id="rId50"/>
    <p:sldLayoutId id="2147483761" r:id="rId51"/>
    <p:sldLayoutId id="2147483762" r:id="rId52"/>
    <p:sldLayoutId id="2147483763" r:id="rId53"/>
    <p:sldLayoutId id="2147483764" r:id="rId54"/>
    <p:sldLayoutId id="2147483765" r:id="rId55"/>
    <p:sldLayoutId id="2147483766" r:id="rId56"/>
    <p:sldLayoutId id="2147483767" r:id="rId57"/>
    <p:sldLayoutId id="2147483768" r:id="rId58"/>
    <p:sldLayoutId id="2147483769" r:id="rId59"/>
    <p:sldLayoutId id="2147483770" r:id="rId60"/>
    <p:sldLayoutId id="2147483771" r:id="rId61"/>
    <p:sldLayoutId id="2147483772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Relationship Id="rId4" Type="http://schemas.openxmlformats.org/officeDocument/2006/relationships/image" Target="../media/image44.png" /><Relationship Id="rId5" Type="http://schemas.openxmlformats.org/officeDocument/2006/relationships/image" Target="../media/image45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3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6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50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6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1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8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0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8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Relationship Id="rId5" Type="http://schemas.openxmlformats.org/officeDocument/2006/relationships/image" Target="../media/image54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2.png" /><Relationship Id="rId4" Type="http://schemas.openxmlformats.org/officeDocument/2006/relationships/image" Target="../media/image54.png" /><Relationship Id="rId5" Type="http://schemas.openxmlformats.org/officeDocument/2006/relationships/image" Target="../media/image55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2.png" /><Relationship Id="rId4" Type="http://schemas.openxmlformats.org/officeDocument/2006/relationships/image" Target="../media/image55.png" /><Relationship Id="rId5" Type="http://schemas.openxmlformats.org/officeDocument/2006/relationships/image" Target="../media/image56.png" /><Relationship Id="rId6" Type="http://schemas.openxmlformats.org/officeDocument/2006/relationships/image" Target="../media/image57.png" /><Relationship Id="rId7" Type="http://schemas.openxmlformats.org/officeDocument/2006/relationships/image" Target="../media/image54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6.png" /><Relationship Id="rId4" Type="http://schemas.openxmlformats.org/officeDocument/2006/relationships/image" Target="../media/image52.png" /><Relationship Id="rId5" Type="http://schemas.openxmlformats.org/officeDocument/2006/relationships/image" Target="../media/image54.png" /><Relationship Id="rId6" Type="http://schemas.openxmlformats.org/officeDocument/2006/relationships/image" Target="../media/image58.png" /><Relationship Id="rId7" Type="http://schemas.openxmlformats.org/officeDocument/2006/relationships/image" Target="../media/image59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2.png" /><Relationship Id="rId4" Type="http://schemas.openxmlformats.org/officeDocument/2006/relationships/image" Target="../media/image55.png" /><Relationship Id="rId5" Type="http://schemas.openxmlformats.org/officeDocument/2006/relationships/image" Target="../media/image59.png" /><Relationship Id="rId6" Type="http://schemas.openxmlformats.org/officeDocument/2006/relationships/image" Target="../media/image60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6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6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46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1.png" /><Relationship Id="rId4" Type="http://schemas.openxmlformats.org/officeDocument/2006/relationships/image" Target="../media/image62.png" /><Relationship Id="rId5" Type="http://schemas.openxmlformats.org/officeDocument/2006/relationships/image" Target="../media/image4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1.png" /><Relationship Id="rId4" Type="http://schemas.openxmlformats.org/officeDocument/2006/relationships/image" Target="../media/image62.png" /><Relationship Id="rId5" Type="http://schemas.openxmlformats.org/officeDocument/2006/relationships/image" Target="../media/image48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1.png" /><Relationship Id="rId4" Type="http://schemas.openxmlformats.org/officeDocument/2006/relationships/image" Target="../media/image48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61.png" /><Relationship Id="rId4" Type="http://schemas.openxmlformats.org/officeDocument/2006/relationships/image" Target="../media/image62.png" /><Relationship Id="rId5" Type="http://schemas.openxmlformats.org/officeDocument/2006/relationships/image" Target="../media/image48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38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7" name="Shape 1507"/>
        <p:cNvGrpSpPr/>
        <p:nvPr/>
      </p:nvGrpSpPr>
      <p:grpSpPr>
        <a:xfrm>
          <a:off x="0" y="0"/>
          <a:ext cx="0" cy="0"/>
        </a:xfrm>
      </p:grpSpPr>
      <p:sp>
        <p:nvSpPr>
          <p:cNvPr id="1508" name="Google Shape;1508;p12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further securing understanding of the commutative law</a:t>
            </a:r>
            <a:endParaRPr/>
          </a:p>
        </p:txBody>
      </p:sp>
      <p:sp>
        <p:nvSpPr>
          <p:cNvPr id="1509" name="Google Shape;1509;p128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Standard form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1513" name="Shape 1513"/>
        <p:cNvGrpSpPr/>
        <p:nvPr/>
      </p:nvGrpSpPr>
      <p:grpSpPr>
        <a:xfrm>
          <a:off x="0" y="0"/>
          <a:ext cx="0" cy="0"/>
        </a:xfrm>
      </p:grpSpPr>
      <p:sp>
        <p:nvSpPr>
          <p:cNvPr id="1514" name="Google Shape;1514;p129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8" name="Shape 1518"/>
        <p:cNvGrpSpPr/>
        <p:nvPr/>
      </p:nvGrpSpPr>
      <p:grpSpPr>
        <a:xfrm>
          <a:off x="0" y="0"/>
          <a:ext cx="0" cy="0"/>
        </a:xfrm>
      </p:grpSpPr>
      <p:sp>
        <p:nvSpPr>
          <p:cNvPr id="1519" name="Google Shape;1519;p130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state the commutative law and use it to calculate efficiently.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3" name="Shape 1523"/>
        <p:cNvGrpSpPr/>
        <p:nvPr/>
      </p:nvGrpSpPr>
      <p:grpSpPr>
        <a:xfrm>
          <a:off x="0" y="0"/>
          <a:ext cx="0" cy="0"/>
        </a:xfrm>
      </p:grpSpPr>
      <p:pic>
        <p:nvPicPr>
          <p:cNvPr id="1524" name="Google Shape;1524;p131" descr="&lt;math xmlns=&quot;http://www.w3.org/1998/Math/MathML&quot; display=&quot;block&quot; data-is-equatio=&quot;1&quot; data-latex=&quot;10\ \times10\ \times\ 10\ \times\ 10\ \times\ 10\ \times10\ =\ 10^6&quot;&gt;&lt;mn&gt;10&lt;/mn&gt;&lt;mtext&gt;&lt;/mtext&gt;&lt;mo&gt;×&lt;/mo&gt;&lt;mn&gt;10&lt;/mn&gt;&lt;mtext&gt;&lt;/mtext&gt;&lt;mo&gt;×&lt;/mo&gt;&lt;mtext&gt;&lt;/mtext&gt;&lt;mn&gt;10&lt;/mn&gt;&lt;mtext&gt;&lt;/mtext&gt;&lt;mo&gt;×&lt;/mo&gt;&lt;mtext&gt;&lt;/mtext&gt;&lt;mn&gt;10&lt;/mn&gt;&lt;mtext&gt;&lt;/mtext&gt;&lt;mo&gt;×&lt;/mo&gt;&lt;mtext&gt;&lt;/mtext&gt;&lt;mn&gt;10&lt;/mn&gt;&lt;mtext&gt;&lt;/mtext&gt;&lt;mo&gt;×&lt;/mo&gt;&lt;mn&gt;10&lt;/mn&gt;&lt;mtext&gt;&lt;/mtext&gt;&lt;mo&gt;=&lt;/mo&gt;&lt;mtext&gt;&lt;/mtext&gt;&lt;msup&gt;&lt;mn&gt;10&lt;/mn&gt;&lt;mn&gt;6&lt;/mn&gt;&lt;/msup&gt;&lt;/math&gt;" title="10 times 10 times 10 times 10 times 10 times 10 equals 10 to the sixt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150" y="2933575"/>
            <a:ext cx="4999850" cy="26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131"/>
          <p:cNvSpPr txBox="1"/>
          <p:nvPr>
            <p:ph type="subTitle" idx="1"/>
          </p:nvPr>
        </p:nvSpPr>
        <p:spPr>
          <a:xfrm>
            <a:off x="1953550" y="2060400"/>
            <a:ext cx="690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/>
              <a:t>e.g. </a:t>
            </a:r>
            <a:endParaRPr sz="2400" baseline="30000"/>
          </a:p>
        </p:txBody>
      </p:sp>
      <p:pic>
        <p:nvPicPr>
          <p:cNvPr id="1526" name="Google Shape;1526;p131" descr="&lt;math xmlns=&quot;http://www.w3.org/1998/Math/MathML&quot; display=&quot;block&quot; data-is-equatio=&quot;1&quot; data-latex=&quot;=\ 2^3&quot;&gt;&lt;mo&gt;=&lt;/mo&gt;&lt;mtext&gt;&lt;/mtext&gt;&lt;msup&gt;&lt;mn&gt;2&lt;/mn&gt;&lt;mn&gt;3&lt;/mn&gt;&lt;/msup&gt;&lt;/math&gt;" title="equals 2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5550" y="2014200"/>
            <a:ext cx="702456" cy="3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7" name="Google Shape;1527;p131" descr="&lt;math xmlns=&quot;http://www.w3.org/1998/Math/MathML&quot; display=&quot;block&quot; data-is-equatio=&quot;1&quot; data-latex=&quot;2\times2\times2&quot;&gt;&lt;mn&gt;2&lt;/mn&gt;&lt;mo&gt;×&lt;/mo&gt;&lt;mn&gt;2&lt;/mn&gt;&lt;mo&gt;×&lt;/mo&gt;&lt;mn&gt;2&lt;/mn&gt;&lt;/math&gt;" title="2 times 2 time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0150" y="2096950"/>
            <a:ext cx="11906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131"/>
          <p:cNvSpPr txBox="1"/>
          <p:nvPr>
            <p:ph type="subTitle" idx="1"/>
          </p:nvPr>
        </p:nvSpPr>
        <p:spPr>
          <a:xfrm>
            <a:off x="1953550" y="2898600"/>
            <a:ext cx="690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/>
              <a:t>e.g. </a:t>
            </a:r>
            <a:endParaRPr sz="2400" baseline="30000"/>
          </a:p>
        </p:txBody>
      </p:sp>
      <p:sp>
        <p:nvSpPr>
          <p:cNvPr id="1529" name="Google Shape;1529;p131"/>
          <p:cNvSpPr txBox="1"/>
          <p:nvPr>
            <p:ph type="subTitle" idx="1"/>
          </p:nvPr>
        </p:nvSpPr>
        <p:spPr>
          <a:xfrm>
            <a:off x="324000" y="957000"/>
            <a:ext cx="8496000" cy="90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When a number is multiplied by itself multiple times, it can be written more simply in exponential form.</a:t>
            </a:r>
            <a:endParaRPr baseline="300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3" name="Shape 1533"/>
        <p:cNvGrpSpPr/>
        <p:nvPr/>
      </p:nvGrpSpPr>
      <p:grpSpPr>
        <a:xfrm>
          <a:off x="0" y="0"/>
          <a:ext cx="0" cy="0"/>
        </a:xfrm>
      </p:grpSpPr>
      <p:sp>
        <p:nvSpPr>
          <p:cNvPr id="1534" name="Google Shape;1534;p132"/>
          <p:cNvSpPr txBox="1"/>
          <p:nvPr/>
        </p:nvSpPr>
        <p:spPr>
          <a:xfrm>
            <a:off x="960270" y="2464800"/>
            <a:ext cx="13992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132"/>
          <p:cNvSpPr txBox="1"/>
          <p:nvPr/>
        </p:nvSpPr>
        <p:spPr>
          <a:xfrm>
            <a:off x="426876" y="836400"/>
            <a:ext cx="79143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operation is commutative</a:t>
            </a:r>
            <a:r>
              <a:rPr lang="en-GB" sz="22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if the values it is operating on can be written in either order without changing the calculation.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32"/>
          <p:cNvSpPr txBox="1"/>
          <p:nvPr/>
        </p:nvSpPr>
        <p:spPr>
          <a:xfrm>
            <a:off x="807892" y="3004800"/>
            <a:ext cx="15534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+ 4 =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32"/>
          <p:cNvSpPr txBox="1"/>
          <p:nvPr/>
        </p:nvSpPr>
        <p:spPr>
          <a:xfrm>
            <a:off x="1781352" y="3004800"/>
            <a:ext cx="9399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+ 3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132"/>
          <p:cNvSpPr txBox="1"/>
          <p:nvPr/>
        </p:nvSpPr>
        <p:spPr>
          <a:xfrm>
            <a:off x="3703470" y="2464800"/>
            <a:ext cx="13992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132"/>
          <p:cNvSpPr txBox="1"/>
          <p:nvPr/>
        </p:nvSpPr>
        <p:spPr>
          <a:xfrm>
            <a:off x="3551092" y="3004800"/>
            <a:ext cx="15534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7 ✕ 2 =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32"/>
          <p:cNvSpPr txBox="1"/>
          <p:nvPr/>
        </p:nvSpPr>
        <p:spPr>
          <a:xfrm>
            <a:off x="4600752" y="3004800"/>
            <a:ext cx="9399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 ✕ 7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32"/>
          <p:cNvSpPr txBox="1"/>
          <p:nvPr/>
        </p:nvSpPr>
        <p:spPr>
          <a:xfrm>
            <a:off x="6408425" y="2464800"/>
            <a:ext cx="19374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32"/>
          <p:cNvSpPr txBox="1"/>
          <p:nvPr/>
        </p:nvSpPr>
        <p:spPr>
          <a:xfrm>
            <a:off x="6367502" y="3004800"/>
            <a:ext cx="19374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10 − 2 ≠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132"/>
          <p:cNvSpPr txBox="1"/>
          <p:nvPr/>
        </p:nvSpPr>
        <p:spPr>
          <a:xfrm>
            <a:off x="7496352" y="3004800"/>
            <a:ext cx="9399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2 − 10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7" name="Shape 1547"/>
        <p:cNvGrpSpPr/>
        <p:nvPr/>
      </p:nvGrpSpPr>
      <p:grpSpPr>
        <a:xfrm>
          <a:off x="0" y="0"/>
          <a:ext cx="0" cy="0"/>
        </a:xfrm>
      </p:grpSpPr>
      <p:sp>
        <p:nvSpPr>
          <p:cNvPr id="1548" name="Google Shape;1548;p133"/>
          <p:cNvSpPr txBox="1"/>
          <p:nvPr>
            <p:ph type="subTitle" idx="1"/>
          </p:nvPr>
        </p:nvSpPr>
        <p:spPr>
          <a:xfrm>
            <a:off x="306950" y="1065000"/>
            <a:ext cx="7767300" cy="109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A prime number is an integer greater than one with exactly 2 factors. All integers greater than 1 are either composite or prime. </a:t>
            </a:r>
            <a:endParaRPr b="0"/>
          </a:p>
        </p:txBody>
      </p:sp>
      <p:sp>
        <p:nvSpPr>
          <p:cNvPr id="1549" name="Google Shape;1549;p133"/>
          <p:cNvSpPr txBox="1"/>
          <p:nvPr>
            <p:ph type="subTitle" idx="1"/>
          </p:nvPr>
        </p:nvSpPr>
        <p:spPr>
          <a:xfrm>
            <a:off x="306950" y="3884400"/>
            <a:ext cx="7767300" cy="8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Prime factorisation is a method to find the prime factors of a given integer. </a:t>
            </a:r>
            <a:endParaRPr b="0"/>
          </a:p>
        </p:txBody>
      </p:sp>
      <p:sp>
        <p:nvSpPr>
          <p:cNvPr id="1550" name="Google Shape;1550;p133"/>
          <p:cNvSpPr txBox="1"/>
          <p:nvPr>
            <p:ph type="subTitle" idx="1"/>
          </p:nvPr>
        </p:nvSpPr>
        <p:spPr>
          <a:xfrm>
            <a:off x="306950" y="2618100"/>
            <a:ext cx="7767300" cy="8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Prime factors are the factors of a number that are, themselves, prime. </a:t>
            </a:r>
            <a:endParaRPr b="0"/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4" name="Shape 1554"/>
        <p:cNvGrpSpPr/>
        <p:nvPr/>
      </p:nvGrpSpPr>
      <p:grpSpPr>
        <a:xfrm>
          <a:off x="0" y="0"/>
          <a:ext cx="0" cy="0"/>
        </a:xfrm>
      </p:grpSpPr>
      <p:sp>
        <p:nvSpPr>
          <p:cNvPr id="1555" name="Google Shape;1555;p13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556" name="Google Shape;1556;p134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557" name="Google Shape;1557;p134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further securing understanding of the commutative law</a:t>
            </a:r>
            <a:endParaRPr/>
          </a:p>
        </p:txBody>
      </p:sp>
      <p:pic>
        <p:nvPicPr>
          <p:cNvPr id="1558" name="Google Shape;1558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0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2" name="Shape 1562"/>
        <p:cNvGrpSpPr/>
        <p:nvPr/>
      </p:nvGrpSpPr>
      <p:grpSpPr>
        <a:xfrm>
          <a:off x="0" y="0"/>
          <a:ext cx="0" cy="0"/>
        </a:xfrm>
      </p:grpSpPr>
      <p:sp>
        <p:nvSpPr>
          <p:cNvPr id="1563" name="Google Shape;1563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564" name="Google Shape;1564;p13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Sofia and Alex have been practising writing numbers as a unique product of their prime factors.</a:t>
            </a:r>
            <a:endParaRPr/>
          </a:p>
        </p:txBody>
      </p:sp>
      <p:pic>
        <p:nvPicPr>
          <p:cNvPr id="1565" name="Google Shape;1565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875" y="2811575"/>
            <a:ext cx="1209576" cy="140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35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4891150" y="1999950"/>
            <a:ext cx="2568049" cy="17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200" y="3012175"/>
            <a:ext cx="1077399" cy="120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35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411275" y="1606800"/>
            <a:ext cx="2980076" cy="18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135"/>
          <p:cNvSpPr txBox="1"/>
          <p:nvPr/>
        </p:nvSpPr>
        <p:spPr>
          <a:xfrm>
            <a:off x="1603150" y="1606875"/>
            <a:ext cx="27168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600 written as a product of its prime factors is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2 × 2 × 3 × 5 × 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135"/>
          <p:cNvSpPr txBox="1"/>
          <p:nvPr/>
        </p:nvSpPr>
        <p:spPr>
          <a:xfrm>
            <a:off x="4891150" y="1999950"/>
            <a:ext cx="26028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600 written as a product of its prime factors is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135"/>
          <p:cNvSpPr txBox="1"/>
          <p:nvPr>
            <p:ph type="body" idx="1"/>
          </p:nvPr>
        </p:nvSpPr>
        <p:spPr>
          <a:xfrm>
            <a:off x="1848175" y="3594957"/>
            <a:ext cx="18822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Who is right?</a:t>
            </a:r>
            <a:endParaRPr/>
          </a:p>
        </p:txBody>
      </p:sp>
      <p:sp>
        <p:nvSpPr>
          <p:cNvPr id="1572" name="Google Shape;1572;p135"/>
          <p:cNvSpPr txBox="1"/>
          <p:nvPr>
            <p:ph type="body" idx="1"/>
          </p:nvPr>
        </p:nvSpPr>
        <p:spPr>
          <a:xfrm>
            <a:off x="645950" y="4288975"/>
            <a:ext cx="7383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Sofia</a:t>
            </a:r>
            <a:endParaRPr/>
          </a:p>
        </p:txBody>
      </p:sp>
      <p:sp>
        <p:nvSpPr>
          <p:cNvPr id="1573" name="Google Shape;1573;p135"/>
          <p:cNvSpPr txBox="1"/>
          <p:nvPr>
            <p:ph type="body" idx="1"/>
          </p:nvPr>
        </p:nvSpPr>
        <p:spPr>
          <a:xfrm>
            <a:off x="7612350" y="4320000"/>
            <a:ext cx="7383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Alex</a:t>
            </a:r>
            <a:endParaRPr/>
          </a:p>
        </p:txBody>
      </p:sp>
      <p:sp>
        <p:nvSpPr>
          <p:cNvPr id="1574" name="Google Shape;1574;p135"/>
          <p:cNvSpPr txBox="1"/>
          <p:nvPr/>
        </p:nvSpPr>
        <p:spPr>
          <a:xfrm>
            <a:off x="1848175" y="3968200"/>
            <a:ext cx="5308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They are both right.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Alex has written his using index notation.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8" name="Shape 1578"/>
        <p:cNvGrpSpPr/>
        <p:nvPr/>
      </p:nvGrpSpPr>
      <p:grpSpPr>
        <a:xfrm>
          <a:off x="0" y="0"/>
          <a:ext cx="0" cy="0"/>
        </a:xfrm>
      </p:grpSpPr>
      <p:sp>
        <p:nvSpPr>
          <p:cNvPr id="1579" name="Google Shape;1579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580" name="Google Shape;1580;p136"/>
          <p:cNvSpPr/>
          <p:nvPr/>
        </p:nvSpPr>
        <p:spPr>
          <a:xfrm>
            <a:off x="1430808" y="1744300"/>
            <a:ext cx="6292200" cy="2873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81" name="Google Shape;1581;p136"/>
          <p:cNvSpPr txBox="1"/>
          <p:nvPr/>
        </p:nvSpPr>
        <p:spPr>
          <a:xfrm>
            <a:off x="1633538" y="3792550"/>
            <a:ext cx="18276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base is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2" name="Google Shape;1582;p136"/>
          <p:cNvCxnSpPr/>
          <p:nvPr/>
        </p:nvCxnSpPr>
        <p:spPr>
          <a:xfrm flipH="1">
            <a:off x="4237488" y="2234150"/>
            <a:ext cx="261300" cy="620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3" name="Google Shape;1583;p136"/>
          <p:cNvSpPr txBox="1"/>
          <p:nvPr/>
        </p:nvSpPr>
        <p:spPr>
          <a:xfrm>
            <a:off x="3813463" y="1794075"/>
            <a:ext cx="24324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exponent is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4" name="Google Shape;1584;p136"/>
          <p:cNvCxnSpPr/>
          <p:nvPr/>
        </p:nvCxnSpPr>
        <p:spPr>
          <a:xfrm rot="10800000" flipH="1">
            <a:off x="3269688" y="3540650"/>
            <a:ext cx="445800" cy="5337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5" name="Google Shape;1585;p136"/>
          <p:cNvSpPr txBox="1"/>
          <p:nvPr/>
        </p:nvSpPr>
        <p:spPr>
          <a:xfrm>
            <a:off x="342050" y="774300"/>
            <a:ext cx="8432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Index notation is when we write a repeated multiplication using a base and exponent.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6" name="Google Shape;1586;p136" descr="&lt;math xmlns=&quot;http://www.w3.org/1998/Math/MathML&quot; display=&quot;block&quot; data-is-equatio=&quot;1&quot; data-latex=&quot;7^4&quot;&gt;&lt;msup&gt;&lt;mn&gt;7&lt;/mn&gt;&lt;mn&gt;4&lt;/mn&gt;&lt;/msup&gt;&lt;/math&gt;" title="7 to the fourt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1688" y="2969150"/>
            <a:ext cx="4572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36"/>
          <p:cNvSpPr txBox="1"/>
          <p:nvPr/>
        </p:nvSpPr>
        <p:spPr>
          <a:xfrm>
            <a:off x="5733325" y="3643900"/>
            <a:ext cx="32667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means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6"/>
          <p:cNvSpPr txBox="1"/>
          <p:nvPr/>
        </p:nvSpPr>
        <p:spPr>
          <a:xfrm>
            <a:off x="5733325" y="3983650"/>
            <a:ext cx="30414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7 ✕ 7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✕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✕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2" name="Shape 1592"/>
        <p:cNvGrpSpPr/>
        <p:nvPr/>
      </p:nvGrpSpPr>
      <p:grpSpPr>
        <a:xfrm>
          <a:off x="0" y="0"/>
          <a:ext cx="0" cy="0"/>
        </a:xfrm>
      </p:grpSpPr>
      <p:sp>
        <p:nvSpPr>
          <p:cNvPr id="1593" name="Google Shape;1593;p1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594" name="Google Shape;1594;p1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lang="en-GB" baseline="30000"/>
              <a:t>2</a:t>
            </a:r>
            <a:r>
              <a:rPr lang="en-GB"/>
              <a:t> × 3</a:t>
            </a:r>
            <a:r>
              <a:rPr lang="en-GB" baseline="30000"/>
              <a:t>3</a:t>
            </a:r>
            <a:r>
              <a:rPr lang="en-GB"/>
              <a:t> × 35</a:t>
            </a:r>
            <a:endParaRPr/>
          </a:p>
        </p:txBody>
      </p:sp>
      <p:sp>
        <p:nvSpPr>
          <p:cNvPr id="1595" name="Google Shape;1595;p1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 following shows 2 × 2 × 3 × 3 × 3 × 5 × 7 written correctly using index notation?</a:t>
            </a:r>
            <a:endParaRPr/>
          </a:p>
        </p:txBody>
      </p:sp>
      <p:sp>
        <p:nvSpPr>
          <p:cNvPr id="1596" name="Google Shape;1596;p1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lang="en-GB" baseline="30000"/>
              <a:t>3</a:t>
            </a:r>
            <a:r>
              <a:rPr lang="en-GB"/>
              <a:t> × 3</a:t>
            </a:r>
            <a:r>
              <a:rPr lang="en-GB" baseline="30000"/>
              <a:t>3</a:t>
            </a:r>
            <a:r>
              <a:rPr lang="en-GB"/>
              <a:t> × 5 × 7</a:t>
            </a:r>
            <a:endParaRPr/>
          </a:p>
        </p:txBody>
      </p:sp>
      <p:sp>
        <p:nvSpPr>
          <p:cNvPr id="1597" name="Google Shape;1597;p1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</a:t>
            </a:r>
            <a:r>
              <a:rPr lang="en-GB" baseline="30000"/>
              <a:t>2</a:t>
            </a:r>
            <a:r>
              <a:rPr lang="en-GB"/>
              <a:t> × 3</a:t>
            </a:r>
            <a:r>
              <a:rPr lang="en-GB" baseline="30000"/>
              <a:t>3</a:t>
            </a:r>
            <a:r>
              <a:rPr lang="en-GB"/>
              <a:t> × 5 × 7</a:t>
            </a:r>
            <a:endParaRPr/>
          </a:p>
        </p:txBody>
      </p:sp>
      <p:sp>
        <p:nvSpPr>
          <p:cNvPr id="1598" name="Google Shape;1598;p1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1599" name="Google Shape;1599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208" y="3719719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3" name="Shape 1603"/>
        <p:cNvGrpSpPr/>
        <p:nvPr/>
      </p:nvGrpSpPr>
      <p:grpSpPr>
        <a:xfrm>
          <a:off x="0" y="0"/>
          <a:ext cx="0" cy="0"/>
        </a:xfrm>
      </p:grpSpPr>
      <p:sp>
        <p:nvSpPr>
          <p:cNvPr id="1604" name="Google Shape;1604;p138"/>
          <p:cNvSpPr txBox="1"/>
          <p:nvPr>
            <p:ph type="body" idx="1"/>
          </p:nvPr>
        </p:nvSpPr>
        <p:spPr>
          <a:xfrm>
            <a:off x="1695600" y="2055225"/>
            <a:ext cx="2002800" cy="18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2 × 63 × 2 × 5</a:t>
            </a:r>
            <a:endParaRPr/>
          </a:p>
        </p:txBody>
      </p:sp>
      <p:sp>
        <p:nvSpPr>
          <p:cNvPr id="1605" name="Google Shape;1605;p138"/>
          <p:cNvSpPr txBox="1"/>
          <p:nvPr>
            <p:ph type="body" idx="1"/>
          </p:nvPr>
        </p:nvSpPr>
        <p:spPr>
          <a:xfrm>
            <a:off x="1684300" y="2641833"/>
            <a:ext cx="2233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2 × 7 × 9 × 2 × 5</a:t>
            </a:r>
            <a:endParaRPr/>
          </a:p>
        </p:txBody>
      </p:sp>
      <p:sp>
        <p:nvSpPr>
          <p:cNvPr id="1606" name="Google Shape;1606;p138"/>
          <p:cNvSpPr/>
          <p:nvPr/>
        </p:nvSpPr>
        <p:spPr>
          <a:xfrm>
            <a:off x="2323149" y="2630717"/>
            <a:ext cx="6879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07" name="Google Shape;1607;p138"/>
          <p:cNvSpPr/>
          <p:nvPr/>
        </p:nvSpPr>
        <p:spPr>
          <a:xfrm>
            <a:off x="2932799" y="2029275"/>
            <a:ext cx="6543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08" name="Google Shape;1608;p138"/>
          <p:cNvSpPr txBox="1"/>
          <p:nvPr>
            <p:ph type="body" idx="1"/>
          </p:nvPr>
        </p:nvSpPr>
        <p:spPr>
          <a:xfrm>
            <a:off x="324000" y="1140300"/>
            <a:ext cx="82377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Write 1260 as a product of prime factors </a:t>
            </a:r>
            <a:endParaRPr/>
          </a:p>
        </p:txBody>
      </p:sp>
      <p:sp>
        <p:nvSpPr>
          <p:cNvPr id="1609" name="Google Shape;1609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610" name="Google Shape;1610;p138"/>
          <p:cNvSpPr txBox="1"/>
          <p:nvPr>
            <p:ph type="body" idx="1"/>
          </p:nvPr>
        </p:nvSpPr>
        <p:spPr>
          <a:xfrm>
            <a:off x="977888" y="1626600"/>
            <a:ext cx="715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1260</a:t>
            </a:r>
            <a:endParaRPr/>
          </a:p>
        </p:txBody>
      </p:sp>
      <p:sp>
        <p:nvSpPr>
          <p:cNvPr id="1611" name="Google Shape;1611;p138"/>
          <p:cNvSpPr txBox="1"/>
          <p:nvPr>
            <p:ph type="body" idx="1"/>
          </p:nvPr>
        </p:nvSpPr>
        <p:spPr>
          <a:xfrm>
            <a:off x="1684301" y="1626600"/>
            <a:ext cx="1326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126 × 10</a:t>
            </a:r>
            <a:endParaRPr/>
          </a:p>
        </p:txBody>
      </p:sp>
      <p:sp>
        <p:nvSpPr>
          <p:cNvPr id="1612" name="Google Shape;1612;p138"/>
          <p:cNvSpPr/>
          <p:nvPr/>
        </p:nvSpPr>
        <p:spPr>
          <a:xfrm>
            <a:off x="1909718" y="2050425"/>
            <a:ext cx="7905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3" name="Google Shape;1613;p138"/>
          <p:cNvSpPr/>
          <p:nvPr/>
        </p:nvSpPr>
        <p:spPr>
          <a:xfrm>
            <a:off x="1909737" y="1605450"/>
            <a:ext cx="4992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4" name="Google Shape;1614;p138"/>
          <p:cNvSpPr/>
          <p:nvPr/>
        </p:nvSpPr>
        <p:spPr>
          <a:xfrm>
            <a:off x="2637603" y="1605450"/>
            <a:ext cx="3735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5" name="Google Shape;1615;p138"/>
          <p:cNvSpPr/>
          <p:nvPr/>
        </p:nvSpPr>
        <p:spPr>
          <a:xfrm>
            <a:off x="2902050" y="1993040"/>
            <a:ext cx="715800" cy="46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6" name="Google Shape;1616;p138"/>
          <p:cNvSpPr/>
          <p:nvPr/>
        </p:nvSpPr>
        <p:spPr>
          <a:xfrm>
            <a:off x="2326728" y="2051550"/>
            <a:ext cx="3735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7" name="Google Shape;1617;p138"/>
          <p:cNvSpPr txBox="1"/>
          <p:nvPr>
            <p:ph type="body" idx="1"/>
          </p:nvPr>
        </p:nvSpPr>
        <p:spPr>
          <a:xfrm>
            <a:off x="1684300" y="3078050"/>
            <a:ext cx="2635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2 × 7 × 3 × 3 × 2 × 5</a:t>
            </a:r>
            <a:endParaRPr/>
          </a:p>
        </p:txBody>
      </p:sp>
      <p:sp>
        <p:nvSpPr>
          <p:cNvPr id="1618" name="Google Shape;1618;p138"/>
          <p:cNvSpPr/>
          <p:nvPr/>
        </p:nvSpPr>
        <p:spPr>
          <a:xfrm>
            <a:off x="1841566" y="2015316"/>
            <a:ext cx="887100" cy="46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9" name="Google Shape;1619;p138"/>
          <p:cNvSpPr/>
          <p:nvPr/>
        </p:nvSpPr>
        <p:spPr>
          <a:xfrm>
            <a:off x="2783401" y="2634398"/>
            <a:ext cx="2277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20" name="Google Shape;1620;p138"/>
          <p:cNvSpPr/>
          <p:nvPr/>
        </p:nvSpPr>
        <p:spPr>
          <a:xfrm>
            <a:off x="2746499" y="3389250"/>
            <a:ext cx="311100" cy="46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21" name="Google Shape;1621;p138"/>
          <p:cNvSpPr/>
          <p:nvPr/>
        </p:nvSpPr>
        <p:spPr>
          <a:xfrm>
            <a:off x="2309197" y="2547648"/>
            <a:ext cx="715800" cy="46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22" name="Google Shape;1622;p138"/>
          <p:cNvSpPr/>
          <p:nvPr/>
        </p:nvSpPr>
        <p:spPr>
          <a:xfrm>
            <a:off x="2783400" y="3046400"/>
            <a:ext cx="6543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23" name="Google Shape;1623;p138"/>
          <p:cNvSpPr/>
          <p:nvPr/>
        </p:nvSpPr>
        <p:spPr>
          <a:xfrm>
            <a:off x="2752647" y="3008250"/>
            <a:ext cx="715800" cy="46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24" name="Google Shape;1624;p138"/>
          <p:cNvSpPr txBox="1"/>
          <p:nvPr>
            <p:ph type="body" idx="1"/>
          </p:nvPr>
        </p:nvSpPr>
        <p:spPr>
          <a:xfrm>
            <a:off x="1684300" y="3493275"/>
            <a:ext cx="3266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2 × 2 × 3 × 3 × 5 × 7</a:t>
            </a:r>
            <a:endParaRPr/>
          </a:p>
        </p:txBody>
      </p:sp>
      <p:sp>
        <p:nvSpPr>
          <p:cNvPr id="1625" name="Google Shape;1625;p138"/>
          <p:cNvSpPr txBox="1"/>
          <p:nvPr>
            <p:ph type="body" idx="1"/>
          </p:nvPr>
        </p:nvSpPr>
        <p:spPr>
          <a:xfrm>
            <a:off x="1684300" y="4026675"/>
            <a:ext cx="3266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2</a:t>
            </a:r>
            <a:r>
              <a:rPr lang="en-GB" baseline="30000"/>
              <a:t>2</a:t>
            </a:r>
            <a:r>
              <a:rPr lang="en-GB"/>
              <a:t> × 3</a:t>
            </a:r>
            <a:r>
              <a:rPr lang="en-GB" baseline="30000"/>
              <a:t>2</a:t>
            </a:r>
            <a:r>
              <a:rPr lang="en-GB"/>
              <a:t> × 5 × 7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9" name="Shape 1629"/>
        <p:cNvGrpSpPr/>
        <p:nvPr/>
      </p:nvGrpSpPr>
      <p:grpSpPr>
        <a:xfrm>
          <a:off x="0" y="0"/>
          <a:ext cx="0" cy="0"/>
        </a:xfrm>
      </p:grpSpPr>
      <p:sp>
        <p:nvSpPr>
          <p:cNvPr id="1630" name="Google Shape;1630;p13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631" name="Google Shape;1631;p13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Write 250 as a product of its prime factors.</a:t>
            </a:r>
            <a:endParaRPr/>
          </a:p>
        </p:txBody>
      </p:sp>
      <p:sp>
        <p:nvSpPr>
          <p:cNvPr id="1632" name="Google Shape;1632;p139"/>
          <p:cNvSpPr txBox="1"/>
          <p:nvPr>
            <p:ph type="subTitle" idx="2"/>
          </p:nvPr>
        </p:nvSpPr>
        <p:spPr>
          <a:xfrm>
            <a:off x="4824000" y="810000"/>
            <a:ext cx="3982200" cy="6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Write 360 as a product of its prime factors. </a:t>
            </a:r>
            <a:endParaRPr/>
          </a:p>
        </p:txBody>
      </p:sp>
      <p:sp>
        <p:nvSpPr>
          <p:cNvPr id="1633" name="Google Shape;1633;p139"/>
          <p:cNvSpPr txBox="1"/>
          <p:nvPr>
            <p:ph type="body" idx="4294967295"/>
          </p:nvPr>
        </p:nvSpPr>
        <p:spPr>
          <a:xfrm>
            <a:off x="5033463" y="2160000"/>
            <a:ext cx="481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360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4" name="Google Shape;1634;p139"/>
          <p:cNvSpPr txBox="1"/>
          <p:nvPr>
            <p:ph type="body" idx="4294967295"/>
          </p:nvPr>
        </p:nvSpPr>
        <p:spPr>
          <a:xfrm>
            <a:off x="5594104" y="2160000"/>
            <a:ext cx="1328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36 × 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5" name="Google Shape;1635;p139"/>
          <p:cNvSpPr txBox="1"/>
          <p:nvPr>
            <p:ph type="body" idx="4294967295"/>
          </p:nvPr>
        </p:nvSpPr>
        <p:spPr>
          <a:xfrm>
            <a:off x="5594100" y="3349650"/>
            <a:ext cx="3430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2 × 3 × 2 × 3 × 2 × 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6" name="Google Shape;1636;p139"/>
          <p:cNvSpPr txBox="1"/>
          <p:nvPr>
            <p:ph type="body" idx="4294967295"/>
          </p:nvPr>
        </p:nvSpPr>
        <p:spPr>
          <a:xfrm>
            <a:off x="5594100" y="2754825"/>
            <a:ext cx="2358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6 × 6 × 2 × 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7" name="Google Shape;1637;p139"/>
          <p:cNvSpPr txBox="1"/>
          <p:nvPr>
            <p:ph type="body" idx="4294967295"/>
          </p:nvPr>
        </p:nvSpPr>
        <p:spPr>
          <a:xfrm>
            <a:off x="1083950" y="2160000"/>
            <a:ext cx="481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250 </a:t>
            </a:r>
            <a:endParaRPr/>
          </a:p>
        </p:txBody>
      </p:sp>
      <p:sp>
        <p:nvSpPr>
          <p:cNvPr id="1638" name="Google Shape;1638;p139"/>
          <p:cNvSpPr txBox="1"/>
          <p:nvPr>
            <p:ph type="body" idx="4294967295"/>
          </p:nvPr>
        </p:nvSpPr>
        <p:spPr>
          <a:xfrm>
            <a:off x="1644588" y="2160000"/>
            <a:ext cx="1589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25 × 10</a:t>
            </a:r>
            <a:endParaRPr/>
          </a:p>
        </p:txBody>
      </p:sp>
      <p:sp>
        <p:nvSpPr>
          <p:cNvPr id="1639" name="Google Shape;1639;p139"/>
          <p:cNvSpPr txBox="1"/>
          <p:nvPr>
            <p:ph type="body" idx="4294967295"/>
          </p:nvPr>
        </p:nvSpPr>
        <p:spPr>
          <a:xfrm>
            <a:off x="1644588" y="2754825"/>
            <a:ext cx="1929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5 × 5 × 2 × 5</a:t>
            </a:r>
            <a:endParaRPr/>
          </a:p>
        </p:txBody>
      </p:sp>
      <p:sp>
        <p:nvSpPr>
          <p:cNvPr id="1640" name="Google Shape;1640;p139"/>
          <p:cNvSpPr txBox="1"/>
          <p:nvPr>
            <p:ph type="body" idx="4294967295"/>
          </p:nvPr>
        </p:nvSpPr>
        <p:spPr>
          <a:xfrm>
            <a:off x="1644588" y="3349650"/>
            <a:ext cx="1929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2 × 5</a:t>
            </a:r>
            <a:r>
              <a:rPr lang="en-GB" baseline="30000"/>
              <a:t>3</a:t>
            </a:r>
            <a:endParaRPr baseline="30000"/>
          </a:p>
        </p:txBody>
      </p:sp>
      <p:sp>
        <p:nvSpPr>
          <p:cNvPr id="1641" name="Google Shape;1641;p139"/>
          <p:cNvSpPr/>
          <p:nvPr/>
        </p:nvSpPr>
        <p:spPr>
          <a:xfrm>
            <a:off x="1844695" y="2134065"/>
            <a:ext cx="3708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2" name="Google Shape;1642;p139"/>
          <p:cNvSpPr/>
          <p:nvPr/>
        </p:nvSpPr>
        <p:spPr>
          <a:xfrm>
            <a:off x="1866105" y="2718025"/>
            <a:ext cx="6642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3" name="Google Shape;1643;p139"/>
          <p:cNvSpPr/>
          <p:nvPr/>
        </p:nvSpPr>
        <p:spPr>
          <a:xfrm>
            <a:off x="1843025" y="2645075"/>
            <a:ext cx="701400" cy="50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4" name="Google Shape;1644;p139"/>
          <p:cNvSpPr/>
          <p:nvPr/>
        </p:nvSpPr>
        <p:spPr>
          <a:xfrm>
            <a:off x="2439296" y="2148080"/>
            <a:ext cx="3708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5" name="Google Shape;1645;p139"/>
          <p:cNvSpPr/>
          <p:nvPr/>
        </p:nvSpPr>
        <p:spPr>
          <a:xfrm>
            <a:off x="2737598" y="2752175"/>
            <a:ext cx="804600" cy="36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6" name="Google Shape;1646;p139"/>
          <p:cNvSpPr/>
          <p:nvPr/>
        </p:nvSpPr>
        <p:spPr>
          <a:xfrm>
            <a:off x="2577275" y="2721275"/>
            <a:ext cx="1002000" cy="42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7" name="Google Shape;1647;p139"/>
          <p:cNvSpPr txBox="1"/>
          <p:nvPr>
            <p:ph type="body" idx="4294967295"/>
          </p:nvPr>
        </p:nvSpPr>
        <p:spPr>
          <a:xfrm>
            <a:off x="5615650" y="3859862"/>
            <a:ext cx="3430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1" name="Shape 1651"/>
        <p:cNvGrpSpPr/>
        <p:nvPr/>
      </p:nvGrpSpPr>
      <p:grpSpPr>
        <a:xfrm>
          <a:off x="0" y="0"/>
          <a:ext cx="0" cy="0"/>
        </a:xfrm>
      </p:grpSpPr>
      <p:sp>
        <p:nvSpPr>
          <p:cNvPr id="1652" name="Google Shape;1652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653" name="Google Shape;1653;p14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360 = 2</a:t>
            </a:r>
            <a:r>
              <a:rPr lang="en-GB" baseline="30000"/>
              <a:t>3</a:t>
            </a:r>
            <a:r>
              <a:rPr lang="en-GB"/>
              <a:t> × 3</a:t>
            </a:r>
            <a:r>
              <a:rPr lang="en-GB" baseline="30000"/>
              <a:t>2</a:t>
            </a:r>
            <a:r>
              <a:rPr lang="en-GB"/>
              <a:t> × 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654" name="Google Shape;1654;p140"/>
          <p:cNvSpPr txBox="1"/>
          <p:nvPr/>
        </p:nvSpPr>
        <p:spPr>
          <a:xfrm>
            <a:off x="705000" y="2852400"/>
            <a:ext cx="515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720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140"/>
          <p:cNvSpPr txBox="1"/>
          <p:nvPr/>
        </p:nvSpPr>
        <p:spPr>
          <a:xfrm>
            <a:off x="1444700" y="2852400"/>
            <a:ext cx="117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360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40"/>
          <p:cNvSpPr txBox="1"/>
          <p:nvPr/>
        </p:nvSpPr>
        <p:spPr>
          <a:xfrm>
            <a:off x="1444700" y="3392400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140"/>
          <p:cNvSpPr txBox="1"/>
          <p:nvPr/>
        </p:nvSpPr>
        <p:spPr>
          <a:xfrm>
            <a:off x="4567800" y="2852400"/>
            <a:ext cx="8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3600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140"/>
          <p:cNvSpPr txBox="1"/>
          <p:nvPr/>
        </p:nvSpPr>
        <p:spPr>
          <a:xfrm>
            <a:off x="5383700" y="2852400"/>
            <a:ext cx="1381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360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40"/>
          <p:cNvSpPr txBox="1"/>
          <p:nvPr/>
        </p:nvSpPr>
        <p:spPr>
          <a:xfrm>
            <a:off x="5383700" y="3392400"/>
            <a:ext cx="148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40"/>
          <p:cNvSpPr txBox="1"/>
          <p:nvPr/>
        </p:nvSpPr>
        <p:spPr>
          <a:xfrm>
            <a:off x="5383700" y="3872950"/>
            <a:ext cx="163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140"/>
          <p:cNvSpPr txBox="1"/>
          <p:nvPr/>
        </p:nvSpPr>
        <p:spPr>
          <a:xfrm>
            <a:off x="324000" y="1419750"/>
            <a:ext cx="8496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can use this to write other numbers as a product of their prime factors without repeating the process from the beginning.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40"/>
          <p:cNvSpPr txBox="1"/>
          <p:nvPr/>
        </p:nvSpPr>
        <p:spPr>
          <a:xfrm>
            <a:off x="2975494" y="3392400"/>
            <a:ext cx="417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40"/>
          <p:cNvSpPr txBox="1"/>
          <p:nvPr/>
        </p:nvSpPr>
        <p:spPr>
          <a:xfrm>
            <a:off x="1444700" y="3872950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40"/>
          <p:cNvSpPr txBox="1"/>
          <p:nvPr/>
        </p:nvSpPr>
        <p:spPr>
          <a:xfrm>
            <a:off x="6905398" y="3392400"/>
            <a:ext cx="1031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5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40"/>
          <p:cNvSpPr/>
          <p:nvPr/>
        </p:nvSpPr>
        <p:spPr>
          <a:xfrm>
            <a:off x="1637275" y="2950175"/>
            <a:ext cx="5559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66" name="Google Shape;1666;p140"/>
          <p:cNvSpPr/>
          <p:nvPr/>
        </p:nvSpPr>
        <p:spPr>
          <a:xfrm>
            <a:off x="1637275" y="3487950"/>
            <a:ext cx="13053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70" name="Shape 1670"/>
        <p:cNvGrpSpPr/>
        <p:nvPr/>
      </p:nvGrpSpPr>
      <p:grpSpPr>
        <a:xfrm>
          <a:off x="0" y="0"/>
          <a:ext cx="0" cy="0"/>
        </a:xfrm>
      </p:grpSpPr>
      <p:sp>
        <p:nvSpPr>
          <p:cNvPr id="1671" name="Google Shape;1671;p1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2400</a:t>
            </a:r>
            <a:endParaRPr/>
          </a:p>
        </p:txBody>
      </p:sp>
      <p:sp>
        <p:nvSpPr>
          <p:cNvPr id="1672" name="Google Shape;1672;p1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673" name="Google Shape;1673;p1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</a:t>
            </a:r>
            <a:r>
              <a:rPr lang="en-GB">
                <a:solidFill>
                  <a:schemeClr val="accent4"/>
                </a:solidFill>
              </a:rPr>
              <a:t>three</a:t>
            </a:r>
            <a:r>
              <a:rPr lang="en-GB"/>
              <a:t> numbers can be found more easily using 120 written as a product of its prime factors?</a:t>
            </a:r>
            <a:endParaRPr/>
          </a:p>
        </p:txBody>
      </p:sp>
      <p:sp>
        <p:nvSpPr>
          <p:cNvPr id="1674" name="Google Shape;1674;p1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480</a:t>
            </a:r>
            <a:endParaRPr/>
          </a:p>
        </p:txBody>
      </p:sp>
      <p:sp>
        <p:nvSpPr>
          <p:cNvPr id="1675" name="Google Shape;1675;p1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90</a:t>
            </a:r>
            <a:endParaRPr/>
          </a:p>
        </p:txBody>
      </p:sp>
      <p:sp>
        <p:nvSpPr>
          <p:cNvPr id="1676" name="Google Shape;1676;p1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360</a:t>
            </a:r>
            <a:endParaRPr/>
          </a:p>
        </p:txBody>
      </p:sp>
      <p:pic>
        <p:nvPicPr>
          <p:cNvPr id="1677" name="Google Shape;1677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458" y="161999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458" y="2457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458" y="4110444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3" name="Shape 1683"/>
        <p:cNvGrpSpPr/>
        <p:nvPr/>
      </p:nvGrpSpPr>
      <p:grpSpPr>
        <a:xfrm>
          <a:off x="0" y="0"/>
          <a:ext cx="0" cy="0"/>
        </a:xfrm>
      </p:grpSpPr>
      <p:sp>
        <p:nvSpPr>
          <p:cNvPr id="1684" name="Google Shape;1684;p142"/>
          <p:cNvSpPr/>
          <p:nvPr/>
        </p:nvSpPr>
        <p:spPr>
          <a:xfrm>
            <a:off x="2961973" y="2466600"/>
            <a:ext cx="5559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85" name="Google Shape;1685;p142"/>
          <p:cNvSpPr/>
          <p:nvPr/>
        </p:nvSpPr>
        <p:spPr>
          <a:xfrm>
            <a:off x="1637275" y="2468042"/>
            <a:ext cx="13053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86" name="Google Shape;1686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687" name="Google Shape;1687;p142"/>
          <p:cNvSpPr txBox="1"/>
          <p:nvPr>
            <p:ph type="body" idx="1"/>
          </p:nvPr>
        </p:nvSpPr>
        <p:spPr>
          <a:xfrm>
            <a:off x="324000" y="759300"/>
            <a:ext cx="8237700" cy="92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Let’s try a couple more: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450 = 2 × 3</a:t>
            </a:r>
            <a:r>
              <a:rPr lang="en-GB" baseline="30000"/>
              <a:t>2</a:t>
            </a:r>
            <a:r>
              <a:rPr lang="en-GB"/>
              <a:t> × 5</a:t>
            </a:r>
            <a:r>
              <a:rPr lang="en-GB" baseline="30000"/>
              <a:t>2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688" name="Google Shape;1688;p142"/>
          <p:cNvSpPr txBox="1"/>
          <p:nvPr/>
        </p:nvSpPr>
        <p:spPr>
          <a:xfrm>
            <a:off x="628800" y="1861800"/>
            <a:ext cx="70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1800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42"/>
          <p:cNvSpPr txBox="1"/>
          <p:nvPr/>
        </p:nvSpPr>
        <p:spPr>
          <a:xfrm>
            <a:off x="1444700" y="1861800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450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42"/>
          <p:cNvSpPr txBox="1"/>
          <p:nvPr/>
        </p:nvSpPr>
        <p:spPr>
          <a:xfrm>
            <a:off x="1444700" y="2401800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142"/>
          <p:cNvSpPr txBox="1"/>
          <p:nvPr/>
        </p:nvSpPr>
        <p:spPr>
          <a:xfrm>
            <a:off x="2975503" y="2401800"/>
            <a:ext cx="604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42"/>
          <p:cNvSpPr txBox="1"/>
          <p:nvPr/>
        </p:nvSpPr>
        <p:spPr>
          <a:xfrm>
            <a:off x="1444700" y="2882350"/>
            <a:ext cx="2135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42"/>
          <p:cNvSpPr/>
          <p:nvPr/>
        </p:nvSpPr>
        <p:spPr>
          <a:xfrm>
            <a:off x="1637275" y="1959575"/>
            <a:ext cx="5559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4" name="Google Shape;1694;p142"/>
          <p:cNvSpPr txBox="1"/>
          <p:nvPr/>
        </p:nvSpPr>
        <p:spPr>
          <a:xfrm>
            <a:off x="1444700" y="3339550"/>
            <a:ext cx="2135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42"/>
          <p:cNvSpPr/>
          <p:nvPr/>
        </p:nvSpPr>
        <p:spPr>
          <a:xfrm>
            <a:off x="1681233" y="2964829"/>
            <a:ext cx="7068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6" name="Google Shape;1696;p142"/>
          <p:cNvSpPr/>
          <p:nvPr/>
        </p:nvSpPr>
        <p:spPr>
          <a:xfrm>
            <a:off x="1681227" y="3424185"/>
            <a:ext cx="2580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7" name="Google Shape;1697;p142"/>
          <p:cNvSpPr/>
          <p:nvPr/>
        </p:nvSpPr>
        <p:spPr>
          <a:xfrm>
            <a:off x="2443230" y="1962513"/>
            <a:ext cx="2580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8" name="Google Shape;1698;p142"/>
          <p:cNvSpPr txBox="1"/>
          <p:nvPr/>
        </p:nvSpPr>
        <p:spPr>
          <a:xfrm>
            <a:off x="628800" y="4071600"/>
            <a:ext cx="788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1800 written as a product of its prime factors is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2" name="Shape 1702"/>
        <p:cNvGrpSpPr/>
        <p:nvPr/>
      </p:nvGrpSpPr>
      <p:grpSpPr>
        <a:xfrm>
          <a:off x="0" y="0"/>
          <a:ext cx="0" cy="0"/>
        </a:xfrm>
      </p:grpSpPr>
      <p:sp>
        <p:nvSpPr>
          <p:cNvPr id="1703" name="Google Shape;1703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704" name="Google Shape;1704;p143"/>
          <p:cNvSpPr txBox="1"/>
          <p:nvPr>
            <p:ph type="body" idx="1"/>
          </p:nvPr>
        </p:nvSpPr>
        <p:spPr>
          <a:xfrm>
            <a:off x="324000" y="759300"/>
            <a:ext cx="8237700" cy="92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Let’s try a couple more: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450 = 2 × 3</a:t>
            </a:r>
            <a:r>
              <a:rPr lang="en-GB" baseline="30000"/>
              <a:t>2</a:t>
            </a:r>
            <a:r>
              <a:rPr lang="en-GB"/>
              <a:t> × 5</a:t>
            </a:r>
            <a:r>
              <a:rPr lang="en-GB" baseline="30000"/>
              <a:t>2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05" name="Google Shape;1705;p143"/>
          <p:cNvSpPr txBox="1"/>
          <p:nvPr/>
        </p:nvSpPr>
        <p:spPr>
          <a:xfrm>
            <a:off x="702069" y="1861800"/>
            <a:ext cx="515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150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43"/>
          <p:cNvSpPr txBox="1"/>
          <p:nvPr/>
        </p:nvSpPr>
        <p:spPr>
          <a:xfrm>
            <a:off x="1441769" y="1861800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450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43"/>
          <p:cNvSpPr txBox="1"/>
          <p:nvPr/>
        </p:nvSpPr>
        <p:spPr>
          <a:xfrm>
            <a:off x="1441769" y="2401800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43"/>
          <p:cNvSpPr txBox="1"/>
          <p:nvPr/>
        </p:nvSpPr>
        <p:spPr>
          <a:xfrm>
            <a:off x="2972563" y="2401800"/>
            <a:ext cx="417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3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43"/>
          <p:cNvSpPr txBox="1"/>
          <p:nvPr/>
        </p:nvSpPr>
        <p:spPr>
          <a:xfrm>
            <a:off x="1441769" y="2882350"/>
            <a:ext cx="2135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÷ 3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43"/>
          <p:cNvSpPr/>
          <p:nvPr/>
        </p:nvSpPr>
        <p:spPr>
          <a:xfrm>
            <a:off x="1634344" y="1959575"/>
            <a:ext cx="5559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1" name="Google Shape;1711;p143"/>
          <p:cNvSpPr/>
          <p:nvPr/>
        </p:nvSpPr>
        <p:spPr>
          <a:xfrm>
            <a:off x="1634344" y="2468042"/>
            <a:ext cx="13053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2" name="Google Shape;1712;p143"/>
          <p:cNvSpPr txBox="1"/>
          <p:nvPr/>
        </p:nvSpPr>
        <p:spPr>
          <a:xfrm>
            <a:off x="1441769" y="3339550"/>
            <a:ext cx="2135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43"/>
          <p:cNvSpPr/>
          <p:nvPr/>
        </p:nvSpPr>
        <p:spPr>
          <a:xfrm>
            <a:off x="2029993" y="2950175"/>
            <a:ext cx="7854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4" name="Google Shape;1714;p143"/>
          <p:cNvSpPr/>
          <p:nvPr/>
        </p:nvSpPr>
        <p:spPr>
          <a:xfrm>
            <a:off x="2044646" y="3439621"/>
            <a:ext cx="2580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5" name="Google Shape;1715;p143"/>
          <p:cNvSpPr txBox="1"/>
          <p:nvPr/>
        </p:nvSpPr>
        <p:spPr>
          <a:xfrm>
            <a:off x="628800" y="4071600"/>
            <a:ext cx="788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150 written as a product of its prime factors is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 × 5</a:t>
            </a:r>
            <a:r>
              <a:rPr lang="en-GB" sz="2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19" name="Shape 1719"/>
        <p:cNvGrpSpPr/>
        <p:nvPr/>
      </p:nvGrpSpPr>
      <p:grpSpPr>
        <a:xfrm>
          <a:off x="0" y="0"/>
          <a:ext cx="0" cy="0"/>
        </a:xfrm>
      </p:grpSpPr>
      <p:sp>
        <p:nvSpPr>
          <p:cNvPr id="1720" name="Google Shape;1720;p144"/>
          <p:cNvSpPr txBox="1"/>
          <p:nvPr/>
        </p:nvSpPr>
        <p:spPr>
          <a:xfrm>
            <a:off x="1441769" y="2401800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1" name="Google Shape;1721;p144"/>
          <p:cNvSpPr/>
          <p:nvPr/>
        </p:nvSpPr>
        <p:spPr>
          <a:xfrm>
            <a:off x="2766943" y="2463675"/>
            <a:ext cx="3804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2" name="Google Shape;1722;p144"/>
          <p:cNvSpPr/>
          <p:nvPr/>
        </p:nvSpPr>
        <p:spPr>
          <a:xfrm>
            <a:off x="1692963" y="2468050"/>
            <a:ext cx="8988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3" name="Google Shape;1723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724" name="Google Shape;1724;p144"/>
          <p:cNvSpPr txBox="1"/>
          <p:nvPr>
            <p:ph type="body" idx="1"/>
          </p:nvPr>
        </p:nvSpPr>
        <p:spPr>
          <a:xfrm>
            <a:off x="324000" y="759300"/>
            <a:ext cx="8237700" cy="4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225 = 3</a:t>
            </a:r>
            <a:r>
              <a:rPr lang="en-GB" baseline="30000"/>
              <a:t>2 </a:t>
            </a:r>
            <a:r>
              <a:rPr lang="en-GB"/>
              <a:t>× 5</a:t>
            </a:r>
            <a:r>
              <a:rPr lang="en-GB" baseline="30000"/>
              <a:t>2 </a:t>
            </a:r>
            <a:r>
              <a:rPr lang="en-GB"/>
              <a:t>write 900 as a product of its prime factors.</a:t>
            </a: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25" name="Google Shape;1725;p144"/>
          <p:cNvSpPr txBox="1"/>
          <p:nvPr/>
        </p:nvSpPr>
        <p:spPr>
          <a:xfrm>
            <a:off x="702069" y="1861800"/>
            <a:ext cx="515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900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6" name="Google Shape;1726;p144"/>
          <p:cNvSpPr txBox="1"/>
          <p:nvPr/>
        </p:nvSpPr>
        <p:spPr>
          <a:xfrm>
            <a:off x="1441769" y="1861800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= 225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4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7" name="Google Shape;1727;p144"/>
          <p:cNvSpPr txBox="1"/>
          <p:nvPr/>
        </p:nvSpPr>
        <p:spPr>
          <a:xfrm>
            <a:off x="2591580" y="2401800"/>
            <a:ext cx="5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8" name="Google Shape;1728;p144"/>
          <p:cNvSpPr/>
          <p:nvPr/>
        </p:nvSpPr>
        <p:spPr>
          <a:xfrm>
            <a:off x="1692960" y="1959575"/>
            <a:ext cx="5559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9" name="Google Shape;1729;p144"/>
          <p:cNvSpPr txBox="1"/>
          <p:nvPr/>
        </p:nvSpPr>
        <p:spPr>
          <a:xfrm>
            <a:off x="1441769" y="2958550"/>
            <a:ext cx="2135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0" name="Google Shape;1730;p144"/>
          <p:cNvSpPr/>
          <p:nvPr/>
        </p:nvSpPr>
        <p:spPr>
          <a:xfrm>
            <a:off x="2535429" y="1944929"/>
            <a:ext cx="258000" cy="332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1" name="Google Shape;1731;p144"/>
          <p:cNvSpPr txBox="1"/>
          <p:nvPr/>
        </p:nvSpPr>
        <p:spPr>
          <a:xfrm>
            <a:off x="628800" y="4071600"/>
            <a:ext cx="788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900 written as a product of its prime factors is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r>
              <a:rPr lang="en-GB" sz="22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5" name="Shape 1735"/>
        <p:cNvGrpSpPr/>
        <p:nvPr/>
      </p:nvGrpSpPr>
      <p:grpSpPr>
        <a:xfrm>
          <a:off x="0" y="0"/>
          <a:ext cx="0" cy="0"/>
        </a:xfrm>
      </p:grpSpPr>
      <p:sp>
        <p:nvSpPr>
          <p:cNvPr id="1736" name="Google Shape;1736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737" name="Google Shape;1737;p145"/>
          <p:cNvSpPr txBox="1"/>
          <p:nvPr/>
        </p:nvSpPr>
        <p:spPr>
          <a:xfrm>
            <a:off x="4567800" y="962550"/>
            <a:ext cx="4252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 use also use scientific calculators to check the prime factor decomposition of a number.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45"/>
          <p:cNvSpPr txBox="1"/>
          <p:nvPr/>
        </p:nvSpPr>
        <p:spPr>
          <a:xfrm>
            <a:off x="4567800" y="2246100"/>
            <a:ext cx="4252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Here is the Casio fx-991EX.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45"/>
          <p:cNvSpPr txBox="1"/>
          <p:nvPr/>
        </p:nvSpPr>
        <p:spPr>
          <a:xfrm>
            <a:off x="4585750" y="2978400"/>
            <a:ext cx="4314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Firstly, ensure ‘Calculate’ is highlighted.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0" name="Google Shape;1740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00" y="853475"/>
            <a:ext cx="2472450" cy="4269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145"/>
          <p:cNvPicPr preferRelativeResize="0"/>
          <p:nvPr/>
        </p:nvPicPr>
        <p:blipFill>
          <a:blip r:embed="rId4">
            <a:alphaModFix/>
          </a:blip>
          <a:srcRect l="7617" t="3333" r="7362" b="71583"/>
          <a:stretch>
            <a:fillRect/>
          </a:stretch>
        </p:blipFill>
        <p:spPr>
          <a:xfrm>
            <a:off x="1466475" y="1032950"/>
            <a:ext cx="2101925" cy="10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45"/>
          <p:cNvSpPr txBox="1"/>
          <p:nvPr/>
        </p:nvSpPr>
        <p:spPr>
          <a:xfrm>
            <a:off x="5304275" y="4172300"/>
            <a:ext cx="3798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Then press ‘EXE’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3" name="Google Shape;1743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6450" y="4122013"/>
            <a:ext cx="628650" cy="62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4" name="Google Shape;1744;p145"/>
          <p:cNvCxnSpPr>
            <a:stCxn id="1743" idx="1"/>
          </p:cNvCxnSpPr>
          <p:nvPr/>
        </p:nvCxnSpPr>
        <p:spPr>
          <a:xfrm flipH="1">
            <a:off x="3471950" y="4436338"/>
            <a:ext cx="1054500" cy="327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8" name="Shape 1748"/>
        <p:cNvGrpSpPr/>
        <p:nvPr/>
      </p:nvGrpSpPr>
      <p:grpSpPr>
        <a:xfrm>
          <a:off x="0" y="0"/>
          <a:ext cx="0" cy="0"/>
        </a:xfrm>
      </p:grpSpPr>
      <p:sp>
        <p:nvSpPr>
          <p:cNvPr id="1749" name="Google Shape;1749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750" name="Google Shape;1750;p146"/>
          <p:cNvSpPr txBox="1"/>
          <p:nvPr/>
        </p:nvSpPr>
        <p:spPr>
          <a:xfrm>
            <a:off x="4973175" y="1865100"/>
            <a:ext cx="379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Type in 360 and press ‘EXE’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1" name="Google Shape;1751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00" y="853475"/>
            <a:ext cx="2472450" cy="4269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2" name="Google Shape;1752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350" y="1814813"/>
            <a:ext cx="628650" cy="62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3" name="Google Shape;1753;p146"/>
          <p:cNvCxnSpPr/>
          <p:nvPr/>
        </p:nvCxnSpPr>
        <p:spPr>
          <a:xfrm flipH="1">
            <a:off x="3422550" y="2143650"/>
            <a:ext cx="772800" cy="2600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4" name="Google Shape;1754;p146"/>
          <p:cNvSpPr txBox="1"/>
          <p:nvPr/>
        </p:nvSpPr>
        <p:spPr>
          <a:xfrm>
            <a:off x="4339200" y="733950"/>
            <a:ext cx="4252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Let’s check the prime factor decomposition</a:t>
            </a:r>
            <a:r>
              <a:rPr lang="en-GB" sz="2200" b="1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of 360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5" name="Google Shape;1755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2212" y="1020600"/>
            <a:ext cx="2170435" cy="9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59" name="Shape 1759"/>
        <p:cNvGrpSpPr/>
        <p:nvPr/>
      </p:nvGrpSpPr>
      <p:grpSpPr>
        <a:xfrm>
          <a:off x="0" y="0"/>
          <a:ext cx="0" cy="0"/>
        </a:xfrm>
      </p:grpSpPr>
      <p:sp>
        <p:nvSpPr>
          <p:cNvPr id="1760" name="Google Shape;1760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761" name="Google Shape;1761;p147"/>
          <p:cNvSpPr txBox="1"/>
          <p:nvPr/>
        </p:nvSpPr>
        <p:spPr>
          <a:xfrm>
            <a:off x="4339200" y="733950"/>
            <a:ext cx="4252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check the prime factor decomposition</a:t>
            </a: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360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47"/>
          <p:cNvSpPr txBox="1"/>
          <p:nvPr/>
        </p:nvSpPr>
        <p:spPr>
          <a:xfrm>
            <a:off x="4973175" y="1865100"/>
            <a:ext cx="379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Type in 360 and press ‘EXE’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47"/>
          <p:cNvSpPr txBox="1"/>
          <p:nvPr/>
        </p:nvSpPr>
        <p:spPr>
          <a:xfrm>
            <a:off x="5106675" y="3316200"/>
            <a:ext cx="379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Then select ‘FORMAT’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4" name="Google Shape;1764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00" y="853475"/>
            <a:ext cx="2472450" cy="4269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5" name="Google Shape;1765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2212" y="1020600"/>
            <a:ext cx="2170435" cy="9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2199" y="1007566"/>
            <a:ext cx="2170450" cy="102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7" name="Google Shape;1767;p1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2850" y="3316188"/>
            <a:ext cx="647700" cy="657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8" name="Google Shape;1768;p147"/>
          <p:cNvCxnSpPr>
            <a:stCxn id="1767" idx="1"/>
          </p:cNvCxnSpPr>
          <p:nvPr/>
        </p:nvCxnSpPr>
        <p:spPr>
          <a:xfrm flipH="1">
            <a:off x="3098150" y="3644800"/>
            <a:ext cx="1214700" cy="11127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9" name="Google Shape;1769;p1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5350" y="1814813"/>
            <a:ext cx="62865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3" name="Shape 1773"/>
        <p:cNvGrpSpPr/>
        <p:nvPr/>
      </p:nvGrpSpPr>
      <p:grpSpPr>
        <a:xfrm>
          <a:off x="0" y="0"/>
          <a:ext cx="0" cy="0"/>
        </a:xfrm>
      </p:grpSpPr>
      <p:pic>
        <p:nvPicPr>
          <p:cNvPr id="1774" name="Google Shape;1774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199" y="1007566"/>
            <a:ext cx="2170450" cy="102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775" name="Google Shape;1775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776" name="Google Shape;1776;p148"/>
          <p:cNvSpPr txBox="1"/>
          <p:nvPr/>
        </p:nvSpPr>
        <p:spPr>
          <a:xfrm>
            <a:off x="4960550" y="962550"/>
            <a:ext cx="38595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Scroll down until ‘Prime Factor’ is highlighted.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7" name="Google Shape;1777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200" y="853475"/>
            <a:ext cx="2472450" cy="4269044"/>
          </a:xfrm>
          <a:prstGeom prst="rect">
            <a:avLst/>
          </a:prstGeom>
          <a:noFill/>
          <a:ln>
            <a:noFill/>
          </a:ln>
        </p:spPr>
      </p:pic>
      <p:sp>
        <p:nvSpPr>
          <p:cNvPr id="1778" name="Google Shape;1778;p148"/>
          <p:cNvSpPr txBox="1"/>
          <p:nvPr/>
        </p:nvSpPr>
        <p:spPr>
          <a:xfrm>
            <a:off x="5021100" y="2435950"/>
            <a:ext cx="379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Then press ‘EXE’ again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9" name="Google Shape;1779;p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3275" y="2385663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1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5775" y="1083925"/>
            <a:ext cx="628650" cy="5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1" name="Google Shape;1781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199" y="1007566"/>
            <a:ext cx="2170450" cy="102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2" name="Google Shape;1782;p1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4100" y="1035925"/>
            <a:ext cx="2106675" cy="96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3" name="Google Shape;1783;p148"/>
          <p:cNvCxnSpPr/>
          <p:nvPr/>
        </p:nvCxnSpPr>
        <p:spPr>
          <a:xfrm flipH="1">
            <a:off x="2766275" y="1450727"/>
            <a:ext cx="1429500" cy="1245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7" name="Shape 1787"/>
        <p:cNvGrpSpPr/>
        <p:nvPr/>
      </p:nvGrpSpPr>
      <p:grpSpPr>
        <a:xfrm>
          <a:off x="0" y="0"/>
          <a:ext cx="0" cy="0"/>
        </a:xfrm>
      </p:grpSpPr>
      <p:sp>
        <p:nvSpPr>
          <p:cNvPr id="1788" name="Google Shape;1788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pic>
        <p:nvPicPr>
          <p:cNvPr id="1789" name="Google Shape;1789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00" y="853475"/>
            <a:ext cx="2472450" cy="4269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0" name="Google Shape;1790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2212" y="1020600"/>
            <a:ext cx="2170435" cy="9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" name="Google Shape;1791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4087" y="1035925"/>
            <a:ext cx="2106675" cy="9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149"/>
          <p:cNvSpPr txBox="1"/>
          <p:nvPr/>
        </p:nvSpPr>
        <p:spPr>
          <a:xfrm>
            <a:off x="4824000" y="1020600"/>
            <a:ext cx="35676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will reveal the number as a product of its prime factors.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3" name="Google Shape;1793;p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45500" y="1036091"/>
            <a:ext cx="2106675" cy="97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149"/>
          <p:cNvSpPr txBox="1"/>
          <p:nvPr>
            <p:ph type="body" idx="1"/>
          </p:nvPr>
        </p:nvSpPr>
        <p:spPr>
          <a:xfrm>
            <a:off x="4824000" y="2700000"/>
            <a:ext cx="2301600" cy="4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360 = 2</a:t>
            </a:r>
            <a:r>
              <a:rPr lang="en-GB" baseline="30000"/>
              <a:t>3</a:t>
            </a:r>
            <a:r>
              <a:rPr lang="en-GB"/>
              <a:t> × 3</a:t>
            </a:r>
            <a:r>
              <a:rPr lang="en-GB" baseline="30000"/>
              <a:t>2</a:t>
            </a:r>
            <a:r>
              <a:rPr lang="en-GB"/>
              <a:t> × 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8" name="Shape 1798"/>
        <p:cNvGrpSpPr/>
        <p:nvPr/>
      </p:nvGrpSpPr>
      <p:grpSpPr>
        <a:xfrm>
          <a:off x="0" y="0"/>
          <a:ext cx="0" cy="0"/>
        </a:xfrm>
      </p:grpSpPr>
      <p:sp>
        <p:nvSpPr>
          <p:cNvPr id="1799" name="Google Shape;1799;p1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 Write the following as a product of prime factors, </a:t>
            </a:r>
            <a:r>
              <a:rPr lang="en-GB" sz="2000">
                <a:solidFill>
                  <a:schemeClr val="accent4"/>
                </a:solidFill>
              </a:rPr>
              <a:t>without using a calculator</a:t>
            </a:r>
            <a:r>
              <a:rPr lang="en-GB" sz="2000"/>
              <a:t>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a) 200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b) 196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c) 378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d) 308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e) 23 400</a:t>
            </a:r>
            <a:endParaRPr/>
          </a:p>
        </p:txBody>
      </p:sp>
      <p:sp>
        <p:nvSpPr>
          <p:cNvPr id="1800" name="Google Shape;1800;p1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4" name="Shape 1804"/>
        <p:cNvGrpSpPr/>
        <p:nvPr/>
      </p:nvGrpSpPr>
      <p:grpSpPr>
        <a:xfrm>
          <a:off x="0" y="0"/>
          <a:ext cx="0" cy="0"/>
        </a:xfrm>
      </p:grpSpPr>
      <p:sp>
        <p:nvSpPr>
          <p:cNvPr id="1805" name="Google Shape;1805;p1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 Use 60 = 2</a:t>
            </a:r>
            <a:r>
              <a:rPr lang="en-GB" sz="1800" baseline="30000"/>
              <a:t>2</a:t>
            </a:r>
            <a:r>
              <a:rPr lang="en-GB" sz="1800"/>
              <a:t> × 3 × 5 to write the following, </a:t>
            </a:r>
            <a:r>
              <a:rPr lang="en-GB" sz="1800">
                <a:solidFill>
                  <a:schemeClr val="accent4"/>
                </a:solidFill>
              </a:rPr>
              <a:t>without using a calculator</a:t>
            </a:r>
            <a:r>
              <a:rPr lang="en-GB" sz="1800"/>
              <a:t>, as a product of prime factors.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120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b) 180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c) 300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d) 600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e) 6000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f) 4200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g) 30</a:t>
            </a:r>
            <a:endParaRPr sz="1800"/>
          </a:p>
        </p:txBody>
      </p:sp>
      <p:sp>
        <p:nvSpPr>
          <p:cNvPr id="1806" name="Google Shape;1806;p1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0" name="Shape 1810"/>
        <p:cNvGrpSpPr/>
        <p:nvPr/>
      </p:nvGrpSpPr>
      <p:grpSpPr>
        <a:xfrm>
          <a:off x="0" y="0"/>
          <a:ext cx="0" cy="0"/>
        </a:xfrm>
      </p:grpSpPr>
      <p:sp>
        <p:nvSpPr>
          <p:cNvPr id="1811" name="Google Shape;1811;p152"/>
          <p:cNvSpPr txBox="1"/>
          <p:nvPr>
            <p:ph type="body" idx="1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 Write the following as a product of prime factors, </a:t>
            </a:r>
            <a:r>
              <a:rPr lang="en-GB" sz="2000">
                <a:solidFill>
                  <a:schemeClr val="accent4"/>
                </a:solidFill>
              </a:rPr>
              <a:t>without using a calculator</a:t>
            </a:r>
            <a:r>
              <a:rPr lang="en-GB" sz="2000"/>
              <a:t>.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a) 200	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b) 196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c) 378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d) 308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e) 23 400</a:t>
            </a:r>
            <a:endParaRPr/>
          </a:p>
        </p:txBody>
      </p:sp>
      <p:sp>
        <p:nvSpPr>
          <p:cNvPr id="1812" name="Google Shape;1812;p1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813" name="Google Shape;1813;p152"/>
          <p:cNvSpPr txBox="1"/>
          <p:nvPr>
            <p:ph type="body" idx="1"/>
          </p:nvPr>
        </p:nvSpPr>
        <p:spPr>
          <a:xfrm>
            <a:off x="2147400" y="1501200"/>
            <a:ext cx="2114400" cy="3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/>
              <a:t>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/>
              <a:t>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/>
              <a:t>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/>
              <a:t>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/>
              <a:t>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/>
              <a:t>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11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/>
              <a:t>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/>
              <a:t>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/>
              <a:t>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7" name="Shape 1817"/>
        <p:cNvGrpSpPr/>
        <p:nvPr/>
      </p:nvGrpSpPr>
      <p:grpSpPr>
        <a:xfrm>
          <a:off x="0" y="0"/>
          <a:ext cx="0" cy="0"/>
        </a:xfrm>
      </p:grpSpPr>
      <p:sp>
        <p:nvSpPr>
          <p:cNvPr id="1818" name="Google Shape;1818;p1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 Use 60 = 2</a:t>
            </a:r>
            <a:r>
              <a:rPr lang="en-GB" sz="1800" baseline="30000"/>
              <a:t>2</a:t>
            </a:r>
            <a:r>
              <a:rPr lang="en-GB" sz="1800"/>
              <a:t> × 3 × 5 to write the following, </a:t>
            </a:r>
            <a:r>
              <a:rPr lang="en-GB" sz="1800">
                <a:solidFill>
                  <a:schemeClr val="accent4"/>
                </a:solidFill>
              </a:rPr>
              <a:t>without using a calculator</a:t>
            </a:r>
            <a:r>
              <a:rPr lang="en-GB" sz="1800"/>
              <a:t>, as a product of prime factors.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120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b) 180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c) 300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d) 600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e) 6000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f) 4200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g) 30</a:t>
            </a: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819" name="Google Shape;1819;p1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820" name="Google Shape;1820;p153"/>
          <p:cNvSpPr txBox="1"/>
          <p:nvPr/>
        </p:nvSpPr>
        <p:spPr>
          <a:xfrm>
            <a:off x="1390175" y="1400400"/>
            <a:ext cx="4869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2 = 2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3 × 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 =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endParaRPr sz="2000" baseline="30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1" name="Google Shape;1821;p153"/>
          <p:cNvSpPr txBox="1"/>
          <p:nvPr/>
        </p:nvSpPr>
        <p:spPr>
          <a:xfrm>
            <a:off x="1390175" y="2721600"/>
            <a:ext cx="518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10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 × 2 × 5 =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 baseline="30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2" name="Google Shape;1822;p153"/>
          <p:cNvSpPr txBox="1"/>
          <p:nvPr/>
        </p:nvSpPr>
        <p:spPr>
          <a:xfrm>
            <a:off x="1390175" y="3142800"/>
            <a:ext cx="5950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100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 baseline="30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3" name="Google Shape;1823;p153"/>
          <p:cNvSpPr txBox="1"/>
          <p:nvPr/>
        </p:nvSpPr>
        <p:spPr>
          <a:xfrm>
            <a:off x="1390175" y="1843200"/>
            <a:ext cx="472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 × 3 =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endParaRPr sz="2000" baseline="30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4" name="Google Shape;1824;p153"/>
          <p:cNvSpPr txBox="1"/>
          <p:nvPr/>
        </p:nvSpPr>
        <p:spPr>
          <a:xfrm>
            <a:off x="1390175" y="2264400"/>
            <a:ext cx="497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 × 5 =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 baseline="30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5" name="Google Shape;1825;p153"/>
          <p:cNvSpPr txBox="1"/>
          <p:nvPr/>
        </p:nvSpPr>
        <p:spPr>
          <a:xfrm>
            <a:off x="1390175" y="3564000"/>
            <a:ext cx="7035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× 70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 × 7 × 10 =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 × 7 × 2 × 5 </a:t>
            </a:r>
            <a:endParaRPr sz="2000" baseline="30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6" name="Google Shape;1826;p153"/>
          <p:cNvSpPr txBox="1"/>
          <p:nvPr/>
        </p:nvSpPr>
        <p:spPr>
          <a:xfrm>
            <a:off x="1390175" y="4140000"/>
            <a:ext cx="4911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 ÷ 2 = 2</a:t>
            </a:r>
            <a:r>
              <a:rPr lang="en-GB" sz="2000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3 × 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2 = 2 × 3 × 5</a:t>
            </a:r>
            <a:endParaRPr sz="2000" baseline="30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7" name="Google Shape;1827;p153"/>
          <p:cNvSpPr txBox="1"/>
          <p:nvPr/>
        </p:nvSpPr>
        <p:spPr>
          <a:xfrm>
            <a:off x="1387318" y="3816000"/>
            <a:ext cx="202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7</a:t>
            </a:r>
            <a:endParaRPr sz="2000" baseline="30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1" name="Shape 1831"/>
        <p:cNvGrpSpPr/>
        <p:nvPr/>
      </p:nvGrpSpPr>
      <p:grpSpPr>
        <a:xfrm>
          <a:off x="0" y="0"/>
          <a:ext cx="0" cy="0"/>
        </a:xfrm>
      </p:grpSpPr>
      <p:sp>
        <p:nvSpPr>
          <p:cNvPr id="1832" name="Google Shape;1832;p15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product of prime factors</a:t>
            </a:r>
            <a:endParaRPr/>
          </a:p>
        </p:txBody>
      </p:sp>
      <p:sp>
        <p:nvSpPr>
          <p:cNvPr id="1833" name="Google Shape;1833;p154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834" name="Google Shape;1834;p154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further securing understanding of the commutative law</a:t>
            </a:r>
            <a:endParaRPr/>
          </a:p>
        </p:txBody>
      </p:sp>
      <p:pic>
        <p:nvPicPr>
          <p:cNvPr id="1835" name="Google Shape;1835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05" y="298664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9" name="Shape 1839"/>
        <p:cNvGrpSpPr/>
        <p:nvPr/>
      </p:nvGrpSpPr>
      <p:grpSpPr>
        <a:xfrm>
          <a:off x="0" y="0"/>
          <a:ext cx="0" cy="0"/>
        </a:xfrm>
      </p:grpSpPr>
      <p:sp>
        <p:nvSpPr>
          <p:cNvPr id="1840" name="Google Shape;1840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841" name="Google Shape;1841;p155"/>
          <p:cNvSpPr txBox="1"/>
          <p:nvPr>
            <p:ph type="body" idx="1"/>
          </p:nvPr>
        </p:nvSpPr>
        <p:spPr>
          <a:xfrm>
            <a:off x="324000" y="683100"/>
            <a:ext cx="8237700" cy="4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Laura and Jacob are talking about how to calculate 35 × 22</a:t>
            </a:r>
            <a:endParaRPr/>
          </a:p>
        </p:txBody>
      </p:sp>
      <p:pic>
        <p:nvPicPr>
          <p:cNvPr id="1842" name="Google Shape;1842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50" y="253021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502" y="20418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155"/>
          <p:cNvSpPr txBox="1"/>
          <p:nvPr/>
        </p:nvSpPr>
        <p:spPr>
          <a:xfrm>
            <a:off x="7853350" y="3455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155"/>
          <p:cNvSpPr txBox="1"/>
          <p:nvPr/>
        </p:nvSpPr>
        <p:spPr>
          <a:xfrm>
            <a:off x="385750" y="3074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6" name="Google Shape;1846;p155"/>
          <p:cNvGrpSpPr/>
          <p:nvPr/>
        </p:nvGrpSpPr>
        <p:grpSpPr>
          <a:xfrm>
            <a:off x="4713325" y="1690301"/>
            <a:ext cx="3140399" cy="1298476"/>
            <a:chOff x="4713096" y="1004500"/>
            <a:chExt cx="2842762" cy="1298476"/>
          </a:xfrm>
        </p:grpSpPr>
        <p:pic>
          <p:nvPicPr>
            <p:cNvPr id="1847" name="Google Shape;1847;p155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>
              <a:off x="4713096" y="1004500"/>
              <a:ext cx="2842762" cy="1298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8" name="Google Shape;1848;p155"/>
            <p:cNvSpPr txBox="1"/>
            <p:nvPr/>
          </p:nvSpPr>
          <p:spPr>
            <a:xfrm>
              <a:off x="4880523" y="1208275"/>
              <a:ext cx="248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could as they are both products.  But, does it make it easier?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9" name="Google Shape;1849;p155"/>
          <p:cNvGrpSpPr/>
          <p:nvPr/>
        </p:nvGrpSpPr>
        <p:grpSpPr>
          <a:xfrm>
            <a:off x="1302875" y="1639375"/>
            <a:ext cx="3269025" cy="1176976"/>
            <a:chOff x="1302903" y="953575"/>
            <a:chExt cx="3026314" cy="1176976"/>
          </a:xfrm>
        </p:grpSpPr>
        <p:pic>
          <p:nvPicPr>
            <p:cNvPr id="1850" name="Google Shape;1850;p155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302903" y="953575"/>
              <a:ext cx="3026314" cy="1176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1" name="Google Shape;1851;p155"/>
            <p:cNvSpPr txBox="1"/>
            <p:nvPr/>
          </p:nvSpPr>
          <p:spPr>
            <a:xfrm>
              <a:off x="1577825" y="1119901"/>
              <a:ext cx="248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Can we use products of prime factors to make calculating this easier?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2" name="Google Shape;1852;p155"/>
          <p:cNvSpPr txBox="1"/>
          <p:nvPr>
            <p:ph type="body" idx="1"/>
          </p:nvPr>
        </p:nvSpPr>
        <p:spPr>
          <a:xfrm>
            <a:off x="324000" y="3883500"/>
            <a:ext cx="7189800" cy="89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do you think?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Let’s take a look.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6" name="Shape 1856"/>
        <p:cNvGrpSpPr/>
        <p:nvPr/>
      </p:nvGrpSpPr>
      <p:grpSpPr>
        <a:xfrm>
          <a:off x="0" y="0"/>
          <a:ext cx="0" cy="0"/>
        </a:xfrm>
      </p:grpSpPr>
      <p:sp>
        <p:nvSpPr>
          <p:cNvPr id="1857" name="Google Shape;1857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858" name="Google Shape;1858;p156"/>
          <p:cNvSpPr txBox="1"/>
          <p:nvPr>
            <p:ph type="body" idx="1"/>
          </p:nvPr>
        </p:nvSpPr>
        <p:spPr>
          <a:xfrm>
            <a:off x="324000" y="683100"/>
            <a:ext cx="7189800" cy="42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35 and 22 written as a product of their prime factors:</a:t>
            </a:r>
            <a:endParaRPr/>
          </a:p>
        </p:txBody>
      </p:sp>
      <p:sp>
        <p:nvSpPr>
          <p:cNvPr id="1859" name="Google Shape;1859;p156"/>
          <p:cNvSpPr txBox="1"/>
          <p:nvPr>
            <p:ph type="body" idx="1"/>
          </p:nvPr>
        </p:nvSpPr>
        <p:spPr>
          <a:xfrm>
            <a:off x="324000" y="1200150"/>
            <a:ext cx="1481100" cy="89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35 = 5 × 7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22 = 2 × 11</a:t>
            </a:r>
            <a:endParaRPr/>
          </a:p>
        </p:txBody>
      </p:sp>
      <p:sp>
        <p:nvSpPr>
          <p:cNvPr id="1860" name="Google Shape;1860;p156"/>
          <p:cNvSpPr txBox="1"/>
          <p:nvPr>
            <p:ph type="body" idx="1"/>
          </p:nvPr>
        </p:nvSpPr>
        <p:spPr>
          <a:xfrm>
            <a:off x="2457600" y="1200150"/>
            <a:ext cx="3545400" cy="42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35 × 22 = 5 × 7 × 2 × 11</a:t>
            </a:r>
            <a:endParaRPr/>
          </a:p>
        </p:txBody>
      </p:sp>
      <p:pic>
        <p:nvPicPr>
          <p:cNvPr id="1861" name="Google Shape;1861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0050" y="359701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2" name="Google Shape;1862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502" y="34896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863" name="Google Shape;1863;p156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56"/>
          <p:cNvSpPr txBox="1"/>
          <p:nvPr/>
        </p:nvSpPr>
        <p:spPr>
          <a:xfrm>
            <a:off x="3857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5" name="Google Shape;1865;p156"/>
          <p:cNvGrpSpPr/>
          <p:nvPr/>
        </p:nvGrpSpPr>
        <p:grpSpPr>
          <a:xfrm>
            <a:off x="4484725" y="3138101"/>
            <a:ext cx="3140399" cy="1298476"/>
            <a:chOff x="4713096" y="1004500"/>
            <a:chExt cx="2842762" cy="1298476"/>
          </a:xfrm>
        </p:grpSpPr>
        <p:pic>
          <p:nvPicPr>
            <p:cNvPr id="1866" name="Google Shape;1866;p156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>
              <a:off x="4713096" y="1004500"/>
              <a:ext cx="2842762" cy="1298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7" name="Google Shape;1867;p156"/>
            <p:cNvSpPr txBox="1"/>
            <p:nvPr/>
          </p:nvSpPr>
          <p:spPr>
            <a:xfrm>
              <a:off x="4880523" y="1208275"/>
              <a:ext cx="248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It’s going to be best to pair the 2 and 5 as the product of those is 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8" name="Google Shape;1868;p156"/>
          <p:cNvGrpSpPr/>
          <p:nvPr/>
        </p:nvGrpSpPr>
        <p:grpSpPr>
          <a:xfrm>
            <a:off x="1302873" y="3087175"/>
            <a:ext cx="2984402" cy="1176976"/>
            <a:chOff x="1302901" y="953575"/>
            <a:chExt cx="2762824" cy="1176976"/>
          </a:xfrm>
        </p:grpSpPr>
        <p:pic>
          <p:nvPicPr>
            <p:cNvPr id="1869" name="Google Shape;1869;p156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302901" y="953575"/>
              <a:ext cx="2762824" cy="1176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0" name="Google Shape;1870;p156"/>
            <p:cNvSpPr txBox="1"/>
            <p:nvPr/>
          </p:nvSpPr>
          <p:spPr>
            <a:xfrm>
              <a:off x="1577825" y="1119901"/>
              <a:ext cx="248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can rearrange this calculation using the commutative law.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1" name="Google Shape;1871;p156"/>
          <p:cNvSpPr txBox="1"/>
          <p:nvPr>
            <p:ph type="body" idx="1"/>
          </p:nvPr>
        </p:nvSpPr>
        <p:spPr>
          <a:xfrm>
            <a:off x="2457600" y="1733550"/>
            <a:ext cx="3545400" cy="42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35 × 22 = 5 × 2 × 7 × 11</a:t>
            </a:r>
            <a:endParaRPr/>
          </a:p>
        </p:txBody>
      </p:sp>
      <p:sp>
        <p:nvSpPr>
          <p:cNvPr id="1872" name="Google Shape;1872;p156"/>
          <p:cNvSpPr/>
          <p:nvPr/>
        </p:nvSpPr>
        <p:spPr>
          <a:xfrm>
            <a:off x="3624400" y="1752600"/>
            <a:ext cx="7272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156"/>
          <p:cNvSpPr txBox="1"/>
          <p:nvPr>
            <p:ph type="body" idx="1"/>
          </p:nvPr>
        </p:nvSpPr>
        <p:spPr>
          <a:xfrm>
            <a:off x="2457600" y="2266950"/>
            <a:ext cx="3545400" cy="42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35 × 22 = 10 × 77</a:t>
            </a:r>
            <a:endParaRPr/>
          </a:p>
        </p:txBody>
      </p:sp>
      <p:sp>
        <p:nvSpPr>
          <p:cNvPr id="1874" name="Google Shape;1874;p156"/>
          <p:cNvSpPr/>
          <p:nvPr/>
        </p:nvSpPr>
        <p:spPr>
          <a:xfrm>
            <a:off x="3641375" y="2286000"/>
            <a:ext cx="3705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56"/>
          <p:cNvSpPr/>
          <p:nvPr/>
        </p:nvSpPr>
        <p:spPr>
          <a:xfrm>
            <a:off x="4496550" y="1752600"/>
            <a:ext cx="8853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156"/>
          <p:cNvSpPr/>
          <p:nvPr/>
        </p:nvSpPr>
        <p:spPr>
          <a:xfrm>
            <a:off x="4250975" y="2286000"/>
            <a:ext cx="370500" cy="3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156"/>
          <p:cNvSpPr txBox="1"/>
          <p:nvPr>
            <p:ph type="body" idx="1"/>
          </p:nvPr>
        </p:nvSpPr>
        <p:spPr>
          <a:xfrm>
            <a:off x="2457600" y="2800350"/>
            <a:ext cx="3545400" cy="42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35 × 22 = 770</a:t>
            </a:r>
            <a:endParaRPr/>
          </a:p>
        </p:txBody>
      </p:sp>
      <p:grpSp>
        <p:nvGrpSpPr>
          <p:cNvPr id="1878" name="Google Shape;1878;p156"/>
          <p:cNvGrpSpPr/>
          <p:nvPr/>
        </p:nvGrpSpPr>
        <p:grpSpPr>
          <a:xfrm>
            <a:off x="1302873" y="3349725"/>
            <a:ext cx="2984403" cy="905175"/>
            <a:chOff x="1302901" y="987526"/>
            <a:chExt cx="2762824" cy="905175"/>
          </a:xfrm>
        </p:grpSpPr>
        <p:pic>
          <p:nvPicPr>
            <p:cNvPr id="1879" name="Google Shape;1879;p156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302901" y="987526"/>
              <a:ext cx="2762824" cy="895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0" name="Google Shape;1880;p156"/>
            <p:cNvSpPr txBox="1"/>
            <p:nvPr/>
          </p:nvSpPr>
          <p:spPr>
            <a:xfrm>
              <a:off x="1577825" y="1119901"/>
              <a:ext cx="248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 definitely made that calculation easier.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1" name="Google Shape;1881;p156"/>
          <p:cNvGrpSpPr/>
          <p:nvPr/>
        </p:nvGrpSpPr>
        <p:grpSpPr>
          <a:xfrm>
            <a:off x="4484725" y="3138101"/>
            <a:ext cx="3140399" cy="1298476"/>
            <a:chOff x="4713096" y="1004500"/>
            <a:chExt cx="2842762" cy="1298476"/>
          </a:xfrm>
        </p:grpSpPr>
        <p:pic>
          <p:nvPicPr>
            <p:cNvPr id="1882" name="Google Shape;1882;p156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>
              <a:off x="4713096" y="1004500"/>
              <a:ext cx="2842762" cy="1298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3" name="Google Shape;1883;p156"/>
            <p:cNvSpPr txBox="1"/>
            <p:nvPr/>
          </p:nvSpPr>
          <p:spPr>
            <a:xfrm>
              <a:off x="4880523" y="1208275"/>
              <a:ext cx="248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wonder if it will always make the calculation easier.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7" name="Shape 1887"/>
        <p:cNvGrpSpPr/>
        <p:nvPr/>
      </p:nvGrpSpPr>
      <p:grpSpPr>
        <a:xfrm>
          <a:off x="0" y="0"/>
          <a:ext cx="0" cy="0"/>
        </a:xfrm>
      </p:grpSpPr>
      <p:sp>
        <p:nvSpPr>
          <p:cNvPr id="1888" name="Google Shape;1888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889" name="Google Shape;1889;p157"/>
          <p:cNvSpPr txBox="1"/>
          <p:nvPr>
            <p:ph type="body" idx="1"/>
          </p:nvPr>
        </p:nvSpPr>
        <p:spPr>
          <a:xfrm>
            <a:off x="324000" y="759300"/>
            <a:ext cx="79446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Can writing 105 and 231 as a product of prime factors make this following calculation easier: 105 × 231 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105            = 5 × 21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                 = 5 × 3 ×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231	            = 3 × 77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                 = 3 × 7 × 11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105 × 231 = 5 × 3 × 7 × 3 × 7 × 11</a:t>
            </a:r>
            <a:endParaRPr/>
          </a:p>
        </p:txBody>
      </p:sp>
      <p:pic>
        <p:nvPicPr>
          <p:cNvPr id="1890" name="Google Shape;1890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0050" y="35970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91" name="Google Shape;1891;p157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2" name="Google Shape;1892;p157"/>
          <p:cNvGrpSpPr/>
          <p:nvPr/>
        </p:nvGrpSpPr>
        <p:grpSpPr>
          <a:xfrm>
            <a:off x="4686600" y="2590763"/>
            <a:ext cx="3140399" cy="1298476"/>
            <a:chOff x="4895838" y="457163"/>
            <a:chExt cx="2842762" cy="1298476"/>
          </a:xfrm>
        </p:grpSpPr>
        <p:pic>
          <p:nvPicPr>
            <p:cNvPr id="1893" name="Google Shape;1893;p157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>
              <a:off x="4895838" y="457163"/>
              <a:ext cx="2842762" cy="1298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4" name="Google Shape;1894;p157"/>
            <p:cNvSpPr txBox="1"/>
            <p:nvPr/>
          </p:nvSpPr>
          <p:spPr>
            <a:xfrm>
              <a:off x="5063265" y="660938"/>
              <a:ext cx="248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cannot see any pairs that are going to make this calculation easier.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8" name="Shape 1898"/>
        <p:cNvGrpSpPr/>
        <p:nvPr/>
      </p:nvGrpSpPr>
      <p:grpSpPr>
        <a:xfrm>
          <a:off x="0" y="0"/>
          <a:ext cx="0" cy="0"/>
        </a:xfrm>
      </p:grpSpPr>
      <p:sp>
        <p:nvSpPr>
          <p:cNvPr id="1899" name="Google Shape;1899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900" name="Google Shape;1900;p158"/>
          <p:cNvSpPr txBox="1"/>
          <p:nvPr>
            <p:ph type="body" idx="1"/>
          </p:nvPr>
        </p:nvSpPr>
        <p:spPr>
          <a:xfrm>
            <a:off x="324000" y="759300"/>
            <a:ext cx="8237700" cy="215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Let’s take a look at the prime numbers we are most likely to see and decide which pairs will be useful for making a calculation easier.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Can you remember the first 8 prime numbers?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2, 3, 5, 7, 11, 13, 17, 19, …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901" name="Google Shape;1901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0050" y="359701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502" y="34896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58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158"/>
          <p:cNvSpPr txBox="1"/>
          <p:nvPr/>
        </p:nvSpPr>
        <p:spPr>
          <a:xfrm>
            <a:off x="3857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5" name="Google Shape;1905;p158"/>
          <p:cNvGrpSpPr/>
          <p:nvPr/>
        </p:nvGrpSpPr>
        <p:grpSpPr>
          <a:xfrm>
            <a:off x="1302876" y="3087175"/>
            <a:ext cx="3140399" cy="1176976"/>
            <a:chOff x="1302904" y="953575"/>
            <a:chExt cx="2907238" cy="1176976"/>
          </a:xfrm>
        </p:grpSpPr>
        <p:pic>
          <p:nvPicPr>
            <p:cNvPr id="1906" name="Google Shape;1906;p158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302904" y="953575"/>
              <a:ext cx="2907238" cy="1176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7" name="Google Shape;1907;p158"/>
            <p:cNvSpPr txBox="1"/>
            <p:nvPr/>
          </p:nvSpPr>
          <p:spPr>
            <a:xfrm>
              <a:off x="1546395" y="1119901"/>
              <a:ext cx="248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looks to me like 2 and 5 are the only useful pair.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8" name="Google Shape;1908;p158"/>
          <p:cNvGrpSpPr/>
          <p:nvPr/>
        </p:nvGrpSpPr>
        <p:grpSpPr>
          <a:xfrm>
            <a:off x="4484724" y="2909431"/>
            <a:ext cx="3140399" cy="1697627"/>
            <a:chOff x="4713096" y="829650"/>
            <a:chExt cx="2842762" cy="1298476"/>
          </a:xfrm>
        </p:grpSpPr>
        <p:pic>
          <p:nvPicPr>
            <p:cNvPr id="1909" name="Google Shape;1909;p158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>
              <a:off x="4713096" y="829650"/>
              <a:ext cx="2842762" cy="1298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0" name="Google Shape;1910;p158"/>
            <p:cNvSpPr txBox="1"/>
            <p:nvPr/>
          </p:nvSpPr>
          <p:spPr>
            <a:xfrm>
              <a:off x="4880523" y="1033424"/>
              <a:ext cx="248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Maybe if there were 2 threes, that could be useful as the product of those is 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1" name="Google Shape;1911;p158"/>
          <p:cNvGrpSpPr/>
          <p:nvPr/>
        </p:nvGrpSpPr>
        <p:grpSpPr>
          <a:xfrm>
            <a:off x="1455276" y="2740150"/>
            <a:ext cx="3140399" cy="1816050"/>
            <a:chOff x="1302904" y="835150"/>
            <a:chExt cx="2907238" cy="1816050"/>
          </a:xfrm>
        </p:grpSpPr>
        <p:pic>
          <p:nvPicPr>
            <p:cNvPr id="1912" name="Google Shape;1912;p158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302904" y="835150"/>
              <a:ext cx="2907238" cy="181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3" name="Google Shape;1913;p158"/>
            <p:cNvSpPr txBox="1"/>
            <p:nvPr/>
          </p:nvSpPr>
          <p:spPr>
            <a:xfrm>
              <a:off x="1546395" y="1043701"/>
              <a:ext cx="2487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 yes, and an easy way to multiply by 9 is to multiply by 10 and subtract one of the values.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7" name="Shape 1917"/>
        <p:cNvGrpSpPr/>
        <p:nvPr/>
      </p:nvGrpSpPr>
      <p:grpSpPr>
        <a:xfrm>
          <a:off x="0" y="0"/>
          <a:ext cx="0" cy="0"/>
        </a:xfrm>
      </p:grpSpPr>
      <p:sp>
        <p:nvSpPr>
          <p:cNvPr id="1918" name="Google Shape;1918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919" name="Google Shape;1919;p159"/>
          <p:cNvSpPr txBox="1"/>
          <p:nvPr>
            <p:ph type="body" idx="1"/>
          </p:nvPr>
        </p:nvSpPr>
        <p:spPr>
          <a:xfrm>
            <a:off x="324000" y="608400"/>
            <a:ext cx="8237700" cy="19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Calculate 33 × 21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33 = 3 × 11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21 = 3 × 7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33 × 21	 = 3 × 11 × 3 × 7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920" name="Google Shape;1920;p159"/>
          <p:cNvSpPr/>
          <p:nvPr/>
        </p:nvSpPr>
        <p:spPr>
          <a:xfrm rot="8851870">
            <a:off x="3025765" y="1522802"/>
            <a:ext cx="1120444" cy="37334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59"/>
          <p:cNvSpPr txBox="1"/>
          <p:nvPr>
            <p:ph type="body" idx="1"/>
          </p:nvPr>
        </p:nvSpPr>
        <p:spPr>
          <a:xfrm>
            <a:off x="3962400" y="1052025"/>
            <a:ext cx="2893200" cy="8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rearrange using the commutative law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922" name="Google Shape;1922;p159"/>
          <p:cNvSpPr txBox="1"/>
          <p:nvPr>
            <p:ph type="body" idx="1"/>
          </p:nvPr>
        </p:nvSpPr>
        <p:spPr>
          <a:xfrm>
            <a:off x="324000" y="2588100"/>
            <a:ext cx="8237700" cy="35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33 × 21	 = 3 × 3 × 11 × 7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33 × 21	 = 9 × 77 </a:t>
            </a:r>
            <a:endParaRPr/>
          </a:p>
          <a:p>
            <a:pPr marL="457200" lvl="0" indent="45720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= 10 × 77 − 1 × 77</a:t>
            </a:r>
            <a:endParaRPr/>
          </a:p>
          <a:p>
            <a:pPr marL="457200" lvl="0" indent="45720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= 770 − 77</a:t>
            </a:r>
            <a:endParaRPr/>
          </a:p>
          <a:p>
            <a:pPr marL="457200" lvl="0" indent="45720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= 693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6" name="Shape 1926"/>
        <p:cNvGrpSpPr/>
        <p:nvPr/>
      </p:nvGrpSpPr>
      <p:grpSpPr>
        <a:xfrm>
          <a:off x="0" y="0"/>
          <a:ext cx="0" cy="0"/>
        </a:xfrm>
      </p:grpSpPr>
      <p:sp>
        <p:nvSpPr>
          <p:cNvPr id="1927" name="Google Shape;1927;p160"/>
          <p:cNvSpPr/>
          <p:nvPr/>
        </p:nvSpPr>
        <p:spPr>
          <a:xfrm>
            <a:off x="2018626" y="4033700"/>
            <a:ext cx="447300" cy="305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60"/>
          <p:cNvSpPr txBox="1"/>
          <p:nvPr>
            <p:ph type="body" idx="1"/>
          </p:nvPr>
        </p:nvSpPr>
        <p:spPr>
          <a:xfrm>
            <a:off x="1299600" y="4086450"/>
            <a:ext cx="3399600" cy="38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= 10 × (350 − 35)</a:t>
            </a:r>
            <a:endParaRPr sz="1800"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457200" algn="l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929" name="Google Shape;1929;p160"/>
          <p:cNvSpPr/>
          <p:nvPr/>
        </p:nvSpPr>
        <p:spPr>
          <a:xfrm>
            <a:off x="2645576" y="4050675"/>
            <a:ext cx="447300" cy="305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160"/>
          <p:cNvSpPr/>
          <p:nvPr/>
        </p:nvSpPr>
        <p:spPr>
          <a:xfrm>
            <a:off x="2035600" y="3568200"/>
            <a:ext cx="1727400" cy="305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160"/>
          <p:cNvSpPr/>
          <p:nvPr/>
        </p:nvSpPr>
        <p:spPr>
          <a:xfrm>
            <a:off x="1959400" y="4050675"/>
            <a:ext cx="1145700" cy="305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933" name="Google Shape;1933;p160"/>
          <p:cNvSpPr txBox="1"/>
          <p:nvPr>
            <p:ph type="body" idx="1"/>
          </p:nvPr>
        </p:nvSpPr>
        <p:spPr>
          <a:xfrm>
            <a:off x="324000" y="6084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42 × 75 using prime factors.</a:t>
            </a:r>
            <a:endParaRPr/>
          </a:p>
        </p:txBody>
      </p:sp>
      <p:sp>
        <p:nvSpPr>
          <p:cNvPr id="1934" name="Google Shape;1934;p160"/>
          <p:cNvSpPr txBox="1"/>
          <p:nvPr>
            <p:ph type="body" idx="1"/>
          </p:nvPr>
        </p:nvSpPr>
        <p:spPr>
          <a:xfrm>
            <a:off x="324000" y="1047125"/>
            <a:ext cx="8237700" cy="165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42   = 2 × 21</a:t>
            </a:r>
            <a:endParaRPr sz="1800"/>
          </a:p>
          <a:p>
            <a:pPr marL="0" lvl="0" indent="457200" algn="l" rtl="0">
              <a:lnSpc>
                <a:spcPct val="8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= 2 × 3 × 7</a:t>
            </a:r>
            <a:endParaRPr sz="1800"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75 = 3 × 25</a:t>
            </a:r>
            <a:endParaRPr sz="1800"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  = 3 × 5 × 5</a:t>
            </a:r>
            <a:endParaRPr sz="1800"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42 × 75	= 2 × 3 × 7 × 3 × 5 × 5</a:t>
            </a:r>
            <a:endParaRPr sz="1800"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457200" algn="l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  <p:sp>
        <p:nvSpPr>
          <p:cNvPr id="1935" name="Google Shape;1935;p160"/>
          <p:cNvSpPr/>
          <p:nvPr/>
        </p:nvSpPr>
        <p:spPr>
          <a:xfrm rot="8851870">
            <a:off x="3025765" y="1810627"/>
            <a:ext cx="1120444" cy="37334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160"/>
          <p:cNvSpPr txBox="1"/>
          <p:nvPr>
            <p:ph type="body" idx="1"/>
          </p:nvPr>
        </p:nvSpPr>
        <p:spPr>
          <a:xfrm>
            <a:off x="3962400" y="1263650"/>
            <a:ext cx="2893200" cy="8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rearrange using the commutative law</a:t>
            </a:r>
            <a:endParaRPr sz="180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937" name="Google Shape;1937;p160"/>
          <p:cNvSpPr txBox="1"/>
          <p:nvPr>
            <p:ph type="body" idx="1"/>
          </p:nvPr>
        </p:nvSpPr>
        <p:spPr>
          <a:xfrm>
            <a:off x="324000" y="2867250"/>
            <a:ext cx="8237700" cy="8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42 × 75	= 2 × 5 × 3 × 3 × 7 × 5</a:t>
            </a:r>
            <a:endParaRPr sz="1800"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            = 10 × 9 × 35</a:t>
            </a:r>
            <a:endParaRPr sz="1800"/>
          </a:p>
          <a:p>
            <a:pPr marL="0" lvl="0" indent="457200" algn="l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938" name="Google Shape;1938;p160"/>
          <p:cNvSpPr/>
          <p:nvPr/>
        </p:nvSpPr>
        <p:spPr>
          <a:xfrm>
            <a:off x="1390450" y="2865425"/>
            <a:ext cx="579000" cy="242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160"/>
          <p:cNvSpPr/>
          <p:nvPr/>
        </p:nvSpPr>
        <p:spPr>
          <a:xfrm>
            <a:off x="2135475" y="2865425"/>
            <a:ext cx="579000" cy="242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160"/>
          <p:cNvSpPr/>
          <p:nvPr/>
        </p:nvSpPr>
        <p:spPr>
          <a:xfrm>
            <a:off x="2855225" y="2865425"/>
            <a:ext cx="579000" cy="242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160"/>
          <p:cNvSpPr/>
          <p:nvPr/>
        </p:nvSpPr>
        <p:spPr>
          <a:xfrm>
            <a:off x="1440000" y="3221150"/>
            <a:ext cx="313500" cy="242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160"/>
          <p:cNvSpPr/>
          <p:nvPr/>
        </p:nvSpPr>
        <p:spPr>
          <a:xfrm>
            <a:off x="1846650" y="3187201"/>
            <a:ext cx="799200" cy="305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3" name="Google Shape;1943;p160"/>
          <p:cNvSpPr/>
          <p:nvPr/>
        </p:nvSpPr>
        <p:spPr>
          <a:xfrm>
            <a:off x="1879200" y="3221150"/>
            <a:ext cx="237300" cy="242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160"/>
          <p:cNvSpPr/>
          <p:nvPr/>
        </p:nvSpPr>
        <p:spPr>
          <a:xfrm>
            <a:off x="2251525" y="3221150"/>
            <a:ext cx="313500" cy="242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160"/>
          <p:cNvSpPr txBox="1"/>
          <p:nvPr>
            <p:ph type="body" idx="1"/>
          </p:nvPr>
        </p:nvSpPr>
        <p:spPr>
          <a:xfrm>
            <a:off x="1299600" y="3629250"/>
            <a:ext cx="3399600" cy="38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= 10 × (10 × 35 − 1 × 35)</a:t>
            </a:r>
            <a:endParaRPr sz="1800"/>
          </a:p>
          <a:p>
            <a:pPr marL="0" lvl="0" indent="457200" algn="l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946" name="Google Shape;1946;p160"/>
          <p:cNvSpPr/>
          <p:nvPr/>
        </p:nvSpPr>
        <p:spPr>
          <a:xfrm>
            <a:off x="2035600" y="3593475"/>
            <a:ext cx="799200" cy="305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160"/>
          <p:cNvSpPr/>
          <p:nvPr/>
        </p:nvSpPr>
        <p:spPr>
          <a:xfrm>
            <a:off x="2992250" y="3593475"/>
            <a:ext cx="770700" cy="305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60"/>
          <p:cNvSpPr txBox="1"/>
          <p:nvPr>
            <p:ph type="body" idx="1"/>
          </p:nvPr>
        </p:nvSpPr>
        <p:spPr>
          <a:xfrm>
            <a:off x="1299600" y="4543650"/>
            <a:ext cx="3399600" cy="38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= 10 × 315 = 3150</a:t>
            </a:r>
            <a:endParaRPr sz="1800"/>
          </a:p>
          <a:p>
            <a:pPr marL="0" lvl="0" indent="0" algn="l" rtl="0">
              <a:lnSpc>
                <a:spcPct val="8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457200" algn="l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949" name="Google Shape;1949;p160"/>
          <p:cNvSpPr/>
          <p:nvPr/>
        </p:nvSpPr>
        <p:spPr>
          <a:xfrm>
            <a:off x="1950725" y="4490900"/>
            <a:ext cx="447300" cy="305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60"/>
          <p:cNvSpPr/>
          <p:nvPr/>
        </p:nvSpPr>
        <p:spPr>
          <a:xfrm>
            <a:off x="2406324" y="4437875"/>
            <a:ext cx="878400" cy="38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4" name="Shape 1954"/>
        <p:cNvGrpSpPr/>
        <p:nvPr/>
      </p:nvGrpSpPr>
      <p:grpSpPr>
        <a:xfrm>
          <a:off x="0" y="0"/>
          <a:ext cx="0" cy="0"/>
        </a:xfrm>
      </p:grpSpPr>
      <p:sp>
        <p:nvSpPr>
          <p:cNvPr id="1955" name="Google Shape;1955;p16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956" name="Google Shape;1956;p161"/>
          <p:cNvSpPr txBox="1"/>
          <p:nvPr>
            <p:ph type="body" idx="1"/>
          </p:nvPr>
        </p:nvSpPr>
        <p:spPr>
          <a:xfrm>
            <a:off x="324000" y="606900"/>
            <a:ext cx="82377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Calculate 36 × 175 using prime factors.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36 = 2</a:t>
            </a:r>
            <a:r>
              <a:rPr lang="en-GB" baseline="30000"/>
              <a:t>2</a:t>
            </a:r>
            <a:r>
              <a:rPr lang="en-GB"/>
              <a:t> × 3</a:t>
            </a:r>
            <a:r>
              <a:rPr lang="en-GB" baseline="30000"/>
              <a:t>2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175 =  5</a:t>
            </a:r>
            <a:r>
              <a:rPr lang="en-GB" baseline="30000"/>
              <a:t>2</a:t>
            </a:r>
            <a:r>
              <a:rPr lang="en-GB"/>
              <a:t> × 7</a:t>
            </a:r>
            <a:endParaRPr/>
          </a:p>
        </p:txBody>
      </p:sp>
      <p:sp>
        <p:nvSpPr>
          <p:cNvPr id="1957" name="Google Shape;1957;p161"/>
          <p:cNvSpPr txBox="1"/>
          <p:nvPr>
            <p:ph type="body" idx="1"/>
          </p:nvPr>
        </p:nvSpPr>
        <p:spPr>
          <a:xfrm>
            <a:off x="324000" y="2148485"/>
            <a:ext cx="82377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36 × 175   = 2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5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7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         = 2 × 2 × 3 × 3 × 5 × 5 × 7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         = 2 × 5 × 2 × 5 × 3 × 3 × 7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         = 10 × 10 × 9 × 7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         = 100 × 63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         = 6300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1" name="Shape 1961"/>
        <p:cNvGrpSpPr/>
        <p:nvPr/>
      </p:nvGrpSpPr>
      <p:grpSpPr>
        <a:xfrm>
          <a:off x="0" y="0"/>
          <a:ext cx="0" cy="0"/>
        </a:xfrm>
      </p:grpSpPr>
      <p:sp>
        <p:nvSpPr>
          <p:cNvPr id="1962" name="Google Shape;1962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963" name="Google Shape;1963;p162"/>
          <p:cNvSpPr txBox="1"/>
          <p:nvPr>
            <p:ph type="body" idx="1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42 = 2 × 3 × 7                    308 = 2</a:t>
            </a:r>
            <a:r>
              <a:rPr lang="en-GB" sz="2000" baseline="30000"/>
              <a:t>2</a:t>
            </a:r>
            <a:r>
              <a:rPr lang="en-GB" sz="2000"/>
              <a:t> × 7</a:t>
            </a:r>
            <a:r>
              <a:rPr lang="en-GB" sz="2000" baseline="30000"/>
              <a:t> </a:t>
            </a:r>
            <a:r>
              <a:rPr lang="en-GB" sz="2000"/>
              <a:t>× 11              35 = 5 × 7</a:t>
            </a:r>
            <a:r>
              <a:rPr lang="en-GB" sz="2000" baseline="30000"/>
              <a:t> 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195 = 3 × 5</a:t>
            </a:r>
            <a:r>
              <a:rPr lang="en-GB" sz="2000" baseline="30000"/>
              <a:t> </a:t>
            </a:r>
            <a:r>
              <a:rPr lang="en-GB" sz="2000"/>
              <a:t>× 13                 90 = 2 × 3</a:t>
            </a:r>
            <a:r>
              <a:rPr lang="en-GB" sz="2000" baseline="30000"/>
              <a:t>2 </a:t>
            </a:r>
            <a:r>
              <a:rPr lang="en-GB" sz="2000"/>
              <a:t>× 5                 198 = 2 × 3</a:t>
            </a:r>
            <a:r>
              <a:rPr lang="en-GB" sz="2000" baseline="30000"/>
              <a:t>2</a:t>
            </a:r>
            <a:r>
              <a:rPr lang="en-GB" sz="2000"/>
              <a:t> × 11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1) Use the prime factors above to calculate the following: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a) 42 × 90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b) 198 × 42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c) 198 × 35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d) 90 × 308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e) 195 × 198</a:t>
            </a:r>
            <a:endParaRPr sz="2000"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7" name="Shape 1967"/>
        <p:cNvGrpSpPr/>
        <p:nvPr/>
      </p:nvGrpSpPr>
      <p:grpSpPr>
        <a:xfrm>
          <a:off x="0" y="0"/>
          <a:ext cx="0" cy="0"/>
        </a:xfrm>
      </p:grpSpPr>
      <p:sp>
        <p:nvSpPr>
          <p:cNvPr id="1968" name="Google Shape;1968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product of prime factors</a:t>
            </a:r>
            <a:endParaRPr/>
          </a:p>
        </p:txBody>
      </p:sp>
      <p:sp>
        <p:nvSpPr>
          <p:cNvPr id="1969" name="Google Shape;1969;p163"/>
          <p:cNvSpPr txBox="1"/>
          <p:nvPr>
            <p:ph type="body" idx="1"/>
          </p:nvPr>
        </p:nvSpPr>
        <p:spPr>
          <a:xfrm>
            <a:off x="324000" y="6840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42 = 2 × 3 × 7                    308 = 2</a:t>
            </a:r>
            <a:r>
              <a:rPr lang="en-GB" sz="2000" baseline="30000"/>
              <a:t>2</a:t>
            </a:r>
            <a:r>
              <a:rPr lang="en-GB" sz="2000"/>
              <a:t> × 7</a:t>
            </a:r>
            <a:r>
              <a:rPr lang="en-GB" sz="2000" baseline="30000"/>
              <a:t> </a:t>
            </a:r>
            <a:r>
              <a:rPr lang="en-GB" sz="2000"/>
              <a:t>× 11              35 = 5 × 7</a:t>
            </a:r>
            <a:r>
              <a:rPr lang="en-GB" sz="2000" baseline="30000"/>
              <a:t> 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195 = 3 × 5</a:t>
            </a:r>
            <a:r>
              <a:rPr lang="en-GB" sz="2000" baseline="30000"/>
              <a:t> </a:t>
            </a:r>
            <a:r>
              <a:rPr lang="en-GB" sz="2000"/>
              <a:t>× 13                 90 = 2 × 3</a:t>
            </a:r>
            <a:r>
              <a:rPr lang="en-GB" sz="2000" baseline="30000"/>
              <a:t>2 </a:t>
            </a:r>
            <a:r>
              <a:rPr lang="en-GB" sz="2000"/>
              <a:t>× 5                 198 = 2 × 3</a:t>
            </a:r>
            <a:r>
              <a:rPr lang="en-GB" sz="2000" baseline="30000"/>
              <a:t>2</a:t>
            </a:r>
            <a:r>
              <a:rPr lang="en-GB" sz="2000"/>
              <a:t> × 11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1) Use the prime factors above to calculate the following: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a) 42 × 90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b) 198 × 42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c) 198 × 35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d) 90 × 308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e) 195 × 198</a:t>
            </a:r>
            <a:endParaRPr/>
          </a:p>
        </p:txBody>
      </p:sp>
      <p:sp>
        <p:nvSpPr>
          <p:cNvPr id="1970" name="Google Shape;1970;p163"/>
          <p:cNvSpPr txBox="1"/>
          <p:nvPr/>
        </p:nvSpPr>
        <p:spPr>
          <a:xfrm>
            <a:off x="2355350" y="2383200"/>
            <a:ext cx="14067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3780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8316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6930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27 720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38 610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4" name="Shape 1974"/>
        <p:cNvGrpSpPr/>
        <p:nvPr/>
      </p:nvGrpSpPr>
      <p:grpSpPr>
        <a:xfrm>
          <a:off x="0" y="0"/>
          <a:ext cx="0" cy="0"/>
        </a:xfrm>
      </p:grpSpPr>
      <p:sp>
        <p:nvSpPr>
          <p:cNvPr id="1975" name="Google Shape;1975;p164"/>
          <p:cNvSpPr txBox="1"/>
          <p:nvPr>
            <p:ph type="title"/>
          </p:nvPr>
        </p:nvSpPr>
        <p:spPr>
          <a:xfrm>
            <a:off x="1684800" y="310126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further securing understanding of the commutative law</a:t>
            </a:r>
            <a:endParaRPr/>
          </a:p>
        </p:txBody>
      </p:sp>
      <p:sp>
        <p:nvSpPr>
          <p:cNvPr id="1976" name="Google Shape;1976;p164"/>
          <p:cNvSpPr txBox="1"/>
          <p:nvPr/>
        </p:nvSpPr>
        <p:spPr>
          <a:xfrm>
            <a:off x="324000" y="1080000"/>
            <a:ext cx="8440500" cy="3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All 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omposite numbers can be written as a unique product of prime factors.  E.g.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Products of prime factors can be written more efficiently using index notation.  E.g.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commutative law and prime factors can be used to make finding products easier when calculating mentally.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164"/>
          <p:cNvSpPr txBox="1"/>
          <p:nvPr/>
        </p:nvSpPr>
        <p:spPr>
          <a:xfrm>
            <a:off x="3038379" y="1372206"/>
            <a:ext cx="32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52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64"/>
          <p:cNvSpPr txBox="1"/>
          <p:nvPr/>
        </p:nvSpPr>
        <p:spPr>
          <a:xfrm>
            <a:off x="3435000" y="1373705"/>
            <a:ext cx="113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 2 × 26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64"/>
          <p:cNvSpPr txBox="1"/>
          <p:nvPr/>
        </p:nvSpPr>
        <p:spPr>
          <a:xfrm>
            <a:off x="3435000" y="1864797"/>
            <a:ext cx="1694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 2 × 2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64"/>
          <p:cNvSpPr txBox="1"/>
          <p:nvPr/>
        </p:nvSpPr>
        <p:spPr>
          <a:xfrm>
            <a:off x="3842254" y="2804400"/>
            <a:ext cx="32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52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64"/>
          <p:cNvSpPr txBox="1"/>
          <p:nvPr/>
        </p:nvSpPr>
        <p:spPr>
          <a:xfrm>
            <a:off x="4191000" y="2804400"/>
            <a:ext cx="1694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lang="en-GB" sz="2000" baseline="30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5" name="Shape 1985"/>
        <p:cNvGrpSpPr/>
        <p:nvPr/>
      </p:nvGrpSpPr>
      <p:grpSpPr>
        <a:xfrm>
          <a:off x="0" y="0"/>
          <a:ext cx="0" cy="0"/>
        </a:xfrm>
      </p:grpSpPr>
      <p:sp>
        <p:nvSpPr>
          <p:cNvPr id="1986" name="Google Shape;1986;p165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87" name="Google Shape;1987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289</Paragraphs>
  <Slides>38</Slides>
  <Notes>38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baseType="lpstr" size="46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Checking and further securing understanding of the commutative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Reviewing product of prime factors</vt:lpstr>
      <vt:lpstr>PowerPoint Presentation</vt:lpstr>
      <vt:lpstr>PowerPoint Presentation</vt:lpstr>
      <vt:lpstr>PowerPoint Presentation</vt:lpstr>
      <vt:lpstr>PowerPoint Presentation</vt:lpstr>
      <vt:lpstr>Reviewing product of prime factors</vt:lpstr>
      <vt:lpstr>Using product of prime factors</vt:lpstr>
      <vt:lpstr>Using product of prime factors</vt:lpstr>
      <vt:lpstr>Using product of prime factors</vt:lpstr>
      <vt:lpstr>Using product of prime factors</vt:lpstr>
      <vt:lpstr>Using product of prime factors</vt:lpstr>
      <vt:lpstr>Using product of prime factors</vt:lpstr>
      <vt:lpstr>Using product of prime factors</vt:lpstr>
      <vt:lpstr>Using product of prime factors</vt:lpstr>
      <vt:lpstr>Using product of prime factors</vt:lpstr>
      <vt:lpstr>Checking and further securing understanding of the commutative law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2024-03-05T14:32:17.760</cp:lastPrinted>
  <dcterms:created xsi:type="dcterms:W3CDTF">2024-03-05T14:32:17Z</dcterms:created>
  <dcterms:modified xsi:type="dcterms:W3CDTF">2024-03-05T14:35:03Z</dcterms:modified>
</cp:coreProperties>
</file>