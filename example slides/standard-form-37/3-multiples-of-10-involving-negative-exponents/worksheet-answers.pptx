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0B3884-03ED-4B48-BE46-43DEC2313F03}">
  <a:tblStyle styleId="{350B3884-03ED-4B48-BE46-43DEC2313F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11" Type="http://schemas.openxmlformats.org/officeDocument/2006/relationships/image" Target="../media/image20.png"/><Relationship Id="rId10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10" Type="http://schemas.openxmlformats.org/officeDocument/2006/relationships/image" Target="../media/image24.png"/><Relationship Id="rId9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 of 10 involving negative exponents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57400" y="1597500"/>
            <a:ext cx="66240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gaps: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647700" y="18759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{350B3884-03ED-4B48-BE46-43DEC2313F03}</a:tableStyleId>
              </a:tblPr>
              <a:tblGrid>
                <a:gridCol w="223475"/>
                <a:gridCol w="1275275"/>
                <a:gridCol w="1245875"/>
                <a:gridCol w="2453450"/>
              </a:tblGrid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0.00004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0.000008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9}{100}&quot;&gt;&lt;mfrac&gt;&lt;mn&gt;9&lt;/mn&gt;&lt;mn&gt;100&lt;/mn&gt;&lt;/mfrac&gt;&lt;/math&gt;" id="176" name="Google Shape;176;p20" title="9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63" y="2234800"/>
            <a:ext cx="190864" cy="243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77" name="Google Shape;177;p20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3794" y="2887886"/>
            <a:ext cx="125305" cy="234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\ 000}&quot;&gt;&lt;mfrac&gt;&lt;mn&gt;7&lt;/mn&gt;&lt;mrow&gt;&lt;mn&gt;10&lt;/mn&gt;&lt;mtext&gt;&lt;/mtext&gt;&lt;mn&gt;000&lt;/mn&gt;&lt;/mrow&gt;&lt;/mfrac&gt;&lt;/math&gt;" id="178" name="Google Shape;178;p20" title="the fraction with numerator 7 and denominator 10 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8717" y="3519676"/>
            <a:ext cx="339729" cy="243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\ 000\ 000}&quot;&gt;&lt;mfrac&gt;&lt;mn&gt;8&lt;/mn&gt;&lt;mrow&gt;&lt;mn&gt;1&lt;/mn&gt;&lt;mtext&gt;&lt;/mtext&gt;&lt;mn&gt;000&lt;/mn&gt;&lt;mtext&gt;&lt;/mtext&gt;&lt;mn&gt;000&lt;/mn&gt;&lt;/mrow&gt;&lt;/mfrac&gt;&lt;/math&gt;" id="179" name="Google Shape;179;p20" title="the fraction with numerator 8 and denominator 1 000 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12000" y="3846220"/>
            <a:ext cx="483300" cy="243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0\ 000}&quot;&gt;&lt;mfrac&gt;&lt;mn&gt;5&lt;/mn&gt;&lt;mrow&gt;&lt;mn&gt;10&lt;/mn&gt;&lt;mtext&gt;&lt;/mtext&gt;&lt;mn&gt;000&lt;/mn&gt;&lt;/mrow&gt;&lt;/mfrac&gt;&lt;/math&gt;" id="180" name="Google Shape;180;p20" title="the fraction with numerator 5 and denominator 1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88717" y="4484254"/>
            <a:ext cx="340115" cy="245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00\ 000\ }&quot;&gt;&lt;mfrac&gt;&lt;mn&gt;4&lt;/mn&gt;&lt;mrow&gt;&lt;mn&gt;100&lt;/mn&gt;&lt;mtext&gt;&lt;/mtext&gt;&lt;mn&gt;000&lt;/mn&gt;&lt;mtext&gt;&lt;/mtext&gt;&lt;/mrow&gt;&lt;/mfrac&gt;&lt;/math&gt;" id="181" name="Google Shape;181;p20" title="the fraction with numerator 4 and denominator 100 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37573" y="2561343"/>
            <a:ext cx="424237" cy="243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}&quot;&gt;&lt;mfrac&gt;&lt;mn&gt;2&lt;/mn&gt;&lt;mn&gt;10&lt;/mn&gt;&lt;/mfrac&gt;&lt;/math&gt;" id="182" name="Google Shape;182;p20" title="two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03794" y="3205037"/>
            <a:ext cx="125305" cy="231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00}&quot;&gt;&lt;mfrac&gt;&lt;mn&gt;7&lt;/mn&gt;&lt;mn&gt;1000&lt;/mn&gt;&lt;/mfrac&gt;&lt;/math&gt;" id="183" name="Google Shape;183;p20" title="7 over 1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39862" y="4172763"/>
            <a:ext cx="235267" cy="22834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57400" y="1331875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Introducing negative exponents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49503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What mistake has Aisha made?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0.0003 in expanded exponential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writes: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0.0003 = 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because there are 3 zeros after the decimal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388400" y="6169500"/>
            <a:ext cx="3108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3 is in the ten thousandths column.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one thousandth not one ten thousandth.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the answer should be 3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17675" y="6817975"/>
            <a:ext cx="424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1447" y="6212928"/>
            <a:ext cx="339724" cy="64150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76400" y="7184175"/>
            <a:ext cx="440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Write each of the following in the alternative format: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0" name="Google Shape;190;p20"/>
          <p:cNvGraphicFramePr/>
          <p:nvPr/>
        </p:nvGraphicFramePr>
        <p:xfrm>
          <a:off x="800100" y="7405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{350B3884-03ED-4B48-BE46-43DEC2313F03}</a:tableStyleId>
              </a:tblPr>
              <a:tblGrid>
                <a:gridCol w="236000"/>
                <a:gridCol w="1263375"/>
                <a:gridCol w="4638000"/>
              </a:tblGrid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0.52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0.0473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+ 7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+ 9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0.000603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0.200303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17.02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+ 7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+ 2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200.3058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+ 8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21"/>
          <p:cNvGraphicFramePr/>
          <p:nvPr/>
        </p:nvGraphicFramePr>
        <p:xfrm>
          <a:off x="612075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{350B3884-03ED-4B48-BE46-43DEC2313F03}</a:tableStyleId>
              </a:tblPr>
              <a:tblGrid>
                <a:gridCol w="965375"/>
                <a:gridCol w="1505875"/>
                <a:gridCol w="1246100"/>
                <a:gridCol w="1358475"/>
                <a:gridCol w="1358475"/>
              </a:tblGrid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Alternative 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7.4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4500 × 0.1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8 000 000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6 280 000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6.28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6.28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32 490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32.49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324.9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324 900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12 400 000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12.4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1.24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196" name="Google Shape;19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 of 10 involving negative exponents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57400" y="646075"/>
            <a:ext cx="416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Writing integers in a range of forms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697772" y="4711100"/>
            <a:ext cx="1348500" cy="390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697772" y="3187100"/>
            <a:ext cx="1348500" cy="390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507200" y="4801915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347275" y="2425100"/>
            <a:ext cx="1348500" cy="390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347275" y="2806100"/>
            <a:ext cx="1348500" cy="390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347275" y="3949100"/>
            <a:ext cx="1348500" cy="390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058151" y="3568100"/>
            <a:ext cx="1272900" cy="390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584875" y="4330100"/>
            <a:ext cx="1494300" cy="390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584875" y="2044100"/>
            <a:ext cx="1494300" cy="390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76400" y="989400"/>
            <a:ext cx="66156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incorrect alternative in each row.  Record the letter and rearrange them to make a word.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EXPONENT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507200" y="2886904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2874585" y="4418913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507200" y="2503902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968825" y="3652909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877915" y="3269906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874585" y="212090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507200" y="4035911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877915" y="4801915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10}&quot;&gt;&lt;mfrac&gt;&lt;mn&gt;30&lt;/mn&gt;&lt;mn&gt;10&lt;/mn&gt;&lt;/mfrac&gt;&lt;/math&gt;" id="219" name="Google Shape;219;p21" title="30 over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452" y="2077200"/>
            <a:ext cx="165300" cy="306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0}{10}&quot;&gt;&lt;mfrac&gt;&lt;mn&gt;300&lt;/mn&gt;&lt;mn&gt;10&lt;/mn&gt;&lt;/mfrac&gt;&lt;/math&gt;" id="220" name="Google Shape;220;p21" title="300 ove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698" y="2062173"/>
            <a:ext cx="240226" cy="30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40\ 000}{10}&quot;&gt;&lt;mfrac&gt;&lt;mrow&gt;&lt;mn&gt;740&lt;/mn&gt;&lt;mtext&gt;&lt;/mtext&gt;&lt;mn&gt;000&lt;/mn&gt;&lt;/mrow&gt;&lt;mn&gt;10&lt;/mn&gt;&lt;/mfrac&gt;&lt;/math&gt;" id="221" name="Google Shape;221;p21" title="the fraction with numerator 740 000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2200" y="2451000"/>
            <a:ext cx="496719" cy="30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50}{10^3}&quot;&gt;&lt;mfrac&gt;&lt;mn&gt;450&lt;/mn&gt;&lt;msup&gt;&lt;mn&gt;10&lt;/mn&gt;&lt;mn&gt;3&lt;/mn&gt;&lt;/msup&gt;&lt;/mfrac&gt;&lt;/math&gt;" id="222" name="Google Shape;222;p21" title="the fraction with numerator 450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8550" y="3189000"/>
            <a:ext cx="240225" cy="337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0^3}&quot;&gt;&lt;mfrac&gt;&lt;mn&gt;8&lt;/mn&gt;&lt;msup&gt;&lt;mn&gt;10&lt;/mn&gt;&lt;mn&gt;3&lt;/mn&gt;&lt;/msup&gt;&lt;/mfrac&gt;&lt;/math&gt;" id="223" name="Google Shape;223;p21" title="the fraction with numerator 8 and denominator 10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2600" y="3585000"/>
            <a:ext cx="240225" cy="344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000}{10^2}&quot;&gt;&lt;mfrac&gt;&lt;mn&gt;8000&lt;/mn&gt;&lt;msup&gt;&lt;mn&gt;10&lt;/mn&gt;&lt;mn&gt;2&lt;/mn&gt;&lt;/msup&gt;&lt;/mfrac&gt;&lt;/math&gt;" id="224" name="Google Shape;224;p21" title="the fraction with numerator 8000 and denominator 10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00200" y="3585000"/>
            <a:ext cx="313474" cy="3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249}{10^4}&quot;&gt;&lt;mfrac&gt;&lt;mn&gt;3249&lt;/mn&gt;&lt;msup&gt;&lt;mn&gt;10&lt;/mn&gt;&lt;mn&gt;4&lt;/mn&gt;&lt;/msup&gt;&lt;/mfrac&gt;&lt;/math&gt;" id="225" name="Google Shape;225;p21" title="the fraction with numerator 3249 and denominator 10 to the fourth powe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57690" y="4371975"/>
            <a:ext cx="272675" cy="29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4}{10^2}&quot;&gt;&lt;mfrac&gt;&lt;mn&gt;124&lt;/mn&gt;&lt;msup&gt;&lt;mn&gt;10&lt;/mn&gt;&lt;mn&gt;2&lt;/mn&gt;&lt;/msup&gt;&lt;/mfrac&gt;&lt;/math&gt;" id="226" name="Google Shape;226;p21" title="the fraction with numerator 124 and denominator 10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43250" y="4723626"/>
            <a:ext cx="240225" cy="33365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2874585" y="2503902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874585" y="2886904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874585" y="3269906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874585" y="3652909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2874585" y="4035911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2874585" y="4801915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968825" y="4418913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3968825" y="212090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3968825" y="2503902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3968825" y="2886904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5035625" y="321836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3968825" y="4035911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3968825" y="4801915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507200" y="3652909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5507200" y="4418913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507200" y="212090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507200" y="3269906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6877915" y="2886904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877915" y="2503902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877915" y="4035911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6877915" y="3652909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6877915" y="4418913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877915" y="2120900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3968825" y="3269906"/>
            <a:ext cx="1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