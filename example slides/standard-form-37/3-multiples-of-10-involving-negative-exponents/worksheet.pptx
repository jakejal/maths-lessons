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39DDD3-97F4-432E-A942-09EEA5088A15}">
  <a:tblStyle styleId="{EB39DDD3-97F4-432E-A942-09EEA5088A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0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0"/>
          <p:cNvSpPr txBox="1"/>
          <p:nvPr/>
        </p:nvSpPr>
        <p:spPr>
          <a:xfrm>
            <a:off x="457400" y="1597500"/>
            <a:ext cx="6624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647700" y="1875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{EB39DDD3-97F4-432E-A942-09EEA5088A15}</a:tableStyleId>
              </a:tblPr>
              <a:tblGrid>
                <a:gridCol w="223475"/>
                <a:gridCol w="1275275"/>
                <a:gridCol w="1245875"/>
                <a:gridCol w="2453450"/>
              </a:tblGrid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100\ 000\ }&quot;&gt;&lt;mfrac&gt;&lt;mn&gt;4&lt;/mn&gt;&lt;mrow&gt;&lt;mn&gt;100&lt;/mn&gt;&lt;mtext&gt;&lt;/mtext&gt;&lt;mn&gt;000&lt;/mn&gt;&lt;mtext&gt;&lt;/mtext&gt;&lt;/mrow&gt;&lt;/mfrac&gt;&lt;/math&gt;" id="165" name="Google Shape;165;p20" title="the fraction with numerator 4 and denominator 100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573" y="2561343"/>
            <a:ext cx="424237" cy="243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166" name="Google Shape;166;p20" title="two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3794" y="3205037"/>
            <a:ext cx="125305" cy="231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00}&quot;&gt;&lt;mfrac&gt;&lt;mn&gt;7&lt;/mn&gt;&lt;mn&gt;1000&lt;/mn&gt;&lt;/mfrac&gt;&lt;/math&gt;" id="167" name="Google Shape;167;p20" title="7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9862" y="4172763"/>
            <a:ext cx="235267" cy="22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57400" y="1331875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Introducing negative exponents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6400" y="49503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What mistake has Aisha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0.0003 in expanded exponential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writes: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0.0003 = 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because there are 3 zeros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17675" y="6817975"/>
            <a:ext cx="42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447" y="6212928"/>
            <a:ext cx="339724" cy="641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76400" y="7184175"/>
            <a:ext cx="440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Write each of the following in the alternative format: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800100" y="7405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{EB39DDD3-97F4-432E-A942-09EEA5088A15}</a:tableStyleId>
              </a:tblPr>
              <a:tblGrid>
                <a:gridCol w="236000"/>
                <a:gridCol w="1263375"/>
                <a:gridCol w="4638000"/>
              </a:tblGrid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+ 7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0.000603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182" name="Google Shape;182;p21"/>
          <p:cNvGraphicFramePr/>
          <p:nvPr/>
        </p:nvGraphicFramePr>
        <p:xfrm>
          <a:off x="6120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{EB39DDD3-97F4-432E-A942-09EEA5088A15}</a:tableStyleId>
              </a:tblPr>
              <a:tblGrid>
                <a:gridCol w="965375"/>
                <a:gridCol w="1505875"/>
                <a:gridCol w="1246100"/>
                <a:gridCol w="1358475"/>
                <a:gridCol w="1358475"/>
              </a:tblGrid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4500 × 0.1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6 280 000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32 490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324.9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324 900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83" name="Google Shape;183;p21"/>
          <p:cNvSpPr txBox="1"/>
          <p:nvPr/>
        </p:nvSpPr>
        <p:spPr>
          <a:xfrm>
            <a:off x="457400" y="646075"/>
            <a:ext cx="416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Writing integers in a range of forms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989400"/>
            <a:ext cx="661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incorrect alternative in each row.  Record the letter and rearrange them to make a word.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507200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287458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507200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96882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87791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87458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507200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&quot;&gt;&lt;mfrac&gt;&lt;mn&gt;30&lt;/mn&gt;&lt;mn&gt;10&lt;/mn&gt;&lt;/mfrac&gt;&lt;/math&gt;" id="192" name="Google Shape;192;p21" title="30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452" y="2077200"/>
            <a:ext cx="165300" cy="306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0}{10}&quot;&gt;&lt;mfrac&gt;&lt;mn&gt;300&lt;/mn&gt;&lt;mn&gt;10&lt;/mn&gt;&lt;/mfrac&gt;&lt;/math&gt;" id="193" name="Google Shape;193;p21" title="300 ove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698" y="2062173"/>
            <a:ext cx="240226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40\ 000}{10}&quot;&gt;&lt;mfrac&gt;&lt;mrow&gt;&lt;mn&gt;740&lt;/mn&gt;&lt;mtext&gt;&lt;/mtext&gt;&lt;mn&gt;000&lt;/mn&gt;&lt;/mrow&gt;&lt;mn&gt;10&lt;/mn&gt;&lt;/mfrac&gt;&lt;/math&gt;" id="194" name="Google Shape;194;p21" title="the fraction with numerator 740 000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2200" y="2451000"/>
            <a:ext cx="496719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0}{10^3}&quot;&gt;&lt;mfrac&gt;&lt;mn&gt;450&lt;/mn&gt;&lt;msup&gt;&lt;mn&gt;10&lt;/mn&gt;&lt;mn&gt;3&lt;/mn&gt;&lt;/msup&gt;&lt;/mfrac&gt;&lt;/math&gt;" id="195" name="Google Shape;195;p21" title="the fraction with numerator 450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8550" y="3189000"/>
            <a:ext cx="240225" cy="337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^3}&quot;&gt;&lt;mfrac&gt;&lt;mn&gt;8&lt;/mn&gt;&lt;msup&gt;&lt;mn&gt;10&lt;/mn&gt;&lt;mn&gt;3&lt;/mn&gt;&lt;/msup&gt;&lt;/mfrac&gt;&lt;/math&gt;" id="196" name="Google Shape;196;p21" title="the fraction with numerator 8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2600" y="3585000"/>
            <a:ext cx="240225" cy="344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00}{10^2}&quot;&gt;&lt;mfrac&gt;&lt;mn&gt;8000&lt;/mn&gt;&lt;msup&gt;&lt;mn&gt;10&lt;/mn&gt;&lt;mn&gt;2&lt;/mn&gt;&lt;/msup&gt;&lt;/mfrac&gt;&lt;/math&gt;" id="197" name="Google Shape;197;p21" title="the fraction with numerator 8000 and denominator 10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00200" y="3585000"/>
            <a:ext cx="313474" cy="3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49}{10^4}&quot;&gt;&lt;mfrac&gt;&lt;mn&gt;3249&lt;/mn&gt;&lt;msup&gt;&lt;mn&gt;10&lt;/mn&gt;&lt;mn&gt;4&lt;/mn&gt;&lt;/msup&gt;&lt;/mfrac&gt;&lt;/math&gt;" id="198" name="Google Shape;198;p21" title="the fraction with numerator 3249 and denominator 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7690" y="4371975"/>
            <a:ext cx="272675" cy="2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287458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87458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87458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87458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87458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396882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96882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96882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96882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035625" y="321836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96882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507200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507200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507200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507200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687791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87791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87791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87791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87791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87791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96882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507200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87791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87458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96882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4}{10^2}&quot;&gt;&lt;mfrac&gt;&lt;mn&gt;124&lt;/mn&gt;&lt;msup&gt;&lt;mn&gt;10&lt;/mn&gt;&lt;mn&gt;2&lt;/mn&gt;&lt;/msup&gt;&lt;/mfrac&gt;&lt;/math&gt;" id="225" name="Google Shape;225;p21" title="the fraction with numerator 124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18550" y="4727500"/>
            <a:ext cx="240225" cy="333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