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138DD2-8580-4560-8470-19CE8F7498A1}">
  <a:tblStyle styleId="{EA138DD2-8580-4560-8470-19CE8F7498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bc6a7b0660_0_5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bc6a7b066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10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0"/>
          <p:cNvSpPr txBox="1"/>
          <p:nvPr/>
        </p:nvSpPr>
        <p:spPr>
          <a:xfrm>
            <a:off x="457400" y="12980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Writing very small numbers in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5975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place value charts, write the following in standard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911475" y="1862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{EA138DD2-8580-4560-8470-19CE8F7498A1}</a:tableStyleId>
              </a:tblPr>
              <a:tblGrid>
                <a:gridCol w="841475"/>
                <a:gridCol w="814275"/>
                <a:gridCol w="814275"/>
                <a:gridCol w="814275"/>
                <a:gridCol w="814275"/>
                <a:gridCol w="814275"/>
              </a:tblGrid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329139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09638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248640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68141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688450" y="2442100"/>
            <a:ext cx="111600" cy="120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328162" y="2152825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126843" y="2154124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730801" y="2155422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529482" y="2156721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90137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925524" y="2158020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-5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76425" y="18465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926875" y="2160617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36350" y="1722883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36350" y="2789683"/>
            <a:ext cx="46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4264500"/>
            <a:ext cx="62463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 following are not in standard form?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xplain why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123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1.24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0.96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12 300 ÷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0.059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6400" y="6931500"/>
            <a:ext cx="6359400" cy="17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Without a place value chart, write the following in standard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0.000 000 354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0.001 45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0.000 000 000 563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0.048 6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0.000 000 000 631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911475" y="29297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{EA138DD2-8580-4560-8470-19CE8F7498A1}</a:tableStyleId>
              </a:tblPr>
              <a:tblGrid>
                <a:gridCol w="841475"/>
                <a:gridCol w="814275"/>
                <a:gridCol w="814275"/>
                <a:gridCol w="814275"/>
                <a:gridCol w="814275"/>
                <a:gridCol w="814275"/>
              </a:tblGrid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91425" marL="90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0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329139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09638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48640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68141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688450" y="3508900"/>
            <a:ext cx="111600" cy="120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328162" y="3219625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26843" y="3220924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730801" y="3222222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529482" y="3223521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90137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925524" y="3224820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-5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76425" y="2913308"/>
            <a:ext cx="89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926875" y="3227417"/>
            <a:ext cx="838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482575" y="5847150"/>
            <a:ext cx="66093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microchip has a width of 2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 Write this as an ordinary number in cm.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Mars is approximately 225 million km away from Earth. Write this in standard form in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The radius of an atom is approximately 1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 Write this an an ordinary number in mm.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77550" y="934725"/>
            <a:ext cx="66144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into standard form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0.000 000 263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652 000 000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0.005 63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892 000 000 000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0.000 000 000 000 0003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30 004 000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0.000 300 4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Converting between ordinary and standard form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7550" y="3296925"/>
            <a:ext cx="8060100" cy="3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Convert the following into ordinary numbers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2.31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6.153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9.1565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2.48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2.48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3.0065  ×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small numbers in standard form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Standard form on the calculator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00200" y="816450"/>
            <a:ext cx="6615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output as a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34250" y="10017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18" name="Google Shape;218;p22"/>
          <p:cNvSpPr txBox="1"/>
          <p:nvPr/>
        </p:nvSpPr>
        <p:spPr>
          <a:xfrm>
            <a:off x="510850" y="23714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19" name="Google Shape;219;p22"/>
          <p:cNvSpPr txBox="1"/>
          <p:nvPr/>
        </p:nvSpPr>
        <p:spPr>
          <a:xfrm>
            <a:off x="4130350" y="10017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20" name="Google Shape;220;p22"/>
          <p:cNvSpPr txBox="1"/>
          <p:nvPr/>
        </p:nvSpPr>
        <p:spPr>
          <a:xfrm>
            <a:off x="4130350" y="23714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id="221" name="Google Shape;2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138" y="1069015"/>
            <a:ext cx="2331369" cy="996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138" y="2433604"/>
            <a:ext cx="2386449" cy="102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4435" y="1069015"/>
            <a:ext cx="2504665" cy="1057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4435" y="2433604"/>
            <a:ext cx="2493718" cy="1020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476400" y="3883500"/>
            <a:ext cx="65313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Investigate when the number becomes so small that the calculator converts it into standard form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76400" y="5712300"/>
            <a:ext cx="61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34250" y="61071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28" name="Google Shape;228;p22"/>
          <p:cNvSpPr txBox="1"/>
          <p:nvPr/>
        </p:nvSpPr>
        <p:spPr>
          <a:xfrm>
            <a:off x="510850" y="76673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29" name="Google Shape;229;p22"/>
          <p:cNvSpPr txBox="1"/>
          <p:nvPr/>
        </p:nvSpPr>
        <p:spPr>
          <a:xfrm>
            <a:off x="4130350" y="6107100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30" name="Google Shape;230;p22"/>
          <p:cNvSpPr txBox="1"/>
          <p:nvPr/>
        </p:nvSpPr>
        <p:spPr>
          <a:xfrm>
            <a:off x="4130350" y="7667325"/>
            <a:ext cx="55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4138" y="6163601"/>
            <a:ext cx="2448717" cy="112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8">
            <a:alphaModFix/>
          </a:blip>
          <a:srcRect b="6041" l="0" r="0" t="0"/>
          <a:stretch/>
        </p:blipFill>
        <p:spPr>
          <a:xfrm>
            <a:off x="4336901" y="6163601"/>
            <a:ext cx="2581251" cy="117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4138" y="7678503"/>
            <a:ext cx="2480183" cy="114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18539" y="7678503"/>
            <a:ext cx="2614971" cy="117088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2826250" y="6833150"/>
            <a:ext cx="188100" cy="1611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565650" y="7885725"/>
            <a:ext cx="352200" cy="2571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989700" y="7929350"/>
            <a:ext cx="1148100" cy="2571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6531475" y="6909350"/>
            <a:ext cx="188100" cy="1611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2"/>
          <p:cNvCxnSpPr/>
          <p:nvPr/>
        </p:nvCxnSpPr>
        <p:spPr>
          <a:xfrm>
            <a:off x="474757" y="9590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