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2CD139-A312-40F1-967A-7213DED749A6}">
  <a:tblStyle styleId="{FB2CD139-A312-40F1-967A-7213DED749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bcba6a52a5_0_15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bcba6a52a5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10" Type="http://schemas.openxmlformats.org/officeDocument/2006/relationships/image" Target="../media/image12.png"/><Relationship Id="rId9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small numbers in standard form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0"/>
          <p:cNvSpPr txBox="1"/>
          <p:nvPr/>
        </p:nvSpPr>
        <p:spPr>
          <a:xfrm>
            <a:off x="457400" y="1298008"/>
            <a:ext cx="618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Writing very small numbers in standard form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0" y="1597500"/>
            <a:ext cx="661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place value charts, write the following in standard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6" name="Google Shape;176;p20"/>
          <p:cNvGraphicFramePr/>
          <p:nvPr/>
        </p:nvGraphicFramePr>
        <p:xfrm>
          <a:off x="911475" y="18629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{FB2CD139-A312-40F1-967A-7213DED749A6}</a:tableStyleId>
              </a:tblPr>
              <a:tblGrid>
                <a:gridCol w="841475"/>
                <a:gridCol w="814275"/>
                <a:gridCol w="814275"/>
                <a:gridCol w="814275"/>
                <a:gridCol w="814275"/>
                <a:gridCol w="814275"/>
              </a:tblGrid>
              <a:tr h="2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20"/>
          <p:cNvSpPr txBox="1"/>
          <p:nvPr/>
        </p:nvSpPr>
        <p:spPr>
          <a:xfrm>
            <a:off x="3291395" y="18465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096385" y="18465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2486405" y="18465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681415" y="18465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688450" y="2442100"/>
            <a:ext cx="111600" cy="120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3328162" y="2152825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126843" y="2154124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730801" y="2155422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529482" y="2156721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901375" y="18465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925524" y="2158020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-5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876425" y="18465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926875" y="2160617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36350" y="1722883"/>
            <a:ext cx="4659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36350" y="2789683"/>
            <a:ext cx="4659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901926" y="2672575"/>
            <a:ext cx="63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−4</a:t>
            </a:r>
            <a:endParaRPr baseline="30000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891800" y="3762658"/>
            <a:ext cx="83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.28 × 10</a:t>
            </a:r>
            <a:r>
              <a:rPr baseline="30000"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−2</a:t>
            </a:r>
            <a:endParaRPr baseline="30000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76400" y="4416900"/>
            <a:ext cx="6246300" cy="21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Which of the following are not in standard form?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xplain why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123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1.24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0.96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12 300 ÷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0.059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1705713" y="6014912"/>
            <a:ext cx="508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is incorrect as standard form uses multiplication.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1705713" y="4793574"/>
            <a:ext cx="4560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is incorrect as 123 needs to be a number satisfying 1 ≤ A &lt; 10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705713" y="6422024"/>
            <a:ext cx="4560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is incorrect as 0.059 needs to be a number satisfying 1 ≤ A &lt; 10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1705713" y="5200686"/>
            <a:ext cx="381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is in correct standard form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1705713" y="5607799"/>
            <a:ext cx="4560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is incorrect as 0.96 needs to be a number satisfying 1 ≤ A &lt; 10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76400" y="7007700"/>
            <a:ext cx="6359400" cy="17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Without a place value chart, write the following in standard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0.000 000 354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0.001 45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0.000 000 000 563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0.048 6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0.000 000 000 631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2529257" y="7416125"/>
            <a:ext cx="99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3.54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−7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2529257" y="7765385"/>
            <a:ext cx="99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1.45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endParaRPr sz="1200"/>
          </a:p>
        </p:txBody>
      </p:sp>
      <p:sp>
        <p:nvSpPr>
          <p:cNvPr id="203" name="Google Shape;203;p20"/>
          <p:cNvSpPr txBox="1"/>
          <p:nvPr/>
        </p:nvSpPr>
        <p:spPr>
          <a:xfrm>
            <a:off x="2529257" y="8114646"/>
            <a:ext cx="99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5.63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−10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/>
          </a:p>
        </p:txBody>
      </p:sp>
      <p:sp>
        <p:nvSpPr>
          <p:cNvPr id="204" name="Google Shape;204;p20"/>
          <p:cNvSpPr txBox="1"/>
          <p:nvPr/>
        </p:nvSpPr>
        <p:spPr>
          <a:xfrm>
            <a:off x="2529257" y="8463906"/>
            <a:ext cx="99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4.86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endParaRPr sz="1200"/>
          </a:p>
        </p:txBody>
      </p:sp>
      <p:sp>
        <p:nvSpPr>
          <p:cNvPr id="205" name="Google Shape;205;p20"/>
          <p:cNvSpPr txBox="1"/>
          <p:nvPr/>
        </p:nvSpPr>
        <p:spPr>
          <a:xfrm>
            <a:off x="2529257" y="8889367"/>
            <a:ext cx="99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6.31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−10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/>
          </a:p>
        </p:txBody>
      </p:sp>
      <p:graphicFrame>
        <p:nvGraphicFramePr>
          <p:cNvPr id="206" name="Google Shape;206;p20"/>
          <p:cNvGraphicFramePr/>
          <p:nvPr/>
        </p:nvGraphicFramePr>
        <p:xfrm>
          <a:off x="911475" y="29297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{FB2CD139-A312-40F1-967A-7213DED749A6}</a:tableStyleId>
              </a:tblPr>
              <a:tblGrid>
                <a:gridCol w="841475"/>
                <a:gridCol w="814275"/>
                <a:gridCol w="814275"/>
                <a:gridCol w="814275"/>
                <a:gridCol w="814275"/>
                <a:gridCol w="814275"/>
              </a:tblGrid>
              <a:tr h="2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7" name="Google Shape;207;p20"/>
          <p:cNvSpPr txBox="1"/>
          <p:nvPr/>
        </p:nvSpPr>
        <p:spPr>
          <a:xfrm>
            <a:off x="3291395" y="29133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096385" y="29133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2486405" y="29133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1681415" y="29133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1688450" y="3508900"/>
            <a:ext cx="111600" cy="120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3328162" y="3219625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4126843" y="3220924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1730801" y="3222222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2529482" y="3223521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901375" y="29133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925524" y="3224820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-5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876425" y="29133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926875" y="3227417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/>
          <p:nvPr/>
        </p:nvSpPr>
        <p:spPr>
          <a:xfrm>
            <a:off x="482575" y="5694750"/>
            <a:ext cx="66093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 microchip has a width of 2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m. Write this as an ordinary number in cm.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Mars is approximately 225 million km away from Earth. Write this in standard form in 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The radius of an atom is approximately 1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m. Write this an an ordinary number in mm.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Writing small numbers in standard form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477550" y="934725"/>
            <a:ext cx="6614400" cy="20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Convert the following into standard form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0.000 000 263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652 000 000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0.005 63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892 000 000 000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0.000 000 000 000 0003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30 004 000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0.000 300 4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2834353" y="1116950"/>
            <a:ext cx="158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2.63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2834353" y="1390583"/>
            <a:ext cx="158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6.52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834353" y="1664217"/>
            <a:ext cx="158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5.63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2834353" y="1937850"/>
            <a:ext cx="158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8.92 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2834353" y="2211483"/>
            <a:ext cx="158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−16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2834353" y="2485117"/>
            <a:ext cx="158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3.0004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2834353" y="2758750"/>
            <a:ext cx="203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3.004 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57400" y="612208"/>
            <a:ext cx="618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Converting between ordinary and standard form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77550" y="3144525"/>
            <a:ext cx="8060100" cy="3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Convert the following into ordinary numbers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2.31 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6.153 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9.1565 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2.48 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2.48 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3.0065 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2082052" y="3335400"/>
            <a:ext cx="126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23 100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2082052" y="3700573"/>
            <a:ext cx="120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0.000 061 53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2082052" y="4065747"/>
            <a:ext cx="13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0.000 009 156 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2082052" y="4430920"/>
            <a:ext cx="135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248 000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2082052" y="4796093"/>
            <a:ext cx="135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0.000 024 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756950" y="6064025"/>
            <a:ext cx="2437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0.000 002 m = 0.000 000 02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756950" y="7467125"/>
            <a:ext cx="3811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225 000 000 km = 225 000 000 000 m =2.25 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756950" y="8780100"/>
            <a:ext cx="323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0.000 000 000 1 m = 0.000 000 000 000 1 mm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44" name="Google Shape;244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p21"/>
          <p:cNvSpPr txBox="1"/>
          <p:nvPr/>
        </p:nvSpPr>
        <p:spPr>
          <a:xfrm>
            <a:off x="2082052" y="5161267"/>
            <a:ext cx="173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0.000 000 003 006 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2" name="Google Shape;252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small numbers in standard form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457400" y="612208"/>
            <a:ext cx="618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Standard form on the calculator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400200" y="911700"/>
            <a:ext cx="66156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output as a decimal.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534250" y="1154100"/>
            <a:ext cx="55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258" name="Google Shape;258;p22"/>
          <p:cNvSpPr txBox="1"/>
          <p:nvPr/>
        </p:nvSpPr>
        <p:spPr>
          <a:xfrm>
            <a:off x="510850" y="2523825"/>
            <a:ext cx="55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59" name="Google Shape;259;p22"/>
          <p:cNvSpPr txBox="1"/>
          <p:nvPr/>
        </p:nvSpPr>
        <p:spPr>
          <a:xfrm>
            <a:off x="4130350" y="1154100"/>
            <a:ext cx="55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sp>
        <p:nvSpPr>
          <p:cNvPr id="260" name="Google Shape;260;p22"/>
          <p:cNvSpPr txBox="1"/>
          <p:nvPr/>
        </p:nvSpPr>
        <p:spPr>
          <a:xfrm>
            <a:off x="4130350" y="2523825"/>
            <a:ext cx="55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/>
          </a:p>
        </p:txBody>
      </p:sp>
      <p:pic>
        <p:nvPicPr>
          <p:cNvPr id="261" name="Google Shape;26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138" y="1221415"/>
            <a:ext cx="2331369" cy="996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138" y="2586004"/>
            <a:ext cx="2386449" cy="1020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34435" y="1221415"/>
            <a:ext cx="2504665" cy="1057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34435" y="2586004"/>
            <a:ext cx="2493718" cy="102087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 txBox="1"/>
          <p:nvPr/>
        </p:nvSpPr>
        <p:spPr>
          <a:xfrm>
            <a:off x="792250" y="2274300"/>
            <a:ext cx="193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0.000 068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4369550" y="2318275"/>
            <a:ext cx="193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0.009 378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792250" y="3652625"/>
            <a:ext cx="193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0.000 000 298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4369550" y="3611400"/>
            <a:ext cx="193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0.000 69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476400" y="4035900"/>
            <a:ext cx="65313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Investigate when the number becomes so small that the calculator converts it into standard form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476400" y="4849400"/>
            <a:ext cx="661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 number when written in standard form has an exponent less than or equal to −3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476400" y="5712300"/>
            <a:ext cx="823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Fill in the missing information.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534250" y="6107100"/>
            <a:ext cx="55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273" name="Google Shape;273;p22"/>
          <p:cNvSpPr txBox="1"/>
          <p:nvPr/>
        </p:nvSpPr>
        <p:spPr>
          <a:xfrm>
            <a:off x="510850" y="7667325"/>
            <a:ext cx="55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74" name="Google Shape;274;p22"/>
          <p:cNvSpPr txBox="1"/>
          <p:nvPr/>
        </p:nvSpPr>
        <p:spPr>
          <a:xfrm>
            <a:off x="4130350" y="6107100"/>
            <a:ext cx="55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sp>
        <p:nvSpPr>
          <p:cNvPr id="275" name="Google Shape;275;p22"/>
          <p:cNvSpPr txBox="1"/>
          <p:nvPr/>
        </p:nvSpPr>
        <p:spPr>
          <a:xfrm>
            <a:off x="4130350" y="7667325"/>
            <a:ext cx="55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/>
          </a:p>
        </p:txBody>
      </p:sp>
      <p:pic>
        <p:nvPicPr>
          <p:cNvPr id="276" name="Google Shape;276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4138" y="6163601"/>
            <a:ext cx="2448717" cy="1123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2"/>
          <p:cNvPicPr preferRelativeResize="0"/>
          <p:nvPr/>
        </p:nvPicPr>
        <p:blipFill rotWithShape="1">
          <a:blip r:embed="rId8">
            <a:alphaModFix/>
          </a:blip>
          <a:srcRect b="6041" l="0" r="0" t="0"/>
          <a:stretch/>
        </p:blipFill>
        <p:spPr>
          <a:xfrm>
            <a:off x="4336901" y="6163601"/>
            <a:ext cx="2581251" cy="1170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4138" y="7678503"/>
            <a:ext cx="2480183" cy="1140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18539" y="7678503"/>
            <a:ext cx="2614971" cy="117088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2"/>
          <p:cNvSpPr/>
          <p:nvPr/>
        </p:nvSpPr>
        <p:spPr>
          <a:xfrm>
            <a:off x="2826250" y="6833150"/>
            <a:ext cx="188100" cy="161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4584700" y="7885725"/>
            <a:ext cx="352200" cy="257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989700" y="7929350"/>
            <a:ext cx="1148100" cy="257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6531475" y="6909350"/>
            <a:ext cx="188100" cy="161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