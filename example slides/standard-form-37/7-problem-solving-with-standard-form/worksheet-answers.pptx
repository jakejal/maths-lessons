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707EEE-8B68-4D94-A82A-5B994D157E55}">
  <a:tblStyle styleId="{F9707EEE-8B68-4D94-A82A-5B994D157E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504975" y="7388700"/>
            <a:ext cx="6610500" cy="24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Write the following in correct standard form: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3590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0.003 59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35.9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0.359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−9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359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359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35.9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standard form</a:t>
            </a:r>
            <a:endParaRPr/>
          </a:p>
        </p:txBody>
      </p:sp>
      <p:cxnSp>
        <p:nvCxnSpPr>
          <p:cNvPr id="174" name="Google Shape;174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0"/>
          <p:cNvSpPr txBox="1"/>
          <p:nvPr/>
        </p:nvSpPr>
        <p:spPr>
          <a:xfrm>
            <a:off x="457400" y="1298008"/>
            <a:ext cx="618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Not quite standard form numbers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00200" y="1538600"/>
            <a:ext cx="6610500" cy="27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in correct standard form: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398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34 </a:t>
            </a:r>
            <a:b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9000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 </a:t>
            </a:r>
            <a:b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340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b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89 000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 </a:t>
            </a:r>
            <a:b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−5</a:t>
            </a:r>
            <a:b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490 000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−12</a:t>
            </a:r>
            <a:b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99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2109367" y="1911275"/>
            <a:ext cx="14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3.98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2109367" y="2638350"/>
            <a:ext cx="14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3.4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2109367" y="2274813"/>
            <a:ext cx="14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9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2109367" y="3001888"/>
            <a:ext cx="14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8.9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2109367" y="3365425"/>
            <a:ext cx="14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4.2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2109367" y="3728963"/>
            <a:ext cx="14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4.9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109367" y="4092500"/>
            <a:ext cx="14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9.9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76400" y="4416900"/>
            <a:ext cx="6624000" cy="27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the following in correct standard form: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0.034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39</a:t>
            </a:r>
            <a:b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0.0056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</a:t>
            </a:r>
            <a:b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0.000 032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</a:t>
            </a:r>
            <a:b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0.45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b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0.583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−2</a:t>
            </a:r>
            <a:b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0.003 53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−3</a:t>
            </a:r>
            <a:b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0.1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111204" y="4780625"/>
            <a:ext cx="146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3.4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111204" y="5144871"/>
            <a:ext cx="146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5.6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2111204" y="5509117"/>
            <a:ext cx="146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3.2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2111204" y="5873363"/>
            <a:ext cx="146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4.5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111204" y="6237608"/>
            <a:ext cx="1632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5.83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–3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2111204" y="6601854"/>
            <a:ext cx="146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3.53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111204" y="6966100"/>
            <a:ext cx="146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1979300" y="7733375"/>
            <a:ext cx="181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3.59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1979300" y="8066650"/>
            <a:ext cx="181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3.59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1979300" y="8399925"/>
            <a:ext cx="181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3.59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1979300" y="8733200"/>
            <a:ext cx="181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3.59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−10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1979300" y="9066475"/>
            <a:ext cx="181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3.59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979300" y="9399750"/>
            <a:ext cx="181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3.59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1979300" y="9733025"/>
            <a:ext cx="181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3.59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standard form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457400" y="612208"/>
            <a:ext cx="618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Using standard form in problems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76400" y="911700"/>
            <a:ext cx="661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How many years are 1 billion seconds?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calculator and use 365 days as a standard year.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533200" y="1432800"/>
            <a:ext cx="35658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billion = 1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1 000 000 000 seconds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1 000 000 000 ÷ 60 = 16 666 666.7 (1 d.p.) minutes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16 666 666.7 ÷ 60 = 277 777.8 (1 d.p.) hours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277 777.8 ÷ 24 = 	11 574.1 (1 d.p.) days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11 574.1 ÷ 365 = 31.7 (1 d.p.) years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76400" y="2511900"/>
            <a:ext cx="66156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Flash drives come in 16 MB, 64 MB and 128 MB. A video was made and has 21 700 000 bytes.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Given that 1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1 MB (megabyte).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minimum flash drive needed to put this film 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76400" y="3564475"/>
            <a:ext cx="63429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21 700 000 = 2.17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is the same as 21.7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Given we know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is the same as Mega we can say that  2.17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21.7MB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minimum is a 64MB flash drive.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76400" y="4416900"/>
            <a:ext cx="62991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radius of Mercury is approximately 2 500 km.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radius of Neptune is approximately 25 000 000 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times bigger is Neptune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’s radius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than Mercury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’s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11268" y="5273600"/>
            <a:ext cx="65808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Mercury’s radius ≈ 2 500 km = 2 500 000 m = 2.5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Neptune’s radius ≈ 2.5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Neptune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’s radius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is 10 times bigger than Mercury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’s radius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3903375" y="6474300"/>
            <a:ext cx="3188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Here are some approximations of the radii of planets.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any two of your own questions, including the use of standard form.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Kalam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Write all of these radii in m using standard form.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Kalam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Put the planets in ascending order, using standard form.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5" name="Google Shape;215;p21"/>
          <p:cNvGraphicFramePr/>
          <p:nvPr/>
        </p:nvGraphicFramePr>
        <p:xfrm>
          <a:off x="640500" y="6502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{F9707EEE-8B68-4D94-A82A-5B994D157E55}</a:tableStyleId>
              </a:tblPr>
              <a:tblGrid>
                <a:gridCol w="1569750"/>
                <a:gridCol w="1569750"/>
              </a:tblGrid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Planet</a:t>
                      </a:r>
                      <a:endParaRPr b="1" sz="12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Radius</a:t>
                      </a:r>
                      <a:endParaRPr b="1" sz="12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Mercury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2 500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Venus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6 000 km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6 000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3 000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Jupiter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71 000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Saturn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60 000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Uranus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25 000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Neptune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25 000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