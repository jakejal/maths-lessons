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FD511A2-373F-4897-BD5E-2AA279E0DB17}">
  <a:tblStyle styleId="{8FD511A2-373F-4897-BD5E-2AA279E0DB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" name="Shape 166"/>
        <p:cNvGrpSpPr/>
        <p:nvPr/>
      </p:nvGrpSpPr>
      <p:grpSpPr>
        <a:xfrm>
          <a:off x="0" y="0"/>
          <a:ext cx="0" cy="0"/>
        </a:xfrm>
      </p:grpSpPr>
      <p:sp>
        <p:nvSpPr>
          <p:cNvPr id="167" name="Google Shape;16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504975" y="7388700"/>
            <a:ext cx="6610500" cy="24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 following in correct standard form: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3590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 59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35.9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0.359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35.9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" name="Google Shape;163;p20"/>
          <p:cNvSpPr txBox="1"/>
          <p:nvPr/>
        </p:nvSpPr>
        <p:spPr>
          <a:xfrm>
            <a:off x="457400" y="12980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Not quite standard form numbers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00200" y="1538600"/>
            <a:ext cx="6610500" cy="27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in correct standard form: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398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 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9000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340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89 000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−5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490 000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−12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99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4416900"/>
            <a:ext cx="6624000" cy="27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in correct standard form: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0.034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0.0056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0.000 032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0.583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0.003 53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−3</a:t>
            </a:r>
            <a:b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" name="Shape 169"/>
        <p:cNvGrpSpPr/>
        <p:nvPr/>
      </p:nvGrpSpPr>
      <p:grpSpPr>
        <a:xfrm>
          <a:off x="0" y="0"/>
          <a:ext cx="0" cy="0"/>
        </a:xfrm>
      </p:grpSpPr>
      <p:sp>
        <p:nvSpPr>
          <p:cNvPr id="170" name="Google Shape;17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1" name="Google Shape;17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standard form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57400" y="612208"/>
            <a:ext cx="6181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Using standard form in problems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76400" y="911700"/>
            <a:ext cx="66156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How many years are 1 billion seconds?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a calculator and use 365 days as a standard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76400" y="2511900"/>
            <a:ext cx="66156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Flash drives come in 16 MB, 64 MB and 128 MB. A video was made and has 21 700 000 bytes.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Given that 1 × 10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1 MB (megabyte).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flash drive needed to put this film 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76400" y="4416900"/>
            <a:ext cx="62991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radius of Mercury is approximately 2 500 km.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radius of Neptune is approximately 25 000 000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times bigger is Neptune than Mercury?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3903375" y="6474300"/>
            <a:ext cx="31887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Here are some approximations of the radii of planets.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any two of your own questions, including the use of standard form.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" name="Google Shape;180;p21"/>
          <p:cNvGraphicFramePr>
            <a:graphicFrameLocks noGrp="1"/>
          </p:cNvGraphicFramePr>
          <p:nvPr/>
        </p:nvGraphicFramePr>
        <p:xfrm>
          <a:off x="640500" y="650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{8FD511A2-373F-4897-BD5E-2AA279E0DB17}</a:tableStyleId>
              </a:tblPr>
              <a:tblGrid>
                <a:gridCol w="1569750"/>
                <a:gridCol w="1569750"/>
              </a:tblGrid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Planet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≈ Radius</a:t>
                      </a:r>
                      <a:endParaRPr sz="12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2 500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Uranus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319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Neptune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25 000 km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standard form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2024-03-05T14:23:47.107</cp:lastPrinted>
  <dcterms:created xsi:type="dcterms:W3CDTF">2024-03-05T14:23:47Z</dcterms:created>
  <dcterms:modified xsi:type="dcterms:W3CDTF">2024-03-05T14:21:26Z</dcterms:modified>
</cp:coreProperties>
</file>