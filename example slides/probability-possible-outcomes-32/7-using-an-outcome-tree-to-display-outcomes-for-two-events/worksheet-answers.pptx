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b839618647_0_14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b83961864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2" Type="http://schemas.openxmlformats.org/officeDocument/2006/relationships/image" Target="../media/image15.png"/><Relationship Id="rId9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an outcome tree to display outcomes for two events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3903775" y="2117450"/>
            <a:ext cx="318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Spinners 1 and 2 will be spun once each.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88274" y="2117450"/>
            <a:ext cx="283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spinner will be spun once.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this single-stage trial.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4748" y="1639850"/>
            <a:ext cx="623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trees for two-stage trials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 flipH="1">
            <a:off x="3771224" y="2044704"/>
            <a:ext cx="9900" cy="792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7" name="Google Shape;177;p20"/>
          <p:cNvGrpSpPr/>
          <p:nvPr/>
        </p:nvGrpSpPr>
        <p:grpSpPr>
          <a:xfrm>
            <a:off x="456977" y="2872153"/>
            <a:ext cx="1182523" cy="1182523"/>
            <a:chOff x="324176" y="1873177"/>
            <a:chExt cx="1547400" cy="1547400"/>
          </a:xfrm>
        </p:grpSpPr>
        <p:sp>
          <p:nvSpPr>
            <p:cNvPr id="178" name="Google Shape;178;p20"/>
            <p:cNvSpPr/>
            <p:nvPr/>
          </p:nvSpPr>
          <p:spPr>
            <a:xfrm>
              <a:off x="533846" y="2082809"/>
              <a:ext cx="1128000" cy="11280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9" name="Google Shape;179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3201" y="2080996"/>
              <a:ext cx="1108500" cy="1108500"/>
            </a:xfrm>
            <a:prstGeom prst="pie">
              <a:avLst>
                <a:gd fmla="val 3321768" name="adj1"/>
                <a:gd fmla="val 7600233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80" name="Google Shape;180;p20"/>
            <p:cNvSpPr/>
            <p:nvPr/>
          </p:nvSpPr>
          <p:spPr>
            <a:xfrm rot="8649783">
              <a:off x="543715" y="2092717"/>
              <a:ext cx="1108320" cy="1108320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9E9E9E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0"/>
            <p:cNvSpPr/>
            <p:nvPr/>
          </p:nvSpPr>
          <p:spPr>
            <a:xfrm rot="-4309794">
              <a:off x="543857" y="2092830"/>
              <a:ext cx="1108264" cy="1108264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543850" y="2092903"/>
              <a:ext cx="1108200" cy="1108200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 rot="4312737">
              <a:off x="543727" y="2092593"/>
              <a:ext cx="1108268" cy="1108268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EEEEEE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1099350" y="2138475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5" name="Google Shape;185;p20"/>
            <p:cNvGrpSpPr/>
            <p:nvPr/>
          </p:nvGrpSpPr>
          <p:grpSpPr>
            <a:xfrm>
              <a:off x="1065467" y="2119992"/>
              <a:ext cx="62453" cy="543383"/>
              <a:chOff x="996050" y="213293"/>
              <a:chExt cx="93900" cy="909732"/>
            </a:xfrm>
          </p:grpSpPr>
          <p:cxnSp>
            <p:nvCxnSpPr>
              <p:cNvPr id="186" name="Google Shape;186;p20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87" name="Google Shape;187;p2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8" name="Google Shape;188;p20"/>
            <p:cNvSpPr/>
            <p:nvPr/>
          </p:nvSpPr>
          <p:spPr>
            <a:xfrm>
              <a:off x="980826" y="2874537"/>
              <a:ext cx="210300" cy="19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1173113" y="2498920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 flipH="1">
              <a:off x="628788" y="2138475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 flipH="1">
              <a:off x="555025" y="2498920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980821" y="2910488"/>
              <a:ext cx="210300" cy="12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" name="Google Shape;193;p20"/>
          <p:cNvGrpSpPr/>
          <p:nvPr/>
        </p:nvGrpSpPr>
        <p:grpSpPr>
          <a:xfrm>
            <a:off x="1411540" y="3331190"/>
            <a:ext cx="1266666" cy="1802237"/>
            <a:chOff x="390126" y="2329066"/>
            <a:chExt cx="1657506" cy="2358332"/>
          </a:xfrm>
        </p:grpSpPr>
        <p:grpSp>
          <p:nvGrpSpPr>
            <p:cNvPr id="194" name="Google Shape;194;p20"/>
            <p:cNvGrpSpPr/>
            <p:nvPr/>
          </p:nvGrpSpPr>
          <p:grpSpPr>
            <a:xfrm>
              <a:off x="390126" y="2468097"/>
              <a:ext cx="1501276" cy="2117301"/>
              <a:chOff x="2030775" y="2475081"/>
              <a:chExt cx="1501276" cy="2309195"/>
            </a:xfrm>
          </p:grpSpPr>
          <p:sp>
            <p:nvSpPr>
              <p:cNvPr id="195" name="Google Shape;195;p20"/>
              <p:cNvSpPr/>
              <p:nvPr/>
            </p:nvSpPr>
            <p:spPr>
              <a:xfrm>
                <a:off x="2030775" y="3492660"/>
                <a:ext cx="277200" cy="277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96" name="Google Shape;196;p20"/>
              <p:cNvCxnSpPr/>
              <p:nvPr/>
            </p:nvCxnSpPr>
            <p:spPr>
              <a:xfrm flipH="1" rot="10800000">
                <a:off x="2267375" y="2475081"/>
                <a:ext cx="1175100" cy="1013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" name="Google Shape;197;p20"/>
              <p:cNvCxnSpPr/>
              <p:nvPr/>
            </p:nvCxnSpPr>
            <p:spPr>
              <a:xfrm>
                <a:off x="2267375" y="3771176"/>
                <a:ext cx="1175100" cy="1013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" name="Google Shape;198;p20"/>
              <p:cNvCxnSpPr/>
              <p:nvPr/>
            </p:nvCxnSpPr>
            <p:spPr>
              <a:xfrm flipH="1" rot="10800000">
                <a:off x="2307975" y="3147202"/>
                <a:ext cx="1175100" cy="423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" name="Google Shape;199;p20"/>
              <p:cNvCxnSpPr/>
              <p:nvPr/>
            </p:nvCxnSpPr>
            <p:spPr>
              <a:xfrm>
                <a:off x="2307975" y="3689094"/>
                <a:ext cx="1175100" cy="423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" name="Google Shape;200;p20"/>
              <p:cNvCxnSpPr/>
              <p:nvPr/>
            </p:nvCxnSpPr>
            <p:spPr>
              <a:xfrm>
                <a:off x="2322451" y="3631252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1" name="Google Shape;201;p20"/>
            <p:cNvSpPr txBox="1"/>
            <p:nvPr/>
          </p:nvSpPr>
          <p:spPr>
            <a:xfrm>
              <a:off x="1803667" y="2329066"/>
              <a:ext cx="2244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1823232" y="4445598"/>
              <a:ext cx="2244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3" name="Google Shape;2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6145" y="2443786"/>
            <a:ext cx="606900" cy="606900"/>
          </a:xfrm>
          <a:prstGeom prst="pie">
            <a:avLst>
              <a:gd fmla="val 9084661" name="adj1"/>
              <a:gd fmla="val 1624909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" name="Google Shape;204;p20"/>
          <p:cNvSpPr/>
          <p:nvPr/>
        </p:nvSpPr>
        <p:spPr>
          <a:xfrm>
            <a:off x="5731257" y="2432500"/>
            <a:ext cx="631500" cy="631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 rot="7199951">
            <a:off x="5736796" y="2438013"/>
            <a:ext cx="620415" cy="620415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 rot="-7211915">
            <a:off x="5736838" y="2438238"/>
            <a:ext cx="620280" cy="62028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089244" y="2507520"/>
            <a:ext cx="23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930167" y="2771113"/>
            <a:ext cx="23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0"/>
          <p:cNvCxnSpPr/>
          <p:nvPr/>
        </p:nvCxnSpPr>
        <p:spPr>
          <a:xfrm rot="10800000">
            <a:off x="6047693" y="2463987"/>
            <a:ext cx="0" cy="284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0"/>
          <p:cNvSpPr/>
          <p:nvPr/>
        </p:nvSpPr>
        <p:spPr>
          <a:xfrm>
            <a:off x="6028846" y="2736796"/>
            <a:ext cx="34800" cy="31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4724350" y="2427921"/>
            <a:ext cx="631500" cy="6315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 flipH="1">
            <a:off x="4729871" y="2433417"/>
            <a:ext cx="620400" cy="620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4729846" y="2433417"/>
            <a:ext cx="620400" cy="620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4784752" y="2623410"/>
            <a:ext cx="21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053767" y="2623410"/>
            <a:ext cx="23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20"/>
          <p:cNvCxnSpPr/>
          <p:nvPr/>
        </p:nvCxnSpPr>
        <p:spPr>
          <a:xfrm rot="10800000">
            <a:off x="5040787" y="2462318"/>
            <a:ext cx="0" cy="284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20"/>
          <p:cNvSpPr/>
          <p:nvPr/>
        </p:nvSpPr>
        <p:spPr>
          <a:xfrm>
            <a:off x="5021940" y="2735127"/>
            <a:ext cx="34800" cy="31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815824" y="2594717"/>
            <a:ext cx="148800" cy="14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5757372" y="2504787"/>
            <a:ext cx="1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616821" y="3059291"/>
            <a:ext cx="84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5623749" y="3060438"/>
            <a:ext cx="84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5324362" y="4491183"/>
            <a:ext cx="211800" cy="1941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3" name="Google Shape;223;p20"/>
          <p:cNvGrpSpPr/>
          <p:nvPr/>
        </p:nvGrpSpPr>
        <p:grpSpPr>
          <a:xfrm>
            <a:off x="5505163" y="4162629"/>
            <a:ext cx="537961" cy="849384"/>
            <a:chOff x="4041475" y="2949188"/>
            <a:chExt cx="1175100" cy="1459924"/>
          </a:xfrm>
        </p:grpSpPr>
        <p:cxnSp>
          <p:nvCxnSpPr>
            <p:cNvPr id="224" name="Google Shape;224;p20"/>
            <p:cNvCxnSpPr/>
            <p:nvPr/>
          </p:nvCxnSpPr>
          <p:spPr>
            <a:xfrm flipH="1" rot="10800000">
              <a:off x="4041475" y="2949188"/>
              <a:ext cx="1175100" cy="6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20"/>
            <p:cNvCxnSpPr/>
            <p:nvPr/>
          </p:nvCxnSpPr>
          <p:spPr>
            <a:xfrm>
              <a:off x="4041475" y="3768612"/>
              <a:ext cx="1175100" cy="640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6" name="Google Shape;226;p20"/>
          <p:cNvGrpSpPr/>
          <p:nvPr/>
        </p:nvGrpSpPr>
        <p:grpSpPr>
          <a:xfrm>
            <a:off x="6297189" y="3877152"/>
            <a:ext cx="578969" cy="590453"/>
            <a:chOff x="8708301" y="2468209"/>
            <a:chExt cx="1264676" cy="2117078"/>
          </a:xfrm>
        </p:grpSpPr>
        <p:cxnSp>
          <p:nvCxnSpPr>
            <p:cNvPr id="227" name="Google Shape;227;p20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20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20"/>
            <p:cNvCxnSpPr/>
            <p:nvPr/>
          </p:nvCxnSpPr>
          <p:spPr>
            <a:xfrm>
              <a:off x="8763377" y="3528191"/>
              <a:ext cx="1209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0" name="Google Shape;230;p20"/>
          <p:cNvGrpSpPr/>
          <p:nvPr/>
        </p:nvGrpSpPr>
        <p:grpSpPr>
          <a:xfrm>
            <a:off x="6297189" y="4716617"/>
            <a:ext cx="578969" cy="590453"/>
            <a:chOff x="8708301" y="2468209"/>
            <a:chExt cx="1264676" cy="2117078"/>
          </a:xfrm>
        </p:grpSpPr>
        <p:cxnSp>
          <p:nvCxnSpPr>
            <p:cNvPr id="231" name="Google Shape;231;p20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" name="Google Shape;232;p20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" name="Google Shape;233;p20"/>
            <p:cNvCxnSpPr/>
            <p:nvPr/>
          </p:nvCxnSpPr>
          <p:spPr>
            <a:xfrm>
              <a:off x="8763377" y="3528191"/>
              <a:ext cx="1209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4" name="Google Shape;234;p20"/>
          <p:cNvSpPr txBox="1"/>
          <p:nvPr/>
        </p:nvSpPr>
        <p:spPr>
          <a:xfrm>
            <a:off x="6087804" y="4066574"/>
            <a:ext cx="165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6876613" y="4066574"/>
            <a:ext cx="165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3881349" y="3386900"/>
            <a:ext cx="1266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do the two branches in the box represent?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Complete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6876613" y="4360216"/>
            <a:ext cx="165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5526303" y="3949086"/>
            <a:ext cx="771300" cy="1273800"/>
          </a:xfrm>
          <a:prstGeom prst="roundRect">
            <a:avLst>
              <a:gd fmla="val 6621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2547078" y="3775321"/>
            <a:ext cx="17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2547078" y="4128218"/>
            <a:ext cx="17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2547078" y="4466728"/>
            <a:ext cx="17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6081596" y="4894344"/>
            <a:ext cx="17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6873632" y="3749555"/>
            <a:ext cx="171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6876613" y="4917720"/>
            <a:ext cx="165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6876613" y="5211362"/>
            <a:ext cx="165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Z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6873632" y="4600700"/>
            <a:ext cx="171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3870299" y="4213900"/>
            <a:ext cx="1266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two outcomes from spinner 1.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2415350" y="7137950"/>
            <a:ext cx="623100" cy="2490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2339143" y="7218290"/>
            <a:ext cx="618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PP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PQ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QQ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QR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RP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RQ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456976" y="5729880"/>
            <a:ext cx="2889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Spinner 3 will be spun twice.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1" name="Google Shape;2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4754" y="5763465"/>
            <a:ext cx="618000" cy="618000"/>
          </a:xfrm>
          <a:prstGeom prst="pie">
            <a:avLst>
              <a:gd fmla="val 9084661" name="adj1"/>
              <a:gd fmla="val 1624909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2" name="Google Shape;252;p20"/>
          <p:cNvSpPr/>
          <p:nvPr/>
        </p:nvSpPr>
        <p:spPr>
          <a:xfrm>
            <a:off x="2879596" y="5751974"/>
            <a:ext cx="642900" cy="642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 rot="7199877">
            <a:off x="2885045" y="5757544"/>
            <a:ext cx="631839" cy="631839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0"/>
          <p:cNvSpPr/>
          <p:nvPr/>
        </p:nvSpPr>
        <p:spPr>
          <a:xfrm rot="-7211626">
            <a:off x="2885262" y="5757631"/>
            <a:ext cx="631703" cy="631703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3244080" y="5828356"/>
            <a:ext cx="23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3082116" y="6096733"/>
            <a:ext cx="23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Q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7" name="Google Shape;257;p20"/>
          <p:cNvCxnSpPr/>
          <p:nvPr/>
        </p:nvCxnSpPr>
        <p:spPr>
          <a:xfrm rot="10800000">
            <a:off x="3201775" y="5784100"/>
            <a:ext cx="0" cy="289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p20"/>
          <p:cNvSpPr/>
          <p:nvPr/>
        </p:nvSpPr>
        <p:spPr>
          <a:xfrm>
            <a:off x="3182586" y="6061793"/>
            <a:ext cx="35400" cy="3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2965698" y="5917135"/>
            <a:ext cx="151500" cy="14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2906185" y="5825572"/>
            <a:ext cx="14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2770137" y="6391310"/>
            <a:ext cx="86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spinner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476400" y="8242797"/>
            <a:ext cx="215700" cy="197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3" name="Google Shape;263;p20"/>
          <p:cNvGrpSpPr/>
          <p:nvPr/>
        </p:nvGrpSpPr>
        <p:grpSpPr>
          <a:xfrm>
            <a:off x="637637" y="7321672"/>
            <a:ext cx="1419093" cy="2040140"/>
            <a:chOff x="531193" y="2114549"/>
            <a:chExt cx="1823792" cy="2416368"/>
          </a:xfrm>
        </p:grpSpPr>
        <p:grpSp>
          <p:nvGrpSpPr>
            <p:cNvPr id="264" name="Google Shape;264;p20"/>
            <p:cNvGrpSpPr/>
            <p:nvPr/>
          </p:nvGrpSpPr>
          <p:grpSpPr>
            <a:xfrm>
              <a:off x="531193" y="2420748"/>
              <a:ext cx="757667" cy="1803963"/>
              <a:chOff x="8708301" y="2468209"/>
              <a:chExt cx="1264676" cy="2117078"/>
            </a:xfrm>
          </p:grpSpPr>
          <p:cxnSp>
            <p:nvCxnSpPr>
              <p:cNvPr id="265" name="Google Shape;265;p20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" name="Google Shape;266;p20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" name="Google Shape;267;p20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68" name="Google Shape;268;p20"/>
            <p:cNvGrpSpPr/>
            <p:nvPr/>
          </p:nvGrpSpPr>
          <p:grpSpPr>
            <a:xfrm>
              <a:off x="1597318" y="2114549"/>
              <a:ext cx="757667" cy="629831"/>
              <a:chOff x="8708301" y="2468209"/>
              <a:chExt cx="1264676" cy="2117078"/>
            </a:xfrm>
          </p:grpSpPr>
          <p:cxnSp>
            <p:nvCxnSpPr>
              <p:cNvPr id="269" name="Google Shape;269;p20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" name="Google Shape;270;p20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" name="Google Shape;271;p20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72" name="Google Shape;272;p20"/>
            <p:cNvGrpSpPr/>
            <p:nvPr/>
          </p:nvGrpSpPr>
          <p:grpSpPr>
            <a:xfrm>
              <a:off x="1597318" y="3007811"/>
              <a:ext cx="757667" cy="629831"/>
              <a:chOff x="8708301" y="2468209"/>
              <a:chExt cx="1264676" cy="2117078"/>
            </a:xfrm>
          </p:grpSpPr>
          <p:cxnSp>
            <p:nvCxnSpPr>
              <p:cNvPr id="273" name="Google Shape;273;p20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" name="Google Shape;274;p20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" name="Google Shape;275;p20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76" name="Google Shape;276;p20"/>
            <p:cNvGrpSpPr/>
            <p:nvPr/>
          </p:nvGrpSpPr>
          <p:grpSpPr>
            <a:xfrm>
              <a:off x="1597318" y="3901086"/>
              <a:ext cx="757667" cy="629831"/>
              <a:chOff x="8708301" y="2468209"/>
              <a:chExt cx="1264676" cy="2117078"/>
            </a:xfrm>
          </p:grpSpPr>
          <p:cxnSp>
            <p:nvCxnSpPr>
              <p:cNvPr id="277" name="Google Shape;277;p20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" name="Google Shape;278;p20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" name="Google Shape;279;p20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80" name="Google Shape;280;p20"/>
          <p:cNvSpPr txBox="1"/>
          <p:nvPr/>
        </p:nvSpPr>
        <p:spPr>
          <a:xfrm>
            <a:off x="1217746" y="7466940"/>
            <a:ext cx="215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2056660" y="7967466"/>
            <a:ext cx="215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2056660" y="8233838"/>
            <a:ext cx="215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2056660" y="8500211"/>
            <a:ext cx="215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2056660" y="7466267"/>
            <a:ext cx="215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2056660" y="7716859"/>
            <a:ext cx="215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2187061" y="9704414"/>
            <a:ext cx="122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3950505" y="7921138"/>
            <a:ext cx="215700" cy="197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8" name="Google Shape;288;p20"/>
          <p:cNvGrpSpPr/>
          <p:nvPr/>
        </p:nvGrpSpPr>
        <p:grpSpPr>
          <a:xfrm>
            <a:off x="4111551" y="7636502"/>
            <a:ext cx="436550" cy="779720"/>
            <a:chOff x="8708301" y="2468209"/>
            <a:chExt cx="1175100" cy="2117078"/>
          </a:xfrm>
        </p:grpSpPr>
        <p:cxnSp>
          <p:nvCxnSpPr>
            <p:cNvPr id="289" name="Google Shape;289;p20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0" name="Google Shape;290;p20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1" name="Google Shape;291;p20"/>
          <p:cNvGrpSpPr/>
          <p:nvPr/>
        </p:nvGrpSpPr>
        <p:grpSpPr>
          <a:xfrm>
            <a:off x="4772725" y="7461831"/>
            <a:ext cx="436550" cy="357363"/>
            <a:chOff x="8708301" y="2468209"/>
            <a:chExt cx="1175100" cy="2117078"/>
          </a:xfrm>
        </p:grpSpPr>
        <p:cxnSp>
          <p:nvCxnSpPr>
            <p:cNvPr id="292" name="Google Shape;292;p20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20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4" name="Google Shape;294;p20"/>
          <p:cNvGrpSpPr/>
          <p:nvPr/>
        </p:nvGrpSpPr>
        <p:grpSpPr>
          <a:xfrm>
            <a:off x="4772725" y="8258366"/>
            <a:ext cx="436550" cy="357363"/>
            <a:chOff x="8708301" y="2468209"/>
            <a:chExt cx="1175100" cy="2117078"/>
          </a:xfrm>
        </p:grpSpPr>
        <p:cxnSp>
          <p:nvCxnSpPr>
            <p:cNvPr id="295" name="Google Shape;295;p20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20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7" name="Google Shape;297;p20"/>
          <p:cNvSpPr/>
          <p:nvPr/>
        </p:nvSpPr>
        <p:spPr>
          <a:xfrm>
            <a:off x="5653584" y="7274246"/>
            <a:ext cx="675300" cy="1533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1241327" y="8235763"/>
            <a:ext cx="168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Q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1241327" y="9004594"/>
            <a:ext cx="168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2080241" y="7215653"/>
            <a:ext cx="168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2080241" y="8719275"/>
            <a:ext cx="168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2080241" y="9001423"/>
            <a:ext cx="168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Q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2080241" y="9283571"/>
            <a:ext cx="168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4576411" y="7532537"/>
            <a:ext cx="168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4576411" y="8315393"/>
            <a:ext cx="168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5237591" y="7347910"/>
            <a:ext cx="4140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5237591" y="7690844"/>
            <a:ext cx="4140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blue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5237591" y="8157609"/>
            <a:ext cx="4140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5237591" y="8500544"/>
            <a:ext cx="4140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blue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5653584" y="7270686"/>
            <a:ext cx="675300" cy="15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A, red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A, blue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B, red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B, blue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3994975" y="5741550"/>
            <a:ext cx="3047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Spinners 4 and 5 are spun once each and have these outcomes: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spinner 4 = {A, B}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spinner 5 = {red, blue}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sample space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</a:t>
            </a:r>
            <a:r>
              <a:rPr b="1" lang="en-GB"/>
              <a:t> outcome tree</a:t>
            </a:r>
            <a:r>
              <a:rPr lang="en-GB"/>
              <a:t> to display outcomes for two events</a:t>
            </a:r>
            <a:endParaRPr/>
          </a:p>
        </p:txBody>
      </p:sp>
      <p:cxnSp>
        <p:nvCxnSpPr>
          <p:cNvPr id="317" name="Google Shape;317;p21"/>
          <p:cNvCxnSpPr/>
          <p:nvPr/>
        </p:nvCxnSpPr>
        <p:spPr>
          <a:xfrm>
            <a:off x="474757" y="46173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1"/>
          <p:cNvSpPr txBox="1"/>
          <p:nvPr/>
        </p:nvSpPr>
        <p:spPr>
          <a:xfrm>
            <a:off x="4018436" y="866695"/>
            <a:ext cx="201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 Spinners 8 and 9 will be spun once each.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outcomes of each spinner from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2551089" y="2094521"/>
            <a:ext cx="802200" cy="1880100"/>
          </a:xfrm>
          <a:prstGeom prst="roundRect">
            <a:avLst>
              <a:gd fmla="val 11211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476401" y="866695"/>
            <a:ext cx="314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Spinners 6 and 7 will be spun once each.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from its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2551089" y="2094521"/>
            <a:ext cx="8022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G, 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G, 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G, draw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H, 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H, 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H, draw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476400" y="2934519"/>
            <a:ext cx="218100" cy="2001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3" name="Google Shape;323;p21"/>
          <p:cNvGrpSpPr/>
          <p:nvPr/>
        </p:nvGrpSpPr>
        <p:grpSpPr>
          <a:xfrm>
            <a:off x="639489" y="2580016"/>
            <a:ext cx="517584" cy="909164"/>
            <a:chOff x="531205" y="2439944"/>
            <a:chExt cx="704100" cy="1957717"/>
          </a:xfrm>
        </p:grpSpPr>
        <p:cxnSp>
          <p:nvCxnSpPr>
            <p:cNvPr id="324" name="Google Shape;324;p21"/>
            <p:cNvCxnSpPr/>
            <p:nvPr/>
          </p:nvCxnSpPr>
          <p:spPr>
            <a:xfrm flipH="1" rot="10800000">
              <a:off x="531205" y="2439944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21"/>
            <p:cNvCxnSpPr/>
            <p:nvPr/>
          </p:nvCxnSpPr>
          <p:spPr>
            <a:xfrm>
              <a:off x="531205" y="3538762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6" name="Google Shape;326;p21"/>
          <p:cNvGrpSpPr/>
          <p:nvPr/>
        </p:nvGrpSpPr>
        <p:grpSpPr>
          <a:xfrm>
            <a:off x="1455572" y="2317070"/>
            <a:ext cx="557056" cy="537718"/>
            <a:chOff x="1597330" y="2437981"/>
            <a:chExt cx="757796" cy="683164"/>
          </a:xfrm>
        </p:grpSpPr>
        <p:cxnSp>
          <p:nvCxnSpPr>
            <p:cNvPr id="327" name="Google Shape;327;p21"/>
            <p:cNvCxnSpPr/>
            <p:nvPr/>
          </p:nvCxnSpPr>
          <p:spPr>
            <a:xfrm flipH="1" rot="10800000">
              <a:off x="1597330" y="2437981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21"/>
            <p:cNvCxnSpPr/>
            <p:nvPr/>
          </p:nvCxnSpPr>
          <p:spPr>
            <a:xfrm>
              <a:off x="1597330" y="2821445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21"/>
            <p:cNvCxnSpPr/>
            <p:nvPr/>
          </p:nvCxnSpPr>
          <p:spPr>
            <a:xfrm>
              <a:off x="1630326" y="2780029"/>
              <a:ext cx="7248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0" name="Google Shape;330;p21"/>
          <p:cNvGrpSpPr/>
          <p:nvPr/>
        </p:nvGrpSpPr>
        <p:grpSpPr>
          <a:xfrm>
            <a:off x="1455572" y="3228267"/>
            <a:ext cx="557056" cy="537718"/>
            <a:chOff x="1597330" y="2437981"/>
            <a:chExt cx="757796" cy="683164"/>
          </a:xfrm>
        </p:grpSpPr>
        <p:cxnSp>
          <p:nvCxnSpPr>
            <p:cNvPr id="331" name="Google Shape;331;p21"/>
            <p:cNvCxnSpPr/>
            <p:nvPr/>
          </p:nvCxnSpPr>
          <p:spPr>
            <a:xfrm flipH="1" rot="10800000">
              <a:off x="1597330" y="2437981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2" name="Google Shape;332;p21"/>
            <p:cNvCxnSpPr/>
            <p:nvPr/>
          </p:nvCxnSpPr>
          <p:spPr>
            <a:xfrm>
              <a:off x="1597330" y="2821445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3" name="Google Shape;333;p21"/>
            <p:cNvCxnSpPr/>
            <p:nvPr/>
          </p:nvCxnSpPr>
          <p:spPr>
            <a:xfrm>
              <a:off x="1630326" y="2780029"/>
              <a:ext cx="7248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34" name="Google Shape;334;p21"/>
          <p:cNvCxnSpPr/>
          <p:nvPr/>
        </p:nvCxnSpPr>
        <p:spPr>
          <a:xfrm flipH="1">
            <a:off x="3792525" y="815025"/>
            <a:ext cx="6300" cy="3802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5" name="Google Shape;3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9973" y="917779"/>
            <a:ext cx="625200" cy="625200"/>
          </a:xfrm>
          <a:prstGeom prst="pie">
            <a:avLst>
              <a:gd fmla="val 9084661" name="adj1"/>
              <a:gd fmla="val 1624909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6" name="Google Shape;336;p21"/>
          <p:cNvSpPr/>
          <p:nvPr/>
        </p:nvSpPr>
        <p:spPr>
          <a:xfrm>
            <a:off x="6324638" y="906154"/>
            <a:ext cx="650400" cy="650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 rot="7199705">
            <a:off x="6330265" y="911840"/>
            <a:ext cx="639095" cy="639095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 rot="-7211320">
            <a:off x="6330437" y="911994"/>
            <a:ext cx="638959" cy="638959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9" name="Google Shape;339;p21"/>
          <p:cNvCxnSpPr/>
          <p:nvPr/>
        </p:nvCxnSpPr>
        <p:spPr>
          <a:xfrm rot="10800000">
            <a:off x="6650564" y="938424"/>
            <a:ext cx="0" cy="293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21"/>
          <p:cNvSpPr/>
          <p:nvPr/>
        </p:nvSpPr>
        <p:spPr>
          <a:xfrm>
            <a:off x="6631152" y="1219576"/>
            <a:ext cx="36000" cy="32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1"/>
          <p:cNvSpPr/>
          <p:nvPr/>
        </p:nvSpPr>
        <p:spPr>
          <a:xfrm>
            <a:off x="6324051" y="1914873"/>
            <a:ext cx="650400" cy="6504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 flipH="1">
            <a:off x="6329743" y="1920533"/>
            <a:ext cx="639000" cy="6390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6329712" y="1920533"/>
            <a:ext cx="639000" cy="6390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 txBox="1"/>
          <p:nvPr/>
        </p:nvSpPr>
        <p:spPr>
          <a:xfrm>
            <a:off x="6386265" y="2116225"/>
            <a:ext cx="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5" name="Google Shape;345;p21"/>
          <p:cNvCxnSpPr/>
          <p:nvPr/>
        </p:nvCxnSpPr>
        <p:spPr>
          <a:xfrm rot="10800000">
            <a:off x="6649978" y="1950140"/>
            <a:ext cx="0" cy="293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" name="Google Shape;346;p21"/>
          <p:cNvSpPr/>
          <p:nvPr/>
        </p:nvSpPr>
        <p:spPr>
          <a:xfrm>
            <a:off x="6630565" y="2231293"/>
            <a:ext cx="36000" cy="32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6411741" y="1073236"/>
            <a:ext cx="153300" cy="14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6351536" y="980608"/>
            <a:ext cx="1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6213297" y="2565179"/>
            <a:ext cx="87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spinner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6213906" y="1552925"/>
            <a:ext cx="87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spinner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3990669" y="3012109"/>
            <a:ext cx="218100" cy="2001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2" name="Google Shape;352;p21"/>
          <p:cNvGrpSpPr/>
          <p:nvPr/>
        </p:nvGrpSpPr>
        <p:grpSpPr>
          <a:xfrm>
            <a:off x="4208680" y="2363930"/>
            <a:ext cx="1288704" cy="1496384"/>
            <a:chOff x="5065884" y="2620738"/>
            <a:chExt cx="1637282" cy="1793150"/>
          </a:xfrm>
        </p:grpSpPr>
        <p:grpSp>
          <p:nvGrpSpPr>
            <p:cNvPr id="353" name="Google Shape;353;p21"/>
            <p:cNvGrpSpPr/>
            <p:nvPr/>
          </p:nvGrpSpPr>
          <p:grpSpPr>
            <a:xfrm>
              <a:off x="5065884" y="2789276"/>
              <a:ext cx="707706" cy="1456096"/>
              <a:chOff x="1597330" y="2437981"/>
              <a:chExt cx="757796" cy="683164"/>
            </a:xfrm>
          </p:grpSpPr>
          <p:cxnSp>
            <p:nvCxnSpPr>
              <p:cNvPr id="354" name="Google Shape;354;p21"/>
              <p:cNvCxnSpPr/>
              <p:nvPr/>
            </p:nvCxnSpPr>
            <p:spPr>
              <a:xfrm flipH="1" rot="10800000">
                <a:off x="1597330" y="2437981"/>
                <a:ext cx="704100" cy="299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" name="Google Shape;355;p21"/>
              <p:cNvCxnSpPr/>
              <p:nvPr/>
            </p:nvCxnSpPr>
            <p:spPr>
              <a:xfrm>
                <a:off x="1597330" y="2821445"/>
                <a:ext cx="704100" cy="299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" name="Google Shape;356;p21"/>
              <p:cNvCxnSpPr/>
              <p:nvPr/>
            </p:nvCxnSpPr>
            <p:spPr>
              <a:xfrm>
                <a:off x="1630326" y="2780029"/>
                <a:ext cx="7248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57" name="Google Shape;357;p21"/>
            <p:cNvGrpSpPr/>
            <p:nvPr/>
          </p:nvGrpSpPr>
          <p:grpSpPr>
            <a:xfrm>
              <a:off x="6045607" y="2620738"/>
              <a:ext cx="657559" cy="370400"/>
              <a:chOff x="531205" y="2439944"/>
              <a:chExt cx="704100" cy="1957717"/>
            </a:xfrm>
          </p:grpSpPr>
          <p:cxnSp>
            <p:nvCxnSpPr>
              <p:cNvPr id="358" name="Google Shape;358;p21"/>
              <p:cNvCxnSpPr/>
              <p:nvPr/>
            </p:nvCxnSpPr>
            <p:spPr>
              <a:xfrm flipH="1" rot="10800000">
                <a:off x="531205" y="2439944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" name="Google Shape;359;p21"/>
              <p:cNvCxnSpPr/>
              <p:nvPr/>
            </p:nvCxnSpPr>
            <p:spPr>
              <a:xfrm>
                <a:off x="531205" y="3538762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60" name="Google Shape;360;p21"/>
            <p:cNvGrpSpPr/>
            <p:nvPr/>
          </p:nvGrpSpPr>
          <p:grpSpPr>
            <a:xfrm>
              <a:off x="6045607" y="3332113"/>
              <a:ext cx="657559" cy="370400"/>
              <a:chOff x="531205" y="2439944"/>
              <a:chExt cx="704100" cy="1957717"/>
            </a:xfrm>
          </p:grpSpPr>
          <p:cxnSp>
            <p:nvCxnSpPr>
              <p:cNvPr id="361" name="Google Shape;361;p21"/>
              <p:cNvCxnSpPr/>
              <p:nvPr/>
            </p:nvCxnSpPr>
            <p:spPr>
              <a:xfrm flipH="1" rot="10800000">
                <a:off x="531205" y="2439944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" name="Google Shape;362;p21"/>
              <p:cNvCxnSpPr/>
              <p:nvPr/>
            </p:nvCxnSpPr>
            <p:spPr>
              <a:xfrm>
                <a:off x="531205" y="3538762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63" name="Google Shape;363;p21"/>
            <p:cNvGrpSpPr/>
            <p:nvPr/>
          </p:nvGrpSpPr>
          <p:grpSpPr>
            <a:xfrm>
              <a:off x="6045607" y="4043488"/>
              <a:ext cx="657559" cy="370400"/>
              <a:chOff x="531205" y="2439944"/>
              <a:chExt cx="704100" cy="1957717"/>
            </a:xfrm>
          </p:grpSpPr>
          <p:cxnSp>
            <p:nvCxnSpPr>
              <p:cNvPr id="364" name="Google Shape;364;p21"/>
              <p:cNvCxnSpPr/>
              <p:nvPr/>
            </p:nvCxnSpPr>
            <p:spPr>
              <a:xfrm flipH="1" rot="10800000">
                <a:off x="531205" y="2439944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" name="Google Shape;365;p21"/>
              <p:cNvCxnSpPr/>
              <p:nvPr/>
            </p:nvCxnSpPr>
            <p:spPr>
              <a:xfrm>
                <a:off x="531205" y="3538762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66" name="Google Shape;366;p21"/>
          <p:cNvSpPr txBox="1"/>
          <p:nvPr/>
        </p:nvSpPr>
        <p:spPr>
          <a:xfrm>
            <a:off x="4743579" y="3612089"/>
            <a:ext cx="21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4743579" y="3003036"/>
            <a:ext cx="21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4743579" y="2393983"/>
            <a:ext cx="21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5497501" y="2258736"/>
            <a:ext cx="21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5497501" y="2854841"/>
            <a:ext cx="21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5497501" y="3749868"/>
            <a:ext cx="21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1221070" y="2476875"/>
            <a:ext cx="1704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1221070" y="3388073"/>
            <a:ext cx="1704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2012605" y="2207198"/>
            <a:ext cx="3123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win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2327232" y="1783917"/>
            <a:ext cx="124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2012600" y="2476884"/>
            <a:ext cx="4308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2012600" y="2746571"/>
            <a:ext cx="4308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draw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2012605" y="3118396"/>
            <a:ext cx="3123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win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2012600" y="3388082"/>
            <a:ext cx="4308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2012600" y="3657769"/>
            <a:ext cx="4308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draw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6736117" y="1041170"/>
            <a:ext cx="1704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6563266" y="1293324"/>
            <a:ext cx="1704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6691625" y="2176786"/>
            <a:ext cx="1704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4" name="Google Shape;38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85" name="Google Shape;385;p21"/>
          <p:cNvCxnSpPr/>
          <p:nvPr/>
        </p:nvCxnSpPr>
        <p:spPr>
          <a:xfrm>
            <a:off x="474757" y="46173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21"/>
          <p:cNvSpPr/>
          <p:nvPr/>
        </p:nvSpPr>
        <p:spPr>
          <a:xfrm>
            <a:off x="4568080" y="8091232"/>
            <a:ext cx="1060800" cy="2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4725993" y="8119831"/>
            <a:ext cx="7452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6, 8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2006006" y="7753398"/>
            <a:ext cx="1060800" cy="2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479423" y="4840250"/>
            <a:ext cx="61077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Outcome trees from two events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2163910" y="7781998"/>
            <a:ext cx="7452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6, 8, 11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476400" y="5345557"/>
            <a:ext cx="526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spinner will be spun once.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2" name="Google Shape;392;p21"/>
          <p:cNvGrpSpPr/>
          <p:nvPr/>
        </p:nvGrpSpPr>
        <p:grpSpPr>
          <a:xfrm>
            <a:off x="5764577" y="5303815"/>
            <a:ext cx="1322215" cy="1322056"/>
            <a:chOff x="13003" y="367652"/>
            <a:chExt cx="2484900" cy="2484600"/>
          </a:xfrm>
        </p:grpSpPr>
        <p:sp>
          <p:nvSpPr>
            <p:cNvPr id="393" name="Google Shape;393;p21"/>
            <p:cNvSpPr/>
            <p:nvPr/>
          </p:nvSpPr>
          <p:spPr>
            <a:xfrm flipH="1">
              <a:off x="346558" y="700627"/>
              <a:ext cx="1818000" cy="18180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1"/>
            <p:cNvSpPr txBox="1"/>
            <p:nvPr/>
          </p:nvSpPr>
          <p:spPr>
            <a:xfrm>
              <a:off x="1312279" y="850358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5" name="Google Shape;395;p21"/>
            <p:cNvSpPr/>
            <p:nvPr/>
          </p:nvSpPr>
          <p:spPr>
            <a:xfrm flipH="1" rot="3599684">
              <a:off x="346741" y="700788"/>
              <a:ext cx="1817711" cy="181797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 flipH="1" rot="10800000">
              <a:off x="346568" y="700583"/>
              <a:ext cx="1818000" cy="18180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 flipH="1" rot="7200316">
              <a:off x="346586" y="700743"/>
              <a:ext cx="1817711" cy="181797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 flipH="1" rot="-3599062">
              <a:off x="345983" y="700557"/>
              <a:ext cx="1818940" cy="18187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BEF2B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 flipH="1" rot="-7198483">
              <a:off x="346575" y="700655"/>
              <a:ext cx="1818190" cy="18181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1"/>
            <p:cNvSpPr txBox="1"/>
            <p:nvPr/>
          </p:nvSpPr>
          <p:spPr>
            <a:xfrm>
              <a:off x="1628339" y="1358887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1" name="Google Shape;401;p21"/>
            <p:cNvSpPr txBox="1"/>
            <p:nvPr/>
          </p:nvSpPr>
          <p:spPr>
            <a:xfrm>
              <a:off x="1312279" y="1867416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2" name="Google Shape;402;p21"/>
            <p:cNvSpPr txBox="1"/>
            <p:nvPr/>
          </p:nvSpPr>
          <p:spPr>
            <a:xfrm flipH="1">
              <a:off x="620357" y="850358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3" name="Google Shape;403;p21"/>
            <p:cNvSpPr txBox="1"/>
            <p:nvPr/>
          </p:nvSpPr>
          <p:spPr>
            <a:xfrm flipH="1">
              <a:off x="447503" y="1358887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4" name="Google Shape;404;p21"/>
            <p:cNvSpPr txBox="1"/>
            <p:nvPr/>
          </p:nvSpPr>
          <p:spPr>
            <a:xfrm flipH="1">
              <a:off x="763563" y="1867416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05" name="Google Shape;405;p21"/>
            <p:cNvCxnSpPr/>
            <p:nvPr/>
          </p:nvCxnSpPr>
          <p:spPr>
            <a:xfrm rot="10800000">
              <a:off x="1255624" y="757150"/>
              <a:ext cx="0" cy="834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06" name="Google Shape;406;p21"/>
            <p:cNvSpPr/>
            <p:nvPr/>
          </p:nvSpPr>
          <p:spPr>
            <a:xfrm>
              <a:off x="1204564" y="1556531"/>
              <a:ext cx="102000" cy="91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7" name="Google Shape;407;p21"/>
          <p:cNvSpPr txBox="1"/>
          <p:nvPr/>
        </p:nvSpPr>
        <p:spPr>
          <a:xfrm>
            <a:off x="1908572" y="7472107"/>
            <a:ext cx="18954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square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8" name="Google Shape;408;p21"/>
          <p:cNvCxnSpPr/>
          <p:nvPr/>
        </p:nvCxnSpPr>
        <p:spPr>
          <a:xfrm flipH="1" rot="10800000">
            <a:off x="1236110" y="6330191"/>
            <a:ext cx="620400" cy="56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21"/>
          <p:cNvCxnSpPr/>
          <p:nvPr/>
        </p:nvCxnSpPr>
        <p:spPr>
          <a:xfrm>
            <a:off x="1236110" y="7058964"/>
            <a:ext cx="620400" cy="56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21"/>
          <p:cNvSpPr txBox="1"/>
          <p:nvPr/>
        </p:nvSpPr>
        <p:spPr>
          <a:xfrm>
            <a:off x="1926364" y="6220119"/>
            <a:ext cx="138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1" name="Google Shape;411;p21"/>
          <p:cNvGrpSpPr/>
          <p:nvPr/>
        </p:nvGrpSpPr>
        <p:grpSpPr>
          <a:xfrm>
            <a:off x="3260201" y="5920205"/>
            <a:ext cx="2531495" cy="863109"/>
            <a:chOff x="5562139" y="2035085"/>
            <a:chExt cx="3318688" cy="1357090"/>
          </a:xfrm>
        </p:grpSpPr>
        <p:grpSp>
          <p:nvGrpSpPr>
            <p:cNvPr id="412" name="Google Shape;412;p21"/>
            <p:cNvGrpSpPr/>
            <p:nvPr/>
          </p:nvGrpSpPr>
          <p:grpSpPr>
            <a:xfrm>
              <a:off x="5562139" y="2229109"/>
              <a:ext cx="813170" cy="950411"/>
              <a:chOff x="3697470" y="2919050"/>
              <a:chExt cx="561000" cy="1002437"/>
            </a:xfrm>
          </p:grpSpPr>
          <p:cxnSp>
            <p:nvCxnSpPr>
              <p:cNvPr id="413" name="Google Shape;413;p21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" name="Google Shape;414;p21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15" name="Google Shape;415;p21"/>
            <p:cNvSpPr txBox="1"/>
            <p:nvPr/>
          </p:nvSpPr>
          <p:spPr>
            <a:xfrm>
              <a:off x="6430115" y="2035085"/>
              <a:ext cx="20808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prime number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6" name="Google Shape;416;p21"/>
            <p:cNvSpPr txBox="1"/>
            <p:nvPr/>
          </p:nvSpPr>
          <p:spPr>
            <a:xfrm>
              <a:off x="6430127" y="3001275"/>
              <a:ext cx="24507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not a prime number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7" name="Google Shape;417;p21"/>
          <p:cNvGrpSpPr/>
          <p:nvPr/>
        </p:nvGrpSpPr>
        <p:grpSpPr>
          <a:xfrm>
            <a:off x="3711307" y="7239517"/>
            <a:ext cx="2531495" cy="863109"/>
            <a:chOff x="5562139" y="2035085"/>
            <a:chExt cx="3318688" cy="1357090"/>
          </a:xfrm>
        </p:grpSpPr>
        <p:grpSp>
          <p:nvGrpSpPr>
            <p:cNvPr id="418" name="Google Shape;418;p21"/>
            <p:cNvGrpSpPr/>
            <p:nvPr/>
          </p:nvGrpSpPr>
          <p:grpSpPr>
            <a:xfrm>
              <a:off x="5562139" y="2229109"/>
              <a:ext cx="813170" cy="950411"/>
              <a:chOff x="3697470" y="2919050"/>
              <a:chExt cx="561000" cy="1002437"/>
            </a:xfrm>
          </p:grpSpPr>
          <p:cxnSp>
            <p:nvCxnSpPr>
              <p:cNvPr id="419" name="Google Shape;419;p21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" name="Google Shape;420;p21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21" name="Google Shape;421;p21"/>
            <p:cNvSpPr txBox="1"/>
            <p:nvPr/>
          </p:nvSpPr>
          <p:spPr>
            <a:xfrm>
              <a:off x="6430115" y="2035085"/>
              <a:ext cx="20808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prime number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2" name="Google Shape;422;p21"/>
            <p:cNvSpPr txBox="1"/>
            <p:nvPr/>
          </p:nvSpPr>
          <p:spPr>
            <a:xfrm>
              <a:off x="6430127" y="3001275"/>
              <a:ext cx="24507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not a prime number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3" name="Google Shape;423;p21"/>
          <p:cNvSpPr txBox="1"/>
          <p:nvPr/>
        </p:nvSpPr>
        <p:spPr>
          <a:xfrm>
            <a:off x="476400" y="8587325"/>
            <a:ext cx="658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spinner lands on an 11. Using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which two events have just happened?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1"/>
          <p:cNvSpPr/>
          <p:nvPr/>
        </p:nvSpPr>
        <p:spPr>
          <a:xfrm>
            <a:off x="2006006" y="6431565"/>
            <a:ext cx="1060800" cy="2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1"/>
          <p:cNvSpPr/>
          <p:nvPr/>
        </p:nvSpPr>
        <p:spPr>
          <a:xfrm>
            <a:off x="4001572" y="6157677"/>
            <a:ext cx="1060800" cy="2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4001572" y="6759904"/>
            <a:ext cx="1060800" cy="2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4568080" y="7489005"/>
            <a:ext cx="1060800" cy="2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1"/>
          <p:cNvSpPr txBox="1"/>
          <p:nvPr/>
        </p:nvSpPr>
        <p:spPr>
          <a:xfrm>
            <a:off x="2163910" y="6460165"/>
            <a:ext cx="7452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1, 4, 16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>
            <a:off x="4153535" y="6788501"/>
            <a:ext cx="7452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1, 4, 16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0" name="Google Shape;430;p21"/>
          <p:cNvSpPr txBox="1"/>
          <p:nvPr/>
        </p:nvSpPr>
        <p:spPr>
          <a:xfrm>
            <a:off x="4725993" y="7527483"/>
            <a:ext cx="7452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1" name="Google Shape;431;p21"/>
          <p:cNvSpPr txBox="1"/>
          <p:nvPr/>
        </p:nvSpPr>
        <p:spPr>
          <a:xfrm>
            <a:off x="468008" y="9088979"/>
            <a:ext cx="3640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number that isn’t square, but is prime.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7" name="Google Shape;437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</a:t>
            </a:r>
            <a:r>
              <a:rPr b="1" lang="en-GB"/>
              <a:t> outcome tree</a:t>
            </a:r>
            <a:r>
              <a:rPr lang="en-GB"/>
              <a:t> to display outcomes for two events</a:t>
            </a:r>
            <a:endParaRPr/>
          </a:p>
        </p:txBody>
      </p:sp>
      <p:sp>
        <p:nvSpPr>
          <p:cNvPr id="438" name="Google Shape;43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1885200" y="1381350"/>
            <a:ext cx="1329600" cy="29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1" name="Google Shape;441;p22"/>
          <p:cNvGrpSpPr/>
          <p:nvPr/>
        </p:nvGrpSpPr>
        <p:grpSpPr>
          <a:xfrm>
            <a:off x="4019712" y="1097478"/>
            <a:ext cx="1819355" cy="596179"/>
            <a:chOff x="2133225" y="3433500"/>
            <a:chExt cx="2336400" cy="765608"/>
          </a:xfrm>
        </p:grpSpPr>
        <p:sp>
          <p:nvSpPr>
            <p:cNvPr id="442" name="Google Shape;442;p22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2133225" y="3433500"/>
              <a:ext cx="23364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4" name="Google Shape;444;p22"/>
          <p:cNvGrpSpPr/>
          <p:nvPr/>
        </p:nvGrpSpPr>
        <p:grpSpPr>
          <a:xfrm>
            <a:off x="4019712" y="1713457"/>
            <a:ext cx="1819355" cy="596179"/>
            <a:chOff x="2133225" y="3433500"/>
            <a:chExt cx="2336400" cy="765608"/>
          </a:xfrm>
        </p:grpSpPr>
        <p:sp>
          <p:nvSpPr>
            <p:cNvPr id="445" name="Google Shape;445;p22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6" name="Google Shape;446;p22"/>
            <p:cNvSpPr/>
            <p:nvPr/>
          </p:nvSpPr>
          <p:spPr>
            <a:xfrm>
              <a:off x="2133225" y="3433500"/>
              <a:ext cx="23364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447" name="Google Shape;447;p22"/>
          <p:cNvCxnSpPr/>
          <p:nvPr/>
        </p:nvCxnSpPr>
        <p:spPr>
          <a:xfrm flipH="1" rot="10800000">
            <a:off x="1251898" y="1576088"/>
            <a:ext cx="633300" cy="581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22"/>
          <p:cNvCxnSpPr/>
          <p:nvPr/>
        </p:nvCxnSpPr>
        <p:spPr>
          <a:xfrm>
            <a:off x="1251898" y="2319867"/>
            <a:ext cx="633300" cy="581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22"/>
          <p:cNvSpPr txBox="1"/>
          <p:nvPr/>
        </p:nvSpPr>
        <p:spPr>
          <a:xfrm>
            <a:off x="1956500" y="1420748"/>
            <a:ext cx="1239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 of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50" name="Google Shape;450;p22"/>
          <p:cNvGrpSpPr/>
          <p:nvPr/>
        </p:nvGrpSpPr>
        <p:grpSpPr>
          <a:xfrm>
            <a:off x="3318219" y="1283317"/>
            <a:ext cx="633201" cy="617000"/>
            <a:chOff x="3697470" y="2919050"/>
            <a:chExt cx="561000" cy="1002437"/>
          </a:xfrm>
        </p:grpSpPr>
        <p:cxnSp>
          <p:nvCxnSpPr>
            <p:cNvPr id="451" name="Google Shape;451;p22"/>
            <p:cNvCxnSpPr/>
            <p:nvPr/>
          </p:nvCxnSpPr>
          <p:spPr>
            <a:xfrm flipH="1" rot="10800000">
              <a:off x="3697470" y="2919050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22"/>
            <p:cNvCxnSpPr/>
            <p:nvPr/>
          </p:nvCxnSpPr>
          <p:spPr>
            <a:xfrm>
              <a:off x="3697470" y="3481687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53" name="Google Shape;453;p22"/>
          <p:cNvGrpSpPr/>
          <p:nvPr/>
        </p:nvGrpSpPr>
        <p:grpSpPr>
          <a:xfrm>
            <a:off x="3778699" y="2630047"/>
            <a:ext cx="633201" cy="617000"/>
            <a:chOff x="3697470" y="2919050"/>
            <a:chExt cx="561000" cy="1002437"/>
          </a:xfrm>
        </p:grpSpPr>
        <p:cxnSp>
          <p:nvCxnSpPr>
            <p:cNvPr id="454" name="Google Shape;454;p22"/>
            <p:cNvCxnSpPr/>
            <p:nvPr/>
          </p:nvCxnSpPr>
          <p:spPr>
            <a:xfrm flipH="1" rot="10800000">
              <a:off x="3697470" y="2919050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22"/>
            <p:cNvCxnSpPr/>
            <p:nvPr/>
          </p:nvCxnSpPr>
          <p:spPr>
            <a:xfrm>
              <a:off x="3697470" y="3481687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6" name="Google Shape;456;p22"/>
          <p:cNvSpPr/>
          <p:nvPr/>
        </p:nvSpPr>
        <p:spPr>
          <a:xfrm>
            <a:off x="2037794" y="1679429"/>
            <a:ext cx="1083000" cy="29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2037794" y="3028732"/>
            <a:ext cx="1083000" cy="29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1885193" y="2730650"/>
            <a:ext cx="1819200" cy="29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2"/>
          <p:cNvSpPr txBox="1"/>
          <p:nvPr/>
        </p:nvSpPr>
        <p:spPr>
          <a:xfrm>
            <a:off x="476400" y="754575"/>
            <a:ext cx="66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spinner has outcomes of: {5, 9, 15, 25, 28, 441}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2"/>
          <p:cNvSpPr txBox="1"/>
          <p:nvPr/>
        </p:nvSpPr>
        <p:spPr>
          <a:xfrm>
            <a:off x="2198979" y="1708623"/>
            <a:ext cx="7605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5, 15, 25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1" name="Google Shape;461;p22"/>
          <p:cNvSpPr txBox="1"/>
          <p:nvPr/>
        </p:nvSpPr>
        <p:spPr>
          <a:xfrm>
            <a:off x="1885250" y="2759850"/>
            <a:ext cx="16347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 a multiple of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2" name="Google Shape;462;p22"/>
          <p:cNvSpPr txBox="1"/>
          <p:nvPr/>
        </p:nvSpPr>
        <p:spPr>
          <a:xfrm>
            <a:off x="2069826" y="3057925"/>
            <a:ext cx="9441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9, 28, 441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463" name="Google Shape;463;p22"/>
          <p:cNvGrpSpPr/>
          <p:nvPr/>
        </p:nvGrpSpPr>
        <p:grpSpPr>
          <a:xfrm>
            <a:off x="4494827" y="2460274"/>
            <a:ext cx="1819355" cy="596179"/>
            <a:chOff x="2133225" y="3433500"/>
            <a:chExt cx="2336400" cy="765608"/>
          </a:xfrm>
        </p:grpSpPr>
        <p:sp>
          <p:nvSpPr>
            <p:cNvPr id="464" name="Google Shape;464;p22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5" name="Google Shape;465;p22"/>
            <p:cNvSpPr/>
            <p:nvPr/>
          </p:nvSpPr>
          <p:spPr>
            <a:xfrm>
              <a:off x="2133225" y="3433500"/>
              <a:ext cx="23364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22"/>
          <p:cNvGrpSpPr/>
          <p:nvPr/>
        </p:nvGrpSpPr>
        <p:grpSpPr>
          <a:xfrm>
            <a:off x="4494816" y="3076261"/>
            <a:ext cx="2003673" cy="596171"/>
            <a:chOff x="2133211" y="3433509"/>
            <a:chExt cx="2573100" cy="765598"/>
          </a:xfrm>
        </p:grpSpPr>
        <p:sp>
          <p:nvSpPr>
            <p:cNvPr id="467" name="Google Shape;467;p22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8" name="Google Shape;468;p22"/>
            <p:cNvSpPr/>
            <p:nvPr/>
          </p:nvSpPr>
          <p:spPr>
            <a:xfrm>
              <a:off x="2133211" y="3433509"/>
              <a:ext cx="25731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69" name="Google Shape;469;p22"/>
          <p:cNvSpPr txBox="1"/>
          <p:nvPr/>
        </p:nvSpPr>
        <p:spPr>
          <a:xfrm>
            <a:off x="4533808" y="3117709"/>
            <a:ext cx="196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square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2"/>
          <p:cNvSpPr txBox="1"/>
          <p:nvPr/>
        </p:nvSpPr>
        <p:spPr>
          <a:xfrm>
            <a:off x="4067442" y="1124809"/>
            <a:ext cx="177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square number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1" name="Google Shape;471;p22"/>
          <p:cNvSpPr txBox="1"/>
          <p:nvPr/>
        </p:nvSpPr>
        <p:spPr>
          <a:xfrm>
            <a:off x="4067442" y="1741598"/>
            <a:ext cx="177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 a square number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2" name="Google Shape;472;p22"/>
          <p:cNvSpPr txBox="1"/>
          <p:nvPr/>
        </p:nvSpPr>
        <p:spPr>
          <a:xfrm>
            <a:off x="4533809" y="2490737"/>
            <a:ext cx="177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square number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4182841" y="1423609"/>
            <a:ext cx="10593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4" name="Google Shape;474;p22"/>
          <p:cNvSpPr txBox="1"/>
          <p:nvPr/>
        </p:nvSpPr>
        <p:spPr>
          <a:xfrm>
            <a:off x="4182841" y="2042012"/>
            <a:ext cx="10593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5, 15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5" name="Google Shape;475;p22"/>
          <p:cNvSpPr txBox="1"/>
          <p:nvPr/>
        </p:nvSpPr>
        <p:spPr>
          <a:xfrm>
            <a:off x="4659932" y="2787463"/>
            <a:ext cx="10593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9, 441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6" name="Google Shape;476;p22"/>
          <p:cNvSpPr txBox="1"/>
          <p:nvPr/>
        </p:nvSpPr>
        <p:spPr>
          <a:xfrm>
            <a:off x="4659932" y="3402963"/>
            <a:ext cx="10593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7" name="Google Shape;477;p22"/>
          <p:cNvSpPr txBox="1"/>
          <p:nvPr/>
        </p:nvSpPr>
        <p:spPr>
          <a:xfrm>
            <a:off x="5139243" y="7399674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p22"/>
          <p:cNvSpPr txBox="1"/>
          <p:nvPr/>
        </p:nvSpPr>
        <p:spPr>
          <a:xfrm>
            <a:off x="5520136" y="7399674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22"/>
          <p:cNvSpPr txBox="1"/>
          <p:nvPr/>
        </p:nvSpPr>
        <p:spPr>
          <a:xfrm>
            <a:off x="5861532" y="7408023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22"/>
          <p:cNvSpPr txBox="1"/>
          <p:nvPr/>
        </p:nvSpPr>
        <p:spPr>
          <a:xfrm>
            <a:off x="6232241" y="7408023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22"/>
          <p:cNvSpPr txBox="1"/>
          <p:nvPr/>
        </p:nvSpPr>
        <p:spPr>
          <a:xfrm>
            <a:off x="6613134" y="7408023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22"/>
          <p:cNvSpPr txBox="1"/>
          <p:nvPr/>
        </p:nvSpPr>
        <p:spPr>
          <a:xfrm>
            <a:off x="5174869" y="7971172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22"/>
          <p:cNvSpPr txBox="1"/>
          <p:nvPr/>
        </p:nvSpPr>
        <p:spPr>
          <a:xfrm>
            <a:off x="5545577" y="7971172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22"/>
          <p:cNvSpPr txBox="1"/>
          <p:nvPr/>
        </p:nvSpPr>
        <p:spPr>
          <a:xfrm>
            <a:off x="5953968" y="7971172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22"/>
          <p:cNvSpPr txBox="1"/>
          <p:nvPr/>
        </p:nvSpPr>
        <p:spPr>
          <a:xfrm>
            <a:off x="6339953" y="7971172"/>
            <a:ext cx="1563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6" name="Google Shape;48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9938" y="7030442"/>
            <a:ext cx="246324" cy="345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1136" y="7640363"/>
            <a:ext cx="225037" cy="305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8148" y="7028158"/>
            <a:ext cx="214393" cy="386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4223" y="7612242"/>
            <a:ext cx="190239" cy="361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44801" y="7013971"/>
            <a:ext cx="217434" cy="39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80873" y="7617561"/>
            <a:ext cx="217026" cy="3512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2" name="Google Shape;492;p22"/>
          <p:cNvGrpSpPr/>
          <p:nvPr/>
        </p:nvGrpSpPr>
        <p:grpSpPr>
          <a:xfrm>
            <a:off x="5448531" y="6995449"/>
            <a:ext cx="250881" cy="374061"/>
            <a:chOff x="1984114" y="1120943"/>
            <a:chExt cx="477596" cy="712090"/>
          </a:xfrm>
        </p:grpSpPr>
        <p:pic>
          <p:nvPicPr>
            <p:cNvPr id="493" name="Google Shape;493;p2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984114" y="1199133"/>
              <a:ext cx="477596" cy="63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22"/>
            <p:cNvPicPr preferRelativeResize="0"/>
            <p:nvPr/>
          </p:nvPicPr>
          <p:blipFill rotWithShape="1">
            <a:blip r:embed="rId7">
              <a:alphaModFix/>
            </a:blip>
            <a:srcRect b="81988" l="0" r="0" t="0"/>
            <a:stretch/>
          </p:blipFill>
          <p:spPr>
            <a:xfrm>
              <a:off x="2043225" y="1120943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5" name="Google Shape;495;p22"/>
          <p:cNvGrpSpPr/>
          <p:nvPr/>
        </p:nvGrpSpPr>
        <p:grpSpPr>
          <a:xfrm>
            <a:off x="5831688" y="7026143"/>
            <a:ext cx="254835" cy="349446"/>
            <a:chOff x="2713519" y="1179374"/>
            <a:chExt cx="485123" cy="665232"/>
          </a:xfrm>
        </p:grpSpPr>
        <p:pic>
          <p:nvPicPr>
            <p:cNvPr id="496" name="Google Shape;496;p2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713519" y="1257018"/>
              <a:ext cx="445756" cy="587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7" name="Google Shape;497;p22"/>
            <p:cNvPicPr preferRelativeResize="0"/>
            <p:nvPr/>
          </p:nvPicPr>
          <p:blipFill rotWithShape="1">
            <a:blip r:embed="rId7">
              <a:alphaModFix/>
            </a:blip>
            <a:srcRect b="81988" l="0" r="0" t="0"/>
            <a:stretch/>
          </p:blipFill>
          <p:spPr>
            <a:xfrm>
              <a:off x="2784717" y="1179374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8" name="Google Shape;498;p22"/>
          <p:cNvGrpSpPr/>
          <p:nvPr/>
        </p:nvGrpSpPr>
        <p:grpSpPr>
          <a:xfrm>
            <a:off x="5141589" y="7574959"/>
            <a:ext cx="248823" cy="382030"/>
            <a:chOff x="4876452" y="1152087"/>
            <a:chExt cx="473678" cy="727261"/>
          </a:xfrm>
        </p:grpSpPr>
        <p:pic>
          <p:nvPicPr>
            <p:cNvPr id="499" name="Google Shape;499;p22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876452" y="1222293"/>
              <a:ext cx="451545" cy="6570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0" name="Google Shape;500;p22"/>
            <p:cNvPicPr preferRelativeResize="0"/>
            <p:nvPr/>
          </p:nvPicPr>
          <p:blipFill rotWithShape="1">
            <a:blip r:embed="rId7">
              <a:alphaModFix/>
            </a:blip>
            <a:srcRect b="81988" l="0" r="0" t="0"/>
            <a:stretch/>
          </p:blipFill>
          <p:spPr>
            <a:xfrm>
              <a:off x="4936205" y="1152087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1" name="Google Shape;501;p22"/>
          <p:cNvSpPr txBox="1"/>
          <p:nvPr/>
        </p:nvSpPr>
        <p:spPr>
          <a:xfrm>
            <a:off x="476400" y="6757225"/>
            <a:ext cx="453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In a cafe they have the following drinks on the menu.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Create an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with the first event being “has a handle” and the second “has a straw”.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2" name="Google Shape;502;p22"/>
          <p:cNvSpPr txBox="1"/>
          <p:nvPr/>
        </p:nvSpPr>
        <p:spPr>
          <a:xfrm>
            <a:off x="1472417" y="9088927"/>
            <a:ext cx="10176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 handle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3" name="Google Shape;503;p22"/>
          <p:cNvSpPr txBox="1"/>
          <p:nvPr/>
        </p:nvSpPr>
        <p:spPr>
          <a:xfrm>
            <a:off x="1408083" y="8127175"/>
            <a:ext cx="10677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A, B, C, F, I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504" name="Google Shape;504;p22"/>
          <p:cNvCxnSpPr/>
          <p:nvPr/>
        </p:nvCxnSpPr>
        <p:spPr>
          <a:xfrm flipH="1" rot="10800000">
            <a:off x="779892" y="8074337"/>
            <a:ext cx="639000" cy="50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22"/>
          <p:cNvCxnSpPr/>
          <p:nvPr/>
        </p:nvCxnSpPr>
        <p:spPr>
          <a:xfrm>
            <a:off x="779892" y="8721794"/>
            <a:ext cx="639000" cy="50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22"/>
          <p:cNvSpPr txBox="1"/>
          <p:nvPr/>
        </p:nvSpPr>
        <p:spPr>
          <a:xfrm>
            <a:off x="1545416" y="7931159"/>
            <a:ext cx="72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handle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7" name="Google Shape;507;p22"/>
          <p:cNvSpPr txBox="1"/>
          <p:nvPr/>
        </p:nvSpPr>
        <p:spPr>
          <a:xfrm>
            <a:off x="1468744" y="9358321"/>
            <a:ext cx="11622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D, E, G, 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508" name="Google Shape;508;p22"/>
          <p:cNvCxnSpPr/>
          <p:nvPr/>
        </p:nvCxnSpPr>
        <p:spPr>
          <a:xfrm flipH="1" rot="10800000">
            <a:off x="2494495" y="7816464"/>
            <a:ext cx="639000" cy="242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22"/>
          <p:cNvCxnSpPr/>
          <p:nvPr/>
        </p:nvCxnSpPr>
        <p:spPr>
          <a:xfrm>
            <a:off x="2494495" y="8126958"/>
            <a:ext cx="639000" cy="242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22"/>
          <p:cNvSpPr txBox="1"/>
          <p:nvPr/>
        </p:nvSpPr>
        <p:spPr>
          <a:xfrm>
            <a:off x="3236221" y="7703493"/>
            <a:ext cx="1634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straw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11" name="Google Shape;511;p22"/>
          <p:cNvSpPr txBox="1"/>
          <p:nvPr/>
        </p:nvSpPr>
        <p:spPr>
          <a:xfrm>
            <a:off x="3236230" y="8265926"/>
            <a:ext cx="19251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 straw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512" name="Google Shape;512;p22"/>
          <p:cNvCxnSpPr/>
          <p:nvPr/>
        </p:nvCxnSpPr>
        <p:spPr>
          <a:xfrm flipH="1" rot="10800000">
            <a:off x="2494495" y="8960386"/>
            <a:ext cx="639000" cy="242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22"/>
          <p:cNvCxnSpPr/>
          <p:nvPr/>
        </p:nvCxnSpPr>
        <p:spPr>
          <a:xfrm>
            <a:off x="2494495" y="9270880"/>
            <a:ext cx="639000" cy="242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" name="Google Shape;514;p22"/>
          <p:cNvSpPr txBox="1"/>
          <p:nvPr/>
        </p:nvSpPr>
        <p:spPr>
          <a:xfrm>
            <a:off x="3236221" y="8847415"/>
            <a:ext cx="16347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straw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3236230" y="9409848"/>
            <a:ext cx="19251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 straw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16" name="Google Shape;516;p22"/>
          <p:cNvSpPr txBox="1"/>
          <p:nvPr/>
        </p:nvSpPr>
        <p:spPr>
          <a:xfrm>
            <a:off x="3116516" y="7885144"/>
            <a:ext cx="876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B, C, F, I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17" name="Google Shape;517;p22"/>
          <p:cNvSpPr txBox="1"/>
          <p:nvPr/>
        </p:nvSpPr>
        <p:spPr>
          <a:xfrm>
            <a:off x="3236239" y="8460404"/>
            <a:ext cx="6390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18" name="Google Shape;518;p22"/>
          <p:cNvSpPr txBox="1"/>
          <p:nvPr/>
        </p:nvSpPr>
        <p:spPr>
          <a:xfrm>
            <a:off x="3168181" y="9018348"/>
            <a:ext cx="11622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D, E, 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19" name="Google Shape;519;p22"/>
          <p:cNvSpPr txBox="1"/>
          <p:nvPr/>
        </p:nvSpPr>
        <p:spPr>
          <a:xfrm>
            <a:off x="3491546" y="9551063"/>
            <a:ext cx="2490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20" name="Google Shape;520;p22"/>
          <p:cNvSpPr txBox="1"/>
          <p:nvPr/>
        </p:nvSpPr>
        <p:spPr>
          <a:xfrm>
            <a:off x="4758122" y="8300220"/>
            <a:ext cx="233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On your tree circle the outcomes that represent straw but no handle.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3105799" y="9014229"/>
            <a:ext cx="782400" cy="374100"/>
          </a:xfrm>
          <a:prstGeom prst="ellipse">
            <a:avLst/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2" name="Google Shape;522;p22"/>
          <p:cNvSpPr txBox="1"/>
          <p:nvPr/>
        </p:nvSpPr>
        <p:spPr>
          <a:xfrm>
            <a:off x="2670647" y="6002603"/>
            <a:ext cx="1928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 a square number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23" name="Google Shape;523;p22"/>
          <p:cNvSpPr txBox="1"/>
          <p:nvPr/>
        </p:nvSpPr>
        <p:spPr>
          <a:xfrm>
            <a:off x="476400" y="3878775"/>
            <a:ext cx="5866800" cy="1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spinner has outcomes of: {1, 4, 8, 16, 25, 27, 30, 36, 39, 64}.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is going to spin this spinner and looks for the events of landing on a square number that is also a cube number.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4" name="Google Shape;524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flipH="1">
            <a:off x="6483614" y="3733882"/>
            <a:ext cx="522224" cy="643284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2"/>
          <p:cNvSpPr txBox="1"/>
          <p:nvPr/>
        </p:nvSpPr>
        <p:spPr>
          <a:xfrm>
            <a:off x="6380548" y="4377167"/>
            <a:ext cx="72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6" name="Google Shape;526;p22"/>
          <p:cNvSpPr txBox="1"/>
          <p:nvPr/>
        </p:nvSpPr>
        <p:spPr>
          <a:xfrm>
            <a:off x="2845456" y="5153379"/>
            <a:ext cx="987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1, 4, 16, 25, 36, 64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527" name="Google Shape;527;p22"/>
          <p:cNvCxnSpPr/>
          <p:nvPr/>
        </p:nvCxnSpPr>
        <p:spPr>
          <a:xfrm flipH="1" rot="10800000">
            <a:off x="1982457" y="4994196"/>
            <a:ext cx="634800" cy="50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22"/>
          <p:cNvCxnSpPr/>
          <p:nvPr/>
        </p:nvCxnSpPr>
        <p:spPr>
          <a:xfrm>
            <a:off x="1982457" y="5637769"/>
            <a:ext cx="634800" cy="50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22"/>
          <p:cNvSpPr txBox="1"/>
          <p:nvPr/>
        </p:nvSpPr>
        <p:spPr>
          <a:xfrm>
            <a:off x="2688855" y="4897010"/>
            <a:ext cx="157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square number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0" name="Google Shape;530;p22"/>
          <p:cNvSpPr txBox="1"/>
          <p:nvPr/>
        </p:nvSpPr>
        <p:spPr>
          <a:xfrm>
            <a:off x="2845456" y="6270311"/>
            <a:ext cx="1154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8, 27, 30, 39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531" name="Google Shape;531;p22"/>
          <p:cNvCxnSpPr/>
          <p:nvPr/>
        </p:nvCxnSpPr>
        <p:spPr>
          <a:xfrm flipH="1" rot="10800000">
            <a:off x="4043246" y="4738086"/>
            <a:ext cx="634800" cy="24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22"/>
          <p:cNvCxnSpPr/>
          <p:nvPr/>
        </p:nvCxnSpPr>
        <p:spPr>
          <a:xfrm>
            <a:off x="4043246" y="5046656"/>
            <a:ext cx="634800" cy="24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22"/>
          <p:cNvSpPr txBox="1"/>
          <p:nvPr/>
        </p:nvSpPr>
        <p:spPr>
          <a:xfrm>
            <a:off x="4720843" y="4625841"/>
            <a:ext cx="16245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cube number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4" name="Google Shape;534;p22"/>
          <p:cNvSpPr txBox="1"/>
          <p:nvPr/>
        </p:nvSpPr>
        <p:spPr>
          <a:xfrm>
            <a:off x="4720852" y="5184754"/>
            <a:ext cx="1913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 a cube number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535" name="Google Shape;535;p22"/>
          <p:cNvCxnSpPr/>
          <p:nvPr/>
        </p:nvCxnSpPr>
        <p:spPr>
          <a:xfrm flipH="1" rot="10800000">
            <a:off x="4536634" y="5882802"/>
            <a:ext cx="634800" cy="24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22"/>
          <p:cNvCxnSpPr/>
          <p:nvPr/>
        </p:nvCxnSpPr>
        <p:spPr>
          <a:xfrm>
            <a:off x="4536634" y="6191372"/>
            <a:ext cx="634800" cy="24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22"/>
          <p:cNvSpPr txBox="1"/>
          <p:nvPr/>
        </p:nvSpPr>
        <p:spPr>
          <a:xfrm>
            <a:off x="5214230" y="5770558"/>
            <a:ext cx="16245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cube number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8" name="Google Shape;538;p22"/>
          <p:cNvSpPr txBox="1"/>
          <p:nvPr/>
        </p:nvSpPr>
        <p:spPr>
          <a:xfrm>
            <a:off x="5214239" y="6329470"/>
            <a:ext cx="1913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 a cube number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9" name="Google Shape;539;p22"/>
          <p:cNvSpPr txBox="1"/>
          <p:nvPr/>
        </p:nvSpPr>
        <p:spPr>
          <a:xfrm>
            <a:off x="5563987" y="4837133"/>
            <a:ext cx="8841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1, 64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40" name="Google Shape;540;p22"/>
          <p:cNvSpPr txBox="1"/>
          <p:nvPr/>
        </p:nvSpPr>
        <p:spPr>
          <a:xfrm>
            <a:off x="5619240" y="5407524"/>
            <a:ext cx="13296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4, 16, 25, 36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41" name="Google Shape;541;p22"/>
          <p:cNvSpPr txBox="1"/>
          <p:nvPr/>
        </p:nvSpPr>
        <p:spPr>
          <a:xfrm>
            <a:off x="6101421" y="5977953"/>
            <a:ext cx="9441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8, 27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42" name="Google Shape;542;p22"/>
          <p:cNvSpPr txBox="1"/>
          <p:nvPr/>
        </p:nvSpPr>
        <p:spPr>
          <a:xfrm>
            <a:off x="6046171" y="6548383"/>
            <a:ext cx="8529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30, 39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43" name="Google Shape;543;p22"/>
          <p:cNvSpPr/>
          <p:nvPr/>
        </p:nvSpPr>
        <p:spPr>
          <a:xfrm>
            <a:off x="4678051" y="4610600"/>
            <a:ext cx="1329600" cy="45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4" name="Google Shape;544;p22"/>
          <p:cNvSpPr txBox="1"/>
          <p:nvPr/>
        </p:nvSpPr>
        <p:spPr>
          <a:xfrm>
            <a:off x="6072975" y="4742000"/>
            <a:ext cx="9870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two outcomes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45" name="Google Shape;545;p22"/>
          <p:cNvSpPr txBox="1"/>
          <p:nvPr/>
        </p:nvSpPr>
        <p:spPr>
          <a:xfrm>
            <a:off x="466825" y="4722550"/>
            <a:ext cx="14157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Draw and complete an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this trial.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outcomes match the events that Jacob is looking out for?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