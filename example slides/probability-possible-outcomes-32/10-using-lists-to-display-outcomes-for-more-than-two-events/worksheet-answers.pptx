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sp>
        <p:nvSpPr>
          <p:cNvPr id="230" name="Google Shape;23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639850"/>
            <a:ext cx="6275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Listing outcomes from a multi-stage trial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2203601"/>
            <a:ext cx="64530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needs to do some revision, so he uses three spinners to decide which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{maths (M), english (E), science (S), geography (G)},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{20 mins (T), 60 mins (H)} and which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resource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{Oak National Academy (O), flashcards (F), books (B)}.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159553" y="3034375"/>
            <a:ext cx="831000" cy="831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 flipH="1">
            <a:off x="2166732" y="3041607"/>
            <a:ext cx="816600" cy="8166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2166786" y="3041607"/>
            <a:ext cx="816600" cy="8166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345152" y="3520345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166786" y="3041607"/>
            <a:ext cx="816600" cy="8166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2320806" y="3166041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flipH="1">
            <a:off x="2166732" y="3041607"/>
            <a:ext cx="816600" cy="8166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2688237" y="3159962"/>
            <a:ext cx="12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682149" y="3526432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2551215" y="3066471"/>
            <a:ext cx="46011" cy="400282"/>
            <a:chOff x="996050" y="213293"/>
            <a:chExt cx="93900" cy="909732"/>
          </a:xfrm>
        </p:grpSpPr>
        <p:cxnSp>
          <p:nvCxnSpPr>
            <p:cNvPr id="186" name="Google Shape;18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7" name="Google Shape;18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8" name="Google Shape;188;p20"/>
          <p:cNvSpPr/>
          <p:nvPr/>
        </p:nvSpPr>
        <p:spPr>
          <a:xfrm>
            <a:off x="4233094" y="3034375"/>
            <a:ext cx="831000" cy="831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 rot="7200203">
            <a:off x="4240394" y="3041599"/>
            <a:ext cx="816517" cy="81651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20"/>
          <p:cNvSpPr/>
          <p:nvPr/>
        </p:nvSpPr>
        <p:spPr>
          <a:xfrm rot="-7212113">
            <a:off x="4240385" y="3041853"/>
            <a:ext cx="816423" cy="816423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240383" y="3041694"/>
            <a:ext cx="816600" cy="8166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799117" y="3234636"/>
            <a:ext cx="1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590070" y="3533337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366043" y="3234631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4624756" y="3075900"/>
            <a:ext cx="46011" cy="400282"/>
            <a:chOff x="996050" y="213293"/>
            <a:chExt cx="93900" cy="909732"/>
          </a:xfrm>
        </p:grpSpPr>
        <p:cxnSp>
          <p:nvCxnSpPr>
            <p:cNvPr id="196" name="Google Shape;19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7" name="Google Shape;19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8" name="Google Shape;198;p20"/>
          <p:cNvSpPr/>
          <p:nvPr/>
        </p:nvSpPr>
        <p:spPr>
          <a:xfrm>
            <a:off x="3187635" y="3034375"/>
            <a:ext cx="831000" cy="831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 flipH="1">
            <a:off x="3194814" y="3041607"/>
            <a:ext cx="816600" cy="8166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3194868" y="3041607"/>
            <a:ext cx="816600" cy="8166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335896" y="3346646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31300" y="3346646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3579297" y="3079731"/>
            <a:ext cx="46011" cy="400282"/>
            <a:chOff x="996050" y="213293"/>
            <a:chExt cx="93900" cy="909732"/>
          </a:xfrm>
        </p:grpSpPr>
        <p:cxnSp>
          <p:nvCxnSpPr>
            <p:cNvPr id="204" name="Google Shape;20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5" name="Google Shape;20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6" name="Google Shape;206;p20"/>
          <p:cNvSpPr txBox="1"/>
          <p:nvPr/>
        </p:nvSpPr>
        <p:spPr>
          <a:xfrm>
            <a:off x="476400" y="4064242"/>
            <a:ext cx="6453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all the possible outcomes for Jun’s revision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4939290"/>
            <a:ext cx="6624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compare your list of possible outcomes to Jun’s list of possible outcomes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55478" y="5162981"/>
            <a:ext cx="57960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MTO, EHB, STO, GTO, GHB, ETF, STF, GTF, MTB, ETB, SHB, GTB, MHO, SHO, EHO, MTF, MHF, EHF, STB, GHF, MHB, ETO, STB, GHO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76400" y="6093300"/>
            <a:ext cx="64227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restaurant they have a fixed price three course menu.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882512" y="6407893"/>
            <a:ext cx="42180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all the possible outcomes that include ice cream as the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882512" y="7400324"/>
            <a:ext cx="4186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all the possible outcomes that include vegetable curry as the main course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0145" y="6356377"/>
            <a:ext cx="2082600" cy="288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80262" y="640789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Starter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72933" y="7295186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80145" y="667816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Garlic mushrooms (G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72933" y="6948432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Halloumi bites (H)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72933" y="7788595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Fish and chips (F)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80262" y="7519261"/>
            <a:ext cx="20823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Bacon cheeseburger (C)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73011" y="8090090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Vegetable curry (V)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87357" y="8486723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Dessert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72933" y="8980131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Fruit Salad (S)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73011" y="8710797"/>
            <a:ext cx="20172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Ice Cream (I)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882512" y="8291476"/>
            <a:ext cx="41865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all the possible outcomes that include garlic mushrooms as the starter and fruit salad as the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52600" y="4256350"/>
            <a:ext cx="47520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MTO, ETO, STO, GTO, MTF, ETF, STF, GTF, MTB, ETB, STB, GTB, MHO, EHO, SHO, GHO, MHF, EHF, SHF, GHF, MHB, EHB, SHB, GHB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6400" y="5657850"/>
            <a:ext cx="6610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 has missed SHF and duplicated STB. His list is not systematic.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420000" y="6856700"/>
            <a:ext cx="33147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GCI, GFI, GVI, HCI, HFI, HVI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420000" y="7874688"/>
            <a:ext cx="228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GVI, HVI, GVS, HVS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420000" y="8749738"/>
            <a:ext cx="17856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GCS, GFS, GVS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4" name="Google Shape;23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more than two events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7998" y="877850"/>
            <a:ext cx="60909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Listing outcomes from more than two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1424292"/>
            <a:ext cx="6255000" cy="22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Andeep, Izzy and Lucas are playing a game using this spinner. Andeep wins a point if the word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starts with a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Izzy wins a point if the word has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letters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Lucas wins a point if the word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ends in a vowel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105369" y="2192416"/>
            <a:ext cx="1642500" cy="1642500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 rot="3084824">
            <a:off x="5105457" y="2192420"/>
            <a:ext cx="1642637" cy="1642637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 rot="6167866">
            <a:off x="5105301" y="2192496"/>
            <a:ext cx="1642811" cy="1642518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 rot="9251871">
            <a:off x="5105482" y="2192618"/>
            <a:ext cx="1642448" cy="1642448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 rot="-9263668">
            <a:off x="5105485" y="2192545"/>
            <a:ext cx="1642399" cy="1642399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 rot="-6180195">
            <a:off x="5105329" y="2192354"/>
            <a:ext cx="1642621" cy="1642621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 rot="-3096392">
            <a:off x="5105320" y="2192265"/>
            <a:ext cx="1642841" cy="1642841"/>
          </a:xfrm>
          <a:prstGeom prst="pie">
            <a:avLst>
              <a:gd name="adj1" fmla="val 13106558"/>
              <a:gd name="adj2" fmla="val 16200000"/>
            </a:avLst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892119" y="2302525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menu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231175" y="2739228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cello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176941" y="3195350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tree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722117" y="3457826"/>
            <a:ext cx="6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ship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244138" y="3226795"/>
            <a:ext cx="6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milk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028275" y="2754750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match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263035" y="2307802"/>
            <a:ext cx="68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mouse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5887918" y="2423321"/>
            <a:ext cx="71298" cy="620346"/>
            <a:chOff x="996050" y="213293"/>
            <a:chExt cx="93900" cy="909732"/>
          </a:xfrm>
        </p:grpSpPr>
        <p:cxnSp>
          <p:nvCxnSpPr>
            <p:cNvPr id="254" name="Google Shape;254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5" name="Google Shape;255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476400" y="2199933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get Andeep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2757352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get Izzy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76400" y="3314771"/>
            <a:ext cx="391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that get Lucas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400" y="3872191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get Andeep and Izzy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6400" y="4987029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List the outcome that gets all of them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6400" y="4429610"/>
            <a:ext cx="4629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that get Izzy and Lucas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422674" y="2395571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{mouse, menu, match, milk}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2422674" y="2964750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{menu, tree, ship, milk}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422674" y="3522169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{menu, cello, tree, mouse}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422668" y="4079576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{menu, milk}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422678" y="4602733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{menu, tree}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2422669" y="5202087"/>
            <a:ext cx="247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{menu}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75836" y="6017100"/>
            <a:ext cx="6415200" cy="23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10 animals are sorted into three categories, whether they are critically endangered, whether they are a mammal and whether they live on land.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Critically endangered = {black rhino, hawksbill turtle, orangutan, vaquita, saola}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Mammal = {black rhino, orangutan, vaquita, blue whale, african wild dog, saola, sea lion, tiger}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 animal = {black rhino, orangutan, african wild dog, monarch butterfly, macaw, saola, tiger}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3850" y="8166167"/>
            <a:ext cx="66183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all the land mammals that are critically endangered.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3850" y="8793027"/>
            <a:ext cx="66183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all the mammals that are not critically endangered.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2471934" y="8344131"/>
            <a:ext cx="2949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{black rhino, orangutan, saola}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785444" y="9023337"/>
            <a:ext cx="4474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{blue whale, african wild dog, sea lion, tiger}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lists to display outcomes for more than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2024-02-26T16:10:17.265</cp:lastPrinted>
  <dcterms:created xsi:type="dcterms:W3CDTF">2024-02-26T16:10:17Z</dcterms:created>
  <dcterms:modified xsi:type="dcterms:W3CDTF">2024-02-26T16:13:47Z</dcterms:modified>
</cp:coreProperties>
</file>