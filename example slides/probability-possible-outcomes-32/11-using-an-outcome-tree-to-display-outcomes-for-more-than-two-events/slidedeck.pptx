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5E1902-FAC8-447E-A585-19926FF1C33B}">
  <a:tblStyle styleId="{705E1902-FAC8-447E-A585-19926FF1C3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4a1e24e9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4a1e24e9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4a1e24e9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4a1e24e9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4a1e24e9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4a1e24e9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4a1e24e9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4a1e24e9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b4a1e24e9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4a1e24e9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4a1e24e9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4a1e24e9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b4a1e24e9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b4a1e24e9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b4a1e24e9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b4a1e24e9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4a1e24e9d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b4a1e24e9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b4a1e24e9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b4a1e24e9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4a1e24e9d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4a1e24e9d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b4a1e24e9d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b4a1e24e9d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b4a1e24e9d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4a1e24e9d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b4a1e24e9d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b4a1e24e9d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Q1 of this task, complete the outcome tree by placing the letters C, D, E, and F once each in their correct location on the tree.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completed tree to complete the sample space on the right.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outcomes are there to the event: “at least one spinner lands on a vowel”?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b4a1e24e9d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b4a1e24e9d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b4a1e24e9d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b4a1e24e9d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2b4a1e24e9d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2b4a1e24e9d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b4a1e24e9d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b4a1e24e9d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b4a1e24e9d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b4a1e24e9d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b4a1e24e9d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b4a1e24e9d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2b4a1e24e9d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b4a1e24e9d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b4a1e24e9d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b4a1e24e9d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2b4a1e24e9d_0_1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b4a1e24e9d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b4a1e24e9d_0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b4a1e24e9d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b4a1e24e9d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2b4a1e24e9d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b4a1e24e9d_0_1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b4a1e24e9d_0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b4a1e24e9d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b4a1e24e9d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2b4a1e24e9d_0_1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2b4a1e24e9d_0_1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2b4a1e24e9d_0_3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2b4a1e24e9d_0_3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2b4fc094c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2b4fc094c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b4fc094c32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2b4fc094c3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2b4fc094c3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2b4fc094c3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2b4fc094c32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2b4fc094c32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b4fc094c3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5" name="Google Shape;2315;g2b4fc094c3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Extra question</a:t>
            </a:r>
            <a:r>
              <a:rPr lang="en-GB"/>
              <a:t>: Do you notice anything about the events for multiple of 3 and factors of 100?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your observation true for numbers outside the range 20 to 30?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g2b4fc094c3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7" name="Google Shape;2377;g2b4fc094c3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2b4fc094c32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2b4fc094c32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g2b4fc094c3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1" name="Google Shape;2491;g2b4fc094c3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g2b4a1e24e9d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8" name="Google Shape;2568;g2b4a1e24e9d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g2b4a1e24e9d_0_2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4" name="Google Shape;2574;g2b4a1e24e9d_0_2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0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0.png"/><Relationship Id="rId4" Type="http://schemas.openxmlformats.org/officeDocument/2006/relationships/image" Target="../media/image34.png"/><Relationship Id="rId11" Type="http://schemas.openxmlformats.org/officeDocument/2006/relationships/image" Target="../media/image22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more than two events by using an outcome tree diagram.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8364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Tree diagrams are a representation used to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model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statistical/probability questions. Branches represent different possible events or outcomes.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branch of an outcome tree shows a possible outcome from an event or from a stage of a trial. The full outcome tree shows all possible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sample space is all the possible outcomes of a trial. A sample space diagram is a systematic way of producing a sample space.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sp>
        <p:nvSpPr>
          <p:cNvPr id="768" name="Google Shape;768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769" name="Google Shape;769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pic>
        <p:nvPicPr>
          <p:cNvPr id="770" name="Google Shape;7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205944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sp>
        <p:nvSpPr>
          <p:cNvPr id="776" name="Google Shape;776;p67"/>
          <p:cNvSpPr txBox="1"/>
          <p:nvPr/>
        </p:nvSpPr>
        <p:spPr>
          <a:xfrm>
            <a:off x="408875" y="1882754"/>
            <a:ext cx="2114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spin this spinner twice.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represents the possible outcomes for this two-stage trial using two different representations.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7" name="Google Shape;777;p67"/>
          <p:cNvGrpSpPr/>
          <p:nvPr/>
        </p:nvGrpSpPr>
        <p:grpSpPr>
          <a:xfrm>
            <a:off x="915836" y="655436"/>
            <a:ext cx="1100835" cy="1095900"/>
            <a:chOff x="691923" y="724173"/>
            <a:chExt cx="1100835" cy="1095900"/>
          </a:xfrm>
        </p:grpSpPr>
        <p:sp>
          <p:nvSpPr>
            <p:cNvPr id="778" name="Google Shape;778;p67"/>
            <p:cNvSpPr txBox="1"/>
            <p:nvPr/>
          </p:nvSpPr>
          <p:spPr>
            <a:xfrm>
              <a:off x="1263193" y="1081681"/>
              <a:ext cx="37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79" name="Google Shape;779;p67"/>
            <p:cNvGrpSpPr/>
            <p:nvPr/>
          </p:nvGrpSpPr>
          <p:grpSpPr>
            <a:xfrm>
              <a:off x="691923" y="724173"/>
              <a:ext cx="1100835" cy="1095900"/>
              <a:chOff x="412698" y="1383981"/>
              <a:chExt cx="1100835" cy="1095900"/>
            </a:xfrm>
          </p:grpSpPr>
          <p:sp>
            <p:nvSpPr>
              <p:cNvPr id="780" name="Google Shape;780;p67"/>
              <p:cNvSpPr/>
              <p:nvPr/>
            </p:nvSpPr>
            <p:spPr>
              <a:xfrm>
                <a:off x="417633" y="1383981"/>
                <a:ext cx="1095900" cy="10959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67"/>
              <p:cNvSpPr/>
              <p:nvPr/>
            </p:nvSpPr>
            <p:spPr>
              <a:xfrm flipH="1">
                <a:off x="427237" y="1393521"/>
                <a:ext cx="1077000" cy="1077000"/>
              </a:xfrm>
              <a:prstGeom prst="pie">
                <a:avLst>
                  <a:gd fmla="val 5387953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67"/>
              <p:cNvSpPr/>
              <p:nvPr/>
            </p:nvSpPr>
            <p:spPr>
              <a:xfrm>
                <a:off x="427173" y="1393521"/>
                <a:ext cx="1077000" cy="1077000"/>
              </a:xfrm>
              <a:prstGeom prst="pie">
                <a:avLst>
                  <a:gd fmla="val 538795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67"/>
              <p:cNvSpPr txBox="1"/>
              <p:nvPr/>
            </p:nvSpPr>
            <p:spPr>
              <a:xfrm>
                <a:off x="412698" y="1720507"/>
                <a:ext cx="537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84" name="Google Shape;784;p67"/>
              <p:cNvSpPr txBox="1"/>
              <p:nvPr/>
            </p:nvSpPr>
            <p:spPr>
              <a:xfrm>
                <a:off x="966950" y="1720507"/>
                <a:ext cx="537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785" name="Google Shape;785;p67"/>
              <p:cNvGrpSpPr/>
              <p:nvPr/>
            </p:nvGrpSpPr>
            <p:grpSpPr>
              <a:xfrm>
                <a:off x="934220" y="1443812"/>
                <a:ext cx="60688" cy="528008"/>
                <a:chOff x="996050" y="213293"/>
                <a:chExt cx="93900" cy="909732"/>
              </a:xfrm>
            </p:grpSpPr>
            <p:cxnSp>
              <p:nvCxnSpPr>
                <p:cNvPr id="786" name="Google Shape;786;p67"/>
                <p:cNvCxnSpPr/>
                <p:nvPr/>
              </p:nvCxnSpPr>
              <p:spPr>
                <a:xfrm rot="10800000">
                  <a:off x="1046672" y="213293"/>
                  <a:ext cx="0" cy="8514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87" name="Google Shape;787;p67"/>
                <p:cNvSpPr/>
                <p:nvPr/>
              </p:nvSpPr>
              <p:spPr>
                <a:xfrm>
                  <a:off x="996050" y="1029125"/>
                  <a:ext cx="93900" cy="93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aphicFrame>
        <p:nvGraphicFramePr>
          <p:cNvPr id="788" name="Google Shape;788;p67"/>
          <p:cNvGraphicFramePr/>
          <p:nvPr/>
        </p:nvGraphicFramePr>
        <p:xfrm>
          <a:off x="2673000" y="851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{705E1902-FAC8-447E-A585-19926FF1C33B}</a:tableStyleId>
              </a:tblPr>
              <a:tblGrid>
                <a:gridCol w="776200"/>
                <a:gridCol w="776200"/>
                <a:gridCol w="776200"/>
              </a:tblGrid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89" name="Google Shape;789;p67"/>
          <p:cNvSpPr txBox="1"/>
          <p:nvPr/>
        </p:nvSpPr>
        <p:spPr>
          <a:xfrm>
            <a:off x="3029850" y="2031756"/>
            <a:ext cx="161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7"/>
          <p:cNvGrpSpPr/>
          <p:nvPr/>
        </p:nvGrpSpPr>
        <p:grpSpPr>
          <a:xfrm>
            <a:off x="5561400" y="705438"/>
            <a:ext cx="3258600" cy="1603542"/>
            <a:chOff x="5561400" y="705438"/>
            <a:chExt cx="3258600" cy="1603542"/>
          </a:xfrm>
        </p:grpSpPr>
        <p:grpSp>
          <p:nvGrpSpPr>
            <p:cNvPr id="791" name="Google Shape;791;p67"/>
            <p:cNvGrpSpPr/>
            <p:nvPr/>
          </p:nvGrpSpPr>
          <p:grpSpPr>
            <a:xfrm>
              <a:off x="5561404" y="705438"/>
              <a:ext cx="3258571" cy="1282972"/>
              <a:chOff x="5561404" y="894300"/>
              <a:chExt cx="3258571" cy="1282972"/>
            </a:xfrm>
          </p:grpSpPr>
          <p:cxnSp>
            <p:nvCxnSpPr>
              <p:cNvPr id="792" name="Google Shape;792;p67"/>
              <p:cNvCxnSpPr/>
              <p:nvPr/>
            </p:nvCxnSpPr>
            <p:spPr>
              <a:xfrm flipH="1" rot="10800000">
                <a:off x="5793500" y="1191962"/>
                <a:ext cx="679500" cy="279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" name="Google Shape;793;p67"/>
              <p:cNvCxnSpPr/>
              <p:nvPr/>
            </p:nvCxnSpPr>
            <p:spPr>
              <a:xfrm>
                <a:off x="5793500" y="1549979"/>
                <a:ext cx="679500" cy="279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" name="Google Shape;794;p67"/>
              <p:cNvCxnSpPr/>
              <p:nvPr/>
            </p:nvCxnSpPr>
            <p:spPr>
              <a:xfrm flipH="1" rot="10800000">
                <a:off x="6822559" y="1049041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" name="Google Shape;795;p67"/>
              <p:cNvCxnSpPr/>
              <p:nvPr/>
            </p:nvCxnSpPr>
            <p:spPr>
              <a:xfrm>
                <a:off x="6822559" y="1213233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" name="Google Shape;796;p67"/>
              <p:cNvCxnSpPr/>
              <p:nvPr/>
            </p:nvCxnSpPr>
            <p:spPr>
              <a:xfrm flipH="1" rot="10800000">
                <a:off x="6822559" y="1700073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" name="Google Shape;797;p67"/>
              <p:cNvCxnSpPr/>
              <p:nvPr/>
            </p:nvCxnSpPr>
            <p:spPr>
              <a:xfrm>
                <a:off x="6822559" y="1864264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8" name="Google Shape;798;p67"/>
              <p:cNvSpPr txBox="1"/>
              <p:nvPr/>
            </p:nvSpPr>
            <p:spPr>
              <a:xfrm>
                <a:off x="6457788" y="1107160"/>
                <a:ext cx="380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9" name="Google Shape;799;p67"/>
              <p:cNvSpPr txBox="1"/>
              <p:nvPr/>
            </p:nvSpPr>
            <p:spPr>
              <a:xfrm>
                <a:off x="6457788" y="1757063"/>
                <a:ext cx="380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0" name="Google Shape;800;p67"/>
              <p:cNvSpPr txBox="1"/>
              <p:nvPr/>
            </p:nvSpPr>
            <p:spPr>
              <a:xfrm>
                <a:off x="7525996" y="959929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1" name="Google Shape;801;p67"/>
              <p:cNvSpPr txBox="1"/>
              <p:nvPr/>
            </p:nvSpPr>
            <p:spPr>
              <a:xfrm>
                <a:off x="7525996" y="1250175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2" name="Google Shape;802;p67"/>
              <p:cNvSpPr txBox="1"/>
              <p:nvPr/>
            </p:nvSpPr>
            <p:spPr>
              <a:xfrm>
                <a:off x="7525996" y="1605620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3" name="Google Shape;803;p67"/>
              <p:cNvSpPr txBox="1"/>
              <p:nvPr/>
            </p:nvSpPr>
            <p:spPr>
              <a:xfrm>
                <a:off x="7525996" y="1900072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4" name="Google Shape;804;p67"/>
              <p:cNvSpPr/>
              <p:nvPr/>
            </p:nvSpPr>
            <p:spPr>
              <a:xfrm>
                <a:off x="7949675" y="894300"/>
                <a:ext cx="867300" cy="12474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5" name="Google Shape;805;p67"/>
              <p:cNvSpPr txBox="1"/>
              <p:nvPr/>
            </p:nvSpPr>
            <p:spPr>
              <a:xfrm>
                <a:off x="7949675" y="959891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6" name="Google Shape;806;p67"/>
              <p:cNvSpPr txBox="1"/>
              <p:nvPr/>
            </p:nvSpPr>
            <p:spPr>
              <a:xfrm>
                <a:off x="7949675" y="1292719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7" name="Google Shape;807;p67"/>
              <p:cNvSpPr txBox="1"/>
              <p:nvPr/>
            </p:nvSpPr>
            <p:spPr>
              <a:xfrm>
                <a:off x="7949675" y="1625546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8" name="Google Shape;808;p67"/>
              <p:cNvSpPr txBox="1"/>
              <p:nvPr/>
            </p:nvSpPr>
            <p:spPr>
              <a:xfrm>
                <a:off x="7949675" y="1958374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9" name="Google Shape;809;p67"/>
              <p:cNvSpPr/>
              <p:nvPr/>
            </p:nvSpPr>
            <p:spPr>
              <a:xfrm>
                <a:off x="5561404" y="1378893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10" name="Google Shape;810;p67"/>
            <p:cNvSpPr txBox="1"/>
            <p:nvPr/>
          </p:nvSpPr>
          <p:spPr>
            <a:xfrm>
              <a:off x="5561400" y="2031779"/>
              <a:ext cx="325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 tree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1" name="Google Shape;811;p67"/>
          <p:cNvGrpSpPr/>
          <p:nvPr/>
        </p:nvGrpSpPr>
        <p:grpSpPr>
          <a:xfrm flipH="1">
            <a:off x="4595188" y="2429887"/>
            <a:ext cx="3942332" cy="2390011"/>
            <a:chOff x="2617425" y="2510025"/>
            <a:chExt cx="3942332" cy="2310082"/>
          </a:xfrm>
        </p:grpSpPr>
        <p:pic>
          <p:nvPicPr>
            <p:cNvPr id="812" name="Google Shape;812;p6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3100787" y="2510025"/>
              <a:ext cx="3458970" cy="184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67"/>
            <p:cNvSpPr txBox="1"/>
            <p:nvPr/>
          </p:nvSpPr>
          <p:spPr>
            <a:xfrm flipH="1">
              <a:off x="3241774" y="2567575"/>
              <a:ext cx="3177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whether it’s possible to list all the outcomes in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 outcome table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or outcome tree if I spin the spinner three times?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14" name="Google Shape;814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22891" y="378888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67"/>
            <p:cNvSpPr txBox="1"/>
            <p:nvPr/>
          </p:nvSpPr>
          <p:spPr>
            <a:xfrm flipH="1">
              <a:off x="2617425" y="4552207"/>
              <a:ext cx="6762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6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96152" y="2535250"/>
            <a:ext cx="3429248" cy="1767651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68"/>
          <p:cNvSpPr txBox="1"/>
          <p:nvPr/>
        </p:nvSpPr>
        <p:spPr>
          <a:xfrm flipH="1">
            <a:off x="1025047" y="2567575"/>
            <a:ext cx="3186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pretty sure you can’t show a three-stage trial in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rows show one spin, and columns show the other.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aphicFrame>
        <p:nvGraphicFramePr>
          <p:cNvPr id="823" name="Google Shape;823;p68"/>
          <p:cNvGraphicFramePr/>
          <p:nvPr/>
        </p:nvGraphicFramePr>
        <p:xfrm>
          <a:off x="2673000" y="851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{705E1902-FAC8-447E-A585-19926FF1C33B}</a:tableStyleId>
              </a:tblPr>
              <a:tblGrid>
                <a:gridCol w="776200"/>
                <a:gridCol w="776200"/>
                <a:gridCol w="776200"/>
              </a:tblGrid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4" name="Google Shape;824;p68"/>
          <p:cNvSpPr txBox="1"/>
          <p:nvPr/>
        </p:nvSpPr>
        <p:spPr>
          <a:xfrm>
            <a:off x="3029850" y="2031756"/>
            <a:ext cx="161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5" name="Google Shape;825;p68"/>
          <p:cNvGrpSpPr/>
          <p:nvPr/>
        </p:nvGrpSpPr>
        <p:grpSpPr>
          <a:xfrm>
            <a:off x="5561400" y="705438"/>
            <a:ext cx="3258600" cy="1603542"/>
            <a:chOff x="5561400" y="705438"/>
            <a:chExt cx="3258600" cy="1603542"/>
          </a:xfrm>
        </p:grpSpPr>
        <p:grpSp>
          <p:nvGrpSpPr>
            <p:cNvPr id="826" name="Google Shape;826;p68"/>
            <p:cNvGrpSpPr/>
            <p:nvPr/>
          </p:nvGrpSpPr>
          <p:grpSpPr>
            <a:xfrm>
              <a:off x="5561404" y="705438"/>
              <a:ext cx="3258571" cy="1282972"/>
              <a:chOff x="5561404" y="894300"/>
              <a:chExt cx="3258571" cy="1282972"/>
            </a:xfrm>
          </p:grpSpPr>
          <p:cxnSp>
            <p:nvCxnSpPr>
              <p:cNvPr id="827" name="Google Shape;827;p68"/>
              <p:cNvCxnSpPr/>
              <p:nvPr/>
            </p:nvCxnSpPr>
            <p:spPr>
              <a:xfrm flipH="1" rot="10800000">
                <a:off x="5793500" y="1191962"/>
                <a:ext cx="679500" cy="279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68"/>
              <p:cNvCxnSpPr/>
              <p:nvPr/>
            </p:nvCxnSpPr>
            <p:spPr>
              <a:xfrm>
                <a:off x="5793500" y="1549979"/>
                <a:ext cx="679500" cy="279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68"/>
              <p:cNvCxnSpPr/>
              <p:nvPr/>
            </p:nvCxnSpPr>
            <p:spPr>
              <a:xfrm flipH="1" rot="10800000">
                <a:off x="6822559" y="1049041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68"/>
              <p:cNvCxnSpPr/>
              <p:nvPr/>
            </p:nvCxnSpPr>
            <p:spPr>
              <a:xfrm>
                <a:off x="6822559" y="1213233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68"/>
              <p:cNvCxnSpPr/>
              <p:nvPr/>
            </p:nvCxnSpPr>
            <p:spPr>
              <a:xfrm flipH="1" rot="10800000">
                <a:off x="6822559" y="1700073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68"/>
              <p:cNvCxnSpPr/>
              <p:nvPr/>
            </p:nvCxnSpPr>
            <p:spPr>
              <a:xfrm>
                <a:off x="6822559" y="1864264"/>
                <a:ext cx="679500" cy="128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3" name="Google Shape;833;p68"/>
              <p:cNvSpPr txBox="1"/>
              <p:nvPr/>
            </p:nvSpPr>
            <p:spPr>
              <a:xfrm>
                <a:off x="6457788" y="1107160"/>
                <a:ext cx="380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4" name="Google Shape;834;p68"/>
              <p:cNvSpPr txBox="1"/>
              <p:nvPr/>
            </p:nvSpPr>
            <p:spPr>
              <a:xfrm>
                <a:off x="6457788" y="1757063"/>
                <a:ext cx="380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5" name="Google Shape;835;p68"/>
              <p:cNvSpPr txBox="1"/>
              <p:nvPr/>
            </p:nvSpPr>
            <p:spPr>
              <a:xfrm>
                <a:off x="7525996" y="959929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6" name="Google Shape;836;p68"/>
              <p:cNvSpPr txBox="1"/>
              <p:nvPr/>
            </p:nvSpPr>
            <p:spPr>
              <a:xfrm>
                <a:off x="7525996" y="1250175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7" name="Google Shape;837;p68"/>
              <p:cNvSpPr txBox="1"/>
              <p:nvPr/>
            </p:nvSpPr>
            <p:spPr>
              <a:xfrm>
                <a:off x="7525996" y="1605620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8" name="Google Shape;838;p68"/>
              <p:cNvSpPr txBox="1"/>
              <p:nvPr/>
            </p:nvSpPr>
            <p:spPr>
              <a:xfrm>
                <a:off x="7525996" y="1900072"/>
                <a:ext cx="3567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9" name="Google Shape;839;p68"/>
              <p:cNvSpPr/>
              <p:nvPr/>
            </p:nvSpPr>
            <p:spPr>
              <a:xfrm>
                <a:off x="7949675" y="894300"/>
                <a:ext cx="867300" cy="12474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0" name="Google Shape;840;p68"/>
              <p:cNvSpPr txBox="1"/>
              <p:nvPr/>
            </p:nvSpPr>
            <p:spPr>
              <a:xfrm>
                <a:off x="7949675" y="959891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1" name="Google Shape;841;p68"/>
              <p:cNvSpPr txBox="1"/>
              <p:nvPr/>
            </p:nvSpPr>
            <p:spPr>
              <a:xfrm>
                <a:off x="7949675" y="1292719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2" name="Google Shape;842;p68"/>
              <p:cNvSpPr txBox="1"/>
              <p:nvPr/>
            </p:nvSpPr>
            <p:spPr>
              <a:xfrm>
                <a:off x="7949675" y="1625546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3" name="Google Shape;843;p68"/>
              <p:cNvSpPr txBox="1"/>
              <p:nvPr/>
            </p:nvSpPr>
            <p:spPr>
              <a:xfrm>
                <a:off x="7949675" y="1958374"/>
                <a:ext cx="870300" cy="1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4" name="Google Shape;844;p68"/>
              <p:cNvSpPr/>
              <p:nvPr/>
            </p:nvSpPr>
            <p:spPr>
              <a:xfrm>
                <a:off x="5561404" y="1378893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45" name="Google Shape;845;p68"/>
            <p:cNvSpPr txBox="1"/>
            <p:nvPr/>
          </p:nvSpPr>
          <p:spPr>
            <a:xfrm>
              <a:off x="5561400" y="2031779"/>
              <a:ext cx="325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 tree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6" name="Google Shape;846;p68"/>
          <p:cNvGrpSpPr/>
          <p:nvPr/>
        </p:nvGrpSpPr>
        <p:grpSpPr>
          <a:xfrm>
            <a:off x="4705650" y="2400925"/>
            <a:ext cx="3458700" cy="1925400"/>
            <a:chOff x="4400850" y="5363550"/>
            <a:chExt cx="3458700" cy="1925400"/>
          </a:xfrm>
        </p:grpSpPr>
        <p:sp>
          <p:nvSpPr>
            <p:cNvPr id="847" name="Google Shape;847;p68"/>
            <p:cNvSpPr/>
            <p:nvPr/>
          </p:nvSpPr>
          <p:spPr>
            <a:xfrm>
              <a:off x="4400850" y="5363550"/>
              <a:ext cx="3458700" cy="192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48" name="Google Shape;848;p6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522425" y="55070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68"/>
            <p:cNvSpPr txBox="1"/>
            <p:nvPr/>
          </p:nvSpPr>
          <p:spPr>
            <a:xfrm>
              <a:off x="4608313" y="55393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Leaving nowhere else to show the third spin…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But, is it possible on an outcome tree?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0" name="Google Shape;85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33920" y="3788882"/>
            <a:ext cx="598139" cy="7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8"/>
          <p:cNvSpPr txBox="1"/>
          <p:nvPr/>
        </p:nvSpPr>
        <p:spPr>
          <a:xfrm>
            <a:off x="7861325" y="4552207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2" name="Google Shape;852;p68"/>
          <p:cNvGrpSpPr/>
          <p:nvPr/>
        </p:nvGrpSpPr>
        <p:grpSpPr>
          <a:xfrm>
            <a:off x="915836" y="655436"/>
            <a:ext cx="1100835" cy="1095900"/>
            <a:chOff x="691923" y="724173"/>
            <a:chExt cx="1100835" cy="1095900"/>
          </a:xfrm>
        </p:grpSpPr>
        <p:sp>
          <p:nvSpPr>
            <p:cNvPr id="853" name="Google Shape;853;p68"/>
            <p:cNvSpPr txBox="1"/>
            <p:nvPr/>
          </p:nvSpPr>
          <p:spPr>
            <a:xfrm>
              <a:off x="1263193" y="1081681"/>
              <a:ext cx="37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54" name="Google Shape;854;p68"/>
            <p:cNvGrpSpPr/>
            <p:nvPr/>
          </p:nvGrpSpPr>
          <p:grpSpPr>
            <a:xfrm>
              <a:off x="691923" y="724173"/>
              <a:ext cx="1100835" cy="1095900"/>
              <a:chOff x="412698" y="1383981"/>
              <a:chExt cx="1100835" cy="1095900"/>
            </a:xfrm>
          </p:grpSpPr>
          <p:sp>
            <p:nvSpPr>
              <p:cNvPr id="855" name="Google Shape;855;p68"/>
              <p:cNvSpPr/>
              <p:nvPr/>
            </p:nvSpPr>
            <p:spPr>
              <a:xfrm>
                <a:off x="417633" y="1383981"/>
                <a:ext cx="1095900" cy="10959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68"/>
              <p:cNvSpPr/>
              <p:nvPr/>
            </p:nvSpPr>
            <p:spPr>
              <a:xfrm flipH="1">
                <a:off x="427237" y="1393521"/>
                <a:ext cx="1077000" cy="1077000"/>
              </a:xfrm>
              <a:prstGeom prst="pie">
                <a:avLst>
                  <a:gd fmla="val 5387953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68"/>
              <p:cNvSpPr/>
              <p:nvPr/>
            </p:nvSpPr>
            <p:spPr>
              <a:xfrm>
                <a:off x="427173" y="1393521"/>
                <a:ext cx="1077000" cy="1077000"/>
              </a:xfrm>
              <a:prstGeom prst="pie">
                <a:avLst>
                  <a:gd fmla="val 538795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68"/>
              <p:cNvSpPr txBox="1"/>
              <p:nvPr/>
            </p:nvSpPr>
            <p:spPr>
              <a:xfrm>
                <a:off x="412698" y="1720507"/>
                <a:ext cx="537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9" name="Google Shape;859;p68"/>
              <p:cNvSpPr txBox="1"/>
              <p:nvPr/>
            </p:nvSpPr>
            <p:spPr>
              <a:xfrm>
                <a:off x="966950" y="1720507"/>
                <a:ext cx="537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860" name="Google Shape;860;p68"/>
              <p:cNvGrpSpPr/>
              <p:nvPr/>
            </p:nvGrpSpPr>
            <p:grpSpPr>
              <a:xfrm>
                <a:off x="934220" y="1443812"/>
                <a:ext cx="60688" cy="528008"/>
                <a:chOff x="996050" y="213293"/>
                <a:chExt cx="93900" cy="909732"/>
              </a:xfrm>
            </p:grpSpPr>
            <p:cxnSp>
              <p:nvCxnSpPr>
                <p:cNvPr id="861" name="Google Shape;861;p68"/>
                <p:cNvCxnSpPr/>
                <p:nvPr/>
              </p:nvCxnSpPr>
              <p:spPr>
                <a:xfrm rot="10800000">
                  <a:off x="1046672" y="213293"/>
                  <a:ext cx="0" cy="8514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862" name="Google Shape;862;p68"/>
                <p:cNvSpPr/>
                <p:nvPr/>
              </p:nvSpPr>
              <p:spPr>
                <a:xfrm>
                  <a:off x="996050" y="1029125"/>
                  <a:ext cx="93900" cy="93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63" name="Google Shape;863;p68"/>
          <p:cNvSpPr txBox="1"/>
          <p:nvPr/>
        </p:nvSpPr>
        <p:spPr>
          <a:xfrm>
            <a:off x="408875" y="1882754"/>
            <a:ext cx="211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spin this spinner twice.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4" name="Google Shape;864;p68"/>
          <p:cNvGrpSpPr/>
          <p:nvPr/>
        </p:nvGrpSpPr>
        <p:grpSpPr>
          <a:xfrm flipH="1">
            <a:off x="781425" y="2382678"/>
            <a:ext cx="3458700" cy="1925400"/>
            <a:chOff x="4400850" y="5363550"/>
            <a:chExt cx="3458700" cy="1925400"/>
          </a:xfrm>
        </p:grpSpPr>
        <p:sp>
          <p:nvSpPr>
            <p:cNvPr id="865" name="Google Shape;865;p68"/>
            <p:cNvSpPr/>
            <p:nvPr/>
          </p:nvSpPr>
          <p:spPr>
            <a:xfrm>
              <a:off x="4400850" y="5363550"/>
              <a:ext cx="3458700" cy="192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6" name="Google Shape;866;p6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522425" y="55070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7" name="Google Shape;867;p68"/>
            <p:cNvSpPr txBox="1"/>
            <p:nvPr/>
          </p:nvSpPr>
          <p:spPr>
            <a:xfrm>
              <a:off x="4608313" y="55393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first layer of branches shows the first spin,               and the second layer of branches shows the second spin…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68" name="Google Shape;86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5156" y="3833154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68"/>
          <p:cNvSpPr txBox="1"/>
          <p:nvPr/>
        </p:nvSpPr>
        <p:spPr>
          <a:xfrm flipH="1">
            <a:off x="374230" y="4570247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69"/>
          <p:cNvGrpSpPr/>
          <p:nvPr/>
        </p:nvGrpSpPr>
        <p:grpSpPr>
          <a:xfrm>
            <a:off x="4705650" y="2400925"/>
            <a:ext cx="3458700" cy="1925400"/>
            <a:chOff x="4400850" y="5363550"/>
            <a:chExt cx="3458700" cy="1925400"/>
          </a:xfrm>
        </p:grpSpPr>
        <p:sp>
          <p:nvSpPr>
            <p:cNvPr id="875" name="Google Shape;875;p69"/>
            <p:cNvSpPr/>
            <p:nvPr/>
          </p:nvSpPr>
          <p:spPr>
            <a:xfrm>
              <a:off x="4400850" y="5363550"/>
              <a:ext cx="3458700" cy="192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76" name="Google Shape;876;p6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522425" y="55070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" name="Google Shape;877;p69"/>
            <p:cNvSpPr txBox="1"/>
            <p:nvPr/>
          </p:nvSpPr>
          <p:spPr>
            <a:xfrm>
              <a:off x="4608313" y="55393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…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Meaning that it’s possible to draw more branches to the right to represent the outcomes of a third spin?!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8" name="Google Shape;878;p69"/>
          <p:cNvGrpSpPr/>
          <p:nvPr/>
        </p:nvGrpSpPr>
        <p:grpSpPr>
          <a:xfrm>
            <a:off x="4705650" y="2401634"/>
            <a:ext cx="3458700" cy="1925400"/>
            <a:chOff x="4400850" y="5363550"/>
            <a:chExt cx="3458700" cy="1925400"/>
          </a:xfrm>
        </p:grpSpPr>
        <p:sp>
          <p:nvSpPr>
            <p:cNvPr id="879" name="Google Shape;879;p69"/>
            <p:cNvSpPr/>
            <p:nvPr/>
          </p:nvSpPr>
          <p:spPr>
            <a:xfrm>
              <a:off x="4400850" y="5363550"/>
              <a:ext cx="3458700" cy="192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80" name="Google Shape;880;p6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522425" y="5655217"/>
              <a:ext cx="3320975" cy="147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1" name="Google Shape;881;p69"/>
            <p:cNvSpPr txBox="1"/>
            <p:nvPr/>
          </p:nvSpPr>
          <p:spPr>
            <a:xfrm>
              <a:off x="4608313" y="55393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outcome in the sample space is made of three letters, one for each of the spins!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2" name="Google Shape;882;p69"/>
          <p:cNvGrpSpPr/>
          <p:nvPr/>
        </p:nvGrpSpPr>
        <p:grpSpPr>
          <a:xfrm>
            <a:off x="3733891" y="1092800"/>
            <a:ext cx="4833783" cy="1108200"/>
            <a:chOff x="3660413" y="1092800"/>
            <a:chExt cx="4833783" cy="1108200"/>
          </a:xfrm>
        </p:grpSpPr>
        <p:sp>
          <p:nvSpPr>
            <p:cNvPr id="883" name="Google Shape;883;p69"/>
            <p:cNvSpPr txBox="1"/>
            <p:nvPr/>
          </p:nvSpPr>
          <p:spPr>
            <a:xfrm>
              <a:off x="4823996" y="1092800"/>
              <a:ext cx="3670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outcome comes from           the first spin landing on W,               the second spin landing on W, and the third spin landing on L.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69"/>
            <p:cNvSpPr/>
            <p:nvPr/>
          </p:nvSpPr>
          <p:spPr>
            <a:xfrm>
              <a:off x="3660413" y="1508596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5" name="Google Shape;885;p69"/>
          <p:cNvGrpSpPr/>
          <p:nvPr/>
        </p:nvGrpSpPr>
        <p:grpSpPr>
          <a:xfrm>
            <a:off x="529538" y="1595296"/>
            <a:ext cx="810749" cy="2173195"/>
            <a:chOff x="592000" y="1595305"/>
            <a:chExt cx="1060219" cy="2173195"/>
          </a:xfrm>
        </p:grpSpPr>
        <p:sp>
          <p:nvSpPr>
            <p:cNvPr id="886" name="Google Shape;886;p69"/>
            <p:cNvSpPr/>
            <p:nvPr/>
          </p:nvSpPr>
          <p:spPr>
            <a:xfrm>
              <a:off x="592000" y="1595305"/>
              <a:ext cx="1060200" cy="18960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69"/>
            <p:cNvSpPr txBox="1"/>
            <p:nvPr/>
          </p:nvSpPr>
          <p:spPr>
            <a:xfrm>
              <a:off x="592019" y="3491300"/>
              <a:ext cx="106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8" name="Google Shape;888;p69"/>
          <p:cNvGrpSpPr/>
          <p:nvPr/>
        </p:nvGrpSpPr>
        <p:grpSpPr>
          <a:xfrm>
            <a:off x="2594741" y="1098325"/>
            <a:ext cx="1060205" cy="3167100"/>
            <a:chOff x="619494" y="1098325"/>
            <a:chExt cx="1060205" cy="3167100"/>
          </a:xfrm>
        </p:grpSpPr>
        <p:sp>
          <p:nvSpPr>
            <p:cNvPr id="889" name="Google Shape;889;p69"/>
            <p:cNvSpPr/>
            <p:nvPr/>
          </p:nvSpPr>
          <p:spPr>
            <a:xfrm>
              <a:off x="619499" y="1098325"/>
              <a:ext cx="1060200" cy="28899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69"/>
            <p:cNvSpPr txBox="1"/>
            <p:nvPr/>
          </p:nvSpPr>
          <p:spPr>
            <a:xfrm>
              <a:off x="619494" y="3988225"/>
              <a:ext cx="106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1" name="Google Shape;8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cxnSp>
        <p:nvCxnSpPr>
          <p:cNvPr id="892" name="Google Shape;892;p69"/>
          <p:cNvCxnSpPr/>
          <p:nvPr/>
        </p:nvCxnSpPr>
        <p:spPr>
          <a:xfrm flipH="1" rot="10800000">
            <a:off x="557828" y="1808126"/>
            <a:ext cx="469200" cy="62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69"/>
          <p:cNvCxnSpPr/>
          <p:nvPr/>
        </p:nvCxnSpPr>
        <p:spPr>
          <a:xfrm>
            <a:off x="557828" y="2608897"/>
            <a:ext cx="469200" cy="62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69"/>
          <p:cNvCxnSpPr/>
          <p:nvPr/>
        </p:nvCxnSpPr>
        <p:spPr>
          <a:xfrm flipH="1" rot="10800000">
            <a:off x="1503813" y="1488500"/>
            <a:ext cx="679500" cy="28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69"/>
          <p:cNvCxnSpPr/>
          <p:nvPr/>
        </p:nvCxnSpPr>
        <p:spPr>
          <a:xfrm>
            <a:off x="1503813" y="1855929"/>
            <a:ext cx="679500" cy="28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69"/>
          <p:cNvCxnSpPr/>
          <p:nvPr/>
        </p:nvCxnSpPr>
        <p:spPr>
          <a:xfrm flipH="1" rot="10800000">
            <a:off x="1503813" y="2944208"/>
            <a:ext cx="679500" cy="28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69"/>
          <p:cNvCxnSpPr/>
          <p:nvPr/>
        </p:nvCxnSpPr>
        <p:spPr>
          <a:xfrm>
            <a:off x="1503813" y="3311637"/>
            <a:ext cx="679500" cy="28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69"/>
          <p:cNvSpPr txBox="1"/>
          <p:nvPr/>
        </p:nvSpPr>
        <p:spPr>
          <a:xfrm>
            <a:off x="1016383" y="1618750"/>
            <a:ext cx="26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69"/>
          <p:cNvSpPr txBox="1"/>
          <p:nvPr/>
        </p:nvSpPr>
        <p:spPr>
          <a:xfrm>
            <a:off x="1016383" y="3126949"/>
            <a:ext cx="26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69"/>
          <p:cNvSpPr txBox="1"/>
          <p:nvPr/>
        </p:nvSpPr>
        <p:spPr>
          <a:xfrm>
            <a:off x="2207253" y="1337677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69"/>
          <p:cNvSpPr txBox="1"/>
          <p:nvPr/>
        </p:nvSpPr>
        <p:spPr>
          <a:xfrm>
            <a:off x="2207253" y="1986666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69"/>
          <p:cNvSpPr txBox="1"/>
          <p:nvPr/>
        </p:nvSpPr>
        <p:spPr>
          <a:xfrm>
            <a:off x="2207253" y="2781442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69"/>
          <p:cNvSpPr txBox="1"/>
          <p:nvPr/>
        </p:nvSpPr>
        <p:spPr>
          <a:xfrm>
            <a:off x="2207253" y="3439838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69"/>
          <p:cNvSpPr/>
          <p:nvPr/>
        </p:nvSpPr>
        <p:spPr>
          <a:xfrm>
            <a:off x="325732" y="241610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5" name="Google Shape;905;p69"/>
          <p:cNvGrpSpPr/>
          <p:nvPr/>
        </p:nvGrpSpPr>
        <p:grpSpPr>
          <a:xfrm>
            <a:off x="2665132" y="1153299"/>
            <a:ext cx="1060139" cy="2725000"/>
            <a:chOff x="2761961" y="1153299"/>
            <a:chExt cx="1060139" cy="2725000"/>
          </a:xfrm>
        </p:grpSpPr>
        <p:cxnSp>
          <p:nvCxnSpPr>
            <p:cNvPr id="906" name="Google Shape;906;p69"/>
            <p:cNvCxnSpPr/>
            <p:nvPr/>
          </p:nvCxnSpPr>
          <p:spPr>
            <a:xfrm flipH="1" rot="10800000">
              <a:off x="2761961" y="1303658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69"/>
            <p:cNvCxnSpPr/>
            <p:nvPr/>
          </p:nvCxnSpPr>
          <p:spPr>
            <a:xfrm>
              <a:off x="2761961" y="1462009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8" name="Google Shape;908;p69"/>
            <p:cNvSpPr txBox="1"/>
            <p:nvPr/>
          </p:nvSpPr>
          <p:spPr>
            <a:xfrm>
              <a:off x="3465400" y="1153299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69"/>
            <p:cNvSpPr txBox="1"/>
            <p:nvPr/>
          </p:nvSpPr>
          <p:spPr>
            <a:xfrm>
              <a:off x="3465400" y="1427689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0" name="Google Shape;910;p69"/>
            <p:cNvCxnSpPr/>
            <p:nvPr/>
          </p:nvCxnSpPr>
          <p:spPr>
            <a:xfrm flipH="1" rot="10800000">
              <a:off x="2761961" y="1974974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69"/>
            <p:cNvCxnSpPr/>
            <p:nvPr/>
          </p:nvCxnSpPr>
          <p:spPr>
            <a:xfrm>
              <a:off x="2761961" y="2133325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2" name="Google Shape;912;p69"/>
            <p:cNvSpPr txBox="1"/>
            <p:nvPr/>
          </p:nvSpPr>
          <p:spPr>
            <a:xfrm>
              <a:off x="3465400" y="1824615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69"/>
            <p:cNvSpPr txBox="1"/>
            <p:nvPr/>
          </p:nvSpPr>
          <p:spPr>
            <a:xfrm>
              <a:off x="3465400" y="2099004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4" name="Google Shape;914;p69"/>
            <p:cNvCxnSpPr/>
            <p:nvPr/>
          </p:nvCxnSpPr>
          <p:spPr>
            <a:xfrm flipH="1" rot="10800000">
              <a:off x="2761961" y="2751214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69"/>
            <p:cNvCxnSpPr/>
            <p:nvPr/>
          </p:nvCxnSpPr>
          <p:spPr>
            <a:xfrm>
              <a:off x="2761961" y="2909565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6" name="Google Shape;916;p69"/>
            <p:cNvSpPr txBox="1"/>
            <p:nvPr/>
          </p:nvSpPr>
          <p:spPr>
            <a:xfrm>
              <a:off x="3465400" y="2600855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69"/>
            <p:cNvSpPr txBox="1"/>
            <p:nvPr/>
          </p:nvSpPr>
          <p:spPr>
            <a:xfrm>
              <a:off x="3465400" y="2875244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8" name="Google Shape;918;p69"/>
            <p:cNvCxnSpPr/>
            <p:nvPr/>
          </p:nvCxnSpPr>
          <p:spPr>
            <a:xfrm flipH="1" rot="10800000">
              <a:off x="2761961" y="3435369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69"/>
            <p:cNvCxnSpPr/>
            <p:nvPr/>
          </p:nvCxnSpPr>
          <p:spPr>
            <a:xfrm>
              <a:off x="2761961" y="3593720"/>
              <a:ext cx="6795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0" name="Google Shape;920;p69"/>
            <p:cNvSpPr txBox="1"/>
            <p:nvPr/>
          </p:nvSpPr>
          <p:spPr>
            <a:xfrm>
              <a:off x="3465400" y="3285010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69"/>
            <p:cNvSpPr txBox="1"/>
            <p:nvPr/>
          </p:nvSpPr>
          <p:spPr>
            <a:xfrm>
              <a:off x="3465400" y="3559399"/>
              <a:ext cx="35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2" name="Google Shape;922;p69"/>
          <p:cNvGrpSpPr/>
          <p:nvPr/>
        </p:nvGrpSpPr>
        <p:grpSpPr>
          <a:xfrm>
            <a:off x="1430490" y="1318098"/>
            <a:ext cx="1060212" cy="2739102"/>
            <a:chOff x="619494" y="1318098"/>
            <a:chExt cx="1060212" cy="2739102"/>
          </a:xfrm>
        </p:grpSpPr>
        <p:sp>
          <p:nvSpPr>
            <p:cNvPr id="923" name="Google Shape;923;p69"/>
            <p:cNvSpPr/>
            <p:nvPr/>
          </p:nvSpPr>
          <p:spPr>
            <a:xfrm>
              <a:off x="619505" y="1318098"/>
              <a:ext cx="1060200" cy="24504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69"/>
            <p:cNvSpPr txBox="1"/>
            <p:nvPr/>
          </p:nvSpPr>
          <p:spPr>
            <a:xfrm>
              <a:off x="619494" y="3780000"/>
              <a:ext cx="106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5" name="Google Shape;925;p69"/>
          <p:cNvGrpSpPr/>
          <p:nvPr/>
        </p:nvGrpSpPr>
        <p:grpSpPr>
          <a:xfrm>
            <a:off x="7861325" y="3788882"/>
            <a:ext cx="676200" cy="1040525"/>
            <a:chOff x="7861325" y="3788882"/>
            <a:chExt cx="676200" cy="1040525"/>
          </a:xfrm>
        </p:grpSpPr>
        <p:pic>
          <p:nvPicPr>
            <p:cNvPr id="926" name="Google Shape;926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933920" y="378888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69"/>
            <p:cNvSpPr txBox="1"/>
            <p:nvPr/>
          </p:nvSpPr>
          <p:spPr>
            <a:xfrm>
              <a:off x="7861325" y="455220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8" name="Google Shape;928;p69"/>
          <p:cNvGrpSpPr/>
          <p:nvPr/>
        </p:nvGrpSpPr>
        <p:grpSpPr>
          <a:xfrm>
            <a:off x="3733887" y="1098325"/>
            <a:ext cx="986415" cy="3167100"/>
            <a:chOff x="619494" y="1098325"/>
            <a:chExt cx="1060205" cy="3167100"/>
          </a:xfrm>
        </p:grpSpPr>
        <p:sp>
          <p:nvSpPr>
            <p:cNvPr id="929" name="Google Shape;929;p69"/>
            <p:cNvSpPr/>
            <p:nvPr/>
          </p:nvSpPr>
          <p:spPr>
            <a:xfrm>
              <a:off x="619499" y="1098325"/>
              <a:ext cx="1060200" cy="28899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69"/>
            <p:cNvSpPr txBox="1"/>
            <p:nvPr/>
          </p:nvSpPr>
          <p:spPr>
            <a:xfrm>
              <a:off x="619494" y="3988225"/>
              <a:ext cx="106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1" name="Google Shape;931;p69"/>
          <p:cNvSpPr txBox="1"/>
          <p:nvPr/>
        </p:nvSpPr>
        <p:spPr>
          <a:xfrm>
            <a:off x="3769904" y="1153300"/>
            <a:ext cx="9144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WWW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WWL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WLW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WLL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LWL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LLW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LLL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0"/>
          <p:cNvSpPr txBox="1"/>
          <p:nvPr/>
        </p:nvSpPr>
        <p:spPr>
          <a:xfrm>
            <a:off x="5849465" y="1789365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X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7" name="Google Shape;937;p70"/>
          <p:cNvSpPr txBox="1"/>
          <p:nvPr/>
        </p:nvSpPr>
        <p:spPr>
          <a:xfrm>
            <a:off x="4917678" y="3737977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939" name="Google Shape;939;p70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940" name="Google Shape;940;p7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7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70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70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44" name="Google Shape;944;p7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945" name="Google Shape;945;p7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46" name="Google Shape;946;p7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7" name="Google Shape;947;p70"/>
          <p:cNvGrpSpPr/>
          <p:nvPr/>
        </p:nvGrpSpPr>
        <p:grpSpPr>
          <a:xfrm>
            <a:off x="1630536" y="695491"/>
            <a:ext cx="966279" cy="966204"/>
            <a:chOff x="1079761" y="2819758"/>
            <a:chExt cx="811863" cy="811800"/>
          </a:xfrm>
        </p:grpSpPr>
        <p:sp>
          <p:nvSpPr>
            <p:cNvPr id="948" name="Google Shape;948;p7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7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70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0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52" name="Google Shape;952;p7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953" name="Google Shape;953;p7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54" name="Google Shape;954;p7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55" name="Google Shape;955;p70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0"/>
          <p:cNvSpPr txBox="1"/>
          <p:nvPr/>
        </p:nvSpPr>
        <p:spPr>
          <a:xfrm>
            <a:off x="154547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70"/>
          <p:cNvGrpSpPr/>
          <p:nvPr/>
        </p:nvGrpSpPr>
        <p:grpSpPr>
          <a:xfrm>
            <a:off x="3455155" y="1715642"/>
            <a:ext cx="610054" cy="1691555"/>
            <a:chOff x="3226678" y="2761126"/>
            <a:chExt cx="469200" cy="1426870"/>
          </a:xfrm>
        </p:grpSpPr>
        <p:cxnSp>
          <p:nvCxnSpPr>
            <p:cNvPr id="958" name="Google Shape;958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9" name="Google Shape;959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0" name="Google Shape;960;p70"/>
          <p:cNvSpPr/>
          <p:nvPr/>
        </p:nvSpPr>
        <p:spPr>
          <a:xfrm>
            <a:off x="3192007" y="242305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1" name="Google Shape;961;p70"/>
          <p:cNvGrpSpPr/>
          <p:nvPr/>
        </p:nvGrpSpPr>
        <p:grpSpPr>
          <a:xfrm>
            <a:off x="4320846" y="1205334"/>
            <a:ext cx="610054" cy="987822"/>
            <a:chOff x="3226678" y="2761126"/>
            <a:chExt cx="469200" cy="1426870"/>
          </a:xfrm>
        </p:grpSpPr>
        <p:cxnSp>
          <p:nvCxnSpPr>
            <p:cNvPr id="962" name="Google Shape;962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4" name="Google Shape;964;p70"/>
          <p:cNvGrpSpPr/>
          <p:nvPr/>
        </p:nvGrpSpPr>
        <p:grpSpPr>
          <a:xfrm>
            <a:off x="5232651" y="989638"/>
            <a:ext cx="610054" cy="421069"/>
            <a:chOff x="3226678" y="2761126"/>
            <a:chExt cx="469200" cy="1426870"/>
          </a:xfrm>
        </p:grpSpPr>
        <p:cxnSp>
          <p:nvCxnSpPr>
            <p:cNvPr id="965" name="Google Shape;965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7" name="Google Shape;967;p70"/>
          <p:cNvGrpSpPr/>
          <p:nvPr/>
        </p:nvGrpSpPr>
        <p:grpSpPr>
          <a:xfrm>
            <a:off x="4320846" y="2929541"/>
            <a:ext cx="610054" cy="987822"/>
            <a:chOff x="3226678" y="2761126"/>
            <a:chExt cx="469200" cy="1426870"/>
          </a:xfrm>
        </p:grpSpPr>
        <p:cxnSp>
          <p:nvCxnSpPr>
            <p:cNvPr id="968" name="Google Shape;968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9" name="Google Shape;969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0" name="Google Shape;970;p70"/>
          <p:cNvSpPr txBox="1"/>
          <p:nvPr/>
        </p:nvSpPr>
        <p:spPr>
          <a:xfrm>
            <a:off x="4033628" y="151467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0"/>
          <p:cNvSpPr txBox="1"/>
          <p:nvPr/>
        </p:nvSpPr>
        <p:spPr>
          <a:xfrm>
            <a:off x="4033628" y="323889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0"/>
          <p:cNvSpPr txBox="1"/>
          <p:nvPr/>
        </p:nvSpPr>
        <p:spPr>
          <a:xfrm>
            <a:off x="4930871" y="1015473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0"/>
          <p:cNvSpPr txBox="1"/>
          <p:nvPr/>
        </p:nvSpPr>
        <p:spPr>
          <a:xfrm>
            <a:off x="324000" y="3827398"/>
            <a:ext cx="30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outcomes should be written at the end of the branches labelled a and b?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0"/>
          <p:cNvSpPr txBox="1"/>
          <p:nvPr/>
        </p:nvSpPr>
        <p:spPr>
          <a:xfrm>
            <a:off x="4930871" y="2013827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0"/>
          <p:cNvSpPr txBox="1"/>
          <p:nvPr/>
        </p:nvSpPr>
        <p:spPr>
          <a:xfrm>
            <a:off x="4930871" y="27396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6" name="Google Shape;976;p70"/>
          <p:cNvGrpSpPr/>
          <p:nvPr/>
        </p:nvGrpSpPr>
        <p:grpSpPr>
          <a:xfrm>
            <a:off x="5232651" y="1988051"/>
            <a:ext cx="610054" cy="421069"/>
            <a:chOff x="3226678" y="2761126"/>
            <a:chExt cx="469200" cy="1426870"/>
          </a:xfrm>
        </p:grpSpPr>
        <p:cxnSp>
          <p:nvCxnSpPr>
            <p:cNvPr id="977" name="Google Shape;977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8" name="Google Shape;978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9" name="Google Shape;979;p70"/>
          <p:cNvGrpSpPr/>
          <p:nvPr/>
        </p:nvGrpSpPr>
        <p:grpSpPr>
          <a:xfrm>
            <a:off x="5232651" y="2713851"/>
            <a:ext cx="610054" cy="421069"/>
            <a:chOff x="3226678" y="2761126"/>
            <a:chExt cx="469200" cy="1426870"/>
          </a:xfrm>
        </p:grpSpPr>
        <p:cxnSp>
          <p:nvCxnSpPr>
            <p:cNvPr id="980" name="Google Shape;980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1" name="Google Shape;981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2" name="Google Shape;982;p70"/>
          <p:cNvGrpSpPr/>
          <p:nvPr/>
        </p:nvGrpSpPr>
        <p:grpSpPr>
          <a:xfrm>
            <a:off x="5232651" y="3712251"/>
            <a:ext cx="610054" cy="421069"/>
            <a:chOff x="3226678" y="2761126"/>
            <a:chExt cx="469200" cy="1426870"/>
          </a:xfrm>
        </p:grpSpPr>
        <p:cxnSp>
          <p:nvCxnSpPr>
            <p:cNvPr id="983" name="Google Shape;983;p7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4" name="Google Shape;984;p7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85" name="Google Shape;985;p70"/>
          <p:cNvSpPr txBox="1"/>
          <p:nvPr/>
        </p:nvSpPr>
        <p:spPr>
          <a:xfrm>
            <a:off x="5842699" y="222167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6" name="Google Shape;986;p70"/>
          <p:cNvGrpSpPr/>
          <p:nvPr/>
        </p:nvGrpSpPr>
        <p:grpSpPr>
          <a:xfrm>
            <a:off x="4960412" y="1856857"/>
            <a:ext cx="1174677" cy="2187298"/>
            <a:chOff x="6103412" y="1856857"/>
            <a:chExt cx="1174677" cy="2187298"/>
          </a:xfrm>
        </p:grpSpPr>
        <p:grpSp>
          <p:nvGrpSpPr>
            <p:cNvPr id="987" name="Google Shape;987;p70"/>
            <p:cNvGrpSpPr/>
            <p:nvPr/>
          </p:nvGrpSpPr>
          <p:grpSpPr>
            <a:xfrm>
              <a:off x="6103412" y="3801427"/>
              <a:ext cx="242727" cy="242727"/>
              <a:chOff x="1020916" y="1442088"/>
              <a:chExt cx="457200" cy="457200"/>
            </a:xfrm>
          </p:grpSpPr>
          <p:pic>
            <p:nvPicPr>
              <p:cNvPr id="988" name="Google Shape;988;p7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89" name="Google Shape;989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90" name="Google Shape;990;p70"/>
            <p:cNvGrpSpPr/>
            <p:nvPr/>
          </p:nvGrpSpPr>
          <p:grpSpPr>
            <a:xfrm>
              <a:off x="7035362" y="1856857"/>
              <a:ext cx="242727" cy="242727"/>
              <a:chOff x="1020916" y="1442088"/>
              <a:chExt cx="457200" cy="457200"/>
            </a:xfrm>
          </p:grpSpPr>
          <p:pic>
            <p:nvPicPr>
              <p:cNvPr id="991" name="Google Shape;991;p7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2" name="Google Shape;992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993" name="Google Shape;99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9" y="2337144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70"/>
          <p:cNvSpPr txBox="1"/>
          <p:nvPr/>
        </p:nvSpPr>
        <p:spPr>
          <a:xfrm>
            <a:off x="1051725" y="2228250"/>
            <a:ext cx="1769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going to spin spinner 1 once, and then spinner 2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000" name="Google Shape;1000;p71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001" name="Google Shape;1001;p7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71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71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1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05" name="Google Shape;1005;p71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006" name="Google Shape;1006;p71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07" name="Google Shape;1007;p71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08" name="Google Shape;1008;p71"/>
          <p:cNvGrpSpPr/>
          <p:nvPr/>
        </p:nvGrpSpPr>
        <p:grpSpPr>
          <a:xfrm>
            <a:off x="1630536" y="695491"/>
            <a:ext cx="966279" cy="966204"/>
            <a:chOff x="1079761" y="2819758"/>
            <a:chExt cx="811863" cy="811800"/>
          </a:xfrm>
        </p:grpSpPr>
        <p:sp>
          <p:nvSpPr>
            <p:cNvPr id="1009" name="Google Shape;1009;p7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71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71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1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13" name="Google Shape;1013;p71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014" name="Google Shape;1014;p71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15" name="Google Shape;1015;p71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16" name="Google Shape;1016;p71"/>
          <p:cNvSpPr txBox="1"/>
          <p:nvPr/>
        </p:nvSpPr>
        <p:spPr>
          <a:xfrm>
            <a:off x="1051725" y="2228250"/>
            <a:ext cx="1769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going to spin spinner 1 once, and then spinner 2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1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1"/>
          <p:cNvSpPr txBox="1"/>
          <p:nvPr/>
        </p:nvSpPr>
        <p:spPr>
          <a:xfrm>
            <a:off x="154547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9" name="Google Shape;1019;p71"/>
          <p:cNvGrpSpPr/>
          <p:nvPr/>
        </p:nvGrpSpPr>
        <p:grpSpPr>
          <a:xfrm>
            <a:off x="3455155" y="1715642"/>
            <a:ext cx="610054" cy="1691555"/>
            <a:chOff x="3226678" y="2761126"/>
            <a:chExt cx="469200" cy="1426870"/>
          </a:xfrm>
        </p:grpSpPr>
        <p:cxnSp>
          <p:nvCxnSpPr>
            <p:cNvPr id="1020" name="Google Shape;1020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1" name="Google Shape;1021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2" name="Google Shape;1022;p71"/>
          <p:cNvSpPr/>
          <p:nvPr/>
        </p:nvSpPr>
        <p:spPr>
          <a:xfrm>
            <a:off x="3192007" y="242305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3" name="Google Shape;1023;p71"/>
          <p:cNvGrpSpPr/>
          <p:nvPr/>
        </p:nvGrpSpPr>
        <p:grpSpPr>
          <a:xfrm>
            <a:off x="4320846" y="1205334"/>
            <a:ext cx="610054" cy="987822"/>
            <a:chOff x="3226678" y="2761126"/>
            <a:chExt cx="469200" cy="1426870"/>
          </a:xfrm>
        </p:grpSpPr>
        <p:cxnSp>
          <p:nvCxnSpPr>
            <p:cNvPr id="1024" name="Google Shape;1024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5" name="Google Shape;1025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6" name="Google Shape;1026;p71"/>
          <p:cNvGrpSpPr/>
          <p:nvPr/>
        </p:nvGrpSpPr>
        <p:grpSpPr>
          <a:xfrm>
            <a:off x="5232651" y="989638"/>
            <a:ext cx="610054" cy="421069"/>
            <a:chOff x="3226678" y="2761126"/>
            <a:chExt cx="469200" cy="1426870"/>
          </a:xfrm>
        </p:grpSpPr>
        <p:cxnSp>
          <p:nvCxnSpPr>
            <p:cNvPr id="1027" name="Google Shape;1027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9" name="Google Shape;1029;p71"/>
          <p:cNvGrpSpPr/>
          <p:nvPr/>
        </p:nvGrpSpPr>
        <p:grpSpPr>
          <a:xfrm>
            <a:off x="4320846" y="2929541"/>
            <a:ext cx="610054" cy="987822"/>
            <a:chOff x="3226678" y="2761126"/>
            <a:chExt cx="469200" cy="1426870"/>
          </a:xfrm>
        </p:grpSpPr>
        <p:cxnSp>
          <p:nvCxnSpPr>
            <p:cNvPr id="1030" name="Google Shape;1030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2" name="Google Shape;1032;p71"/>
          <p:cNvSpPr txBox="1"/>
          <p:nvPr/>
        </p:nvSpPr>
        <p:spPr>
          <a:xfrm>
            <a:off x="4033628" y="151467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1"/>
          <p:cNvSpPr txBox="1"/>
          <p:nvPr/>
        </p:nvSpPr>
        <p:spPr>
          <a:xfrm>
            <a:off x="4033628" y="323889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1"/>
          <p:cNvSpPr txBox="1"/>
          <p:nvPr/>
        </p:nvSpPr>
        <p:spPr>
          <a:xfrm>
            <a:off x="4930871" y="1015473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1"/>
          <p:cNvSpPr txBox="1"/>
          <p:nvPr/>
        </p:nvSpPr>
        <p:spPr>
          <a:xfrm>
            <a:off x="324000" y="3827398"/>
            <a:ext cx="30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true for the highlighted set of branches?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1"/>
          <p:cNvSpPr txBox="1"/>
          <p:nvPr/>
        </p:nvSpPr>
        <p:spPr>
          <a:xfrm>
            <a:off x="4930871" y="2013827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1"/>
          <p:cNvSpPr txBox="1"/>
          <p:nvPr/>
        </p:nvSpPr>
        <p:spPr>
          <a:xfrm>
            <a:off x="4930871" y="27396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8" name="Google Shape;1038;p71"/>
          <p:cNvGrpSpPr/>
          <p:nvPr/>
        </p:nvGrpSpPr>
        <p:grpSpPr>
          <a:xfrm>
            <a:off x="5232651" y="1988051"/>
            <a:ext cx="610054" cy="421069"/>
            <a:chOff x="3226678" y="2761126"/>
            <a:chExt cx="469200" cy="1426870"/>
          </a:xfrm>
        </p:grpSpPr>
        <p:cxnSp>
          <p:nvCxnSpPr>
            <p:cNvPr id="1039" name="Google Shape;1039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0" name="Google Shape;1040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1" name="Google Shape;1041;p71"/>
          <p:cNvGrpSpPr/>
          <p:nvPr/>
        </p:nvGrpSpPr>
        <p:grpSpPr>
          <a:xfrm>
            <a:off x="5232651" y="2713851"/>
            <a:ext cx="610054" cy="421069"/>
            <a:chOff x="3226678" y="2761126"/>
            <a:chExt cx="469200" cy="1426870"/>
          </a:xfrm>
        </p:grpSpPr>
        <p:cxnSp>
          <p:nvCxnSpPr>
            <p:cNvPr id="1042" name="Google Shape;1042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3" name="Google Shape;1043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4" name="Google Shape;1044;p71"/>
          <p:cNvGrpSpPr/>
          <p:nvPr/>
        </p:nvGrpSpPr>
        <p:grpSpPr>
          <a:xfrm>
            <a:off x="5232651" y="3712251"/>
            <a:ext cx="610054" cy="421069"/>
            <a:chOff x="3226678" y="2761126"/>
            <a:chExt cx="469200" cy="1426870"/>
          </a:xfrm>
        </p:grpSpPr>
        <p:cxnSp>
          <p:nvCxnSpPr>
            <p:cNvPr id="1045" name="Google Shape;1045;p7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7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7" name="Google Shape;1047;p71"/>
          <p:cNvSpPr txBox="1"/>
          <p:nvPr/>
        </p:nvSpPr>
        <p:spPr>
          <a:xfrm>
            <a:off x="5842699" y="222167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8" name="Google Shape;10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2337144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1"/>
          <p:cNvSpPr txBox="1"/>
          <p:nvPr/>
        </p:nvSpPr>
        <p:spPr>
          <a:xfrm>
            <a:off x="5842699" y="180617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1"/>
          <p:cNvSpPr txBox="1"/>
          <p:nvPr/>
        </p:nvSpPr>
        <p:spPr>
          <a:xfrm>
            <a:off x="4930871" y="37379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1" name="Google Shape;1051;p71"/>
          <p:cNvGrpSpPr/>
          <p:nvPr/>
        </p:nvGrpSpPr>
        <p:grpSpPr>
          <a:xfrm>
            <a:off x="6660212" y="837277"/>
            <a:ext cx="242727" cy="242727"/>
            <a:chOff x="1020916" y="1442088"/>
            <a:chExt cx="457200" cy="457200"/>
          </a:xfrm>
        </p:grpSpPr>
        <p:pic>
          <p:nvPicPr>
            <p:cNvPr id="1052" name="Google Shape;1052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54" name="Google Shape;1054;p71"/>
          <p:cNvCxnSpPr/>
          <p:nvPr/>
        </p:nvCxnSpPr>
        <p:spPr>
          <a:xfrm flipH="1" rot="10800000">
            <a:off x="3455155" y="1715684"/>
            <a:ext cx="610200" cy="7422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  <a:effectLst>
            <a:outerShdw blurRad="85725" rotWithShape="0" algn="bl" dir="5400000" dist="28575">
              <a:srgbClr val="845AD9">
                <a:alpha val="50000"/>
              </a:srgbClr>
            </a:outerShdw>
          </a:effectLst>
        </p:spPr>
      </p:cxnSp>
      <p:sp>
        <p:nvSpPr>
          <p:cNvPr id="1055" name="Google Shape;1055;p71"/>
          <p:cNvSpPr txBox="1"/>
          <p:nvPr/>
        </p:nvSpPr>
        <p:spPr>
          <a:xfrm>
            <a:off x="6931350" y="837275"/>
            <a:ext cx="188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V and spinner 2 landed on X.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71"/>
          <p:cNvCxnSpPr/>
          <p:nvPr/>
        </p:nvCxnSpPr>
        <p:spPr>
          <a:xfrm>
            <a:off x="4320846" y="1759708"/>
            <a:ext cx="610200" cy="4335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  <a:effectLst>
            <a:outerShdw blurRad="85725" rotWithShape="0" algn="bl" dir="5400000" dist="28575">
              <a:srgbClr val="845AD9">
                <a:alpha val="50000"/>
              </a:srgbClr>
            </a:outerShdw>
          </a:effectLst>
        </p:spPr>
      </p:cxnSp>
      <p:grpSp>
        <p:nvGrpSpPr>
          <p:cNvPr id="1057" name="Google Shape;1057;p71"/>
          <p:cNvGrpSpPr/>
          <p:nvPr/>
        </p:nvGrpSpPr>
        <p:grpSpPr>
          <a:xfrm>
            <a:off x="6660212" y="1958577"/>
            <a:ext cx="242727" cy="242727"/>
            <a:chOff x="1020916" y="1442088"/>
            <a:chExt cx="457200" cy="457200"/>
          </a:xfrm>
        </p:grpSpPr>
        <p:pic>
          <p:nvPicPr>
            <p:cNvPr id="1058" name="Google Shape;1058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0" name="Google Shape;1060;p71"/>
          <p:cNvSpPr txBox="1"/>
          <p:nvPr/>
        </p:nvSpPr>
        <p:spPr>
          <a:xfrm>
            <a:off x="6931350" y="1958575"/>
            <a:ext cx="188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V and spinner 2 landed on 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1" name="Google Shape;1061;p71"/>
          <p:cNvGrpSpPr/>
          <p:nvPr/>
        </p:nvGrpSpPr>
        <p:grpSpPr>
          <a:xfrm>
            <a:off x="6660212" y="3079877"/>
            <a:ext cx="242727" cy="242727"/>
            <a:chOff x="1020916" y="1442088"/>
            <a:chExt cx="457200" cy="457200"/>
          </a:xfrm>
        </p:grpSpPr>
        <p:pic>
          <p:nvPicPr>
            <p:cNvPr id="1062" name="Google Shape;1062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4" name="Google Shape;1064;p71"/>
          <p:cNvSpPr txBox="1"/>
          <p:nvPr/>
        </p:nvSpPr>
        <p:spPr>
          <a:xfrm>
            <a:off x="6931350" y="3079875"/>
            <a:ext cx="188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V and spinner 2 landed on Y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5" name="Google Shape;106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6958" y="2235682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071" name="Google Shape;1071;p72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072" name="Google Shape;1072;p72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72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72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72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76" name="Google Shape;1076;p72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077" name="Google Shape;1077;p72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78" name="Google Shape;1078;p72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9" name="Google Shape;1079;p72"/>
          <p:cNvGrpSpPr/>
          <p:nvPr/>
        </p:nvGrpSpPr>
        <p:grpSpPr>
          <a:xfrm>
            <a:off x="1630536" y="695491"/>
            <a:ext cx="966279" cy="966204"/>
            <a:chOff x="1079761" y="2819758"/>
            <a:chExt cx="811863" cy="811800"/>
          </a:xfrm>
        </p:grpSpPr>
        <p:sp>
          <p:nvSpPr>
            <p:cNvPr id="1080" name="Google Shape;1080;p72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72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72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2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4" name="Google Shape;1084;p72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085" name="Google Shape;1085;p72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86" name="Google Shape;1086;p72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7" name="Google Shape;1087;p72"/>
          <p:cNvSpPr txBox="1"/>
          <p:nvPr/>
        </p:nvSpPr>
        <p:spPr>
          <a:xfrm>
            <a:off x="1051725" y="2228250"/>
            <a:ext cx="1769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going to spin spinner 1 once, and then spinner 2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2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2"/>
          <p:cNvSpPr txBox="1"/>
          <p:nvPr/>
        </p:nvSpPr>
        <p:spPr>
          <a:xfrm>
            <a:off x="154547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0" name="Google Shape;1090;p72"/>
          <p:cNvGrpSpPr/>
          <p:nvPr/>
        </p:nvGrpSpPr>
        <p:grpSpPr>
          <a:xfrm>
            <a:off x="3455155" y="1715642"/>
            <a:ext cx="610054" cy="1691555"/>
            <a:chOff x="3226678" y="2761126"/>
            <a:chExt cx="469200" cy="1426870"/>
          </a:xfrm>
        </p:grpSpPr>
        <p:cxnSp>
          <p:nvCxnSpPr>
            <p:cNvPr id="1091" name="Google Shape;1091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3" name="Google Shape;1093;p72"/>
          <p:cNvSpPr/>
          <p:nvPr/>
        </p:nvSpPr>
        <p:spPr>
          <a:xfrm>
            <a:off x="3192007" y="242305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4" name="Google Shape;1094;p72"/>
          <p:cNvGrpSpPr/>
          <p:nvPr/>
        </p:nvGrpSpPr>
        <p:grpSpPr>
          <a:xfrm>
            <a:off x="4320846" y="1205334"/>
            <a:ext cx="610054" cy="987822"/>
            <a:chOff x="3226678" y="2761126"/>
            <a:chExt cx="469200" cy="1426870"/>
          </a:xfrm>
        </p:grpSpPr>
        <p:cxnSp>
          <p:nvCxnSpPr>
            <p:cNvPr id="1095" name="Google Shape;1095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7" name="Google Shape;1097;p72"/>
          <p:cNvGrpSpPr/>
          <p:nvPr/>
        </p:nvGrpSpPr>
        <p:grpSpPr>
          <a:xfrm>
            <a:off x="5232651" y="989638"/>
            <a:ext cx="610054" cy="421069"/>
            <a:chOff x="3226678" y="2761126"/>
            <a:chExt cx="469200" cy="1426870"/>
          </a:xfrm>
        </p:grpSpPr>
        <p:cxnSp>
          <p:nvCxnSpPr>
            <p:cNvPr id="1098" name="Google Shape;1098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" name="Google Shape;1099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0" name="Google Shape;1100;p72"/>
          <p:cNvGrpSpPr/>
          <p:nvPr/>
        </p:nvGrpSpPr>
        <p:grpSpPr>
          <a:xfrm>
            <a:off x="4320846" y="2929541"/>
            <a:ext cx="610054" cy="987822"/>
            <a:chOff x="3226678" y="2761126"/>
            <a:chExt cx="469200" cy="1426870"/>
          </a:xfrm>
        </p:grpSpPr>
        <p:cxnSp>
          <p:nvCxnSpPr>
            <p:cNvPr id="1101" name="Google Shape;1101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2" name="Google Shape;1102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03" name="Google Shape;1103;p72"/>
          <p:cNvSpPr txBox="1"/>
          <p:nvPr/>
        </p:nvSpPr>
        <p:spPr>
          <a:xfrm>
            <a:off x="4033628" y="151467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2"/>
          <p:cNvSpPr txBox="1"/>
          <p:nvPr/>
        </p:nvSpPr>
        <p:spPr>
          <a:xfrm>
            <a:off x="4033628" y="323889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2"/>
          <p:cNvSpPr txBox="1"/>
          <p:nvPr/>
        </p:nvSpPr>
        <p:spPr>
          <a:xfrm>
            <a:off x="4930871" y="1015473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2"/>
          <p:cNvSpPr txBox="1"/>
          <p:nvPr/>
        </p:nvSpPr>
        <p:spPr>
          <a:xfrm>
            <a:off x="324000" y="3827398"/>
            <a:ext cx="30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true for the highlighted set of branches?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2"/>
          <p:cNvSpPr txBox="1"/>
          <p:nvPr/>
        </p:nvSpPr>
        <p:spPr>
          <a:xfrm>
            <a:off x="4930871" y="2013827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2"/>
          <p:cNvSpPr txBox="1"/>
          <p:nvPr/>
        </p:nvSpPr>
        <p:spPr>
          <a:xfrm>
            <a:off x="4930871" y="27396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9" name="Google Shape;1109;p72"/>
          <p:cNvGrpSpPr/>
          <p:nvPr/>
        </p:nvGrpSpPr>
        <p:grpSpPr>
          <a:xfrm>
            <a:off x="5232651" y="1988051"/>
            <a:ext cx="610054" cy="421069"/>
            <a:chOff x="3226678" y="2761126"/>
            <a:chExt cx="469200" cy="1426870"/>
          </a:xfrm>
        </p:grpSpPr>
        <p:cxnSp>
          <p:nvCxnSpPr>
            <p:cNvPr id="1110" name="Google Shape;1110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2" name="Google Shape;1112;p72"/>
          <p:cNvGrpSpPr/>
          <p:nvPr/>
        </p:nvGrpSpPr>
        <p:grpSpPr>
          <a:xfrm>
            <a:off x="5232651" y="2713851"/>
            <a:ext cx="610054" cy="421069"/>
            <a:chOff x="3226678" y="2761126"/>
            <a:chExt cx="469200" cy="1426870"/>
          </a:xfrm>
        </p:grpSpPr>
        <p:cxnSp>
          <p:nvCxnSpPr>
            <p:cNvPr id="1113" name="Google Shape;1113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4" name="Google Shape;1114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5" name="Google Shape;1115;p72"/>
          <p:cNvGrpSpPr/>
          <p:nvPr/>
        </p:nvGrpSpPr>
        <p:grpSpPr>
          <a:xfrm>
            <a:off x="5232651" y="3712251"/>
            <a:ext cx="610054" cy="421069"/>
            <a:chOff x="3226678" y="2761126"/>
            <a:chExt cx="469200" cy="1426870"/>
          </a:xfrm>
        </p:grpSpPr>
        <p:cxnSp>
          <p:nvCxnSpPr>
            <p:cNvPr id="1116" name="Google Shape;1116;p72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72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18" name="Google Shape;1118;p72"/>
          <p:cNvSpPr txBox="1"/>
          <p:nvPr/>
        </p:nvSpPr>
        <p:spPr>
          <a:xfrm>
            <a:off x="5842699" y="222167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9" name="Google Shape;111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2337144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72"/>
          <p:cNvSpPr txBox="1"/>
          <p:nvPr/>
        </p:nvSpPr>
        <p:spPr>
          <a:xfrm>
            <a:off x="5842699" y="180617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2"/>
          <p:cNvSpPr txBox="1"/>
          <p:nvPr/>
        </p:nvSpPr>
        <p:spPr>
          <a:xfrm>
            <a:off x="4930871" y="37379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2"/>
          <p:cNvSpPr txBox="1"/>
          <p:nvPr/>
        </p:nvSpPr>
        <p:spPr>
          <a:xfrm>
            <a:off x="5842699" y="122312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2"/>
          <p:cNvSpPr txBox="1"/>
          <p:nvPr/>
        </p:nvSpPr>
        <p:spPr>
          <a:xfrm>
            <a:off x="5842699" y="80762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2"/>
          <p:cNvSpPr txBox="1"/>
          <p:nvPr/>
        </p:nvSpPr>
        <p:spPr>
          <a:xfrm>
            <a:off x="5842699" y="394568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2"/>
          <p:cNvSpPr txBox="1"/>
          <p:nvPr/>
        </p:nvSpPr>
        <p:spPr>
          <a:xfrm>
            <a:off x="5842699" y="353019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2"/>
          <p:cNvSpPr txBox="1"/>
          <p:nvPr/>
        </p:nvSpPr>
        <p:spPr>
          <a:xfrm>
            <a:off x="5842699" y="294713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2"/>
          <p:cNvSpPr txBox="1"/>
          <p:nvPr/>
        </p:nvSpPr>
        <p:spPr>
          <a:xfrm>
            <a:off x="5842699" y="253164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8" name="Google Shape;1128;p72"/>
          <p:cNvCxnSpPr/>
          <p:nvPr/>
        </p:nvCxnSpPr>
        <p:spPr>
          <a:xfrm>
            <a:off x="3455155" y="2664956"/>
            <a:ext cx="610200" cy="7422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</p:cxnSp>
      <p:cxnSp>
        <p:nvCxnSpPr>
          <p:cNvPr id="1129" name="Google Shape;1129;p72"/>
          <p:cNvCxnSpPr/>
          <p:nvPr/>
        </p:nvCxnSpPr>
        <p:spPr>
          <a:xfrm flipH="1" rot="10800000">
            <a:off x="4320846" y="2929490"/>
            <a:ext cx="610200" cy="4335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</p:cxnSp>
      <p:cxnSp>
        <p:nvCxnSpPr>
          <p:cNvPr id="1130" name="Google Shape;1130;p72"/>
          <p:cNvCxnSpPr/>
          <p:nvPr/>
        </p:nvCxnSpPr>
        <p:spPr>
          <a:xfrm flipH="1" rot="10800000">
            <a:off x="5232651" y="2713813"/>
            <a:ext cx="610200" cy="1848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</p:cxnSp>
      <p:grpSp>
        <p:nvGrpSpPr>
          <p:cNvPr id="1131" name="Google Shape;1131;p72"/>
          <p:cNvGrpSpPr/>
          <p:nvPr/>
        </p:nvGrpSpPr>
        <p:grpSpPr>
          <a:xfrm>
            <a:off x="6660212" y="761077"/>
            <a:ext cx="242727" cy="242727"/>
            <a:chOff x="1020916" y="1442088"/>
            <a:chExt cx="457200" cy="457200"/>
          </a:xfrm>
        </p:grpSpPr>
        <p:pic>
          <p:nvPicPr>
            <p:cNvPr id="1132" name="Google Shape;1132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4" name="Google Shape;1134;p72"/>
          <p:cNvSpPr txBox="1"/>
          <p:nvPr/>
        </p:nvSpPr>
        <p:spPr>
          <a:xfrm>
            <a:off x="6931350" y="761075"/>
            <a:ext cx="188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W and spinner 2 landed on X then 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5" name="Google Shape;1135;p72"/>
          <p:cNvGrpSpPr/>
          <p:nvPr/>
        </p:nvGrpSpPr>
        <p:grpSpPr>
          <a:xfrm>
            <a:off x="6660212" y="2093052"/>
            <a:ext cx="242727" cy="242727"/>
            <a:chOff x="1020916" y="1442088"/>
            <a:chExt cx="457200" cy="457200"/>
          </a:xfrm>
        </p:grpSpPr>
        <p:pic>
          <p:nvPicPr>
            <p:cNvPr id="1136" name="Google Shape;1136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8" name="Google Shape;1138;p72"/>
          <p:cNvSpPr txBox="1"/>
          <p:nvPr/>
        </p:nvSpPr>
        <p:spPr>
          <a:xfrm>
            <a:off x="6931350" y="2093050"/>
            <a:ext cx="188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X twice and spinner 2 landed on 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72"/>
          <p:cNvGrpSpPr/>
          <p:nvPr/>
        </p:nvGrpSpPr>
        <p:grpSpPr>
          <a:xfrm>
            <a:off x="6660212" y="3425027"/>
            <a:ext cx="242727" cy="242727"/>
            <a:chOff x="1020916" y="1442088"/>
            <a:chExt cx="457200" cy="457200"/>
          </a:xfrm>
        </p:grpSpPr>
        <p:pic>
          <p:nvPicPr>
            <p:cNvPr id="1140" name="Google Shape;1140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1" name="Google Shape;1141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2" name="Google Shape;1142;p72"/>
          <p:cNvSpPr txBox="1"/>
          <p:nvPr/>
        </p:nvSpPr>
        <p:spPr>
          <a:xfrm>
            <a:off x="6931350" y="3425025"/>
            <a:ext cx="188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 landed on W and spinner 2 landed on X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3" name="Google Shape;1143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6958" y="371325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8" name="Google Shape;1148;p73"/>
          <p:cNvGrpSpPr/>
          <p:nvPr/>
        </p:nvGrpSpPr>
        <p:grpSpPr>
          <a:xfrm>
            <a:off x="6123649" y="807625"/>
            <a:ext cx="1558048" cy="3790010"/>
            <a:chOff x="312290" y="807625"/>
            <a:chExt cx="1674600" cy="3790010"/>
          </a:xfrm>
        </p:grpSpPr>
        <p:sp>
          <p:nvSpPr>
            <p:cNvPr id="1149" name="Google Shape;1149;p73"/>
            <p:cNvSpPr/>
            <p:nvPr/>
          </p:nvSpPr>
          <p:spPr>
            <a:xfrm>
              <a:off x="619498" y="807625"/>
              <a:ext cx="1060200" cy="35124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73"/>
            <p:cNvSpPr txBox="1"/>
            <p:nvPr/>
          </p:nvSpPr>
          <p:spPr>
            <a:xfrm>
              <a:off x="312290" y="4320435"/>
              <a:ext cx="1674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73"/>
          <p:cNvGrpSpPr/>
          <p:nvPr/>
        </p:nvGrpSpPr>
        <p:grpSpPr>
          <a:xfrm>
            <a:off x="6459427" y="807625"/>
            <a:ext cx="886500" cy="3092175"/>
            <a:chOff x="7719952" y="807625"/>
            <a:chExt cx="886500" cy="3092175"/>
          </a:xfrm>
        </p:grpSpPr>
        <p:sp>
          <p:nvSpPr>
            <p:cNvPr id="1152" name="Google Shape;1152;p73"/>
            <p:cNvSpPr txBox="1"/>
            <p:nvPr/>
          </p:nvSpPr>
          <p:spPr>
            <a:xfrm>
              <a:off x="7719952" y="807625"/>
              <a:ext cx="8865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V X X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53" name="Google Shape;1153;p73"/>
            <p:cNvSpPr txBox="1"/>
            <p:nvPr/>
          </p:nvSpPr>
          <p:spPr>
            <a:xfrm>
              <a:off x="7719952" y="3530200"/>
              <a:ext cx="8865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W Y X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154" name="Google Shape;11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155" name="Google Shape;1155;p73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156" name="Google Shape;1156;p73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73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73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73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0" name="Google Shape;1160;p73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161" name="Google Shape;1161;p73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62" name="Google Shape;1162;p73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3" name="Google Shape;1163;p73"/>
          <p:cNvGrpSpPr/>
          <p:nvPr/>
        </p:nvGrpSpPr>
        <p:grpSpPr>
          <a:xfrm>
            <a:off x="1630536" y="695491"/>
            <a:ext cx="966279" cy="966204"/>
            <a:chOff x="1079761" y="2819758"/>
            <a:chExt cx="811863" cy="811800"/>
          </a:xfrm>
        </p:grpSpPr>
        <p:sp>
          <p:nvSpPr>
            <p:cNvPr id="1164" name="Google Shape;1164;p73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73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73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73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8" name="Google Shape;1168;p73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169" name="Google Shape;1169;p73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70" name="Google Shape;1170;p73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71" name="Google Shape;1171;p73"/>
          <p:cNvSpPr txBox="1"/>
          <p:nvPr/>
        </p:nvSpPr>
        <p:spPr>
          <a:xfrm>
            <a:off x="1051725" y="2228250"/>
            <a:ext cx="1769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going to spin spinner 1 once, and then spinner 2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3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3"/>
          <p:cNvSpPr txBox="1"/>
          <p:nvPr/>
        </p:nvSpPr>
        <p:spPr>
          <a:xfrm>
            <a:off x="154547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4" name="Google Shape;1174;p73"/>
          <p:cNvGrpSpPr/>
          <p:nvPr/>
        </p:nvGrpSpPr>
        <p:grpSpPr>
          <a:xfrm>
            <a:off x="3455155" y="1715642"/>
            <a:ext cx="610054" cy="1691555"/>
            <a:chOff x="3226678" y="2761126"/>
            <a:chExt cx="469200" cy="1426870"/>
          </a:xfrm>
        </p:grpSpPr>
        <p:cxnSp>
          <p:nvCxnSpPr>
            <p:cNvPr id="1175" name="Google Shape;1175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7" name="Google Shape;1177;p73"/>
          <p:cNvSpPr/>
          <p:nvPr/>
        </p:nvSpPr>
        <p:spPr>
          <a:xfrm>
            <a:off x="3192007" y="242305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8" name="Google Shape;1178;p73"/>
          <p:cNvGrpSpPr/>
          <p:nvPr/>
        </p:nvGrpSpPr>
        <p:grpSpPr>
          <a:xfrm>
            <a:off x="4320846" y="1205334"/>
            <a:ext cx="610054" cy="987822"/>
            <a:chOff x="3226678" y="2761126"/>
            <a:chExt cx="469200" cy="1426870"/>
          </a:xfrm>
        </p:grpSpPr>
        <p:cxnSp>
          <p:nvCxnSpPr>
            <p:cNvPr id="1179" name="Google Shape;1179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1" name="Google Shape;1181;p73"/>
          <p:cNvGrpSpPr/>
          <p:nvPr/>
        </p:nvGrpSpPr>
        <p:grpSpPr>
          <a:xfrm>
            <a:off x="5232651" y="989638"/>
            <a:ext cx="610054" cy="421069"/>
            <a:chOff x="3226678" y="2761126"/>
            <a:chExt cx="469200" cy="1426870"/>
          </a:xfrm>
        </p:grpSpPr>
        <p:cxnSp>
          <p:nvCxnSpPr>
            <p:cNvPr id="1182" name="Google Shape;1182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3" name="Google Shape;1183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4" name="Google Shape;1184;p73"/>
          <p:cNvGrpSpPr/>
          <p:nvPr/>
        </p:nvGrpSpPr>
        <p:grpSpPr>
          <a:xfrm>
            <a:off x="4320846" y="2929541"/>
            <a:ext cx="610054" cy="987822"/>
            <a:chOff x="3226678" y="2761126"/>
            <a:chExt cx="469200" cy="1426870"/>
          </a:xfrm>
        </p:grpSpPr>
        <p:cxnSp>
          <p:nvCxnSpPr>
            <p:cNvPr id="1185" name="Google Shape;1185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6" name="Google Shape;1186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7" name="Google Shape;1187;p73"/>
          <p:cNvSpPr txBox="1"/>
          <p:nvPr/>
        </p:nvSpPr>
        <p:spPr>
          <a:xfrm>
            <a:off x="4033628" y="151467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3"/>
          <p:cNvSpPr txBox="1"/>
          <p:nvPr/>
        </p:nvSpPr>
        <p:spPr>
          <a:xfrm>
            <a:off x="4033628" y="323889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3"/>
          <p:cNvSpPr txBox="1"/>
          <p:nvPr/>
        </p:nvSpPr>
        <p:spPr>
          <a:xfrm>
            <a:off x="4930871" y="1015473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3"/>
          <p:cNvSpPr txBox="1"/>
          <p:nvPr/>
        </p:nvSpPr>
        <p:spPr>
          <a:xfrm>
            <a:off x="324000" y="3827398"/>
            <a:ext cx="30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outcomes would go in place of the letters c and d in this sample space?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3"/>
          <p:cNvSpPr txBox="1"/>
          <p:nvPr/>
        </p:nvSpPr>
        <p:spPr>
          <a:xfrm>
            <a:off x="4930871" y="2013827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3"/>
          <p:cNvSpPr txBox="1"/>
          <p:nvPr/>
        </p:nvSpPr>
        <p:spPr>
          <a:xfrm>
            <a:off x="4930871" y="27396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3" name="Google Shape;1193;p73"/>
          <p:cNvGrpSpPr/>
          <p:nvPr/>
        </p:nvGrpSpPr>
        <p:grpSpPr>
          <a:xfrm>
            <a:off x="5232651" y="1988051"/>
            <a:ext cx="610054" cy="421069"/>
            <a:chOff x="3226678" y="2761126"/>
            <a:chExt cx="469200" cy="1426870"/>
          </a:xfrm>
        </p:grpSpPr>
        <p:cxnSp>
          <p:nvCxnSpPr>
            <p:cNvPr id="1194" name="Google Shape;1194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6" name="Google Shape;1196;p73"/>
          <p:cNvGrpSpPr/>
          <p:nvPr/>
        </p:nvGrpSpPr>
        <p:grpSpPr>
          <a:xfrm>
            <a:off x="5232651" y="2713851"/>
            <a:ext cx="610054" cy="421069"/>
            <a:chOff x="3226678" y="2761126"/>
            <a:chExt cx="469200" cy="1426870"/>
          </a:xfrm>
        </p:grpSpPr>
        <p:cxnSp>
          <p:nvCxnSpPr>
            <p:cNvPr id="1197" name="Google Shape;1197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9" name="Google Shape;1199;p73"/>
          <p:cNvGrpSpPr/>
          <p:nvPr/>
        </p:nvGrpSpPr>
        <p:grpSpPr>
          <a:xfrm>
            <a:off x="5232651" y="3712251"/>
            <a:ext cx="610054" cy="421069"/>
            <a:chOff x="3226678" y="2761126"/>
            <a:chExt cx="469200" cy="1426870"/>
          </a:xfrm>
        </p:grpSpPr>
        <p:cxnSp>
          <p:nvCxnSpPr>
            <p:cNvPr id="1200" name="Google Shape;1200;p73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1" name="Google Shape;1201;p73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02" name="Google Shape;1202;p73"/>
          <p:cNvSpPr txBox="1"/>
          <p:nvPr/>
        </p:nvSpPr>
        <p:spPr>
          <a:xfrm>
            <a:off x="5842699" y="222167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3" name="Google Shape;12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2337144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73"/>
          <p:cNvSpPr txBox="1"/>
          <p:nvPr/>
        </p:nvSpPr>
        <p:spPr>
          <a:xfrm>
            <a:off x="5842699" y="180617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73"/>
          <p:cNvSpPr txBox="1"/>
          <p:nvPr/>
        </p:nvSpPr>
        <p:spPr>
          <a:xfrm>
            <a:off x="4930871" y="37379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73"/>
          <p:cNvSpPr txBox="1"/>
          <p:nvPr/>
        </p:nvSpPr>
        <p:spPr>
          <a:xfrm>
            <a:off x="5842699" y="122312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73"/>
          <p:cNvSpPr txBox="1"/>
          <p:nvPr/>
        </p:nvSpPr>
        <p:spPr>
          <a:xfrm>
            <a:off x="5842699" y="80762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73"/>
          <p:cNvSpPr txBox="1"/>
          <p:nvPr/>
        </p:nvSpPr>
        <p:spPr>
          <a:xfrm>
            <a:off x="5842699" y="394568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73"/>
          <p:cNvSpPr txBox="1"/>
          <p:nvPr/>
        </p:nvSpPr>
        <p:spPr>
          <a:xfrm>
            <a:off x="5842699" y="353019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73"/>
          <p:cNvSpPr txBox="1"/>
          <p:nvPr/>
        </p:nvSpPr>
        <p:spPr>
          <a:xfrm>
            <a:off x="5842699" y="294713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73"/>
          <p:cNvSpPr txBox="1"/>
          <p:nvPr/>
        </p:nvSpPr>
        <p:spPr>
          <a:xfrm>
            <a:off x="5842699" y="253164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73"/>
          <p:cNvSpPr txBox="1"/>
          <p:nvPr/>
        </p:nvSpPr>
        <p:spPr>
          <a:xfrm>
            <a:off x="6459427" y="2221678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 Y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3"/>
          <p:cNvSpPr txBox="1"/>
          <p:nvPr/>
        </p:nvSpPr>
        <p:spPr>
          <a:xfrm>
            <a:off x="6459427" y="1806180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 V 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3"/>
          <p:cNvSpPr txBox="1"/>
          <p:nvPr/>
        </p:nvSpPr>
        <p:spPr>
          <a:xfrm>
            <a:off x="6459427" y="3945698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Y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3"/>
          <p:cNvSpPr txBox="1"/>
          <p:nvPr/>
        </p:nvSpPr>
        <p:spPr>
          <a:xfrm>
            <a:off x="6459427" y="1223123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 X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3"/>
          <p:cNvSpPr txBox="1"/>
          <p:nvPr/>
        </p:nvSpPr>
        <p:spPr>
          <a:xfrm>
            <a:off x="6459427" y="2947143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X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73"/>
          <p:cNvSpPr txBox="1"/>
          <p:nvPr/>
        </p:nvSpPr>
        <p:spPr>
          <a:xfrm>
            <a:off x="6459427" y="2531646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X 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8" name="Google Shape;1218;p73"/>
          <p:cNvGrpSpPr/>
          <p:nvPr/>
        </p:nvGrpSpPr>
        <p:grpSpPr>
          <a:xfrm>
            <a:off x="6781312" y="871070"/>
            <a:ext cx="242727" cy="2965290"/>
            <a:chOff x="6781312" y="871070"/>
            <a:chExt cx="242727" cy="2965290"/>
          </a:xfrm>
        </p:grpSpPr>
        <p:grpSp>
          <p:nvGrpSpPr>
            <p:cNvPr id="1219" name="Google Shape;1219;p73"/>
            <p:cNvGrpSpPr/>
            <p:nvPr/>
          </p:nvGrpSpPr>
          <p:grpSpPr>
            <a:xfrm>
              <a:off x="6781312" y="871070"/>
              <a:ext cx="242727" cy="242727"/>
              <a:chOff x="1020916" y="1442088"/>
              <a:chExt cx="457200" cy="457200"/>
            </a:xfrm>
          </p:grpSpPr>
          <p:pic>
            <p:nvPicPr>
              <p:cNvPr id="1220" name="Google Shape;1220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1" name="Google Shape;1221;p73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22" name="Google Shape;1222;p73"/>
            <p:cNvGrpSpPr/>
            <p:nvPr/>
          </p:nvGrpSpPr>
          <p:grpSpPr>
            <a:xfrm>
              <a:off x="6781312" y="3593632"/>
              <a:ext cx="242727" cy="242727"/>
              <a:chOff x="1020916" y="1442088"/>
              <a:chExt cx="457200" cy="457200"/>
            </a:xfrm>
          </p:grpSpPr>
          <p:pic>
            <p:nvPicPr>
              <p:cNvPr id="1223" name="Google Shape;1223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4" name="Google Shape;1224;p73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74"/>
          <p:cNvSpPr txBox="1"/>
          <p:nvPr/>
        </p:nvSpPr>
        <p:spPr>
          <a:xfrm>
            <a:off x="324000" y="3827398"/>
            <a:ext cx="30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outcomes are there in the event that two letters repeat themselves?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0" name="Google Shape;1230;p74"/>
          <p:cNvGrpSpPr/>
          <p:nvPr/>
        </p:nvGrpSpPr>
        <p:grpSpPr>
          <a:xfrm>
            <a:off x="6409475" y="854175"/>
            <a:ext cx="986400" cy="3414625"/>
            <a:chOff x="6409475" y="854175"/>
            <a:chExt cx="986400" cy="3414625"/>
          </a:xfrm>
        </p:grpSpPr>
        <p:sp>
          <p:nvSpPr>
            <p:cNvPr id="1231" name="Google Shape;1231;p74"/>
            <p:cNvSpPr/>
            <p:nvPr/>
          </p:nvSpPr>
          <p:spPr>
            <a:xfrm>
              <a:off x="6409475" y="854175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74"/>
            <p:cNvSpPr/>
            <p:nvPr/>
          </p:nvSpPr>
          <p:spPr>
            <a:xfrm>
              <a:off x="6409475" y="2268175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74"/>
            <p:cNvSpPr/>
            <p:nvPr/>
          </p:nvSpPr>
          <p:spPr>
            <a:xfrm>
              <a:off x="6409475" y="2561700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74"/>
            <p:cNvSpPr/>
            <p:nvPr/>
          </p:nvSpPr>
          <p:spPr>
            <a:xfrm>
              <a:off x="6409475" y="3992200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5" name="Google Shape;123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236" name="Google Shape;1236;p74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237" name="Google Shape;1237;p74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74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74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74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1" name="Google Shape;1241;p74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242" name="Google Shape;1242;p74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43" name="Google Shape;1243;p74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44" name="Google Shape;1244;p74"/>
          <p:cNvGrpSpPr/>
          <p:nvPr/>
        </p:nvGrpSpPr>
        <p:grpSpPr>
          <a:xfrm>
            <a:off x="6123649" y="807625"/>
            <a:ext cx="1558048" cy="3790010"/>
            <a:chOff x="312290" y="807625"/>
            <a:chExt cx="1674600" cy="3790010"/>
          </a:xfrm>
        </p:grpSpPr>
        <p:sp>
          <p:nvSpPr>
            <p:cNvPr id="1245" name="Google Shape;1245;p74"/>
            <p:cNvSpPr/>
            <p:nvPr/>
          </p:nvSpPr>
          <p:spPr>
            <a:xfrm>
              <a:off x="619498" y="807625"/>
              <a:ext cx="1060200" cy="35124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74"/>
            <p:cNvSpPr txBox="1"/>
            <p:nvPr/>
          </p:nvSpPr>
          <p:spPr>
            <a:xfrm>
              <a:off x="312290" y="4320435"/>
              <a:ext cx="1674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7" name="Google Shape;1247;p74"/>
          <p:cNvGrpSpPr/>
          <p:nvPr/>
        </p:nvGrpSpPr>
        <p:grpSpPr>
          <a:xfrm>
            <a:off x="6459427" y="807625"/>
            <a:ext cx="886500" cy="3092175"/>
            <a:chOff x="7719952" y="807625"/>
            <a:chExt cx="886500" cy="3092175"/>
          </a:xfrm>
        </p:grpSpPr>
        <p:sp>
          <p:nvSpPr>
            <p:cNvPr id="1248" name="Google Shape;1248;p74"/>
            <p:cNvSpPr txBox="1"/>
            <p:nvPr/>
          </p:nvSpPr>
          <p:spPr>
            <a:xfrm>
              <a:off x="7719952" y="807625"/>
              <a:ext cx="8865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V 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74"/>
            <p:cNvSpPr txBox="1"/>
            <p:nvPr/>
          </p:nvSpPr>
          <p:spPr>
            <a:xfrm>
              <a:off x="7719952" y="3530200"/>
              <a:ext cx="8865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 Y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74"/>
          <p:cNvGrpSpPr/>
          <p:nvPr/>
        </p:nvGrpSpPr>
        <p:grpSpPr>
          <a:xfrm>
            <a:off x="1630536" y="695491"/>
            <a:ext cx="966279" cy="966204"/>
            <a:chOff x="1079761" y="2819758"/>
            <a:chExt cx="811863" cy="811800"/>
          </a:xfrm>
        </p:grpSpPr>
        <p:sp>
          <p:nvSpPr>
            <p:cNvPr id="1251" name="Google Shape;1251;p74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74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74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74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55" name="Google Shape;1255;p74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256" name="Google Shape;1256;p74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57" name="Google Shape;1257;p74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8" name="Google Shape;1258;p74"/>
          <p:cNvSpPr txBox="1"/>
          <p:nvPr/>
        </p:nvSpPr>
        <p:spPr>
          <a:xfrm>
            <a:off x="1051725" y="2228250"/>
            <a:ext cx="183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going to spin spinner 1 once, and then spinner 2 twice.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4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4"/>
          <p:cNvSpPr txBox="1"/>
          <p:nvPr/>
        </p:nvSpPr>
        <p:spPr>
          <a:xfrm>
            <a:off x="154547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1" name="Google Shape;1261;p74"/>
          <p:cNvGrpSpPr/>
          <p:nvPr/>
        </p:nvGrpSpPr>
        <p:grpSpPr>
          <a:xfrm>
            <a:off x="3455155" y="1715642"/>
            <a:ext cx="610054" cy="1691555"/>
            <a:chOff x="3226678" y="2761126"/>
            <a:chExt cx="469200" cy="1426870"/>
          </a:xfrm>
        </p:grpSpPr>
        <p:cxnSp>
          <p:nvCxnSpPr>
            <p:cNvPr id="1262" name="Google Shape;1262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4" name="Google Shape;1264;p74"/>
          <p:cNvSpPr/>
          <p:nvPr/>
        </p:nvSpPr>
        <p:spPr>
          <a:xfrm>
            <a:off x="3192007" y="2423057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5" name="Google Shape;1265;p74"/>
          <p:cNvGrpSpPr/>
          <p:nvPr/>
        </p:nvGrpSpPr>
        <p:grpSpPr>
          <a:xfrm>
            <a:off x="4320846" y="1205334"/>
            <a:ext cx="610054" cy="987822"/>
            <a:chOff x="3226678" y="2761126"/>
            <a:chExt cx="469200" cy="1426870"/>
          </a:xfrm>
        </p:grpSpPr>
        <p:cxnSp>
          <p:nvCxnSpPr>
            <p:cNvPr id="1266" name="Google Shape;1266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8" name="Google Shape;1268;p74"/>
          <p:cNvGrpSpPr/>
          <p:nvPr/>
        </p:nvGrpSpPr>
        <p:grpSpPr>
          <a:xfrm>
            <a:off x="5232651" y="989638"/>
            <a:ext cx="610054" cy="421069"/>
            <a:chOff x="3226678" y="2761126"/>
            <a:chExt cx="469200" cy="1426870"/>
          </a:xfrm>
        </p:grpSpPr>
        <p:cxnSp>
          <p:nvCxnSpPr>
            <p:cNvPr id="1269" name="Google Shape;1269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1" name="Google Shape;1271;p74"/>
          <p:cNvGrpSpPr/>
          <p:nvPr/>
        </p:nvGrpSpPr>
        <p:grpSpPr>
          <a:xfrm>
            <a:off x="4320846" y="2929541"/>
            <a:ext cx="610054" cy="987822"/>
            <a:chOff x="3226678" y="2761126"/>
            <a:chExt cx="469200" cy="1426870"/>
          </a:xfrm>
        </p:grpSpPr>
        <p:cxnSp>
          <p:nvCxnSpPr>
            <p:cNvPr id="1272" name="Google Shape;1272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4" name="Google Shape;1274;p74"/>
          <p:cNvSpPr txBox="1"/>
          <p:nvPr/>
        </p:nvSpPr>
        <p:spPr>
          <a:xfrm>
            <a:off x="4033628" y="151467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74"/>
          <p:cNvSpPr txBox="1"/>
          <p:nvPr/>
        </p:nvSpPr>
        <p:spPr>
          <a:xfrm>
            <a:off x="4033628" y="3238890"/>
            <a:ext cx="328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74"/>
          <p:cNvSpPr txBox="1"/>
          <p:nvPr/>
        </p:nvSpPr>
        <p:spPr>
          <a:xfrm>
            <a:off x="4930871" y="1015473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4"/>
          <p:cNvSpPr txBox="1"/>
          <p:nvPr/>
        </p:nvSpPr>
        <p:spPr>
          <a:xfrm>
            <a:off x="4930871" y="2013827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4"/>
          <p:cNvSpPr txBox="1"/>
          <p:nvPr/>
        </p:nvSpPr>
        <p:spPr>
          <a:xfrm>
            <a:off x="4930871" y="27396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9" name="Google Shape;1279;p74"/>
          <p:cNvGrpSpPr/>
          <p:nvPr/>
        </p:nvGrpSpPr>
        <p:grpSpPr>
          <a:xfrm>
            <a:off x="5232651" y="1988051"/>
            <a:ext cx="610054" cy="421069"/>
            <a:chOff x="3226678" y="2761126"/>
            <a:chExt cx="469200" cy="1426870"/>
          </a:xfrm>
        </p:grpSpPr>
        <p:cxnSp>
          <p:nvCxnSpPr>
            <p:cNvPr id="1280" name="Google Shape;1280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1" name="Google Shape;1281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82" name="Google Shape;1282;p74"/>
          <p:cNvGrpSpPr/>
          <p:nvPr/>
        </p:nvGrpSpPr>
        <p:grpSpPr>
          <a:xfrm>
            <a:off x="5232651" y="2713851"/>
            <a:ext cx="610054" cy="421069"/>
            <a:chOff x="3226678" y="2761126"/>
            <a:chExt cx="469200" cy="1426870"/>
          </a:xfrm>
        </p:grpSpPr>
        <p:cxnSp>
          <p:nvCxnSpPr>
            <p:cNvPr id="1283" name="Google Shape;1283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85" name="Google Shape;1285;p74"/>
          <p:cNvGrpSpPr/>
          <p:nvPr/>
        </p:nvGrpSpPr>
        <p:grpSpPr>
          <a:xfrm>
            <a:off x="5232651" y="3712251"/>
            <a:ext cx="610054" cy="421069"/>
            <a:chOff x="3226678" y="2761126"/>
            <a:chExt cx="469200" cy="1426870"/>
          </a:xfrm>
        </p:grpSpPr>
        <p:cxnSp>
          <p:nvCxnSpPr>
            <p:cNvPr id="1286" name="Google Shape;1286;p74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74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88" name="Google Shape;1288;p74"/>
          <p:cNvSpPr txBox="1"/>
          <p:nvPr/>
        </p:nvSpPr>
        <p:spPr>
          <a:xfrm>
            <a:off x="5842699" y="222167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9" name="Google Shape;12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2337144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74"/>
          <p:cNvSpPr txBox="1"/>
          <p:nvPr/>
        </p:nvSpPr>
        <p:spPr>
          <a:xfrm>
            <a:off x="5842699" y="180617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4"/>
          <p:cNvSpPr txBox="1"/>
          <p:nvPr/>
        </p:nvSpPr>
        <p:spPr>
          <a:xfrm>
            <a:off x="4930871" y="3737989"/>
            <a:ext cx="30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74"/>
          <p:cNvSpPr txBox="1"/>
          <p:nvPr/>
        </p:nvSpPr>
        <p:spPr>
          <a:xfrm>
            <a:off x="5842699" y="1223125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74"/>
          <p:cNvSpPr txBox="1"/>
          <p:nvPr/>
        </p:nvSpPr>
        <p:spPr>
          <a:xfrm>
            <a:off x="5842699" y="807629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74"/>
          <p:cNvSpPr txBox="1"/>
          <p:nvPr/>
        </p:nvSpPr>
        <p:spPr>
          <a:xfrm>
            <a:off x="5842699" y="394568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74"/>
          <p:cNvSpPr txBox="1"/>
          <p:nvPr/>
        </p:nvSpPr>
        <p:spPr>
          <a:xfrm>
            <a:off x="5842699" y="353019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74"/>
          <p:cNvSpPr txBox="1"/>
          <p:nvPr/>
        </p:nvSpPr>
        <p:spPr>
          <a:xfrm>
            <a:off x="5842699" y="2947138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74"/>
          <p:cNvSpPr txBox="1"/>
          <p:nvPr/>
        </p:nvSpPr>
        <p:spPr>
          <a:xfrm>
            <a:off x="5842699" y="2531642"/>
            <a:ext cx="242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74"/>
          <p:cNvSpPr txBox="1"/>
          <p:nvPr/>
        </p:nvSpPr>
        <p:spPr>
          <a:xfrm>
            <a:off x="6459427" y="2221678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 Y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74"/>
          <p:cNvSpPr txBox="1"/>
          <p:nvPr/>
        </p:nvSpPr>
        <p:spPr>
          <a:xfrm>
            <a:off x="6459427" y="1806180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 V 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74"/>
          <p:cNvSpPr txBox="1"/>
          <p:nvPr/>
        </p:nvSpPr>
        <p:spPr>
          <a:xfrm>
            <a:off x="6459427" y="3945698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Y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74"/>
          <p:cNvSpPr txBox="1"/>
          <p:nvPr/>
        </p:nvSpPr>
        <p:spPr>
          <a:xfrm>
            <a:off x="6459427" y="1223123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 X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74"/>
          <p:cNvSpPr txBox="1"/>
          <p:nvPr/>
        </p:nvSpPr>
        <p:spPr>
          <a:xfrm>
            <a:off x="6459427" y="2947143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X 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74"/>
          <p:cNvSpPr txBox="1"/>
          <p:nvPr/>
        </p:nvSpPr>
        <p:spPr>
          <a:xfrm>
            <a:off x="6459427" y="2531646"/>
            <a:ext cx="886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 X 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74"/>
          <p:cNvSpPr txBox="1"/>
          <p:nvPr/>
        </p:nvSpPr>
        <p:spPr>
          <a:xfrm>
            <a:off x="7566725" y="1204350"/>
            <a:ext cx="1253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Four outcomes have a letter that is repeated.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75"/>
          <p:cNvSpPr txBox="1"/>
          <p:nvPr/>
        </p:nvSpPr>
        <p:spPr>
          <a:xfrm>
            <a:off x="1690825" y="4092925"/>
            <a:ext cx="64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The event that at least one spinner lands on a vowel has how many outcomes?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5"/>
          <p:cNvSpPr txBox="1"/>
          <p:nvPr/>
        </p:nvSpPr>
        <p:spPr>
          <a:xfrm>
            <a:off x="1690825" y="810000"/>
            <a:ext cx="228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Sofia will spin spinner 1, 2, and 3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312" name="Google Shape;1312;p75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313" name="Google Shape;1313;p75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75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75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75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7" name="Google Shape;1317;p75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318" name="Google Shape;1318;p75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9" name="Google Shape;1319;p75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0" name="Google Shape;1320;p75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75"/>
          <p:cNvGrpSpPr/>
          <p:nvPr/>
        </p:nvGrpSpPr>
        <p:grpSpPr>
          <a:xfrm>
            <a:off x="324011" y="2112641"/>
            <a:ext cx="966279" cy="966204"/>
            <a:chOff x="1079761" y="2819758"/>
            <a:chExt cx="811863" cy="811800"/>
          </a:xfrm>
        </p:grpSpPr>
        <p:sp>
          <p:nvSpPr>
            <p:cNvPr id="1322" name="Google Shape;1322;p75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75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75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75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6" name="Google Shape;1326;p75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327" name="Google Shape;1327;p75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28" name="Google Shape;1328;p75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9" name="Google Shape;1329;p75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0" name="Google Shape;1330;p75"/>
          <p:cNvGrpSpPr/>
          <p:nvPr/>
        </p:nvGrpSpPr>
        <p:grpSpPr>
          <a:xfrm>
            <a:off x="324011" y="3529791"/>
            <a:ext cx="966279" cy="966204"/>
            <a:chOff x="1079761" y="2819758"/>
            <a:chExt cx="811863" cy="811800"/>
          </a:xfrm>
        </p:grpSpPr>
        <p:sp>
          <p:nvSpPr>
            <p:cNvPr id="1331" name="Google Shape;1331;p75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75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75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75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35" name="Google Shape;1335;p75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336" name="Google Shape;1336;p75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37" name="Google Shape;1337;p75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38" name="Google Shape;1338;p75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75"/>
          <p:cNvSpPr/>
          <p:nvPr/>
        </p:nvSpPr>
        <p:spPr>
          <a:xfrm>
            <a:off x="7591522" y="716125"/>
            <a:ext cx="1136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0" name="Google Shape;1340;p75"/>
          <p:cNvGrpSpPr/>
          <p:nvPr/>
        </p:nvGrpSpPr>
        <p:grpSpPr>
          <a:xfrm>
            <a:off x="6415442" y="2291693"/>
            <a:ext cx="610054" cy="1031246"/>
            <a:chOff x="5501031" y="3888421"/>
            <a:chExt cx="610054" cy="758604"/>
          </a:xfrm>
        </p:grpSpPr>
        <p:grpSp>
          <p:nvGrpSpPr>
            <p:cNvPr id="1341" name="Google Shape;1341;p75"/>
            <p:cNvGrpSpPr/>
            <p:nvPr/>
          </p:nvGrpSpPr>
          <p:grpSpPr>
            <a:xfrm>
              <a:off x="5501031" y="3888421"/>
              <a:ext cx="610054" cy="254554"/>
              <a:chOff x="3226678" y="2761126"/>
              <a:chExt cx="469200" cy="1426870"/>
            </a:xfrm>
          </p:grpSpPr>
          <p:cxnSp>
            <p:nvCxnSpPr>
              <p:cNvPr id="1342" name="Google Shape;1342;p75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3" name="Google Shape;1343;p75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4" name="Google Shape;1344;p75"/>
            <p:cNvGrpSpPr/>
            <p:nvPr/>
          </p:nvGrpSpPr>
          <p:grpSpPr>
            <a:xfrm>
              <a:off x="5501031" y="4392471"/>
              <a:ext cx="610054" cy="254554"/>
              <a:chOff x="3226678" y="2761126"/>
              <a:chExt cx="469200" cy="1426870"/>
            </a:xfrm>
          </p:grpSpPr>
          <p:cxnSp>
            <p:nvCxnSpPr>
              <p:cNvPr id="1345" name="Google Shape;1345;p75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75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47" name="Google Shape;1347;p75"/>
          <p:cNvGrpSpPr/>
          <p:nvPr/>
        </p:nvGrpSpPr>
        <p:grpSpPr>
          <a:xfrm>
            <a:off x="5407536" y="918560"/>
            <a:ext cx="852705" cy="2166795"/>
            <a:chOff x="4552831" y="2878318"/>
            <a:chExt cx="852705" cy="1593935"/>
          </a:xfrm>
        </p:grpSpPr>
        <p:grpSp>
          <p:nvGrpSpPr>
            <p:cNvPr id="1348" name="Google Shape;1348;p75"/>
            <p:cNvGrpSpPr/>
            <p:nvPr/>
          </p:nvGrpSpPr>
          <p:grpSpPr>
            <a:xfrm>
              <a:off x="4552831" y="2878318"/>
              <a:ext cx="852705" cy="762624"/>
              <a:chOff x="5500948" y="2704575"/>
              <a:chExt cx="852705" cy="606508"/>
            </a:xfrm>
          </p:grpSpPr>
          <p:grpSp>
            <p:nvGrpSpPr>
              <p:cNvPr id="1349" name="Google Shape;1349;p75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350" name="Google Shape;1350;p75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1" name="Google Shape;1351;p75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52" name="Google Shape;1352;p75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3" name="Google Shape;1353;p75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54" name="Google Shape;1354;p75"/>
            <p:cNvGrpSpPr/>
            <p:nvPr/>
          </p:nvGrpSpPr>
          <p:grpSpPr>
            <a:xfrm>
              <a:off x="4552831" y="4063312"/>
              <a:ext cx="610054" cy="408941"/>
              <a:chOff x="3226678" y="2761126"/>
              <a:chExt cx="469200" cy="1426870"/>
            </a:xfrm>
          </p:grpSpPr>
          <p:cxnSp>
            <p:nvCxnSpPr>
              <p:cNvPr id="1355" name="Google Shape;1355;p75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75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57" name="Google Shape;1357;p75"/>
          <p:cNvGrpSpPr/>
          <p:nvPr/>
        </p:nvGrpSpPr>
        <p:grpSpPr>
          <a:xfrm>
            <a:off x="4401334" y="1213522"/>
            <a:ext cx="852705" cy="1816978"/>
            <a:chOff x="5500948" y="2704575"/>
            <a:chExt cx="852705" cy="606508"/>
          </a:xfrm>
        </p:grpSpPr>
        <p:grpSp>
          <p:nvGrpSpPr>
            <p:cNvPr id="1358" name="Google Shape;1358;p75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1359" name="Google Shape;1359;p75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" name="Google Shape;1360;p75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61" name="Google Shape;1361;p75"/>
            <p:cNvSpPr txBox="1"/>
            <p:nvPr/>
          </p:nvSpPr>
          <p:spPr>
            <a:xfrm>
              <a:off x="6110953" y="3025483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75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75"/>
          <p:cNvGrpSpPr/>
          <p:nvPr/>
        </p:nvGrpSpPr>
        <p:grpSpPr>
          <a:xfrm>
            <a:off x="6415442" y="771752"/>
            <a:ext cx="852705" cy="1330614"/>
            <a:chOff x="5501031" y="2770324"/>
            <a:chExt cx="852705" cy="978825"/>
          </a:xfrm>
        </p:grpSpPr>
        <p:grpSp>
          <p:nvGrpSpPr>
            <p:cNvPr id="1364" name="Google Shape;1364;p75"/>
            <p:cNvGrpSpPr/>
            <p:nvPr/>
          </p:nvGrpSpPr>
          <p:grpSpPr>
            <a:xfrm>
              <a:off x="5501031" y="2770324"/>
              <a:ext cx="852705" cy="474775"/>
              <a:chOff x="5500948" y="2704575"/>
              <a:chExt cx="852705" cy="606508"/>
            </a:xfrm>
          </p:grpSpPr>
          <p:grpSp>
            <p:nvGrpSpPr>
              <p:cNvPr id="1365" name="Google Shape;1365;p75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366" name="Google Shape;1366;p75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67" name="Google Shape;1367;p75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68" name="Google Shape;1368;p75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9" name="Google Shape;1369;p75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70" name="Google Shape;1370;p75"/>
            <p:cNvGrpSpPr/>
            <p:nvPr/>
          </p:nvGrpSpPr>
          <p:grpSpPr>
            <a:xfrm>
              <a:off x="5501031" y="3274374"/>
              <a:ext cx="852705" cy="474775"/>
              <a:chOff x="5500948" y="2704575"/>
              <a:chExt cx="852705" cy="606508"/>
            </a:xfrm>
          </p:grpSpPr>
          <p:grpSp>
            <p:nvGrpSpPr>
              <p:cNvPr id="1371" name="Google Shape;1371;p75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372" name="Google Shape;1372;p75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3" name="Google Shape;1373;p75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74" name="Google Shape;1374;p75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5" name="Google Shape;1375;p75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76" name="Google Shape;1376;p75"/>
          <p:cNvGrpSpPr/>
          <p:nvPr/>
        </p:nvGrpSpPr>
        <p:grpSpPr>
          <a:xfrm>
            <a:off x="7025447" y="2827265"/>
            <a:ext cx="242700" cy="645385"/>
            <a:chOff x="6110953" y="2704575"/>
            <a:chExt cx="242700" cy="606508"/>
          </a:xfrm>
        </p:grpSpPr>
        <p:sp>
          <p:nvSpPr>
            <p:cNvPr id="1377" name="Google Shape;1377;p75"/>
            <p:cNvSpPr txBox="1"/>
            <p:nvPr/>
          </p:nvSpPr>
          <p:spPr>
            <a:xfrm>
              <a:off x="6110953" y="3025483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75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9" name="Google Shape;1379;p75"/>
          <p:cNvSpPr txBox="1"/>
          <p:nvPr/>
        </p:nvSpPr>
        <p:spPr>
          <a:xfrm>
            <a:off x="1690825" y="2028850"/>
            <a:ext cx="251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76"/>
          <p:cNvSpPr/>
          <p:nvPr/>
        </p:nvSpPr>
        <p:spPr>
          <a:xfrm>
            <a:off x="5762725" y="2392525"/>
            <a:ext cx="1136400" cy="2376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76"/>
          <p:cNvSpPr txBox="1"/>
          <p:nvPr/>
        </p:nvSpPr>
        <p:spPr>
          <a:xfrm>
            <a:off x="1479300" y="664350"/>
            <a:ext cx="7340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plays a game.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will spin spinners 1, 2, and 3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spinner 3 lands on W, then Aisha wins the number of sweets equal to the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sum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the numbers on spinners 1 and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sample space for Aisha’s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387" name="Google Shape;1387;p76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388" name="Google Shape;1388;p76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76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76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76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2" name="Google Shape;1392;p76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393" name="Google Shape;1393;p76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94" name="Google Shape;1394;p76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95" name="Google Shape;1395;p76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6" name="Google Shape;1396;p76"/>
          <p:cNvGrpSpPr/>
          <p:nvPr/>
        </p:nvGrpSpPr>
        <p:grpSpPr>
          <a:xfrm>
            <a:off x="324011" y="2112641"/>
            <a:ext cx="966279" cy="966204"/>
            <a:chOff x="1079761" y="2819758"/>
            <a:chExt cx="811863" cy="811800"/>
          </a:xfrm>
        </p:grpSpPr>
        <p:sp>
          <p:nvSpPr>
            <p:cNvPr id="1397" name="Google Shape;1397;p76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76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76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76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1" name="Google Shape;1401;p76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402" name="Google Shape;1402;p76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03" name="Google Shape;1403;p76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04" name="Google Shape;1404;p76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5" name="Google Shape;1405;p76"/>
          <p:cNvGrpSpPr/>
          <p:nvPr/>
        </p:nvGrpSpPr>
        <p:grpSpPr>
          <a:xfrm>
            <a:off x="324011" y="3529791"/>
            <a:ext cx="966279" cy="966204"/>
            <a:chOff x="1079761" y="2819758"/>
            <a:chExt cx="811863" cy="811800"/>
          </a:xfrm>
        </p:grpSpPr>
        <p:sp>
          <p:nvSpPr>
            <p:cNvPr id="1406" name="Google Shape;1406;p76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6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76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9" name="Google Shape;1409;p76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10" name="Google Shape;1410;p76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411" name="Google Shape;1411;p76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12" name="Google Shape;1412;p76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3" name="Google Shape;1413;p76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4" name="Google Shape;1414;p76"/>
          <p:cNvGrpSpPr/>
          <p:nvPr/>
        </p:nvGrpSpPr>
        <p:grpSpPr>
          <a:xfrm>
            <a:off x="4586684" y="3596799"/>
            <a:ext cx="852705" cy="997241"/>
            <a:chOff x="5501031" y="3778424"/>
            <a:chExt cx="852705" cy="868601"/>
          </a:xfrm>
        </p:grpSpPr>
        <p:grpSp>
          <p:nvGrpSpPr>
            <p:cNvPr id="1415" name="Google Shape;1415;p76"/>
            <p:cNvGrpSpPr/>
            <p:nvPr/>
          </p:nvGrpSpPr>
          <p:grpSpPr>
            <a:xfrm>
              <a:off x="5501031" y="3778424"/>
              <a:ext cx="852705" cy="474775"/>
              <a:chOff x="5500948" y="2704575"/>
              <a:chExt cx="852705" cy="606508"/>
            </a:xfrm>
          </p:grpSpPr>
          <p:grpSp>
            <p:nvGrpSpPr>
              <p:cNvPr id="1416" name="Google Shape;1416;p76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417" name="Google Shape;1417;p76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18" name="Google Shape;1418;p76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19" name="Google Shape;1419;p76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0" name="Google Shape;1420;p76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21" name="Google Shape;1421;p76"/>
            <p:cNvGrpSpPr/>
            <p:nvPr/>
          </p:nvGrpSpPr>
          <p:grpSpPr>
            <a:xfrm>
              <a:off x="5501031" y="4392471"/>
              <a:ext cx="610054" cy="254554"/>
              <a:chOff x="3226678" y="2761126"/>
              <a:chExt cx="469200" cy="1426870"/>
            </a:xfrm>
          </p:grpSpPr>
          <p:cxnSp>
            <p:nvCxnSpPr>
              <p:cNvPr id="1422" name="Google Shape;1422;p76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76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24" name="Google Shape;1424;p76"/>
          <p:cNvGrpSpPr/>
          <p:nvPr/>
        </p:nvGrpSpPr>
        <p:grpSpPr>
          <a:xfrm>
            <a:off x="3578778" y="2766365"/>
            <a:ext cx="852705" cy="1830106"/>
            <a:chOff x="4552831" y="3055112"/>
            <a:chExt cx="852705" cy="1594030"/>
          </a:xfrm>
        </p:grpSpPr>
        <p:grpSp>
          <p:nvGrpSpPr>
            <p:cNvPr id="1425" name="Google Shape;1425;p76"/>
            <p:cNvGrpSpPr/>
            <p:nvPr/>
          </p:nvGrpSpPr>
          <p:grpSpPr>
            <a:xfrm>
              <a:off x="4552831" y="3055112"/>
              <a:ext cx="610054" cy="408941"/>
              <a:chOff x="3226678" y="2761126"/>
              <a:chExt cx="469200" cy="1426870"/>
            </a:xfrm>
          </p:grpSpPr>
          <p:cxnSp>
            <p:nvCxnSpPr>
              <p:cNvPr id="1426" name="Google Shape;1426;p76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76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28" name="Google Shape;1428;p76"/>
            <p:cNvGrpSpPr/>
            <p:nvPr/>
          </p:nvGrpSpPr>
          <p:grpSpPr>
            <a:xfrm>
              <a:off x="4552831" y="4063206"/>
              <a:ext cx="852705" cy="585936"/>
              <a:chOff x="5500948" y="2845093"/>
              <a:chExt cx="852705" cy="465990"/>
            </a:xfrm>
          </p:grpSpPr>
          <p:grpSp>
            <p:nvGrpSpPr>
              <p:cNvPr id="1429" name="Google Shape;1429;p76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430" name="Google Shape;1430;p76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1" name="Google Shape;1431;p76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32" name="Google Shape;1432;p76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33" name="Google Shape;1433;p76"/>
          <p:cNvGrpSpPr/>
          <p:nvPr/>
        </p:nvGrpSpPr>
        <p:grpSpPr>
          <a:xfrm>
            <a:off x="2572587" y="2812542"/>
            <a:ext cx="852705" cy="1178319"/>
            <a:chOff x="5500948" y="2704575"/>
            <a:chExt cx="852705" cy="465702"/>
          </a:xfrm>
        </p:grpSpPr>
        <p:grpSp>
          <p:nvGrpSpPr>
            <p:cNvPr id="1434" name="Google Shape;1434;p76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1435" name="Google Shape;1435;p76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76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37" name="Google Shape;1437;p76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8" name="Google Shape;1438;p76"/>
          <p:cNvSpPr txBox="1"/>
          <p:nvPr/>
        </p:nvSpPr>
        <p:spPr>
          <a:xfrm>
            <a:off x="5806324" y="3885203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2 5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76"/>
          <p:cNvSpPr txBox="1"/>
          <p:nvPr/>
        </p:nvSpPr>
        <p:spPr>
          <a:xfrm>
            <a:off x="5806324" y="24394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5 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76"/>
          <p:cNvSpPr txBox="1"/>
          <p:nvPr/>
        </p:nvSpPr>
        <p:spPr>
          <a:xfrm>
            <a:off x="5806324" y="3596794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5 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76"/>
          <p:cNvSpPr/>
          <p:nvPr/>
        </p:nvSpPr>
        <p:spPr>
          <a:xfrm>
            <a:off x="7134325" y="2392525"/>
            <a:ext cx="1136400" cy="2376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76"/>
          <p:cNvSpPr txBox="1"/>
          <p:nvPr/>
        </p:nvSpPr>
        <p:spPr>
          <a:xfrm>
            <a:off x="7177924" y="3885203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76"/>
          <p:cNvSpPr txBox="1"/>
          <p:nvPr/>
        </p:nvSpPr>
        <p:spPr>
          <a:xfrm>
            <a:off x="7177924" y="24394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76"/>
          <p:cNvSpPr txBox="1"/>
          <p:nvPr/>
        </p:nvSpPr>
        <p:spPr>
          <a:xfrm>
            <a:off x="7177924" y="3596794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oogle Shape;1449;p77"/>
          <p:cNvGrpSpPr/>
          <p:nvPr/>
        </p:nvGrpSpPr>
        <p:grpSpPr>
          <a:xfrm>
            <a:off x="324011" y="694232"/>
            <a:ext cx="966279" cy="966204"/>
            <a:chOff x="1079761" y="2819758"/>
            <a:chExt cx="811863" cy="811800"/>
          </a:xfrm>
        </p:grpSpPr>
        <p:sp>
          <p:nvSpPr>
            <p:cNvPr id="1450" name="Google Shape;1450;p77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77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77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77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54" name="Google Shape;1454;p77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455" name="Google Shape;1455;p77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56" name="Google Shape;1456;p77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57" name="Google Shape;1457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458" name="Google Shape;1458;p77"/>
          <p:cNvGrpSpPr/>
          <p:nvPr/>
        </p:nvGrpSpPr>
        <p:grpSpPr>
          <a:xfrm>
            <a:off x="778800" y="732280"/>
            <a:ext cx="54300" cy="473780"/>
            <a:chOff x="779080" y="747789"/>
            <a:chExt cx="54300" cy="473780"/>
          </a:xfrm>
        </p:grpSpPr>
        <p:cxnSp>
          <p:nvCxnSpPr>
            <p:cNvPr id="1459" name="Google Shape;1459;p77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60" name="Google Shape;1460;p77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1" name="Google Shape;1461;p77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77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77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4" name="Google Shape;1464;p77"/>
          <p:cNvGrpSpPr/>
          <p:nvPr/>
        </p:nvGrpSpPr>
        <p:grpSpPr>
          <a:xfrm>
            <a:off x="146832" y="1936859"/>
            <a:ext cx="1320300" cy="1320300"/>
            <a:chOff x="146832" y="518450"/>
            <a:chExt cx="1320300" cy="1320300"/>
          </a:xfrm>
        </p:grpSpPr>
        <p:sp>
          <p:nvSpPr>
            <p:cNvPr id="1465" name="Google Shape;1465;p77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77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77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8" name="Google Shape;1468;p77"/>
          <p:cNvGrpSpPr/>
          <p:nvPr/>
        </p:nvGrpSpPr>
        <p:grpSpPr>
          <a:xfrm>
            <a:off x="778800" y="2150689"/>
            <a:ext cx="54300" cy="473780"/>
            <a:chOff x="779080" y="747789"/>
            <a:chExt cx="54300" cy="473780"/>
          </a:xfrm>
        </p:grpSpPr>
        <p:cxnSp>
          <p:nvCxnSpPr>
            <p:cNvPr id="1469" name="Google Shape;1469;p77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70" name="Google Shape;1470;p77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1" name="Google Shape;1471;p77"/>
          <p:cNvSpPr txBox="1"/>
          <p:nvPr/>
        </p:nvSpPr>
        <p:spPr>
          <a:xfrm flipH="1">
            <a:off x="641220" y="271254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77"/>
          <p:cNvSpPr txBox="1"/>
          <p:nvPr/>
        </p:nvSpPr>
        <p:spPr>
          <a:xfrm flipH="1">
            <a:off x="441680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77"/>
          <p:cNvSpPr txBox="1"/>
          <p:nvPr/>
        </p:nvSpPr>
        <p:spPr>
          <a:xfrm flipH="1">
            <a:off x="842905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77"/>
          <p:cNvSpPr txBox="1"/>
          <p:nvPr/>
        </p:nvSpPr>
        <p:spPr>
          <a:xfrm>
            <a:off x="1655500" y="664350"/>
            <a:ext cx="7164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Sam will spin spinners 1 and 2 once each, and then flip a coin.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this three-stage trial. Stage 1 is spinner 1, stage 2 is spinner 2, and stage 3 is the coin.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Modify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satisfy this four-stage trial: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“if two spinners land on the same letter and the coin lands heads, then flip another coin”.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5" name="Google Shape;1475;p77"/>
          <p:cNvPicPr preferRelativeResize="0"/>
          <p:nvPr/>
        </p:nvPicPr>
        <p:blipFill rotWithShape="1">
          <a:blip r:embed="rId3">
            <a:alphaModFix/>
          </a:blip>
          <a:srcRect b="4563" l="51164" r="2449" t="6995"/>
          <a:stretch/>
        </p:blipFill>
        <p:spPr>
          <a:xfrm>
            <a:off x="323999" y="3612819"/>
            <a:ext cx="862413" cy="831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0" name="Google Shape;1480;p78"/>
          <p:cNvGrpSpPr/>
          <p:nvPr/>
        </p:nvGrpSpPr>
        <p:grpSpPr>
          <a:xfrm>
            <a:off x="7666475" y="795127"/>
            <a:ext cx="986400" cy="2321175"/>
            <a:chOff x="7666475" y="795127"/>
            <a:chExt cx="986400" cy="2321175"/>
          </a:xfrm>
        </p:grpSpPr>
        <p:sp>
          <p:nvSpPr>
            <p:cNvPr id="1481" name="Google Shape;1481;p78"/>
            <p:cNvSpPr/>
            <p:nvPr/>
          </p:nvSpPr>
          <p:spPr>
            <a:xfrm>
              <a:off x="7666475" y="795127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82" name="Google Shape;1482;p78"/>
            <p:cNvSpPr/>
            <p:nvPr/>
          </p:nvSpPr>
          <p:spPr>
            <a:xfrm>
              <a:off x="7666475" y="1135890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83" name="Google Shape;1483;p78"/>
            <p:cNvSpPr/>
            <p:nvPr/>
          </p:nvSpPr>
          <p:spPr>
            <a:xfrm>
              <a:off x="7666475" y="1476652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84" name="Google Shape;1484;p78"/>
            <p:cNvSpPr/>
            <p:nvPr/>
          </p:nvSpPr>
          <p:spPr>
            <a:xfrm>
              <a:off x="7666475" y="1817415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85" name="Google Shape;1485;p78"/>
            <p:cNvSpPr/>
            <p:nvPr/>
          </p:nvSpPr>
          <p:spPr>
            <a:xfrm>
              <a:off x="7666475" y="2158177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86" name="Google Shape;1486;p78"/>
            <p:cNvSpPr/>
            <p:nvPr/>
          </p:nvSpPr>
          <p:spPr>
            <a:xfrm>
              <a:off x="7666475" y="2839702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487" name="Google Shape;1487;p78"/>
          <p:cNvSpPr txBox="1"/>
          <p:nvPr/>
        </p:nvSpPr>
        <p:spPr>
          <a:xfrm>
            <a:off x="1690825" y="810000"/>
            <a:ext cx="228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Sofia will spin spinner 1, 2, and 3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489" name="Google Shape;1489;p78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490" name="Google Shape;1490;p78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78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78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78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94" name="Google Shape;1494;p78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495" name="Google Shape;1495;p78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96" name="Google Shape;1496;p78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7" name="Google Shape;1497;p78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8" name="Google Shape;1498;p78"/>
          <p:cNvGrpSpPr/>
          <p:nvPr/>
        </p:nvGrpSpPr>
        <p:grpSpPr>
          <a:xfrm>
            <a:off x="324011" y="2112641"/>
            <a:ext cx="966279" cy="966204"/>
            <a:chOff x="1079761" y="2819758"/>
            <a:chExt cx="811863" cy="811800"/>
          </a:xfrm>
        </p:grpSpPr>
        <p:sp>
          <p:nvSpPr>
            <p:cNvPr id="1499" name="Google Shape;1499;p78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78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78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78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03" name="Google Shape;1503;p78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504" name="Google Shape;1504;p78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05" name="Google Shape;1505;p78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06" name="Google Shape;1506;p78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7" name="Google Shape;1507;p78"/>
          <p:cNvGrpSpPr/>
          <p:nvPr/>
        </p:nvGrpSpPr>
        <p:grpSpPr>
          <a:xfrm>
            <a:off x="324011" y="3529791"/>
            <a:ext cx="966279" cy="966204"/>
            <a:chOff x="1079761" y="2819758"/>
            <a:chExt cx="811863" cy="811800"/>
          </a:xfrm>
        </p:grpSpPr>
        <p:sp>
          <p:nvSpPr>
            <p:cNvPr id="1508" name="Google Shape;1508;p78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78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78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78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12" name="Google Shape;1512;p78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513" name="Google Shape;1513;p78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14" name="Google Shape;1514;p78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5" name="Google Shape;1515;p78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78"/>
          <p:cNvSpPr/>
          <p:nvPr/>
        </p:nvSpPr>
        <p:spPr>
          <a:xfrm>
            <a:off x="7591522" y="716125"/>
            <a:ext cx="1136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7" name="Google Shape;1517;p78"/>
          <p:cNvCxnSpPr/>
          <p:nvPr/>
        </p:nvCxnSpPr>
        <p:spPr>
          <a:xfrm flipH="1" rot="10800000">
            <a:off x="6415442" y="2291734"/>
            <a:ext cx="610200" cy="15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78"/>
          <p:cNvCxnSpPr/>
          <p:nvPr/>
        </p:nvCxnSpPr>
        <p:spPr>
          <a:xfrm>
            <a:off x="6415442" y="2485894"/>
            <a:ext cx="610200" cy="15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78"/>
          <p:cNvSpPr txBox="1"/>
          <p:nvPr/>
        </p:nvSpPr>
        <p:spPr>
          <a:xfrm>
            <a:off x="7025447" y="2483654"/>
            <a:ext cx="24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0" name="Google Shape;1520;p78"/>
          <p:cNvSpPr txBox="1"/>
          <p:nvPr/>
        </p:nvSpPr>
        <p:spPr>
          <a:xfrm>
            <a:off x="7025447" y="2142163"/>
            <a:ext cx="24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21" name="Google Shape;1521;p78"/>
          <p:cNvCxnSpPr/>
          <p:nvPr/>
        </p:nvCxnSpPr>
        <p:spPr>
          <a:xfrm flipH="1" rot="10800000">
            <a:off x="6415442" y="2976939"/>
            <a:ext cx="610200" cy="15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78"/>
          <p:cNvCxnSpPr/>
          <p:nvPr/>
        </p:nvCxnSpPr>
        <p:spPr>
          <a:xfrm>
            <a:off x="6415442" y="3171100"/>
            <a:ext cx="610200" cy="15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3" name="Google Shape;1523;p78"/>
          <p:cNvSpPr txBox="1"/>
          <p:nvPr/>
        </p:nvSpPr>
        <p:spPr>
          <a:xfrm>
            <a:off x="7025447" y="3168860"/>
            <a:ext cx="24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78"/>
          <p:cNvSpPr txBox="1"/>
          <p:nvPr/>
        </p:nvSpPr>
        <p:spPr>
          <a:xfrm>
            <a:off x="7025447" y="2827369"/>
            <a:ext cx="24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5" name="Google Shape;1525;p78"/>
          <p:cNvGrpSpPr/>
          <p:nvPr/>
        </p:nvGrpSpPr>
        <p:grpSpPr>
          <a:xfrm>
            <a:off x="5407536" y="918560"/>
            <a:ext cx="852705" cy="2166795"/>
            <a:chOff x="4552831" y="2878318"/>
            <a:chExt cx="852705" cy="1593935"/>
          </a:xfrm>
        </p:grpSpPr>
        <p:grpSp>
          <p:nvGrpSpPr>
            <p:cNvPr id="1526" name="Google Shape;1526;p78"/>
            <p:cNvGrpSpPr/>
            <p:nvPr/>
          </p:nvGrpSpPr>
          <p:grpSpPr>
            <a:xfrm>
              <a:off x="4552831" y="2878318"/>
              <a:ext cx="852705" cy="762624"/>
              <a:chOff x="5500948" y="2704575"/>
              <a:chExt cx="852705" cy="606508"/>
            </a:xfrm>
          </p:grpSpPr>
          <p:grpSp>
            <p:nvGrpSpPr>
              <p:cNvPr id="1527" name="Google Shape;1527;p7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528" name="Google Shape;1528;p7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29" name="Google Shape;1529;p7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30" name="Google Shape;1530;p78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31" name="Google Shape;1531;p7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32" name="Google Shape;1532;p78"/>
            <p:cNvGrpSpPr/>
            <p:nvPr/>
          </p:nvGrpSpPr>
          <p:grpSpPr>
            <a:xfrm>
              <a:off x="4552831" y="4063312"/>
              <a:ext cx="610054" cy="408941"/>
              <a:chOff x="3226678" y="2761126"/>
              <a:chExt cx="469200" cy="1426870"/>
            </a:xfrm>
          </p:grpSpPr>
          <p:cxnSp>
            <p:nvCxnSpPr>
              <p:cNvPr id="1533" name="Google Shape;1533;p78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4" name="Google Shape;1534;p78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35" name="Google Shape;1535;p78"/>
          <p:cNvGrpSpPr/>
          <p:nvPr/>
        </p:nvGrpSpPr>
        <p:grpSpPr>
          <a:xfrm>
            <a:off x="4401334" y="1213522"/>
            <a:ext cx="852705" cy="1816978"/>
            <a:chOff x="5500948" y="2704575"/>
            <a:chExt cx="852705" cy="606508"/>
          </a:xfrm>
        </p:grpSpPr>
        <p:grpSp>
          <p:nvGrpSpPr>
            <p:cNvPr id="1536" name="Google Shape;1536;p78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1537" name="Google Shape;1537;p78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8" name="Google Shape;1538;p78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39" name="Google Shape;1539;p78"/>
            <p:cNvSpPr txBox="1"/>
            <p:nvPr/>
          </p:nvSpPr>
          <p:spPr>
            <a:xfrm>
              <a:off x="6110953" y="3025483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78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1" name="Google Shape;1541;p78"/>
          <p:cNvGrpSpPr/>
          <p:nvPr/>
        </p:nvGrpSpPr>
        <p:grpSpPr>
          <a:xfrm>
            <a:off x="6415442" y="771752"/>
            <a:ext cx="852705" cy="1330614"/>
            <a:chOff x="5501031" y="2770324"/>
            <a:chExt cx="852705" cy="978825"/>
          </a:xfrm>
        </p:grpSpPr>
        <p:grpSp>
          <p:nvGrpSpPr>
            <p:cNvPr id="1542" name="Google Shape;1542;p78"/>
            <p:cNvGrpSpPr/>
            <p:nvPr/>
          </p:nvGrpSpPr>
          <p:grpSpPr>
            <a:xfrm>
              <a:off x="5501031" y="2770324"/>
              <a:ext cx="852705" cy="474775"/>
              <a:chOff x="5500948" y="2704575"/>
              <a:chExt cx="852705" cy="606508"/>
            </a:xfrm>
          </p:grpSpPr>
          <p:grpSp>
            <p:nvGrpSpPr>
              <p:cNvPr id="1543" name="Google Shape;1543;p7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544" name="Google Shape;1544;p7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45" name="Google Shape;1545;p7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46" name="Google Shape;1546;p78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7" name="Google Shape;1547;p7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48" name="Google Shape;1548;p78"/>
            <p:cNvGrpSpPr/>
            <p:nvPr/>
          </p:nvGrpSpPr>
          <p:grpSpPr>
            <a:xfrm>
              <a:off x="5501031" y="3274374"/>
              <a:ext cx="852705" cy="474775"/>
              <a:chOff x="5500948" y="2704575"/>
              <a:chExt cx="852705" cy="606508"/>
            </a:xfrm>
          </p:grpSpPr>
          <p:grpSp>
            <p:nvGrpSpPr>
              <p:cNvPr id="1549" name="Google Shape;1549;p7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550" name="Google Shape;1550;p7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1" name="Google Shape;1551;p7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52" name="Google Shape;1552;p78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3" name="Google Shape;1553;p7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54" name="Google Shape;1554;p78"/>
          <p:cNvSpPr txBox="1"/>
          <p:nvPr/>
        </p:nvSpPr>
        <p:spPr>
          <a:xfrm>
            <a:off x="7635121" y="2483461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C F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5" name="Google Shape;1555;p78"/>
          <p:cNvSpPr txBox="1"/>
          <p:nvPr/>
        </p:nvSpPr>
        <p:spPr>
          <a:xfrm>
            <a:off x="7635121" y="1113103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C 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6" name="Google Shape;1556;p78"/>
          <p:cNvSpPr txBox="1"/>
          <p:nvPr/>
        </p:nvSpPr>
        <p:spPr>
          <a:xfrm>
            <a:off x="7635121" y="3168640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D F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78"/>
          <p:cNvSpPr txBox="1"/>
          <p:nvPr/>
        </p:nvSpPr>
        <p:spPr>
          <a:xfrm>
            <a:off x="7635121" y="771625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C 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8" name="Google Shape;1558;p78"/>
          <p:cNvSpPr txBox="1"/>
          <p:nvPr/>
        </p:nvSpPr>
        <p:spPr>
          <a:xfrm>
            <a:off x="7635121" y="1798282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D F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78"/>
          <p:cNvSpPr txBox="1"/>
          <p:nvPr/>
        </p:nvSpPr>
        <p:spPr>
          <a:xfrm>
            <a:off x="7635121" y="1456804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D 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0" name="Google Shape;1560;p78"/>
          <p:cNvSpPr txBox="1"/>
          <p:nvPr/>
        </p:nvSpPr>
        <p:spPr>
          <a:xfrm>
            <a:off x="7635121" y="2827162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D 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78"/>
          <p:cNvSpPr txBox="1"/>
          <p:nvPr/>
        </p:nvSpPr>
        <p:spPr>
          <a:xfrm>
            <a:off x="7635121" y="2141983"/>
            <a:ext cx="10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C 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78"/>
          <p:cNvSpPr txBox="1"/>
          <p:nvPr/>
        </p:nvSpPr>
        <p:spPr>
          <a:xfrm>
            <a:off x="6017535" y="2837600"/>
            <a:ext cx="2427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78"/>
          <p:cNvSpPr txBox="1"/>
          <p:nvPr/>
        </p:nvSpPr>
        <p:spPr>
          <a:xfrm>
            <a:off x="6017535" y="2289071"/>
            <a:ext cx="2427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78"/>
          <p:cNvSpPr txBox="1"/>
          <p:nvPr/>
        </p:nvSpPr>
        <p:spPr>
          <a:xfrm>
            <a:off x="1690825" y="3788125"/>
            <a:ext cx="61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event that at least one spinner lands on a vowel has how many outcomes?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78"/>
          <p:cNvSpPr txBox="1"/>
          <p:nvPr/>
        </p:nvSpPr>
        <p:spPr>
          <a:xfrm>
            <a:off x="2931225" y="4320181"/>
            <a:ext cx="545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six outcomes with at least one vowel.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6" name="Google Shape;1566;p78"/>
          <p:cNvSpPr txBox="1"/>
          <p:nvPr/>
        </p:nvSpPr>
        <p:spPr>
          <a:xfrm>
            <a:off x="1690825" y="2028850"/>
            <a:ext cx="251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9"/>
          <p:cNvSpPr/>
          <p:nvPr/>
        </p:nvSpPr>
        <p:spPr>
          <a:xfrm>
            <a:off x="5762725" y="2392525"/>
            <a:ext cx="1136400" cy="2376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79"/>
          <p:cNvSpPr txBox="1"/>
          <p:nvPr/>
        </p:nvSpPr>
        <p:spPr>
          <a:xfrm>
            <a:off x="1479300" y="664350"/>
            <a:ext cx="7340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plays a game.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will spin spinners 1, 2, and 3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spinner 3 lands on W, then Aisha wins the number of sweets equal to the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sum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the numbers on spinners 1 and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outcome tree and sample space for Aisha’s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574" name="Google Shape;1574;p79"/>
          <p:cNvGrpSpPr/>
          <p:nvPr/>
        </p:nvGrpSpPr>
        <p:grpSpPr>
          <a:xfrm>
            <a:off x="324011" y="695491"/>
            <a:ext cx="966279" cy="966204"/>
            <a:chOff x="1079761" y="2819758"/>
            <a:chExt cx="811863" cy="811800"/>
          </a:xfrm>
        </p:grpSpPr>
        <p:sp>
          <p:nvSpPr>
            <p:cNvPr id="1575" name="Google Shape;1575;p79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9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79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79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79" name="Google Shape;1579;p79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580" name="Google Shape;1580;p79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81" name="Google Shape;1581;p79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82" name="Google Shape;1582;p79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3" name="Google Shape;1583;p79"/>
          <p:cNvGrpSpPr/>
          <p:nvPr/>
        </p:nvGrpSpPr>
        <p:grpSpPr>
          <a:xfrm>
            <a:off x="324011" y="2112641"/>
            <a:ext cx="966279" cy="966204"/>
            <a:chOff x="1079761" y="2819758"/>
            <a:chExt cx="811863" cy="811800"/>
          </a:xfrm>
        </p:grpSpPr>
        <p:sp>
          <p:nvSpPr>
            <p:cNvPr id="1584" name="Google Shape;1584;p79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79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79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79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88" name="Google Shape;1588;p79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589" name="Google Shape;1589;p79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90" name="Google Shape;1590;p79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91" name="Google Shape;1591;p79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2" name="Google Shape;1592;p79"/>
          <p:cNvGrpSpPr/>
          <p:nvPr/>
        </p:nvGrpSpPr>
        <p:grpSpPr>
          <a:xfrm>
            <a:off x="324011" y="3529791"/>
            <a:ext cx="966279" cy="966204"/>
            <a:chOff x="1079761" y="2819758"/>
            <a:chExt cx="811863" cy="811800"/>
          </a:xfrm>
        </p:grpSpPr>
        <p:sp>
          <p:nvSpPr>
            <p:cNvPr id="1593" name="Google Shape;1593;p79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79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79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79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97" name="Google Shape;1597;p79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598" name="Google Shape;1598;p79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99" name="Google Shape;1599;p79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0" name="Google Shape;1600;p79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1" name="Google Shape;1601;p79"/>
          <p:cNvCxnSpPr/>
          <p:nvPr/>
        </p:nvCxnSpPr>
        <p:spPr>
          <a:xfrm flipH="1" rot="10800000">
            <a:off x="4586684" y="3723226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79"/>
          <p:cNvCxnSpPr/>
          <p:nvPr/>
        </p:nvCxnSpPr>
        <p:spPr>
          <a:xfrm>
            <a:off x="4586684" y="3887102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3" name="Google Shape;1603;p79"/>
          <p:cNvSpPr txBox="1"/>
          <p:nvPr/>
        </p:nvSpPr>
        <p:spPr>
          <a:xfrm>
            <a:off x="5196689" y="3885210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79"/>
          <p:cNvSpPr txBox="1"/>
          <p:nvPr/>
        </p:nvSpPr>
        <p:spPr>
          <a:xfrm>
            <a:off x="5196689" y="3596799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5" name="Google Shape;1605;p79"/>
          <p:cNvCxnSpPr/>
          <p:nvPr/>
        </p:nvCxnSpPr>
        <p:spPr>
          <a:xfrm flipH="1" rot="10800000">
            <a:off x="4586684" y="4301925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79"/>
          <p:cNvCxnSpPr/>
          <p:nvPr/>
        </p:nvCxnSpPr>
        <p:spPr>
          <a:xfrm>
            <a:off x="4586684" y="4465802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79"/>
          <p:cNvCxnSpPr/>
          <p:nvPr/>
        </p:nvCxnSpPr>
        <p:spPr>
          <a:xfrm flipH="1" rot="10800000">
            <a:off x="3578778" y="2766130"/>
            <a:ext cx="610200" cy="2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79"/>
          <p:cNvCxnSpPr/>
          <p:nvPr/>
        </p:nvCxnSpPr>
        <p:spPr>
          <a:xfrm>
            <a:off x="3578778" y="3029697"/>
            <a:ext cx="610200" cy="2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79"/>
          <p:cNvCxnSpPr/>
          <p:nvPr/>
        </p:nvCxnSpPr>
        <p:spPr>
          <a:xfrm flipH="1" rot="10800000">
            <a:off x="3578778" y="3923645"/>
            <a:ext cx="610200" cy="2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0" name="Google Shape;1610;p79"/>
          <p:cNvCxnSpPr/>
          <p:nvPr/>
        </p:nvCxnSpPr>
        <p:spPr>
          <a:xfrm>
            <a:off x="3578778" y="4187211"/>
            <a:ext cx="610200" cy="2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79"/>
          <p:cNvSpPr txBox="1"/>
          <p:nvPr/>
        </p:nvSpPr>
        <p:spPr>
          <a:xfrm>
            <a:off x="4188783" y="4184172"/>
            <a:ext cx="242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2" name="Google Shape;1612;p79"/>
          <p:cNvCxnSpPr/>
          <p:nvPr/>
        </p:nvCxnSpPr>
        <p:spPr>
          <a:xfrm flipH="1" rot="10800000">
            <a:off x="2572587" y="3168210"/>
            <a:ext cx="610200" cy="360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79"/>
          <p:cNvCxnSpPr/>
          <p:nvPr/>
        </p:nvCxnSpPr>
        <p:spPr>
          <a:xfrm>
            <a:off x="2572587" y="3629831"/>
            <a:ext cx="610200" cy="360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4" name="Google Shape;1614;p79"/>
          <p:cNvSpPr txBox="1"/>
          <p:nvPr/>
        </p:nvSpPr>
        <p:spPr>
          <a:xfrm>
            <a:off x="3182592" y="2812542"/>
            <a:ext cx="2427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5" name="Google Shape;1615;p79"/>
          <p:cNvCxnSpPr/>
          <p:nvPr/>
        </p:nvCxnSpPr>
        <p:spPr>
          <a:xfrm flipH="1" rot="10800000">
            <a:off x="4586684" y="2565826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79"/>
          <p:cNvCxnSpPr/>
          <p:nvPr/>
        </p:nvCxnSpPr>
        <p:spPr>
          <a:xfrm>
            <a:off x="4586684" y="2729702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79"/>
          <p:cNvCxnSpPr/>
          <p:nvPr/>
        </p:nvCxnSpPr>
        <p:spPr>
          <a:xfrm flipH="1" rot="10800000">
            <a:off x="4586684" y="3144526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79"/>
          <p:cNvCxnSpPr/>
          <p:nvPr/>
        </p:nvCxnSpPr>
        <p:spPr>
          <a:xfrm>
            <a:off x="4586684" y="3308402"/>
            <a:ext cx="610200" cy="12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79"/>
          <p:cNvSpPr txBox="1"/>
          <p:nvPr/>
        </p:nvSpPr>
        <p:spPr>
          <a:xfrm>
            <a:off x="5806324" y="3885203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2 5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79"/>
          <p:cNvSpPr txBox="1"/>
          <p:nvPr/>
        </p:nvSpPr>
        <p:spPr>
          <a:xfrm>
            <a:off x="5806324" y="24394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5 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79"/>
          <p:cNvSpPr txBox="1"/>
          <p:nvPr/>
        </p:nvSpPr>
        <p:spPr>
          <a:xfrm>
            <a:off x="5806324" y="3596794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5 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79"/>
          <p:cNvSpPr txBox="1"/>
          <p:nvPr/>
        </p:nvSpPr>
        <p:spPr>
          <a:xfrm>
            <a:off x="5806324" y="44639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7 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3" name="Google Shape;1623;p79"/>
          <p:cNvSpPr txBox="1"/>
          <p:nvPr/>
        </p:nvSpPr>
        <p:spPr>
          <a:xfrm>
            <a:off x="5196689" y="4463910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4" name="Google Shape;1624;p79"/>
          <p:cNvSpPr txBox="1"/>
          <p:nvPr/>
        </p:nvSpPr>
        <p:spPr>
          <a:xfrm>
            <a:off x="5196689" y="4175499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5" name="Google Shape;1625;p79"/>
          <p:cNvSpPr txBox="1"/>
          <p:nvPr/>
        </p:nvSpPr>
        <p:spPr>
          <a:xfrm>
            <a:off x="4188783" y="3026658"/>
            <a:ext cx="242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6" name="Google Shape;1626;p79"/>
          <p:cNvSpPr txBox="1"/>
          <p:nvPr/>
        </p:nvSpPr>
        <p:spPr>
          <a:xfrm>
            <a:off x="4188783" y="2563388"/>
            <a:ext cx="242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7" name="Google Shape;1627;p79"/>
          <p:cNvSpPr txBox="1"/>
          <p:nvPr/>
        </p:nvSpPr>
        <p:spPr>
          <a:xfrm>
            <a:off x="4188783" y="3720902"/>
            <a:ext cx="242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8" name="Google Shape;1628;p79"/>
          <p:cNvSpPr txBox="1"/>
          <p:nvPr/>
        </p:nvSpPr>
        <p:spPr>
          <a:xfrm>
            <a:off x="3182592" y="3624504"/>
            <a:ext cx="2427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9" name="Google Shape;1629;p79"/>
          <p:cNvSpPr txBox="1"/>
          <p:nvPr/>
        </p:nvSpPr>
        <p:spPr>
          <a:xfrm>
            <a:off x="5196689" y="2727810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0" name="Google Shape;1630;p79"/>
          <p:cNvSpPr txBox="1"/>
          <p:nvPr/>
        </p:nvSpPr>
        <p:spPr>
          <a:xfrm>
            <a:off x="5196689" y="2439399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1" name="Google Shape;1631;p79"/>
          <p:cNvSpPr txBox="1"/>
          <p:nvPr/>
        </p:nvSpPr>
        <p:spPr>
          <a:xfrm>
            <a:off x="5196689" y="3306510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2" name="Google Shape;1632;p79"/>
          <p:cNvSpPr txBox="1"/>
          <p:nvPr/>
        </p:nvSpPr>
        <p:spPr>
          <a:xfrm>
            <a:off x="5196689" y="3018099"/>
            <a:ext cx="242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3" name="Google Shape;1633;p79"/>
          <p:cNvSpPr txBox="1"/>
          <p:nvPr/>
        </p:nvSpPr>
        <p:spPr>
          <a:xfrm>
            <a:off x="5806324" y="2727809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5 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79"/>
          <p:cNvSpPr txBox="1"/>
          <p:nvPr/>
        </p:nvSpPr>
        <p:spPr>
          <a:xfrm>
            <a:off x="5806324" y="3306506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7 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5" name="Google Shape;1635;p79"/>
          <p:cNvSpPr txBox="1"/>
          <p:nvPr/>
        </p:nvSpPr>
        <p:spPr>
          <a:xfrm>
            <a:off x="5806324" y="3018097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7 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6" name="Google Shape;1636;p79"/>
          <p:cNvSpPr txBox="1"/>
          <p:nvPr/>
        </p:nvSpPr>
        <p:spPr>
          <a:xfrm>
            <a:off x="5806324" y="4175491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7 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79"/>
          <p:cNvSpPr/>
          <p:nvPr/>
        </p:nvSpPr>
        <p:spPr>
          <a:xfrm>
            <a:off x="7134325" y="2392525"/>
            <a:ext cx="1136400" cy="2376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79"/>
          <p:cNvSpPr txBox="1"/>
          <p:nvPr/>
        </p:nvSpPr>
        <p:spPr>
          <a:xfrm>
            <a:off x="7177924" y="3885203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79"/>
          <p:cNvSpPr txBox="1"/>
          <p:nvPr/>
        </p:nvSpPr>
        <p:spPr>
          <a:xfrm>
            <a:off x="7177924" y="24394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79"/>
          <p:cNvSpPr txBox="1"/>
          <p:nvPr/>
        </p:nvSpPr>
        <p:spPr>
          <a:xfrm>
            <a:off x="7177924" y="3596794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79"/>
          <p:cNvSpPr txBox="1"/>
          <p:nvPr/>
        </p:nvSpPr>
        <p:spPr>
          <a:xfrm>
            <a:off x="7177924" y="44639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2" name="Google Shape;1642;p79"/>
          <p:cNvSpPr txBox="1"/>
          <p:nvPr/>
        </p:nvSpPr>
        <p:spPr>
          <a:xfrm>
            <a:off x="7177924" y="2727809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3" name="Google Shape;1643;p79"/>
          <p:cNvSpPr txBox="1"/>
          <p:nvPr/>
        </p:nvSpPr>
        <p:spPr>
          <a:xfrm>
            <a:off x="7177924" y="3306506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4" name="Google Shape;1644;p79"/>
          <p:cNvSpPr txBox="1"/>
          <p:nvPr/>
        </p:nvSpPr>
        <p:spPr>
          <a:xfrm>
            <a:off x="7177924" y="3018097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wins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5" name="Google Shape;1645;p79"/>
          <p:cNvSpPr txBox="1"/>
          <p:nvPr/>
        </p:nvSpPr>
        <p:spPr>
          <a:xfrm>
            <a:off x="7177924" y="4175491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wins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0" name="Google Shape;1650;p80"/>
          <p:cNvGrpSpPr/>
          <p:nvPr/>
        </p:nvGrpSpPr>
        <p:grpSpPr>
          <a:xfrm>
            <a:off x="324011" y="694232"/>
            <a:ext cx="966279" cy="966204"/>
            <a:chOff x="1079761" y="2819758"/>
            <a:chExt cx="811863" cy="811800"/>
          </a:xfrm>
        </p:grpSpPr>
        <p:sp>
          <p:nvSpPr>
            <p:cNvPr id="1651" name="Google Shape;1651;p8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8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80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4" name="Google Shape;1654;p80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55" name="Google Shape;1655;p8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656" name="Google Shape;1656;p8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57" name="Google Shape;1657;p8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58" name="Google Shape;1658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659" name="Google Shape;1659;p80"/>
          <p:cNvGrpSpPr/>
          <p:nvPr/>
        </p:nvGrpSpPr>
        <p:grpSpPr>
          <a:xfrm>
            <a:off x="778800" y="732280"/>
            <a:ext cx="54300" cy="473780"/>
            <a:chOff x="779080" y="747789"/>
            <a:chExt cx="54300" cy="473780"/>
          </a:xfrm>
        </p:grpSpPr>
        <p:cxnSp>
          <p:nvCxnSpPr>
            <p:cNvPr id="1660" name="Google Shape;1660;p80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1" name="Google Shape;1661;p80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2" name="Google Shape;1662;p80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0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0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5" name="Google Shape;1665;p80"/>
          <p:cNvGrpSpPr/>
          <p:nvPr/>
        </p:nvGrpSpPr>
        <p:grpSpPr>
          <a:xfrm>
            <a:off x="146832" y="1936859"/>
            <a:ext cx="1320300" cy="1320300"/>
            <a:chOff x="146832" y="518450"/>
            <a:chExt cx="1320300" cy="1320300"/>
          </a:xfrm>
        </p:grpSpPr>
        <p:sp>
          <p:nvSpPr>
            <p:cNvPr id="1666" name="Google Shape;1666;p80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80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80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80"/>
          <p:cNvGrpSpPr/>
          <p:nvPr/>
        </p:nvGrpSpPr>
        <p:grpSpPr>
          <a:xfrm>
            <a:off x="778800" y="2150689"/>
            <a:ext cx="54300" cy="473780"/>
            <a:chOff x="779080" y="747789"/>
            <a:chExt cx="54300" cy="473780"/>
          </a:xfrm>
        </p:grpSpPr>
        <p:cxnSp>
          <p:nvCxnSpPr>
            <p:cNvPr id="1670" name="Google Shape;1670;p80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1" name="Google Shape;1671;p80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p80"/>
          <p:cNvSpPr txBox="1"/>
          <p:nvPr/>
        </p:nvSpPr>
        <p:spPr>
          <a:xfrm flipH="1">
            <a:off x="641220" y="271254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80"/>
          <p:cNvSpPr txBox="1"/>
          <p:nvPr/>
        </p:nvSpPr>
        <p:spPr>
          <a:xfrm flipH="1">
            <a:off x="441680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0"/>
          <p:cNvSpPr txBox="1"/>
          <p:nvPr/>
        </p:nvSpPr>
        <p:spPr>
          <a:xfrm flipH="1">
            <a:off x="842905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5" name="Google Shape;1675;p80"/>
          <p:cNvCxnSpPr/>
          <p:nvPr/>
        </p:nvCxnSpPr>
        <p:spPr>
          <a:xfrm flipH="1" rot="10800000">
            <a:off x="6301731" y="104846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80"/>
          <p:cNvCxnSpPr/>
          <p:nvPr/>
        </p:nvCxnSpPr>
        <p:spPr>
          <a:xfrm>
            <a:off x="6301731" y="1216156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80"/>
          <p:cNvSpPr txBox="1"/>
          <p:nvPr/>
        </p:nvSpPr>
        <p:spPr>
          <a:xfrm>
            <a:off x="6911698" y="1214212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0"/>
          <p:cNvSpPr txBox="1"/>
          <p:nvPr/>
        </p:nvSpPr>
        <p:spPr>
          <a:xfrm>
            <a:off x="6911698" y="919233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9" name="Google Shape;1679;p80"/>
          <p:cNvCxnSpPr/>
          <p:nvPr/>
        </p:nvCxnSpPr>
        <p:spPr>
          <a:xfrm flipH="1" rot="10800000">
            <a:off x="6301731" y="167026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80"/>
          <p:cNvCxnSpPr/>
          <p:nvPr/>
        </p:nvCxnSpPr>
        <p:spPr>
          <a:xfrm>
            <a:off x="6301731" y="1837959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1" name="Google Shape;1681;p80"/>
          <p:cNvSpPr txBox="1"/>
          <p:nvPr/>
        </p:nvSpPr>
        <p:spPr>
          <a:xfrm>
            <a:off x="6911698" y="183601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80"/>
          <p:cNvSpPr txBox="1"/>
          <p:nvPr/>
        </p:nvSpPr>
        <p:spPr>
          <a:xfrm>
            <a:off x="6911698" y="154103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3" name="Google Shape;1683;p80"/>
          <p:cNvCxnSpPr/>
          <p:nvPr/>
        </p:nvCxnSpPr>
        <p:spPr>
          <a:xfrm flipH="1" rot="10800000">
            <a:off x="6301731" y="2292071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4" name="Google Shape;1684;p80"/>
          <p:cNvCxnSpPr/>
          <p:nvPr/>
        </p:nvCxnSpPr>
        <p:spPr>
          <a:xfrm>
            <a:off x="6301731" y="2459762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5" name="Google Shape;1685;p80"/>
          <p:cNvSpPr txBox="1"/>
          <p:nvPr/>
        </p:nvSpPr>
        <p:spPr>
          <a:xfrm>
            <a:off x="6911698" y="245782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6" name="Google Shape;1686;p80"/>
          <p:cNvSpPr txBox="1"/>
          <p:nvPr/>
        </p:nvSpPr>
        <p:spPr>
          <a:xfrm>
            <a:off x="6911698" y="216284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87" name="Google Shape;1687;p80"/>
          <p:cNvCxnSpPr/>
          <p:nvPr/>
        </p:nvCxnSpPr>
        <p:spPr>
          <a:xfrm flipH="1" rot="10800000">
            <a:off x="6301731" y="2913874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80"/>
          <p:cNvCxnSpPr/>
          <p:nvPr/>
        </p:nvCxnSpPr>
        <p:spPr>
          <a:xfrm>
            <a:off x="6301731" y="308156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9" name="Google Shape;1689;p80"/>
          <p:cNvSpPr txBox="1"/>
          <p:nvPr/>
        </p:nvSpPr>
        <p:spPr>
          <a:xfrm>
            <a:off x="6911698" y="3079625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0" name="Google Shape;1690;p80"/>
          <p:cNvSpPr txBox="1"/>
          <p:nvPr/>
        </p:nvSpPr>
        <p:spPr>
          <a:xfrm>
            <a:off x="6911698" y="2784646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1" name="Google Shape;1691;p80"/>
          <p:cNvCxnSpPr/>
          <p:nvPr/>
        </p:nvCxnSpPr>
        <p:spPr>
          <a:xfrm flipH="1" rot="10800000">
            <a:off x="6301731" y="3535677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80"/>
          <p:cNvCxnSpPr/>
          <p:nvPr/>
        </p:nvCxnSpPr>
        <p:spPr>
          <a:xfrm>
            <a:off x="6301731" y="370336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3" name="Google Shape;1693;p80"/>
          <p:cNvSpPr txBox="1"/>
          <p:nvPr/>
        </p:nvSpPr>
        <p:spPr>
          <a:xfrm>
            <a:off x="6911698" y="3701429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80"/>
          <p:cNvSpPr txBox="1"/>
          <p:nvPr/>
        </p:nvSpPr>
        <p:spPr>
          <a:xfrm>
            <a:off x="6911698" y="3406450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5" name="Google Shape;1695;p80"/>
          <p:cNvCxnSpPr/>
          <p:nvPr/>
        </p:nvCxnSpPr>
        <p:spPr>
          <a:xfrm flipH="1" rot="10800000">
            <a:off x="6301731" y="4157479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80"/>
          <p:cNvCxnSpPr/>
          <p:nvPr/>
        </p:nvCxnSpPr>
        <p:spPr>
          <a:xfrm>
            <a:off x="6301731" y="4325170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80"/>
          <p:cNvSpPr txBox="1"/>
          <p:nvPr/>
        </p:nvSpPr>
        <p:spPr>
          <a:xfrm>
            <a:off x="6911698" y="4323234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80"/>
          <p:cNvSpPr txBox="1"/>
          <p:nvPr/>
        </p:nvSpPr>
        <p:spPr>
          <a:xfrm>
            <a:off x="6911698" y="4028254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9" name="Google Shape;1699;p80"/>
          <p:cNvCxnSpPr/>
          <p:nvPr/>
        </p:nvCxnSpPr>
        <p:spPr>
          <a:xfrm flipH="1" rot="10800000">
            <a:off x="5505596" y="119647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80"/>
          <p:cNvCxnSpPr/>
          <p:nvPr/>
        </p:nvCxnSpPr>
        <p:spPr>
          <a:xfrm>
            <a:off x="5505596" y="189486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80"/>
          <p:cNvSpPr txBox="1"/>
          <p:nvPr/>
        </p:nvSpPr>
        <p:spPr>
          <a:xfrm>
            <a:off x="5942115" y="2123425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2" name="Google Shape;1702;p80"/>
          <p:cNvSpPr txBox="1"/>
          <p:nvPr/>
        </p:nvSpPr>
        <p:spPr>
          <a:xfrm>
            <a:off x="5942115" y="896557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3" name="Google Shape;1703;p80"/>
          <p:cNvCxnSpPr/>
          <p:nvPr/>
        </p:nvCxnSpPr>
        <p:spPr>
          <a:xfrm>
            <a:off x="5505564" y="1819061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80"/>
          <p:cNvSpPr txBox="1"/>
          <p:nvPr/>
        </p:nvSpPr>
        <p:spPr>
          <a:xfrm>
            <a:off x="5942115" y="1548596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5" name="Google Shape;1705;p80"/>
          <p:cNvCxnSpPr/>
          <p:nvPr/>
        </p:nvCxnSpPr>
        <p:spPr>
          <a:xfrm flipH="1" rot="10800000">
            <a:off x="5505596" y="306119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80"/>
          <p:cNvCxnSpPr/>
          <p:nvPr/>
        </p:nvCxnSpPr>
        <p:spPr>
          <a:xfrm>
            <a:off x="5505596" y="375958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7" name="Google Shape;1707;p80"/>
          <p:cNvSpPr txBox="1"/>
          <p:nvPr/>
        </p:nvSpPr>
        <p:spPr>
          <a:xfrm>
            <a:off x="5942115" y="3988145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8" name="Google Shape;1708;p80"/>
          <p:cNvSpPr txBox="1"/>
          <p:nvPr/>
        </p:nvSpPr>
        <p:spPr>
          <a:xfrm>
            <a:off x="5942115" y="2761277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09" name="Google Shape;1709;p80"/>
          <p:cNvCxnSpPr/>
          <p:nvPr/>
        </p:nvCxnSpPr>
        <p:spPr>
          <a:xfrm>
            <a:off x="5505564" y="3683780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80"/>
          <p:cNvSpPr txBox="1"/>
          <p:nvPr/>
        </p:nvSpPr>
        <p:spPr>
          <a:xfrm>
            <a:off x="5942115" y="3413316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11" name="Google Shape;1711;p80"/>
          <p:cNvCxnSpPr/>
          <p:nvPr/>
        </p:nvCxnSpPr>
        <p:spPr>
          <a:xfrm flipH="1" rot="10800000">
            <a:off x="4779309" y="1810447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80"/>
          <p:cNvCxnSpPr/>
          <p:nvPr/>
        </p:nvCxnSpPr>
        <p:spPr>
          <a:xfrm>
            <a:off x="4779309" y="2865323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3" name="Google Shape;1713;p80"/>
          <p:cNvSpPr txBox="1"/>
          <p:nvPr/>
        </p:nvSpPr>
        <p:spPr>
          <a:xfrm>
            <a:off x="5215070" y="3210553"/>
            <a:ext cx="1587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80"/>
          <p:cNvSpPr txBox="1"/>
          <p:nvPr/>
        </p:nvSpPr>
        <p:spPr>
          <a:xfrm>
            <a:off x="5215070" y="1357446"/>
            <a:ext cx="1587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0"/>
          <p:cNvSpPr txBox="1"/>
          <p:nvPr/>
        </p:nvSpPr>
        <p:spPr>
          <a:xfrm>
            <a:off x="1655500" y="664350"/>
            <a:ext cx="2869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Sam will spin spinners 1 and 2 once each, and then flip a coin.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the outcome tree for this three-stage trial. Stage 1 is spinner 1, stage 2 is spinner 2, and stage 3 is the coin.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6" name="Google Shape;171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525825"/>
            <a:ext cx="1058213" cy="10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721;p81"/>
          <p:cNvGrpSpPr/>
          <p:nvPr/>
        </p:nvGrpSpPr>
        <p:grpSpPr>
          <a:xfrm>
            <a:off x="324011" y="694232"/>
            <a:ext cx="966279" cy="966204"/>
            <a:chOff x="1079761" y="2819758"/>
            <a:chExt cx="811863" cy="811800"/>
          </a:xfrm>
        </p:grpSpPr>
        <p:sp>
          <p:nvSpPr>
            <p:cNvPr id="1722" name="Google Shape;1722;p8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81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81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5" name="Google Shape;1725;p81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6" name="Google Shape;1726;p81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727" name="Google Shape;1727;p81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28" name="Google Shape;1728;p81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29" name="Google Shape;172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grpSp>
        <p:nvGrpSpPr>
          <p:cNvPr id="1730" name="Google Shape;1730;p81"/>
          <p:cNvGrpSpPr/>
          <p:nvPr/>
        </p:nvGrpSpPr>
        <p:grpSpPr>
          <a:xfrm>
            <a:off x="778800" y="732280"/>
            <a:ext cx="54300" cy="473780"/>
            <a:chOff x="779080" y="747789"/>
            <a:chExt cx="54300" cy="473780"/>
          </a:xfrm>
        </p:grpSpPr>
        <p:cxnSp>
          <p:nvCxnSpPr>
            <p:cNvPr id="1731" name="Google Shape;1731;p8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2" name="Google Shape;1732;p8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3" name="Google Shape;1733;p81"/>
          <p:cNvSpPr txBox="1"/>
          <p:nvPr/>
        </p:nvSpPr>
        <p:spPr>
          <a:xfrm>
            <a:off x="239025" y="17022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81"/>
          <p:cNvSpPr txBox="1"/>
          <p:nvPr/>
        </p:nvSpPr>
        <p:spPr>
          <a:xfrm>
            <a:off x="239025" y="31193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81"/>
          <p:cNvSpPr txBox="1"/>
          <p:nvPr/>
        </p:nvSpPr>
        <p:spPr>
          <a:xfrm>
            <a:off x="239025" y="45365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6" name="Google Shape;1736;p81"/>
          <p:cNvGrpSpPr/>
          <p:nvPr/>
        </p:nvGrpSpPr>
        <p:grpSpPr>
          <a:xfrm>
            <a:off x="146832" y="1936859"/>
            <a:ext cx="1320300" cy="1320300"/>
            <a:chOff x="146832" y="518450"/>
            <a:chExt cx="1320300" cy="1320300"/>
          </a:xfrm>
        </p:grpSpPr>
        <p:sp>
          <p:nvSpPr>
            <p:cNvPr id="1737" name="Google Shape;1737;p81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81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81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0" name="Google Shape;1740;p81"/>
          <p:cNvGrpSpPr/>
          <p:nvPr/>
        </p:nvGrpSpPr>
        <p:grpSpPr>
          <a:xfrm>
            <a:off x="778800" y="2150689"/>
            <a:ext cx="54300" cy="473780"/>
            <a:chOff x="779080" y="747789"/>
            <a:chExt cx="54300" cy="473780"/>
          </a:xfrm>
        </p:grpSpPr>
        <p:cxnSp>
          <p:nvCxnSpPr>
            <p:cNvPr id="1741" name="Google Shape;1741;p8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2" name="Google Shape;1742;p8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3" name="Google Shape;1743;p81"/>
          <p:cNvSpPr txBox="1"/>
          <p:nvPr/>
        </p:nvSpPr>
        <p:spPr>
          <a:xfrm flipH="1">
            <a:off x="641220" y="271254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81"/>
          <p:cNvSpPr txBox="1"/>
          <p:nvPr/>
        </p:nvSpPr>
        <p:spPr>
          <a:xfrm flipH="1">
            <a:off x="441680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81"/>
          <p:cNvSpPr txBox="1"/>
          <p:nvPr/>
        </p:nvSpPr>
        <p:spPr>
          <a:xfrm flipH="1">
            <a:off x="842905" y="23285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81"/>
          <p:cNvSpPr txBox="1"/>
          <p:nvPr/>
        </p:nvSpPr>
        <p:spPr>
          <a:xfrm>
            <a:off x="1655500" y="664350"/>
            <a:ext cx="28695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Sam will spin spinners 1 and 2 once each, and then flip a coin.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Modify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satisfy this four-stage trial: “if two spinners land on the same letter and the coin lands heads, then flip another coin”.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7" name="Google Shape;1747;p81"/>
          <p:cNvCxnSpPr/>
          <p:nvPr/>
        </p:nvCxnSpPr>
        <p:spPr>
          <a:xfrm flipH="1" rot="10800000">
            <a:off x="7685947" y="930479"/>
            <a:ext cx="4386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81"/>
          <p:cNvCxnSpPr/>
          <p:nvPr/>
        </p:nvCxnSpPr>
        <p:spPr>
          <a:xfrm>
            <a:off x="7685947" y="1098170"/>
            <a:ext cx="4386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81"/>
          <p:cNvSpPr txBox="1"/>
          <p:nvPr/>
        </p:nvSpPr>
        <p:spPr>
          <a:xfrm>
            <a:off x="8124398" y="1096225"/>
            <a:ext cx="719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0" name="Google Shape;1750;p81"/>
          <p:cNvSpPr txBox="1"/>
          <p:nvPr/>
        </p:nvSpPr>
        <p:spPr>
          <a:xfrm>
            <a:off x="8124398" y="801250"/>
            <a:ext cx="719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51" name="Google Shape;1751;p81"/>
          <p:cNvCxnSpPr/>
          <p:nvPr/>
        </p:nvCxnSpPr>
        <p:spPr>
          <a:xfrm flipH="1" rot="10800000">
            <a:off x="7685947" y="3416954"/>
            <a:ext cx="4386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81"/>
          <p:cNvCxnSpPr/>
          <p:nvPr/>
        </p:nvCxnSpPr>
        <p:spPr>
          <a:xfrm>
            <a:off x="7685947" y="3584644"/>
            <a:ext cx="4386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3" name="Google Shape;1753;p81"/>
          <p:cNvSpPr txBox="1"/>
          <p:nvPr/>
        </p:nvSpPr>
        <p:spPr>
          <a:xfrm>
            <a:off x="8124398" y="3582700"/>
            <a:ext cx="719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4" name="Google Shape;1754;p81"/>
          <p:cNvSpPr txBox="1"/>
          <p:nvPr/>
        </p:nvSpPr>
        <p:spPr>
          <a:xfrm>
            <a:off x="8124398" y="3287725"/>
            <a:ext cx="719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55" name="Google Shape;1755;p81"/>
          <p:cNvCxnSpPr/>
          <p:nvPr/>
        </p:nvCxnSpPr>
        <p:spPr>
          <a:xfrm flipH="1" rot="10800000">
            <a:off x="6301731" y="104846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81"/>
          <p:cNvCxnSpPr/>
          <p:nvPr/>
        </p:nvCxnSpPr>
        <p:spPr>
          <a:xfrm>
            <a:off x="6301731" y="1216156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7" name="Google Shape;1757;p81"/>
          <p:cNvSpPr txBox="1"/>
          <p:nvPr/>
        </p:nvSpPr>
        <p:spPr>
          <a:xfrm>
            <a:off x="6911698" y="1214212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81"/>
          <p:cNvSpPr txBox="1"/>
          <p:nvPr/>
        </p:nvSpPr>
        <p:spPr>
          <a:xfrm>
            <a:off x="6911698" y="919233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9" name="Google Shape;1759;p81"/>
          <p:cNvCxnSpPr/>
          <p:nvPr/>
        </p:nvCxnSpPr>
        <p:spPr>
          <a:xfrm flipH="1" rot="10800000">
            <a:off x="6301731" y="167026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81"/>
          <p:cNvCxnSpPr/>
          <p:nvPr/>
        </p:nvCxnSpPr>
        <p:spPr>
          <a:xfrm>
            <a:off x="6301731" y="1837959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81"/>
          <p:cNvSpPr txBox="1"/>
          <p:nvPr/>
        </p:nvSpPr>
        <p:spPr>
          <a:xfrm>
            <a:off x="6911698" y="183601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2" name="Google Shape;1762;p81"/>
          <p:cNvSpPr txBox="1"/>
          <p:nvPr/>
        </p:nvSpPr>
        <p:spPr>
          <a:xfrm>
            <a:off x="6911698" y="154103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3" name="Google Shape;1763;p81"/>
          <p:cNvCxnSpPr/>
          <p:nvPr/>
        </p:nvCxnSpPr>
        <p:spPr>
          <a:xfrm flipH="1" rot="10800000">
            <a:off x="6301731" y="2292071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81"/>
          <p:cNvCxnSpPr/>
          <p:nvPr/>
        </p:nvCxnSpPr>
        <p:spPr>
          <a:xfrm>
            <a:off x="6301731" y="2459762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5" name="Google Shape;1765;p81"/>
          <p:cNvSpPr txBox="1"/>
          <p:nvPr/>
        </p:nvSpPr>
        <p:spPr>
          <a:xfrm>
            <a:off x="6911698" y="245782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6" name="Google Shape;1766;p81"/>
          <p:cNvSpPr txBox="1"/>
          <p:nvPr/>
        </p:nvSpPr>
        <p:spPr>
          <a:xfrm>
            <a:off x="6911698" y="216284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67" name="Google Shape;1767;p81"/>
          <p:cNvCxnSpPr/>
          <p:nvPr/>
        </p:nvCxnSpPr>
        <p:spPr>
          <a:xfrm flipH="1" rot="10800000">
            <a:off x="6301731" y="2913874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81"/>
          <p:cNvCxnSpPr/>
          <p:nvPr/>
        </p:nvCxnSpPr>
        <p:spPr>
          <a:xfrm>
            <a:off x="6301731" y="308156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9" name="Google Shape;1769;p81"/>
          <p:cNvSpPr txBox="1"/>
          <p:nvPr/>
        </p:nvSpPr>
        <p:spPr>
          <a:xfrm>
            <a:off x="6911698" y="3079625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0" name="Google Shape;1770;p81"/>
          <p:cNvSpPr txBox="1"/>
          <p:nvPr/>
        </p:nvSpPr>
        <p:spPr>
          <a:xfrm>
            <a:off x="6911698" y="2784646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1" name="Google Shape;1771;p81"/>
          <p:cNvCxnSpPr/>
          <p:nvPr/>
        </p:nvCxnSpPr>
        <p:spPr>
          <a:xfrm flipH="1" rot="10800000">
            <a:off x="6301731" y="3535677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81"/>
          <p:cNvCxnSpPr/>
          <p:nvPr/>
        </p:nvCxnSpPr>
        <p:spPr>
          <a:xfrm>
            <a:off x="6301731" y="370336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81"/>
          <p:cNvSpPr txBox="1"/>
          <p:nvPr/>
        </p:nvSpPr>
        <p:spPr>
          <a:xfrm>
            <a:off x="6911698" y="3701429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4" name="Google Shape;1774;p81"/>
          <p:cNvSpPr txBox="1"/>
          <p:nvPr/>
        </p:nvSpPr>
        <p:spPr>
          <a:xfrm>
            <a:off x="6911698" y="3406450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5" name="Google Shape;1775;p81"/>
          <p:cNvCxnSpPr/>
          <p:nvPr/>
        </p:nvCxnSpPr>
        <p:spPr>
          <a:xfrm flipH="1" rot="10800000">
            <a:off x="6301731" y="4157479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81"/>
          <p:cNvCxnSpPr/>
          <p:nvPr/>
        </p:nvCxnSpPr>
        <p:spPr>
          <a:xfrm>
            <a:off x="6301731" y="4325170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7" name="Google Shape;1777;p81"/>
          <p:cNvSpPr txBox="1"/>
          <p:nvPr/>
        </p:nvSpPr>
        <p:spPr>
          <a:xfrm>
            <a:off x="6911698" y="4323234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8" name="Google Shape;1778;p81"/>
          <p:cNvSpPr txBox="1"/>
          <p:nvPr/>
        </p:nvSpPr>
        <p:spPr>
          <a:xfrm>
            <a:off x="6911698" y="4028254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9" name="Google Shape;1779;p81"/>
          <p:cNvCxnSpPr/>
          <p:nvPr/>
        </p:nvCxnSpPr>
        <p:spPr>
          <a:xfrm flipH="1" rot="10800000">
            <a:off x="5505596" y="119647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81"/>
          <p:cNvCxnSpPr/>
          <p:nvPr/>
        </p:nvCxnSpPr>
        <p:spPr>
          <a:xfrm>
            <a:off x="5505596" y="189486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81"/>
          <p:cNvSpPr txBox="1"/>
          <p:nvPr/>
        </p:nvSpPr>
        <p:spPr>
          <a:xfrm>
            <a:off x="5942115" y="2123425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2" name="Google Shape;1782;p81"/>
          <p:cNvSpPr txBox="1"/>
          <p:nvPr/>
        </p:nvSpPr>
        <p:spPr>
          <a:xfrm>
            <a:off x="5942115" y="896557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3" name="Google Shape;1783;p81"/>
          <p:cNvCxnSpPr/>
          <p:nvPr/>
        </p:nvCxnSpPr>
        <p:spPr>
          <a:xfrm>
            <a:off x="5505564" y="1819061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4" name="Google Shape;1784;p81"/>
          <p:cNvSpPr txBox="1"/>
          <p:nvPr/>
        </p:nvSpPr>
        <p:spPr>
          <a:xfrm>
            <a:off x="5942115" y="1548596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5" name="Google Shape;1785;p81"/>
          <p:cNvCxnSpPr/>
          <p:nvPr/>
        </p:nvCxnSpPr>
        <p:spPr>
          <a:xfrm flipH="1" rot="10800000">
            <a:off x="5505596" y="306119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81"/>
          <p:cNvCxnSpPr/>
          <p:nvPr/>
        </p:nvCxnSpPr>
        <p:spPr>
          <a:xfrm>
            <a:off x="5505596" y="3759582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7" name="Google Shape;1787;p81"/>
          <p:cNvSpPr txBox="1"/>
          <p:nvPr/>
        </p:nvSpPr>
        <p:spPr>
          <a:xfrm>
            <a:off x="5942115" y="3988145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8" name="Google Shape;1788;p81"/>
          <p:cNvSpPr txBox="1"/>
          <p:nvPr/>
        </p:nvSpPr>
        <p:spPr>
          <a:xfrm>
            <a:off x="5942115" y="2761277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89" name="Google Shape;1789;p81"/>
          <p:cNvCxnSpPr/>
          <p:nvPr/>
        </p:nvCxnSpPr>
        <p:spPr>
          <a:xfrm>
            <a:off x="5505564" y="3683780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0" name="Google Shape;1790;p81"/>
          <p:cNvSpPr txBox="1"/>
          <p:nvPr/>
        </p:nvSpPr>
        <p:spPr>
          <a:xfrm>
            <a:off x="5942115" y="3413316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91" name="Google Shape;1791;p81"/>
          <p:cNvCxnSpPr/>
          <p:nvPr/>
        </p:nvCxnSpPr>
        <p:spPr>
          <a:xfrm flipH="1" rot="10800000">
            <a:off x="4779309" y="1810447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81"/>
          <p:cNvCxnSpPr/>
          <p:nvPr/>
        </p:nvCxnSpPr>
        <p:spPr>
          <a:xfrm>
            <a:off x="4779309" y="2865323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3" name="Google Shape;1793;p81"/>
          <p:cNvSpPr txBox="1"/>
          <p:nvPr/>
        </p:nvSpPr>
        <p:spPr>
          <a:xfrm>
            <a:off x="5215070" y="3210553"/>
            <a:ext cx="1587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81"/>
          <p:cNvSpPr txBox="1"/>
          <p:nvPr/>
        </p:nvSpPr>
        <p:spPr>
          <a:xfrm>
            <a:off x="5215070" y="1357446"/>
            <a:ext cx="1587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5" name="Google Shape;17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525825"/>
            <a:ext cx="1058213" cy="10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multi-stage trials</a:t>
            </a:r>
            <a:endParaRPr/>
          </a:p>
        </p:txBody>
      </p:sp>
      <p:sp>
        <p:nvSpPr>
          <p:cNvPr id="1801" name="Google Shape;1801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1802" name="Google Shape;1802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pic>
        <p:nvPicPr>
          <p:cNvPr id="1803" name="Google Shape;180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83"/>
          <p:cNvSpPr txBox="1"/>
          <p:nvPr/>
        </p:nvSpPr>
        <p:spPr>
          <a:xfrm>
            <a:off x="4915713" y="3680392"/>
            <a:ext cx="365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2: square and non-square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1810" name="Google Shape;1810;p83"/>
          <p:cNvSpPr txBox="1"/>
          <p:nvPr/>
        </p:nvSpPr>
        <p:spPr>
          <a:xfrm>
            <a:off x="324000" y="667350"/>
            <a:ext cx="84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also categorise all of the outcomes of a single-stage trial into three or more events.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83"/>
          <p:cNvSpPr txBox="1"/>
          <p:nvPr/>
        </p:nvSpPr>
        <p:spPr>
          <a:xfrm>
            <a:off x="324000" y="1342950"/>
            <a:ext cx="849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will roll a fair 12-sided dice with integers from 0 to 11 on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83"/>
          <p:cNvSpPr txBox="1"/>
          <p:nvPr/>
        </p:nvSpPr>
        <p:spPr>
          <a:xfrm>
            <a:off x="4379325" y="1864192"/>
            <a:ext cx="4441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event can be shown as a layer of branches on an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layer will contain an event and its opposite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3" name="Google Shape;1813;p83"/>
          <p:cNvGrpSpPr/>
          <p:nvPr/>
        </p:nvGrpSpPr>
        <p:grpSpPr>
          <a:xfrm>
            <a:off x="324000" y="2058450"/>
            <a:ext cx="3862700" cy="2294157"/>
            <a:chOff x="2617425" y="2535250"/>
            <a:chExt cx="3862700" cy="2294157"/>
          </a:xfrm>
        </p:grpSpPr>
        <p:pic>
          <p:nvPicPr>
            <p:cNvPr id="1814" name="Google Shape;1814;p83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3159150" y="25352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5" name="Google Shape;1815;p83"/>
            <p:cNvSpPr txBox="1"/>
            <p:nvPr/>
          </p:nvSpPr>
          <p:spPr>
            <a:xfrm flipH="1">
              <a:off x="3430976" y="25675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I roll this dice, I wonder how many outcomes are odd, and either                            a square number, or a cube number.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16" name="Google Shape;1816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22891" y="378888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7" name="Google Shape;1817;p83"/>
            <p:cNvSpPr txBox="1"/>
            <p:nvPr/>
          </p:nvSpPr>
          <p:spPr>
            <a:xfrm flipH="1">
              <a:off x="2617425" y="455220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8" name="Google Shape;1818;p83"/>
          <p:cNvSpPr/>
          <p:nvPr/>
        </p:nvSpPr>
        <p:spPr>
          <a:xfrm>
            <a:off x="1104837" y="2663850"/>
            <a:ext cx="513300" cy="266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83"/>
          <p:cNvSpPr/>
          <p:nvPr/>
        </p:nvSpPr>
        <p:spPr>
          <a:xfrm>
            <a:off x="1328922" y="2953269"/>
            <a:ext cx="1716300" cy="266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83"/>
          <p:cNvSpPr/>
          <p:nvPr/>
        </p:nvSpPr>
        <p:spPr>
          <a:xfrm>
            <a:off x="1126847" y="3223531"/>
            <a:ext cx="1515300" cy="266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83"/>
          <p:cNvSpPr txBox="1"/>
          <p:nvPr/>
        </p:nvSpPr>
        <p:spPr>
          <a:xfrm>
            <a:off x="4915713" y="3326392"/>
            <a:ext cx="365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1: odd and even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83"/>
          <p:cNvSpPr txBox="1"/>
          <p:nvPr/>
        </p:nvSpPr>
        <p:spPr>
          <a:xfrm>
            <a:off x="4915713" y="4311292"/>
            <a:ext cx="365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3: cube and non-cube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84"/>
          <p:cNvSpPr/>
          <p:nvPr/>
        </p:nvSpPr>
        <p:spPr>
          <a:xfrm>
            <a:off x="4797200" y="1934402"/>
            <a:ext cx="1361700" cy="6948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84"/>
          <p:cNvSpPr/>
          <p:nvPr/>
        </p:nvSpPr>
        <p:spPr>
          <a:xfrm>
            <a:off x="4797200" y="3732525"/>
            <a:ext cx="1361700" cy="695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1830" name="Google Shape;1830;p84"/>
          <p:cNvSpPr txBox="1"/>
          <p:nvPr/>
        </p:nvSpPr>
        <p:spPr>
          <a:xfrm>
            <a:off x="324000" y="6135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will roll a fair 12-sided dice with integers from 0 to 11 on them.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84"/>
          <p:cNvSpPr txBox="1"/>
          <p:nvPr/>
        </p:nvSpPr>
        <p:spPr>
          <a:xfrm>
            <a:off x="596683" y="3623292"/>
            <a:ext cx="126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3: cube and non-cube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84"/>
          <p:cNvSpPr txBox="1"/>
          <p:nvPr/>
        </p:nvSpPr>
        <p:spPr>
          <a:xfrm>
            <a:off x="596683" y="2326759"/>
            <a:ext cx="126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2: square and non-square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84"/>
          <p:cNvSpPr txBox="1"/>
          <p:nvPr/>
        </p:nvSpPr>
        <p:spPr>
          <a:xfrm>
            <a:off x="596683" y="1030226"/>
            <a:ext cx="126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layer 1: odd and even numbers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4" name="Google Shape;1834;p84"/>
          <p:cNvGrpSpPr/>
          <p:nvPr/>
        </p:nvGrpSpPr>
        <p:grpSpPr>
          <a:xfrm>
            <a:off x="4323540" y="1079284"/>
            <a:ext cx="1912103" cy="1368524"/>
            <a:chOff x="4552503" y="1241800"/>
            <a:chExt cx="2480995" cy="875463"/>
          </a:xfrm>
        </p:grpSpPr>
        <p:cxnSp>
          <p:nvCxnSpPr>
            <p:cNvPr id="1835" name="Google Shape;1835;p84"/>
            <p:cNvCxnSpPr/>
            <p:nvPr/>
          </p:nvCxnSpPr>
          <p:spPr>
            <a:xfrm flipH="1" rot="10800000">
              <a:off x="4552503" y="1444530"/>
              <a:ext cx="610200" cy="20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6" name="Google Shape;1836;p84"/>
            <p:cNvCxnSpPr/>
            <p:nvPr/>
          </p:nvCxnSpPr>
          <p:spPr>
            <a:xfrm>
              <a:off x="4552503" y="1708097"/>
              <a:ext cx="610200" cy="20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7" name="Google Shape;1837;p84"/>
            <p:cNvSpPr txBox="1"/>
            <p:nvPr/>
          </p:nvSpPr>
          <p:spPr>
            <a:xfrm>
              <a:off x="5196898" y="1705063"/>
              <a:ext cx="18366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84"/>
            <p:cNvSpPr txBox="1"/>
            <p:nvPr/>
          </p:nvSpPr>
          <p:spPr>
            <a:xfrm>
              <a:off x="5196880" y="1241800"/>
              <a:ext cx="11277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9" name="Google Shape;1839;p84"/>
          <p:cNvGrpSpPr/>
          <p:nvPr/>
        </p:nvGrpSpPr>
        <p:grpSpPr>
          <a:xfrm>
            <a:off x="4323540" y="2888688"/>
            <a:ext cx="1979127" cy="1368529"/>
            <a:chOff x="4552503" y="2399300"/>
            <a:chExt cx="2567960" cy="875467"/>
          </a:xfrm>
        </p:grpSpPr>
        <p:cxnSp>
          <p:nvCxnSpPr>
            <p:cNvPr id="1840" name="Google Shape;1840;p84"/>
            <p:cNvCxnSpPr/>
            <p:nvPr/>
          </p:nvCxnSpPr>
          <p:spPr>
            <a:xfrm flipH="1" rot="10800000">
              <a:off x="4552503" y="2602045"/>
              <a:ext cx="610200" cy="20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1" name="Google Shape;1841;p84"/>
            <p:cNvCxnSpPr/>
            <p:nvPr/>
          </p:nvCxnSpPr>
          <p:spPr>
            <a:xfrm>
              <a:off x="4552503" y="2865611"/>
              <a:ext cx="610200" cy="20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42" name="Google Shape;1842;p84"/>
            <p:cNvSpPr txBox="1"/>
            <p:nvPr/>
          </p:nvSpPr>
          <p:spPr>
            <a:xfrm>
              <a:off x="5196874" y="2399300"/>
              <a:ext cx="14526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square: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3" name="Google Shape;1843;p84"/>
            <p:cNvSpPr txBox="1"/>
            <p:nvPr/>
          </p:nvSpPr>
          <p:spPr>
            <a:xfrm>
              <a:off x="5196863" y="2862567"/>
              <a:ext cx="19236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4" name="Google Shape;1844;p84"/>
          <p:cNvSpPr txBox="1"/>
          <p:nvPr/>
        </p:nvSpPr>
        <p:spPr>
          <a:xfrm>
            <a:off x="2738758" y="2768655"/>
            <a:ext cx="848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5" name="Google Shape;1845;p84"/>
          <p:cNvGrpSpPr/>
          <p:nvPr/>
        </p:nvGrpSpPr>
        <p:grpSpPr>
          <a:xfrm>
            <a:off x="2343648" y="1742002"/>
            <a:ext cx="370391" cy="1850343"/>
            <a:chOff x="2708112" y="1846610"/>
            <a:chExt cx="610200" cy="822521"/>
          </a:xfrm>
        </p:grpSpPr>
        <p:cxnSp>
          <p:nvCxnSpPr>
            <p:cNvPr id="1846" name="Google Shape;1846;p84"/>
            <p:cNvCxnSpPr/>
            <p:nvPr/>
          </p:nvCxnSpPr>
          <p:spPr>
            <a:xfrm flipH="1" rot="10800000">
              <a:off x="2708112" y="1846610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7" name="Google Shape;1847;p84"/>
            <p:cNvCxnSpPr/>
            <p:nvPr/>
          </p:nvCxnSpPr>
          <p:spPr>
            <a:xfrm>
              <a:off x="2708112" y="2308231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48" name="Google Shape;1848;p84"/>
          <p:cNvSpPr txBox="1"/>
          <p:nvPr/>
        </p:nvSpPr>
        <p:spPr>
          <a:xfrm>
            <a:off x="2738758" y="942050"/>
            <a:ext cx="848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9" name="Google Shape;1849;p84"/>
          <p:cNvGrpSpPr/>
          <p:nvPr/>
        </p:nvGrpSpPr>
        <p:grpSpPr>
          <a:xfrm>
            <a:off x="6201733" y="1026703"/>
            <a:ext cx="1572294" cy="3565670"/>
            <a:chOff x="6506533" y="1228904"/>
            <a:chExt cx="1572294" cy="3151277"/>
          </a:xfrm>
        </p:grpSpPr>
        <p:cxnSp>
          <p:nvCxnSpPr>
            <p:cNvPr id="1850" name="Google Shape;1850;p84"/>
            <p:cNvCxnSpPr/>
            <p:nvPr/>
          </p:nvCxnSpPr>
          <p:spPr>
            <a:xfrm flipH="1" rot="10800000">
              <a:off x="6506533" y="3002356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1" name="Google Shape;1851;p84"/>
            <p:cNvCxnSpPr/>
            <p:nvPr/>
          </p:nvCxnSpPr>
          <p:spPr>
            <a:xfrm>
              <a:off x="6506533" y="3228777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2" name="Google Shape;1852;p84"/>
            <p:cNvSpPr txBox="1"/>
            <p:nvPr/>
          </p:nvSpPr>
          <p:spPr>
            <a:xfrm>
              <a:off x="6979927" y="3226171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84"/>
            <p:cNvSpPr txBox="1"/>
            <p:nvPr/>
          </p:nvSpPr>
          <p:spPr>
            <a:xfrm>
              <a:off x="6979927" y="2827768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4" name="Google Shape;1854;p84"/>
            <p:cNvCxnSpPr/>
            <p:nvPr/>
          </p:nvCxnSpPr>
          <p:spPr>
            <a:xfrm flipH="1" rot="10800000">
              <a:off x="6506533" y="3801767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5" name="Google Shape;1855;p84"/>
            <p:cNvCxnSpPr/>
            <p:nvPr/>
          </p:nvCxnSpPr>
          <p:spPr>
            <a:xfrm>
              <a:off x="6506533" y="4028188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6" name="Google Shape;1856;p84"/>
            <p:cNvSpPr txBox="1"/>
            <p:nvPr/>
          </p:nvSpPr>
          <p:spPr>
            <a:xfrm>
              <a:off x="6979927" y="4025581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7" name="Google Shape;1857;p84"/>
            <p:cNvSpPr txBox="1"/>
            <p:nvPr/>
          </p:nvSpPr>
          <p:spPr>
            <a:xfrm>
              <a:off x="6979927" y="3627178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8" name="Google Shape;1858;p84"/>
            <p:cNvCxnSpPr/>
            <p:nvPr/>
          </p:nvCxnSpPr>
          <p:spPr>
            <a:xfrm flipH="1" rot="10800000">
              <a:off x="6506533" y="1403492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9" name="Google Shape;1859;p84"/>
            <p:cNvSpPr txBox="1"/>
            <p:nvPr/>
          </p:nvSpPr>
          <p:spPr>
            <a:xfrm>
              <a:off x="6979927" y="1627308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0" name="Google Shape;1860;p84"/>
            <p:cNvCxnSpPr/>
            <p:nvPr/>
          </p:nvCxnSpPr>
          <p:spPr>
            <a:xfrm>
              <a:off x="6506533" y="1629912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1" name="Google Shape;1861;p84"/>
            <p:cNvSpPr txBox="1"/>
            <p:nvPr/>
          </p:nvSpPr>
          <p:spPr>
            <a:xfrm>
              <a:off x="6979927" y="1228904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2" name="Google Shape;1862;p84"/>
            <p:cNvCxnSpPr/>
            <p:nvPr/>
          </p:nvCxnSpPr>
          <p:spPr>
            <a:xfrm flipH="1" rot="10800000">
              <a:off x="6506533" y="2202941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3" name="Google Shape;1863;p84"/>
            <p:cNvCxnSpPr/>
            <p:nvPr/>
          </p:nvCxnSpPr>
          <p:spPr>
            <a:xfrm>
              <a:off x="6506533" y="2429362"/>
              <a:ext cx="473400" cy="177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4" name="Google Shape;1864;p84"/>
            <p:cNvSpPr txBox="1"/>
            <p:nvPr/>
          </p:nvSpPr>
          <p:spPr>
            <a:xfrm>
              <a:off x="6979927" y="2426756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5" name="Google Shape;1865;p84"/>
            <p:cNvSpPr txBox="1"/>
            <p:nvPr/>
          </p:nvSpPr>
          <p:spPr>
            <a:xfrm>
              <a:off x="6979927" y="2028353"/>
              <a:ext cx="10989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6" name="Google Shape;1866;p84"/>
          <p:cNvSpPr/>
          <p:nvPr/>
        </p:nvSpPr>
        <p:spPr>
          <a:xfrm>
            <a:off x="477082" y="1030225"/>
            <a:ext cx="1262400" cy="11238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84"/>
          <p:cNvSpPr/>
          <p:nvPr/>
        </p:nvSpPr>
        <p:spPr>
          <a:xfrm>
            <a:off x="5881153" y="613500"/>
            <a:ext cx="778800" cy="277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84"/>
          <p:cNvSpPr txBox="1"/>
          <p:nvPr/>
        </p:nvSpPr>
        <p:spPr>
          <a:xfrm>
            <a:off x="3459146" y="1356280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84"/>
          <p:cNvSpPr txBox="1"/>
          <p:nvPr/>
        </p:nvSpPr>
        <p:spPr>
          <a:xfrm>
            <a:off x="3459146" y="316543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0, 2, 4, 6, 8, 10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84"/>
          <p:cNvSpPr/>
          <p:nvPr/>
        </p:nvSpPr>
        <p:spPr>
          <a:xfrm>
            <a:off x="477074" y="2326775"/>
            <a:ext cx="1482600" cy="11238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84"/>
          <p:cNvSpPr txBox="1"/>
          <p:nvPr/>
        </p:nvSpPr>
        <p:spPr>
          <a:xfrm>
            <a:off x="5688879" y="1023084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84"/>
          <p:cNvSpPr txBox="1"/>
          <p:nvPr/>
        </p:nvSpPr>
        <p:spPr>
          <a:xfrm>
            <a:off x="5020791" y="2123282"/>
            <a:ext cx="111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3, 5, 7, 11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84"/>
          <p:cNvSpPr txBox="1"/>
          <p:nvPr/>
        </p:nvSpPr>
        <p:spPr>
          <a:xfrm>
            <a:off x="5688879" y="282589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84"/>
          <p:cNvSpPr txBox="1"/>
          <p:nvPr/>
        </p:nvSpPr>
        <p:spPr>
          <a:xfrm>
            <a:off x="5020791" y="3926095"/>
            <a:ext cx="111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84"/>
          <p:cNvSpPr/>
          <p:nvPr/>
        </p:nvSpPr>
        <p:spPr>
          <a:xfrm>
            <a:off x="3366774" y="1216236"/>
            <a:ext cx="888000" cy="1037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84"/>
          <p:cNvSpPr/>
          <p:nvPr/>
        </p:nvSpPr>
        <p:spPr>
          <a:xfrm>
            <a:off x="3366774" y="3062696"/>
            <a:ext cx="888000" cy="1037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84"/>
          <p:cNvSpPr/>
          <p:nvPr/>
        </p:nvSpPr>
        <p:spPr>
          <a:xfrm>
            <a:off x="2118850" y="2524925"/>
            <a:ext cx="288000" cy="284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84"/>
          <p:cNvSpPr/>
          <p:nvPr/>
        </p:nvSpPr>
        <p:spPr>
          <a:xfrm>
            <a:off x="477074" y="3623325"/>
            <a:ext cx="1482600" cy="11238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84"/>
          <p:cNvSpPr txBox="1"/>
          <p:nvPr/>
        </p:nvSpPr>
        <p:spPr>
          <a:xfrm>
            <a:off x="7342742" y="1034019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84"/>
          <p:cNvSpPr txBox="1"/>
          <p:nvPr/>
        </p:nvSpPr>
        <p:spPr>
          <a:xfrm>
            <a:off x="7820000" y="1488263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84"/>
          <p:cNvSpPr txBox="1"/>
          <p:nvPr/>
        </p:nvSpPr>
        <p:spPr>
          <a:xfrm>
            <a:off x="7820000" y="2397611"/>
            <a:ext cx="999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3, 5, 7, 11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84"/>
          <p:cNvSpPr txBox="1"/>
          <p:nvPr/>
        </p:nvSpPr>
        <p:spPr>
          <a:xfrm>
            <a:off x="7342742" y="2844580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84"/>
          <p:cNvSpPr txBox="1"/>
          <p:nvPr/>
        </p:nvSpPr>
        <p:spPr>
          <a:xfrm>
            <a:off x="7820000" y="3298825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84"/>
          <p:cNvSpPr txBox="1"/>
          <p:nvPr/>
        </p:nvSpPr>
        <p:spPr>
          <a:xfrm>
            <a:off x="7342742" y="3738024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84"/>
          <p:cNvSpPr txBox="1"/>
          <p:nvPr/>
        </p:nvSpPr>
        <p:spPr>
          <a:xfrm>
            <a:off x="7820000" y="4192281"/>
            <a:ext cx="999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84"/>
          <p:cNvSpPr/>
          <p:nvPr/>
        </p:nvSpPr>
        <p:spPr>
          <a:xfrm>
            <a:off x="4797200" y="1180925"/>
            <a:ext cx="1361700" cy="466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84"/>
          <p:cNvSpPr/>
          <p:nvPr/>
        </p:nvSpPr>
        <p:spPr>
          <a:xfrm>
            <a:off x="4797200" y="2979049"/>
            <a:ext cx="1361700" cy="466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85"/>
          <p:cNvSpPr txBox="1"/>
          <p:nvPr/>
        </p:nvSpPr>
        <p:spPr>
          <a:xfrm>
            <a:off x="5020791" y="2123282"/>
            <a:ext cx="111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3, 5, 7, 11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85"/>
          <p:cNvSpPr txBox="1"/>
          <p:nvPr/>
        </p:nvSpPr>
        <p:spPr>
          <a:xfrm>
            <a:off x="5020791" y="3926095"/>
            <a:ext cx="111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85"/>
          <p:cNvSpPr/>
          <p:nvPr/>
        </p:nvSpPr>
        <p:spPr>
          <a:xfrm>
            <a:off x="2118850" y="2524925"/>
            <a:ext cx="288000" cy="284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1896" name="Google Shape;1896;p85"/>
          <p:cNvCxnSpPr/>
          <p:nvPr/>
        </p:nvCxnSpPr>
        <p:spPr>
          <a:xfrm flipH="1" rot="10800000">
            <a:off x="4323540" y="1396167"/>
            <a:ext cx="470400" cy="32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7" name="Google Shape;1897;p85"/>
          <p:cNvSpPr txBox="1"/>
          <p:nvPr/>
        </p:nvSpPr>
        <p:spPr>
          <a:xfrm>
            <a:off x="4820161" y="1079284"/>
            <a:ext cx="869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8" name="Google Shape;1898;p85"/>
          <p:cNvCxnSpPr/>
          <p:nvPr/>
        </p:nvCxnSpPr>
        <p:spPr>
          <a:xfrm flipH="1" rot="10800000">
            <a:off x="4323540" y="3205594"/>
            <a:ext cx="470400" cy="32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85"/>
          <p:cNvCxnSpPr/>
          <p:nvPr/>
        </p:nvCxnSpPr>
        <p:spPr>
          <a:xfrm>
            <a:off x="4323540" y="3617626"/>
            <a:ext cx="470400" cy="32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0" name="Google Shape;1900;p85"/>
          <p:cNvSpPr txBox="1"/>
          <p:nvPr/>
        </p:nvSpPr>
        <p:spPr>
          <a:xfrm>
            <a:off x="4820156" y="2888688"/>
            <a:ext cx="1119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85"/>
          <p:cNvSpPr txBox="1"/>
          <p:nvPr/>
        </p:nvSpPr>
        <p:spPr>
          <a:xfrm>
            <a:off x="4820148" y="3612866"/>
            <a:ext cx="1482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non-square: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85"/>
          <p:cNvSpPr txBox="1"/>
          <p:nvPr/>
        </p:nvSpPr>
        <p:spPr>
          <a:xfrm>
            <a:off x="2738758" y="2768655"/>
            <a:ext cx="848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3" name="Google Shape;1903;p85"/>
          <p:cNvCxnSpPr/>
          <p:nvPr/>
        </p:nvCxnSpPr>
        <p:spPr>
          <a:xfrm>
            <a:off x="2343648" y="2780464"/>
            <a:ext cx="3705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85"/>
          <p:cNvCxnSpPr/>
          <p:nvPr/>
        </p:nvCxnSpPr>
        <p:spPr>
          <a:xfrm flipH="1" rot="10800000">
            <a:off x="6201733" y="3033240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85"/>
          <p:cNvCxnSpPr/>
          <p:nvPr/>
        </p:nvCxnSpPr>
        <p:spPr>
          <a:xfrm>
            <a:off x="6201733" y="3289559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6" name="Google Shape;1906;p85"/>
          <p:cNvSpPr txBox="1"/>
          <p:nvPr/>
        </p:nvSpPr>
        <p:spPr>
          <a:xfrm>
            <a:off x="6675127" y="3286610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85"/>
          <p:cNvSpPr txBox="1"/>
          <p:nvPr/>
        </p:nvSpPr>
        <p:spPr>
          <a:xfrm>
            <a:off x="6675127" y="2835817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8" name="Google Shape;1908;p85"/>
          <p:cNvCxnSpPr/>
          <p:nvPr/>
        </p:nvCxnSpPr>
        <p:spPr>
          <a:xfrm flipH="1" rot="10800000">
            <a:off x="6201733" y="3937773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85"/>
          <p:cNvCxnSpPr/>
          <p:nvPr/>
        </p:nvCxnSpPr>
        <p:spPr>
          <a:xfrm>
            <a:off x="6201733" y="4194092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0" name="Google Shape;1910;p85"/>
          <p:cNvSpPr txBox="1"/>
          <p:nvPr/>
        </p:nvSpPr>
        <p:spPr>
          <a:xfrm>
            <a:off x="6675127" y="4191143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85"/>
          <p:cNvSpPr txBox="1"/>
          <p:nvPr/>
        </p:nvSpPr>
        <p:spPr>
          <a:xfrm>
            <a:off x="6675127" y="3740350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2" name="Google Shape;1912;p85"/>
          <p:cNvCxnSpPr/>
          <p:nvPr/>
        </p:nvCxnSpPr>
        <p:spPr>
          <a:xfrm flipH="1" rot="10800000">
            <a:off x="6201733" y="1224124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3" name="Google Shape;1913;p85"/>
          <p:cNvSpPr txBox="1"/>
          <p:nvPr/>
        </p:nvSpPr>
        <p:spPr>
          <a:xfrm>
            <a:off x="6675127" y="1477497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4" name="Google Shape;1914;p85"/>
          <p:cNvCxnSpPr/>
          <p:nvPr/>
        </p:nvCxnSpPr>
        <p:spPr>
          <a:xfrm>
            <a:off x="6201733" y="1480443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5" name="Google Shape;1915;p85"/>
          <p:cNvSpPr txBox="1"/>
          <p:nvPr/>
        </p:nvSpPr>
        <p:spPr>
          <a:xfrm>
            <a:off x="6675127" y="1026703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6" name="Google Shape;1916;p85"/>
          <p:cNvCxnSpPr/>
          <p:nvPr/>
        </p:nvCxnSpPr>
        <p:spPr>
          <a:xfrm flipH="1" rot="10800000">
            <a:off x="6201733" y="2128701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7" name="Google Shape;1917;p85"/>
          <p:cNvSpPr txBox="1"/>
          <p:nvPr/>
        </p:nvSpPr>
        <p:spPr>
          <a:xfrm>
            <a:off x="6675127" y="1931279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85"/>
          <p:cNvSpPr txBox="1"/>
          <p:nvPr/>
        </p:nvSpPr>
        <p:spPr>
          <a:xfrm>
            <a:off x="3459146" y="1356280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85"/>
          <p:cNvSpPr txBox="1"/>
          <p:nvPr/>
        </p:nvSpPr>
        <p:spPr>
          <a:xfrm>
            <a:off x="3459146" y="316543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0, 2, 4, 6, 8, 10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85"/>
          <p:cNvSpPr txBox="1"/>
          <p:nvPr/>
        </p:nvSpPr>
        <p:spPr>
          <a:xfrm>
            <a:off x="5688879" y="1023084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85"/>
          <p:cNvSpPr txBox="1"/>
          <p:nvPr/>
        </p:nvSpPr>
        <p:spPr>
          <a:xfrm>
            <a:off x="5688879" y="282589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85"/>
          <p:cNvSpPr txBox="1"/>
          <p:nvPr/>
        </p:nvSpPr>
        <p:spPr>
          <a:xfrm>
            <a:off x="7342742" y="1034019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85"/>
          <p:cNvSpPr txBox="1"/>
          <p:nvPr/>
        </p:nvSpPr>
        <p:spPr>
          <a:xfrm>
            <a:off x="7820000" y="1488263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85"/>
          <p:cNvSpPr txBox="1"/>
          <p:nvPr/>
        </p:nvSpPr>
        <p:spPr>
          <a:xfrm>
            <a:off x="7342742" y="2844580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85"/>
          <p:cNvSpPr txBox="1"/>
          <p:nvPr/>
        </p:nvSpPr>
        <p:spPr>
          <a:xfrm>
            <a:off x="7820000" y="3298825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85"/>
          <p:cNvSpPr txBox="1"/>
          <p:nvPr/>
        </p:nvSpPr>
        <p:spPr>
          <a:xfrm>
            <a:off x="7342742" y="3738024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85"/>
          <p:cNvSpPr txBox="1"/>
          <p:nvPr/>
        </p:nvSpPr>
        <p:spPr>
          <a:xfrm>
            <a:off x="7820000" y="4192281"/>
            <a:ext cx="999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85"/>
          <p:cNvSpPr/>
          <p:nvPr/>
        </p:nvSpPr>
        <p:spPr>
          <a:xfrm>
            <a:off x="1897875" y="886200"/>
            <a:ext cx="6951900" cy="39828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9" name="Google Shape;1929;p85"/>
          <p:cNvGrpSpPr/>
          <p:nvPr/>
        </p:nvGrpSpPr>
        <p:grpSpPr>
          <a:xfrm>
            <a:off x="2343648" y="942050"/>
            <a:ext cx="6476252" cy="1856661"/>
            <a:chOff x="2343648" y="942050"/>
            <a:chExt cx="6476252" cy="1856661"/>
          </a:xfrm>
        </p:grpSpPr>
        <p:cxnSp>
          <p:nvCxnSpPr>
            <p:cNvPr id="1930" name="Google Shape;1930;p85"/>
            <p:cNvCxnSpPr/>
            <p:nvPr/>
          </p:nvCxnSpPr>
          <p:spPr>
            <a:xfrm>
              <a:off x="4323540" y="1808199"/>
              <a:ext cx="470400" cy="3222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1" name="Google Shape;1931;p85"/>
            <p:cNvSpPr txBox="1"/>
            <p:nvPr/>
          </p:nvSpPr>
          <p:spPr>
            <a:xfrm>
              <a:off x="4820175" y="1803457"/>
              <a:ext cx="14154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32" name="Google Shape;1932;p85"/>
            <p:cNvCxnSpPr/>
            <p:nvPr/>
          </p:nvCxnSpPr>
          <p:spPr>
            <a:xfrm flipH="1" rot="10800000">
              <a:off x="2343648" y="1742083"/>
              <a:ext cx="370500" cy="8118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3" name="Google Shape;1933;p85"/>
            <p:cNvSpPr txBox="1"/>
            <p:nvPr/>
          </p:nvSpPr>
          <p:spPr>
            <a:xfrm>
              <a:off x="2738758" y="942050"/>
              <a:ext cx="848700" cy="16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34" name="Google Shape;1934;p85"/>
            <p:cNvCxnSpPr/>
            <p:nvPr/>
          </p:nvCxnSpPr>
          <p:spPr>
            <a:xfrm>
              <a:off x="6201733" y="2385020"/>
              <a:ext cx="473400" cy="2004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5" name="Google Shape;1935;p85"/>
            <p:cNvSpPr txBox="1"/>
            <p:nvPr/>
          </p:nvSpPr>
          <p:spPr>
            <a:xfrm>
              <a:off x="6675127" y="2382073"/>
              <a:ext cx="1098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85"/>
            <p:cNvSpPr txBox="1"/>
            <p:nvPr/>
          </p:nvSpPr>
          <p:spPr>
            <a:xfrm>
              <a:off x="7820000" y="2397611"/>
              <a:ext cx="999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3, 5, 7, 11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7" name="Google Shape;1937;p85"/>
          <p:cNvSpPr/>
          <p:nvPr/>
        </p:nvSpPr>
        <p:spPr>
          <a:xfrm>
            <a:off x="7792075" y="2434244"/>
            <a:ext cx="999900" cy="3231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85"/>
          <p:cNvSpPr txBox="1"/>
          <p:nvPr/>
        </p:nvSpPr>
        <p:spPr>
          <a:xfrm>
            <a:off x="324000" y="1162425"/>
            <a:ext cx="1573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dice lands on a 3, 5, 7, or 11, this will be an outcome of the events: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an odd number that is neither square nor cube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3" name="Google Shape;1943;p86"/>
          <p:cNvGrpSpPr/>
          <p:nvPr/>
        </p:nvGrpSpPr>
        <p:grpSpPr>
          <a:xfrm>
            <a:off x="2343648" y="942050"/>
            <a:ext cx="5753552" cy="1702632"/>
            <a:chOff x="2343648" y="942050"/>
            <a:chExt cx="5753552" cy="1702632"/>
          </a:xfrm>
        </p:grpSpPr>
        <p:cxnSp>
          <p:nvCxnSpPr>
            <p:cNvPr id="1944" name="Google Shape;1944;p86"/>
            <p:cNvCxnSpPr/>
            <p:nvPr/>
          </p:nvCxnSpPr>
          <p:spPr>
            <a:xfrm flipH="1" rot="10800000">
              <a:off x="4323540" y="1396167"/>
              <a:ext cx="470400" cy="322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5" name="Google Shape;1945;p86"/>
            <p:cNvCxnSpPr/>
            <p:nvPr/>
          </p:nvCxnSpPr>
          <p:spPr>
            <a:xfrm>
              <a:off x="4323540" y="1808199"/>
              <a:ext cx="470400" cy="322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6" name="Google Shape;1946;p86"/>
            <p:cNvSpPr txBox="1"/>
            <p:nvPr/>
          </p:nvSpPr>
          <p:spPr>
            <a:xfrm>
              <a:off x="4820175" y="1803457"/>
              <a:ext cx="14154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7" name="Google Shape;1947;p86"/>
            <p:cNvSpPr txBox="1"/>
            <p:nvPr/>
          </p:nvSpPr>
          <p:spPr>
            <a:xfrm>
              <a:off x="4820161" y="1079284"/>
              <a:ext cx="8691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48" name="Google Shape;1948;p86"/>
            <p:cNvCxnSpPr/>
            <p:nvPr/>
          </p:nvCxnSpPr>
          <p:spPr>
            <a:xfrm flipH="1" rot="10800000">
              <a:off x="2343648" y="1742083"/>
              <a:ext cx="370500" cy="81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9" name="Google Shape;1949;p86"/>
            <p:cNvSpPr txBox="1"/>
            <p:nvPr/>
          </p:nvSpPr>
          <p:spPr>
            <a:xfrm>
              <a:off x="2738758" y="942050"/>
              <a:ext cx="848700" cy="16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0" name="Google Shape;1950;p86"/>
            <p:cNvCxnSpPr/>
            <p:nvPr/>
          </p:nvCxnSpPr>
          <p:spPr>
            <a:xfrm flipH="1" rot="10800000">
              <a:off x="6201733" y="1224124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1" name="Google Shape;1951;p86"/>
            <p:cNvSpPr txBox="1"/>
            <p:nvPr/>
          </p:nvSpPr>
          <p:spPr>
            <a:xfrm>
              <a:off x="6675127" y="1477497"/>
              <a:ext cx="1098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2" name="Google Shape;1952;p86"/>
            <p:cNvCxnSpPr/>
            <p:nvPr/>
          </p:nvCxnSpPr>
          <p:spPr>
            <a:xfrm>
              <a:off x="6201733" y="1480443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3" name="Google Shape;1953;p86"/>
            <p:cNvSpPr txBox="1"/>
            <p:nvPr/>
          </p:nvSpPr>
          <p:spPr>
            <a:xfrm>
              <a:off x="6675127" y="1026703"/>
              <a:ext cx="1098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4" name="Google Shape;1954;p86"/>
            <p:cNvCxnSpPr/>
            <p:nvPr/>
          </p:nvCxnSpPr>
          <p:spPr>
            <a:xfrm flipH="1" rot="10800000">
              <a:off x="6201733" y="2128701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5" name="Google Shape;1955;p86"/>
            <p:cNvCxnSpPr/>
            <p:nvPr/>
          </p:nvCxnSpPr>
          <p:spPr>
            <a:xfrm>
              <a:off x="6201733" y="2385020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6" name="Google Shape;1956;p86"/>
            <p:cNvSpPr txBox="1"/>
            <p:nvPr/>
          </p:nvSpPr>
          <p:spPr>
            <a:xfrm>
              <a:off x="6675127" y="1931279"/>
              <a:ext cx="1098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7" name="Google Shape;1957;p86"/>
            <p:cNvSpPr txBox="1"/>
            <p:nvPr/>
          </p:nvSpPr>
          <p:spPr>
            <a:xfrm>
              <a:off x="3459146" y="1356280"/>
              <a:ext cx="778800" cy="8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1, 3, 5, 7, 9, 11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8" name="Google Shape;1958;p86"/>
            <p:cNvSpPr txBox="1"/>
            <p:nvPr/>
          </p:nvSpPr>
          <p:spPr>
            <a:xfrm>
              <a:off x="5688879" y="1023084"/>
              <a:ext cx="778800" cy="8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1, 9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9" name="Google Shape;1959;p86"/>
            <p:cNvSpPr txBox="1"/>
            <p:nvPr/>
          </p:nvSpPr>
          <p:spPr>
            <a:xfrm>
              <a:off x="5020791" y="2123282"/>
              <a:ext cx="11163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3, 5, 7, 11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0" name="Google Shape;1960;p86"/>
            <p:cNvSpPr txBox="1"/>
            <p:nvPr/>
          </p:nvSpPr>
          <p:spPr>
            <a:xfrm>
              <a:off x="7342742" y="1034019"/>
              <a:ext cx="277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1" name="Google Shape;1961;p86"/>
            <p:cNvSpPr txBox="1"/>
            <p:nvPr/>
          </p:nvSpPr>
          <p:spPr>
            <a:xfrm>
              <a:off x="7820000" y="1488263"/>
              <a:ext cx="277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2" name="Google Shape;1962;p86"/>
          <p:cNvSpPr txBox="1"/>
          <p:nvPr/>
        </p:nvSpPr>
        <p:spPr>
          <a:xfrm>
            <a:off x="5020791" y="3926095"/>
            <a:ext cx="111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86"/>
          <p:cNvSpPr/>
          <p:nvPr/>
        </p:nvSpPr>
        <p:spPr>
          <a:xfrm>
            <a:off x="2118850" y="2524925"/>
            <a:ext cx="288000" cy="284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1965" name="Google Shape;1965;p86"/>
          <p:cNvCxnSpPr/>
          <p:nvPr/>
        </p:nvCxnSpPr>
        <p:spPr>
          <a:xfrm>
            <a:off x="4323540" y="3617626"/>
            <a:ext cx="470400" cy="32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6" name="Google Shape;1966;p86"/>
          <p:cNvSpPr txBox="1"/>
          <p:nvPr/>
        </p:nvSpPr>
        <p:spPr>
          <a:xfrm>
            <a:off x="4820156" y="2888688"/>
            <a:ext cx="1119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86"/>
          <p:cNvSpPr txBox="1"/>
          <p:nvPr/>
        </p:nvSpPr>
        <p:spPr>
          <a:xfrm>
            <a:off x="4820148" y="3612866"/>
            <a:ext cx="1482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non-square: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86"/>
          <p:cNvSpPr txBox="1"/>
          <p:nvPr/>
        </p:nvSpPr>
        <p:spPr>
          <a:xfrm>
            <a:off x="2738758" y="2768655"/>
            <a:ext cx="848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9" name="Google Shape;1969;p86"/>
          <p:cNvCxnSpPr/>
          <p:nvPr/>
        </p:nvCxnSpPr>
        <p:spPr>
          <a:xfrm>
            <a:off x="2343648" y="2780464"/>
            <a:ext cx="3705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0" name="Google Shape;1970;p86"/>
          <p:cNvSpPr txBox="1"/>
          <p:nvPr/>
        </p:nvSpPr>
        <p:spPr>
          <a:xfrm>
            <a:off x="6675127" y="3286610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86"/>
          <p:cNvSpPr txBox="1"/>
          <p:nvPr/>
        </p:nvSpPr>
        <p:spPr>
          <a:xfrm>
            <a:off x="6675127" y="2835817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2" name="Google Shape;1972;p86"/>
          <p:cNvCxnSpPr/>
          <p:nvPr/>
        </p:nvCxnSpPr>
        <p:spPr>
          <a:xfrm>
            <a:off x="6201733" y="4194092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3" name="Google Shape;1973;p86"/>
          <p:cNvSpPr txBox="1"/>
          <p:nvPr/>
        </p:nvSpPr>
        <p:spPr>
          <a:xfrm>
            <a:off x="6675127" y="4191143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86"/>
          <p:cNvSpPr txBox="1"/>
          <p:nvPr/>
        </p:nvSpPr>
        <p:spPr>
          <a:xfrm>
            <a:off x="6675127" y="3740350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86"/>
          <p:cNvSpPr txBox="1"/>
          <p:nvPr/>
        </p:nvSpPr>
        <p:spPr>
          <a:xfrm>
            <a:off x="3459146" y="316543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0, 2, 4, 6, 8, 10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86"/>
          <p:cNvSpPr txBox="1"/>
          <p:nvPr/>
        </p:nvSpPr>
        <p:spPr>
          <a:xfrm>
            <a:off x="5688879" y="2825898"/>
            <a:ext cx="7788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86"/>
          <p:cNvSpPr txBox="1"/>
          <p:nvPr/>
        </p:nvSpPr>
        <p:spPr>
          <a:xfrm>
            <a:off x="7820000" y="4192281"/>
            <a:ext cx="999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2, 6, 10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86"/>
          <p:cNvSpPr txBox="1"/>
          <p:nvPr/>
        </p:nvSpPr>
        <p:spPr>
          <a:xfrm>
            <a:off x="6675127" y="2382073"/>
            <a:ext cx="1098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non-cube: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9" name="Google Shape;1979;p86"/>
          <p:cNvCxnSpPr/>
          <p:nvPr/>
        </p:nvCxnSpPr>
        <p:spPr>
          <a:xfrm flipH="1" rot="10800000">
            <a:off x="4323540" y="3205594"/>
            <a:ext cx="470400" cy="32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86"/>
          <p:cNvCxnSpPr/>
          <p:nvPr/>
        </p:nvCxnSpPr>
        <p:spPr>
          <a:xfrm flipH="1" rot="10800000">
            <a:off x="6201733" y="3033240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86"/>
          <p:cNvCxnSpPr/>
          <p:nvPr/>
        </p:nvCxnSpPr>
        <p:spPr>
          <a:xfrm>
            <a:off x="6201733" y="3289559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86"/>
          <p:cNvCxnSpPr/>
          <p:nvPr/>
        </p:nvCxnSpPr>
        <p:spPr>
          <a:xfrm flipH="1" rot="10800000">
            <a:off x="6201733" y="3937773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86"/>
          <p:cNvCxnSpPr/>
          <p:nvPr/>
        </p:nvCxnSpPr>
        <p:spPr>
          <a:xfrm>
            <a:off x="6201733" y="2385020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4" name="Google Shape;1984;p86"/>
          <p:cNvSpPr txBox="1"/>
          <p:nvPr/>
        </p:nvSpPr>
        <p:spPr>
          <a:xfrm>
            <a:off x="7342742" y="2844580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86"/>
          <p:cNvSpPr txBox="1"/>
          <p:nvPr/>
        </p:nvSpPr>
        <p:spPr>
          <a:xfrm>
            <a:off x="7820000" y="3298825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86"/>
          <p:cNvSpPr txBox="1"/>
          <p:nvPr/>
        </p:nvSpPr>
        <p:spPr>
          <a:xfrm>
            <a:off x="7342742" y="3738024"/>
            <a:ext cx="277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86"/>
          <p:cNvSpPr txBox="1"/>
          <p:nvPr/>
        </p:nvSpPr>
        <p:spPr>
          <a:xfrm>
            <a:off x="7820000" y="2397611"/>
            <a:ext cx="999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3, 5, 7, 11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86"/>
          <p:cNvSpPr/>
          <p:nvPr/>
        </p:nvSpPr>
        <p:spPr>
          <a:xfrm>
            <a:off x="1897875" y="886200"/>
            <a:ext cx="6951900" cy="39828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9" name="Google Shape;1989;p86"/>
          <p:cNvGrpSpPr/>
          <p:nvPr/>
        </p:nvGrpSpPr>
        <p:grpSpPr>
          <a:xfrm>
            <a:off x="2343648" y="942050"/>
            <a:ext cx="1894298" cy="1626300"/>
            <a:chOff x="2343648" y="942050"/>
            <a:chExt cx="1894298" cy="1626300"/>
          </a:xfrm>
        </p:grpSpPr>
        <p:sp>
          <p:nvSpPr>
            <p:cNvPr id="1990" name="Google Shape;1990;p86"/>
            <p:cNvSpPr txBox="1"/>
            <p:nvPr/>
          </p:nvSpPr>
          <p:spPr>
            <a:xfrm>
              <a:off x="3459146" y="1356280"/>
              <a:ext cx="778800" cy="8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1, 3, 5, 7, 9, 11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1" name="Google Shape;1991;p86"/>
            <p:cNvSpPr txBox="1"/>
            <p:nvPr/>
          </p:nvSpPr>
          <p:spPr>
            <a:xfrm>
              <a:off x="2738758" y="942050"/>
              <a:ext cx="848700" cy="16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92" name="Google Shape;1992;p86"/>
            <p:cNvCxnSpPr/>
            <p:nvPr/>
          </p:nvCxnSpPr>
          <p:spPr>
            <a:xfrm flipH="1" rot="10800000">
              <a:off x="2343648" y="1742083"/>
              <a:ext cx="370500" cy="8118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3" name="Google Shape;1993;p86"/>
          <p:cNvGrpSpPr/>
          <p:nvPr/>
        </p:nvGrpSpPr>
        <p:grpSpPr>
          <a:xfrm>
            <a:off x="4323540" y="1023084"/>
            <a:ext cx="3773660" cy="866279"/>
            <a:chOff x="4323540" y="1023084"/>
            <a:chExt cx="3773660" cy="866279"/>
          </a:xfrm>
        </p:grpSpPr>
        <p:sp>
          <p:nvSpPr>
            <p:cNvPr id="1994" name="Google Shape;1994;p86"/>
            <p:cNvSpPr txBox="1"/>
            <p:nvPr/>
          </p:nvSpPr>
          <p:spPr>
            <a:xfrm>
              <a:off x="7342742" y="1034019"/>
              <a:ext cx="277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95" name="Google Shape;1995;p86"/>
            <p:cNvGrpSpPr/>
            <p:nvPr/>
          </p:nvGrpSpPr>
          <p:grpSpPr>
            <a:xfrm>
              <a:off x="4323540" y="1023084"/>
              <a:ext cx="3773660" cy="866279"/>
              <a:chOff x="4323540" y="1023084"/>
              <a:chExt cx="3773660" cy="866279"/>
            </a:xfrm>
          </p:grpSpPr>
          <p:sp>
            <p:nvSpPr>
              <p:cNvPr id="1996" name="Google Shape;1996;p86"/>
              <p:cNvSpPr txBox="1"/>
              <p:nvPr/>
            </p:nvSpPr>
            <p:spPr>
              <a:xfrm>
                <a:off x="7820000" y="1488263"/>
                <a:ext cx="277200" cy="40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997" name="Google Shape;1997;p86"/>
              <p:cNvGrpSpPr/>
              <p:nvPr/>
            </p:nvGrpSpPr>
            <p:grpSpPr>
              <a:xfrm>
                <a:off x="4323540" y="1023084"/>
                <a:ext cx="3450487" cy="855512"/>
                <a:chOff x="4323540" y="1023084"/>
                <a:chExt cx="3450487" cy="855512"/>
              </a:xfrm>
            </p:grpSpPr>
            <p:sp>
              <p:nvSpPr>
                <p:cNvPr id="1998" name="Google Shape;1998;p86"/>
                <p:cNvSpPr txBox="1"/>
                <p:nvPr/>
              </p:nvSpPr>
              <p:spPr>
                <a:xfrm>
                  <a:off x="4820161" y="1079284"/>
                  <a:ext cx="869100" cy="64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square: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99" name="Google Shape;1999;p86"/>
                <p:cNvSpPr txBox="1"/>
                <p:nvPr/>
              </p:nvSpPr>
              <p:spPr>
                <a:xfrm>
                  <a:off x="6675127" y="1477497"/>
                  <a:ext cx="1098900" cy="40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non-cube: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000" name="Google Shape;2000;p86"/>
                <p:cNvSpPr txBox="1"/>
                <p:nvPr/>
              </p:nvSpPr>
              <p:spPr>
                <a:xfrm>
                  <a:off x="6675127" y="1026703"/>
                  <a:ext cx="1098900" cy="40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cube: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001" name="Google Shape;2001;p86"/>
                <p:cNvSpPr txBox="1"/>
                <p:nvPr/>
              </p:nvSpPr>
              <p:spPr>
                <a:xfrm>
                  <a:off x="5688879" y="1023084"/>
                  <a:ext cx="778800" cy="815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1, 9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2002" name="Google Shape;2002;p86"/>
                <p:cNvCxnSpPr/>
                <p:nvPr/>
              </p:nvCxnSpPr>
              <p:spPr>
                <a:xfrm flipH="1" rot="10800000">
                  <a:off x="4323540" y="1396167"/>
                  <a:ext cx="470400" cy="3222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03" name="Google Shape;2003;p86"/>
                <p:cNvCxnSpPr/>
                <p:nvPr/>
              </p:nvCxnSpPr>
              <p:spPr>
                <a:xfrm flipH="1" rot="10800000">
                  <a:off x="6201733" y="1224124"/>
                  <a:ext cx="473400" cy="2004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04" name="Google Shape;2004;p86"/>
                <p:cNvCxnSpPr/>
                <p:nvPr/>
              </p:nvCxnSpPr>
              <p:spPr>
                <a:xfrm>
                  <a:off x="6201733" y="1480443"/>
                  <a:ext cx="473400" cy="2004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2005" name="Google Shape;2005;p86"/>
          <p:cNvGrpSpPr/>
          <p:nvPr/>
        </p:nvGrpSpPr>
        <p:grpSpPr>
          <a:xfrm>
            <a:off x="4323540" y="1803457"/>
            <a:ext cx="3450487" cy="841225"/>
            <a:chOff x="4323540" y="1803457"/>
            <a:chExt cx="3450487" cy="841225"/>
          </a:xfrm>
        </p:grpSpPr>
        <p:sp>
          <p:nvSpPr>
            <p:cNvPr id="2006" name="Google Shape;2006;p86"/>
            <p:cNvSpPr txBox="1"/>
            <p:nvPr/>
          </p:nvSpPr>
          <p:spPr>
            <a:xfrm>
              <a:off x="6675127" y="1931279"/>
              <a:ext cx="1098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cube: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7" name="Google Shape;2007;p86"/>
            <p:cNvSpPr txBox="1"/>
            <p:nvPr/>
          </p:nvSpPr>
          <p:spPr>
            <a:xfrm>
              <a:off x="4820175" y="1803457"/>
              <a:ext cx="14154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non-square: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08" name="Google Shape;2008;p86"/>
            <p:cNvCxnSpPr/>
            <p:nvPr/>
          </p:nvCxnSpPr>
          <p:spPr>
            <a:xfrm flipH="1" rot="10800000">
              <a:off x="6201733" y="2128701"/>
              <a:ext cx="473400" cy="2004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9" name="Google Shape;2009;p86"/>
            <p:cNvCxnSpPr/>
            <p:nvPr/>
          </p:nvCxnSpPr>
          <p:spPr>
            <a:xfrm>
              <a:off x="4323540" y="1808199"/>
              <a:ext cx="470400" cy="322200"/>
            </a:xfrm>
            <a:prstGeom prst="straightConnector1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0" name="Google Shape;2010;p86"/>
            <p:cNvSpPr txBox="1"/>
            <p:nvPr/>
          </p:nvSpPr>
          <p:spPr>
            <a:xfrm>
              <a:off x="5020791" y="2123282"/>
              <a:ext cx="11163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3, 5, 7, 11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86"/>
          <p:cNvSpPr txBox="1"/>
          <p:nvPr/>
        </p:nvSpPr>
        <p:spPr>
          <a:xfrm>
            <a:off x="324000" y="1086225"/>
            <a:ext cx="1573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wanted to find out how many outcomes are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odd, and either                            a square number, or a cube number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86"/>
          <p:cNvSpPr txBox="1"/>
          <p:nvPr/>
        </p:nvSpPr>
        <p:spPr>
          <a:xfrm>
            <a:off x="716250" y="3671550"/>
            <a:ext cx="4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3" name="Google Shape;2013;p86"/>
          <p:cNvSpPr txBox="1"/>
          <p:nvPr/>
        </p:nvSpPr>
        <p:spPr>
          <a:xfrm>
            <a:off x="716250" y="4007100"/>
            <a:ext cx="4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4" name="Google Shape;2014;p86"/>
          <p:cNvSpPr txBox="1"/>
          <p:nvPr/>
        </p:nvSpPr>
        <p:spPr>
          <a:xfrm>
            <a:off x="716250" y="4342650"/>
            <a:ext cx="129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others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87"/>
          <p:cNvSpPr txBox="1"/>
          <p:nvPr/>
        </p:nvSpPr>
        <p:spPr>
          <a:xfrm>
            <a:off x="3862875" y="1313250"/>
            <a:ext cx="82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11, 13, 17, 19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0" name="Google Shape;2020;p87"/>
          <p:cNvSpPr/>
          <p:nvPr/>
        </p:nvSpPr>
        <p:spPr>
          <a:xfrm>
            <a:off x="3862875" y="1313250"/>
            <a:ext cx="823200" cy="6135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grpSp>
        <p:nvGrpSpPr>
          <p:cNvPr id="2022" name="Google Shape;2022;p87"/>
          <p:cNvGrpSpPr/>
          <p:nvPr/>
        </p:nvGrpSpPr>
        <p:grpSpPr>
          <a:xfrm>
            <a:off x="591047" y="1191176"/>
            <a:ext cx="7242088" cy="3686233"/>
            <a:chOff x="972047" y="1191176"/>
            <a:chExt cx="7242088" cy="3686233"/>
          </a:xfrm>
        </p:grpSpPr>
        <p:grpSp>
          <p:nvGrpSpPr>
            <p:cNvPr id="2023" name="Google Shape;2023;p87"/>
            <p:cNvGrpSpPr/>
            <p:nvPr/>
          </p:nvGrpSpPr>
          <p:grpSpPr>
            <a:xfrm>
              <a:off x="3028153" y="1191176"/>
              <a:ext cx="1912035" cy="1719483"/>
              <a:chOff x="2189938" y="1239560"/>
              <a:chExt cx="1912035" cy="1446889"/>
            </a:xfrm>
          </p:grpSpPr>
          <p:cxnSp>
            <p:nvCxnSpPr>
              <p:cNvPr id="2024" name="Google Shape;2024;p87"/>
              <p:cNvCxnSpPr/>
              <p:nvPr/>
            </p:nvCxnSpPr>
            <p:spPr>
              <a:xfrm flipH="1" rot="10800000">
                <a:off x="2189938" y="1574693"/>
                <a:ext cx="470400" cy="340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5" name="Google Shape;2025;p87"/>
              <p:cNvCxnSpPr/>
              <p:nvPr/>
            </p:nvCxnSpPr>
            <p:spPr>
              <a:xfrm>
                <a:off x="2189938" y="2010163"/>
                <a:ext cx="470400" cy="340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26" name="Google Shape;2026;p87"/>
              <p:cNvSpPr txBox="1"/>
              <p:nvPr/>
            </p:nvSpPr>
            <p:spPr>
              <a:xfrm>
                <a:off x="2686573" y="2005149"/>
                <a:ext cx="1415400" cy="6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non-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prime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: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7" name="Google Shape;2027;p87"/>
              <p:cNvSpPr txBox="1"/>
              <p:nvPr/>
            </p:nvSpPr>
            <p:spPr>
              <a:xfrm>
                <a:off x="2686559" y="1239560"/>
                <a:ext cx="869100" cy="6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prime: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28" name="Google Shape;2028;p87"/>
            <p:cNvSpPr txBox="1"/>
            <p:nvPr/>
          </p:nvSpPr>
          <p:spPr>
            <a:xfrm>
              <a:off x="1367160" y="3122249"/>
              <a:ext cx="848700" cy="17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even: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29" name="Google Shape;2029;p87"/>
            <p:cNvGrpSpPr/>
            <p:nvPr/>
          </p:nvGrpSpPr>
          <p:grpSpPr>
            <a:xfrm>
              <a:off x="972047" y="2036859"/>
              <a:ext cx="370391" cy="1956119"/>
              <a:chOff x="2708112" y="1846610"/>
              <a:chExt cx="610200" cy="822521"/>
            </a:xfrm>
          </p:grpSpPr>
          <p:cxnSp>
            <p:nvCxnSpPr>
              <p:cNvPr id="2030" name="Google Shape;2030;p87"/>
              <p:cNvCxnSpPr/>
              <p:nvPr/>
            </p:nvCxnSpPr>
            <p:spPr>
              <a:xfrm flipH="1" rot="10800000">
                <a:off x="2708112" y="1846610"/>
                <a:ext cx="610200" cy="360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1" name="Google Shape;2031;p87"/>
              <p:cNvCxnSpPr/>
              <p:nvPr/>
            </p:nvCxnSpPr>
            <p:spPr>
              <a:xfrm>
                <a:off x="2708112" y="2308231"/>
                <a:ext cx="610200" cy="360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32" name="Google Shape;2032;p87"/>
            <p:cNvSpPr txBox="1"/>
            <p:nvPr/>
          </p:nvSpPr>
          <p:spPr>
            <a:xfrm>
              <a:off x="1367160" y="1191208"/>
              <a:ext cx="848700" cy="17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3" name="Google Shape;2033;p87"/>
            <p:cNvCxnSpPr/>
            <p:nvPr/>
          </p:nvCxnSpPr>
          <p:spPr>
            <a:xfrm flipH="1" rot="10800000">
              <a:off x="5395658" y="1388632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4" name="Google Shape;2034;p87"/>
            <p:cNvCxnSpPr/>
            <p:nvPr/>
          </p:nvCxnSpPr>
          <p:spPr>
            <a:xfrm>
              <a:off x="5395658" y="1644951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5" name="Google Shape;2035;p87"/>
            <p:cNvSpPr txBox="1"/>
            <p:nvPr/>
          </p:nvSpPr>
          <p:spPr>
            <a:xfrm>
              <a:off x="5958135" y="1642004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multiple of 4: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6" name="Google Shape;2036;p87"/>
            <p:cNvSpPr txBox="1"/>
            <p:nvPr/>
          </p:nvSpPr>
          <p:spPr>
            <a:xfrm>
              <a:off x="5958131" y="1191220"/>
              <a:ext cx="19503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7" name="Google Shape;2037;p87"/>
            <p:cNvCxnSpPr/>
            <p:nvPr/>
          </p:nvCxnSpPr>
          <p:spPr>
            <a:xfrm flipH="1" rot="10800000">
              <a:off x="5395658" y="3338519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8" name="Google Shape;2038;p87"/>
            <p:cNvSpPr txBox="1"/>
            <p:nvPr/>
          </p:nvSpPr>
          <p:spPr>
            <a:xfrm>
              <a:off x="5958135" y="3591892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9" name="Google Shape;2039;p87"/>
            <p:cNvCxnSpPr/>
            <p:nvPr/>
          </p:nvCxnSpPr>
          <p:spPr>
            <a:xfrm>
              <a:off x="5395658" y="3594838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0" name="Google Shape;2040;p87"/>
            <p:cNvSpPr txBox="1"/>
            <p:nvPr/>
          </p:nvSpPr>
          <p:spPr>
            <a:xfrm>
              <a:off x="5958135" y="3141098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41" name="Google Shape;2041;p87"/>
            <p:cNvGrpSpPr/>
            <p:nvPr/>
          </p:nvGrpSpPr>
          <p:grpSpPr>
            <a:xfrm>
              <a:off x="3028153" y="3122226"/>
              <a:ext cx="1912035" cy="1719483"/>
              <a:chOff x="2189938" y="1239560"/>
              <a:chExt cx="1912035" cy="1446889"/>
            </a:xfrm>
          </p:grpSpPr>
          <p:cxnSp>
            <p:nvCxnSpPr>
              <p:cNvPr id="2042" name="Google Shape;2042;p87"/>
              <p:cNvCxnSpPr/>
              <p:nvPr/>
            </p:nvCxnSpPr>
            <p:spPr>
              <a:xfrm flipH="1" rot="10800000">
                <a:off x="2189938" y="1574693"/>
                <a:ext cx="470400" cy="340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3" name="Google Shape;2043;p87"/>
              <p:cNvCxnSpPr/>
              <p:nvPr/>
            </p:nvCxnSpPr>
            <p:spPr>
              <a:xfrm>
                <a:off x="2189938" y="2010163"/>
                <a:ext cx="470400" cy="340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44" name="Google Shape;2044;p87"/>
              <p:cNvSpPr txBox="1"/>
              <p:nvPr/>
            </p:nvSpPr>
            <p:spPr>
              <a:xfrm>
                <a:off x="2686573" y="2005149"/>
                <a:ext cx="1415400" cy="6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non-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prime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: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5" name="Google Shape;2045;p87"/>
              <p:cNvSpPr txBox="1"/>
              <p:nvPr/>
            </p:nvSpPr>
            <p:spPr>
              <a:xfrm>
                <a:off x="2686559" y="1239560"/>
                <a:ext cx="869100" cy="6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prime: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046" name="Google Shape;2046;p87"/>
            <p:cNvCxnSpPr/>
            <p:nvPr/>
          </p:nvCxnSpPr>
          <p:spPr>
            <a:xfrm flipH="1" rot="10800000">
              <a:off x="5700458" y="2295655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7" name="Google Shape;2047;p87"/>
            <p:cNvSpPr txBox="1"/>
            <p:nvPr/>
          </p:nvSpPr>
          <p:spPr>
            <a:xfrm>
              <a:off x="6262935" y="2549027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48" name="Google Shape;2048;p87"/>
            <p:cNvCxnSpPr/>
            <p:nvPr/>
          </p:nvCxnSpPr>
          <p:spPr>
            <a:xfrm>
              <a:off x="5700458" y="2551974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9" name="Google Shape;2049;p87"/>
            <p:cNvSpPr txBox="1"/>
            <p:nvPr/>
          </p:nvSpPr>
          <p:spPr>
            <a:xfrm>
              <a:off x="6262935" y="2098234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50" name="Google Shape;2050;p87"/>
            <p:cNvCxnSpPr/>
            <p:nvPr/>
          </p:nvCxnSpPr>
          <p:spPr>
            <a:xfrm flipH="1" rot="10800000">
              <a:off x="5700458" y="4222936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1" name="Google Shape;2051;p87"/>
            <p:cNvSpPr txBox="1"/>
            <p:nvPr/>
          </p:nvSpPr>
          <p:spPr>
            <a:xfrm>
              <a:off x="6262935" y="4476309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52" name="Google Shape;2052;p87"/>
            <p:cNvCxnSpPr/>
            <p:nvPr/>
          </p:nvCxnSpPr>
          <p:spPr>
            <a:xfrm>
              <a:off x="5700458" y="4479256"/>
              <a:ext cx="473400" cy="20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3" name="Google Shape;2053;p87"/>
            <p:cNvSpPr txBox="1"/>
            <p:nvPr/>
          </p:nvSpPr>
          <p:spPr>
            <a:xfrm>
              <a:off x="6262935" y="4025515"/>
              <a:ext cx="195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multiple of 4: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4" name="Google Shape;2054;p87"/>
            <p:cNvSpPr txBox="1"/>
            <p:nvPr/>
          </p:nvSpPr>
          <p:spPr>
            <a:xfrm>
              <a:off x="1964150" y="1744100"/>
              <a:ext cx="1009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11, 13, 15, 17, 19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5" name="Google Shape;2055;p87"/>
            <p:cNvSpPr txBox="1"/>
            <p:nvPr/>
          </p:nvSpPr>
          <p:spPr>
            <a:xfrm>
              <a:off x="1964150" y="3675150"/>
              <a:ext cx="1009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10, 12, 14, 16, 18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6" name="Google Shape;2056;p87"/>
          <p:cNvGrpSpPr/>
          <p:nvPr/>
        </p:nvGrpSpPr>
        <p:grpSpPr>
          <a:xfrm>
            <a:off x="4153112" y="1498640"/>
            <a:ext cx="242727" cy="242727"/>
            <a:chOff x="1020916" y="1442088"/>
            <a:chExt cx="457200" cy="457200"/>
          </a:xfrm>
        </p:grpSpPr>
        <p:pic>
          <p:nvPicPr>
            <p:cNvPr id="2057" name="Google Shape;205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8" name="Google Shape;205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59" name="Google Shape;2059;p87"/>
          <p:cNvCxnSpPr/>
          <p:nvPr/>
        </p:nvCxnSpPr>
        <p:spPr>
          <a:xfrm>
            <a:off x="324450" y="1219750"/>
            <a:ext cx="84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0" name="Google Shape;2060;p87"/>
          <p:cNvSpPr txBox="1"/>
          <p:nvPr/>
        </p:nvSpPr>
        <p:spPr>
          <a:xfrm>
            <a:off x="324000" y="6135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will roll a 10-sided dice with integers from 10 to 19.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outcomes would go in the box labelled a?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88"/>
          <p:cNvSpPr txBox="1"/>
          <p:nvPr/>
        </p:nvSpPr>
        <p:spPr>
          <a:xfrm>
            <a:off x="3862875" y="1313250"/>
            <a:ext cx="82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88"/>
          <p:cNvSpPr txBox="1"/>
          <p:nvPr/>
        </p:nvSpPr>
        <p:spPr>
          <a:xfrm>
            <a:off x="324000" y="6135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will roll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10-sided dice with integers from 10 to 19.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of these boxes would contain no outcomes?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grpSp>
        <p:nvGrpSpPr>
          <p:cNvPr id="2068" name="Google Shape;2068;p88"/>
          <p:cNvGrpSpPr/>
          <p:nvPr/>
        </p:nvGrpSpPr>
        <p:grpSpPr>
          <a:xfrm>
            <a:off x="2647153" y="1191176"/>
            <a:ext cx="1912035" cy="1719483"/>
            <a:chOff x="2189938" y="1239560"/>
            <a:chExt cx="1912035" cy="1446889"/>
          </a:xfrm>
        </p:grpSpPr>
        <p:cxnSp>
          <p:nvCxnSpPr>
            <p:cNvPr id="2069" name="Google Shape;2069;p88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0" name="Google Shape;2070;p88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1" name="Google Shape;2071;p88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2" name="Google Shape;2072;p88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3" name="Google Shape;2073;p88"/>
          <p:cNvSpPr txBox="1"/>
          <p:nvPr/>
        </p:nvSpPr>
        <p:spPr>
          <a:xfrm>
            <a:off x="986160" y="3122249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4" name="Google Shape;2074;p88"/>
          <p:cNvGrpSpPr/>
          <p:nvPr/>
        </p:nvGrpSpPr>
        <p:grpSpPr>
          <a:xfrm>
            <a:off x="591047" y="2036859"/>
            <a:ext cx="370391" cy="1956119"/>
            <a:chOff x="2708112" y="1846610"/>
            <a:chExt cx="610200" cy="822521"/>
          </a:xfrm>
        </p:grpSpPr>
        <p:cxnSp>
          <p:nvCxnSpPr>
            <p:cNvPr id="2075" name="Google Shape;2075;p88"/>
            <p:cNvCxnSpPr/>
            <p:nvPr/>
          </p:nvCxnSpPr>
          <p:spPr>
            <a:xfrm flipH="1" rot="10800000">
              <a:off x="2708112" y="1846610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6" name="Google Shape;2076;p88"/>
            <p:cNvCxnSpPr/>
            <p:nvPr/>
          </p:nvCxnSpPr>
          <p:spPr>
            <a:xfrm>
              <a:off x="2708112" y="2308231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77" name="Google Shape;2077;p88"/>
          <p:cNvSpPr txBox="1"/>
          <p:nvPr/>
        </p:nvSpPr>
        <p:spPr>
          <a:xfrm>
            <a:off x="986160" y="1191208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8" name="Google Shape;2078;p88"/>
          <p:cNvCxnSpPr/>
          <p:nvPr/>
        </p:nvCxnSpPr>
        <p:spPr>
          <a:xfrm flipH="1" rot="10800000">
            <a:off x="5014658" y="1388632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88"/>
          <p:cNvCxnSpPr/>
          <p:nvPr/>
        </p:nvCxnSpPr>
        <p:spPr>
          <a:xfrm>
            <a:off x="5014658" y="1644951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0" name="Google Shape;2080;p88"/>
          <p:cNvSpPr txBox="1"/>
          <p:nvPr/>
        </p:nvSpPr>
        <p:spPr>
          <a:xfrm>
            <a:off x="5577135" y="164200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88"/>
          <p:cNvSpPr txBox="1"/>
          <p:nvPr/>
        </p:nvSpPr>
        <p:spPr>
          <a:xfrm>
            <a:off x="5577131" y="1191220"/>
            <a:ext cx="1950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2" name="Google Shape;2082;p88"/>
          <p:cNvCxnSpPr/>
          <p:nvPr/>
        </p:nvCxnSpPr>
        <p:spPr>
          <a:xfrm flipH="1" rot="10800000">
            <a:off x="5014658" y="3338519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3" name="Google Shape;2083;p88"/>
          <p:cNvSpPr txBox="1"/>
          <p:nvPr/>
        </p:nvSpPr>
        <p:spPr>
          <a:xfrm>
            <a:off x="5577135" y="3591892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4" name="Google Shape;2084;p88"/>
          <p:cNvCxnSpPr/>
          <p:nvPr/>
        </p:nvCxnSpPr>
        <p:spPr>
          <a:xfrm>
            <a:off x="5014658" y="3594838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5" name="Google Shape;2085;p88"/>
          <p:cNvSpPr txBox="1"/>
          <p:nvPr/>
        </p:nvSpPr>
        <p:spPr>
          <a:xfrm>
            <a:off x="5577135" y="3141098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6" name="Google Shape;2086;p88"/>
          <p:cNvGrpSpPr/>
          <p:nvPr/>
        </p:nvGrpSpPr>
        <p:grpSpPr>
          <a:xfrm>
            <a:off x="2647153" y="3122226"/>
            <a:ext cx="1912035" cy="1719483"/>
            <a:chOff x="2189938" y="1239560"/>
            <a:chExt cx="1912035" cy="1446889"/>
          </a:xfrm>
        </p:grpSpPr>
        <p:cxnSp>
          <p:nvCxnSpPr>
            <p:cNvPr id="2087" name="Google Shape;2087;p88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8" name="Google Shape;2088;p88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9" name="Google Shape;2089;p88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88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91" name="Google Shape;2091;p88"/>
          <p:cNvCxnSpPr/>
          <p:nvPr/>
        </p:nvCxnSpPr>
        <p:spPr>
          <a:xfrm flipH="1" rot="10800000">
            <a:off x="5319458" y="2295655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2" name="Google Shape;2092;p88"/>
          <p:cNvSpPr txBox="1"/>
          <p:nvPr/>
        </p:nvSpPr>
        <p:spPr>
          <a:xfrm>
            <a:off x="5881935" y="2549027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3" name="Google Shape;2093;p88"/>
          <p:cNvCxnSpPr/>
          <p:nvPr/>
        </p:nvCxnSpPr>
        <p:spPr>
          <a:xfrm>
            <a:off x="5319458" y="2551974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4" name="Google Shape;2094;p88"/>
          <p:cNvSpPr txBox="1"/>
          <p:nvPr/>
        </p:nvSpPr>
        <p:spPr>
          <a:xfrm>
            <a:off x="5881935" y="209823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5" name="Google Shape;2095;p88"/>
          <p:cNvCxnSpPr/>
          <p:nvPr/>
        </p:nvCxnSpPr>
        <p:spPr>
          <a:xfrm flipH="1" rot="10800000">
            <a:off x="5319458" y="422293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6" name="Google Shape;2096;p88"/>
          <p:cNvSpPr txBox="1"/>
          <p:nvPr/>
        </p:nvSpPr>
        <p:spPr>
          <a:xfrm>
            <a:off x="5881935" y="4476309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7" name="Google Shape;2097;p88"/>
          <p:cNvCxnSpPr/>
          <p:nvPr/>
        </p:nvCxnSpPr>
        <p:spPr>
          <a:xfrm>
            <a:off x="5319458" y="447925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88"/>
          <p:cNvSpPr txBox="1"/>
          <p:nvPr/>
        </p:nvSpPr>
        <p:spPr>
          <a:xfrm>
            <a:off x="5881935" y="4025515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88"/>
          <p:cNvSpPr txBox="1"/>
          <p:nvPr/>
        </p:nvSpPr>
        <p:spPr>
          <a:xfrm>
            <a:off x="1583150" y="174410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11, 13, 15, 17, 19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88"/>
          <p:cNvSpPr txBox="1"/>
          <p:nvPr/>
        </p:nvSpPr>
        <p:spPr>
          <a:xfrm>
            <a:off x="1583150" y="367515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10, 12, 14, 16, 18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1" name="Google Shape;2101;p88"/>
          <p:cNvSpPr/>
          <p:nvPr/>
        </p:nvSpPr>
        <p:spPr>
          <a:xfrm>
            <a:off x="4367800" y="2263001"/>
            <a:ext cx="657900" cy="5289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2" name="Google Shape;2102;p88"/>
          <p:cNvGrpSpPr/>
          <p:nvPr/>
        </p:nvGrpSpPr>
        <p:grpSpPr>
          <a:xfrm>
            <a:off x="4575387" y="2406077"/>
            <a:ext cx="242727" cy="242727"/>
            <a:chOff x="1020916" y="1442088"/>
            <a:chExt cx="457200" cy="457200"/>
          </a:xfrm>
        </p:grpSpPr>
        <p:pic>
          <p:nvPicPr>
            <p:cNvPr id="2103" name="Google Shape;2103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4" name="Google Shape;210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5" name="Google Shape;2105;p88"/>
          <p:cNvSpPr/>
          <p:nvPr/>
        </p:nvSpPr>
        <p:spPr>
          <a:xfrm>
            <a:off x="3877496" y="3276041"/>
            <a:ext cx="657900" cy="5289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6" name="Google Shape;2106;p88"/>
          <p:cNvGrpSpPr/>
          <p:nvPr/>
        </p:nvGrpSpPr>
        <p:grpSpPr>
          <a:xfrm>
            <a:off x="4085083" y="3419118"/>
            <a:ext cx="242727" cy="242727"/>
            <a:chOff x="1020916" y="1442088"/>
            <a:chExt cx="457200" cy="457200"/>
          </a:xfrm>
        </p:grpSpPr>
        <p:pic>
          <p:nvPicPr>
            <p:cNvPr id="2107" name="Google Shape;2107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8" name="Google Shape;2108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9" name="Google Shape;2109;p88"/>
          <p:cNvSpPr/>
          <p:nvPr/>
        </p:nvSpPr>
        <p:spPr>
          <a:xfrm>
            <a:off x="4367800" y="4204041"/>
            <a:ext cx="657900" cy="5289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0" name="Google Shape;2110;p88"/>
          <p:cNvGrpSpPr/>
          <p:nvPr/>
        </p:nvGrpSpPr>
        <p:grpSpPr>
          <a:xfrm>
            <a:off x="4575387" y="4347118"/>
            <a:ext cx="242727" cy="242727"/>
            <a:chOff x="1020916" y="1442088"/>
            <a:chExt cx="457200" cy="457200"/>
          </a:xfrm>
        </p:grpSpPr>
        <p:pic>
          <p:nvPicPr>
            <p:cNvPr id="2111" name="Google Shape;2111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2" name="Google Shape;2112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13" name="Google Shape;2113;p88"/>
          <p:cNvCxnSpPr/>
          <p:nvPr/>
        </p:nvCxnSpPr>
        <p:spPr>
          <a:xfrm>
            <a:off x="324450" y="1219750"/>
            <a:ext cx="84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89"/>
          <p:cNvSpPr txBox="1"/>
          <p:nvPr/>
        </p:nvSpPr>
        <p:spPr>
          <a:xfrm>
            <a:off x="4375725" y="2291475"/>
            <a:ext cx="642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9" name="Google Shape;2119;p89"/>
          <p:cNvSpPr txBox="1"/>
          <p:nvPr/>
        </p:nvSpPr>
        <p:spPr>
          <a:xfrm>
            <a:off x="3862875" y="1313250"/>
            <a:ext cx="82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89"/>
          <p:cNvSpPr txBox="1"/>
          <p:nvPr/>
        </p:nvSpPr>
        <p:spPr>
          <a:xfrm>
            <a:off x="324000" y="6135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will roll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10-sided dice with integers from 10 to 19.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box would contain no outcomes?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grpSp>
        <p:nvGrpSpPr>
          <p:cNvPr id="2122" name="Google Shape;2122;p89"/>
          <p:cNvGrpSpPr/>
          <p:nvPr/>
        </p:nvGrpSpPr>
        <p:grpSpPr>
          <a:xfrm>
            <a:off x="2647153" y="1191176"/>
            <a:ext cx="1912035" cy="1719483"/>
            <a:chOff x="2189938" y="1239560"/>
            <a:chExt cx="1912035" cy="1446889"/>
          </a:xfrm>
        </p:grpSpPr>
        <p:cxnSp>
          <p:nvCxnSpPr>
            <p:cNvPr id="2123" name="Google Shape;2123;p89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4" name="Google Shape;2124;p89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25" name="Google Shape;2125;p89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6" name="Google Shape;2126;p89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7" name="Google Shape;2127;p89"/>
          <p:cNvSpPr txBox="1"/>
          <p:nvPr/>
        </p:nvSpPr>
        <p:spPr>
          <a:xfrm>
            <a:off x="986160" y="3122249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8" name="Google Shape;2128;p89"/>
          <p:cNvGrpSpPr/>
          <p:nvPr/>
        </p:nvGrpSpPr>
        <p:grpSpPr>
          <a:xfrm>
            <a:off x="591047" y="2036859"/>
            <a:ext cx="370391" cy="1956119"/>
            <a:chOff x="2708112" y="1846610"/>
            <a:chExt cx="610200" cy="822521"/>
          </a:xfrm>
        </p:grpSpPr>
        <p:cxnSp>
          <p:nvCxnSpPr>
            <p:cNvPr id="2129" name="Google Shape;2129;p89"/>
            <p:cNvCxnSpPr/>
            <p:nvPr/>
          </p:nvCxnSpPr>
          <p:spPr>
            <a:xfrm flipH="1" rot="10800000">
              <a:off x="2708112" y="1846610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0" name="Google Shape;2130;p89"/>
            <p:cNvCxnSpPr/>
            <p:nvPr/>
          </p:nvCxnSpPr>
          <p:spPr>
            <a:xfrm>
              <a:off x="2708112" y="2308231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31" name="Google Shape;2131;p89"/>
          <p:cNvSpPr txBox="1"/>
          <p:nvPr/>
        </p:nvSpPr>
        <p:spPr>
          <a:xfrm>
            <a:off x="986160" y="1191208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2" name="Google Shape;2132;p89"/>
          <p:cNvCxnSpPr/>
          <p:nvPr/>
        </p:nvCxnSpPr>
        <p:spPr>
          <a:xfrm flipH="1" rot="10800000">
            <a:off x="5014658" y="1388632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89"/>
          <p:cNvCxnSpPr/>
          <p:nvPr/>
        </p:nvCxnSpPr>
        <p:spPr>
          <a:xfrm>
            <a:off x="5014658" y="1644951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89"/>
          <p:cNvSpPr txBox="1"/>
          <p:nvPr/>
        </p:nvSpPr>
        <p:spPr>
          <a:xfrm>
            <a:off x="5577135" y="164200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89"/>
          <p:cNvSpPr txBox="1"/>
          <p:nvPr/>
        </p:nvSpPr>
        <p:spPr>
          <a:xfrm>
            <a:off x="5577131" y="1191220"/>
            <a:ext cx="1950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6" name="Google Shape;2136;p89"/>
          <p:cNvCxnSpPr/>
          <p:nvPr/>
        </p:nvCxnSpPr>
        <p:spPr>
          <a:xfrm flipH="1" rot="10800000">
            <a:off x="5014658" y="3338519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7" name="Google Shape;2137;p89"/>
          <p:cNvSpPr txBox="1"/>
          <p:nvPr/>
        </p:nvSpPr>
        <p:spPr>
          <a:xfrm>
            <a:off x="5577135" y="3591892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8" name="Google Shape;2138;p89"/>
          <p:cNvCxnSpPr/>
          <p:nvPr/>
        </p:nvCxnSpPr>
        <p:spPr>
          <a:xfrm>
            <a:off x="5014658" y="3594838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89"/>
          <p:cNvSpPr txBox="1"/>
          <p:nvPr/>
        </p:nvSpPr>
        <p:spPr>
          <a:xfrm>
            <a:off x="5577135" y="3141098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0" name="Google Shape;2140;p89"/>
          <p:cNvGrpSpPr/>
          <p:nvPr/>
        </p:nvGrpSpPr>
        <p:grpSpPr>
          <a:xfrm>
            <a:off x="2647153" y="3122226"/>
            <a:ext cx="1912035" cy="1719483"/>
            <a:chOff x="2189938" y="1239560"/>
            <a:chExt cx="1912035" cy="1446889"/>
          </a:xfrm>
        </p:grpSpPr>
        <p:cxnSp>
          <p:nvCxnSpPr>
            <p:cNvPr id="2141" name="Google Shape;2141;p89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2" name="Google Shape;2142;p89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3" name="Google Shape;2143;p89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4" name="Google Shape;2144;p89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45" name="Google Shape;2145;p89"/>
          <p:cNvCxnSpPr/>
          <p:nvPr/>
        </p:nvCxnSpPr>
        <p:spPr>
          <a:xfrm flipH="1" rot="10800000">
            <a:off x="5319458" y="2295655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6" name="Google Shape;2146;p89"/>
          <p:cNvSpPr txBox="1"/>
          <p:nvPr/>
        </p:nvSpPr>
        <p:spPr>
          <a:xfrm>
            <a:off x="5881935" y="2549027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7" name="Google Shape;2147;p89"/>
          <p:cNvCxnSpPr/>
          <p:nvPr/>
        </p:nvCxnSpPr>
        <p:spPr>
          <a:xfrm>
            <a:off x="5319458" y="2551974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8" name="Google Shape;2148;p89"/>
          <p:cNvSpPr txBox="1"/>
          <p:nvPr/>
        </p:nvSpPr>
        <p:spPr>
          <a:xfrm>
            <a:off x="5881935" y="209823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9" name="Google Shape;2149;p89"/>
          <p:cNvCxnSpPr/>
          <p:nvPr/>
        </p:nvCxnSpPr>
        <p:spPr>
          <a:xfrm flipH="1" rot="10800000">
            <a:off x="5319458" y="422293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0" name="Google Shape;2150;p89"/>
          <p:cNvSpPr txBox="1"/>
          <p:nvPr/>
        </p:nvSpPr>
        <p:spPr>
          <a:xfrm>
            <a:off x="5881935" y="4476309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1" name="Google Shape;2151;p89"/>
          <p:cNvCxnSpPr/>
          <p:nvPr/>
        </p:nvCxnSpPr>
        <p:spPr>
          <a:xfrm>
            <a:off x="5319458" y="447925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2" name="Google Shape;2152;p89"/>
          <p:cNvSpPr txBox="1"/>
          <p:nvPr/>
        </p:nvSpPr>
        <p:spPr>
          <a:xfrm>
            <a:off x="5881935" y="4025515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89"/>
          <p:cNvSpPr txBox="1"/>
          <p:nvPr/>
        </p:nvSpPr>
        <p:spPr>
          <a:xfrm>
            <a:off x="1583150" y="174410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11, 13, 15, 17, 19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89"/>
          <p:cNvSpPr txBox="1"/>
          <p:nvPr/>
        </p:nvSpPr>
        <p:spPr>
          <a:xfrm>
            <a:off x="1583150" y="367515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10, 12, 14, 16, 18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89"/>
          <p:cNvSpPr/>
          <p:nvPr/>
        </p:nvSpPr>
        <p:spPr>
          <a:xfrm>
            <a:off x="4367800" y="2263001"/>
            <a:ext cx="657900" cy="5289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6" name="Google Shape;215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458" y="33266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89"/>
          <p:cNvSpPr/>
          <p:nvPr/>
        </p:nvSpPr>
        <p:spPr>
          <a:xfrm>
            <a:off x="4366300" y="4049100"/>
            <a:ext cx="953100" cy="767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89"/>
          <p:cNvSpPr txBox="1"/>
          <p:nvPr/>
        </p:nvSpPr>
        <p:spPr>
          <a:xfrm>
            <a:off x="4377826" y="4214669"/>
            <a:ext cx="9303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10, 12, 14, 16, 18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9" name="Google Shape;2159;p89"/>
          <p:cNvSpPr/>
          <p:nvPr/>
        </p:nvSpPr>
        <p:spPr>
          <a:xfrm>
            <a:off x="3877496" y="3276041"/>
            <a:ext cx="657900" cy="5289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0" name="Google Shape;2160;p89"/>
          <p:cNvCxnSpPr/>
          <p:nvPr/>
        </p:nvCxnSpPr>
        <p:spPr>
          <a:xfrm>
            <a:off x="324450" y="1219750"/>
            <a:ext cx="84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90"/>
          <p:cNvSpPr txBox="1"/>
          <p:nvPr/>
        </p:nvSpPr>
        <p:spPr>
          <a:xfrm>
            <a:off x="3862875" y="1313250"/>
            <a:ext cx="82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90"/>
          <p:cNvSpPr txBox="1"/>
          <p:nvPr/>
        </p:nvSpPr>
        <p:spPr>
          <a:xfrm>
            <a:off x="324000" y="6135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will roll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10-sided dice with integers from 10 to 19.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outcomes are there for the events: “even and a multiple of 4”?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grpSp>
        <p:nvGrpSpPr>
          <p:cNvPr id="2168" name="Google Shape;2168;p90"/>
          <p:cNvGrpSpPr/>
          <p:nvPr/>
        </p:nvGrpSpPr>
        <p:grpSpPr>
          <a:xfrm>
            <a:off x="2647153" y="1191176"/>
            <a:ext cx="1912035" cy="1719483"/>
            <a:chOff x="2189938" y="1239560"/>
            <a:chExt cx="1912035" cy="1446889"/>
          </a:xfrm>
        </p:grpSpPr>
        <p:cxnSp>
          <p:nvCxnSpPr>
            <p:cNvPr id="2169" name="Google Shape;2169;p90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0" name="Google Shape;2170;p90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71" name="Google Shape;2171;p90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2" name="Google Shape;2172;p90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3" name="Google Shape;2173;p90"/>
          <p:cNvSpPr txBox="1"/>
          <p:nvPr/>
        </p:nvSpPr>
        <p:spPr>
          <a:xfrm>
            <a:off x="986160" y="3122249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4" name="Google Shape;2174;p90"/>
          <p:cNvGrpSpPr/>
          <p:nvPr/>
        </p:nvGrpSpPr>
        <p:grpSpPr>
          <a:xfrm>
            <a:off x="591047" y="2036859"/>
            <a:ext cx="370391" cy="1956119"/>
            <a:chOff x="2708112" y="1846610"/>
            <a:chExt cx="610200" cy="822521"/>
          </a:xfrm>
        </p:grpSpPr>
        <p:cxnSp>
          <p:nvCxnSpPr>
            <p:cNvPr id="2175" name="Google Shape;2175;p90"/>
            <p:cNvCxnSpPr/>
            <p:nvPr/>
          </p:nvCxnSpPr>
          <p:spPr>
            <a:xfrm flipH="1" rot="10800000">
              <a:off x="2708112" y="1846610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6" name="Google Shape;2176;p90"/>
            <p:cNvCxnSpPr/>
            <p:nvPr/>
          </p:nvCxnSpPr>
          <p:spPr>
            <a:xfrm>
              <a:off x="2708112" y="2308231"/>
              <a:ext cx="610200" cy="360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7" name="Google Shape;2177;p90"/>
          <p:cNvSpPr txBox="1"/>
          <p:nvPr/>
        </p:nvSpPr>
        <p:spPr>
          <a:xfrm>
            <a:off x="986160" y="1191208"/>
            <a:ext cx="84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8" name="Google Shape;2178;p90"/>
          <p:cNvCxnSpPr/>
          <p:nvPr/>
        </p:nvCxnSpPr>
        <p:spPr>
          <a:xfrm flipH="1" rot="10800000">
            <a:off x="5014658" y="1388632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9" name="Google Shape;2179;p90"/>
          <p:cNvCxnSpPr/>
          <p:nvPr/>
        </p:nvCxnSpPr>
        <p:spPr>
          <a:xfrm>
            <a:off x="5014658" y="1644951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90"/>
          <p:cNvSpPr txBox="1"/>
          <p:nvPr/>
        </p:nvSpPr>
        <p:spPr>
          <a:xfrm>
            <a:off x="5577135" y="164200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90"/>
          <p:cNvSpPr txBox="1"/>
          <p:nvPr/>
        </p:nvSpPr>
        <p:spPr>
          <a:xfrm>
            <a:off x="5577131" y="1191220"/>
            <a:ext cx="1950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2" name="Google Shape;2182;p90"/>
          <p:cNvCxnSpPr/>
          <p:nvPr/>
        </p:nvCxnSpPr>
        <p:spPr>
          <a:xfrm flipH="1" rot="10800000">
            <a:off x="5014658" y="3338519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90"/>
          <p:cNvSpPr txBox="1"/>
          <p:nvPr/>
        </p:nvSpPr>
        <p:spPr>
          <a:xfrm>
            <a:off x="5577135" y="3591892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4" name="Google Shape;2184;p90"/>
          <p:cNvCxnSpPr/>
          <p:nvPr/>
        </p:nvCxnSpPr>
        <p:spPr>
          <a:xfrm>
            <a:off x="5014658" y="3594838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5" name="Google Shape;2185;p90"/>
          <p:cNvSpPr txBox="1"/>
          <p:nvPr/>
        </p:nvSpPr>
        <p:spPr>
          <a:xfrm>
            <a:off x="5577135" y="3141098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6" name="Google Shape;2186;p90"/>
          <p:cNvCxnSpPr/>
          <p:nvPr/>
        </p:nvCxnSpPr>
        <p:spPr>
          <a:xfrm flipH="1" rot="10800000">
            <a:off x="5319458" y="2295655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7" name="Google Shape;2187;p90"/>
          <p:cNvSpPr txBox="1"/>
          <p:nvPr/>
        </p:nvSpPr>
        <p:spPr>
          <a:xfrm>
            <a:off x="5881935" y="2549027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8" name="Google Shape;2188;p90"/>
          <p:cNvCxnSpPr/>
          <p:nvPr/>
        </p:nvCxnSpPr>
        <p:spPr>
          <a:xfrm>
            <a:off x="5319458" y="2551974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9" name="Google Shape;2189;p90"/>
          <p:cNvSpPr txBox="1"/>
          <p:nvPr/>
        </p:nvSpPr>
        <p:spPr>
          <a:xfrm>
            <a:off x="5881935" y="2098234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0" name="Google Shape;2190;p90"/>
          <p:cNvGrpSpPr/>
          <p:nvPr/>
        </p:nvGrpSpPr>
        <p:grpSpPr>
          <a:xfrm>
            <a:off x="2647153" y="3122226"/>
            <a:ext cx="1912035" cy="1719483"/>
            <a:chOff x="2189938" y="1239560"/>
            <a:chExt cx="1912035" cy="1446889"/>
          </a:xfrm>
        </p:grpSpPr>
        <p:cxnSp>
          <p:nvCxnSpPr>
            <p:cNvPr id="2191" name="Google Shape;2191;p90"/>
            <p:cNvCxnSpPr/>
            <p:nvPr/>
          </p:nvCxnSpPr>
          <p:spPr>
            <a:xfrm flipH="1" rot="10800000">
              <a:off x="2189938" y="157469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2" name="Google Shape;2192;p90"/>
            <p:cNvCxnSpPr/>
            <p:nvPr/>
          </p:nvCxnSpPr>
          <p:spPr>
            <a:xfrm>
              <a:off x="2189938" y="2010163"/>
              <a:ext cx="470400" cy="3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3" name="Google Shape;2193;p90"/>
            <p:cNvSpPr txBox="1"/>
            <p:nvPr/>
          </p:nvSpPr>
          <p:spPr>
            <a:xfrm>
              <a:off x="2686573" y="2005149"/>
              <a:ext cx="14154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4" name="Google Shape;2194;p90"/>
            <p:cNvSpPr txBox="1"/>
            <p:nvPr/>
          </p:nvSpPr>
          <p:spPr>
            <a:xfrm>
              <a:off x="2686559" y="1239560"/>
              <a:ext cx="869100" cy="6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prime: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95" name="Google Shape;2195;p90"/>
          <p:cNvCxnSpPr/>
          <p:nvPr/>
        </p:nvCxnSpPr>
        <p:spPr>
          <a:xfrm flipH="1" rot="10800000">
            <a:off x="5319458" y="422293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6" name="Google Shape;2196;p90"/>
          <p:cNvSpPr txBox="1"/>
          <p:nvPr/>
        </p:nvSpPr>
        <p:spPr>
          <a:xfrm>
            <a:off x="5881935" y="4476309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7" name="Google Shape;2197;p90"/>
          <p:cNvCxnSpPr/>
          <p:nvPr/>
        </p:nvCxnSpPr>
        <p:spPr>
          <a:xfrm>
            <a:off x="5319458" y="4479256"/>
            <a:ext cx="473400" cy="20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8" name="Google Shape;2198;p90"/>
          <p:cNvSpPr txBox="1"/>
          <p:nvPr/>
        </p:nvSpPr>
        <p:spPr>
          <a:xfrm>
            <a:off x="5881935" y="4025515"/>
            <a:ext cx="1951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90"/>
          <p:cNvSpPr txBox="1"/>
          <p:nvPr/>
        </p:nvSpPr>
        <p:spPr>
          <a:xfrm>
            <a:off x="1583150" y="174410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11, 13, 15, 17, 19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90"/>
          <p:cNvSpPr txBox="1"/>
          <p:nvPr/>
        </p:nvSpPr>
        <p:spPr>
          <a:xfrm>
            <a:off x="1583150" y="3675150"/>
            <a:ext cx="100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10, 12, 14, 16, 18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90"/>
          <p:cNvSpPr txBox="1"/>
          <p:nvPr/>
        </p:nvSpPr>
        <p:spPr>
          <a:xfrm>
            <a:off x="4364076" y="4214675"/>
            <a:ext cx="955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10, 12, 14, 16, 18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90"/>
          <p:cNvSpPr txBox="1"/>
          <p:nvPr/>
        </p:nvSpPr>
        <p:spPr>
          <a:xfrm>
            <a:off x="4386574" y="2271948"/>
            <a:ext cx="642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90"/>
          <p:cNvSpPr txBox="1"/>
          <p:nvPr/>
        </p:nvSpPr>
        <p:spPr>
          <a:xfrm>
            <a:off x="7425824" y="4052900"/>
            <a:ext cx="743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12, 16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04" name="Google Shape;2204;p90"/>
          <p:cNvCxnSpPr/>
          <p:nvPr/>
        </p:nvCxnSpPr>
        <p:spPr>
          <a:xfrm>
            <a:off x="324450" y="1219750"/>
            <a:ext cx="84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5" name="Google Shape;2205;p90"/>
          <p:cNvSpPr txBox="1"/>
          <p:nvPr/>
        </p:nvSpPr>
        <p:spPr>
          <a:xfrm>
            <a:off x="324001" y="4408832"/>
            <a:ext cx="247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two outcomes.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91"/>
          <p:cNvSpPr txBox="1"/>
          <p:nvPr/>
        </p:nvSpPr>
        <p:spPr>
          <a:xfrm>
            <a:off x="1469125" y="2193000"/>
            <a:ext cx="1341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20, 22, 24, 26, 28, 30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2212" name="Google Shape;2212;p91"/>
          <p:cNvCxnSpPr/>
          <p:nvPr/>
        </p:nvCxnSpPr>
        <p:spPr>
          <a:xfrm flipH="1" rot="10800000">
            <a:off x="5776723" y="2058590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91"/>
          <p:cNvCxnSpPr/>
          <p:nvPr/>
        </p:nvCxnSpPr>
        <p:spPr>
          <a:xfrm>
            <a:off x="5776723" y="224695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4" name="Google Shape;2214;p91"/>
          <p:cNvSpPr txBox="1"/>
          <p:nvPr/>
        </p:nvSpPr>
        <p:spPr>
          <a:xfrm>
            <a:off x="6339195" y="2244787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91"/>
          <p:cNvSpPr txBox="1"/>
          <p:nvPr/>
        </p:nvSpPr>
        <p:spPr>
          <a:xfrm>
            <a:off x="6339193" y="1913780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6" name="Google Shape;2216;p91"/>
          <p:cNvCxnSpPr/>
          <p:nvPr/>
        </p:nvCxnSpPr>
        <p:spPr>
          <a:xfrm flipH="1" rot="10800000">
            <a:off x="5776723" y="27374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91"/>
          <p:cNvCxnSpPr/>
          <p:nvPr/>
        </p:nvCxnSpPr>
        <p:spPr>
          <a:xfrm>
            <a:off x="5776723" y="29258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8" name="Google Shape;2218;p91"/>
          <p:cNvSpPr txBox="1"/>
          <p:nvPr/>
        </p:nvSpPr>
        <p:spPr>
          <a:xfrm>
            <a:off x="6339195" y="29236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91"/>
          <p:cNvSpPr txBox="1"/>
          <p:nvPr/>
        </p:nvSpPr>
        <p:spPr>
          <a:xfrm>
            <a:off x="6339193" y="25926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0" name="Google Shape;2220;p91"/>
          <p:cNvCxnSpPr/>
          <p:nvPr/>
        </p:nvCxnSpPr>
        <p:spPr>
          <a:xfrm flipH="1" rot="10800000">
            <a:off x="5776723" y="341630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1" name="Google Shape;2221;p91"/>
          <p:cNvCxnSpPr/>
          <p:nvPr/>
        </p:nvCxnSpPr>
        <p:spPr>
          <a:xfrm>
            <a:off x="5776723" y="360466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2" name="Google Shape;2222;p91"/>
          <p:cNvSpPr txBox="1"/>
          <p:nvPr/>
        </p:nvSpPr>
        <p:spPr>
          <a:xfrm>
            <a:off x="6339195" y="360250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91"/>
          <p:cNvSpPr txBox="1"/>
          <p:nvPr/>
        </p:nvSpPr>
        <p:spPr>
          <a:xfrm>
            <a:off x="6339193" y="327149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4" name="Google Shape;2224;p91"/>
          <p:cNvCxnSpPr/>
          <p:nvPr/>
        </p:nvCxnSpPr>
        <p:spPr>
          <a:xfrm flipH="1" rot="10800000">
            <a:off x="5776723" y="40951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5" name="Google Shape;2225;p91"/>
          <p:cNvCxnSpPr/>
          <p:nvPr/>
        </p:nvCxnSpPr>
        <p:spPr>
          <a:xfrm>
            <a:off x="5776723" y="42835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6" name="Google Shape;2226;p91"/>
          <p:cNvSpPr txBox="1"/>
          <p:nvPr/>
        </p:nvSpPr>
        <p:spPr>
          <a:xfrm>
            <a:off x="6339195" y="42813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91"/>
          <p:cNvSpPr txBox="1"/>
          <p:nvPr/>
        </p:nvSpPr>
        <p:spPr>
          <a:xfrm>
            <a:off x="6339193" y="39503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8" name="Google Shape;2228;p91"/>
          <p:cNvCxnSpPr/>
          <p:nvPr/>
        </p:nvCxnSpPr>
        <p:spPr>
          <a:xfrm flipH="1" rot="10800000">
            <a:off x="3051098" y="2224185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91"/>
          <p:cNvCxnSpPr/>
          <p:nvPr/>
        </p:nvCxnSpPr>
        <p:spPr>
          <a:xfrm>
            <a:off x="3051098" y="2607534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0" name="Google Shape;2230;p91"/>
          <p:cNvSpPr txBox="1"/>
          <p:nvPr/>
        </p:nvSpPr>
        <p:spPr>
          <a:xfrm>
            <a:off x="3613570" y="2603126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91"/>
          <p:cNvSpPr txBox="1"/>
          <p:nvPr/>
        </p:nvSpPr>
        <p:spPr>
          <a:xfrm>
            <a:off x="3613568" y="1928806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2" name="Google Shape;2232;p91"/>
          <p:cNvCxnSpPr/>
          <p:nvPr/>
        </p:nvCxnSpPr>
        <p:spPr>
          <a:xfrm flipH="1" rot="10800000">
            <a:off x="3051098" y="3581910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3" name="Google Shape;2233;p91"/>
          <p:cNvCxnSpPr/>
          <p:nvPr/>
        </p:nvCxnSpPr>
        <p:spPr>
          <a:xfrm>
            <a:off x="3051098" y="3965259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4" name="Google Shape;2234;p91"/>
          <p:cNvSpPr txBox="1"/>
          <p:nvPr/>
        </p:nvSpPr>
        <p:spPr>
          <a:xfrm>
            <a:off x="3613570" y="3960851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91"/>
          <p:cNvSpPr txBox="1"/>
          <p:nvPr/>
        </p:nvSpPr>
        <p:spPr>
          <a:xfrm>
            <a:off x="3613568" y="3286531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6" name="Google Shape;2236;p91"/>
          <p:cNvCxnSpPr/>
          <p:nvPr/>
        </p:nvCxnSpPr>
        <p:spPr>
          <a:xfrm flipH="1" rot="10800000">
            <a:off x="412490" y="2571995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7" name="Google Shape;2237;p91"/>
          <p:cNvCxnSpPr/>
          <p:nvPr/>
        </p:nvCxnSpPr>
        <p:spPr>
          <a:xfrm>
            <a:off x="412490" y="3326732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91"/>
          <p:cNvSpPr txBox="1"/>
          <p:nvPr/>
        </p:nvSpPr>
        <p:spPr>
          <a:xfrm>
            <a:off x="974961" y="3318057"/>
            <a:ext cx="941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91"/>
          <p:cNvSpPr txBox="1"/>
          <p:nvPr/>
        </p:nvSpPr>
        <p:spPr>
          <a:xfrm>
            <a:off x="974960" y="1990872"/>
            <a:ext cx="941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91"/>
          <p:cNvSpPr/>
          <p:nvPr/>
        </p:nvSpPr>
        <p:spPr>
          <a:xfrm>
            <a:off x="1469125" y="2193000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91"/>
          <p:cNvSpPr/>
          <p:nvPr/>
        </p:nvSpPr>
        <p:spPr>
          <a:xfrm>
            <a:off x="1469125" y="3517201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91"/>
          <p:cNvSpPr/>
          <p:nvPr/>
        </p:nvSpPr>
        <p:spPr>
          <a:xfrm>
            <a:off x="3979675" y="1948654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91"/>
          <p:cNvSpPr/>
          <p:nvPr/>
        </p:nvSpPr>
        <p:spPr>
          <a:xfrm>
            <a:off x="4287100" y="2631479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91"/>
          <p:cNvSpPr/>
          <p:nvPr/>
        </p:nvSpPr>
        <p:spPr>
          <a:xfrm>
            <a:off x="3979675" y="3312719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91"/>
          <p:cNvSpPr/>
          <p:nvPr/>
        </p:nvSpPr>
        <p:spPr>
          <a:xfrm>
            <a:off x="4287100" y="3995544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91"/>
          <p:cNvSpPr/>
          <p:nvPr/>
        </p:nvSpPr>
        <p:spPr>
          <a:xfrm>
            <a:off x="6815425" y="190795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91"/>
          <p:cNvSpPr/>
          <p:nvPr/>
        </p:nvSpPr>
        <p:spPr>
          <a:xfrm>
            <a:off x="7182508" y="224747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91"/>
          <p:cNvSpPr/>
          <p:nvPr/>
        </p:nvSpPr>
        <p:spPr>
          <a:xfrm>
            <a:off x="6815425" y="258972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91"/>
          <p:cNvSpPr/>
          <p:nvPr/>
        </p:nvSpPr>
        <p:spPr>
          <a:xfrm>
            <a:off x="7182508" y="2929250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91"/>
          <p:cNvSpPr/>
          <p:nvPr/>
        </p:nvSpPr>
        <p:spPr>
          <a:xfrm>
            <a:off x="6815425" y="326150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91"/>
          <p:cNvSpPr/>
          <p:nvPr/>
        </p:nvSpPr>
        <p:spPr>
          <a:xfrm>
            <a:off x="7182508" y="360102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2" name="Google Shape;2252;p91"/>
          <p:cNvSpPr/>
          <p:nvPr/>
        </p:nvSpPr>
        <p:spPr>
          <a:xfrm>
            <a:off x="6815425" y="393327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91"/>
          <p:cNvSpPr/>
          <p:nvPr/>
        </p:nvSpPr>
        <p:spPr>
          <a:xfrm>
            <a:off x="7182508" y="4272800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91"/>
          <p:cNvSpPr txBox="1"/>
          <p:nvPr/>
        </p:nvSpPr>
        <p:spPr>
          <a:xfrm>
            <a:off x="324000" y="61350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Sam will spin a spinner with the integers from 20 – 30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considers the events that the spinner lands on an even number, a multiple of 3 (m3) and a factor of 100 (f100).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blanks for this outcome tree with outcomes from this spinner.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2260" name="Google Shape;2260;p92"/>
          <p:cNvCxnSpPr/>
          <p:nvPr/>
        </p:nvCxnSpPr>
        <p:spPr>
          <a:xfrm flipH="1" rot="10800000">
            <a:off x="5776723" y="2058590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92"/>
          <p:cNvCxnSpPr/>
          <p:nvPr/>
        </p:nvCxnSpPr>
        <p:spPr>
          <a:xfrm>
            <a:off x="5776723" y="224695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2" name="Google Shape;2262;p92"/>
          <p:cNvSpPr txBox="1"/>
          <p:nvPr/>
        </p:nvSpPr>
        <p:spPr>
          <a:xfrm>
            <a:off x="6339195" y="2244787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92"/>
          <p:cNvSpPr txBox="1"/>
          <p:nvPr/>
        </p:nvSpPr>
        <p:spPr>
          <a:xfrm>
            <a:off x="6339193" y="1913780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4" name="Google Shape;2264;p92"/>
          <p:cNvCxnSpPr/>
          <p:nvPr/>
        </p:nvCxnSpPr>
        <p:spPr>
          <a:xfrm flipH="1" rot="10800000">
            <a:off x="5776723" y="27374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5" name="Google Shape;2265;p92"/>
          <p:cNvSpPr txBox="1"/>
          <p:nvPr/>
        </p:nvSpPr>
        <p:spPr>
          <a:xfrm>
            <a:off x="6339193" y="25926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6" name="Google Shape;2266;p92"/>
          <p:cNvCxnSpPr/>
          <p:nvPr/>
        </p:nvCxnSpPr>
        <p:spPr>
          <a:xfrm flipH="1" rot="10800000">
            <a:off x="3051098" y="2224185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92"/>
          <p:cNvCxnSpPr/>
          <p:nvPr/>
        </p:nvCxnSpPr>
        <p:spPr>
          <a:xfrm>
            <a:off x="3051098" y="2607534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92"/>
          <p:cNvSpPr txBox="1"/>
          <p:nvPr/>
        </p:nvSpPr>
        <p:spPr>
          <a:xfrm>
            <a:off x="3613570" y="2603126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92"/>
          <p:cNvSpPr txBox="1"/>
          <p:nvPr/>
        </p:nvSpPr>
        <p:spPr>
          <a:xfrm>
            <a:off x="3613568" y="1928806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0" name="Google Shape;2270;p92"/>
          <p:cNvCxnSpPr/>
          <p:nvPr/>
        </p:nvCxnSpPr>
        <p:spPr>
          <a:xfrm flipH="1" rot="10800000">
            <a:off x="3051098" y="3581910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1" name="Google Shape;2271;p92"/>
          <p:cNvSpPr txBox="1"/>
          <p:nvPr/>
        </p:nvSpPr>
        <p:spPr>
          <a:xfrm>
            <a:off x="3613568" y="3286531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2" name="Google Shape;2272;p92"/>
          <p:cNvCxnSpPr/>
          <p:nvPr/>
        </p:nvCxnSpPr>
        <p:spPr>
          <a:xfrm flipH="1" rot="10800000">
            <a:off x="412490" y="2571995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92"/>
          <p:cNvCxnSpPr/>
          <p:nvPr/>
        </p:nvCxnSpPr>
        <p:spPr>
          <a:xfrm>
            <a:off x="412490" y="3326732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4" name="Google Shape;2274;p92"/>
          <p:cNvSpPr txBox="1"/>
          <p:nvPr/>
        </p:nvSpPr>
        <p:spPr>
          <a:xfrm>
            <a:off x="974961" y="3318057"/>
            <a:ext cx="941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 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92"/>
          <p:cNvSpPr txBox="1"/>
          <p:nvPr/>
        </p:nvSpPr>
        <p:spPr>
          <a:xfrm>
            <a:off x="974960" y="1990872"/>
            <a:ext cx="941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92"/>
          <p:cNvSpPr/>
          <p:nvPr/>
        </p:nvSpPr>
        <p:spPr>
          <a:xfrm>
            <a:off x="1469125" y="2193000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92"/>
          <p:cNvSpPr/>
          <p:nvPr/>
        </p:nvSpPr>
        <p:spPr>
          <a:xfrm>
            <a:off x="1469125" y="3232249"/>
            <a:ext cx="1341900" cy="134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92"/>
          <p:cNvSpPr/>
          <p:nvPr/>
        </p:nvSpPr>
        <p:spPr>
          <a:xfrm>
            <a:off x="3979675" y="1948654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9" name="Google Shape;2279;p92"/>
          <p:cNvSpPr/>
          <p:nvPr/>
        </p:nvSpPr>
        <p:spPr>
          <a:xfrm>
            <a:off x="4287100" y="2631479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0" name="Google Shape;2280;p92"/>
          <p:cNvSpPr/>
          <p:nvPr/>
        </p:nvSpPr>
        <p:spPr>
          <a:xfrm>
            <a:off x="3979675" y="3312719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1" name="Google Shape;2281;p92"/>
          <p:cNvSpPr/>
          <p:nvPr/>
        </p:nvSpPr>
        <p:spPr>
          <a:xfrm>
            <a:off x="6815425" y="190795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92"/>
          <p:cNvSpPr/>
          <p:nvPr/>
        </p:nvSpPr>
        <p:spPr>
          <a:xfrm>
            <a:off x="7182508" y="224747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92"/>
          <p:cNvSpPr/>
          <p:nvPr/>
        </p:nvSpPr>
        <p:spPr>
          <a:xfrm>
            <a:off x="6815425" y="258972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92"/>
          <p:cNvSpPr txBox="1"/>
          <p:nvPr/>
        </p:nvSpPr>
        <p:spPr>
          <a:xfrm>
            <a:off x="324000" y="61350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Lucas will spin a spinner with the integers from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25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considers the events that the spinner lands on a square number (s), a prime number (p), and a factor of 300 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blanks and complete this partial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93"/>
          <p:cNvSpPr txBox="1"/>
          <p:nvPr/>
        </p:nvSpPr>
        <p:spPr>
          <a:xfrm>
            <a:off x="324000" y="61350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Jun will spin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spinner with the integers from 0 to 15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considers the events that the spinner lands on a factor of 24 (f24), and a cube number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(c)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a two-digit number (2d).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2291" name="Google Shape;2291;p93"/>
          <p:cNvSpPr txBox="1"/>
          <p:nvPr/>
        </p:nvSpPr>
        <p:spPr>
          <a:xfrm>
            <a:off x="5168785" y="2048805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93"/>
          <p:cNvSpPr txBox="1"/>
          <p:nvPr/>
        </p:nvSpPr>
        <p:spPr>
          <a:xfrm>
            <a:off x="5168783" y="1717798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3" name="Google Shape;2293;p93"/>
          <p:cNvCxnSpPr/>
          <p:nvPr/>
        </p:nvCxnSpPr>
        <p:spPr>
          <a:xfrm flipH="1" rot="10800000">
            <a:off x="4606313" y="1862608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4" name="Google Shape;2294;p93"/>
          <p:cNvCxnSpPr/>
          <p:nvPr/>
        </p:nvCxnSpPr>
        <p:spPr>
          <a:xfrm>
            <a:off x="4606313" y="2050969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93"/>
          <p:cNvCxnSpPr/>
          <p:nvPr/>
        </p:nvCxnSpPr>
        <p:spPr>
          <a:xfrm flipH="1" rot="10800000">
            <a:off x="4987313" y="254147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6" name="Google Shape;2296;p93"/>
          <p:cNvSpPr txBox="1"/>
          <p:nvPr/>
        </p:nvSpPr>
        <p:spPr>
          <a:xfrm>
            <a:off x="5549783" y="2396661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93"/>
          <p:cNvSpPr/>
          <p:nvPr/>
        </p:nvSpPr>
        <p:spPr>
          <a:xfrm>
            <a:off x="5492615" y="1711968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93"/>
          <p:cNvSpPr/>
          <p:nvPr/>
        </p:nvSpPr>
        <p:spPr>
          <a:xfrm>
            <a:off x="5848389" y="2051493"/>
            <a:ext cx="21879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93"/>
          <p:cNvSpPr/>
          <p:nvPr/>
        </p:nvSpPr>
        <p:spPr>
          <a:xfrm>
            <a:off x="5873615" y="2393743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0" name="Google Shape;2300;p93"/>
          <p:cNvCxnSpPr/>
          <p:nvPr/>
        </p:nvCxnSpPr>
        <p:spPr>
          <a:xfrm flipH="1" rot="10800000">
            <a:off x="3875586" y="2024577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1" name="Google Shape;2301;p93"/>
          <p:cNvCxnSpPr/>
          <p:nvPr/>
        </p:nvCxnSpPr>
        <p:spPr>
          <a:xfrm>
            <a:off x="3875586" y="2411630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2" name="Google Shape;2302;p93"/>
          <p:cNvSpPr txBox="1"/>
          <p:nvPr/>
        </p:nvSpPr>
        <p:spPr>
          <a:xfrm>
            <a:off x="4438058" y="2407185"/>
            <a:ext cx="941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93"/>
          <p:cNvSpPr txBox="1"/>
          <p:nvPr/>
        </p:nvSpPr>
        <p:spPr>
          <a:xfrm>
            <a:off x="4438056" y="1727197"/>
            <a:ext cx="941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93"/>
          <p:cNvSpPr txBox="1"/>
          <p:nvPr/>
        </p:nvSpPr>
        <p:spPr>
          <a:xfrm>
            <a:off x="324000" y="1732325"/>
            <a:ext cx="2225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partial outcome tree and list the outcomes at the end of each branch.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Jun is looking out for?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5" name="Google Shape;2305;p93"/>
          <p:cNvCxnSpPr/>
          <p:nvPr/>
        </p:nvCxnSpPr>
        <p:spPr>
          <a:xfrm flipH="1" rot="10800000">
            <a:off x="2951036" y="2365974"/>
            <a:ext cx="473400" cy="59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6" name="Google Shape;2306;p93"/>
          <p:cNvSpPr txBox="1"/>
          <p:nvPr/>
        </p:nvSpPr>
        <p:spPr>
          <a:xfrm>
            <a:off x="3513507" y="1777779"/>
            <a:ext cx="9414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f24: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2312" name="Google Shape;2312;p94"/>
          <p:cNvSpPr txBox="1"/>
          <p:nvPr/>
        </p:nvSpPr>
        <p:spPr>
          <a:xfrm>
            <a:off x="324000" y="613500"/>
            <a:ext cx="8496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Sofia has a spinner with the following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{1, 3, 4, 5, 8, 10, 12, 20, 25, 27, 36}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will spin the spinner, and considers events that the spinner lands on an even number (e), a square number (s), a cube number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(c)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a triangular number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(t)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and fill in a four-layer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the outcomes of Sofia’s spinner.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that are even numbers are also both square and triangular?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95"/>
          <p:cNvSpPr txBox="1"/>
          <p:nvPr/>
        </p:nvSpPr>
        <p:spPr>
          <a:xfrm>
            <a:off x="1469125" y="3520100"/>
            <a:ext cx="1341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21, 23, 25, 27, 29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8" name="Google Shape;2318;p95"/>
          <p:cNvSpPr txBox="1"/>
          <p:nvPr/>
        </p:nvSpPr>
        <p:spPr>
          <a:xfrm>
            <a:off x="1469125" y="2193000"/>
            <a:ext cx="1341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20, 22, 24, 26, 28, 30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95"/>
          <p:cNvSpPr txBox="1"/>
          <p:nvPr/>
        </p:nvSpPr>
        <p:spPr>
          <a:xfrm>
            <a:off x="4287175" y="4004943"/>
            <a:ext cx="1410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23, 25, 29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0" name="Google Shape;2320;p95"/>
          <p:cNvSpPr txBox="1"/>
          <p:nvPr/>
        </p:nvSpPr>
        <p:spPr>
          <a:xfrm>
            <a:off x="3979675" y="3298799"/>
            <a:ext cx="1718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21, 27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1" name="Google Shape;2321;p95"/>
          <p:cNvSpPr txBox="1"/>
          <p:nvPr/>
        </p:nvSpPr>
        <p:spPr>
          <a:xfrm>
            <a:off x="4287175" y="2630600"/>
            <a:ext cx="1410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20, 22,       26, 28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2" name="Google Shape;2322;p95"/>
          <p:cNvSpPr txBox="1"/>
          <p:nvPr/>
        </p:nvSpPr>
        <p:spPr>
          <a:xfrm>
            <a:off x="3979675" y="1953261"/>
            <a:ext cx="1718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24, 30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3" name="Google Shape;2323;p95"/>
          <p:cNvSpPr txBox="1"/>
          <p:nvPr/>
        </p:nvSpPr>
        <p:spPr>
          <a:xfrm>
            <a:off x="7182516" y="4286325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23, 29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4" name="Google Shape;2324;p95"/>
          <p:cNvSpPr txBox="1"/>
          <p:nvPr/>
        </p:nvSpPr>
        <p:spPr>
          <a:xfrm>
            <a:off x="6815531" y="3944762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5" name="Google Shape;2325;p95"/>
          <p:cNvSpPr txBox="1"/>
          <p:nvPr/>
        </p:nvSpPr>
        <p:spPr>
          <a:xfrm>
            <a:off x="7182516" y="3603037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21, 27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6" name="Google Shape;2326;p95"/>
          <p:cNvSpPr txBox="1"/>
          <p:nvPr/>
        </p:nvSpPr>
        <p:spPr>
          <a:xfrm>
            <a:off x="6815628" y="3266550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7" name="Google Shape;2327;p95"/>
          <p:cNvSpPr txBox="1"/>
          <p:nvPr/>
        </p:nvSpPr>
        <p:spPr>
          <a:xfrm>
            <a:off x="7182516" y="2930613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22, 26, 28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8" name="Google Shape;2328;p95"/>
          <p:cNvSpPr txBox="1"/>
          <p:nvPr/>
        </p:nvSpPr>
        <p:spPr>
          <a:xfrm>
            <a:off x="6815531" y="2589050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9" name="Google Shape;2329;p95"/>
          <p:cNvSpPr txBox="1"/>
          <p:nvPr/>
        </p:nvSpPr>
        <p:spPr>
          <a:xfrm>
            <a:off x="7182516" y="2247475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24, 30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0" name="Google Shape;2330;p95"/>
          <p:cNvSpPr txBox="1"/>
          <p:nvPr/>
        </p:nvSpPr>
        <p:spPr>
          <a:xfrm>
            <a:off x="6815531" y="1912750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1" name="Google Shape;2331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2332" name="Google Shape;2332;p95"/>
          <p:cNvCxnSpPr/>
          <p:nvPr/>
        </p:nvCxnSpPr>
        <p:spPr>
          <a:xfrm flipH="1" rot="10800000">
            <a:off x="5776723" y="2058590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3" name="Google Shape;2333;p95"/>
          <p:cNvCxnSpPr/>
          <p:nvPr/>
        </p:nvCxnSpPr>
        <p:spPr>
          <a:xfrm>
            <a:off x="5776723" y="224695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4" name="Google Shape;2334;p95"/>
          <p:cNvSpPr txBox="1"/>
          <p:nvPr/>
        </p:nvSpPr>
        <p:spPr>
          <a:xfrm>
            <a:off x="6339195" y="2244787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95"/>
          <p:cNvSpPr txBox="1"/>
          <p:nvPr/>
        </p:nvSpPr>
        <p:spPr>
          <a:xfrm>
            <a:off x="6339193" y="1913780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6" name="Google Shape;2336;p95"/>
          <p:cNvCxnSpPr/>
          <p:nvPr/>
        </p:nvCxnSpPr>
        <p:spPr>
          <a:xfrm flipH="1" rot="10800000">
            <a:off x="5776723" y="27374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7" name="Google Shape;2337;p95"/>
          <p:cNvCxnSpPr/>
          <p:nvPr/>
        </p:nvCxnSpPr>
        <p:spPr>
          <a:xfrm>
            <a:off x="5776723" y="29258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8" name="Google Shape;2338;p95"/>
          <p:cNvSpPr txBox="1"/>
          <p:nvPr/>
        </p:nvSpPr>
        <p:spPr>
          <a:xfrm>
            <a:off x="6339195" y="29236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95"/>
          <p:cNvSpPr txBox="1"/>
          <p:nvPr/>
        </p:nvSpPr>
        <p:spPr>
          <a:xfrm>
            <a:off x="6339193" y="25926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0" name="Google Shape;2340;p95"/>
          <p:cNvCxnSpPr/>
          <p:nvPr/>
        </p:nvCxnSpPr>
        <p:spPr>
          <a:xfrm flipH="1" rot="10800000">
            <a:off x="5776723" y="341630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1" name="Google Shape;2341;p95"/>
          <p:cNvCxnSpPr/>
          <p:nvPr/>
        </p:nvCxnSpPr>
        <p:spPr>
          <a:xfrm>
            <a:off x="5776723" y="360466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95"/>
          <p:cNvSpPr txBox="1"/>
          <p:nvPr/>
        </p:nvSpPr>
        <p:spPr>
          <a:xfrm>
            <a:off x="6339195" y="360250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95"/>
          <p:cNvSpPr txBox="1"/>
          <p:nvPr/>
        </p:nvSpPr>
        <p:spPr>
          <a:xfrm>
            <a:off x="6339193" y="327149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4" name="Google Shape;2344;p95"/>
          <p:cNvCxnSpPr/>
          <p:nvPr/>
        </p:nvCxnSpPr>
        <p:spPr>
          <a:xfrm flipH="1" rot="10800000">
            <a:off x="5776723" y="40951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5" name="Google Shape;2345;p95"/>
          <p:cNvCxnSpPr/>
          <p:nvPr/>
        </p:nvCxnSpPr>
        <p:spPr>
          <a:xfrm>
            <a:off x="5776723" y="42835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6" name="Google Shape;2346;p95"/>
          <p:cNvSpPr txBox="1"/>
          <p:nvPr/>
        </p:nvSpPr>
        <p:spPr>
          <a:xfrm>
            <a:off x="6339195" y="42813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95"/>
          <p:cNvSpPr txBox="1"/>
          <p:nvPr/>
        </p:nvSpPr>
        <p:spPr>
          <a:xfrm>
            <a:off x="6339193" y="39503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f100: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8" name="Google Shape;2348;p95"/>
          <p:cNvCxnSpPr/>
          <p:nvPr/>
        </p:nvCxnSpPr>
        <p:spPr>
          <a:xfrm flipH="1" rot="10800000">
            <a:off x="3051098" y="2224185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95"/>
          <p:cNvCxnSpPr/>
          <p:nvPr/>
        </p:nvCxnSpPr>
        <p:spPr>
          <a:xfrm>
            <a:off x="3051098" y="2607534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0" name="Google Shape;2350;p95"/>
          <p:cNvSpPr txBox="1"/>
          <p:nvPr/>
        </p:nvSpPr>
        <p:spPr>
          <a:xfrm>
            <a:off x="3613570" y="2603126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95"/>
          <p:cNvSpPr txBox="1"/>
          <p:nvPr/>
        </p:nvSpPr>
        <p:spPr>
          <a:xfrm>
            <a:off x="3613568" y="1928806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2" name="Google Shape;2352;p95"/>
          <p:cNvCxnSpPr/>
          <p:nvPr/>
        </p:nvCxnSpPr>
        <p:spPr>
          <a:xfrm flipH="1" rot="10800000">
            <a:off x="3051098" y="3581910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95"/>
          <p:cNvCxnSpPr/>
          <p:nvPr/>
        </p:nvCxnSpPr>
        <p:spPr>
          <a:xfrm>
            <a:off x="3051098" y="3965259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95"/>
          <p:cNvSpPr txBox="1"/>
          <p:nvPr/>
        </p:nvSpPr>
        <p:spPr>
          <a:xfrm>
            <a:off x="3613570" y="3960851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95"/>
          <p:cNvSpPr txBox="1"/>
          <p:nvPr/>
        </p:nvSpPr>
        <p:spPr>
          <a:xfrm>
            <a:off x="3613568" y="3286531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6" name="Google Shape;2356;p95"/>
          <p:cNvCxnSpPr/>
          <p:nvPr/>
        </p:nvCxnSpPr>
        <p:spPr>
          <a:xfrm flipH="1" rot="10800000">
            <a:off x="412490" y="2571995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95"/>
          <p:cNvCxnSpPr/>
          <p:nvPr/>
        </p:nvCxnSpPr>
        <p:spPr>
          <a:xfrm>
            <a:off x="412490" y="3326732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8" name="Google Shape;2358;p95"/>
          <p:cNvSpPr txBox="1"/>
          <p:nvPr/>
        </p:nvSpPr>
        <p:spPr>
          <a:xfrm>
            <a:off x="974961" y="3318057"/>
            <a:ext cx="941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95"/>
          <p:cNvSpPr txBox="1"/>
          <p:nvPr/>
        </p:nvSpPr>
        <p:spPr>
          <a:xfrm>
            <a:off x="974960" y="1990872"/>
            <a:ext cx="941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95"/>
          <p:cNvSpPr/>
          <p:nvPr/>
        </p:nvSpPr>
        <p:spPr>
          <a:xfrm>
            <a:off x="1469125" y="2193000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1" name="Google Shape;2361;p95"/>
          <p:cNvSpPr/>
          <p:nvPr/>
        </p:nvSpPr>
        <p:spPr>
          <a:xfrm>
            <a:off x="1469125" y="3517201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2" name="Google Shape;2362;p95"/>
          <p:cNvSpPr/>
          <p:nvPr/>
        </p:nvSpPr>
        <p:spPr>
          <a:xfrm>
            <a:off x="3979675" y="1948654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3" name="Google Shape;2363;p95"/>
          <p:cNvSpPr/>
          <p:nvPr/>
        </p:nvSpPr>
        <p:spPr>
          <a:xfrm>
            <a:off x="4287100" y="2631479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4" name="Google Shape;2364;p95"/>
          <p:cNvSpPr/>
          <p:nvPr/>
        </p:nvSpPr>
        <p:spPr>
          <a:xfrm>
            <a:off x="3979675" y="3312719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5" name="Google Shape;2365;p95"/>
          <p:cNvSpPr/>
          <p:nvPr/>
        </p:nvSpPr>
        <p:spPr>
          <a:xfrm>
            <a:off x="4287100" y="3995544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95"/>
          <p:cNvSpPr/>
          <p:nvPr/>
        </p:nvSpPr>
        <p:spPr>
          <a:xfrm>
            <a:off x="6815425" y="190795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95"/>
          <p:cNvSpPr/>
          <p:nvPr/>
        </p:nvSpPr>
        <p:spPr>
          <a:xfrm>
            <a:off x="7182508" y="224747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95"/>
          <p:cNvSpPr/>
          <p:nvPr/>
        </p:nvSpPr>
        <p:spPr>
          <a:xfrm>
            <a:off x="6815425" y="258972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95"/>
          <p:cNvSpPr/>
          <p:nvPr/>
        </p:nvSpPr>
        <p:spPr>
          <a:xfrm>
            <a:off x="7182508" y="2929250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95"/>
          <p:cNvSpPr/>
          <p:nvPr/>
        </p:nvSpPr>
        <p:spPr>
          <a:xfrm>
            <a:off x="6815425" y="326150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95"/>
          <p:cNvSpPr/>
          <p:nvPr/>
        </p:nvSpPr>
        <p:spPr>
          <a:xfrm>
            <a:off x="7182508" y="360102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2" name="Google Shape;2372;p95"/>
          <p:cNvSpPr/>
          <p:nvPr/>
        </p:nvSpPr>
        <p:spPr>
          <a:xfrm>
            <a:off x="6815425" y="393327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95"/>
          <p:cNvSpPr/>
          <p:nvPr/>
        </p:nvSpPr>
        <p:spPr>
          <a:xfrm>
            <a:off x="7182508" y="4272800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95"/>
          <p:cNvSpPr txBox="1"/>
          <p:nvPr/>
        </p:nvSpPr>
        <p:spPr>
          <a:xfrm>
            <a:off x="324000" y="61350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Sam will spin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spinner with the integers from 20 – 30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considers the events that the spinner lands on an even number, a multiple of 3 (m3) and a factor of 100 (f100).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blanks for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outcomes from this spinner.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96"/>
          <p:cNvSpPr txBox="1"/>
          <p:nvPr/>
        </p:nvSpPr>
        <p:spPr>
          <a:xfrm>
            <a:off x="1469125" y="2193000"/>
            <a:ext cx="1341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16, 25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0" name="Google Shape;2380;p96"/>
          <p:cNvSpPr txBox="1"/>
          <p:nvPr/>
        </p:nvSpPr>
        <p:spPr>
          <a:xfrm>
            <a:off x="4276750" y="3996225"/>
            <a:ext cx="14109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15, 18, 20, 21, 22, 24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1" name="Google Shape;2381;p96"/>
          <p:cNvSpPr txBox="1"/>
          <p:nvPr/>
        </p:nvSpPr>
        <p:spPr>
          <a:xfrm>
            <a:off x="3969250" y="3295925"/>
            <a:ext cx="1718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17, 19, 23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2" name="Google Shape;2382;p96"/>
          <p:cNvSpPr txBox="1"/>
          <p:nvPr/>
        </p:nvSpPr>
        <p:spPr>
          <a:xfrm>
            <a:off x="7182325" y="4290802"/>
            <a:ext cx="12954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18, 21,       22, 24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3" name="Google Shape;2383;p96"/>
          <p:cNvSpPr txBox="1"/>
          <p:nvPr/>
        </p:nvSpPr>
        <p:spPr>
          <a:xfrm>
            <a:off x="6815425" y="3931950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15, 20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4" name="Google Shape;2384;p96"/>
          <p:cNvSpPr txBox="1"/>
          <p:nvPr/>
        </p:nvSpPr>
        <p:spPr>
          <a:xfrm>
            <a:off x="7182325" y="3608509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17, 19, 23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5" name="Google Shape;2385;p96"/>
          <p:cNvSpPr txBox="1"/>
          <p:nvPr/>
        </p:nvSpPr>
        <p:spPr>
          <a:xfrm>
            <a:off x="6815531" y="3253525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6" name="Google Shape;2386;p96"/>
          <p:cNvSpPr txBox="1"/>
          <p:nvPr/>
        </p:nvSpPr>
        <p:spPr>
          <a:xfrm>
            <a:off x="7135825" y="2900298"/>
            <a:ext cx="13419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7" name="Google Shape;2387;p96"/>
          <p:cNvSpPr txBox="1"/>
          <p:nvPr/>
        </p:nvSpPr>
        <p:spPr>
          <a:xfrm>
            <a:off x="6815425" y="2546325"/>
            <a:ext cx="1662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8" name="Google Shape;2388;p96"/>
          <p:cNvSpPr txBox="1"/>
          <p:nvPr/>
        </p:nvSpPr>
        <p:spPr>
          <a:xfrm>
            <a:off x="7182426" y="2229550"/>
            <a:ext cx="1295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9" name="Google Shape;2389;p96"/>
          <p:cNvSpPr txBox="1"/>
          <p:nvPr/>
        </p:nvSpPr>
        <p:spPr>
          <a:xfrm>
            <a:off x="6815531" y="1912750"/>
            <a:ext cx="1662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0" name="Google Shape;2390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2391" name="Google Shape;2391;p96"/>
          <p:cNvCxnSpPr/>
          <p:nvPr/>
        </p:nvCxnSpPr>
        <p:spPr>
          <a:xfrm flipH="1" rot="10800000">
            <a:off x="5776723" y="2058590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96"/>
          <p:cNvCxnSpPr/>
          <p:nvPr/>
        </p:nvCxnSpPr>
        <p:spPr>
          <a:xfrm>
            <a:off x="5776723" y="224695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3" name="Google Shape;2393;p96"/>
          <p:cNvSpPr txBox="1"/>
          <p:nvPr/>
        </p:nvSpPr>
        <p:spPr>
          <a:xfrm>
            <a:off x="6339195" y="2244787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4" name="Google Shape;2394;p96"/>
          <p:cNvSpPr txBox="1"/>
          <p:nvPr/>
        </p:nvSpPr>
        <p:spPr>
          <a:xfrm>
            <a:off x="6339193" y="1913780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5" name="Google Shape;2395;p96"/>
          <p:cNvCxnSpPr/>
          <p:nvPr/>
        </p:nvCxnSpPr>
        <p:spPr>
          <a:xfrm flipH="1" rot="10800000">
            <a:off x="5776723" y="27374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6" name="Google Shape;2396;p96"/>
          <p:cNvCxnSpPr/>
          <p:nvPr/>
        </p:nvCxnSpPr>
        <p:spPr>
          <a:xfrm>
            <a:off x="5776723" y="29258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7" name="Google Shape;2397;p96"/>
          <p:cNvSpPr txBox="1"/>
          <p:nvPr/>
        </p:nvSpPr>
        <p:spPr>
          <a:xfrm>
            <a:off x="6339195" y="29236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8" name="Google Shape;2398;p96"/>
          <p:cNvSpPr txBox="1"/>
          <p:nvPr/>
        </p:nvSpPr>
        <p:spPr>
          <a:xfrm>
            <a:off x="6339193" y="25926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9" name="Google Shape;2399;p96"/>
          <p:cNvCxnSpPr/>
          <p:nvPr/>
        </p:nvCxnSpPr>
        <p:spPr>
          <a:xfrm flipH="1" rot="10800000">
            <a:off x="5776723" y="341630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0" name="Google Shape;2400;p96"/>
          <p:cNvCxnSpPr/>
          <p:nvPr/>
        </p:nvCxnSpPr>
        <p:spPr>
          <a:xfrm>
            <a:off x="5776723" y="360466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1" name="Google Shape;2401;p96"/>
          <p:cNvSpPr txBox="1"/>
          <p:nvPr/>
        </p:nvSpPr>
        <p:spPr>
          <a:xfrm>
            <a:off x="6339195" y="360250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2" name="Google Shape;2402;p96"/>
          <p:cNvSpPr txBox="1"/>
          <p:nvPr/>
        </p:nvSpPr>
        <p:spPr>
          <a:xfrm>
            <a:off x="6339193" y="327149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3" name="Google Shape;2403;p96"/>
          <p:cNvCxnSpPr/>
          <p:nvPr/>
        </p:nvCxnSpPr>
        <p:spPr>
          <a:xfrm flipH="1" rot="10800000">
            <a:off x="5776723" y="4095153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4" name="Google Shape;2404;p96"/>
          <p:cNvCxnSpPr/>
          <p:nvPr/>
        </p:nvCxnSpPr>
        <p:spPr>
          <a:xfrm>
            <a:off x="5776723" y="4283514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5" name="Google Shape;2405;p96"/>
          <p:cNvSpPr txBox="1"/>
          <p:nvPr/>
        </p:nvSpPr>
        <p:spPr>
          <a:xfrm>
            <a:off x="6339195" y="4281350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6" name="Google Shape;2406;p96"/>
          <p:cNvSpPr txBox="1"/>
          <p:nvPr/>
        </p:nvSpPr>
        <p:spPr>
          <a:xfrm>
            <a:off x="6339193" y="3950343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7" name="Google Shape;2407;p96"/>
          <p:cNvCxnSpPr/>
          <p:nvPr/>
        </p:nvCxnSpPr>
        <p:spPr>
          <a:xfrm flipH="1" rot="10800000">
            <a:off x="3051098" y="2224185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8" name="Google Shape;2408;p96"/>
          <p:cNvCxnSpPr/>
          <p:nvPr/>
        </p:nvCxnSpPr>
        <p:spPr>
          <a:xfrm>
            <a:off x="3051098" y="2607534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9" name="Google Shape;2409;p96"/>
          <p:cNvSpPr txBox="1"/>
          <p:nvPr/>
        </p:nvSpPr>
        <p:spPr>
          <a:xfrm>
            <a:off x="3613570" y="2603126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96"/>
          <p:cNvSpPr txBox="1"/>
          <p:nvPr/>
        </p:nvSpPr>
        <p:spPr>
          <a:xfrm>
            <a:off x="3613568" y="1928806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1" name="Google Shape;2411;p96"/>
          <p:cNvCxnSpPr/>
          <p:nvPr/>
        </p:nvCxnSpPr>
        <p:spPr>
          <a:xfrm flipH="1" rot="10800000">
            <a:off x="3051098" y="3581910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2" name="Google Shape;2412;p96"/>
          <p:cNvCxnSpPr/>
          <p:nvPr/>
        </p:nvCxnSpPr>
        <p:spPr>
          <a:xfrm>
            <a:off x="3051098" y="3965259"/>
            <a:ext cx="473400" cy="29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3" name="Google Shape;2413;p96"/>
          <p:cNvSpPr txBox="1"/>
          <p:nvPr/>
        </p:nvSpPr>
        <p:spPr>
          <a:xfrm>
            <a:off x="3613570" y="3960851"/>
            <a:ext cx="941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96"/>
          <p:cNvSpPr txBox="1"/>
          <p:nvPr/>
        </p:nvSpPr>
        <p:spPr>
          <a:xfrm>
            <a:off x="3613568" y="3286531"/>
            <a:ext cx="9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5" name="Google Shape;2415;p96"/>
          <p:cNvCxnSpPr/>
          <p:nvPr/>
        </p:nvCxnSpPr>
        <p:spPr>
          <a:xfrm flipH="1" rot="10800000">
            <a:off x="412490" y="2571995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6" name="Google Shape;2416;p96"/>
          <p:cNvCxnSpPr/>
          <p:nvPr/>
        </p:nvCxnSpPr>
        <p:spPr>
          <a:xfrm>
            <a:off x="412490" y="3326732"/>
            <a:ext cx="473400" cy="59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96"/>
          <p:cNvSpPr txBox="1"/>
          <p:nvPr/>
        </p:nvSpPr>
        <p:spPr>
          <a:xfrm>
            <a:off x="974961" y="3318057"/>
            <a:ext cx="941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s: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8" name="Google Shape;2418;p96"/>
          <p:cNvSpPr txBox="1"/>
          <p:nvPr/>
        </p:nvSpPr>
        <p:spPr>
          <a:xfrm>
            <a:off x="974960" y="1990872"/>
            <a:ext cx="941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9" name="Google Shape;2419;p96"/>
          <p:cNvSpPr/>
          <p:nvPr/>
        </p:nvSpPr>
        <p:spPr>
          <a:xfrm>
            <a:off x="1469125" y="2193000"/>
            <a:ext cx="1341900" cy="77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0" name="Google Shape;2420;p96"/>
          <p:cNvSpPr/>
          <p:nvPr/>
        </p:nvSpPr>
        <p:spPr>
          <a:xfrm>
            <a:off x="3979675" y="1948654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1" name="Google Shape;2421;p96"/>
          <p:cNvSpPr/>
          <p:nvPr/>
        </p:nvSpPr>
        <p:spPr>
          <a:xfrm>
            <a:off x="4287100" y="2631479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2" name="Google Shape;2422;p96"/>
          <p:cNvSpPr/>
          <p:nvPr/>
        </p:nvSpPr>
        <p:spPr>
          <a:xfrm>
            <a:off x="3979675" y="3312719"/>
            <a:ext cx="17184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96"/>
          <p:cNvSpPr/>
          <p:nvPr/>
        </p:nvSpPr>
        <p:spPr>
          <a:xfrm>
            <a:off x="4287100" y="3995544"/>
            <a:ext cx="1410900" cy="5664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4" name="Google Shape;2424;p96"/>
          <p:cNvSpPr/>
          <p:nvPr/>
        </p:nvSpPr>
        <p:spPr>
          <a:xfrm>
            <a:off x="6815425" y="190795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5" name="Google Shape;2425;p96"/>
          <p:cNvSpPr/>
          <p:nvPr/>
        </p:nvSpPr>
        <p:spPr>
          <a:xfrm>
            <a:off x="7182508" y="224747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96"/>
          <p:cNvSpPr/>
          <p:nvPr/>
        </p:nvSpPr>
        <p:spPr>
          <a:xfrm>
            <a:off x="6815425" y="258972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7" name="Google Shape;2427;p96"/>
          <p:cNvSpPr/>
          <p:nvPr/>
        </p:nvSpPr>
        <p:spPr>
          <a:xfrm>
            <a:off x="7182508" y="2929250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8" name="Google Shape;2428;p96"/>
          <p:cNvSpPr/>
          <p:nvPr/>
        </p:nvSpPr>
        <p:spPr>
          <a:xfrm>
            <a:off x="6815425" y="3261500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9" name="Google Shape;2429;p96"/>
          <p:cNvSpPr/>
          <p:nvPr/>
        </p:nvSpPr>
        <p:spPr>
          <a:xfrm>
            <a:off x="7182508" y="3601025"/>
            <a:ext cx="1295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96"/>
          <p:cNvSpPr/>
          <p:nvPr/>
        </p:nvSpPr>
        <p:spPr>
          <a:xfrm>
            <a:off x="6815425" y="3933275"/>
            <a:ext cx="16623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1" name="Google Shape;2431;p96"/>
          <p:cNvSpPr/>
          <p:nvPr/>
        </p:nvSpPr>
        <p:spPr>
          <a:xfrm>
            <a:off x="7182508" y="4272800"/>
            <a:ext cx="1295400" cy="5391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2" name="Google Shape;2432;p96"/>
          <p:cNvSpPr/>
          <p:nvPr/>
        </p:nvSpPr>
        <p:spPr>
          <a:xfrm>
            <a:off x="1469125" y="3232249"/>
            <a:ext cx="1341900" cy="1346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3" name="Google Shape;2433;p96"/>
          <p:cNvSpPr txBox="1"/>
          <p:nvPr/>
        </p:nvSpPr>
        <p:spPr>
          <a:xfrm>
            <a:off x="1469125" y="3256050"/>
            <a:ext cx="13419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15, 17, 18, 19, 20, 21, 22, 23, 24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4" name="Google Shape;2434;p96"/>
          <p:cNvSpPr txBox="1"/>
          <p:nvPr/>
        </p:nvSpPr>
        <p:spPr>
          <a:xfrm>
            <a:off x="4332041" y="2626780"/>
            <a:ext cx="1341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16, 25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5" name="Google Shape;2435;p96"/>
          <p:cNvSpPr txBox="1"/>
          <p:nvPr/>
        </p:nvSpPr>
        <p:spPr>
          <a:xfrm>
            <a:off x="3969250" y="2078850"/>
            <a:ext cx="1718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6" name="Google Shape;2436;p96"/>
          <p:cNvSpPr txBox="1"/>
          <p:nvPr/>
        </p:nvSpPr>
        <p:spPr>
          <a:xfrm>
            <a:off x="324000" y="61350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Lucas will spin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spinner with the integers from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25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considers the events that the spinner lands on a square number (s), a prime number (p), and a factor of 300 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blanks for and complete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97"/>
          <p:cNvSpPr txBox="1"/>
          <p:nvPr/>
        </p:nvSpPr>
        <p:spPr>
          <a:xfrm>
            <a:off x="6614750" y="4102175"/>
            <a:ext cx="2187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5, 7, 9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2" name="Google Shape;2442;p97"/>
          <p:cNvSpPr txBox="1"/>
          <p:nvPr/>
        </p:nvSpPr>
        <p:spPr>
          <a:xfrm>
            <a:off x="6259248" y="3761200"/>
            <a:ext cx="254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10, 11, 13, 14, 15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3" name="Google Shape;2443;p97"/>
          <p:cNvSpPr txBox="1"/>
          <p:nvPr/>
        </p:nvSpPr>
        <p:spPr>
          <a:xfrm>
            <a:off x="6231850" y="3420950"/>
            <a:ext cx="2187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4" name="Google Shape;2444;p97"/>
          <p:cNvSpPr txBox="1"/>
          <p:nvPr/>
        </p:nvSpPr>
        <p:spPr>
          <a:xfrm>
            <a:off x="6231850" y="2754875"/>
            <a:ext cx="2187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2, 3, 4, 6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5" name="Google Shape;2445;p97"/>
          <p:cNvSpPr txBox="1"/>
          <p:nvPr/>
        </p:nvSpPr>
        <p:spPr>
          <a:xfrm>
            <a:off x="5876349" y="3090150"/>
            <a:ext cx="254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–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6" name="Google Shape;2446;p97"/>
          <p:cNvSpPr txBox="1"/>
          <p:nvPr/>
        </p:nvSpPr>
        <p:spPr>
          <a:xfrm>
            <a:off x="5848125" y="2074575"/>
            <a:ext cx="2187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7" name="Google Shape;2447;p97"/>
          <p:cNvSpPr txBox="1"/>
          <p:nvPr/>
        </p:nvSpPr>
        <p:spPr>
          <a:xfrm>
            <a:off x="4438056" y="1727197"/>
            <a:ext cx="941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97"/>
          <p:cNvSpPr txBox="1"/>
          <p:nvPr/>
        </p:nvSpPr>
        <p:spPr>
          <a:xfrm>
            <a:off x="324000" y="61350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Jun will spin a spinner with the integers from 0 to 15 on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events that the spinner lands on a factor of 24 (f24), and a cube number (c), and a two-digit number (2d).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sp>
        <p:nvSpPr>
          <p:cNvPr id="2450" name="Google Shape;2450;p97"/>
          <p:cNvSpPr txBox="1"/>
          <p:nvPr/>
        </p:nvSpPr>
        <p:spPr>
          <a:xfrm>
            <a:off x="5168785" y="2048805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1" name="Google Shape;2451;p97"/>
          <p:cNvSpPr txBox="1"/>
          <p:nvPr/>
        </p:nvSpPr>
        <p:spPr>
          <a:xfrm>
            <a:off x="5168783" y="1717798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2d: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2" name="Google Shape;2452;p97"/>
          <p:cNvCxnSpPr/>
          <p:nvPr/>
        </p:nvCxnSpPr>
        <p:spPr>
          <a:xfrm flipH="1" rot="10800000">
            <a:off x="4606313" y="1862608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97"/>
          <p:cNvCxnSpPr/>
          <p:nvPr/>
        </p:nvCxnSpPr>
        <p:spPr>
          <a:xfrm>
            <a:off x="4606313" y="2050969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97"/>
          <p:cNvCxnSpPr/>
          <p:nvPr/>
        </p:nvCxnSpPr>
        <p:spPr>
          <a:xfrm flipH="1" rot="10800000">
            <a:off x="4987313" y="254147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97"/>
          <p:cNvCxnSpPr/>
          <p:nvPr/>
        </p:nvCxnSpPr>
        <p:spPr>
          <a:xfrm>
            <a:off x="4987313" y="2729832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6" name="Google Shape;2456;p97"/>
          <p:cNvSpPr txBox="1"/>
          <p:nvPr/>
        </p:nvSpPr>
        <p:spPr>
          <a:xfrm>
            <a:off x="5549785" y="2727668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7" name="Google Shape;2457;p97"/>
          <p:cNvSpPr txBox="1"/>
          <p:nvPr/>
        </p:nvSpPr>
        <p:spPr>
          <a:xfrm>
            <a:off x="5549783" y="2396661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8" name="Google Shape;2458;p97"/>
          <p:cNvSpPr txBox="1"/>
          <p:nvPr/>
        </p:nvSpPr>
        <p:spPr>
          <a:xfrm>
            <a:off x="5549785" y="3406518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9" name="Google Shape;2459;p97"/>
          <p:cNvSpPr txBox="1"/>
          <p:nvPr/>
        </p:nvSpPr>
        <p:spPr>
          <a:xfrm>
            <a:off x="5549783" y="3075511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60" name="Google Shape;2460;p97"/>
          <p:cNvCxnSpPr/>
          <p:nvPr/>
        </p:nvCxnSpPr>
        <p:spPr>
          <a:xfrm flipH="1" rot="10800000">
            <a:off x="4987313" y="322032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97"/>
          <p:cNvCxnSpPr/>
          <p:nvPr/>
        </p:nvCxnSpPr>
        <p:spPr>
          <a:xfrm>
            <a:off x="4987313" y="3408682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2" name="Google Shape;2462;p97"/>
          <p:cNvCxnSpPr/>
          <p:nvPr/>
        </p:nvCxnSpPr>
        <p:spPr>
          <a:xfrm flipH="1" rot="10800000">
            <a:off x="5368313" y="3899171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97"/>
          <p:cNvCxnSpPr/>
          <p:nvPr/>
        </p:nvCxnSpPr>
        <p:spPr>
          <a:xfrm>
            <a:off x="5368313" y="4087532"/>
            <a:ext cx="473400" cy="14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4" name="Google Shape;2464;p97"/>
          <p:cNvSpPr txBox="1"/>
          <p:nvPr/>
        </p:nvSpPr>
        <p:spPr>
          <a:xfrm>
            <a:off x="5930785" y="4085368"/>
            <a:ext cx="941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5" name="Google Shape;2465;p97"/>
          <p:cNvSpPr txBox="1"/>
          <p:nvPr/>
        </p:nvSpPr>
        <p:spPr>
          <a:xfrm>
            <a:off x="5930783" y="3754361"/>
            <a:ext cx="9414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6" name="Google Shape;2466;p97"/>
          <p:cNvSpPr/>
          <p:nvPr/>
        </p:nvSpPr>
        <p:spPr>
          <a:xfrm>
            <a:off x="5492615" y="1711968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5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7" name="Google Shape;2467;p97"/>
          <p:cNvSpPr/>
          <p:nvPr/>
        </p:nvSpPr>
        <p:spPr>
          <a:xfrm>
            <a:off x="5848389" y="2051493"/>
            <a:ext cx="21879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8" name="Google Shape;2468;p97"/>
          <p:cNvSpPr/>
          <p:nvPr/>
        </p:nvSpPr>
        <p:spPr>
          <a:xfrm>
            <a:off x="5873615" y="2393743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9" name="Google Shape;2469;p97"/>
          <p:cNvSpPr/>
          <p:nvPr/>
        </p:nvSpPr>
        <p:spPr>
          <a:xfrm>
            <a:off x="6229389" y="2733268"/>
            <a:ext cx="21879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0" name="Google Shape;2470;p97"/>
          <p:cNvSpPr/>
          <p:nvPr/>
        </p:nvSpPr>
        <p:spPr>
          <a:xfrm>
            <a:off x="5873615" y="3065518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1" name="Google Shape;2471;p97"/>
          <p:cNvSpPr/>
          <p:nvPr/>
        </p:nvSpPr>
        <p:spPr>
          <a:xfrm>
            <a:off x="6229389" y="3405043"/>
            <a:ext cx="21879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2" name="Google Shape;2472;p97"/>
          <p:cNvSpPr/>
          <p:nvPr/>
        </p:nvSpPr>
        <p:spPr>
          <a:xfrm>
            <a:off x="6254615" y="3737293"/>
            <a:ext cx="25434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3" name="Google Shape;2473;p97"/>
          <p:cNvSpPr/>
          <p:nvPr/>
        </p:nvSpPr>
        <p:spPr>
          <a:xfrm>
            <a:off x="6610389" y="4076818"/>
            <a:ext cx="2187900" cy="306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4" name="Google Shape;2474;p97"/>
          <p:cNvCxnSpPr/>
          <p:nvPr/>
        </p:nvCxnSpPr>
        <p:spPr>
          <a:xfrm flipH="1" rot="10800000">
            <a:off x="3875586" y="2024577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5" name="Google Shape;2475;p97"/>
          <p:cNvCxnSpPr/>
          <p:nvPr/>
        </p:nvCxnSpPr>
        <p:spPr>
          <a:xfrm>
            <a:off x="3875586" y="2411630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6" name="Google Shape;2476;p97"/>
          <p:cNvSpPr txBox="1"/>
          <p:nvPr/>
        </p:nvSpPr>
        <p:spPr>
          <a:xfrm>
            <a:off x="4438058" y="2407185"/>
            <a:ext cx="941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7" name="Google Shape;2477;p97"/>
          <p:cNvCxnSpPr/>
          <p:nvPr/>
        </p:nvCxnSpPr>
        <p:spPr>
          <a:xfrm flipH="1" rot="10800000">
            <a:off x="4256586" y="3382365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8" name="Google Shape;2478;p97"/>
          <p:cNvCxnSpPr/>
          <p:nvPr/>
        </p:nvCxnSpPr>
        <p:spPr>
          <a:xfrm>
            <a:off x="4256586" y="3769417"/>
            <a:ext cx="473400" cy="30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9" name="Google Shape;2479;p97"/>
          <p:cNvSpPr txBox="1"/>
          <p:nvPr/>
        </p:nvSpPr>
        <p:spPr>
          <a:xfrm>
            <a:off x="4819058" y="3764972"/>
            <a:ext cx="941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0" name="Google Shape;2480;p97"/>
          <p:cNvSpPr txBox="1"/>
          <p:nvPr/>
        </p:nvSpPr>
        <p:spPr>
          <a:xfrm>
            <a:off x="4819056" y="3084984"/>
            <a:ext cx="941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1" name="Google Shape;2481;p97"/>
          <p:cNvCxnSpPr/>
          <p:nvPr/>
        </p:nvCxnSpPr>
        <p:spPr>
          <a:xfrm flipH="1" rot="10800000">
            <a:off x="2951036" y="2365974"/>
            <a:ext cx="473400" cy="59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97"/>
          <p:cNvCxnSpPr/>
          <p:nvPr/>
        </p:nvCxnSpPr>
        <p:spPr>
          <a:xfrm>
            <a:off x="2951036" y="3131286"/>
            <a:ext cx="473400" cy="59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3" name="Google Shape;2483;p97"/>
          <p:cNvSpPr txBox="1"/>
          <p:nvPr/>
        </p:nvSpPr>
        <p:spPr>
          <a:xfrm>
            <a:off x="3513508" y="3122496"/>
            <a:ext cx="9417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f24: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4" name="Google Shape;2484;p97"/>
          <p:cNvSpPr txBox="1"/>
          <p:nvPr/>
        </p:nvSpPr>
        <p:spPr>
          <a:xfrm>
            <a:off x="3513507" y="1777779"/>
            <a:ext cx="9414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f24: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97"/>
          <p:cNvSpPr txBox="1"/>
          <p:nvPr/>
        </p:nvSpPr>
        <p:spPr>
          <a:xfrm>
            <a:off x="5492625" y="1732325"/>
            <a:ext cx="254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–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6" name="Google Shape;2486;p97"/>
          <p:cNvSpPr txBox="1"/>
          <p:nvPr/>
        </p:nvSpPr>
        <p:spPr>
          <a:xfrm>
            <a:off x="5876349" y="2412650"/>
            <a:ext cx="254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7" name="Google Shape;2487;p97"/>
          <p:cNvSpPr txBox="1"/>
          <p:nvPr/>
        </p:nvSpPr>
        <p:spPr>
          <a:xfrm>
            <a:off x="2321934" y="4395400"/>
            <a:ext cx="3717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zero factors of 24  that are two-digit cube numbers.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8" name="Google Shape;2488;p97"/>
          <p:cNvSpPr txBox="1"/>
          <p:nvPr/>
        </p:nvSpPr>
        <p:spPr>
          <a:xfrm>
            <a:off x="324000" y="1732325"/>
            <a:ext cx="2225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partial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list the outcomes at the end of each branch.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Jun is looking out for?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multiple events</a:t>
            </a:r>
            <a:endParaRPr/>
          </a:p>
        </p:txBody>
      </p:sp>
      <p:cxnSp>
        <p:nvCxnSpPr>
          <p:cNvPr id="2494" name="Google Shape;2494;p98"/>
          <p:cNvCxnSpPr/>
          <p:nvPr/>
        </p:nvCxnSpPr>
        <p:spPr>
          <a:xfrm flipH="1" rot="10800000">
            <a:off x="6739942" y="744582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98"/>
          <p:cNvCxnSpPr/>
          <p:nvPr/>
        </p:nvCxnSpPr>
        <p:spPr>
          <a:xfrm>
            <a:off x="6739942" y="888830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6" name="Google Shape;2496;p98"/>
          <p:cNvSpPr txBox="1"/>
          <p:nvPr/>
        </p:nvSpPr>
        <p:spPr>
          <a:xfrm>
            <a:off x="7232893" y="685270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7" name="Google Shape;2497;p98"/>
          <p:cNvSpPr txBox="1"/>
          <p:nvPr/>
        </p:nvSpPr>
        <p:spPr>
          <a:xfrm>
            <a:off x="7232893" y="942154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ot t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8" name="Google Shape;2498;p98"/>
          <p:cNvCxnSpPr/>
          <p:nvPr/>
        </p:nvCxnSpPr>
        <p:spPr>
          <a:xfrm flipH="1" rot="10800000">
            <a:off x="6739942" y="1268328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9" name="Google Shape;2499;p98"/>
          <p:cNvCxnSpPr/>
          <p:nvPr/>
        </p:nvCxnSpPr>
        <p:spPr>
          <a:xfrm>
            <a:off x="6739942" y="1412576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0" name="Google Shape;2500;p98"/>
          <p:cNvSpPr txBox="1"/>
          <p:nvPr/>
        </p:nvSpPr>
        <p:spPr>
          <a:xfrm>
            <a:off x="7232893" y="1209016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1" name="Google Shape;2501;p98"/>
          <p:cNvSpPr txBox="1"/>
          <p:nvPr/>
        </p:nvSpPr>
        <p:spPr>
          <a:xfrm>
            <a:off x="7232893" y="1465899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2" name="Google Shape;2502;p98"/>
          <p:cNvCxnSpPr/>
          <p:nvPr/>
        </p:nvCxnSpPr>
        <p:spPr>
          <a:xfrm flipH="1" rot="10800000">
            <a:off x="6739939" y="1792076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3" name="Google Shape;2503;p98"/>
          <p:cNvCxnSpPr/>
          <p:nvPr/>
        </p:nvCxnSpPr>
        <p:spPr>
          <a:xfrm>
            <a:off x="6739939" y="1936324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4" name="Google Shape;2504;p98"/>
          <p:cNvSpPr txBox="1"/>
          <p:nvPr/>
        </p:nvSpPr>
        <p:spPr>
          <a:xfrm>
            <a:off x="7232889" y="1732764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5" name="Google Shape;2505;p98"/>
          <p:cNvSpPr txBox="1"/>
          <p:nvPr/>
        </p:nvSpPr>
        <p:spPr>
          <a:xfrm>
            <a:off x="7232889" y="1989647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6" name="Google Shape;2506;p98"/>
          <p:cNvCxnSpPr/>
          <p:nvPr/>
        </p:nvCxnSpPr>
        <p:spPr>
          <a:xfrm flipH="1" rot="10800000">
            <a:off x="6739939" y="2315821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7" name="Google Shape;2507;p98"/>
          <p:cNvCxnSpPr/>
          <p:nvPr/>
        </p:nvCxnSpPr>
        <p:spPr>
          <a:xfrm>
            <a:off x="6739939" y="2460069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8" name="Google Shape;2508;p98"/>
          <p:cNvSpPr txBox="1"/>
          <p:nvPr/>
        </p:nvSpPr>
        <p:spPr>
          <a:xfrm>
            <a:off x="7232889" y="2256510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9" name="Google Shape;2509;p98"/>
          <p:cNvSpPr txBox="1"/>
          <p:nvPr/>
        </p:nvSpPr>
        <p:spPr>
          <a:xfrm>
            <a:off x="7232889" y="2513393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0" name="Google Shape;2510;p98"/>
          <p:cNvCxnSpPr/>
          <p:nvPr/>
        </p:nvCxnSpPr>
        <p:spPr>
          <a:xfrm flipH="1" rot="10800000">
            <a:off x="6739939" y="2839556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1" name="Google Shape;2511;p98"/>
          <p:cNvCxnSpPr/>
          <p:nvPr/>
        </p:nvCxnSpPr>
        <p:spPr>
          <a:xfrm>
            <a:off x="6739939" y="2983804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2" name="Google Shape;2512;p98"/>
          <p:cNvSpPr txBox="1"/>
          <p:nvPr/>
        </p:nvSpPr>
        <p:spPr>
          <a:xfrm>
            <a:off x="7232889" y="2780244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3" name="Google Shape;2513;p98"/>
          <p:cNvSpPr txBox="1"/>
          <p:nvPr/>
        </p:nvSpPr>
        <p:spPr>
          <a:xfrm>
            <a:off x="7232889" y="3037128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4" name="Google Shape;2514;p98"/>
          <p:cNvCxnSpPr/>
          <p:nvPr/>
        </p:nvCxnSpPr>
        <p:spPr>
          <a:xfrm flipH="1" rot="10800000">
            <a:off x="6739939" y="3363302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5" name="Google Shape;2515;p98"/>
          <p:cNvCxnSpPr/>
          <p:nvPr/>
        </p:nvCxnSpPr>
        <p:spPr>
          <a:xfrm>
            <a:off x="6739939" y="3507550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6" name="Google Shape;2516;p98"/>
          <p:cNvSpPr txBox="1"/>
          <p:nvPr/>
        </p:nvSpPr>
        <p:spPr>
          <a:xfrm>
            <a:off x="7232889" y="3303990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7" name="Google Shape;2517;p98"/>
          <p:cNvSpPr txBox="1"/>
          <p:nvPr/>
        </p:nvSpPr>
        <p:spPr>
          <a:xfrm>
            <a:off x="7232889" y="3560874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8" name="Google Shape;2518;p98"/>
          <p:cNvCxnSpPr/>
          <p:nvPr/>
        </p:nvCxnSpPr>
        <p:spPr>
          <a:xfrm flipH="1" rot="10800000">
            <a:off x="6739942" y="3887054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9" name="Google Shape;2519;p98"/>
          <p:cNvCxnSpPr/>
          <p:nvPr/>
        </p:nvCxnSpPr>
        <p:spPr>
          <a:xfrm>
            <a:off x="6739942" y="4031302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0" name="Google Shape;2520;p98"/>
          <p:cNvSpPr txBox="1"/>
          <p:nvPr/>
        </p:nvSpPr>
        <p:spPr>
          <a:xfrm>
            <a:off x="7232893" y="3827743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1" name="Google Shape;2521;p98"/>
          <p:cNvSpPr txBox="1"/>
          <p:nvPr/>
        </p:nvSpPr>
        <p:spPr>
          <a:xfrm>
            <a:off x="7232893" y="4084626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2" name="Google Shape;2522;p98"/>
          <p:cNvCxnSpPr/>
          <p:nvPr/>
        </p:nvCxnSpPr>
        <p:spPr>
          <a:xfrm flipH="1" rot="10800000">
            <a:off x="6739942" y="4410800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98"/>
          <p:cNvCxnSpPr/>
          <p:nvPr/>
        </p:nvCxnSpPr>
        <p:spPr>
          <a:xfrm>
            <a:off x="6739942" y="4555048"/>
            <a:ext cx="473400" cy="1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4" name="Google Shape;2524;p98"/>
          <p:cNvSpPr txBox="1"/>
          <p:nvPr/>
        </p:nvSpPr>
        <p:spPr>
          <a:xfrm>
            <a:off x="7232893" y="4351488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5" name="Google Shape;2525;p98"/>
          <p:cNvSpPr txBox="1"/>
          <p:nvPr/>
        </p:nvSpPr>
        <p:spPr>
          <a:xfrm>
            <a:off x="7232893" y="4608371"/>
            <a:ext cx="9414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t: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6" name="Google Shape;2526;p98"/>
          <p:cNvCxnSpPr/>
          <p:nvPr/>
        </p:nvCxnSpPr>
        <p:spPr>
          <a:xfrm flipH="1" rot="10800000">
            <a:off x="5738407" y="867257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7" name="Google Shape;2527;p98"/>
          <p:cNvCxnSpPr/>
          <p:nvPr/>
        </p:nvCxnSpPr>
        <p:spPr>
          <a:xfrm>
            <a:off x="5738407" y="1167629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8" name="Google Shape;2528;p98"/>
          <p:cNvSpPr txBox="1"/>
          <p:nvPr/>
        </p:nvSpPr>
        <p:spPr>
          <a:xfrm>
            <a:off x="6231356" y="743853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9" name="Google Shape;2529;p98"/>
          <p:cNvSpPr txBox="1"/>
          <p:nvPr/>
        </p:nvSpPr>
        <p:spPr>
          <a:xfrm>
            <a:off x="6231356" y="1278667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0" name="Google Shape;2530;p98"/>
          <p:cNvCxnSpPr/>
          <p:nvPr/>
        </p:nvCxnSpPr>
        <p:spPr>
          <a:xfrm flipH="1" rot="10800000">
            <a:off x="5738407" y="1914768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1" name="Google Shape;2531;p98"/>
          <p:cNvCxnSpPr/>
          <p:nvPr/>
        </p:nvCxnSpPr>
        <p:spPr>
          <a:xfrm>
            <a:off x="5738407" y="2215141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2" name="Google Shape;2532;p98"/>
          <p:cNvSpPr txBox="1"/>
          <p:nvPr/>
        </p:nvSpPr>
        <p:spPr>
          <a:xfrm>
            <a:off x="6231356" y="1791364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3" name="Google Shape;2533;p98"/>
          <p:cNvSpPr txBox="1"/>
          <p:nvPr/>
        </p:nvSpPr>
        <p:spPr>
          <a:xfrm>
            <a:off x="6231356" y="2326179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4" name="Google Shape;2534;p98"/>
          <p:cNvCxnSpPr/>
          <p:nvPr/>
        </p:nvCxnSpPr>
        <p:spPr>
          <a:xfrm flipH="1" rot="10800000">
            <a:off x="5738407" y="2962280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5" name="Google Shape;2535;p98"/>
          <p:cNvCxnSpPr/>
          <p:nvPr/>
        </p:nvCxnSpPr>
        <p:spPr>
          <a:xfrm>
            <a:off x="5738407" y="3262652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6" name="Google Shape;2536;p98"/>
          <p:cNvSpPr txBox="1"/>
          <p:nvPr/>
        </p:nvSpPr>
        <p:spPr>
          <a:xfrm>
            <a:off x="6231356" y="2838876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7" name="Google Shape;2537;p98"/>
          <p:cNvSpPr txBox="1"/>
          <p:nvPr/>
        </p:nvSpPr>
        <p:spPr>
          <a:xfrm>
            <a:off x="6231356" y="3373690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8" name="Google Shape;2538;p98"/>
          <p:cNvCxnSpPr/>
          <p:nvPr/>
        </p:nvCxnSpPr>
        <p:spPr>
          <a:xfrm flipH="1" rot="10800000">
            <a:off x="5738407" y="4009791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98"/>
          <p:cNvCxnSpPr/>
          <p:nvPr/>
        </p:nvCxnSpPr>
        <p:spPr>
          <a:xfrm>
            <a:off x="5738407" y="4310164"/>
            <a:ext cx="473400" cy="23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0" name="Google Shape;2540;p98"/>
          <p:cNvSpPr txBox="1"/>
          <p:nvPr/>
        </p:nvSpPr>
        <p:spPr>
          <a:xfrm>
            <a:off x="6231356" y="3886387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1" name="Google Shape;2541;p98"/>
          <p:cNvSpPr txBox="1"/>
          <p:nvPr/>
        </p:nvSpPr>
        <p:spPr>
          <a:xfrm>
            <a:off x="6231356" y="4421202"/>
            <a:ext cx="566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2" name="Google Shape;2542;p98"/>
          <p:cNvCxnSpPr/>
          <p:nvPr/>
        </p:nvCxnSpPr>
        <p:spPr>
          <a:xfrm flipH="1" rot="10800000">
            <a:off x="4764461" y="1109730"/>
            <a:ext cx="473400" cy="48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3" name="Google Shape;2543;p98"/>
          <p:cNvCxnSpPr/>
          <p:nvPr/>
        </p:nvCxnSpPr>
        <p:spPr>
          <a:xfrm>
            <a:off x="4764461" y="1725801"/>
            <a:ext cx="473400" cy="48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4" name="Google Shape;2544;p98"/>
          <p:cNvSpPr txBox="1"/>
          <p:nvPr/>
        </p:nvSpPr>
        <p:spPr>
          <a:xfrm>
            <a:off x="5257409" y="856720"/>
            <a:ext cx="566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5" name="Google Shape;2545;p98"/>
          <p:cNvSpPr txBox="1"/>
          <p:nvPr/>
        </p:nvSpPr>
        <p:spPr>
          <a:xfrm>
            <a:off x="5257409" y="1953518"/>
            <a:ext cx="566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s: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6" name="Google Shape;2546;p98"/>
          <p:cNvCxnSpPr/>
          <p:nvPr/>
        </p:nvCxnSpPr>
        <p:spPr>
          <a:xfrm flipH="1" rot="10800000">
            <a:off x="4764461" y="3204721"/>
            <a:ext cx="473400" cy="48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7" name="Google Shape;2547;p98"/>
          <p:cNvCxnSpPr/>
          <p:nvPr/>
        </p:nvCxnSpPr>
        <p:spPr>
          <a:xfrm>
            <a:off x="4764461" y="3820792"/>
            <a:ext cx="473400" cy="48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8" name="Google Shape;2548;p98"/>
          <p:cNvSpPr txBox="1"/>
          <p:nvPr/>
        </p:nvSpPr>
        <p:spPr>
          <a:xfrm>
            <a:off x="5257409" y="2951710"/>
            <a:ext cx="566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9" name="Google Shape;2549;p98"/>
          <p:cNvSpPr txBox="1"/>
          <p:nvPr/>
        </p:nvSpPr>
        <p:spPr>
          <a:xfrm>
            <a:off x="5257409" y="4048509"/>
            <a:ext cx="566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s: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0" name="Google Shape;2550;p98"/>
          <p:cNvCxnSpPr/>
          <p:nvPr/>
        </p:nvCxnSpPr>
        <p:spPr>
          <a:xfrm flipH="1" rot="10800000">
            <a:off x="3801611" y="1659457"/>
            <a:ext cx="473400" cy="91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98"/>
          <p:cNvCxnSpPr/>
          <p:nvPr/>
        </p:nvCxnSpPr>
        <p:spPr>
          <a:xfrm>
            <a:off x="3801611" y="2834160"/>
            <a:ext cx="473400" cy="91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2" name="Google Shape;2552;p98"/>
          <p:cNvSpPr txBox="1"/>
          <p:nvPr/>
        </p:nvSpPr>
        <p:spPr>
          <a:xfrm>
            <a:off x="4294559" y="1176505"/>
            <a:ext cx="5664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3" name="Google Shape;2553;p98"/>
          <p:cNvSpPr txBox="1"/>
          <p:nvPr/>
        </p:nvSpPr>
        <p:spPr>
          <a:xfrm>
            <a:off x="4294559" y="3268500"/>
            <a:ext cx="5664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98"/>
          <p:cNvSpPr txBox="1"/>
          <p:nvPr/>
        </p:nvSpPr>
        <p:spPr>
          <a:xfrm>
            <a:off x="7402339" y="1188918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5" name="Google Shape;2555;p98"/>
          <p:cNvSpPr txBox="1"/>
          <p:nvPr/>
        </p:nvSpPr>
        <p:spPr>
          <a:xfrm>
            <a:off x="7723706" y="1443368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6" name="Google Shape;2556;p98"/>
          <p:cNvSpPr txBox="1"/>
          <p:nvPr/>
        </p:nvSpPr>
        <p:spPr>
          <a:xfrm>
            <a:off x="7723706" y="1966437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7" name="Google Shape;2557;p98"/>
          <p:cNvSpPr txBox="1"/>
          <p:nvPr/>
        </p:nvSpPr>
        <p:spPr>
          <a:xfrm>
            <a:off x="7402339" y="2235055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8" name="Google Shape;2558;p98"/>
          <p:cNvSpPr txBox="1"/>
          <p:nvPr/>
        </p:nvSpPr>
        <p:spPr>
          <a:xfrm>
            <a:off x="7723698" y="2489500"/>
            <a:ext cx="9414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12, 20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9" name="Google Shape;2559;p98"/>
          <p:cNvSpPr txBox="1"/>
          <p:nvPr/>
        </p:nvSpPr>
        <p:spPr>
          <a:xfrm>
            <a:off x="7402339" y="2758124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0" name="Google Shape;2560;p98"/>
          <p:cNvSpPr txBox="1"/>
          <p:nvPr/>
        </p:nvSpPr>
        <p:spPr>
          <a:xfrm>
            <a:off x="7723706" y="3535642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1" name="Google Shape;2561;p98"/>
          <p:cNvSpPr txBox="1"/>
          <p:nvPr/>
        </p:nvSpPr>
        <p:spPr>
          <a:xfrm>
            <a:off x="7723706" y="4058711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2" name="Google Shape;2562;p98"/>
          <p:cNvSpPr txBox="1"/>
          <p:nvPr/>
        </p:nvSpPr>
        <p:spPr>
          <a:xfrm>
            <a:off x="7402339" y="4327329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3" name="Google Shape;2563;p98"/>
          <p:cNvSpPr txBox="1"/>
          <p:nvPr/>
        </p:nvSpPr>
        <p:spPr>
          <a:xfrm>
            <a:off x="7723706" y="4581779"/>
            <a:ext cx="77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4" name="Google Shape;2564;p98"/>
          <p:cNvSpPr txBox="1"/>
          <p:nvPr/>
        </p:nvSpPr>
        <p:spPr>
          <a:xfrm>
            <a:off x="961475" y="4533325"/>
            <a:ext cx="1279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Only one: 36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5" name="Google Shape;2565;p98"/>
          <p:cNvSpPr txBox="1"/>
          <p:nvPr/>
        </p:nvSpPr>
        <p:spPr>
          <a:xfrm>
            <a:off x="324000" y="613500"/>
            <a:ext cx="31377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Sofia has a spinner with the following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{1, 3, 4, 5, 8, 10, 12, 20, 25, 27, 36}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Construct and fill in a four-layer outcome tree for the outcomes of Sofia’s spinner.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that are even numbers are also both square and triangular?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9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2571" name="Google Shape;2571;p99"/>
          <p:cNvSpPr txBox="1"/>
          <p:nvPr/>
        </p:nvSpPr>
        <p:spPr>
          <a:xfrm>
            <a:off x="324000" y="906975"/>
            <a:ext cx="84960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branches of an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 show the outcomes of a trial or a group of events.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layer of branches shows one stage of a trial, or one event and its opposite event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for there to be three or more layers of branches.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sample space can be made from an outcome tree which lists all outcomes from an outcome tree showing multiple stages of a tri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77" name="Google Shape;2577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