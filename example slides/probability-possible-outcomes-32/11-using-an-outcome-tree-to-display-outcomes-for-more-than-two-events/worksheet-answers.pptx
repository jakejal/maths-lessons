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b844556e52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b844556e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an outcome tree to display outcomes for more than two events</a:t>
            </a:r>
            <a:endParaRPr/>
          </a:p>
        </p:txBody>
      </p:sp>
      <p:grpSp>
        <p:nvGrpSpPr>
          <p:cNvPr id="173" name="Google Shape;173;p20"/>
          <p:cNvGrpSpPr/>
          <p:nvPr/>
        </p:nvGrpSpPr>
        <p:grpSpPr>
          <a:xfrm>
            <a:off x="6263261" y="2305549"/>
            <a:ext cx="769688" cy="1811213"/>
            <a:chOff x="7666475" y="795127"/>
            <a:chExt cx="986400" cy="2321175"/>
          </a:xfrm>
        </p:grpSpPr>
        <p:sp>
          <p:nvSpPr>
            <p:cNvPr id="174" name="Google Shape;174;p20"/>
            <p:cNvSpPr/>
            <p:nvPr/>
          </p:nvSpPr>
          <p:spPr>
            <a:xfrm>
              <a:off x="7666475" y="795127"/>
              <a:ext cx="986400" cy="276600"/>
            </a:xfrm>
            <a:prstGeom prst="roundRect">
              <a:avLst>
                <a:gd fmla="val 9020" name="adj"/>
              </a:avLst>
            </a:prstGeom>
            <a:solidFill>
              <a:srgbClr val="FFFFFF"/>
            </a:solidFill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7666475" y="1135890"/>
              <a:ext cx="986400" cy="276600"/>
            </a:xfrm>
            <a:prstGeom prst="roundRect">
              <a:avLst>
                <a:gd fmla="val 9020" name="adj"/>
              </a:avLst>
            </a:prstGeom>
            <a:solidFill>
              <a:srgbClr val="FFFFFF"/>
            </a:solidFill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7666475" y="1476652"/>
              <a:ext cx="986400" cy="276600"/>
            </a:xfrm>
            <a:prstGeom prst="roundRect">
              <a:avLst>
                <a:gd fmla="val 9020" name="adj"/>
              </a:avLst>
            </a:prstGeom>
            <a:solidFill>
              <a:srgbClr val="FFFFFF"/>
            </a:solidFill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77" name="Google Shape;177;p20"/>
            <p:cNvSpPr/>
            <p:nvPr/>
          </p:nvSpPr>
          <p:spPr>
            <a:xfrm>
              <a:off x="7666475" y="1817415"/>
              <a:ext cx="986400" cy="276600"/>
            </a:xfrm>
            <a:prstGeom prst="roundRect">
              <a:avLst>
                <a:gd fmla="val 9020" name="adj"/>
              </a:avLst>
            </a:prstGeom>
            <a:solidFill>
              <a:srgbClr val="FFFFFF"/>
            </a:solidFill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7666475" y="2158177"/>
              <a:ext cx="986400" cy="276600"/>
            </a:xfrm>
            <a:prstGeom prst="roundRect">
              <a:avLst>
                <a:gd fmla="val 9020" name="adj"/>
              </a:avLst>
            </a:prstGeom>
            <a:solidFill>
              <a:srgbClr val="FFFFFF"/>
            </a:solidFill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7666475" y="2839702"/>
              <a:ext cx="986400" cy="276600"/>
            </a:xfrm>
            <a:prstGeom prst="roundRect">
              <a:avLst>
                <a:gd fmla="val 9020" name="adj"/>
              </a:avLst>
            </a:prstGeom>
            <a:solidFill>
              <a:srgbClr val="FFFFFF"/>
            </a:solidFill>
            <a:ln cap="flat" cmpd="sng" w="2857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180" name="Google Shape;180;p20"/>
          <p:cNvSpPr txBox="1"/>
          <p:nvPr/>
        </p:nvSpPr>
        <p:spPr>
          <a:xfrm>
            <a:off x="1600484" y="2317164"/>
            <a:ext cx="178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Sofia will spin spinner 1, 2, and 3 once each.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67999" y="1716050"/>
            <a:ext cx="63168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trees for multi-stage trials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2" name="Google Shape;182;p20"/>
          <p:cNvGrpSpPr/>
          <p:nvPr/>
        </p:nvGrpSpPr>
        <p:grpSpPr>
          <a:xfrm>
            <a:off x="533909" y="2227730"/>
            <a:ext cx="753977" cy="753919"/>
            <a:chOff x="1079761" y="2819758"/>
            <a:chExt cx="811863" cy="811800"/>
          </a:xfrm>
        </p:grpSpPr>
        <p:sp>
          <p:nvSpPr>
            <p:cNvPr id="183" name="Google Shape;183;p20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0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0"/>
            <p:cNvSpPr txBox="1"/>
            <p:nvPr/>
          </p:nvSpPr>
          <p:spPr>
            <a:xfrm flipH="1">
              <a:off x="1541035" y="3116844"/>
              <a:ext cx="278400" cy="19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" name="Google Shape;186;p20"/>
            <p:cNvSpPr txBox="1"/>
            <p:nvPr/>
          </p:nvSpPr>
          <p:spPr>
            <a:xfrm flipH="1">
              <a:off x="1150360" y="3116844"/>
              <a:ext cx="278400" cy="19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87" name="Google Shape;187;p20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88" name="Google Shape;188;p20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89" name="Google Shape;189;p20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0" name="Google Shape;190;p20"/>
          <p:cNvSpPr txBox="1"/>
          <p:nvPr/>
        </p:nvSpPr>
        <p:spPr>
          <a:xfrm>
            <a:off x="467625" y="3013360"/>
            <a:ext cx="88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1" name="Google Shape;191;p20"/>
          <p:cNvGrpSpPr/>
          <p:nvPr/>
        </p:nvGrpSpPr>
        <p:grpSpPr>
          <a:xfrm>
            <a:off x="533909" y="3333551"/>
            <a:ext cx="753977" cy="753919"/>
            <a:chOff x="1079761" y="2819758"/>
            <a:chExt cx="811863" cy="811800"/>
          </a:xfrm>
        </p:grpSpPr>
        <p:sp>
          <p:nvSpPr>
            <p:cNvPr id="192" name="Google Shape;192;p20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0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0"/>
            <p:cNvSpPr txBox="1"/>
            <p:nvPr/>
          </p:nvSpPr>
          <p:spPr>
            <a:xfrm flipH="1">
              <a:off x="1541035" y="3116844"/>
              <a:ext cx="278400" cy="19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" name="Google Shape;195;p20"/>
            <p:cNvSpPr txBox="1"/>
            <p:nvPr/>
          </p:nvSpPr>
          <p:spPr>
            <a:xfrm flipH="1">
              <a:off x="1150360" y="3116844"/>
              <a:ext cx="278400" cy="19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6" name="Google Shape;196;p20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197" name="Google Shape;197;p20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98" name="Google Shape;198;p20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9" name="Google Shape;199;p20"/>
          <p:cNvSpPr txBox="1"/>
          <p:nvPr/>
        </p:nvSpPr>
        <p:spPr>
          <a:xfrm>
            <a:off x="467625" y="4119180"/>
            <a:ext cx="88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0" name="Google Shape;200;p20"/>
          <p:cNvGrpSpPr/>
          <p:nvPr/>
        </p:nvGrpSpPr>
        <p:grpSpPr>
          <a:xfrm>
            <a:off x="533909" y="4439372"/>
            <a:ext cx="753977" cy="753919"/>
            <a:chOff x="1079761" y="2819758"/>
            <a:chExt cx="811863" cy="811800"/>
          </a:xfrm>
        </p:grpSpPr>
        <p:sp>
          <p:nvSpPr>
            <p:cNvPr id="201" name="Google Shape;201;p20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0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0"/>
            <p:cNvSpPr txBox="1"/>
            <p:nvPr/>
          </p:nvSpPr>
          <p:spPr>
            <a:xfrm flipH="1">
              <a:off x="1541035" y="3116844"/>
              <a:ext cx="278400" cy="19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" name="Google Shape;204;p20"/>
            <p:cNvSpPr txBox="1"/>
            <p:nvPr/>
          </p:nvSpPr>
          <p:spPr>
            <a:xfrm flipH="1">
              <a:off x="1150360" y="3116844"/>
              <a:ext cx="278400" cy="19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05" name="Google Shape;205;p20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206" name="Google Shape;206;p20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07" name="Google Shape;207;p20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08" name="Google Shape;208;p20"/>
          <p:cNvSpPr txBox="1"/>
          <p:nvPr/>
        </p:nvSpPr>
        <p:spPr>
          <a:xfrm>
            <a:off x="467625" y="5225001"/>
            <a:ext cx="88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6204877" y="2243912"/>
            <a:ext cx="886800" cy="21957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0" name="Google Shape;210;p20"/>
          <p:cNvCxnSpPr/>
          <p:nvPr/>
        </p:nvCxnSpPr>
        <p:spPr>
          <a:xfrm flipH="1" rot="10800000">
            <a:off x="5287166" y="3473332"/>
            <a:ext cx="476100" cy="118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0"/>
          <p:cNvCxnSpPr/>
          <p:nvPr/>
        </p:nvCxnSpPr>
        <p:spPr>
          <a:xfrm>
            <a:off x="5287166" y="3624887"/>
            <a:ext cx="476100" cy="118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20"/>
          <p:cNvSpPr txBox="1"/>
          <p:nvPr/>
        </p:nvSpPr>
        <p:spPr>
          <a:xfrm>
            <a:off x="5763161" y="3623138"/>
            <a:ext cx="1893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F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5763161" y="3356669"/>
            <a:ext cx="1893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4" name="Google Shape;214;p20"/>
          <p:cNvCxnSpPr/>
          <p:nvPr/>
        </p:nvCxnSpPr>
        <p:spPr>
          <a:xfrm flipH="1" rot="10800000">
            <a:off x="5287166" y="4008007"/>
            <a:ext cx="476100" cy="118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20"/>
          <p:cNvCxnSpPr/>
          <p:nvPr/>
        </p:nvCxnSpPr>
        <p:spPr>
          <a:xfrm>
            <a:off x="5287166" y="4159561"/>
            <a:ext cx="476100" cy="118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20"/>
          <p:cNvSpPr txBox="1"/>
          <p:nvPr/>
        </p:nvSpPr>
        <p:spPr>
          <a:xfrm>
            <a:off x="5763161" y="4157813"/>
            <a:ext cx="1893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5763161" y="3891343"/>
            <a:ext cx="1893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8" name="Google Shape;218;p20"/>
          <p:cNvGrpSpPr/>
          <p:nvPr/>
        </p:nvGrpSpPr>
        <p:grpSpPr>
          <a:xfrm>
            <a:off x="4500622" y="2401997"/>
            <a:ext cx="665366" cy="1690846"/>
            <a:chOff x="4552831" y="2878318"/>
            <a:chExt cx="852705" cy="1593935"/>
          </a:xfrm>
        </p:grpSpPr>
        <p:grpSp>
          <p:nvGrpSpPr>
            <p:cNvPr id="219" name="Google Shape;219;p20"/>
            <p:cNvGrpSpPr/>
            <p:nvPr/>
          </p:nvGrpSpPr>
          <p:grpSpPr>
            <a:xfrm>
              <a:off x="4552831" y="2878318"/>
              <a:ext cx="852705" cy="762624"/>
              <a:chOff x="5500948" y="2704575"/>
              <a:chExt cx="852705" cy="606508"/>
            </a:xfrm>
          </p:grpSpPr>
          <p:grpSp>
            <p:nvGrpSpPr>
              <p:cNvPr id="220" name="Google Shape;220;p20"/>
              <p:cNvGrpSpPr/>
              <p:nvPr/>
            </p:nvGrpSpPr>
            <p:grpSpPr>
              <a:xfrm>
                <a:off x="5500948" y="2845093"/>
                <a:ext cx="610054" cy="325184"/>
                <a:chOff x="3226678" y="2761126"/>
                <a:chExt cx="469200" cy="1426870"/>
              </a:xfrm>
            </p:grpSpPr>
            <p:cxnSp>
              <p:nvCxnSpPr>
                <p:cNvPr id="221" name="Google Shape;221;p20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2" name="Google Shape;222;p20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23" name="Google Shape;223;p20"/>
              <p:cNvSpPr txBox="1"/>
              <p:nvPr/>
            </p:nvSpPr>
            <p:spPr>
              <a:xfrm>
                <a:off x="6110953" y="3025483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4" name="Google Shape;224;p20"/>
              <p:cNvSpPr txBox="1"/>
              <p:nvPr/>
            </p:nvSpPr>
            <p:spPr>
              <a:xfrm>
                <a:off x="6110953" y="2704575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25" name="Google Shape;225;p20"/>
            <p:cNvGrpSpPr/>
            <p:nvPr/>
          </p:nvGrpSpPr>
          <p:grpSpPr>
            <a:xfrm>
              <a:off x="4552831" y="4063312"/>
              <a:ext cx="610054" cy="408941"/>
              <a:chOff x="3226678" y="2761126"/>
              <a:chExt cx="469200" cy="1426870"/>
            </a:xfrm>
          </p:grpSpPr>
          <p:cxnSp>
            <p:nvCxnSpPr>
              <p:cNvPr id="226" name="Google Shape;226;p20"/>
              <p:cNvCxnSpPr/>
              <p:nvPr/>
            </p:nvCxnSpPr>
            <p:spPr>
              <a:xfrm flipH="1" rot="10800000">
                <a:off x="3226678" y="2761126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7" name="Google Shape;227;p20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28" name="Google Shape;228;p20"/>
          <p:cNvGrpSpPr/>
          <p:nvPr/>
        </p:nvGrpSpPr>
        <p:grpSpPr>
          <a:xfrm>
            <a:off x="3715456" y="2632140"/>
            <a:ext cx="665366" cy="1417834"/>
            <a:chOff x="5500948" y="2704575"/>
            <a:chExt cx="852705" cy="606508"/>
          </a:xfrm>
        </p:grpSpPr>
        <p:grpSp>
          <p:nvGrpSpPr>
            <p:cNvPr id="229" name="Google Shape;229;p20"/>
            <p:cNvGrpSpPr/>
            <p:nvPr/>
          </p:nvGrpSpPr>
          <p:grpSpPr>
            <a:xfrm>
              <a:off x="5500948" y="2845093"/>
              <a:ext cx="610054" cy="325184"/>
              <a:chOff x="3226678" y="2761126"/>
              <a:chExt cx="469200" cy="1426870"/>
            </a:xfrm>
          </p:grpSpPr>
          <p:cxnSp>
            <p:nvCxnSpPr>
              <p:cNvPr id="230" name="Google Shape;230;p20"/>
              <p:cNvCxnSpPr/>
              <p:nvPr/>
            </p:nvCxnSpPr>
            <p:spPr>
              <a:xfrm flipH="1" rot="10800000">
                <a:off x="3226678" y="2761126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" name="Google Shape;231;p20"/>
              <p:cNvCxnSpPr/>
              <p:nvPr/>
            </p:nvCxnSpPr>
            <p:spPr>
              <a:xfrm>
                <a:off x="3226678" y="3561897"/>
                <a:ext cx="469200" cy="6261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32" name="Google Shape;232;p20"/>
            <p:cNvSpPr txBox="1"/>
            <p:nvPr/>
          </p:nvSpPr>
          <p:spPr>
            <a:xfrm>
              <a:off x="6110953" y="3025483"/>
              <a:ext cx="242700" cy="28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20"/>
            <p:cNvSpPr txBox="1"/>
            <p:nvPr/>
          </p:nvSpPr>
          <p:spPr>
            <a:xfrm>
              <a:off x="6110953" y="2704575"/>
              <a:ext cx="242700" cy="28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4" name="Google Shape;234;p20"/>
          <p:cNvGrpSpPr/>
          <p:nvPr/>
        </p:nvGrpSpPr>
        <p:grpSpPr>
          <a:xfrm>
            <a:off x="5287092" y="2287436"/>
            <a:ext cx="665366" cy="1038337"/>
            <a:chOff x="5501031" y="2770324"/>
            <a:chExt cx="852705" cy="978825"/>
          </a:xfrm>
        </p:grpSpPr>
        <p:grpSp>
          <p:nvGrpSpPr>
            <p:cNvPr id="235" name="Google Shape;235;p20"/>
            <p:cNvGrpSpPr/>
            <p:nvPr/>
          </p:nvGrpSpPr>
          <p:grpSpPr>
            <a:xfrm>
              <a:off x="5501031" y="2770324"/>
              <a:ext cx="852705" cy="474775"/>
              <a:chOff x="5500948" y="2704575"/>
              <a:chExt cx="852705" cy="606508"/>
            </a:xfrm>
          </p:grpSpPr>
          <p:grpSp>
            <p:nvGrpSpPr>
              <p:cNvPr id="236" name="Google Shape;236;p20"/>
              <p:cNvGrpSpPr/>
              <p:nvPr/>
            </p:nvGrpSpPr>
            <p:grpSpPr>
              <a:xfrm>
                <a:off x="5500948" y="2845093"/>
                <a:ext cx="610054" cy="325184"/>
                <a:chOff x="3226678" y="2761126"/>
                <a:chExt cx="469200" cy="1426870"/>
              </a:xfrm>
            </p:grpSpPr>
            <p:cxnSp>
              <p:nvCxnSpPr>
                <p:cNvPr id="237" name="Google Shape;237;p20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8" name="Google Shape;238;p20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39" name="Google Shape;239;p20"/>
              <p:cNvSpPr txBox="1"/>
              <p:nvPr/>
            </p:nvSpPr>
            <p:spPr>
              <a:xfrm>
                <a:off x="6110953" y="3025483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0" name="Google Shape;240;p20"/>
              <p:cNvSpPr txBox="1"/>
              <p:nvPr/>
            </p:nvSpPr>
            <p:spPr>
              <a:xfrm>
                <a:off x="6110953" y="2704575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41" name="Google Shape;241;p20"/>
            <p:cNvGrpSpPr/>
            <p:nvPr/>
          </p:nvGrpSpPr>
          <p:grpSpPr>
            <a:xfrm>
              <a:off x="5501031" y="3274374"/>
              <a:ext cx="852705" cy="474775"/>
              <a:chOff x="5500948" y="2704575"/>
              <a:chExt cx="852705" cy="606508"/>
            </a:xfrm>
          </p:grpSpPr>
          <p:grpSp>
            <p:nvGrpSpPr>
              <p:cNvPr id="242" name="Google Shape;242;p20"/>
              <p:cNvGrpSpPr/>
              <p:nvPr/>
            </p:nvGrpSpPr>
            <p:grpSpPr>
              <a:xfrm>
                <a:off x="5500948" y="2845093"/>
                <a:ext cx="610054" cy="325184"/>
                <a:chOff x="3226678" y="2761126"/>
                <a:chExt cx="469200" cy="1426870"/>
              </a:xfrm>
            </p:grpSpPr>
            <p:cxnSp>
              <p:nvCxnSpPr>
                <p:cNvPr id="243" name="Google Shape;243;p20"/>
                <p:cNvCxnSpPr/>
                <p:nvPr/>
              </p:nvCxnSpPr>
              <p:spPr>
                <a:xfrm flipH="1" rot="10800000">
                  <a:off x="3226678" y="2761126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4" name="Google Shape;244;p20"/>
                <p:cNvCxnSpPr/>
                <p:nvPr/>
              </p:nvCxnSpPr>
              <p:spPr>
                <a:xfrm>
                  <a:off x="3226678" y="3561897"/>
                  <a:ext cx="469200" cy="626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45" name="Google Shape;245;p20"/>
              <p:cNvSpPr txBox="1"/>
              <p:nvPr/>
            </p:nvSpPr>
            <p:spPr>
              <a:xfrm>
                <a:off x="6110953" y="3025483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6" name="Google Shape;246;p20"/>
              <p:cNvSpPr txBox="1"/>
              <p:nvPr/>
            </p:nvSpPr>
            <p:spPr>
              <a:xfrm>
                <a:off x="6110953" y="2704575"/>
                <a:ext cx="242700" cy="2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47" name="Google Shape;247;p20"/>
          <p:cNvSpPr txBox="1"/>
          <p:nvPr/>
        </p:nvSpPr>
        <p:spPr>
          <a:xfrm>
            <a:off x="6238898" y="3622987"/>
            <a:ext cx="8187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 C F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6238898" y="2553679"/>
            <a:ext cx="8187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C F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6238898" y="4157642"/>
            <a:ext cx="8187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 D F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6238898" y="2287220"/>
            <a:ext cx="8187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 C 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6238898" y="3088333"/>
            <a:ext cx="8187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D F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6238898" y="2821874"/>
            <a:ext cx="8187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 D 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6238898" y="3891182"/>
            <a:ext cx="8187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 D 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6238898" y="3356528"/>
            <a:ext cx="8187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 C 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4976674" y="3899327"/>
            <a:ext cx="189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4976674" y="3471303"/>
            <a:ext cx="189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1600484" y="4641034"/>
            <a:ext cx="476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The event that at least one spinner lands on a vowel has how many outcomes?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2568385" y="5056205"/>
            <a:ext cx="425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There are six outcomes with at least one vowel.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1600484" y="3268249"/>
            <a:ext cx="196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Complete this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and sample space.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4731591" y="7637198"/>
            <a:ext cx="877200" cy="18345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1600475" y="6150750"/>
            <a:ext cx="5491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Aisha plays a game.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 will spin spinners 1, 2, and 3 once each.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If spinner 3 lands on W, then Aisha wins the number of sweets equal to the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</a:t>
            </a:r>
            <a:r>
              <a:rPr lang="en-GB" sz="12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of the numbers on spinners 1 and 2.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this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sample space for Aisha’s game.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2" name="Google Shape;262;p20"/>
          <p:cNvGrpSpPr/>
          <p:nvPr/>
        </p:nvGrpSpPr>
        <p:grpSpPr>
          <a:xfrm>
            <a:off x="533269" y="6174892"/>
            <a:ext cx="745939" cy="745882"/>
            <a:chOff x="1079761" y="2819758"/>
            <a:chExt cx="811863" cy="811800"/>
          </a:xfrm>
        </p:grpSpPr>
        <p:sp>
          <p:nvSpPr>
            <p:cNvPr id="263" name="Google Shape;263;p20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0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0"/>
            <p:cNvSpPr txBox="1"/>
            <p:nvPr/>
          </p:nvSpPr>
          <p:spPr>
            <a:xfrm flipH="1">
              <a:off x="1541035" y="3116844"/>
              <a:ext cx="278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" name="Google Shape;266;p20"/>
            <p:cNvSpPr txBox="1"/>
            <p:nvPr/>
          </p:nvSpPr>
          <p:spPr>
            <a:xfrm flipH="1">
              <a:off x="1150360" y="3116844"/>
              <a:ext cx="278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67" name="Google Shape;267;p20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268" name="Google Shape;268;p20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69" name="Google Shape;269;p20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70" name="Google Shape;270;p20"/>
          <p:cNvSpPr txBox="1"/>
          <p:nvPr/>
        </p:nvSpPr>
        <p:spPr>
          <a:xfrm>
            <a:off x="467625" y="6951908"/>
            <a:ext cx="877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1" name="Google Shape;271;p20"/>
          <p:cNvGrpSpPr/>
          <p:nvPr/>
        </p:nvGrpSpPr>
        <p:grpSpPr>
          <a:xfrm>
            <a:off x="533269" y="7268848"/>
            <a:ext cx="745939" cy="745882"/>
            <a:chOff x="1079761" y="2819758"/>
            <a:chExt cx="811863" cy="811800"/>
          </a:xfrm>
        </p:grpSpPr>
        <p:sp>
          <p:nvSpPr>
            <p:cNvPr id="272" name="Google Shape;272;p20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0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0"/>
            <p:cNvSpPr txBox="1"/>
            <p:nvPr/>
          </p:nvSpPr>
          <p:spPr>
            <a:xfrm flipH="1">
              <a:off x="1541035" y="3116844"/>
              <a:ext cx="278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" name="Google Shape;275;p20"/>
            <p:cNvSpPr txBox="1"/>
            <p:nvPr/>
          </p:nvSpPr>
          <p:spPr>
            <a:xfrm flipH="1">
              <a:off x="1150360" y="3116844"/>
              <a:ext cx="278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76" name="Google Shape;276;p20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277" name="Google Shape;277;p20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78" name="Google Shape;278;p20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79" name="Google Shape;279;p20"/>
          <p:cNvSpPr txBox="1"/>
          <p:nvPr/>
        </p:nvSpPr>
        <p:spPr>
          <a:xfrm>
            <a:off x="467625" y="8045863"/>
            <a:ext cx="877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0" name="Google Shape;280;p20"/>
          <p:cNvGrpSpPr/>
          <p:nvPr/>
        </p:nvGrpSpPr>
        <p:grpSpPr>
          <a:xfrm>
            <a:off x="533269" y="8362803"/>
            <a:ext cx="745939" cy="745882"/>
            <a:chOff x="1079761" y="2819758"/>
            <a:chExt cx="811863" cy="811800"/>
          </a:xfrm>
        </p:grpSpPr>
        <p:sp>
          <p:nvSpPr>
            <p:cNvPr id="281" name="Google Shape;281;p20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0"/>
            <p:cNvSpPr txBox="1"/>
            <p:nvPr/>
          </p:nvSpPr>
          <p:spPr>
            <a:xfrm flipH="1">
              <a:off x="1541035" y="3116844"/>
              <a:ext cx="278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4" name="Google Shape;284;p20"/>
            <p:cNvSpPr txBox="1"/>
            <p:nvPr/>
          </p:nvSpPr>
          <p:spPr>
            <a:xfrm flipH="1">
              <a:off x="1150360" y="3116844"/>
              <a:ext cx="278400" cy="20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85" name="Google Shape;285;p20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286" name="Google Shape;286;p20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87" name="Google Shape;287;p20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88" name="Google Shape;288;p20"/>
          <p:cNvSpPr txBox="1"/>
          <p:nvPr/>
        </p:nvSpPr>
        <p:spPr>
          <a:xfrm>
            <a:off x="467625" y="9139818"/>
            <a:ext cx="877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9" name="Google Shape;289;p20"/>
          <p:cNvCxnSpPr/>
          <p:nvPr/>
        </p:nvCxnSpPr>
        <p:spPr>
          <a:xfrm flipH="1" rot="10800000">
            <a:off x="3823758" y="8664305"/>
            <a:ext cx="471000" cy="99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20"/>
          <p:cNvCxnSpPr/>
          <p:nvPr/>
        </p:nvCxnSpPr>
        <p:spPr>
          <a:xfrm>
            <a:off x="3823758" y="8790922"/>
            <a:ext cx="471000" cy="99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" name="Google Shape;291;p20"/>
          <p:cNvSpPr txBox="1"/>
          <p:nvPr/>
        </p:nvSpPr>
        <p:spPr>
          <a:xfrm>
            <a:off x="4294645" y="8789461"/>
            <a:ext cx="1872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0"/>
          <p:cNvSpPr txBox="1"/>
          <p:nvPr/>
        </p:nvSpPr>
        <p:spPr>
          <a:xfrm>
            <a:off x="4294645" y="8566825"/>
            <a:ext cx="1872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3" name="Google Shape;293;p20"/>
          <p:cNvCxnSpPr/>
          <p:nvPr/>
        </p:nvCxnSpPr>
        <p:spPr>
          <a:xfrm flipH="1" rot="10800000">
            <a:off x="3823758" y="9111026"/>
            <a:ext cx="471000" cy="99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20"/>
          <p:cNvCxnSpPr/>
          <p:nvPr/>
        </p:nvCxnSpPr>
        <p:spPr>
          <a:xfrm>
            <a:off x="3823758" y="9237644"/>
            <a:ext cx="471000" cy="99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20"/>
          <p:cNvCxnSpPr/>
          <p:nvPr/>
        </p:nvCxnSpPr>
        <p:spPr>
          <a:xfrm flipH="1" rot="10800000">
            <a:off x="3045715" y="7925696"/>
            <a:ext cx="471000" cy="159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20"/>
          <p:cNvCxnSpPr/>
          <p:nvPr/>
        </p:nvCxnSpPr>
        <p:spPr>
          <a:xfrm>
            <a:off x="3045715" y="8129057"/>
            <a:ext cx="471000" cy="159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20"/>
          <p:cNvCxnSpPr/>
          <p:nvPr/>
        </p:nvCxnSpPr>
        <p:spPr>
          <a:xfrm flipH="1" rot="10800000">
            <a:off x="3045715" y="8819228"/>
            <a:ext cx="471000" cy="159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20"/>
          <p:cNvCxnSpPr/>
          <p:nvPr/>
        </p:nvCxnSpPr>
        <p:spPr>
          <a:xfrm>
            <a:off x="3045715" y="9022589"/>
            <a:ext cx="471000" cy="159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20"/>
          <p:cNvSpPr txBox="1"/>
          <p:nvPr/>
        </p:nvSpPr>
        <p:spPr>
          <a:xfrm>
            <a:off x="3516602" y="9020242"/>
            <a:ext cx="1872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0" name="Google Shape;300;p20"/>
          <p:cNvCxnSpPr/>
          <p:nvPr/>
        </p:nvCxnSpPr>
        <p:spPr>
          <a:xfrm flipH="1" rot="10800000">
            <a:off x="2268995" y="8235874"/>
            <a:ext cx="471000" cy="278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20"/>
          <p:cNvCxnSpPr/>
          <p:nvPr/>
        </p:nvCxnSpPr>
        <p:spPr>
          <a:xfrm>
            <a:off x="2268995" y="8592324"/>
            <a:ext cx="471000" cy="278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20"/>
          <p:cNvSpPr txBox="1"/>
          <p:nvPr/>
        </p:nvSpPr>
        <p:spPr>
          <a:xfrm>
            <a:off x="2739883" y="7961426"/>
            <a:ext cx="1872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3" name="Google Shape;303;p20"/>
          <p:cNvCxnSpPr/>
          <p:nvPr/>
        </p:nvCxnSpPr>
        <p:spPr>
          <a:xfrm flipH="1" rot="10800000">
            <a:off x="3823758" y="7770861"/>
            <a:ext cx="471000" cy="99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20"/>
          <p:cNvCxnSpPr/>
          <p:nvPr/>
        </p:nvCxnSpPr>
        <p:spPr>
          <a:xfrm>
            <a:off x="3823758" y="7897479"/>
            <a:ext cx="471000" cy="99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20"/>
          <p:cNvCxnSpPr/>
          <p:nvPr/>
        </p:nvCxnSpPr>
        <p:spPr>
          <a:xfrm flipH="1" rot="10800000">
            <a:off x="3823758" y="8217583"/>
            <a:ext cx="471000" cy="99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20"/>
          <p:cNvCxnSpPr/>
          <p:nvPr/>
        </p:nvCxnSpPr>
        <p:spPr>
          <a:xfrm>
            <a:off x="3823758" y="8344200"/>
            <a:ext cx="471000" cy="99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20"/>
          <p:cNvSpPr txBox="1"/>
          <p:nvPr/>
        </p:nvSpPr>
        <p:spPr>
          <a:xfrm>
            <a:off x="4765247" y="8789456"/>
            <a:ext cx="8097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2 5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0"/>
          <p:cNvSpPr txBox="1"/>
          <p:nvPr/>
        </p:nvSpPr>
        <p:spPr>
          <a:xfrm>
            <a:off x="4765247" y="7673383"/>
            <a:ext cx="8097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5 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0"/>
          <p:cNvSpPr txBox="1"/>
          <p:nvPr/>
        </p:nvSpPr>
        <p:spPr>
          <a:xfrm>
            <a:off x="4765247" y="8566821"/>
            <a:ext cx="8097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5 W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0"/>
          <p:cNvSpPr txBox="1"/>
          <p:nvPr/>
        </p:nvSpPr>
        <p:spPr>
          <a:xfrm>
            <a:off x="4765247" y="9236176"/>
            <a:ext cx="8097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7 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1" name="Google Shape;311;p20"/>
          <p:cNvSpPr txBox="1"/>
          <p:nvPr/>
        </p:nvSpPr>
        <p:spPr>
          <a:xfrm>
            <a:off x="4294645" y="9236183"/>
            <a:ext cx="1872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2" name="Google Shape;312;p20"/>
          <p:cNvSpPr txBox="1"/>
          <p:nvPr/>
        </p:nvSpPr>
        <p:spPr>
          <a:xfrm>
            <a:off x="4294645" y="9013547"/>
            <a:ext cx="1872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3" name="Google Shape;313;p20"/>
          <p:cNvSpPr txBox="1"/>
          <p:nvPr/>
        </p:nvSpPr>
        <p:spPr>
          <a:xfrm>
            <a:off x="3516602" y="8126710"/>
            <a:ext cx="1872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4" name="Google Shape;314;p20"/>
          <p:cNvSpPr txBox="1"/>
          <p:nvPr/>
        </p:nvSpPr>
        <p:spPr>
          <a:xfrm>
            <a:off x="3516602" y="7769094"/>
            <a:ext cx="1872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5" name="Google Shape;315;p20"/>
          <p:cNvSpPr txBox="1"/>
          <p:nvPr/>
        </p:nvSpPr>
        <p:spPr>
          <a:xfrm>
            <a:off x="3516602" y="8662626"/>
            <a:ext cx="1872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2739883" y="8588212"/>
            <a:ext cx="1872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7" name="Google Shape;317;p20"/>
          <p:cNvSpPr txBox="1"/>
          <p:nvPr/>
        </p:nvSpPr>
        <p:spPr>
          <a:xfrm>
            <a:off x="4294645" y="7896018"/>
            <a:ext cx="1872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8" name="Google Shape;318;p20"/>
          <p:cNvSpPr txBox="1"/>
          <p:nvPr/>
        </p:nvSpPr>
        <p:spPr>
          <a:xfrm>
            <a:off x="4294645" y="7673382"/>
            <a:ext cx="1872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9" name="Google Shape;319;p20"/>
          <p:cNvSpPr txBox="1"/>
          <p:nvPr/>
        </p:nvSpPr>
        <p:spPr>
          <a:xfrm>
            <a:off x="4294645" y="8342740"/>
            <a:ext cx="1872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0" name="Google Shape;320;p20"/>
          <p:cNvSpPr txBox="1"/>
          <p:nvPr/>
        </p:nvSpPr>
        <p:spPr>
          <a:xfrm>
            <a:off x="4294645" y="8120104"/>
            <a:ext cx="1872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1" name="Google Shape;321;p20"/>
          <p:cNvSpPr txBox="1"/>
          <p:nvPr/>
        </p:nvSpPr>
        <p:spPr>
          <a:xfrm>
            <a:off x="4765247" y="7896017"/>
            <a:ext cx="8097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5 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2" name="Google Shape;322;p20"/>
          <p:cNvSpPr txBox="1"/>
          <p:nvPr/>
        </p:nvSpPr>
        <p:spPr>
          <a:xfrm>
            <a:off x="4765247" y="8342737"/>
            <a:ext cx="8097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7 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3" name="Google Shape;323;p20"/>
          <p:cNvSpPr txBox="1"/>
          <p:nvPr/>
        </p:nvSpPr>
        <p:spPr>
          <a:xfrm>
            <a:off x="4765247" y="8120102"/>
            <a:ext cx="8097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7 W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4" name="Google Shape;324;p20"/>
          <p:cNvSpPr txBox="1"/>
          <p:nvPr/>
        </p:nvSpPr>
        <p:spPr>
          <a:xfrm>
            <a:off x="4765247" y="9013541"/>
            <a:ext cx="8097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7 W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5790385" y="7637198"/>
            <a:ext cx="877200" cy="1834500"/>
          </a:xfrm>
          <a:prstGeom prst="roundRect">
            <a:avLst>
              <a:gd fmla="val 902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0"/>
          <p:cNvSpPr txBox="1"/>
          <p:nvPr/>
        </p:nvSpPr>
        <p:spPr>
          <a:xfrm>
            <a:off x="5824041" y="8789456"/>
            <a:ext cx="8097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 win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0"/>
          <p:cNvSpPr txBox="1"/>
          <p:nvPr/>
        </p:nvSpPr>
        <p:spPr>
          <a:xfrm>
            <a:off x="5824041" y="7673383"/>
            <a:ext cx="8097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wins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0"/>
          <p:cNvSpPr txBox="1"/>
          <p:nvPr/>
        </p:nvSpPr>
        <p:spPr>
          <a:xfrm>
            <a:off x="5824041" y="8566821"/>
            <a:ext cx="8097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wins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0"/>
          <p:cNvSpPr txBox="1"/>
          <p:nvPr/>
        </p:nvSpPr>
        <p:spPr>
          <a:xfrm>
            <a:off x="5824041" y="9236176"/>
            <a:ext cx="8097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 win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0" name="Google Shape;330;p20"/>
          <p:cNvSpPr txBox="1"/>
          <p:nvPr/>
        </p:nvSpPr>
        <p:spPr>
          <a:xfrm>
            <a:off x="5824041" y="7896017"/>
            <a:ext cx="8097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 win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1" name="Google Shape;331;p20"/>
          <p:cNvSpPr txBox="1"/>
          <p:nvPr/>
        </p:nvSpPr>
        <p:spPr>
          <a:xfrm>
            <a:off x="5824041" y="8342737"/>
            <a:ext cx="8097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 win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2" name="Google Shape;332;p20"/>
          <p:cNvSpPr txBox="1"/>
          <p:nvPr/>
        </p:nvSpPr>
        <p:spPr>
          <a:xfrm>
            <a:off x="5824041" y="8120102"/>
            <a:ext cx="8097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wins 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3" name="Google Shape;333;p20"/>
          <p:cNvSpPr txBox="1"/>
          <p:nvPr/>
        </p:nvSpPr>
        <p:spPr>
          <a:xfrm>
            <a:off x="5824041" y="9013541"/>
            <a:ext cx="8097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wins 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an outcome tree to display outcomes for more than two events</a:t>
            </a:r>
            <a:endParaRPr/>
          </a:p>
        </p:txBody>
      </p:sp>
      <p:sp>
        <p:nvSpPr>
          <p:cNvPr id="339" name="Google Shape;33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40" name="Google Shape;340;p21"/>
          <p:cNvCxnSpPr/>
          <p:nvPr/>
        </p:nvCxnSpPr>
        <p:spPr>
          <a:xfrm>
            <a:off x="474757" y="44070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1" name="Google Shape;341;p21"/>
          <p:cNvGrpSpPr/>
          <p:nvPr/>
        </p:nvGrpSpPr>
        <p:grpSpPr>
          <a:xfrm>
            <a:off x="586931" y="915820"/>
            <a:ext cx="737821" cy="737764"/>
            <a:chOff x="1079761" y="2819758"/>
            <a:chExt cx="811863" cy="811800"/>
          </a:xfrm>
        </p:grpSpPr>
        <p:sp>
          <p:nvSpPr>
            <p:cNvPr id="342" name="Google Shape;342;p21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1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1"/>
            <p:cNvSpPr txBox="1"/>
            <p:nvPr/>
          </p:nvSpPr>
          <p:spPr>
            <a:xfrm flipH="1">
              <a:off x="1541035" y="3116844"/>
              <a:ext cx="2784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5" name="Google Shape;345;p21"/>
            <p:cNvSpPr txBox="1"/>
            <p:nvPr/>
          </p:nvSpPr>
          <p:spPr>
            <a:xfrm flipH="1">
              <a:off x="1150360" y="3116844"/>
              <a:ext cx="2784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346" name="Google Shape;346;p21"/>
            <p:cNvGrpSpPr/>
            <p:nvPr/>
          </p:nvGrpSpPr>
          <p:grpSpPr>
            <a:xfrm>
              <a:off x="1462108" y="2863641"/>
              <a:ext cx="45600" cy="398140"/>
              <a:chOff x="854445" y="2913567"/>
              <a:chExt cx="45600" cy="398140"/>
            </a:xfrm>
          </p:grpSpPr>
          <p:cxnSp>
            <p:nvCxnSpPr>
              <p:cNvPr id="347" name="Google Shape;347;p21"/>
              <p:cNvCxnSpPr/>
              <p:nvPr/>
            </p:nvCxnSpPr>
            <p:spPr>
              <a:xfrm rot="10800000">
                <a:off x="879108" y="2913567"/>
                <a:ext cx="0" cy="3726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348" name="Google Shape;348;p21"/>
              <p:cNvSpPr/>
              <p:nvPr/>
            </p:nvSpPr>
            <p:spPr>
              <a:xfrm>
                <a:off x="854445" y="3270607"/>
                <a:ext cx="45600" cy="41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9" name="Google Shape;349;p21"/>
          <p:cNvGrpSpPr/>
          <p:nvPr/>
        </p:nvGrpSpPr>
        <p:grpSpPr>
          <a:xfrm>
            <a:off x="934204" y="944853"/>
            <a:ext cx="41463" cy="361779"/>
            <a:chOff x="779080" y="747789"/>
            <a:chExt cx="54300" cy="473780"/>
          </a:xfrm>
        </p:grpSpPr>
        <p:cxnSp>
          <p:nvCxnSpPr>
            <p:cNvPr id="350" name="Google Shape;350;p21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51" name="Google Shape;351;p21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2" name="Google Shape;352;p21"/>
          <p:cNvSpPr txBox="1"/>
          <p:nvPr/>
        </p:nvSpPr>
        <p:spPr>
          <a:xfrm>
            <a:off x="522021" y="1685404"/>
            <a:ext cx="86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1"/>
          <p:cNvSpPr txBox="1"/>
          <p:nvPr/>
        </p:nvSpPr>
        <p:spPr>
          <a:xfrm>
            <a:off x="522021" y="2767473"/>
            <a:ext cx="86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4" name="Google Shape;354;p21"/>
          <p:cNvGrpSpPr/>
          <p:nvPr/>
        </p:nvGrpSpPr>
        <p:grpSpPr>
          <a:xfrm rot="-5400000">
            <a:off x="586962" y="3080831"/>
            <a:ext cx="737821" cy="737764"/>
            <a:chOff x="1079761" y="2819758"/>
            <a:chExt cx="811863" cy="811800"/>
          </a:xfrm>
        </p:grpSpPr>
        <p:sp>
          <p:nvSpPr>
            <p:cNvPr id="355" name="Google Shape;355;p21"/>
            <p:cNvSpPr/>
            <p:nvPr/>
          </p:nvSpPr>
          <p:spPr>
            <a:xfrm flipH="1">
              <a:off x="1079761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1"/>
            <p:cNvSpPr/>
            <p:nvPr/>
          </p:nvSpPr>
          <p:spPr>
            <a:xfrm flipH="1" rot="10800000">
              <a:off x="1079824" y="2819758"/>
              <a:ext cx="811800" cy="811800"/>
            </a:xfrm>
            <a:prstGeom prst="pie">
              <a:avLst>
                <a:gd fmla="val 5391668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1"/>
            <p:cNvSpPr txBox="1"/>
            <p:nvPr/>
          </p:nvSpPr>
          <p:spPr>
            <a:xfrm flipH="1" rot="5400000">
              <a:off x="1387232" y="3118666"/>
              <a:ext cx="5589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heads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8" name="Google Shape;358;p21"/>
            <p:cNvSpPr txBox="1"/>
            <p:nvPr/>
          </p:nvSpPr>
          <p:spPr>
            <a:xfrm flipH="1" rot="5395248">
              <a:off x="1074344" y="3118748"/>
              <a:ext cx="4341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tails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9" name="Google Shape;359;p21"/>
            <p:cNvSpPr/>
            <p:nvPr/>
          </p:nvSpPr>
          <p:spPr>
            <a:xfrm rot="5400000">
              <a:off x="1462108" y="3199666"/>
              <a:ext cx="45600" cy="411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0" name="Google Shape;360;p21"/>
          <p:cNvSpPr txBox="1"/>
          <p:nvPr/>
        </p:nvSpPr>
        <p:spPr>
          <a:xfrm>
            <a:off x="522021" y="3849543"/>
            <a:ext cx="86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61" name="Google Shape;361;p21"/>
          <p:cNvGrpSpPr/>
          <p:nvPr/>
        </p:nvGrpSpPr>
        <p:grpSpPr>
          <a:xfrm>
            <a:off x="451633" y="1864602"/>
            <a:ext cx="1008181" cy="1008181"/>
            <a:chOff x="146832" y="518450"/>
            <a:chExt cx="1320300" cy="1320300"/>
          </a:xfrm>
        </p:grpSpPr>
        <p:sp>
          <p:nvSpPr>
            <p:cNvPr id="362" name="Google Shape;362;p21"/>
            <p:cNvSpPr/>
            <p:nvPr/>
          </p:nvSpPr>
          <p:spPr>
            <a:xfrm flipH="1">
              <a:off x="323915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1"/>
            <p:cNvSpPr/>
            <p:nvPr/>
          </p:nvSpPr>
          <p:spPr>
            <a:xfrm flipH="1" rot="7200178">
              <a:off x="323726" y="695344"/>
              <a:ext cx="966513" cy="966513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CCCC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1"/>
            <p:cNvSpPr/>
            <p:nvPr/>
          </p:nvSpPr>
          <p:spPr>
            <a:xfrm>
              <a:off x="323953" y="695491"/>
              <a:ext cx="966300" cy="966300"/>
            </a:xfrm>
            <a:prstGeom prst="pie">
              <a:avLst>
                <a:gd fmla="val 8993067" name="adj1"/>
                <a:gd fmla="val 16200000" name="adj2"/>
              </a:avLst>
            </a:prstGeom>
            <a:solidFill>
              <a:srgbClr val="43434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5" name="Google Shape;365;p21"/>
          <p:cNvGrpSpPr/>
          <p:nvPr/>
        </p:nvGrpSpPr>
        <p:grpSpPr>
          <a:xfrm>
            <a:off x="934204" y="2027884"/>
            <a:ext cx="41463" cy="361779"/>
            <a:chOff x="779080" y="747789"/>
            <a:chExt cx="54300" cy="473780"/>
          </a:xfrm>
        </p:grpSpPr>
        <p:cxnSp>
          <p:nvCxnSpPr>
            <p:cNvPr id="366" name="Google Shape;366;p21"/>
            <p:cNvCxnSpPr/>
            <p:nvPr/>
          </p:nvCxnSpPr>
          <p:spPr>
            <a:xfrm rot="10800000">
              <a:off x="808433" y="747789"/>
              <a:ext cx="0" cy="443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67" name="Google Shape;367;p21"/>
            <p:cNvSpPr/>
            <p:nvPr/>
          </p:nvSpPr>
          <p:spPr>
            <a:xfrm>
              <a:off x="779080" y="1172670"/>
              <a:ext cx="54300" cy="48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8" name="Google Shape;368;p21"/>
          <p:cNvSpPr txBox="1"/>
          <p:nvPr/>
        </p:nvSpPr>
        <p:spPr>
          <a:xfrm flipH="1">
            <a:off x="829037" y="2456853"/>
            <a:ext cx="25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 flipH="1">
            <a:off x="676677" y="2163657"/>
            <a:ext cx="25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 flipH="1">
            <a:off x="983034" y="2163657"/>
            <a:ext cx="25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1603576" y="892950"/>
            <a:ext cx="21909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Sam will spin spinners 1 and 2 once each, and then flip a coin.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Draw the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for this three-stage trial. Stage 1 is spinner 1, stage 2 is spinner 2, and stage 3 is the coin.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Modify this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to satisfy this four-stage trial: “if two spinners land on the same letter and the coin lands heads, then flip another coin”.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2" name="Google Shape;372;p21"/>
          <p:cNvCxnSpPr/>
          <p:nvPr/>
        </p:nvCxnSpPr>
        <p:spPr>
          <a:xfrm flipH="1" rot="10800000">
            <a:off x="6208149" y="1096056"/>
            <a:ext cx="334800" cy="100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21"/>
          <p:cNvCxnSpPr/>
          <p:nvPr/>
        </p:nvCxnSpPr>
        <p:spPr>
          <a:xfrm>
            <a:off x="6208149" y="1224194"/>
            <a:ext cx="334800" cy="100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" name="Google Shape;374;p21"/>
          <p:cNvSpPr txBox="1"/>
          <p:nvPr/>
        </p:nvSpPr>
        <p:spPr>
          <a:xfrm>
            <a:off x="6542930" y="1222710"/>
            <a:ext cx="549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tails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5" name="Google Shape;375;p21"/>
          <p:cNvSpPr txBox="1"/>
          <p:nvPr/>
        </p:nvSpPr>
        <p:spPr>
          <a:xfrm>
            <a:off x="6542930" y="962705"/>
            <a:ext cx="549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heads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76" name="Google Shape;376;p21"/>
          <p:cNvCxnSpPr/>
          <p:nvPr/>
        </p:nvCxnSpPr>
        <p:spPr>
          <a:xfrm flipH="1" rot="10800000">
            <a:off x="6208149" y="2994612"/>
            <a:ext cx="334800" cy="100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21"/>
          <p:cNvCxnSpPr/>
          <p:nvPr/>
        </p:nvCxnSpPr>
        <p:spPr>
          <a:xfrm>
            <a:off x="6208149" y="3122750"/>
            <a:ext cx="334800" cy="100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8" name="Google Shape;378;p21"/>
          <p:cNvSpPr txBox="1"/>
          <p:nvPr/>
        </p:nvSpPr>
        <p:spPr>
          <a:xfrm>
            <a:off x="6542930" y="3121266"/>
            <a:ext cx="549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tails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6542930" y="2819836"/>
            <a:ext cx="549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heads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80" name="Google Shape;380;p21"/>
          <p:cNvCxnSpPr/>
          <p:nvPr/>
        </p:nvCxnSpPr>
        <p:spPr>
          <a:xfrm flipH="1" rot="10800000">
            <a:off x="5151225" y="1186144"/>
            <a:ext cx="465900" cy="100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21"/>
          <p:cNvCxnSpPr/>
          <p:nvPr/>
        </p:nvCxnSpPr>
        <p:spPr>
          <a:xfrm>
            <a:off x="5151225" y="1314283"/>
            <a:ext cx="465900" cy="100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" name="Google Shape;382;p21"/>
          <p:cNvSpPr txBox="1"/>
          <p:nvPr/>
        </p:nvSpPr>
        <p:spPr>
          <a:xfrm>
            <a:off x="5616968" y="1312799"/>
            <a:ext cx="627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tails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5616968" y="1052792"/>
            <a:ext cx="627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heads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84" name="Google Shape;384;p21"/>
          <p:cNvCxnSpPr/>
          <p:nvPr/>
        </p:nvCxnSpPr>
        <p:spPr>
          <a:xfrm flipH="1" rot="10800000">
            <a:off x="5151225" y="1660924"/>
            <a:ext cx="465900" cy="100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21"/>
          <p:cNvCxnSpPr/>
          <p:nvPr/>
        </p:nvCxnSpPr>
        <p:spPr>
          <a:xfrm>
            <a:off x="5151225" y="1789063"/>
            <a:ext cx="465900" cy="100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" name="Google Shape;386;p21"/>
          <p:cNvSpPr txBox="1"/>
          <p:nvPr/>
        </p:nvSpPr>
        <p:spPr>
          <a:xfrm>
            <a:off x="5616968" y="1787580"/>
            <a:ext cx="627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tails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5616968" y="1527572"/>
            <a:ext cx="627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heads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88" name="Google Shape;388;p21"/>
          <p:cNvCxnSpPr/>
          <p:nvPr/>
        </p:nvCxnSpPr>
        <p:spPr>
          <a:xfrm flipH="1" rot="10800000">
            <a:off x="5151225" y="2135703"/>
            <a:ext cx="465900" cy="100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21"/>
          <p:cNvCxnSpPr/>
          <p:nvPr/>
        </p:nvCxnSpPr>
        <p:spPr>
          <a:xfrm>
            <a:off x="5151225" y="2263843"/>
            <a:ext cx="465900" cy="100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" name="Google Shape;390;p21"/>
          <p:cNvSpPr txBox="1"/>
          <p:nvPr/>
        </p:nvSpPr>
        <p:spPr>
          <a:xfrm>
            <a:off x="5616968" y="2227586"/>
            <a:ext cx="627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tails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5616968" y="2002353"/>
            <a:ext cx="627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heads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92" name="Google Shape;392;p21"/>
          <p:cNvCxnSpPr/>
          <p:nvPr/>
        </p:nvCxnSpPr>
        <p:spPr>
          <a:xfrm flipH="1" rot="10800000">
            <a:off x="5151225" y="2610483"/>
            <a:ext cx="465900" cy="100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21"/>
          <p:cNvCxnSpPr/>
          <p:nvPr/>
        </p:nvCxnSpPr>
        <p:spPr>
          <a:xfrm>
            <a:off x="5151225" y="2738622"/>
            <a:ext cx="465900" cy="100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4" name="Google Shape;394;p21"/>
          <p:cNvSpPr txBox="1"/>
          <p:nvPr/>
        </p:nvSpPr>
        <p:spPr>
          <a:xfrm>
            <a:off x="5616968" y="2702366"/>
            <a:ext cx="627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tails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5" name="Google Shape;395;p21"/>
          <p:cNvSpPr txBox="1"/>
          <p:nvPr/>
        </p:nvSpPr>
        <p:spPr>
          <a:xfrm>
            <a:off x="5616968" y="2477134"/>
            <a:ext cx="627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heads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96" name="Google Shape;396;p21"/>
          <p:cNvCxnSpPr/>
          <p:nvPr/>
        </p:nvCxnSpPr>
        <p:spPr>
          <a:xfrm flipH="1" rot="10800000">
            <a:off x="5151225" y="3085263"/>
            <a:ext cx="465900" cy="100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21"/>
          <p:cNvCxnSpPr/>
          <p:nvPr/>
        </p:nvCxnSpPr>
        <p:spPr>
          <a:xfrm>
            <a:off x="5151225" y="3213402"/>
            <a:ext cx="465900" cy="100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8" name="Google Shape;398;p21"/>
          <p:cNvSpPr txBox="1"/>
          <p:nvPr/>
        </p:nvSpPr>
        <p:spPr>
          <a:xfrm>
            <a:off x="5616968" y="3177147"/>
            <a:ext cx="627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tails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9" name="Google Shape;399;p21"/>
          <p:cNvSpPr txBox="1"/>
          <p:nvPr/>
        </p:nvSpPr>
        <p:spPr>
          <a:xfrm>
            <a:off x="5616968" y="2951914"/>
            <a:ext cx="627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heads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00" name="Google Shape;400;p21"/>
          <p:cNvCxnSpPr/>
          <p:nvPr/>
        </p:nvCxnSpPr>
        <p:spPr>
          <a:xfrm flipH="1" rot="10800000">
            <a:off x="5151225" y="3560042"/>
            <a:ext cx="465900" cy="100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21"/>
          <p:cNvCxnSpPr/>
          <p:nvPr/>
        </p:nvCxnSpPr>
        <p:spPr>
          <a:xfrm>
            <a:off x="5151225" y="3688182"/>
            <a:ext cx="465900" cy="100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" name="Google Shape;402;p21"/>
          <p:cNvSpPr txBox="1"/>
          <p:nvPr/>
        </p:nvSpPr>
        <p:spPr>
          <a:xfrm>
            <a:off x="5616968" y="3651928"/>
            <a:ext cx="627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tails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3" name="Google Shape;403;p21"/>
          <p:cNvSpPr txBox="1"/>
          <p:nvPr/>
        </p:nvSpPr>
        <p:spPr>
          <a:xfrm>
            <a:off x="5616968" y="3426695"/>
            <a:ext cx="627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heads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04" name="Google Shape;404;p21"/>
          <p:cNvCxnSpPr/>
          <p:nvPr/>
        </p:nvCxnSpPr>
        <p:spPr>
          <a:xfrm flipH="1" rot="10800000">
            <a:off x="4543333" y="1299154"/>
            <a:ext cx="333600" cy="417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21"/>
          <p:cNvCxnSpPr/>
          <p:nvPr/>
        </p:nvCxnSpPr>
        <p:spPr>
          <a:xfrm>
            <a:off x="4543333" y="1832512"/>
            <a:ext cx="333600" cy="417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" name="Google Shape;406;p21"/>
          <p:cNvSpPr txBox="1"/>
          <p:nvPr/>
        </p:nvSpPr>
        <p:spPr>
          <a:xfrm>
            <a:off x="4876639" y="2007032"/>
            <a:ext cx="1326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7" name="Google Shape;407;p21"/>
          <p:cNvSpPr txBox="1"/>
          <p:nvPr/>
        </p:nvSpPr>
        <p:spPr>
          <a:xfrm>
            <a:off x="4876639" y="1035477"/>
            <a:ext cx="1326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8" name="Google Shape;408;p21"/>
          <p:cNvCxnSpPr/>
          <p:nvPr/>
        </p:nvCxnSpPr>
        <p:spPr>
          <a:xfrm>
            <a:off x="4543308" y="1774633"/>
            <a:ext cx="334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" name="Google Shape;409;p21"/>
          <p:cNvSpPr txBox="1"/>
          <p:nvPr/>
        </p:nvSpPr>
        <p:spPr>
          <a:xfrm>
            <a:off x="4876639" y="1568119"/>
            <a:ext cx="1326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0" name="Google Shape;410;p21"/>
          <p:cNvCxnSpPr/>
          <p:nvPr/>
        </p:nvCxnSpPr>
        <p:spPr>
          <a:xfrm flipH="1" rot="10800000">
            <a:off x="4543333" y="2722967"/>
            <a:ext cx="333600" cy="417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21"/>
          <p:cNvCxnSpPr/>
          <p:nvPr/>
        </p:nvCxnSpPr>
        <p:spPr>
          <a:xfrm>
            <a:off x="4543333" y="3256325"/>
            <a:ext cx="333600" cy="417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2" name="Google Shape;412;p21"/>
          <p:cNvSpPr txBox="1"/>
          <p:nvPr/>
        </p:nvSpPr>
        <p:spPr>
          <a:xfrm>
            <a:off x="4876639" y="3396069"/>
            <a:ext cx="1326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13" name="Google Shape;413;p21"/>
          <p:cNvSpPr txBox="1"/>
          <p:nvPr/>
        </p:nvSpPr>
        <p:spPr>
          <a:xfrm>
            <a:off x="4876639" y="2459290"/>
            <a:ext cx="1326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14" name="Google Shape;414;p21"/>
          <p:cNvCxnSpPr/>
          <p:nvPr/>
        </p:nvCxnSpPr>
        <p:spPr>
          <a:xfrm>
            <a:off x="4543308" y="3198446"/>
            <a:ext cx="334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21"/>
          <p:cNvSpPr txBox="1"/>
          <p:nvPr/>
        </p:nvSpPr>
        <p:spPr>
          <a:xfrm>
            <a:off x="4876639" y="2957157"/>
            <a:ext cx="1326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16" name="Google Shape;416;p21"/>
          <p:cNvCxnSpPr/>
          <p:nvPr/>
        </p:nvCxnSpPr>
        <p:spPr>
          <a:xfrm flipH="1" rot="10800000">
            <a:off x="3988773" y="1768059"/>
            <a:ext cx="304800" cy="62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21"/>
          <p:cNvCxnSpPr/>
          <p:nvPr/>
        </p:nvCxnSpPr>
        <p:spPr>
          <a:xfrm>
            <a:off x="3988773" y="2573510"/>
            <a:ext cx="304800" cy="62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p21"/>
          <p:cNvSpPr txBox="1"/>
          <p:nvPr/>
        </p:nvSpPr>
        <p:spPr>
          <a:xfrm>
            <a:off x="4321500" y="2802336"/>
            <a:ext cx="1212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21"/>
          <p:cNvSpPr txBox="1"/>
          <p:nvPr/>
        </p:nvSpPr>
        <p:spPr>
          <a:xfrm>
            <a:off x="4321500" y="1387391"/>
            <a:ext cx="1212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21"/>
          <p:cNvSpPr txBox="1"/>
          <p:nvPr/>
        </p:nvSpPr>
        <p:spPr>
          <a:xfrm>
            <a:off x="476399" y="4687850"/>
            <a:ext cx="62328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trees from multiple events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21" name="Google Shape;421;p21"/>
          <p:cNvCxnSpPr/>
          <p:nvPr/>
        </p:nvCxnSpPr>
        <p:spPr>
          <a:xfrm flipH="1" rot="10800000">
            <a:off x="4719015" y="6356636"/>
            <a:ext cx="368400" cy="135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21"/>
          <p:cNvCxnSpPr/>
          <p:nvPr/>
        </p:nvCxnSpPr>
        <p:spPr>
          <a:xfrm>
            <a:off x="4719015" y="6530068"/>
            <a:ext cx="368400" cy="135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" name="Google Shape;423;p21"/>
          <p:cNvSpPr txBox="1"/>
          <p:nvPr/>
        </p:nvSpPr>
        <p:spPr>
          <a:xfrm>
            <a:off x="5156659" y="6528075"/>
            <a:ext cx="732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f100: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21"/>
          <p:cNvSpPr txBox="1"/>
          <p:nvPr/>
        </p:nvSpPr>
        <p:spPr>
          <a:xfrm>
            <a:off x="5156657" y="6223097"/>
            <a:ext cx="732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f100: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25" name="Google Shape;425;p21"/>
          <p:cNvCxnSpPr/>
          <p:nvPr/>
        </p:nvCxnSpPr>
        <p:spPr>
          <a:xfrm flipH="1" rot="10800000">
            <a:off x="4719015" y="6982115"/>
            <a:ext cx="368400" cy="135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" name="Google Shape;426;p21"/>
          <p:cNvCxnSpPr/>
          <p:nvPr/>
        </p:nvCxnSpPr>
        <p:spPr>
          <a:xfrm>
            <a:off x="4719015" y="7155547"/>
            <a:ext cx="368400" cy="135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7" name="Google Shape;427;p21"/>
          <p:cNvSpPr txBox="1"/>
          <p:nvPr/>
        </p:nvSpPr>
        <p:spPr>
          <a:xfrm>
            <a:off x="5156659" y="7153554"/>
            <a:ext cx="732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f100: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8" name="Google Shape;428;p21"/>
          <p:cNvSpPr txBox="1"/>
          <p:nvPr/>
        </p:nvSpPr>
        <p:spPr>
          <a:xfrm>
            <a:off x="5156657" y="6848576"/>
            <a:ext cx="732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f100: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29" name="Google Shape;429;p21"/>
          <p:cNvCxnSpPr/>
          <p:nvPr/>
        </p:nvCxnSpPr>
        <p:spPr>
          <a:xfrm flipH="1" rot="10800000">
            <a:off x="4719015" y="7607582"/>
            <a:ext cx="368400" cy="135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21"/>
          <p:cNvCxnSpPr/>
          <p:nvPr/>
        </p:nvCxnSpPr>
        <p:spPr>
          <a:xfrm>
            <a:off x="4719015" y="7781014"/>
            <a:ext cx="368400" cy="135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1" name="Google Shape;431;p21"/>
          <p:cNvSpPr txBox="1"/>
          <p:nvPr/>
        </p:nvSpPr>
        <p:spPr>
          <a:xfrm>
            <a:off x="5156659" y="7779021"/>
            <a:ext cx="732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f100: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2" name="Google Shape;432;p21"/>
          <p:cNvSpPr txBox="1"/>
          <p:nvPr/>
        </p:nvSpPr>
        <p:spPr>
          <a:xfrm>
            <a:off x="5156657" y="7474043"/>
            <a:ext cx="732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f100: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3" name="Google Shape;433;p21"/>
          <p:cNvCxnSpPr/>
          <p:nvPr/>
        </p:nvCxnSpPr>
        <p:spPr>
          <a:xfrm flipH="1" rot="10800000">
            <a:off x="4719015" y="8233049"/>
            <a:ext cx="368400" cy="135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21"/>
          <p:cNvCxnSpPr/>
          <p:nvPr/>
        </p:nvCxnSpPr>
        <p:spPr>
          <a:xfrm>
            <a:off x="4719015" y="8406481"/>
            <a:ext cx="368400" cy="135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21"/>
          <p:cNvSpPr txBox="1"/>
          <p:nvPr/>
        </p:nvSpPr>
        <p:spPr>
          <a:xfrm>
            <a:off x="5156659" y="8404487"/>
            <a:ext cx="732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f100: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p21"/>
          <p:cNvSpPr txBox="1"/>
          <p:nvPr/>
        </p:nvSpPr>
        <p:spPr>
          <a:xfrm>
            <a:off x="5156657" y="8099510"/>
            <a:ext cx="732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f100: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7" name="Google Shape;437;p21"/>
          <p:cNvCxnSpPr/>
          <p:nvPr/>
        </p:nvCxnSpPr>
        <p:spPr>
          <a:xfrm flipH="1" rot="10800000">
            <a:off x="2598280" y="6509225"/>
            <a:ext cx="368400" cy="276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21"/>
          <p:cNvCxnSpPr/>
          <p:nvPr/>
        </p:nvCxnSpPr>
        <p:spPr>
          <a:xfrm>
            <a:off x="2598280" y="6862296"/>
            <a:ext cx="368400" cy="276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" name="Google Shape;439;p21"/>
          <p:cNvSpPr txBox="1"/>
          <p:nvPr/>
        </p:nvSpPr>
        <p:spPr>
          <a:xfrm>
            <a:off x="3035924" y="6858235"/>
            <a:ext cx="7326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m3: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21"/>
          <p:cNvSpPr txBox="1"/>
          <p:nvPr/>
        </p:nvSpPr>
        <p:spPr>
          <a:xfrm>
            <a:off x="3035922" y="6236941"/>
            <a:ext cx="7326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m3: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41" name="Google Shape;441;p21"/>
          <p:cNvCxnSpPr/>
          <p:nvPr/>
        </p:nvCxnSpPr>
        <p:spPr>
          <a:xfrm flipH="1" rot="10800000">
            <a:off x="2598280" y="7760182"/>
            <a:ext cx="368400" cy="276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21"/>
          <p:cNvCxnSpPr/>
          <p:nvPr/>
        </p:nvCxnSpPr>
        <p:spPr>
          <a:xfrm>
            <a:off x="2598280" y="8113253"/>
            <a:ext cx="368400" cy="276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" name="Google Shape;443;p21"/>
          <p:cNvSpPr txBox="1"/>
          <p:nvPr/>
        </p:nvSpPr>
        <p:spPr>
          <a:xfrm>
            <a:off x="3035924" y="8109192"/>
            <a:ext cx="7326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m3: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21"/>
          <p:cNvSpPr txBox="1"/>
          <p:nvPr/>
        </p:nvSpPr>
        <p:spPr>
          <a:xfrm>
            <a:off x="3035922" y="7487898"/>
            <a:ext cx="7326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m3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45" name="Google Shape;445;p21"/>
          <p:cNvCxnSpPr/>
          <p:nvPr/>
        </p:nvCxnSpPr>
        <p:spPr>
          <a:xfrm flipH="1" rot="10800000">
            <a:off x="545250" y="6829648"/>
            <a:ext cx="368400" cy="54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21"/>
          <p:cNvCxnSpPr/>
          <p:nvPr/>
        </p:nvCxnSpPr>
        <p:spPr>
          <a:xfrm>
            <a:off x="545250" y="7524938"/>
            <a:ext cx="368400" cy="54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7" name="Google Shape;447;p21"/>
          <p:cNvSpPr txBox="1"/>
          <p:nvPr/>
        </p:nvSpPr>
        <p:spPr>
          <a:xfrm>
            <a:off x="982894" y="7516945"/>
            <a:ext cx="7326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odd: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8" name="Google Shape;448;p21"/>
          <p:cNvSpPr txBox="1"/>
          <p:nvPr/>
        </p:nvSpPr>
        <p:spPr>
          <a:xfrm>
            <a:off x="982893" y="6294127"/>
            <a:ext cx="7326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even: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21"/>
          <p:cNvSpPr/>
          <p:nvPr/>
        </p:nvSpPr>
        <p:spPr>
          <a:xfrm>
            <a:off x="1367389" y="6480360"/>
            <a:ext cx="1044000" cy="7155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0" name="Google Shape;450;p21"/>
          <p:cNvSpPr/>
          <p:nvPr/>
        </p:nvSpPr>
        <p:spPr>
          <a:xfrm>
            <a:off x="1367389" y="7700429"/>
            <a:ext cx="1044000" cy="7155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" name="Google Shape;451;p21"/>
          <p:cNvSpPr/>
          <p:nvPr/>
        </p:nvSpPr>
        <p:spPr>
          <a:xfrm>
            <a:off x="3320780" y="6255228"/>
            <a:ext cx="1337100" cy="522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2" name="Google Shape;452;p21"/>
          <p:cNvSpPr/>
          <p:nvPr/>
        </p:nvSpPr>
        <p:spPr>
          <a:xfrm>
            <a:off x="3559979" y="6884358"/>
            <a:ext cx="1097700" cy="522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3" name="Google Shape;453;p21"/>
          <p:cNvSpPr/>
          <p:nvPr/>
        </p:nvSpPr>
        <p:spPr>
          <a:xfrm>
            <a:off x="3320780" y="7512027"/>
            <a:ext cx="1337100" cy="522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4" name="Google Shape;454;p21"/>
          <p:cNvSpPr/>
          <p:nvPr/>
        </p:nvSpPr>
        <p:spPr>
          <a:xfrm>
            <a:off x="3559979" y="8141156"/>
            <a:ext cx="1097700" cy="522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21"/>
          <p:cNvSpPr/>
          <p:nvPr/>
        </p:nvSpPr>
        <p:spPr>
          <a:xfrm>
            <a:off x="5527200" y="6217725"/>
            <a:ext cx="1293300" cy="282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6" name="Google Shape;456;p21"/>
          <p:cNvSpPr/>
          <p:nvPr/>
        </p:nvSpPr>
        <p:spPr>
          <a:xfrm>
            <a:off x="5812818" y="6530551"/>
            <a:ext cx="1008000" cy="282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21"/>
          <p:cNvSpPr/>
          <p:nvPr/>
        </p:nvSpPr>
        <p:spPr>
          <a:xfrm>
            <a:off x="5527200" y="6845887"/>
            <a:ext cx="1293300" cy="282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21"/>
          <p:cNvSpPr/>
          <p:nvPr/>
        </p:nvSpPr>
        <p:spPr>
          <a:xfrm>
            <a:off x="5812818" y="7158713"/>
            <a:ext cx="1008000" cy="282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21"/>
          <p:cNvSpPr/>
          <p:nvPr/>
        </p:nvSpPr>
        <p:spPr>
          <a:xfrm>
            <a:off x="5527200" y="7464836"/>
            <a:ext cx="1293300" cy="282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21"/>
          <p:cNvSpPr/>
          <p:nvPr/>
        </p:nvSpPr>
        <p:spPr>
          <a:xfrm>
            <a:off x="5812818" y="7777661"/>
            <a:ext cx="1008000" cy="282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1" name="Google Shape;461;p21"/>
          <p:cNvSpPr/>
          <p:nvPr/>
        </p:nvSpPr>
        <p:spPr>
          <a:xfrm>
            <a:off x="5527200" y="8083784"/>
            <a:ext cx="1293300" cy="282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21"/>
          <p:cNvSpPr/>
          <p:nvPr/>
        </p:nvSpPr>
        <p:spPr>
          <a:xfrm>
            <a:off x="5812818" y="8396610"/>
            <a:ext cx="1008000" cy="282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21"/>
          <p:cNvSpPr txBox="1"/>
          <p:nvPr/>
        </p:nvSpPr>
        <p:spPr>
          <a:xfrm>
            <a:off x="1367389" y="6480360"/>
            <a:ext cx="10440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20, 22, 24, 26, 28, 30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21"/>
          <p:cNvSpPr txBox="1"/>
          <p:nvPr/>
        </p:nvSpPr>
        <p:spPr>
          <a:xfrm>
            <a:off x="1367389" y="7703100"/>
            <a:ext cx="10440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21, 23, 25, 27, 29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65" name="Google Shape;465;p21"/>
          <p:cNvSpPr txBox="1"/>
          <p:nvPr/>
        </p:nvSpPr>
        <p:spPr>
          <a:xfrm>
            <a:off x="3320780" y="6259473"/>
            <a:ext cx="13371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24, 30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66" name="Google Shape;466;p21"/>
          <p:cNvSpPr txBox="1"/>
          <p:nvPr/>
        </p:nvSpPr>
        <p:spPr>
          <a:xfrm>
            <a:off x="3320780" y="7499201"/>
            <a:ext cx="13371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21, 27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67" name="Google Shape;467;p21"/>
          <p:cNvSpPr txBox="1"/>
          <p:nvPr/>
        </p:nvSpPr>
        <p:spPr>
          <a:xfrm>
            <a:off x="3560038" y="6883548"/>
            <a:ext cx="10977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20, 22,       26, 28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68" name="Google Shape;468;p21"/>
          <p:cNvSpPr txBox="1"/>
          <p:nvPr/>
        </p:nvSpPr>
        <p:spPr>
          <a:xfrm>
            <a:off x="3560038" y="8149816"/>
            <a:ext cx="1097700" cy="5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23, 25, 29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69" name="Google Shape;469;p21"/>
          <p:cNvSpPr txBox="1"/>
          <p:nvPr/>
        </p:nvSpPr>
        <p:spPr>
          <a:xfrm>
            <a:off x="5812824" y="6530551"/>
            <a:ext cx="1008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24, 30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0" name="Google Shape;470;p21"/>
          <p:cNvSpPr txBox="1"/>
          <p:nvPr/>
        </p:nvSpPr>
        <p:spPr>
          <a:xfrm>
            <a:off x="5527283" y="6222148"/>
            <a:ext cx="12933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1" name="Google Shape;471;p21"/>
          <p:cNvSpPr txBox="1"/>
          <p:nvPr/>
        </p:nvSpPr>
        <p:spPr>
          <a:xfrm>
            <a:off x="5527283" y="6845265"/>
            <a:ext cx="12933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2" name="Google Shape;472;p21"/>
          <p:cNvSpPr txBox="1"/>
          <p:nvPr/>
        </p:nvSpPr>
        <p:spPr>
          <a:xfrm>
            <a:off x="5812824" y="7159968"/>
            <a:ext cx="1008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22, 26, 28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3" name="Google Shape;473;p21"/>
          <p:cNvSpPr txBox="1"/>
          <p:nvPr/>
        </p:nvSpPr>
        <p:spPr>
          <a:xfrm>
            <a:off x="5527358" y="7469489"/>
            <a:ext cx="12933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4" name="Google Shape;474;p21"/>
          <p:cNvSpPr txBox="1"/>
          <p:nvPr/>
        </p:nvSpPr>
        <p:spPr>
          <a:xfrm>
            <a:off x="5812824" y="7779515"/>
            <a:ext cx="1008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21, 27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5" name="Google Shape;475;p21"/>
          <p:cNvSpPr txBox="1"/>
          <p:nvPr/>
        </p:nvSpPr>
        <p:spPr>
          <a:xfrm>
            <a:off x="5527283" y="8094368"/>
            <a:ext cx="12933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6" name="Google Shape;476;p21"/>
          <p:cNvSpPr txBox="1"/>
          <p:nvPr/>
        </p:nvSpPr>
        <p:spPr>
          <a:xfrm>
            <a:off x="5812824" y="8409071"/>
            <a:ext cx="1008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23, 29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7" name="Google Shape;477;p21"/>
          <p:cNvSpPr txBox="1"/>
          <p:nvPr/>
        </p:nvSpPr>
        <p:spPr>
          <a:xfrm>
            <a:off x="476400" y="5134347"/>
            <a:ext cx="661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Sam will spin a spinner with the integers from 20 – 30 on 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 considers the events that the spinner lands on an even number, a multiple of 3 (m3) and a factor of 100 (f100).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 for this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with outcomes from this spinner.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3" name="Google Shape;483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an outcome tree to display outcomes for more than two events</a:t>
            </a:r>
            <a:endParaRPr/>
          </a:p>
        </p:txBody>
      </p:sp>
      <p:sp>
        <p:nvSpPr>
          <p:cNvPr id="484" name="Google Shape;484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cxnSp>
        <p:nvCxnSpPr>
          <p:cNvPr id="486" name="Google Shape;486;p22"/>
          <p:cNvCxnSpPr/>
          <p:nvPr/>
        </p:nvCxnSpPr>
        <p:spPr>
          <a:xfrm flipH="1" rot="10800000">
            <a:off x="4722284" y="1586449"/>
            <a:ext cx="368700" cy="11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22"/>
          <p:cNvCxnSpPr/>
          <p:nvPr/>
        </p:nvCxnSpPr>
        <p:spPr>
          <a:xfrm>
            <a:off x="4722284" y="1733022"/>
            <a:ext cx="368700" cy="11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8" name="Google Shape;488;p22"/>
          <p:cNvSpPr txBox="1"/>
          <p:nvPr/>
        </p:nvSpPr>
        <p:spPr>
          <a:xfrm>
            <a:off x="5160266" y="1731338"/>
            <a:ext cx="733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f300: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9" name="Google Shape;489;p22"/>
          <p:cNvSpPr txBox="1"/>
          <p:nvPr/>
        </p:nvSpPr>
        <p:spPr>
          <a:xfrm>
            <a:off x="5160264" y="1473592"/>
            <a:ext cx="7329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f300: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90" name="Google Shape;490;p22"/>
          <p:cNvCxnSpPr/>
          <p:nvPr/>
        </p:nvCxnSpPr>
        <p:spPr>
          <a:xfrm flipH="1" rot="10800000">
            <a:off x="4722284" y="2115061"/>
            <a:ext cx="368700" cy="11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22"/>
          <p:cNvCxnSpPr/>
          <p:nvPr/>
        </p:nvCxnSpPr>
        <p:spPr>
          <a:xfrm>
            <a:off x="4722284" y="2261634"/>
            <a:ext cx="368700" cy="11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2" name="Google Shape;492;p22"/>
          <p:cNvSpPr txBox="1"/>
          <p:nvPr/>
        </p:nvSpPr>
        <p:spPr>
          <a:xfrm>
            <a:off x="5160266" y="2259949"/>
            <a:ext cx="733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f300: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3" name="Google Shape;493;p22"/>
          <p:cNvSpPr txBox="1"/>
          <p:nvPr/>
        </p:nvSpPr>
        <p:spPr>
          <a:xfrm>
            <a:off x="5160264" y="2002203"/>
            <a:ext cx="7329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f300: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94" name="Google Shape;494;p22"/>
          <p:cNvCxnSpPr/>
          <p:nvPr/>
        </p:nvCxnSpPr>
        <p:spPr>
          <a:xfrm flipH="1" rot="10800000">
            <a:off x="4722284" y="2643662"/>
            <a:ext cx="368700" cy="11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" name="Google Shape;495;p22"/>
          <p:cNvCxnSpPr/>
          <p:nvPr/>
        </p:nvCxnSpPr>
        <p:spPr>
          <a:xfrm>
            <a:off x="4722284" y="2790236"/>
            <a:ext cx="368700" cy="11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6" name="Google Shape;496;p22"/>
          <p:cNvSpPr txBox="1"/>
          <p:nvPr/>
        </p:nvSpPr>
        <p:spPr>
          <a:xfrm>
            <a:off x="5160266" y="2788551"/>
            <a:ext cx="733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f300: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7" name="Google Shape;497;p22"/>
          <p:cNvSpPr txBox="1"/>
          <p:nvPr/>
        </p:nvSpPr>
        <p:spPr>
          <a:xfrm>
            <a:off x="5160264" y="2530805"/>
            <a:ext cx="7329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f300: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98" name="Google Shape;498;p22"/>
          <p:cNvCxnSpPr/>
          <p:nvPr/>
        </p:nvCxnSpPr>
        <p:spPr>
          <a:xfrm flipH="1" rot="10800000">
            <a:off x="4722284" y="3172264"/>
            <a:ext cx="368700" cy="11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22"/>
          <p:cNvCxnSpPr/>
          <p:nvPr/>
        </p:nvCxnSpPr>
        <p:spPr>
          <a:xfrm>
            <a:off x="4722284" y="3318837"/>
            <a:ext cx="368700" cy="11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0" name="Google Shape;500;p22"/>
          <p:cNvSpPr txBox="1"/>
          <p:nvPr/>
        </p:nvSpPr>
        <p:spPr>
          <a:xfrm>
            <a:off x="5160266" y="3317152"/>
            <a:ext cx="733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f300: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1" name="Google Shape;501;p22"/>
          <p:cNvSpPr txBox="1"/>
          <p:nvPr/>
        </p:nvSpPr>
        <p:spPr>
          <a:xfrm>
            <a:off x="5160264" y="3059406"/>
            <a:ext cx="7329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f300: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02" name="Google Shape;502;p22"/>
          <p:cNvCxnSpPr/>
          <p:nvPr/>
        </p:nvCxnSpPr>
        <p:spPr>
          <a:xfrm flipH="1" rot="10800000">
            <a:off x="2599916" y="1715263"/>
            <a:ext cx="368700" cy="233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22"/>
          <p:cNvCxnSpPr/>
          <p:nvPr/>
        </p:nvCxnSpPr>
        <p:spPr>
          <a:xfrm>
            <a:off x="2599916" y="2013799"/>
            <a:ext cx="368700" cy="233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" name="Google Shape;504;p22"/>
          <p:cNvSpPr txBox="1"/>
          <p:nvPr/>
        </p:nvSpPr>
        <p:spPr>
          <a:xfrm>
            <a:off x="3037897" y="2010366"/>
            <a:ext cx="7332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p: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22"/>
          <p:cNvSpPr txBox="1"/>
          <p:nvPr/>
        </p:nvSpPr>
        <p:spPr>
          <a:xfrm>
            <a:off x="3037896" y="1485292"/>
            <a:ext cx="7329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p: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06" name="Google Shape;506;p22"/>
          <p:cNvCxnSpPr/>
          <p:nvPr/>
        </p:nvCxnSpPr>
        <p:spPr>
          <a:xfrm flipH="1" rot="10800000">
            <a:off x="2599916" y="2772486"/>
            <a:ext cx="368700" cy="233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22"/>
          <p:cNvCxnSpPr/>
          <p:nvPr/>
        </p:nvCxnSpPr>
        <p:spPr>
          <a:xfrm>
            <a:off x="2599916" y="3071021"/>
            <a:ext cx="368700" cy="233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8" name="Google Shape;508;p22"/>
          <p:cNvSpPr txBox="1"/>
          <p:nvPr/>
        </p:nvSpPr>
        <p:spPr>
          <a:xfrm>
            <a:off x="3037897" y="3067589"/>
            <a:ext cx="7332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p: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22"/>
          <p:cNvSpPr txBox="1"/>
          <p:nvPr/>
        </p:nvSpPr>
        <p:spPr>
          <a:xfrm>
            <a:off x="3037896" y="2542514"/>
            <a:ext cx="7329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10" name="Google Shape;510;p22"/>
          <p:cNvCxnSpPr/>
          <p:nvPr/>
        </p:nvCxnSpPr>
        <p:spPr>
          <a:xfrm flipH="1" rot="10800000">
            <a:off x="545304" y="1986019"/>
            <a:ext cx="368700" cy="459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22"/>
          <p:cNvCxnSpPr/>
          <p:nvPr/>
        </p:nvCxnSpPr>
        <p:spPr>
          <a:xfrm>
            <a:off x="545304" y="2573818"/>
            <a:ext cx="368700" cy="459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2" name="Google Shape;512;p22"/>
          <p:cNvSpPr txBox="1"/>
          <p:nvPr/>
        </p:nvSpPr>
        <p:spPr>
          <a:xfrm>
            <a:off x="983286" y="2567062"/>
            <a:ext cx="7332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s: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3" name="Google Shape;513;p22"/>
          <p:cNvSpPr txBox="1"/>
          <p:nvPr/>
        </p:nvSpPr>
        <p:spPr>
          <a:xfrm>
            <a:off x="983284" y="1533621"/>
            <a:ext cx="7329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4" name="Google Shape;514;p22"/>
          <p:cNvSpPr/>
          <p:nvPr/>
        </p:nvSpPr>
        <p:spPr>
          <a:xfrm>
            <a:off x="1368077" y="1691012"/>
            <a:ext cx="1044900" cy="6048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5" name="Google Shape;515;p22"/>
          <p:cNvSpPr/>
          <p:nvPr/>
        </p:nvSpPr>
        <p:spPr>
          <a:xfrm>
            <a:off x="3322973" y="1500747"/>
            <a:ext cx="1338000" cy="441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6" name="Google Shape;516;p22"/>
          <p:cNvSpPr/>
          <p:nvPr/>
        </p:nvSpPr>
        <p:spPr>
          <a:xfrm>
            <a:off x="3562356" y="2032443"/>
            <a:ext cx="1098600" cy="441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7" name="Google Shape;517;p22"/>
          <p:cNvSpPr/>
          <p:nvPr/>
        </p:nvSpPr>
        <p:spPr>
          <a:xfrm>
            <a:off x="3322973" y="2562906"/>
            <a:ext cx="1338000" cy="441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8" name="Google Shape;518;p22"/>
          <p:cNvSpPr/>
          <p:nvPr/>
        </p:nvSpPr>
        <p:spPr>
          <a:xfrm>
            <a:off x="3562356" y="3094603"/>
            <a:ext cx="1098600" cy="4410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9" name="Google Shape;519;p22"/>
          <p:cNvSpPr/>
          <p:nvPr/>
        </p:nvSpPr>
        <p:spPr>
          <a:xfrm>
            <a:off x="5531093" y="1469052"/>
            <a:ext cx="1294500" cy="2382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0" name="Google Shape;520;p22"/>
          <p:cNvSpPr/>
          <p:nvPr/>
        </p:nvSpPr>
        <p:spPr>
          <a:xfrm>
            <a:off x="5816930" y="1733431"/>
            <a:ext cx="1008600" cy="2382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1" name="Google Shape;521;p22"/>
          <p:cNvSpPr/>
          <p:nvPr/>
        </p:nvSpPr>
        <p:spPr>
          <a:xfrm>
            <a:off x="5531093" y="1999931"/>
            <a:ext cx="1294500" cy="2382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2" name="Google Shape;522;p22"/>
          <p:cNvSpPr/>
          <p:nvPr/>
        </p:nvSpPr>
        <p:spPr>
          <a:xfrm>
            <a:off x="5816930" y="2264310"/>
            <a:ext cx="1008600" cy="2382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3" name="Google Shape;523;p22"/>
          <p:cNvSpPr/>
          <p:nvPr/>
        </p:nvSpPr>
        <p:spPr>
          <a:xfrm>
            <a:off x="5531093" y="2523023"/>
            <a:ext cx="1294500" cy="2382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4" name="Google Shape;524;p22"/>
          <p:cNvSpPr/>
          <p:nvPr/>
        </p:nvSpPr>
        <p:spPr>
          <a:xfrm>
            <a:off x="5816930" y="2787402"/>
            <a:ext cx="1008600" cy="2382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5" name="Google Shape;525;p22"/>
          <p:cNvSpPr/>
          <p:nvPr/>
        </p:nvSpPr>
        <p:spPr>
          <a:xfrm>
            <a:off x="5531093" y="3046116"/>
            <a:ext cx="1294500" cy="2382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6" name="Google Shape;526;p22"/>
          <p:cNvSpPr/>
          <p:nvPr/>
        </p:nvSpPr>
        <p:spPr>
          <a:xfrm>
            <a:off x="5816930" y="3310494"/>
            <a:ext cx="1008600" cy="4197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22"/>
          <p:cNvSpPr/>
          <p:nvPr/>
        </p:nvSpPr>
        <p:spPr>
          <a:xfrm>
            <a:off x="1368077" y="2500247"/>
            <a:ext cx="1044900" cy="10485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22"/>
          <p:cNvSpPr txBox="1"/>
          <p:nvPr/>
        </p:nvSpPr>
        <p:spPr>
          <a:xfrm>
            <a:off x="1368077" y="2518780"/>
            <a:ext cx="1044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15, 17, 18, 19, 20, 21, 22, 23, 24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29" name="Google Shape;529;p22"/>
          <p:cNvSpPr txBox="1"/>
          <p:nvPr/>
        </p:nvSpPr>
        <p:spPr>
          <a:xfrm>
            <a:off x="1368077" y="1691012"/>
            <a:ext cx="10449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16, 25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30" name="Google Shape;530;p22"/>
          <p:cNvSpPr txBox="1"/>
          <p:nvPr/>
        </p:nvSpPr>
        <p:spPr>
          <a:xfrm>
            <a:off x="3597350" y="2028784"/>
            <a:ext cx="10449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16, 25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31" name="Google Shape;531;p22"/>
          <p:cNvSpPr txBox="1"/>
          <p:nvPr/>
        </p:nvSpPr>
        <p:spPr>
          <a:xfrm>
            <a:off x="5780580" y="2241766"/>
            <a:ext cx="10449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32" name="Google Shape;532;p22"/>
          <p:cNvSpPr txBox="1"/>
          <p:nvPr/>
        </p:nvSpPr>
        <p:spPr>
          <a:xfrm>
            <a:off x="5531093" y="1966137"/>
            <a:ext cx="12945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33" name="Google Shape;533;p22"/>
          <p:cNvSpPr txBox="1"/>
          <p:nvPr/>
        </p:nvSpPr>
        <p:spPr>
          <a:xfrm>
            <a:off x="3314855" y="2549829"/>
            <a:ext cx="13380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17, 19, 23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34" name="Google Shape;534;p22"/>
          <p:cNvSpPr txBox="1"/>
          <p:nvPr/>
        </p:nvSpPr>
        <p:spPr>
          <a:xfrm>
            <a:off x="3554297" y="3095133"/>
            <a:ext cx="10986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15, 18, 20, 21, 22, 24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35" name="Google Shape;535;p22"/>
          <p:cNvSpPr txBox="1"/>
          <p:nvPr/>
        </p:nvSpPr>
        <p:spPr>
          <a:xfrm>
            <a:off x="5816788" y="2793230"/>
            <a:ext cx="1008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17, 19, 23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36" name="Google Shape;536;p22"/>
          <p:cNvSpPr txBox="1"/>
          <p:nvPr/>
        </p:nvSpPr>
        <p:spPr>
          <a:xfrm>
            <a:off x="5531093" y="3045084"/>
            <a:ext cx="1294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15, 20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37" name="Google Shape;537;p22"/>
          <p:cNvSpPr txBox="1"/>
          <p:nvPr/>
        </p:nvSpPr>
        <p:spPr>
          <a:xfrm>
            <a:off x="5816788" y="3324512"/>
            <a:ext cx="10086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18, 21,       22, 24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38" name="Google Shape;538;p22"/>
          <p:cNvSpPr txBox="1"/>
          <p:nvPr/>
        </p:nvSpPr>
        <p:spPr>
          <a:xfrm>
            <a:off x="5531176" y="1472790"/>
            <a:ext cx="1294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39" name="Google Shape;539;p22"/>
          <p:cNvSpPr txBox="1"/>
          <p:nvPr/>
        </p:nvSpPr>
        <p:spPr>
          <a:xfrm>
            <a:off x="5531176" y="2516813"/>
            <a:ext cx="1294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40" name="Google Shape;540;p22"/>
          <p:cNvSpPr txBox="1"/>
          <p:nvPr/>
        </p:nvSpPr>
        <p:spPr>
          <a:xfrm>
            <a:off x="3314855" y="1602127"/>
            <a:ext cx="1338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41" name="Google Shape;541;p22"/>
          <p:cNvSpPr txBox="1"/>
          <p:nvPr/>
        </p:nvSpPr>
        <p:spPr>
          <a:xfrm>
            <a:off x="5816867" y="1719473"/>
            <a:ext cx="1008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42" name="Google Shape;542;p22"/>
          <p:cNvSpPr txBox="1"/>
          <p:nvPr/>
        </p:nvSpPr>
        <p:spPr>
          <a:xfrm>
            <a:off x="476400" y="689700"/>
            <a:ext cx="661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Lucas will spin a spinner with the integers from 15 – 25 on 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 considers the events that the spinner lands on a square number (s), a prime number (p), and a factor of 300 (f300).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 for and complete this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3" name="Google Shape;543;p22"/>
          <p:cNvSpPr txBox="1"/>
          <p:nvPr/>
        </p:nvSpPr>
        <p:spPr>
          <a:xfrm>
            <a:off x="3679902" y="4452505"/>
            <a:ext cx="7329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c: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4" name="Google Shape;544;p22"/>
          <p:cNvSpPr txBox="1"/>
          <p:nvPr/>
        </p:nvSpPr>
        <p:spPr>
          <a:xfrm>
            <a:off x="476400" y="3813900"/>
            <a:ext cx="66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Jun will spin a spinner with the integers from 0 to 15 on 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Jun considers the events that the spinner lands on a factor of 24 (f24), and a cube number (c), and a two-digit number (2d).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5" name="Google Shape;545;p22"/>
          <p:cNvSpPr txBox="1"/>
          <p:nvPr/>
        </p:nvSpPr>
        <p:spPr>
          <a:xfrm>
            <a:off x="4248900" y="4702932"/>
            <a:ext cx="733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2d: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6" name="Google Shape;546;p22"/>
          <p:cNvSpPr txBox="1"/>
          <p:nvPr/>
        </p:nvSpPr>
        <p:spPr>
          <a:xfrm>
            <a:off x="4248898" y="4445186"/>
            <a:ext cx="7329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2d: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47" name="Google Shape;547;p22"/>
          <p:cNvCxnSpPr/>
          <p:nvPr/>
        </p:nvCxnSpPr>
        <p:spPr>
          <a:xfrm flipH="1" rot="10800000">
            <a:off x="3810918" y="4558044"/>
            <a:ext cx="368700" cy="11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22"/>
          <p:cNvCxnSpPr/>
          <p:nvPr/>
        </p:nvCxnSpPr>
        <p:spPr>
          <a:xfrm>
            <a:off x="3810918" y="4704617"/>
            <a:ext cx="368700" cy="11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22"/>
          <p:cNvCxnSpPr/>
          <p:nvPr/>
        </p:nvCxnSpPr>
        <p:spPr>
          <a:xfrm flipH="1" rot="10800000">
            <a:off x="4107593" y="5086656"/>
            <a:ext cx="368700" cy="11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22"/>
          <p:cNvCxnSpPr/>
          <p:nvPr/>
        </p:nvCxnSpPr>
        <p:spPr>
          <a:xfrm>
            <a:off x="4107593" y="5233229"/>
            <a:ext cx="368700" cy="11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1" name="Google Shape;551;p22"/>
          <p:cNvSpPr txBox="1"/>
          <p:nvPr/>
        </p:nvSpPr>
        <p:spPr>
          <a:xfrm>
            <a:off x="4545574" y="5231544"/>
            <a:ext cx="733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2d: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2" name="Google Shape;552;p22"/>
          <p:cNvSpPr txBox="1"/>
          <p:nvPr/>
        </p:nvSpPr>
        <p:spPr>
          <a:xfrm>
            <a:off x="4545573" y="4973798"/>
            <a:ext cx="7329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3" name="Google Shape;553;p22"/>
          <p:cNvSpPr txBox="1"/>
          <p:nvPr/>
        </p:nvSpPr>
        <p:spPr>
          <a:xfrm>
            <a:off x="4545574" y="5760146"/>
            <a:ext cx="733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2d: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22"/>
          <p:cNvSpPr txBox="1"/>
          <p:nvPr/>
        </p:nvSpPr>
        <p:spPr>
          <a:xfrm>
            <a:off x="4545573" y="5502400"/>
            <a:ext cx="7329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55" name="Google Shape;555;p22"/>
          <p:cNvCxnSpPr/>
          <p:nvPr/>
        </p:nvCxnSpPr>
        <p:spPr>
          <a:xfrm flipH="1" rot="10800000">
            <a:off x="4107593" y="5615258"/>
            <a:ext cx="368700" cy="11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" name="Google Shape;556;p22"/>
          <p:cNvCxnSpPr/>
          <p:nvPr/>
        </p:nvCxnSpPr>
        <p:spPr>
          <a:xfrm>
            <a:off x="4107593" y="5761831"/>
            <a:ext cx="368700" cy="11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" name="Google Shape;557;p22"/>
          <p:cNvCxnSpPr/>
          <p:nvPr/>
        </p:nvCxnSpPr>
        <p:spPr>
          <a:xfrm flipH="1" rot="10800000">
            <a:off x="4404267" y="6143859"/>
            <a:ext cx="368700" cy="11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8" name="Google Shape;558;p22"/>
          <p:cNvCxnSpPr/>
          <p:nvPr/>
        </p:nvCxnSpPr>
        <p:spPr>
          <a:xfrm>
            <a:off x="4404267" y="6290433"/>
            <a:ext cx="368700" cy="11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9" name="Google Shape;559;p22"/>
          <p:cNvSpPr txBox="1"/>
          <p:nvPr/>
        </p:nvSpPr>
        <p:spPr>
          <a:xfrm>
            <a:off x="4842248" y="6288748"/>
            <a:ext cx="733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2d: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0" name="Google Shape;560;p22"/>
          <p:cNvSpPr txBox="1"/>
          <p:nvPr/>
        </p:nvSpPr>
        <p:spPr>
          <a:xfrm>
            <a:off x="4842247" y="6031002"/>
            <a:ext cx="7329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1" name="Google Shape;561;p22"/>
          <p:cNvSpPr/>
          <p:nvPr/>
        </p:nvSpPr>
        <p:spPr>
          <a:xfrm>
            <a:off x="4577257" y="4440647"/>
            <a:ext cx="1980600" cy="2382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2" name="Google Shape;562;p22"/>
          <p:cNvSpPr/>
          <p:nvPr/>
        </p:nvSpPr>
        <p:spPr>
          <a:xfrm>
            <a:off x="4854289" y="4705025"/>
            <a:ext cx="1703700" cy="2382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3" name="Google Shape;563;p22"/>
          <p:cNvSpPr/>
          <p:nvPr/>
        </p:nvSpPr>
        <p:spPr>
          <a:xfrm>
            <a:off x="4873932" y="4971526"/>
            <a:ext cx="1980600" cy="2382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4" name="Google Shape;564;p22"/>
          <p:cNvSpPr/>
          <p:nvPr/>
        </p:nvSpPr>
        <p:spPr>
          <a:xfrm>
            <a:off x="5150963" y="5235905"/>
            <a:ext cx="1703700" cy="2382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5" name="Google Shape;565;p22"/>
          <p:cNvSpPr/>
          <p:nvPr/>
        </p:nvSpPr>
        <p:spPr>
          <a:xfrm>
            <a:off x="4873800" y="5494625"/>
            <a:ext cx="1980600" cy="2382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6" name="Google Shape;566;p22"/>
          <p:cNvSpPr/>
          <p:nvPr/>
        </p:nvSpPr>
        <p:spPr>
          <a:xfrm>
            <a:off x="5150963" y="5758997"/>
            <a:ext cx="1703700" cy="2382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7" name="Google Shape;567;p22"/>
          <p:cNvSpPr/>
          <p:nvPr/>
        </p:nvSpPr>
        <p:spPr>
          <a:xfrm>
            <a:off x="5170600" y="6017700"/>
            <a:ext cx="1917900" cy="2382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8" name="Google Shape;568;p22"/>
          <p:cNvSpPr/>
          <p:nvPr/>
        </p:nvSpPr>
        <p:spPr>
          <a:xfrm>
            <a:off x="5447625" y="6282100"/>
            <a:ext cx="1637400" cy="238200"/>
          </a:xfrm>
          <a:prstGeom prst="roundRect">
            <a:avLst>
              <a:gd fmla="val 5961" name="adj"/>
            </a:avLst>
          </a:prstGeom>
          <a:noFill/>
          <a:ln cap="flat" cmpd="sng" w="2857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69" name="Google Shape;569;p22"/>
          <p:cNvCxnSpPr/>
          <p:nvPr/>
        </p:nvCxnSpPr>
        <p:spPr>
          <a:xfrm flipH="1" rot="10800000">
            <a:off x="3241922" y="4683971"/>
            <a:ext cx="368700" cy="23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" name="Google Shape;570;p22"/>
          <p:cNvCxnSpPr/>
          <p:nvPr/>
        </p:nvCxnSpPr>
        <p:spPr>
          <a:xfrm>
            <a:off x="3241922" y="4985454"/>
            <a:ext cx="368700" cy="23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1" name="Google Shape;571;p22"/>
          <p:cNvSpPr txBox="1"/>
          <p:nvPr/>
        </p:nvSpPr>
        <p:spPr>
          <a:xfrm>
            <a:off x="3679903" y="4981993"/>
            <a:ext cx="7332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c: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72" name="Google Shape;572;p22"/>
          <p:cNvCxnSpPr/>
          <p:nvPr/>
        </p:nvCxnSpPr>
        <p:spPr>
          <a:xfrm flipH="1" rot="10800000">
            <a:off x="3538596" y="5741242"/>
            <a:ext cx="368700" cy="23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22"/>
          <p:cNvCxnSpPr/>
          <p:nvPr/>
        </p:nvCxnSpPr>
        <p:spPr>
          <a:xfrm>
            <a:off x="3538596" y="6042725"/>
            <a:ext cx="368700" cy="235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4" name="Google Shape;574;p22"/>
          <p:cNvSpPr txBox="1"/>
          <p:nvPr/>
        </p:nvSpPr>
        <p:spPr>
          <a:xfrm>
            <a:off x="3976577" y="6039264"/>
            <a:ext cx="7332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c: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5" name="Google Shape;575;p22"/>
          <p:cNvSpPr txBox="1"/>
          <p:nvPr/>
        </p:nvSpPr>
        <p:spPr>
          <a:xfrm>
            <a:off x="3976576" y="5509776"/>
            <a:ext cx="7329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76" name="Google Shape;576;p22"/>
          <p:cNvCxnSpPr/>
          <p:nvPr/>
        </p:nvCxnSpPr>
        <p:spPr>
          <a:xfrm flipH="1" rot="10800000">
            <a:off x="2522001" y="4950038"/>
            <a:ext cx="368700" cy="465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22"/>
          <p:cNvCxnSpPr/>
          <p:nvPr/>
        </p:nvCxnSpPr>
        <p:spPr>
          <a:xfrm>
            <a:off x="2522001" y="5545830"/>
            <a:ext cx="368700" cy="465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8" name="Google Shape;578;p22"/>
          <p:cNvSpPr txBox="1"/>
          <p:nvPr/>
        </p:nvSpPr>
        <p:spPr>
          <a:xfrm>
            <a:off x="2959982" y="5538986"/>
            <a:ext cx="733200" cy="9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f24: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9" name="Google Shape;579;p22"/>
          <p:cNvSpPr txBox="1"/>
          <p:nvPr/>
        </p:nvSpPr>
        <p:spPr>
          <a:xfrm>
            <a:off x="2959980" y="4491892"/>
            <a:ext cx="732900" cy="9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f24: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0" name="Google Shape;580;p22"/>
          <p:cNvSpPr txBox="1"/>
          <p:nvPr/>
        </p:nvSpPr>
        <p:spPr>
          <a:xfrm>
            <a:off x="4854083" y="4722999"/>
            <a:ext cx="1703700" cy="206700"/>
          </a:xfrm>
          <a:prstGeom prst="rect">
            <a:avLst/>
          </a:prstGeom>
          <a:noFill/>
          <a:ln cap="flat" cmpd="sng" w="952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1, 8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81" name="Google Shape;581;p22"/>
          <p:cNvSpPr txBox="1"/>
          <p:nvPr/>
        </p:nvSpPr>
        <p:spPr>
          <a:xfrm>
            <a:off x="4577265" y="4456498"/>
            <a:ext cx="1980600" cy="206700"/>
          </a:xfrm>
          <a:prstGeom prst="rect">
            <a:avLst/>
          </a:prstGeom>
          <a:noFill/>
          <a:ln cap="flat" cmpd="sng" w="952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–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82" name="Google Shape;582;p22"/>
          <p:cNvSpPr txBox="1"/>
          <p:nvPr/>
        </p:nvSpPr>
        <p:spPr>
          <a:xfrm>
            <a:off x="4876060" y="4986248"/>
            <a:ext cx="1980600" cy="206700"/>
          </a:xfrm>
          <a:prstGeom prst="rect">
            <a:avLst/>
          </a:prstGeom>
          <a:noFill/>
          <a:ln cap="flat" cmpd="sng" w="952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83" name="Google Shape;583;p22"/>
          <p:cNvSpPr txBox="1"/>
          <p:nvPr/>
        </p:nvSpPr>
        <p:spPr>
          <a:xfrm>
            <a:off x="5152879" y="5252729"/>
            <a:ext cx="1703700" cy="206700"/>
          </a:xfrm>
          <a:prstGeom prst="rect">
            <a:avLst/>
          </a:prstGeom>
          <a:noFill/>
          <a:ln cap="flat" cmpd="sng" w="952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2, 3, 4, 6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84" name="Google Shape;584;p22"/>
          <p:cNvSpPr txBox="1"/>
          <p:nvPr/>
        </p:nvSpPr>
        <p:spPr>
          <a:xfrm>
            <a:off x="4876050" y="5513800"/>
            <a:ext cx="1980600" cy="206700"/>
          </a:xfrm>
          <a:prstGeom prst="rect">
            <a:avLst/>
          </a:prstGeom>
          <a:noFill/>
          <a:ln cap="flat" cmpd="sng" w="952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–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85" name="Google Shape;585;p22"/>
          <p:cNvSpPr txBox="1"/>
          <p:nvPr/>
        </p:nvSpPr>
        <p:spPr>
          <a:xfrm>
            <a:off x="5451025" y="6301825"/>
            <a:ext cx="1637400" cy="206700"/>
          </a:xfrm>
          <a:prstGeom prst="rect">
            <a:avLst/>
          </a:prstGeom>
          <a:noFill/>
          <a:ln cap="flat" cmpd="sng" w="952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5, 7, 9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86" name="Google Shape;586;p22"/>
          <p:cNvSpPr txBox="1"/>
          <p:nvPr/>
        </p:nvSpPr>
        <p:spPr>
          <a:xfrm>
            <a:off x="5152879" y="5771384"/>
            <a:ext cx="1703700" cy="206700"/>
          </a:xfrm>
          <a:prstGeom prst="rect">
            <a:avLst/>
          </a:prstGeom>
          <a:noFill/>
          <a:ln cap="flat" cmpd="sng" w="952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87" name="Google Shape;587;p22"/>
          <p:cNvSpPr txBox="1"/>
          <p:nvPr/>
        </p:nvSpPr>
        <p:spPr>
          <a:xfrm>
            <a:off x="5174224" y="6036325"/>
            <a:ext cx="1917900" cy="206700"/>
          </a:xfrm>
          <a:prstGeom prst="rect">
            <a:avLst/>
          </a:prstGeom>
          <a:noFill/>
          <a:ln cap="flat" cmpd="sng" w="9525">
            <a:solidFill>
              <a:srgbClr val="5757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10, 11, 13, 14, 15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88" name="Google Shape;588;p22"/>
          <p:cNvSpPr txBox="1"/>
          <p:nvPr/>
        </p:nvSpPr>
        <p:spPr>
          <a:xfrm>
            <a:off x="508136" y="6301561"/>
            <a:ext cx="28950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are zero factors of 24  that are two-digit cube numbers.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89" name="Google Shape;589;p22"/>
          <p:cNvSpPr txBox="1"/>
          <p:nvPr/>
        </p:nvSpPr>
        <p:spPr>
          <a:xfrm>
            <a:off x="476400" y="4456498"/>
            <a:ext cx="1732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the partial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list the outcomes at the end of each branch.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many outcomes match the events that Jun is looking out for?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90" name="Google Shape;590;p22"/>
          <p:cNvCxnSpPr/>
          <p:nvPr/>
        </p:nvCxnSpPr>
        <p:spPr>
          <a:xfrm flipH="1" rot="10800000">
            <a:off x="5565095" y="6737331"/>
            <a:ext cx="375600" cy="89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22"/>
          <p:cNvCxnSpPr/>
          <p:nvPr/>
        </p:nvCxnSpPr>
        <p:spPr>
          <a:xfrm>
            <a:off x="5565095" y="6851673"/>
            <a:ext cx="375600" cy="89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" name="Google Shape;592;p22"/>
          <p:cNvSpPr txBox="1"/>
          <p:nvPr/>
        </p:nvSpPr>
        <p:spPr>
          <a:xfrm>
            <a:off x="5956070" y="6690223"/>
            <a:ext cx="7467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22"/>
          <p:cNvSpPr txBox="1"/>
          <p:nvPr/>
        </p:nvSpPr>
        <p:spPr>
          <a:xfrm>
            <a:off x="5956070" y="6893966"/>
            <a:ext cx="7467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t: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94" name="Google Shape;594;p22"/>
          <p:cNvCxnSpPr/>
          <p:nvPr/>
        </p:nvCxnSpPr>
        <p:spPr>
          <a:xfrm flipH="1" rot="10800000">
            <a:off x="5565095" y="7152730"/>
            <a:ext cx="375600" cy="89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22"/>
          <p:cNvCxnSpPr/>
          <p:nvPr/>
        </p:nvCxnSpPr>
        <p:spPr>
          <a:xfrm>
            <a:off x="5565095" y="7267072"/>
            <a:ext cx="375600" cy="89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6" name="Google Shape;596;p22"/>
          <p:cNvSpPr txBox="1"/>
          <p:nvPr/>
        </p:nvSpPr>
        <p:spPr>
          <a:xfrm>
            <a:off x="5956070" y="7105623"/>
            <a:ext cx="7467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7" name="Google Shape;597;p22"/>
          <p:cNvSpPr txBox="1"/>
          <p:nvPr/>
        </p:nvSpPr>
        <p:spPr>
          <a:xfrm>
            <a:off x="5956070" y="7309365"/>
            <a:ext cx="7467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t: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98" name="Google Shape;598;p22"/>
          <p:cNvCxnSpPr/>
          <p:nvPr/>
        </p:nvCxnSpPr>
        <p:spPr>
          <a:xfrm flipH="1" rot="10800000">
            <a:off x="5565092" y="7568131"/>
            <a:ext cx="375600" cy="89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22"/>
          <p:cNvCxnSpPr/>
          <p:nvPr/>
        </p:nvCxnSpPr>
        <p:spPr>
          <a:xfrm>
            <a:off x="5565092" y="7682474"/>
            <a:ext cx="375600" cy="89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0" name="Google Shape;600;p22"/>
          <p:cNvSpPr txBox="1"/>
          <p:nvPr/>
        </p:nvSpPr>
        <p:spPr>
          <a:xfrm>
            <a:off x="5956068" y="7521024"/>
            <a:ext cx="7467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1" name="Google Shape;601;p22"/>
          <p:cNvSpPr txBox="1"/>
          <p:nvPr/>
        </p:nvSpPr>
        <p:spPr>
          <a:xfrm>
            <a:off x="5956068" y="7724767"/>
            <a:ext cx="7467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t: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02" name="Google Shape;602;p22"/>
          <p:cNvCxnSpPr/>
          <p:nvPr/>
        </p:nvCxnSpPr>
        <p:spPr>
          <a:xfrm flipH="1" rot="10800000">
            <a:off x="5565092" y="7983531"/>
            <a:ext cx="375600" cy="89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" name="Google Shape;603;p22"/>
          <p:cNvCxnSpPr/>
          <p:nvPr/>
        </p:nvCxnSpPr>
        <p:spPr>
          <a:xfrm>
            <a:off x="5565092" y="8097873"/>
            <a:ext cx="375600" cy="89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" name="Google Shape;604;p22"/>
          <p:cNvSpPr txBox="1"/>
          <p:nvPr/>
        </p:nvSpPr>
        <p:spPr>
          <a:xfrm>
            <a:off x="5956068" y="7936424"/>
            <a:ext cx="7467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5" name="Google Shape;605;p22"/>
          <p:cNvSpPr txBox="1"/>
          <p:nvPr/>
        </p:nvSpPr>
        <p:spPr>
          <a:xfrm>
            <a:off x="5956068" y="8140166"/>
            <a:ext cx="7467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t: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06" name="Google Shape;606;p22"/>
          <p:cNvCxnSpPr/>
          <p:nvPr/>
        </p:nvCxnSpPr>
        <p:spPr>
          <a:xfrm flipH="1" rot="10800000">
            <a:off x="5565092" y="8398922"/>
            <a:ext cx="375600" cy="89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" name="Google Shape;607;p22"/>
          <p:cNvCxnSpPr/>
          <p:nvPr/>
        </p:nvCxnSpPr>
        <p:spPr>
          <a:xfrm>
            <a:off x="5565092" y="8513264"/>
            <a:ext cx="375600" cy="89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8" name="Google Shape;608;p22"/>
          <p:cNvSpPr txBox="1"/>
          <p:nvPr/>
        </p:nvSpPr>
        <p:spPr>
          <a:xfrm>
            <a:off x="5956068" y="8351814"/>
            <a:ext cx="7467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9" name="Google Shape;609;p22"/>
          <p:cNvSpPr txBox="1"/>
          <p:nvPr/>
        </p:nvSpPr>
        <p:spPr>
          <a:xfrm>
            <a:off x="5956068" y="8555557"/>
            <a:ext cx="7467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t: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10" name="Google Shape;610;p22"/>
          <p:cNvCxnSpPr/>
          <p:nvPr/>
        </p:nvCxnSpPr>
        <p:spPr>
          <a:xfrm flipH="1" rot="10800000">
            <a:off x="5565092" y="8814321"/>
            <a:ext cx="375600" cy="89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22"/>
          <p:cNvCxnSpPr/>
          <p:nvPr/>
        </p:nvCxnSpPr>
        <p:spPr>
          <a:xfrm>
            <a:off x="5565092" y="8928664"/>
            <a:ext cx="375600" cy="89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" name="Google Shape;612;p22"/>
          <p:cNvSpPr txBox="1"/>
          <p:nvPr/>
        </p:nvSpPr>
        <p:spPr>
          <a:xfrm>
            <a:off x="5956068" y="8767214"/>
            <a:ext cx="7467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3" name="Google Shape;613;p22"/>
          <p:cNvSpPr txBox="1"/>
          <p:nvPr/>
        </p:nvSpPr>
        <p:spPr>
          <a:xfrm>
            <a:off x="5956068" y="8970957"/>
            <a:ext cx="7467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t: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14" name="Google Shape;614;p22"/>
          <p:cNvCxnSpPr/>
          <p:nvPr/>
        </p:nvCxnSpPr>
        <p:spPr>
          <a:xfrm flipH="1" rot="10800000">
            <a:off x="5565095" y="9229726"/>
            <a:ext cx="375600" cy="89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22"/>
          <p:cNvCxnSpPr/>
          <p:nvPr/>
        </p:nvCxnSpPr>
        <p:spPr>
          <a:xfrm>
            <a:off x="5565095" y="9344069"/>
            <a:ext cx="375600" cy="89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6" name="Google Shape;616;p22"/>
          <p:cNvSpPr txBox="1"/>
          <p:nvPr/>
        </p:nvSpPr>
        <p:spPr>
          <a:xfrm>
            <a:off x="5956070" y="9182619"/>
            <a:ext cx="7467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7" name="Google Shape;617;p22"/>
          <p:cNvSpPr txBox="1"/>
          <p:nvPr/>
        </p:nvSpPr>
        <p:spPr>
          <a:xfrm>
            <a:off x="5956070" y="9386361"/>
            <a:ext cx="7467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t: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18" name="Google Shape;618;p22"/>
          <p:cNvCxnSpPr/>
          <p:nvPr/>
        </p:nvCxnSpPr>
        <p:spPr>
          <a:xfrm flipH="1" rot="10800000">
            <a:off x="5565095" y="9645125"/>
            <a:ext cx="375600" cy="89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" name="Google Shape;619;p22"/>
          <p:cNvCxnSpPr/>
          <p:nvPr/>
        </p:nvCxnSpPr>
        <p:spPr>
          <a:xfrm>
            <a:off x="5565095" y="9759468"/>
            <a:ext cx="375600" cy="89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0" name="Google Shape;620;p22"/>
          <p:cNvSpPr txBox="1"/>
          <p:nvPr/>
        </p:nvSpPr>
        <p:spPr>
          <a:xfrm>
            <a:off x="5956070" y="9598018"/>
            <a:ext cx="7467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1" name="Google Shape;621;p22"/>
          <p:cNvSpPr txBox="1"/>
          <p:nvPr/>
        </p:nvSpPr>
        <p:spPr>
          <a:xfrm>
            <a:off x="5956070" y="9801761"/>
            <a:ext cx="7467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t: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22" name="Google Shape;622;p22"/>
          <p:cNvCxnSpPr/>
          <p:nvPr/>
        </p:nvCxnSpPr>
        <p:spPr>
          <a:xfrm flipH="1" rot="10800000">
            <a:off x="4770745" y="6834569"/>
            <a:ext cx="375600" cy="186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22"/>
          <p:cNvCxnSpPr/>
          <p:nvPr/>
        </p:nvCxnSpPr>
        <p:spPr>
          <a:xfrm>
            <a:off x="4770745" y="7072798"/>
            <a:ext cx="375600" cy="186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4" name="Google Shape;624;p22"/>
          <p:cNvSpPr txBox="1"/>
          <p:nvPr/>
        </p:nvSpPr>
        <p:spPr>
          <a:xfrm>
            <a:off x="5161718" y="6736687"/>
            <a:ext cx="4491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5" name="Google Shape;625;p22"/>
          <p:cNvSpPr txBox="1"/>
          <p:nvPr/>
        </p:nvSpPr>
        <p:spPr>
          <a:xfrm>
            <a:off x="5161718" y="7160865"/>
            <a:ext cx="4491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c: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26" name="Google Shape;626;p22"/>
          <p:cNvCxnSpPr/>
          <p:nvPr/>
        </p:nvCxnSpPr>
        <p:spPr>
          <a:xfrm flipH="1" rot="10800000">
            <a:off x="4770745" y="7665384"/>
            <a:ext cx="375600" cy="186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7" name="Google Shape;627;p22"/>
          <p:cNvCxnSpPr/>
          <p:nvPr/>
        </p:nvCxnSpPr>
        <p:spPr>
          <a:xfrm>
            <a:off x="4770745" y="7903613"/>
            <a:ext cx="375600" cy="186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8" name="Google Shape;628;p22"/>
          <p:cNvSpPr txBox="1"/>
          <p:nvPr/>
        </p:nvSpPr>
        <p:spPr>
          <a:xfrm>
            <a:off x="5161718" y="7567502"/>
            <a:ext cx="4491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9" name="Google Shape;629;p22"/>
          <p:cNvSpPr txBox="1"/>
          <p:nvPr/>
        </p:nvSpPr>
        <p:spPr>
          <a:xfrm>
            <a:off x="5161718" y="7991680"/>
            <a:ext cx="4491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c: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30" name="Google Shape;630;p22"/>
          <p:cNvCxnSpPr/>
          <p:nvPr/>
        </p:nvCxnSpPr>
        <p:spPr>
          <a:xfrm flipH="1" rot="10800000">
            <a:off x="4770745" y="8496199"/>
            <a:ext cx="375600" cy="186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22"/>
          <p:cNvCxnSpPr/>
          <p:nvPr/>
        </p:nvCxnSpPr>
        <p:spPr>
          <a:xfrm>
            <a:off x="4770745" y="8734427"/>
            <a:ext cx="375600" cy="186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2" name="Google Shape;632;p22"/>
          <p:cNvSpPr txBox="1"/>
          <p:nvPr/>
        </p:nvSpPr>
        <p:spPr>
          <a:xfrm>
            <a:off x="5161718" y="8398317"/>
            <a:ext cx="4491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22"/>
          <p:cNvSpPr txBox="1"/>
          <p:nvPr/>
        </p:nvSpPr>
        <p:spPr>
          <a:xfrm>
            <a:off x="5161718" y="8822495"/>
            <a:ext cx="4491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c: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34" name="Google Shape;634;p22"/>
          <p:cNvCxnSpPr/>
          <p:nvPr/>
        </p:nvCxnSpPr>
        <p:spPr>
          <a:xfrm flipH="1" rot="10800000">
            <a:off x="4770745" y="9327014"/>
            <a:ext cx="375600" cy="186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22"/>
          <p:cNvCxnSpPr/>
          <p:nvPr/>
        </p:nvCxnSpPr>
        <p:spPr>
          <a:xfrm>
            <a:off x="4770745" y="9565242"/>
            <a:ext cx="375600" cy="186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6" name="Google Shape;636;p22"/>
          <p:cNvSpPr txBox="1"/>
          <p:nvPr/>
        </p:nvSpPr>
        <p:spPr>
          <a:xfrm>
            <a:off x="5161718" y="9229132"/>
            <a:ext cx="4491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22"/>
          <p:cNvSpPr txBox="1"/>
          <p:nvPr/>
        </p:nvSpPr>
        <p:spPr>
          <a:xfrm>
            <a:off x="5161718" y="9653310"/>
            <a:ext cx="4491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c: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38" name="Google Shape;638;p22"/>
          <p:cNvCxnSpPr/>
          <p:nvPr/>
        </p:nvCxnSpPr>
        <p:spPr>
          <a:xfrm flipH="1" rot="10800000">
            <a:off x="3998276" y="7026807"/>
            <a:ext cx="375600" cy="38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9" name="Google Shape;639;p22"/>
          <p:cNvCxnSpPr/>
          <p:nvPr/>
        </p:nvCxnSpPr>
        <p:spPr>
          <a:xfrm>
            <a:off x="3998276" y="7515502"/>
            <a:ext cx="375600" cy="38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0" name="Google Shape;640;p22"/>
          <p:cNvSpPr txBox="1"/>
          <p:nvPr/>
        </p:nvSpPr>
        <p:spPr>
          <a:xfrm>
            <a:off x="4389249" y="6826205"/>
            <a:ext cx="449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22"/>
          <p:cNvSpPr txBox="1"/>
          <p:nvPr/>
        </p:nvSpPr>
        <p:spPr>
          <a:xfrm>
            <a:off x="4389249" y="7696111"/>
            <a:ext cx="449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s: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42" name="Google Shape;642;p22"/>
          <p:cNvCxnSpPr/>
          <p:nvPr/>
        </p:nvCxnSpPr>
        <p:spPr>
          <a:xfrm flipH="1" rot="10800000">
            <a:off x="3998276" y="8688412"/>
            <a:ext cx="375600" cy="38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22"/>
          <p:cNvCxnSpPr/>
          <p:nvPr/>
        </p:nvCxnSpPr>
        <p:spPr>
          <a:xfrm>
            <a:off x="3998276" y="9177106"/>
            <a:ext cx="375600" cy="38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4" name="Google Shape;644;p22"/>
          <p:cNvSpPr txBox="1"/>
          <p:nvPr/>
        </p:nvSpPr>
        <p:spPr>
          <a:xfrm>
            <a:off x="4389249" y="8487810"/>
            <a:ext cx="449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5" name="Google Shape;645;p22"/>
          <p:cNvSpPr txBox="1"/>
          <p:nvPr/>
        </p:nvSpPr>
        <p:spPr>
          <a:xfrm>
            <a:off x="4389249" y="9357716"/>
            <a:ext cx="449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not s: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46" name="Google Shape;646;p22"/>
          <p:cNvCxnSpPr/>
          <p:nvPr/>
        </p:nvCxnSpPr>
        <p:spPr>
          <a:xfrm flipH="1" rot="10800000">
            <a:off x="3234608" y="7462753"/>
            <a:ext cx="375600" cy="728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22"/>
          <p:cNvCxnSpPr/>
          <p:nvPr/>
        </p:nvCxnSpPr>
        <p:spPr>
          <a:xfrm>
            <a:off x="3234608" y="8394577"/>
            <a:ext cx="375600" cy="728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8" name="Google Shape;648;p22"/>
          <p:cNvSpPr txBox="1"/>
          <p:nvPr/>
        </p:nvSpPr>
        <p:spPr>
          <a:xfrm>
            <a:off x="3625581" y="7079837"/>
            <a:ext cx="4491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even: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9" name="Google Shape;649;p22"/>
          <p:cNvSpPr txBox="1"/>
          <p:nvPr/>
        </p:nvSpPr>
        <p:spPr>
          <a:xfrm>
            <a:off x="3625581" y="8739065"/>
            <a:ext cx="4491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odd: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0" name="Google Shape;650;p22"/>
          <p:cNvSpPr txBox="1"/>
          <p:nvPr/>
        </p:nvSpPr>
        <p:spPr>
          <a:xfrm>
            <a:off x="6090464" y="7089683"/>
            <a:ext cx="6138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51" name="Google Shape;651;p22"/>
          <p:cNvSpPr txBox="1"/>
          <p:nvPr/>
        </p:nvSpPr>
        <p:spPr>
          <a:xfrm>
            <a:off x="6345350" y="7291495"/>
            <a:ext cx="6138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52" name="Google Shape;652;p22"/>
          <p:cNvSpPr txBox="1"/>
          <p:nvPr/>
        </p:nvSpPr>
        <p:spPr>
          <a:xfrm>
            <a:off x="6345350" y="7706358"/>
            <a:ext cx="6138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53" name="Google Shape;653;p22"/>
          <p:cNvSpPr txBox="1"/>
          <p:nvPr/>
        </p:nvSpPr>
        <p:spPr>
          <a:xfrm>
            <a:off x="6090464" y="7919407"/>
            <a:ext cx="6138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54" name="Google Shape;654;p22"/>
          <p:cNvSpPr txBox="1"/>
          <p:nvPr/>
        </p:nvSpPr>
        <p:spPr>
          <a:xfrm>
            <a:off x="6345345" y="8121216"/>
            <a:ext cx="7467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12, 20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55" name="Google Shape;655;p22"/>
          <p:cNvSpPr txBox="1"/>
          <p:nvPr/>
        </p:nvSpPr>
        <p:spPr>
          <a:xfrm>
            <a:off x="6090464" y="8334270"/>
            <a:ext cx="6138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56" name="Google Shape;656;p22"/>
          <p:cNvSpPr txBox="1"/>
          <p:nvPr/>
        </p:nvSpPr>
        <p:spPr>
          <a:xfrm>
            <a:off x="6345350" y="8950945"/>
            <a:ext cx="6138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57" name="Google Shape;657;p22"/>
          <p:cNvSpPr txBox="1"/>
          <p:nvPr/>
        </p:nvSpPr>
        <p:spPr>
          <a:xfrm>
            <a:off x="6345350" y="9365807"/>
            <a:ext cx="6138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58" name="Google Shape;658;p22"/>
          <p:cNvSpPr txBox="1"/>
          <p:nvPr/>
        </p:nvSpPr>
        <p:spPr>
          <a:xfrm>
            <a:off x="6090464" y="9578857"/>
            <a:ext cx="6138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59" name="Google Shape;659;p22"/>
          <p:cNvSpPr txBox="1"/>
          <p:nvPr/>
        </p:nvSpPr>
        <p:spPr>
          <a:xfrm>
            <a:off x="6345350" y="9780669"/>
            <a:ext cx="6138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60" name="Google Shape;660;p22"/>
          <p:cNvSpPr txBox="1"/>
          <p:nvPr/>
        </p:nvSpPr>
        <p:spPr>
          <a:xfrm>
            <a:off x="982003" y="9240365"/>
            <a:ext cx="1014900" cy="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Only one: 36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661" name="Google Shape;661;p22"/>
          <p:cNvSpPr txBox="1"/>
          <p:nvPr/>
        </p:nvSpPr>
        <p:spPr>
          <a:xfrm>
            <a:off x="476400" y="6938100"/>
            <a:ext cx="2488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Sofia has a spinner with the following outcomes: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{1, 3, 4, 5, 8, 10, 12, 20, 25, 27, 36}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Construct and fill in a four-layer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outcome tree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for the outcomes of Sofia’s spinner.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many outcomes that are even numbers are also both square and triangular?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