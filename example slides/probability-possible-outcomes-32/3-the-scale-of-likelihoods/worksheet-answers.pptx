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7" name="Shape 347"/>
        <p:cNvGrpSpPr/>
        <p:nvPr/>
      </p:nvGrpSpPr>
      <p:grpSpPr>
        <a:xfrm>
          <a:off x="0" y="0"/>
          <a:ext cx="0" cy="0"/>
        </a:xfrm>
      </p:grpSpPr>
      <p:sp>
        <p:nvSpPr>
          <p:cNvPr id="348" name="Google Shape;34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scale of likelihoods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847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/>
          <p:nvPr/>
        </p:nvSpPr>
        <p:spPr>
          <a:xfrm>
            <a:off x="701975" y="2558621"/>
            <a:ext cx="993300" cy="993300"/>
          </a:xfrm>
          <a:prstGeom prst="ellipse">
            <a:avLst/>
          </a:prstGeom>
          <a:solidFill>
            <a:srgbClr val="F0F0F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088366" y="3982148"/>
            <a:ext cx="993300" cy="993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2045386"/>
            <a:ext cx="6386700" cy="23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spinner, write down whether the likelihood of it landing on ‘win’ is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unlikely,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likely 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46290" y="1444938"/>
            <a:ext cx="53148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Introducing the scale of likelihoods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608065" y="3994269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9" name="Google Shape;179;p20"/>
          <p:cNvSpPr/>
          <p:nvPr/>
        </p:nvSpPr>
        <p:spPr>
          <a:xfrm rot="3055496">
            <a:off x="2616690" y="4002908"/>
            <a:ext cx="976143" cy="976143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3096351" y="4010700"/>
            <a:ext cx="51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6174530">
            <a:off x="2616732" y="4003063"/>
            <a:ext cx="976274" cy="976274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2" name="Google Shape;182;p20"/>
          <p:cNvSpPr/>
          <p:nvPr/>
        </p:nvSpPr>
        <p:spPr>
          <a:xfrm rot="9205152">
            <a:off x="2616766" y="4002882"/>
            <a:ext cx="976178" cy="97617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3" name="Google Shape;183;p20"/>
          <p:cNvSpPr/>
          <p:nvPr/>
        </p:nvSpPr>
        <p:spPr>
          <a:xfrm rot="-9367293">
            <a:off x="2616917" y="4003059"/>
            <a:ext cx="976043" cy="976043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4" name="Google Shape;184;p20"/>
          <p:cNvSpPr/>
          <p:nvPr/>
        </p:nvSpPr>
        <p:spPr>
          <a:xfrm rot="-6354982">
            <a:off x="2616880" y="4003317"/>
            <a:ext cx="975810" cy="975810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5" name="Google Shape;185;p20"/>
          <p:cNvSpPr/>
          <p:nvPr/>
        </p:nvSpPr>
        <p:spPr>
          <a:xfrm rot="-3302383">
            <a:off x="2616875" y="4003319"/>
            <a:ext cx="975902" cy="975902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6" name="Google Shape;186;p20"/>
          <p:cNvSpPr/>
          <p:nvPr/>
        </p:nvSpPr>
        <p:spPr>
          <a:xfrm rot="-191376">
            <a:off x="2616858" y="4003233"/>
            <a:ext cx="975912" cy="975912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7" name="Google Shape;187;p20"/>
          <p:cNvSpPr txBox="1"/>
          <p:nvPr/>
        </p:nvSpPr>
        <p:spPr>
          <a:xfrm>
            <a:off x="3168704" y="4531554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625016" y="4551518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715176" y="40098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588024" y="4267000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197699" y="42754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904542" y="4712453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3076209" y="4027006"/>
            <a:ext cx="54997" cy="478519"/>
            <a:chOff x="996050" y="213293"/>
            <a:chExt cx="93900" cy="909732"/>
          </a:xfrm>
        </p:grpSpPr>
        <p:cxnSp>
          <p:nvCxnSpPr>
            <p:cNvPr id="194" name="Google Shape;19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5" name="Google Shape;19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6" name="Google Shape;196;p20"/>
          <p:cNvSpPr/>
          <p:nvPr/>
        </p:nvSpPr>
        <p:spPr>
          <a:xfrm>
            <a:off x="1126635" y="3994269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7" name="Google Shape;197;p20"/>
          <p:cNvSpPr/>
          <p:nvPr/>
        </p:nvSpPr>
        <p:spPr>
          <a:xfrm rot="8649931">
            <a:off x="1135235" y="4002917"/>
            <a:ext cx="976179" cy="97617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8" name="Google Shape;198;p20"/>
          <p:cNvSpPr/>
          <p:nvPr/>
        </p:nvSpPr>
        <p:spPr>
          <a:xfrm rot="-8629656">
            <a:off x="1135360" y="4003212"/>
            <a:ext cx="975912" cy="97591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9" name="Google Shape;199;p20"/>
          <p:cNvSpPr/>
          <p:nvPr/>
        </p:nvSpPr>
        <p:spPr>
          <a:xfrm rot="-4310278">
            <a:off x="1135391" y="4003113"/>
            <a:ext cx="975922" cy="97592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0" name="Google Shape;200;p20"/>
          <p:cNvSpPr/>
          <p:nvPr/>
        </p:nvSpPr>
        <p:spPr>
          <a:xfrm>
            <a:off x="1135445" y="4003159"/>
            <a:ext cx="975900" cy="975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1" name="Google Shape;201;p20"/>
          <p:cNvSpPr txBox="1"/>
          <p:nvPr/>
        </p:nvSpPr>
        <p:spPr>
          <a:xfrm>
            <a:off x="1415716" y="4640283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4311611">
            <a:off x="1135489" y="4002995"/>
            <a:ext cx="976113" cy="97611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3" name="Google Shape;203;p20"/>
          <p:cNvSpPr txBox="1"/>
          <p:nvPr/>
        </p:nvSpPr>
        <p:spPr>
          <a:xfrm>
            <a:off x="1194374" y="40795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631798" y="40859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672824" y="4397753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117600" y="440690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0"/>
          <p:cNvGrpSpPr/>
          <p:nvPr/>
        </p:nvGrpSpPr>
        <p:grpSpPr>
          <a:xfrm>
            <a:off x="1594780" y="4027006"/>
            <a:ext cx="54997" cy="478519"/>
            <a:chOff x="996050" y="213293"/>
            <a:chExt cx="93900" cy="909732"/>
          </a:xfrm>
        </p:grpSpPr>
        <p:cxnSp>
          <p:nvCxnSpPr>
            <p:cNvPr id="208" name="Google Shape;208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9" name="Google Shape;209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0" name="Google Shape;210;p20"/>
          <p:cNvSpPr/>
          <p:nvPr/>
        </p:nvSpPr>
        <p:spPr>
          <a:xfrm rot="-3572442">
            <a:off x="4096956" y="3990965"/>
            <a:ext cx="975882" cy="975882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4175123" y="3999690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flipH="1">
            <a:off x="4096930" y="3990794"/>
            <a:ext cx="976200" cy="9762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 rot="3616487" flipH="1">
            <a:off x="4097280" y="3990872"/>
            <a:ext cx="975918" cy="975918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0"/>
          <p:cNvSpPr/>
          <p:nvPr/>
        </p:nvSpPr>
        <p:spPr>
          <a:xfrm rot="7179190" flipH="1">
            <a:off x="4096870" y="3990689"/>
            <a:ext cx="976254" cy="97625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4581941" y="4024932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542783" y="4621780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 rot="-7167394">
            <a:off x="4097078" y="3990890"/>
            <a:ext cx="976079" cy="97607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 rot="10800000">
            <a:off x="4097153" y="3991053"/>
            <a:ext cx="975900" cy="9759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673245" y="4320193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203498" y="4625637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056639" y="4345875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0"/>
          <p:cNvGrpSpPr/>
          <p:nvPr/>
        </p:nvGrpSpPr>
        <p:grpSpPr>
          <a:xfrm>
            <a:off x="4556510" y="4020521"/>
            <a:ext cx="54997" cy="478519"/>
            <a:chOff x="996050" y="213293"/>
            <a:chExt cx="93900" cy="909732"/>
          </a:xfrm>
        </p:grpSpPr>
        <p:cxnSp>
          <p:nvCxnSpPr>
            <p:cNvPr id="223" name="Google Shape;22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4" name="Google Shape;22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5" name="Google Shape;225;p20"/>
          <p:cNvSpPr/>
          <p:nvPr/>
        </p:nvSpPr>
        <p:spPr>
          <a:xfrm rot="3616487" flipH="1">
            <a:off x="710596" y="2567345"/>
            <a:ext cx="975918" cy="975918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14900" y="26399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 flipH="1">
            <a:off x="706214" y="2567267"/>
            <a:ext cx="976200" cy="9762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 rot="7179190" flipH="1">
            <a:off x="706154" y="2571193"/>
            <a:ext cx="976254" cy="97625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0"/>
          <p:cNvSpPr/>
          <p:nvPr/>
        </p:nvSpPr>
        <p:spPr>
          <a:xfrm rot="-7167394">
            <a:off x="706362" y="2567363"/>
            <a:ext cx="976079" cy="97607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0" name="Google Shape;230;p20"/>
          <p:cNvSpPr/>
          <p:nvPr/>
        </p:nvSpPr>
        <p:spPr>
          <a:xfrm rot="10800000">
            <a:off x="706438" y="2567526"/>
            <a:ext cx="975900" cy="9759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54925" y="28885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801449" y="3202125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1165795" y="2596994"/>
            <a:ext cx="54997" cy="478519"/>
            <a:chOff x="996050" y="213293"/>
            <a:chExt cx="93900" cy="909732"/>
          </a:xfrm>
        </p:grpSpPr>
        <p:cxnSp>
          <p:nvCxnSpPr>
            <p:cNvPr id="234" name="Google Shape;23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5" name="Google Shape;23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6" name="Google Shape;236;p20"/>
          <p:cNvSpPr/>
          <p:nvPr/>
        </p:nvSpPr>
        <p:spPr>
          <a:xfrm>
            <a:off x="2015114" y="2577864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0"/>
          <p:cNvSpPr/>
          <p:nvPr/>
        </p:nvSpPr>
        <p:spPr>
          <a:xfrm flipH="1">
            <a:off x="2023678" y="2586510"/>
            <a:ext cx="976200" cy="976200"/>
          </a:xfrm>
          <a:prstGeom prst="pie">
            <a:avLst>
              <a:gd name="adj1" fmla="val 5387953"/>
              <a:gd name="adj2" fmla="val 5914623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2023760" y="2586510"/>
            <a:ext cx="976200" cy="976200"/>
          </a:xfrm>
          <a:prstGeom prst="pie">
            <a:avLst>
              <a:gd name="adj1" fmla="val 5387953"/>
              <a:gd name="adj2" fmla="val 4867295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2103076" y="29511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608497" y="3492179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1" name="Google Shape;241;p20"/>
          <p:cNvGrpSpPr/>
          <p:nvPr/>
        </p:nvGrpSpPr>
        <p:grpSpPr>
          <a:xfrm>
            <a:off x="2483258" y="2632087"/>
            <a:ext cx="54997" cy="478519"/>
            <a:chOff x="996050" y="213293"/>
            <a:chExt cx="93900" cy="909732"/>
          </a:xfrm>
        </p:grpSpPr>
        <p:cxnSp>
          <p:nvCxnSpPr>
            <p:cNvPr id="242" name="Google Shape;24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3" name="Google Shape;24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44" name="Google Shape;244;p20"/>
          <p:cNvSpPr/>
          <p:nvPr/>
        </p:nvSpPr>
        <p:spPr>
          <a:xfrm>
            <a:off x="4614657" y="2577864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5" name="Google Shape;245;p20"/>
          <p:cNvSpPr/>
          <p:nvPr/>
        </p:nvSpPr>
        <p:spPr>
          <a:xfrm flipH="1">
            <a:off x="4623221" y="2586510"/>
            <a:ext cx="976200" cy="9762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4623303" y="2586510"/>
            <a:ext cx="976200" cy="9762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4690499" y="312970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623303" y="2586510"/>
            <a:ext cx="976200" cy="9762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4690494" y="2727985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 flipH="1">
            <a:off x="4623221" y="2586510"/>
            <a:ext cx="976200" cy="9762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5118524" y="2727975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118524" y="312970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3" name="Google Shape;253;p20"/>
          <p:cNvGrpSpPr/>
          <p:nvPr/>
        </p:nvGrpSpPr>
        <p:grpSpPr>
          <a:xfrm>
            <a:off x="5082801" y="2616236"/>
            <a:ext cx="54997" cy="478519"/>
            <a:chOff x="996050" y="213293"/>
            <a:chExt cx="93900" cy="909732"/>
          </a:xfrm>
        </p:grpSpPr>
        <p:cxnSp>
          <p:nvCxnSpPr>
            <p:cNvPr id="254" name="Google Shape;25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5" name="Google Shape;25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6" name="Google Shape;256;p20"/>
          <p:cNvSpPr/>
          <p:nvPr/>
        </p:nvSpPr>
        <p:spPr>
          <a:xfrm>
            <a:off x="5570946" y="4001391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7" name="Google Shape;257;p20"/>
          <p:cNvSpPr/>
          <p:nvPr/>
        </p:nvSpPr>
        <p:spPr>
          <a:xfrm flipH="1">
            <a:off x="5579510" y="4010037"/>
            <a:ext cx="976200" cy="976200"/>
          </a:xfrm>
          <a:prstGeom prst="pie">
            <a:avLst>
              <a:gd name="adj1" fmla="val 8122935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8" name="Google Shape;258;p20"/>
          <p:cNvSpPr txBox="1"/>
          <p:nvPr/>
        </p:nvSpPr>
        <p:spPr>
          <a:xfrm>
            <a:off x="6164839" y="4429324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5579592" y="4010037"/>
            <a:ext cx="976200" cy="9762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0" name="Google Shape;260;p20"/>
          <p:cNvSpPr/>
          <p:nvPr/>
        </p:nvSpPr>
        <p:spPr>
          <a:xfrm flipH="1">
            <a:off x="5579510" y="4010037"/>
            <a:ext cx="976200" cy="976200"/>
          </a:xfrm>
          <a:prstGeom prst="pie">
            <a:avLst>
              <a:gd name="adj1" fmla="val 10838302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1" name="Google Shape;261;p20"/>
          <p:cNvSpPr txBox="1"/>
          <p:nvPr/>
        </p:nvSpPr>
        <p:spPr>
          <a:xfrm>
            <a:off x="6072534" y="4120934"/>
            <a:ext cx="59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579592" y="4010037"/>
            <a:ext cx="976200" cy="9762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3" name="Google Shape;263;p20"/>
          <p:cNvSpPr txBox="1"/>
          <p:nvPr/>
        </p:nvSpPr>
        <p:spPr>
          <a:xfrm>
            <a:off x="5703447" y="3994999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5579592" y="4010037"/>
            <a:ext cx="976200" cy="9762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5" name="Google Shape;265;p20"/>
          <p:cNvSpPr txBox="1"/>
          <p:nvPr/>
        </p:nvSpPr>
        <p:spPr>
          <a:xfrm>
            <a:off x="5544358" y="4444278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 flipH="1">
            <a:off x="5579510" y="4010037"/>
            <a:ext cx="976200" cy="976200"/>
          </a:xfrm>
          <a:prstGeom prst="pie">
            <a:avLst>
              <a:gd name="adj1" fmla="val 2722096"/>
              <a:gd name="adj2" fmla="val 808442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7" name="Google Shape;267;p20"/>
          <p:cNvSpPr txBox="1"/>
          <p:nvPr/>
        </p:nvSpPr>
        <p:spPr>
          <a:xfrm>
            <a:off x="5856249" y="46526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8" name="Google Shape;268;p20"/>
          <p:cNvGrpSpPr/>
          <p:nvPr/>
        </p:nvGrpSpPr>
        <p:grpSpPr>
          <a:xfrm>
            <a:off x="6039085" y="4010021"/>
            <a:ext cx="54997" cy="503900"/>
            <a:chOff x="996050" y="213293"/>
            <a:chExt cx="93900" cy="909732"/>
          </a:xfrm>
        </p:grpSpPr>
        <p:cxnSp>
          <p:nvCxnSpPr>
            <p:cNvPr id="269" name="Google Shape;269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0" name="Google Shape;270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71" name="Google Shape;271;p20"/>
          <p:cNvSpPr txBox="1"/>
          <p:nvPr/>
        </p:nvSpPr>
        <p:spPr>
          <a:xfrm>
            <a:off x="5552848" y="4230200"/>
            <a:ext cx="51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5935700" y="2566137"/>
            <a:ext cx="976200" cy="976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3" name="Google Shape;273;p20"/>
          <p:cNvSpPr/>
          <p:nvPr/>
        </p:nvSpPr>
        <p:spPr>
          <a:xfrm flipH="1">
            <a:off x="5944445" y="2574635"/>
            <a:ext cx="959100" cy="959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5944197" y="2574635"/>
            <a:ext cx="959100" cy="959100"/>
          </a:xfrm>
          <a:prstGeom prst="pie">
            <a:avLst>
              <a:gd name="adj1" fmla="val 5387953"/>
              <a:gd name="adj2" fmla="val 161926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5999935" y="2850461"/>
            <a:ext cx="51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 flipH="1">
            <a:off x="5944445" y="2574635"/>
            <a:ext cx="959100" cy="959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6415885" y="2727366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6412971" y="3093018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9" name="Google Shape;279;p20"/>
          <p:cNvGrpSpPr/>
          <p:nvPr/>
        </p:nvGrpSpPr>
        <p:grpSpPr>
          <a:xfrm>
            <a:off x="6395864" y="2603836"/>
            <a:ext cx="54058" cy="470240"/>
            <a:chOff x="996050" y="213293"/>
            <a:chExt cx="93900" cy="909732"/>
          </a:xfrm>
        </p:grpSpPr>
        <p:cxnSp>
          <p:nvCxnSpPr>
            <p:cNvPr id="280" name="Google Shape;28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1" name="Google Shape;28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82" name="Google Shape;282;p20"/>
          <p:cNvSpPr/>
          <p:nvPr/>
        </p:nvSpPr>
        <p:spPr>
          <a:xfrm>
            <a:off x="3280175" y="2577864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3" name="Google Shape;283;p20"/>
          <p:cNvSpPr/>
          <p:nvPr/>
        </p:nvSpPr>
        <p:spPr>
          <a:xfrm flipH="1">
            <a:off x="3288739" y="2586510"/>
            <a:ext cx="976200" cy="976200"/>
          </a:xfrm>
          <a:prstGeom prst="pie">
            <a:avLst>
              <a:gd name="adj1" fmla="val 5387953"/>
              <a:gd name="adj2" fmla="val 495462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3288821" y="2586510"/>
            <a:ext cx="976200" cy="976200"/>
          </a:xfrm>
          <a:prstGeom prst="pie">
            <a:avLst>
              <a:gd name="adj1" fmla="val 5387953"/>
              <a:gd name="adj2" fmla="val 5854871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3214474" y="34863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3820278" y="2811588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0"/>
          <p:cNvGrpSpPr/>
          <p:nvPr/>
        </p:nvGrpSpPr>
        <p:grpSpPr>
          <a:xfrm>
            <a:off x="3748320" y="2632087"/>
            <a:ext cx="54997" cy="478519"/>
            <a:chOff x="996050" y="213293"/>
            <a:chExt cx="93900" cy="909732"/>
          </a:xfrm>
        </p:grpSpPr>
        <p:cxnSp>
          <p:nvCxnSpPr>
            <p:cNvPr id="288" name="Google Shape;288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9" name="Google Shape;289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290" name="Google Shape;290;p20"/>
          <p:cNvCxnSpPr/>
          <p:nvPr/>
        </p:nvCxnSpPr>
        <p:spPr>
          <a:xfrm rot="10800000" flipH="1">
            <a:off x="3644638" y="3519983"/>
            <a:ext cx="99900" cy="8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20"/>
          <p:cNvSpPr txBox="1"/>
          <p:nvPr/>
        </p:nvSpPr>
        <p:spPr>
          <a:xfrm>
            <a:off x="1169327" y="26410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1279224" y="28885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1156102" y="3184475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4" name="Google Shape;294;p20"/>
          <p:cNvCxnSpPr/>
          <p:nvPr/>
        </p:nvCxnSpPr>
        <p:spPr>
          <a:xfrm rot="10800000">
            <a:off x="2545385" y="3519894"/>
            <a:ext cx="112500" cy="11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 txBox="1"/>
          <p:nvPr/>
        </p:nvSpPr>
        <p:spPr>
          <a:xfrm>
            <a:off x="457944" y="242772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1836525" y="2427725"/>
            <a:ext cx="43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3138899" y="2427725"/>
            <a:ext cx="4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4441249" y="2427725"/>
            <a:ext cx="4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5743627" y="2427725"/>
            <a:ext cx="4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922160" y="3908002"/>
            <a:ext cx="30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2400972" y="3908000"/>
            <a:ext cx="43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3879799" y="3908000"/>
            <a:ext cx="43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5358624" y="3908002"/>
            <a:ext cx="30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846076" y="3520834"/>
            <a:ext cx="74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certain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2027615" y="3520833"/>
            <a:ext cx="59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3744276" y="3520833"/>
            <a:ext cx="73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4701291" y="3520836"/>
            <a:ext cx="9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impossible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5930724" y="3502190"/>
            <a:ext cx="116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chance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5743627" y="4912571"/>
            <a:ext cx="89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4043982" y="4912574"/>
            <a:ext cx="128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chance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2858324" y="4912571"/>
            <a:ext cx="70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1279230" y="4912571"/>
            <a:ext cx="87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476400" y="5788500"/>
            <a:ext cx="6513600" cy="23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Aisha, Izzy, Jacob, Lucas and Sofia are playing a game that involves rolling a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regular six-sided dice to determine if you can move.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 information below shows what each person needs to roll in order to move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their piece forward.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658578" y="7869302"/>
            <a:ext cx="62196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 the likelihood of each person moving their piece on the scale of likelihoods by writing the first letter of their name in the correct space.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5" name="Google Shape;315;p20"/>
          <p:cNvGrpSpPr/>
          <p:nvPr/>
        </p:nvGrpSpPr>
        <p:grpSpPr>
          <a:xfrm>
            <a:off x="1194695" y="8701384"/>
            <a:ext cx="5242848" cy="293495"/>
            <a:chOff x="1260861" y="3941077"/>
            <a:chExt cx="6838200" cy="658800"/>
          </a:xfrm>
        </p:grpSpPr>
        <p:cxnSp>
          <p:nvCxnSpPr>
            <p:cNvPr id="316" name="Google Shape;316;p20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20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20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20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20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1" name="Google Shape;321;p20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22" name="Google Shape;322;p20"/>
          <p:cNvSpPr txBox="1"/>
          <p:nvPr/>
        </p:nvSpPr>
        <p:spPr>
          <a:xfrm>
            <a:off x="6012177" y="8933244"/>
            <a:ext cx="83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651659" y="8933244"/>
            <a:ext cx="110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2123203" y="8851499"/>
            <a:ext cx="83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4924895" y="8851499"/>
            <a:ext cx="6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3168001" y="8933244"/>
            <a:ext cx="128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6399642" y="8482910"/>
            <a:ext cx="194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8" name="Google Shape;3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592" y="6786099"/>
            <a:ext cx="234749" cy="44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8782" y="6854287"/>
            <a:ext cx="328154" cy="3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962383" y="6803943"/>
            <a:ext cx="430327" cy="416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367751" y="6862363"/>
            <a:ext cx="298912" cy="36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641704" y="6854300"/>
            <a:ext cx="332036" cy="36834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 txBox="1"/>
          <p:nvPr/>
        </p:nvSpPr>
        <p:spPr>
          <a:xfrm>
            <a:off x="658666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1981452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3352235" y="7219320"/>
            <a:ext cx="516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4641630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5916430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658672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24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1981459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1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3352233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25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4641637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non-integer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5916438" y="7394578"/>
            <a:ext cx="11706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748631" y="8482910"/>
            <a:ext cx="194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1141288" y="8482910"/>
            <a:ext cx="194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2309680" y="8482910"/>
            <a:ext cx="194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5289079" y="8482910"/>
            <a:ext cx="194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50" name="Shape 350"/>
        <p:cNvGrpSpPr/>
        <p:nvPr/>
      </p:nvGrpSpPr>
      <p:grpSpPr>
        <a:xfrm>
          <a:off x="0" y="0"/>
          <a:ext cx="0" cy="0"/>
        </a:xfrm>
      </p:grpSpPr>
      <p:sp>
        <p:nvSpPr>
          <p:cNvPr id="351" name="Google Shape;35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52" name="Google Shape;35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scale of likelihoods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476399" y="801650"/>
            <a:ext cx="6146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Comparing the likelihood of events on the sale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76400" y="1353803"/>
            <a:ext cx="6518700" cy="2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A game that involves drawing a card from the deck below to determine who moves.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The information shows what a card needs to contain to allow each person to move.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02018" y="3283693"/>
            <a:ext cx="62244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 the likelihood of each person moving their piece on the scale of likelihoods by writing the first letter of their name in the correct space.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8" name="Google Shape;358;p21"/>
          <p:cNvGrpSpPr/>
          <p:nvPr/>
        </p:nvGrpSpPr>
        <p:grpSpPr>
          <a:xfrm>
            <a:off x="1195260" y="3964121"/>
            <a:ext cx="5246951" cy="293759"/>
            <a:chOff x="1260861" y="3941077"/>
            <a:chExt cx="6838200" cy="658800"/>
          </a:xfrm>
        </p:grpSpPr>
        <p:cxnSp>
          <p:nvCxnSpPr>
            <p:cNvPr id="359" name="Google Shape;359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" name="Google Shape;360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" name="Google Shape;361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64" name="Google Shape;364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65" name="Google Shape;365;p21"/>
          <p:cNvSpPr txBox="1"/>
          <p:nvPr/>
        </p:nvSpPr>
        <p:spPr>
          <a:xfrm>
            <a:off x="6016448" y="4195939"/>
            <a:ext cx="83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651794" y="4195939"/>
            <a:ext cx="110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2124474" y="4114130"/>
            <a:ext cx="83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4928327" y="4114130"/>
            <a:ext cx="60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170078" y="4195939"/>
            <a:ext cx="128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805" y="2389081"/>
            <a:ext cx="234929" cy="44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004" y="2457322"/>
            <a:ext cx="328406" cy="3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963529" y="2406939"/>
            <a:ext cx="430660" cy="41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369982" y="2465404"/>
            <a:ext cx="299142" cy="36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644917" y="2457335"/>
            <a:ext cx="332292" cy="36862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602106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1925913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3297753" y="2822636"/>
            <a:ext cx="5166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4588144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5863926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02114" y="2998026"/>
            <a:ext cx="5673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vowel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1925920" y="2998030"/>
            <a:ext cx="9846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consonant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3297742" y="2998026"/>
            <a:ext cx="11457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588151" y="2998030"/>
            <a:ext cx="9846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24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5863935" y="2998030"/>
            <a:ext cx="11715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number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1188296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1656013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2123730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2591448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3059165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3526882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3994600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4462317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4930035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5397752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1226001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A1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1693718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B2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2161435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C3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2629153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D4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3096870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E5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1"/>
          <p:cNvSpPr txBox="1"/>
          <p:nvPr/>
        </p:nvSpPr>
        <p:spPr>
          <a:xfrm>
            <a:off x="3564587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F6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4032305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G7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4500022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H8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4987240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I9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5427820" y="1699374"/>
            <a:ext cx="2991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J10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5821943" y="3834546"/>
            <a:ext cx="19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2406468" y="3862186"/>
            <a:ext cx="19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4474287" y="3862186"/>
            <a:ext cx="19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3129600" y="3862186"/>
            <a:ext cx="19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1656014" y="3834536"/>
            <a:ext cx="19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476400" y="5178900"/>
            <a:ext cx="66156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set of spinners each only contain two possible outcomes: ‘win’ or ‘lose’.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 likelihood for each spinner landing on ‘win’ (W) is shown on the scales below.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Mark the position that represents the likelihood of losing (L) on each spinner.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6098901" y="6209496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654404" y="6209496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2149002" y="6175267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4994585" y="6175267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3210168" y="6209496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6" name="Google Shape;416;p21"/>
          <p:cNvGrpSpPr/>
          <p:nvPr/>
        </p:nvGrpSpPr>
        <p:grpSpPr>
          <a:xfrm>
            <a:off x="1205934" y="6107777"/>
            <a:ext cx="5324906" cy="185584"/>
            <a:chOff x="1260861" y="3941077"/>
            <a:chExt cx="6838200" cy="658800"/>
          </a:xfrm>
        </p:grpSpPr>
        <p:cxnSp>
          <p:nvCxnSpPr>
            <p:cNvPr id="417" name="Google Shape;417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1" name="Google Shape;421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22" name="Google Shape;422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23" name="Google Shape;423;p21"/>
          <p:cNvSpPr txBox="1"/>
          <p:nvPr/>
        </p:nvSpPr>
        <p:spPr>
          <a:xfrm>
            <a:off x="1637367" y="6005890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5957338" y="6005131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6098901" y="7173709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654404" y="7164489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2149002" y="7139480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4994585" y="7139480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3210168" y="7173709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0" name="Google Shape;430;p21"/>
          <p:cNvGrpSpPr/>
          <p:nvPr/>
        </p:nvGrpSpPr>
        <p:grpSpPr>
          <a:xfrm>
            <a:off x="1205934" y="7071990"/>
            <a:ext cx="5324906" cy="185584"/>
            <a:chOff x="1260861" y="3941077"/>
            <a:chExt cx="6838200" cy="658800"/>
          </a:xfrm>
        </p:grpSpPr>
        <p:cxnSp>
          <p:nvCxnSpPr>
            <p:cNvPr id="431" name="Google Shape;431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2" name="Google Shape;432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433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4" name="Google Shape;434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" name="Google Shape;435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6" name="Google Shape;436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37" name="Google Shape;437;p21"/>
          <p:cNvSpPr txBox="1"/>
          <p:nvPr/>
        </p:nvSpPr>
        <p:spPr>
          <a:xfrm>
            <a:off x="6098901" y="8114722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654404" y="8119481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2149002" y="8080493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4994585" y="8080493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3210168" y="8114722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2" name="Google Shape;442;p21"/>
          <p:cNvGrpSpPr/>
          <p:nvPr/>
        </p:nvGrpSpPr>
        <p:grpSpPr>
          <a:xfrm>
            <a:off x="1205934" y="8013003"/>
            <a:ext cx="5324906" cy="185584"/>
            <a:chOff x="1260861" y="3941077"/>
            <a:chExt cx="6838200" cy="658800"/>
          </a:xfrm>
        </p:grpSpPr>
        <p:cxnSp>
          <p:nvCxnSpPr>
            <p:cNvPr id="443" name="Google Shape;443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4" name="Google Shape;444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5" name="Google Shape;445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" name="Google Shape;446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7" name="Google Shape;447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48" name="Google Shape;448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49" name="Google Shape;449;p21"/>
          <p:cNvSpPr txBox="1"/>
          <p:nvPr/>
        </p:nvSpPr>
        <p:spPr>
          <a:xfrm>
            <a:off x="6098901" y="9074473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654404" y="9074473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2149002" y="9040244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4994585" y="9040244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1"/>
          <p:cNvSpPr txBox="1"/>
          <p:nvPr/>
        </p:nvSpPr>
        <p:spPr>
          <a:xfrm>
            <a:off x="3210168" y="9074473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4" name="Google Shape;454;p21"/>
          <p:cNvGrpSpPr/>
          <p:nvPr/>
        </p:nvGrpSpPr>
        <p:grpSpPr>
          <a:xfrm>
            <a:off x="1205934" y="8972754"/>
            <a:ext cx="5324906" cy="185584"/>
            <a:chOff x="1260861" y="3941077"/>
            <a:chExt cx="6838200" cy="658800"/>
          </a:xfrm>
        </p:grpSpPr>
        <p:cxnSp>
          <p:nvCxnSpPr>
            <p:cNvPr id="455" name="Google Shape;455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7" name="Google Shape;457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60" name="Google Shape;460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61" name="Google Shape;461;p21"/>
          <p:cNvSpPr txBox="1"/>
          <p:nvPr/>
        </p:nvSpPr>
        <p:spPr>
          <a:xfrm>
            <a:off x="476400" y="5923668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1"/>
          <p:cNvSpPr txBox="1"/>
          <p:nvPr/>
        </p:nvSpPr>
        <p:spPr>
          <a:xfrm>
            <a:off x="476400" y="6895317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476400" y="7866966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476400" y="8838615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4651970" y="6967671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3545801" y="7910798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3772544" y="8820138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2980877" y="6963373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4048904" y="7920857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3811565" y="8684442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157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The scale of likelihoods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2024-02-26T15:35:44.035</cp:lastPrinted>
  <dcterms:created xsi:type="dcterms:W3CDTF">2024-02-26T15:35:44Z</dcterms:created>
  <dcterms:modified xsi:type="dcterms:W3CDTF">2024-02-26T15:32:33Z</dcterms:modified>
</cp:coreProperties>
</file>