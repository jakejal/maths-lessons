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" name="Shape 244"/>
        <p:cNvGrpSpPr/>
        <p:nvPr/>
      </p:nvGrpSpPr>
      <p:grpSpPr>
        <a:xfrm>
          <a:off x="0" y="0"/>
          <a:ext cx="0" cy="0"/>
        </a:xfrm>
      </p:grpSpPr>
      <p:sp>
        <p:nvSpPr>
          <p:cNvPr id="245" name="Google Shape;24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2066125"/>
            <a:ext cx="66105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spinner has the possible outcomes of {3, 5, 6, 8, 10, 12, 15, 18, 20, 25}.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 A = {odd numbers}, event B = {factors of 30} and event C = {multiples of 3}.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this information.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4416900"/>
            <a:ext cx="662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20 playing cards. Each card is either red(R) or black(B) and a number from 1 to 10. For example, R3 is a red number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 A = {black cards}, event B = {even number} and event C = {factor of 10}.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this information.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026429" y="7450994"/>
            <a:ext cx="1414800" cy="1290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63808" y="7441468"/>
            <a:ext cx="1443000" cy="1316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7083900"/>
            <a:ext cx="6339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statements to the shaded areas.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57181" y="7548136"/>
            <a:ext cx="763500" cy="763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783028" y="7466455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997769" y="7548029"/>
            <a:ext cx="993627" cy="1138724"/>
            <a:chOff x="1248950" y="1774293"/>
            <a:chExt cx="2090525" cy="2395800"/>
          </a:xfrm>
        </p:grpSpPr>
        <p:sp>
          <p:nvSpPr>
            <p:cNvPr id="170" name="Google Shape;170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" name="Google Shape;172;p20"/>
          <p:cNvSpPr txBox="1"/>
          <p:nvPr/>
        </p:nvSpPr>
        <p:spPr>
          <a:xfrm>
            <a:off x="1878710" y="7466458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36885" y="7415181"/>
            <a:ext cx="7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174" name="Google Shape;174;p20"/>
          <p:cNvSpPr txBox="1"/>
          <p:nvPr/>
        </p:nvSpPr>
        <p:spPr>
          <a:xfrm>
            <a:off x="939206" y="8530756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 flipH="1">
            <a:off x="756147" y="7541620"/>
            <a:ext cx="1236182" cy="1145907"/>
            <a:chOff x="687455" y="1354154"/>
            <a:chExt cx="1606475" cy="1489157"/>
          </a:xfrm>
        </p:grpSpPr>
        <p:grpSp>
          <p:nvGrpSpPr>
            <p:cNvPr id="176" name="Google Shape;176;p20"/>
            <p:cNvGrpSpPr/>
            <p:nvPr/>
          </p:nvGrpSpPr>
          <p:grpSpPr>
            <a:xfrm flipH="1">
              <a:off x="687455" y="1361151"/>
              <a:ext cx="1606475" cy="1482160"/>
              <a:chOff x="750547" y="1762739"/>
              <a:chExt cx="2600736" cy="2399482"/>
            </a:xfrm>
          </p:grpSpPr>
          <p:grpSp>
            <p:nvGrpSpPr>
              <p:cNvPr id="177" name="Google Shape;177;p20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178" name="Google Shape;178;p20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name="adj1" fmla="val 13816252"/>
                    <a:gd name="adj2" fmla="val 417523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9" name="Google Shape;179;p20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name="adj1" fmla="val 17517932"/>
                    <a:gd name="adj2" fmla="val 2141170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80" name="Google Shape;180;p20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name="adj1" fmla="val 18465979"/>
                  <a:gd name="adj2" fmla="val 285720"/>
                </a:avLst>
              </a:prstGeom>
              <a:noFill/>
              <a:ln w="38100" cap="flat" cmpd="sng">
                <a:solidFill>
                  <a:srgbClr val="5757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1" name="Google Shape;181;p20"/>
            <p:cNvCxnSpPr/>
            <p:nvPr/>
          </p:nvCxnSpPr>
          <p:spPr>
            <a:xfrm rot="10800000" flipH="1">
              <a:off x="1139495" y="1359034"/>
              <a:ext cx="0" cy="643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 rot="10800000" flipH="1">
              <a:off x="1173763" y="1354154"/>
              <a:ext cx="0" cy="611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0"/>
            <p:cNvCxnSpPr/>
            <p:nvPr/>
          </p:nvCxnSpPr>
          <p:spPr>
            <a:xfrm rot="10800000" flipH="1">
              <a:off x="1208032" y="1356652"/>
              <a:ext cx="0" cy="585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0"/>
            <p:cNvCxnSpPr/>
            <p:nvPr/>
          </p:nvCxnSpPr>
          <p:spPr>
            <a:xfrm rot="10800000" flipH="1">
              <a:off x="1242301" y="1363730"/>
              <a:ext cx="0" cy="561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20"/>
            <p:cNvCxnSpPr/>
            <p:nvPr/>
          </p:nvCxnSpPr>
          <p:spPr>
            <a:xfrm rot="10800000" flipH="1">
              <a:off x="1276569" y="1368572"/>
              <a:ext cx="0" cy="536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rot="10800000" flipH="1">
              <a:off x="1310836" y="1381081"/>
              <a:ext cx="0" cy="379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0"/>
            <p:cNvCxnSpPr/>
            <p:nvPr/>
          </p:nvCxnSpPr>
          <p:spPr>
            <a:xfrm rot="10800000" flipH="1">
              <a:off x="1345105" y="1388065"/>
              <a:ext cx="0" cy="2628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 rot="10800000" flipH="1">
              <a:off x="1379373" y="1394105"/>
              <a:ext cx="0" cy="196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0"/>
            <p:cNvCxnSpPr/>
            <p:nvPr/>
          </p:nvCxnSpPr>
          <p:spPr>
            <a:xfrm rot="10800000" flipH="1">
              <a:off x="1413642" y="1416176"/>
              <a:ext cx="0" cy="132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0"/>
            <p:cNvCxnSpPr/>
            <p:nvPr/>
          </p:nvCxnSpPr>
          <p:spPr>
            <a:xfrm rot="10800000" flipH="1">
              <a:off x="1036689" y="1374726"/>
              <a:ext cx="0" cy="789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0"/>
            <p:cNvCxnSpPr/>
            <p:nvPr/>
          </p:nvCxnSpPr>
          <p:spPr>
            <a:xfrm rot="10800000" flipH="1">
              <a:off x="1070957" y="1373594"/>
              <a:ext cx="0" cy="719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20"/>
            <p:cNvCxnSpPr/>
            <p:nvPr/>
          </p:nvCxnSpPr>
          <p:spPr>
            <a:xfrm rot="10800000" flipH="1">
              <a:off x="1105226" y="1367400"/>
              <a:ext cx="0" cy="678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 flipH="1">
              <a:off x="1447912" y="1431992"/>
              <a:ext cx="0" cy="74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0"/>
            <p:cNvCxnSpPr/>
            <p:nvPr/>
          </p:nvCxnSpPr>
          <p:spPr>
            <a:xfrm rot="10800000" flipH="1">
              <a:off x="831139" y="1514477"/>
              <a:ext cx="0" cy="693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20"/>
            <p:cNvCxnSpPr/>
            <p:nvPr/>
          </p:nvCxnSpPr>
          <p:spPr>
            <a:xfrm rot="10800000" flipH="1">
              <a:off x="865407" y="1475865"/>
              <a:ext cx="0" cy="761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20"/>
            <p:cNvCxnSpPr/>
            <p:nvPr/>
          </p:nvCxnSpPr>
          <p:spPr>
            <a:xfrm rot="10800000" flipH="1">
              <a:off x="899676" y="1450794"/>
              <a:ext cx="0" cy="812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20"/>
            <p:cNvCxnSpPr/>
            <p:nvPr/>
          </p:nvCxnSpPr>
          <p:spPr>
            <a:xfrm rot="10800000" flipH="1">
              <a:off x="933944" y="1431845"/>
              <a:ext cx="0" cy="859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20"/>
            <p:cNvCxnSpPr/>
            <p:nvPr/>
          </p:nvCxnSpPr>
          <p:spPr>
            <a:xfrm rot="10800000" flipH="1">
              <a:off x="968213" y="1414339"/>
              <a:ext cx="0" cy="891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20"/>
            <p:cNvCxnSpPr>
              <a:stCxn id="179" idx="2"/>
            </p:cNvCxnSpPr>
            <p:nvPr/>
          </p:nvCxnSpPr>
          <p:spPr>
            <a:xfrm rot="10800000" flipH="1">
              <a:off x="1001953" y="1397879"/>
              <a:ext cx="600" cy="922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 flipH="1">
              <a:off x="728333" y="1665376"/>
              <a:ext cx="0" cy="389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0"/>
            <p:cNvCxnSpPr/>
            <p:nvPr/>
          </p:nvCxnSpPr>
          <p:spPr>
            <a:xfrm rot="10800000" flipH="1">
              <a:off x="762601" y="1597360"/>
              <a:ext cx="0" cy="523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20"/>
            <p:cNvCxnSpPr/>
            <p:nvPr/>
          </p:nvCxnSpPr>
          <p:spPr>
            <a:xfrm rot="10800000" flipH="1">
              <a:off x="796870" y="1550097"/>
              <a:ext cx="0" cy="621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0"/>
            <p:cNvCxnSpPr/>
            <p:nvPr/>
          </p:nvCxnSpPr>
          <p:spPr>
            <a:xfrm rot="10800000" flipH="1">
              <a:off x="694062" y="1802119"/>
              <a:ext cx="0" cy="132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4" name="Google Shape;204;p20"/>
          <p:cNvSpPr/>
          <p:nvPr/>
        </p:nvSpPr>
        <p:spPr>
          <a:xfrm>
            <a:off x="3138957" y="7563102"/>
            <a:ext cx="748800" cy="74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140803" y="7464301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3351352" y="7545449"/>
            <a:ext cx="976695" cy="1139033"/>
            <a:chOff x="1248950" y="1774293"/>
            <a:chExt cx="2095911" cy="2444277"/>
          </a:xfrm>
        </p:grpSpPr>
        <p:sp>
          <p:nvSpPr>
            <p:cNvPr id="207" name="Google Shape;207;p20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" name="Google Shape;209;p20"/>
          <p:cNvSpPr txBox="1"/>
          <p:nvPr/>
        </p:nvSpPr>
        <p:spPr>
          <a:xfrm>
            <a:off x="4215015" y="7464304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898333" y="7415181"/>
            <a:ext cx="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11" name="Google Shape;211;p20"/>
          <p:cNvSpPr txBox="1"/>
          <p:nvPr/>
        </p:nvSpPr>
        <p:spPr>
          <a:xfrm>
            <a:off x="3292771" y="8508897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 rot="7200208">
            <a:off x="3073317" y="7464738"/>
            <a:ext cx="1211997" cy="1118209"/>
            <a:chOff x="3426555" y="1357800"/>
            <a:chExt cx="1575006" cy="1453126"/>
          </a:xfrm>
        </p:grpSpPr>
        <p:grpSp>
          <p:nvGrpSpPr>
            <p:cNvPr id="213" name="Google Shape;213;p20"/>
            <p:cNvGrpSpPr/>
            <p:nvPr/>
          </p:nvGrpSpPr>
          <p:grpSpPr>
            <a:xfrm flipH="1">
              <a:off x="3426555" y="1357800"/>
              <a:ext cx="1575006" cy="1453126"/>
              <a:chOff x="750547" y="1762739"/>
              <a:chExt cx="2600736" cy="2399482"/>
            </a:xfrm>
          </p:grpSpPr>
          <p:grpSp>
            <p:nvGrpSpPr>
              <p:cNvPr id="214" name="Google Shape;214;p20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215" name="Google Shape;215;p20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name="adj1" fmla="val 4006266"/>
                    <a:gd name="adj2" fmla="val 773214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" name="Google Shape;216;p20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name="adj1" fmla="val 17517932"/>
                    <a:gd name="adj2" fmla="val 2141170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17" name="Google Shape;217;p20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name="adj1" fmla="val 178216"/>
                  <a:gd name="adj2" fmla="val 3176238"/>
                </a:avLst>
              </a:prstGeom>
              <a:noFill/>
              <a:ln w="38100" cap="flat" cmpd="sng">
                <a:solidFill>
                  <a:srgbClr val="5757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18" name="Google Shape;218;p20"/>
            <p:cNvCxnSpPr/>
            <p:nvPr/>
          </p:nvCxnSpPr>
          <p:spPr>
            <a:xfrm flipH="1">
              <a:off x="3869747" y="1984058"/>
              <a:ext cx="0" cy="348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0"/>
            <p:cNvCxnSpPr/>
            <p:nvPr/>
          </p:nvCxnSpPr>
          <p:spPr>
            <a:xfrm flipH="1">
              <a:off x="3903346" y="1956812"/>
              <a:ext cx="0" cy="380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flipH="1">
              <a:off x="3936941" y="1931292"/>
              <a:ext cx="0" cy="403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flipH="1">
              <a:off x="3970538" y="1904402"/>
              <a:ext cx="0" cy="423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0"/>
            <p:cNvCxnSpPr/>
            <p:nvPr/>
          </p:nvCxnSpPr>
          <p:spPr>
            <a:xfrm flipH="1">
              <a:off x="4004136" y="1894198"/>
              <a:ext cx="0" cy="428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0"/>
            <p:cNvCxnSpPr/>
            <p:nvPr/>
          </p:nvCxnSpPr>
          <p:spPr>
            <a:xfrm flipH="1">
              <a:off x="4037733" y="1938817"/>
              <a:ext cx="0" cy="372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 flipH="1">
              <a:off x="4071330" y="2046089"/>
              <a:ext cx="0" cy="257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20"/>
            <p:cNvCxnSpPr/>
            <p:nvPr/>
          </p:nvCxnSpPr>
          <p:spPr>
            <a:xfrm flipH="1">
              <a:off x="4104927" y="2105168"/>
              <a:ext cx="0" cy="192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0"/>
            <p:cNvCxnSpPr/>
            <p:nvPr/>
          </p:nvCxnSpPr>
          <p:spPr>
            <a:xfrm flipH="1">
              <a:off x="4138524" y="2146472"/>
              <a:ext cx="0" cy="129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0"/>
            <p:cNvCxnSpPr/>
            <p:nvPr/>
          </p:nvCxnSpPr>
          <p:spPr>
            <a:xfrm flipH="1">
              <a:off x="3768957" y="2143936"/>
              <a:ext cx="0" cy="173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20"/>
            <p:cNvCxnSpPr/>
            <p:nvPr/>
          </p:nvCxnSpPr>
          <p:spPr>
            <a:xfrm flipH="1">
              <a:off x="3802554" y="2078376"/>
              <a:ext cx="0" cy="239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20"/>
            <p:cNvCxnSpPr/>
            <p:nvPr/>
          </p:nvCxnSpPr>
          <p:spPr>
            <a:xfrm flipH="1">
              <a:off x="3836152" y="2029517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20"/>
            <p:cNvCxnSpPr/>
            <p:nvPr/>
          </p:nvCxnSpPr>
          <p:spPr>
            <a:xfrm flipH="1">
              <a:off x="4172123" y="2188025"/>
              <a:ext cx="0" cy="72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1" name="Google Shape;231;p20"/>
          <p:cNvSpPr/>
          <p:nvPr/>
        </p:nvSpPr>
        <p:spPr>
          <a:xfrm>
            <a:off x="5380114" y="7468905"/>
            <a:ext cx="1414800" cy="1290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494488" y="7482212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5705037" y="7563360"/>
            <a:ext cx="976695" cy="1139033"/>
            <a:chOff x="1248950" y="1774293"/>
            <a:chExt cx="2095911" cy="2444277"/>
          </a:xfrm>
        </p:grpSpPr>
        <p:sp>
          <p:nvSpPr>
            <p:cNvPr id="234" name="Google Shape;234;p20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" name="Google Shape;236;p20"/>
          <p:cNvSpPr txBox="1"/>
          <p:nvPr/>
        </p:nvSpPr>
        <p:spPr>
          <a:xfrm>
            <a:off x="6568700" y="7482215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252019" y="7433092"/>
            <a:ext cx="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38" name="Google Shape;238;p20"/>
          <p:cNvSpPr txBox="1"/>
          <p:nvPr/>
        </p:nvSpPr>
        <p:spPr>
          <a:xfrm>
            <a:off x="5646456" y="8526808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492642" y="7581012"/>
            <a:ext cx="748800" cy="748800"/>
          </a:xfrm>
          <a:prstGeom prst="ellipse">
            <a:avLst/>
          </a:prstGeom>
          <a:solidFill>
            <a:srgbClr val="575756"/>
          </a:solidFill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76400" y="92978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2794445" y="92978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B only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198600" y="92978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A and event B but not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76398" y="16398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Venn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9" name="Google Shape;24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316106" y="2412177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6401" y="725450"/>
            <a:ext cx="6312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Outcomes from Venn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76400" y="1292577"/>
            <a:ext cx="6491700" cy="23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Venn diagram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654085" y="1764786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873433" y="1764786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687630" y="1652877"/>
            <a:ext cx="2404500" cy="2159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176397" y="313829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76401" y="2670807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6222694" y="1925546"/>
            <a:ext cx="24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818658" y="2502444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535303" y="257402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407511" y="2787617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500470" y="1652877"/>
            <a:ext cx="13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65" name="Google Shape;265;p21"/>
          <p:cNvSpPr txBox="1"/>
          <p:nvPr/>
        </p:nvSpPr>
        <p:spPr>
          <a:xfrm>
            <a:off x="4916284" y="1726585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731304" y="1726591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298138" y="3489065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498521" y="1969149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954160" y="228719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825068" y="3501132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244169" y="1925546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457496" y="2288447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580658" y="2739819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1589340"/>
            <a:ext cx="2822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in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76400" y="2214516"/>
            <a:ext cx="2822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in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76400" y="2839693"/>
            <a:ext cx="3602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in both event B and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76400" y="3518394"/>
            <a:ext cx="3602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are only in event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76400" y="4169800"/>
            <a:ext cx="41196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 that is not in any of the events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6400" y="5331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Venn diagram, shows which pupils have chosen history (H), maths (M) or psychology (P) as their GCSE choices.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520937" y="6440273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5810529" y="5885569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141641" y="5885569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982438" y="5789682"/>
            <a:ext cx="2060100" cy="1850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261275" y="6147083"/>
            <a:ext cx="6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6195099" y="6688112"/>
            <a:ext cx="45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6192058" y="6023313"/>
            <a:ext cx="54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847623" y="6459908"/>
            <a:ext cx="45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822073" y="5789682"/>
            <a:ext cx="1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89" name="Google Shape;289;p21"/>
          <p:cNvSpPr txBox="1"/>
          <p:nvPr/>
        </p:nvSpPr>
        <p:spPr>
          <a:xfrm>
            <a:off x="5178356" y="5852837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733525" y="5852842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505542" y="7362983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708649" y="7062428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544731" y="6727127"/>
            <a:ext cx="54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6335842" y="7424781"/>
            <a:ext cx="71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5867315" y="6180338"/>
            <a:ext cx="4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396012" y="6334258"/>
            <a:ext cx="63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241090" y="6420670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76400" y="5809548"/>
            <a:ext cx="4194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pupils have chosen to study history?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6400" y="6415742"/>
            <a:ext cx="4224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pupils have chosen to study history and psychology?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6400" y="7088903"/>
            <a:ext cx="4119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this section of the outcome tree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298356" y="7777429"/>
            <a:ext cx="241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2736955" y="7483855"/>
            <a:ext cx="241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711296" y="8041369"/>
            <a:ext cx="490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2710051" y="8286155"/>
            <a:ext cx="490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{Jun}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970289" y="8543710"/>
            <a:ext cx="17397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{Alex, Aisha, Sofia}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175963" y="8325969"/>
            <a:ext cx="517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 rot="10800000" flipH="1">
            <a:off x="641859" y="7923365"/>
            <a:ext cx="376200" cy="179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1"/>
          <p:cNvCxnSpPr/>
          <p:nvPr/>
        </p:nvCxnSpPr>
        <p:spPr>
          <a:xfrm>
            <a:off x="641859" y="8233582"/>
            <a:ext cx="376200" cy="179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1"/>
          <p:cNvCxnSpPr/>
          <p:nvPr/>
        </p:nvCxnSpPr>
        <p:spPr>
          <a:xfrm rot="10800000" flipH="1">
            <a:off x="1751287" y="7633597"/>
            <a:ext cx="834000" cy="24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1"/>
          <p:cNvCxnSpPr/>
          <p:nvPr/>
        </p:nvCxnSpPr>
        <p:spPr>
          <a:xfrm>
            <a:off x="1751287" y="7985834"/>
            <a:ext cx="834000" cy="24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1"/>
          <p:cNvSpPr txBox="1"/>
          <p:nvPr/>
        </p:nvSpPr>
        <p:spPr>
          <a:xfrm>
            <a:off x="2710051" y="7698785"/>
            <a:ext cx="892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908599" y="7991617"/>
            <a:ext cx="984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a Venn diagram to display outcomes for more than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2024-02-26T16:16:46.847</cp:lastPrinted>
  <dcterms:created xsi:type="dcterms:W3CDTF">2024-02-26T16:16:46Z</dcterms:created>
  <dcterms:modified xsi:type="dcterms:W3CDTF">2024-02-26T16:16:55Z</dcterms:modified>
</cp:coreProperties>
</file>