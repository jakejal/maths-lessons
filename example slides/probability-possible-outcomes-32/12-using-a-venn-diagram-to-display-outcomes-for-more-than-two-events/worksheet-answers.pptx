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05" name="Shape 305"/>
        <p:cNvGrpSpPr/>
        <p:nvPr/>
      </p:nvGrpSpPr>
      <p:grpSpPr>
        <a:xfrm>
          <a:off x="0" y="0"/>
          <a:ext cx="0" cy="0"/>
        </a:xfrm>
      </p:grpSpPr>
      <p:sp>
        <p:nvSpPr>
          <p:cNvPr id="306" name="Google Shape;306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Venn diagram to display outcomes for more than two events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0"/>
          <p:cNvSpPr txBox="1"/>
          <p:nvPr/>
        </p:nvSpPr>
        <p:spPr>
          <a:xfrm>
            <a:off x="476398" y="1639850"/>
            <a:ext cx="6441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Venn diagrams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6400" y="2218525"/>
            <a:ext cx="3335100" cy="12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spinner has the possible outcomes of {3, 5, 6, 8, 10, 12, 15, 18, 20, 25}.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Event A = {odd numbers}, event B = {factors of 30} and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event C = {multiples of 3}.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Venn diagram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show this information.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5112788" y="2892666"/>
            <a:ext cx="1412700" cy="1056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4521282" y="2282451"/>
            <a:ext cx="2542200" cy="17697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368675" y="2243089"/>
            <a:ext cx="152400" cy="2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4646507" y="2393772"/>
            <a:ext cx="1412700" cy="1056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690528" y="2374675"/>
            <a:ext cx="220500" cy="2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5524112" y="2393772"/>
            <a:ext cx="1412700" cy="1056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6741232" y="2362185"/>
            <a:ext cx="220500" cy="2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6236838" y="2699621"/>
            <a:ext cx="31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6141669" y="3104590"/>
            <a:ext cx="177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5431500" y="3520836"/>
            <a:ext cx="22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5812953" y="3575234"/>
            <a:ext cx="27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5112795" y="3740775"/>
            <a:ext cx="220500" cy="2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5715014" y="2613340"/>
            <a:ext cx="177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5592472" y="2917876"/>
            <a:ext cx="22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5789172" y="2979149"/>
            <a:ext cx="22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690514" y="3718345"/>
            <a:ext cx="22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6611006" y="3718345"/>
            <a:ext cx="27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4873248" y="2733253"/>
            <a:ext cx="27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76400" y="4645500"/>
            <a:ext cx="33351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There are 20 playing cards. Each card is either red(R) or black(B) and a number from 1 to 10. For example, R3 is a red number 3.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Event A = {black cards}, event B = {even number} and event C = {factor of 10}.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Venn diagram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show this information.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4961547" y="5267630"/>
            <a:ext cx="1559700" cy="10338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4308488" y="4670681"/>
            <a:ext cx="2806800" cy="17313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140001" y="4632175"/>
            <a:ext cx="168600" cy="1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4474481" y="4779582"/>
            <a:ext cx="1559700" cy="10338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4495345" y="4760900"/>
            <a:ext cx="243300" cy="1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5371295" y="4779582"/>
            <a:ext cx="1559700" cy="10338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6759450" y="4748681"/>
            <a:ext cx="243300" cy="1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6728691" y="5813452"/>
            <a:ext cx="346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6339754" y="4920041"/>
            <a:ext cx="30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6728694" y="6097306"/>
            <a:ext cx="30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4376373" y="6097326"/>
            <a:ext cx="30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961555" y="6097301"/>
            <a:ext cx="243300" cy="1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6521217" y="5229824"/>
            <a:ext cx="30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5980390" y="4830405"/>
            <a:ext cx="41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5204988" y="5855182"/>
            <a:ext cx="346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6028664" y="5384663"/>
            <a:ext cx="30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6142840" y="5599548"/>
            <a:ext cx="41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R10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5901271" y="5855182"/>
            <a:ext cx="30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4900035" y="5175458"/>
            <a:ext cx="30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5671785" y="5452009"/>
            <a:ext cx="30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5213642" y="5384270"/>
            <a:ext cx="30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5271636" y="4861260"/>
            <a:ext cx="346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5435141" y="5070216"/>
            <a:ext cx="30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4757765" y="4920041"/>
            <a:ext cx="30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5593136" y="4895592"/>
            <a:ext cx="30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5751867" y="5052738"/>
            <a:ext cx="41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4985805" y="5575261"/>
            <a:ext cx="346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5473984" y="5342564"/>
            <a:ext cx="41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B10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3026429" y="7374794"/>
            <a:ext cx="1414800" cy="12909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663808" y="7365268"/>
            <a:ext cx="1443000" cy="13167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476400" y="7007700"/>
            <a:ext cx="6339000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Match the statements to the shaded areas.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757181" y="7471936"/>
            <a:ext cx="763500" cy="7635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783028" y="7390255"/>
            <a:ext cx="1191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8" name="Google Shape;228;p20"/>
          <p:cNvGrpSpPr/>
          <p:nvPr/>
        </p:nvGrpSpPr>
        <p:grpSpPr>
          <a:xfrm>
            <a:off x="997769" y="7471829"/>
            <a:ext cx="993627" cy="1138724"/>
            <a:chOff x="1248950" y="1774293"/>
            <a:chExt cx="2090525" cy="2395800"/>
          </a:xfrm>
        </p:grpSpPr>
        <p:sp>
          <p:nvSpPr>
            <p:cNvPr id="229" name="Google Shape;229;p20"/>
            <p:cNvSpPr/>
            <p:nvPr/>
          </p:nvSpPr>
          <p:spPr>
            <a:xfrm>
              <a:off x="1248950" y="2563893"/>
              <a:ext cx="1606200" cy="16062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" name="Google Shape;230;p20"/>
            <p:cNvSpPr/>
            <p:nvPr/>
          </p:nvSpPr>
          <p:spPr>
            <a:xfrm>
              <a:off x="1733275" y="1774293"/>
              <a:ext cx="1606200" cy="16062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1" name="Google Shape;231;p20"/>
          <p:cNvSpPr txBox="1"/>
          <p:nvPr/>
        </p:nvSpPr>
        <p:spPr>
          <a:xfrm>
            <a:off x="1878710" y="7390258"/>
            <a:ext cx="1191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536885" y="7338981"/>
            <a:ext cx="7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 sz="1200"/>
          </a:p>
        </p:txBody>
      </p:sp>
      <p:sp>
        <p:nvSpPr>
          <p:cNvPr id="233" name="Google Shape;233;p20"/>
          <p:cNvSpPr txBox="1"/>
          <p:nvPr/>
        </p:nvSpPr>
        <p:spPr>
          <a:xfrm>
            <a:off x="939206" y="8454556"/>
            <a:ext cx="1191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4" name="Google Shape;234;p20"/>
          <p:cNvGrpSpPr/>
          <p:nvPr/>
        </p:nvGrpSpPr>
        <p:grpSpPr>
          <a:xfrm flipH="1">
            <a:off x="756147" y="7465420"/>
            <a:ext cx="1236182" cy="1145907"/>
            <a:chOff x="687455" y="1354154"/>
            <a:chExt cx="1606475" cy="1489157"/>
          </a:xfrm>
        </p:grpSpPr>
        <p:grpSp>
          <p:nvGrpSpPr>
            <p:cNvPr id="235" name="Google Shape;235;p20"/>
            <p:cNvGrpSpPr/>
            <p:nvPr/>
          </p:nvGrpSpPr>
          <p:grpSpPr>
            <a:xfrm flipH="1">
              <a:off x="687455" y="1361151"/>
              <a:ext cx="1606475" cy="1482160"/>
              <a:chOff x="750547" y="1762739"/>
              <a:chExt cx="2600736" cy="2399482"/>
            </a:xfrm>
          </p:grpSpPr>
          <p:grpSp>
            <p:nvGrpSpPr>
              <p:cNvPr id="236" name="Google Shape;236;p20"/>
              <p:cNvGrpSpPr/>
              <p:nvPr/>
            </p:nvGrpSpPr>
            <p:grpSpPr>
              <a:xfrm>
                <a:off x="1237142" y="1764453"/>
                <a:ext cx="2114141" cy="2397768"/>
                <a:chOff x="1237142" y="1764453"/>
                <a:chExt cx="2114141" cy="2397768"/>
              </a:xfrm>
            </p:grpSpPr>
            <p:sp>
              <p:nvSpPr>
                <p:cNvPr id="237" name="Google Shape;237;p20"/>
                <p:cNvSpPr/>
                <p:nvPr/>
              </p:nvSpPr>
              <p:spPr>
                <a:xfrm>
                  <a:off x="1745083" y="1764453"/>
                  <a:ext cx="1606200" cy="1606200"/>
                </a:xfrm>
                <a:prstGeom prst="arc">
                  <a:avLst>
                    <a:gd name="adj1" fmla="val 13816252"/>
                    <a:gd name="adj2" fmla="val 4175238"/>
                  </a:avLst>
                </a:prstGeom>
                <a:noFill/>
                <a:ln w="38100" cap="flat" cmpd="sng">
                  <a:solidFill>
                    <a:srgbClr val="57575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38" name="Google Shape;238;p20"/>
                <p:cNvSpPr/>
                <p:nvPr/>
              </p:nvSpPr>
              <p:spPr>
                <a:xfrm>
                  <a:off x="1237142" y="2556021"/>
                  <a:ext cx="1606200" cy="1606200"/>
                </a:xfrm>
                <a:prstGeom prst="arc">
                  <a:avLst>
                    <a:gd name="adj1" fmla="val 17517932"/>
                    <a:gd name="adj2" fmla="val 21411708"/>
                  </a:avLst>
                </a:prstGeom>
                <a:noFill/>
                <a:ln w="38100" cap="flat" cmpd="sng">
                  <a:solidFill>
                    <a:srgbClr val="57575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sp>
            <p:nvSpPr>
              <p:cNvPr id="239" name="Google Shape;239;p20"/>
              <p:cNvSpPr/>
              <p:nvPr/>
            </p:nvSpPr>
            <p:spPr>
              <a:xfrm>
                <a:off x="750547" y="1762739"/>
                <a:ext cx="1606200" cy="1606200"/>
              </a:xfrm>
              <a:prstGeom prst="arc">
                <a:avLst>
                  <a:gd name="adj1" fmla="val 18465979"/>
                  <a:gd name="adj2" fmla="val 285720"/>
                </a:avLst>
              </a:prstGeom>
              <a:noFill/>
              <a:ln w="38100" cap="flat" cmpd="sng">
                <a:solidFill>
                  <a:srgbClr val="5757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240" name="Google Shape;240;p20"/>
            <p:cNvCxnSpPr/>
            <p:nvPr/>
          </p:nvCxnSpPr>
          <p:spPr>
            <a:xfrm rot="10800000" flipH="1">
              <a:off x="1139495" y="1359034"/>
              <a:ext cx="0" cy="6435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1" name="Google Shape;241;p20"/>
            <p:cNvCxnSpPr/>
            <p:nvPr/>
          </p:nvCxnSpPr>
          <p:spPr>
            <a:xfrm rot="10800000" flipH="1">
              <a:off x="1173763" y="1354154"/>
              <a:ext cx="0" cy="6111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2" name="Google Shape;242;p20"/>
            <p:cNvCxnSpPr/>
            <p:nvPr/>
          </p:nvCxnSpPr>
          <p:spPr>
            <a:xfrm rot="10800000" flipH="1">
              <a:off x="1208032" y="1356652"/>
              <a:ext cx="0" cy="5859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3" name="Google Shape;243;p20"/>
            <p:cNvCxnSpPr/>
            <p:nvPr/>
          </p:nvCxnSpPr>
          <p:spPr>
            <a:xfrm rot="10800000" flipH="1">
              <a:off x="1242301" y="1363730"/>
              <a:ext cx="0" cy="5610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" name="Google Shape;244;p20"/>
            <p:cNvCxnSpPr/>
            <p:nvPr/>
          </p:nvCxnSpPr>
          <p:spPr>
            <a:xfrm rot="10800000" flipH="1">
              <a:off x="1276569" y="1368572"/>
              <a:ext cx="0" cy="5367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20"/>
            <p:cNvCxnSpPr/>
            <p:nvPr/>
          </p:nvCxnSpPr>
          <p:spPr>
            <a:xfrm rot="10800000" flipH="1">
              <a:off x="1310836" y="1381081"/>
              <a:ext cx="0" cy="3792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20"/>
            <p:cNvCxnSpPr/>
            <p:nvPr/>
          </p:nvCxnSpPr>
          <p:spPr>
            <a:xfrm rot="10800000" flipH="1">
              <a:off x="1345105" y="1388065"/>
              <a:ext cx="0" cy="2628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" name="Google Shape;247;p20"/>
            <p:cNvCxnSpPr/>
            <p:nvPr/>
          </p:nvCxnSpPr>
          <p:spPr>
            <a:xfrm rot="10800000" flipH="1">
              <a:off x="1379373" y="1394105"/>
              <a:ext cx="0" cy="1965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8" name="Google Shape;248;p20"/>
            <p:cNvCxnSpPr/>
            <p:nvPr/>
          </p:nvCxnSpPr>
          <p:spPr>
            <a:xfrm rot="10800000" flipH="1">
              <a:off x="1413642" y="1416176"/>
              <a:ext cx="0" cy="1323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" name="Google Shape;249;p20"/>
            <p:cNvCxnSpPr/>
            <p:nvPr/>
          </p:nvCxnSpPr>
          <p:spPr>
            <a:xfrm rot="10800000" flipH="1">
              <a:off x="1036689" y="1374726"/>
              <a:ext cx="0" cy="7899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" name="Google Shape;250;p20"/>
            <p:cNvCxnSpPr/>
            <p:nvPr/>
          </p:nvCxnSpPr>
          <p:spPr>
            <a:xfrm rot="10800000" flipH="1">
              <a:off x="1070957" y="1373594"/>
              <a:ext cx="0" cy="7197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1" name="Google Shape;251;p20"/>
            <p:cNvCxnSpPr/>
            <p:nvPr/>
          </p:nvCxnSpPr>
          <p:spPr>
            <a:xfrm rot="10800000" flipH="1">
              <a:off x="1105226" y="1367400"/>
              <a:ext cx="0" cy="6789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2" name="Google Shape;252;p20"/>
            <p:cNvCxnSpPr/>
            <p:nvPr/>
          </p:nvCxnSpPr>
          <p:spPr>
            <a:xfrm rot="10800000" flipH="1">
              <a:off x="1447912" y="1431992"/>
              <a:ext cx="0" cy="741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3" name="Google Shape;253;p20"/>
            <p:cNvCxnSpPr/>
            <p:nvPr/>
          </p:nvCxnSpPr>
          <p:spPr>
            <a:xfrm rot="10800000" flipH="1">
              <a:off x="831139" y="1514477"/>
              <a:ext cx="0" cy="6939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4" name="Google Shape;254;p20"/>
            <p:cNvCxnSpPr/>
            <p:nvPr/>
          </p:nvCxnSpPr>
          <p:spPr>
            <a:xfrm rot="10800000" flipH="1">
              <a:off x="865407" y="1475865"/>
              <a:ext cx="0" cy="7617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" name="Google Shape;255;p20"/>
            <p:cNvCxnSpPr/>
            <p:nvPr/>
          </p:nvCxnSpPr>
          <p:spPr>
            <a:xfrm rot="10800000" flipH="1">
              <a:off x="899676" y="1450794"/>
              <a:ext cx="0" cy="8127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6" name="Google Shape;256;p20"/>
            <p:cNvCxnSpPr/>
            <p:nvPr/>
          </p:nvCxnSpPr>
          <p:spPr>
            <a:xfrm rot="10800000" flipH="1">
              <a:off x="933944" y="1431845"/>
              <a:ext cx="0" cy="8592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7" name="Google Shape;257;p20"/>
            <p:cNvCxnSpPr/>
            <p:nvPr/>
          </p:nvCxnSpPr>
          <p:spPr>
            <a:xfrm rot="10800000" flipH="1">
              <a:off x="968213" y="1414339"/>
              <a:ext cx="0" cy="8913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" name="Google Shape;258;p20"/>
            <p:cNvCxnSpPr>
              <a:stCxn id="238" idx="2"/>
            </p:cNvCxnSpPr>
            <p:nvPr/>
          </p:nvCxnSpPr>
          <p:spPr>
            <a:xfrm rot="10800000" flipH="1">
              <a:off x="1001953" y="1397879"/>
              <a:ext cx="600" cy="9222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9" name="Google Shape;259;p20"/>
            <p:cNvCxnSpPr/>
            <p:nvPr/>
          </p:nvCxnSpPr>
          <p:spPr>
            <a:xfrm flipH="1">
              <a:off x="728333" y="1665376"/>
              <a:ext cx="0" cy="3891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0" name="Google Shape;260;p20"/>
            <p:cNvCxnSpPr/>
            <p:nvPr/>
          </p:nvCxnSpPr>
          <p:spPr>
            <a:xfrm rot="10800000" flipH="1">
              <a:off x="762601" y="1597360"/>
              <a:ext cx="0" cy="5235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1" name="Google Shape;261;p20"/>
            <p:cNvCxnSpPr/>
            <p:nvPr/>
          </p:nvCxnSpPr>
          <p:spPr>
            <a:xfrm rot="10800000" flipH="1">
              <a:off x="796870" y="1550097"/>
              <a:ext cx="0" cy="6210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2" name="Google Shape;262;p20"/>
            <p:cNvCxnSpPr/>
            <p:nvPr/>
          </p:nvCxnSpPr>
          <p:spPr>
            <a:xfrm rot="10800000" flipH="1">
              <a:off x="694062" y="1802119"/>
              <a:ext cx="0" cy="1323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63" name="Google Shape;263;p20"/>
          <p:cNvSpPr/>
          <p:nvPr/>
        </p:nvSpPr>
        <p:spPr>
          <a:xfrm>
            <a:off x="3138957" y="7486902"/>
            <a:ext cx="748800" cy="7488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3140803" y="7388101"/>
            <a:ext cx="116700" cy="1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5" name="Google Shape;265;p20"/>
          <p:cNvGrpSpPr/>
          <p:nvPr/>
        </p:nvGrpSpPr>
        <p:grpSpPr>
          <a:xfrm>
            <a:off x="3351352" y="7469249"/>
            <a:ext cx="976695" cy="1139033"/>
            <a:chOff x="1248950" y="1774293"/>
            <a:chExt cx="2095911" cy="2444277"/>
          </a:xfrm>
        </p:grpSpPr>
        <p:sp>
          <p:nvSpPr>
            <p:cNvPr id="266" name="Google Shape;266;p20"/>
            <p:cNvSpPr/>
            <p:nvPr/>
          </p:nvSpPr>
          <p:spPr>
            <a:xfrm>
              <a:off x="1248950" y="2612370"/>
              <a:ext cx="1606200" cy="16062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1738661" y="1774293"/>
              <a:ext cx="1606200" cy="16062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8" name="Google Shape;268;p20"/>
          <p:cNvSpPr txBox="1"/>
          <p:nvPr/>
        </p:nvSpPr>
        <p:spPr>
          <a:xfrm>
            <a:off x="4215015" y="7388104"/>
            <a:ext cx="116700" cy="1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2898333" y="7338981"/>
            <a:ext cx="68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 sz="1200"/>
          </a:p>
        </p:txBody>
      </p:sp>
      <p:sp>
        <p:nvSpPr>
          <p:cNvPr id="270" name="Google Shape;270;p20"/>
          <p:cNvSpPr txBox="1"/>
          <p:nvPr/>
        </p:nvSpPr>
        <p:spPr>
          <a:xfrm>
            <a:off x="3292771" y="8432697"/>
            <a:ext cx="116700" cy="1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1" name="Google Shape;271;p20"/>
          <p:cNvGrpSpPr/>
          <p:nvPr/>
        </p:nvGrpSpPr>
        <p:grpSpPr>
          <a:xfrm rot="7200208">
            <a:off x="3073317" y="7388538"/>
            <a:ext cx="1211997" cy="1118209"/>
            <a:chOff x="3426555" y="1357800"/>
            <a:chExt cx="1575006" cy="1453126"/>
          </a:xfrm>
        </p:grpSpPr>
        <p:grpSp>
          <p:nvGrpSpPr>
            <p:cNvPr id="272" name="Google Shape;272;p20"/>
            <p:cNvGrpSpPr/>
            <p:nvPr/>
          </p:nvGrpSpPr>
          <p:grpSpPr>
            <a:xfrm flipH="1">
              <a:off x="3426555" y="1357800"/>
              <a:ext cx="1575006" cy="1453126"/>
              <a:chOff x="750547" y="1762739"/>
              <a:chExt cx="2600736" cy="2399482"/>
            </a:xfrm>
          </p:grpSpPr>
          <p:grpSp>
            <p:nvGrpSpPr>
              <p:cNvPr id="273" name="Google Shape;273;p20"/>
              <p:cNvGrpSpPr/>
              <p:nvPr/>
            </p:nvGrpSpPr>
            <p:grpSpPr>
              <a:xfrm>
                <a:off x="1237142" y="1764453"/>
                <a:ext cx="2114141" cy="2397768"/>
                <a:chOff x="1237142" y="1764453"/>
                <a:chExt cx="2114141" cy="2397768"/>
              </a:xfrm>
            </p:grpSpPr>
            <p:sp>
              <p:nvSpPr>
                <p:cNvPr id="274" name="Google Shape;274;p20"/>
                <p:cNvSpPr/>
                <p:nvPr/>
              </p:nvSpPr>
              <p:spPr>
                <a:xfrm>
                  <a:off x="1745083" y="1764453"/>
                  <a:ext cx="1606200" cy="1606200"/>
                </a:xfrm>
                <a:prstGeom prst="arc">
                  <a:avLst>
                    <a:gd name="adj1" fmla="val 4006266"/>
                    <a:gd name="adj2" fmla="val 7732148"/>
                  </a:avLst>
                </a:prstGeom>
                <a:noFill/>
                <a:ln w="38100" cap="flat" cmpd="sng">
                  <a:solidFill>
                    <a:srgbClr val="57575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75" name="Google Shape;275;p20"/>
                <p:cNvSpPr/>
                <p:nvPr/>
              </p:nvSpPr>
              <p:spPr>
                <a:xfrm>
                  <a:off x="1237142" y="2556021"/>
                  <a:ext cx="1606200" cy="1606200"/>
                </a:xfrm>
                <a:prstGeom prst="arc">
                  <a:avLst>
                    <a:gd name="adj1" fmla="val 17517932"/>
                    <a:gd name="adj2" fmla="val 21411708"/>
                  </a:avLst>
                </a:prstGeom>
                <a:noFill/>
                <a:ln w="38100" cap="flat" cmpd="sng">
                  <a:solidFill>
                    <a:srgbClr val="57575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sp>
            <p:nvSpPr>
              <p:cNvPr id="276" name="Google Shape;276;p20"/>
              <p:cNvSpPr/>
              <p:nvPr/>
            </p:nvSpPr>
            <p:spPr>
              <a:xfrm>
                <a:off x="750547" y="1762739"/>
                <a:ext cx="1606200" cy="1606200"/>
              </a:xfrm>
              <a:prstGeom prst="arc">
                <a:avLst>
                  <a:gd name="adj1" fmla="val 178216"/>
                  <a:gd name="adj2" fmla="val 3176238"/>
                </a:avLst>
              </a:prstGeom>
              <a:noFill/>
              <a:ln w="38100" cap="flat" cmpd="sng">
                <a:solidFill>
                  <a:srgbClr val="5757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277" name="Google Shape;277;p20"/>
            <p:cNvCxnSpPr/>
            <p:nvPr/>
          </p:nvCxnSpPr>
          <p:spPr>
            <a:xfrm flipH="1">
              <a:off x="3869747" y="1984058"/>
              <a:ext cx="0" cy="3480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0"/>
            <p:cNvCxnSpPr/>
            <p:nvPr/>
          </p:nvCxnSpPr>
          <p:spPr>
            <a:xfrm flipH="1">
              <a:off x="3903346" y="1956812"/>
              <a:ext cx="0" cy="3801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9" name="Google Shape;279;p20"/>
            <p:cNvCxnSpPr/>
            <p:nvPr/>
          </p:nvCxnSpPr>
          <p:spPr>
            <a:xfrm flipH="1">
              <a:off x="3936941" y="1931292"/>
              <a:ext cx="0" cy="4032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0" name="Google Shape;280;p20"/>
            <p:cNvCxnSpPr/>
            <p:nvPr/>
          </p:nvCxnSpPr>
          <p:spPr>
            <a:xfrm flipH="1">
              <a:off x="3970538" y="1904402"/>
              <a:ext cx="0" cy="4233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1" name="Google Shape;281;p20"/>
            <p:cNvCxnSpPr/>
            <p:nvPr/>
          </p:nvCxnSpPr>
          <p:spPr>
            <a:xfrm flipH="1">
              <a:off x="4004136" y="1894198"/>
              <a:ext cx="0" cy="4287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2" name="Google Shape;282;p20"/>
            <p:cNvCxnSpPr/>
            <p:nvPr/>
          </p:nvCxnSpPr>
          <p:spPr>
            <a:xfrm flipH="1">
              <a:off x="4037733" y="1938817"/>
              <a:ext cx="0" cy="3720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3" name="Google Shape;283;p20"/>
            <p:cNvCxnSpPr/>
            <p:nvPr/>
          </p:nvCxnSpPr>
          <p:spPr>
            <a:xfrm flipH="1">
              <a:off x="4071330" y="2046089"/>
              <a:ext cx="0" cy="2577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4" name="Google Shape;284;p20"/>
            <p:cNvCxnSpPr/>
            <p:nvPr/>
          </p:nvCxnSpPr>
          <p:spPr>
            <a:xfrm flipH="1">
              <a:off x="4104927" y="2105168"/>
              <a:ext cx="0" cy="1926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5" name="Google Shape;285;p20"/>
            <p:cNvCxnSpPr/>
            <p:nvPr/>
          </p:nvCxnSpPr>
          <p:spPr>
            <a:xfrm flipH="1">
              <a:off x="4138524" y="2146472"/>
              <a:ext cx="0" cy="1296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6" name="Google Shape;286;p20"/>
            <p:cNvCxnSpPr/>
            <p:nvPr/>
          </p:nvCxnSpPr>
          <p:spPr>
            <a:xfrm flipH="1">
              <a:off x="3768957" y="2143936"/>
              <a:ext cx="0" cy="1731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" name="Google Shape;287;p20"/>
            <p:cNvCxnSpPr/>
            <p:nvPr/>
          </p:nvCxnSpPr>
          <p:spPr>
            <a:xfrm flipH="1">
              <a:off x="3802554" y="2078376"/>
              <a:ext cx="0" cy="2397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8" name="Google Shape;288;p20"/>
            <p:cNvCxnSpPr/>
            <p:nvPr/>
          </p:nvCxnSpPr>
          <p:spPr>
            <a:xfrm flipH="1">
              <a:off x="3836152" y="2029517"/>
              <a:ext cx="0" cy="2943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9" name="Google Shape;289;p20"/>
            <p:cNvCxnSpPr/>
            <p:nvPr/>
          </p:nvCxnSpPr>
          <p:spPr>
            <a:xfrm flipH="1">
              <a:off x="4172123" y="2188025"/>
              <a:ext cx="0" cy="72600"/>
            </a:xfrm>
            <a:prstGeom prst="straightConnector1">
              <a:avLst/>
            </a:prstGeom>
            <a:noFill/>
            <a:ln w="38100" cap="flat" cmpd="sng">
              <a:solidFill>
                <a:srgbClr val="57575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90" name="Google Shape;290;p20"/>
          <p:cNvSpPr/>
          <p:nvPr/>
        </p:nvSpPr>
        <p:spPr>
          <a:xfrm>
            <a:off x="5380114" y="7392705"/>
            <a:ext cx="1414800" cy="12909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0"/>
          <p:cNvSpPr txBox="1"/>
          <p:nvPr/>
        </p:nvSpPr>
        <p:spPr>
          <a:xfrm>
            <a:off x="5494488" y="7406012"/>
            <a:ext cx="116700" cy="1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2" name="Google Shape;292;p20"/>
          <p:cNvGrpSpPr/>
          <p:nvPr/>
        </p:nvGrpSpPr>
        <p:grpSpPr>
          <a:xfrm>
            <a:off x="5705037" y="7487160"/>
            <a:ext cx="976695" cy="1139033"/>
            <a:chOff x="1248950" y="1774293"/>
            <a:chExt cx="2095911" cy="2444277"/>
          </a:xfrm>
        </p:grpSpPr>
        <p:sp>
          <p:nvSpPr>
            <p:cNvPr id="293" name="Google Shape;293;p20"/>
            <p:cNvSpPr/>
            <p:nvPr/>
          </p:nvSpPr>
          <p:spPr>
            <a:xfrm>
              <a:off x="1248950" y="2612370"/>
              <a:ext cx="1606200" cy="16062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4" name="Google Shape;294;p20"/>
            <p:cNvSpPr/>
            <p:nvPr/>
          </p:nvSpPr>
          <p:spPr>
            <a:xfrm>
              <a:off x="1738661" y="1774293"/>
              <a:ext cx="1606200" cy="16062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95" name="Google Shape;295;p20"/>
          <p:cNvSpPr txBox="1"/>
          <p:nvPr/>
        </p:nvSpPr>
        <p:spPr>
          <a:xfrm>
            <a:off x="6568700" y="7406015"/>
            <a:ext cx="116700" cy="1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0"/>
          <p:cNvSpPr txBox="1"/>
          <p:nvPr/>
        </p:nvSpPr>
        <p:spPr>
          <a:xfrm>
            <a:off x="5252019" y="7356892"/>
            <a:ext cx="68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 sz="1200"/>
          </a:p>
        </p:txBody>
      </p:sp>
      <p:sp>
        <p:nvSpPr>
          <p:cNvPr id="297" name="Google Shape;297;p20"/>
          <p:cNvSpPr txBox="1"/>
          <p:nvPr/>
        </p:nvSpPr>
        <p:spPr>
          <a:xfrm>
            <a:off x="5646456" y="8450608"/>
            <a:ext cx="116700" cy="1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0"/>
          <p:cNvSpPr/>
          <p:nvPr/>
        </p:nvSpPr>
        <p:spPr>
          <a:xfrm>
            <a:off x="5492642" y="7504812"/>
            <a:ext cx="748800" cy="748800"/>
          </a:xfrm>
          <a:prstGeom prst="ellipse">
            <a:avLst/>
          </a:prstGeom>
          <a:solidFill>
            <a:srgbClr val="575756"/>
          </a:solidFill>
          <a:ln w="38100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0"/>
          <p:cNvSpPr txBox="1"/>
          <p:nvPr/>
        </p:nvSpPr>
        <p:spPr>
          <a:xfrm>
            <a:off x="476400" y="9221643"/>
            <a:ext cx="19017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outcomes of event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0"/>
          <p:cNvSpPr txBox="1"/>
          <p:nvPr/>
        </p:nvSpPr>
        <p:spPr>
          <a:xfrm>
            <a:off x="2794445" y="9221643"/>
            <a:ext cx="19017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outcomes of event B only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0"/>
          <p:cNvSpPr txBox="1"/>
          <p:nvPr/>
        </p:nvSpPr>
        <p:spPr>
          <a:xfrm>
            <a:off x="5198600" y="9221643"/>
            <a:ext cx="19017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outcomes of event A and event B but not event 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2" name="Google Shape;302;p20"/>
          <p:cNvCxnSpPr>
            <a:stCxn id="299" idx="0"/>
          </p:cNvCxnSpPr>
          <p:nvPr/>
        </p:nvCxnSpPr>
        <p:spPr>
          <a:xfrm rot="10800000" flipH="1">
            <a:off x="1427250" y="8846043"/>
            <a:ext cx="4695300" cy="375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3" name="Google Shape;303;p20"/>
          <p:cNvCxnSpPr>
            <a:stCxn id="300" idx="0"/>
          </p:cNvCxnSpPr>
          <p:nvPr/>
        </p:nvCxnSpPr>
        <p:spPr>
          <a:xfrm rot="10800000">
            <a:off x="1382195" y="8765643"/>
            <a:ext cx="2363100" cy="456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4" name="Google Shape;304;p20"/>
          <p:cNvCxnSpPr>
            <a:stCxn id="301" idx="0"/>
          </p:cNvCxnSpPr>
          <p:nvPr/>
        </p:nvCxnSpPr>
        <p:spPr>
          <a:xfrm rot="10800000">
            <a:off x="3740450" y="8792943"/>
            <a:ext cx="2409000" cy="428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08" name="Shape 308"/>
        <p:cNvGrpSpPr/>
        <p:nvPr/>
      </p:nvGrpSpPr>
      <p:grpSpPr>
        <a:xfrm>
          <a:off x="0" y="0"/>
          <a:ext cx="0" cy="0"/>
        </a:xfrm>
      </p:grpSpPr>
      <p:sp>
        <p:nvSpPr>
          <p:cNvPr id="309" name="Google Shape;309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310" name="Google Shape;310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Venn diagram to display outcomes for more than two events</a:t>
            </a:r>
            <a:endParaRPr/>
          </a:p>
        </p:txBody>
      </p:sp>
      <p:sp>
        <p:nvSpPr>
          <p:cNvPr id="311" name="Google Shape;31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13" name="Google Shape;313;p21"/>
          <p:cNvSpPr/>
          <p:nvPr/>
        </p:nvSpPr>
        <p:spPr>
          <a:xfrm>
            <a:off x="5316106" y="2412177"/>
            <a:ext cx="1265700" cy="12657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476401" y="725450"/>
            <a:ext cx="63129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Outcomes from Venn diagrams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476400" y="1292577"/>
            <a:ext cx="6491700" cy="23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this Venn diagram to answer the following questions: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5654085" y="1764786"/>
            <a:ext cx="1265700" cy="12657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4873433" y="1764786"/>
            <a:ext cx="1265700" cy="12657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4687630" y="1652877"/>
            <a:ext cx="2404500" cy="2159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1"/>
          <p:cNvSpPr txBox="1"/>
          <p:nvPr/>
        </p:nvSpPr>
        <p:spPr>
          <a:xfrm>
            <a:off x="6176397" y="3138290"/>
            <a:ext cx="197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1"/>
          <p:cNvSpPr txBox="1"/>
          <p:nvPr/>
        </p:nvSpPr>
        <p:spPr>
          <a:xfrm>
            <a:off x="6176401" y="2670807"/>
            <a:ext cx="197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1"/>
          <p:cNvSpPr txBox="1"/>
          <p:nvPr/>
        </p:nvSpPr>
        <p:spPr>
          <a:xfrm>
            <a:off x="6222694" y="1925546"/>
            <a:ext cx="240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5818658" y="2502444"/>
            <a:ext cx="197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>
            <a:off x="5535303" y="2574020"/>
            <a:ext cx="197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5407511" y="2787617"/>
            <a:ext cx="197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1"/>
          <p:cNvSpPr txBox="1"/>
          <p:nvPr/>
        </p:nvSpPr>
        <p:spPr>
          <a:xfrm>
            <a:off x="4500470" y="1652877"/>
            <a:ext cx="134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 sz="1200"/>
          </a:p>
        </p:txBody>
      </p:sp>
      <p:sp>
        <p:nvSpPr>
          <p:cNvPr id="326" name="Google Shape;326;p21"/>
          <p:cNvSpPr txBox="1"/>
          <p:nvPr/>
        </p:nvSpPr>
        <p:spPr>
          <a:xfrm>
            <a:off x="4916284" y="1726585"/>
            <a:ext cx="197700" cy="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1"/>
          <p:cNvSpPr txBox="1"/>
          <p:nvPr/>
        </p:nvSpPr>
        <p:spPr>
          <a:xfrm>
            <a:off x="6731304" y="1726591"/>
            <a:ext cx="197700" cy="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5298138" y="3489065"/>
            <a:ext cx="197700" cy="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6498521" y="1969149"/>
            <a:ext cx="197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4954160" y="2287190"/>
            <a:ext cx="197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1"/>
          <p:cNvSpPr txBox="1"/>
          <p:nvPr/>
        </p:nvSpPr>
        <p:spPr>
          <a:xfrm>
            <a:off x="6825068" y="3501132"/>
            <a:ext cx="197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>
            <a:off x="5244169" y="1925546"/>
            <a:ext cx="27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1"/>
          <p:cNvSpPr txBox="1"/>
          <p:nvPr/>
        </p:nvSpPr>
        <p:spPr>
          <a:xfrm>
            <a:off x="6457496" y="2288447"/>
            <a:ext cx="27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1"/>
          <p:cNvSpPr txBox="1"/>
          <p:nvPr/>
        </p:nvSpPr>
        <p:spPr>
          <a:xfrm>
            <a:off x="5580658" y="2739819"/>
            <a:ext cx="27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1"/>
          <p:cNvSpPr txBox="1"/>
          <p:nvPr/>
        </p:nvSpPr>
        <p:spPr>
          <a:xfrm>
            <a:off x="476400" y="1589340"/>
            <a:ext cx="28227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List the outcomes in event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476400" y="2214516"/>
            <a:ext cx="28227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List the outcomes in event 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476400" y="2839693"/>
            <a:ext cx="36021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List the outcomes in both event B and event 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476400" y="3518394"/>
            <a:ext cx="36021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List the outcomes that are only in event 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476400" y="4169800"/>
            <a:ext cx="41196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List the outcome that is not in any of the events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1249940" y="1821679"/>
            <a:ext cx="20082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{2, 4, 6, 8 ,10, 12}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1" name="Google Shape;341;p21"/>
          <p:cNvSpPr txBox="1"/>
          <p:nvPr/>
        </p:nvSpPr>
        <p:spPr>
          <a:xfrm>
            <a:off x="1235352" y="2442492"/>
            <a:ext cx="20082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{1, 2, 3, 4, 6, 12}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1295405" y="3103033"/>
            <a:ext cx="6399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{2, 3}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1295416" y="3747434"/>
            <a:ext cx="12009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{5, 7, 11}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1249951" y="4402100"/>
            <a:ext cx="15624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{9}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997078" y="8001992"/>
            <a:ext cx="11307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Jun, Sam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476400" y="5331300"/>
            <a:ext cx="6615600" cy="24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Venn diagram, shows which pupils have chosen history (H), maths (M) or psychology (P) as their GCSE choices.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5520937" y="6440273"/>
            <a:ext cx="1084500" cy="10845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21"/>
          <p:cNvSpPr/>
          <p:nvPr/>
        </p:nvSpPr>
        <p:spPr>
          <a:xfrm>
            <a:off x="5810529" y="5885569"/>
            <a:ext cx="1084500" cy="10845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" name="Google Shape;349;p21"/>
          <p:cNvSpPr/>
          <p:nvPr/>
        </p:nvSpPr>
        <p:spPr>
          <a:xfrm>
            <a:off x="5141641" y="5885569"/>
            <a:ext cx="1084500" cy="10845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21"/>
          <p:cNvSpPr/>
          <p:nvPr/>
        </p:nvSpPr>
        <p:spPr>
          <a:xfrm>
            <a:off x="4982438" y="5789682"/>
            <a:ext cx="2060100" cy="1850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1"/>
          <p:cNvSpPr txBox="1"/>
          <p:nvPr/>
        </p:nvSpPr>
        <p:spPr>
          <a:xfrm>
            <a:off x="5261275" y="6147083"/>
            <a:ext cx="60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>
            <a:off x="6195099" y="6688112"/>
            <a:ext cx="45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1"/>
          <p:cNvSpPr txBox="1"/>
          <p:nvPr/>
        </p:nvSpPr>
        <p:spPr>
          <a:xfrm>
            <a:off x="6192058" y="6023313"/>
            <a:ext cx="546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5847623" y="6459908"/>
            <a:ext cx="45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4822073" y="5789682"/>
            <a:ext cx="11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 sz="1200"/>
          </a:p>
        </p:txBody>
      </p:sp>
      <p:sp>
        <p:nvSpPr>
          <p:cNvPr id="356" name="Google Shape;356;p21"/>
          <p:cNvSpPr txBox="1"/>
          <p:nvPr/>
        </p:nvSpPr>
        <p:spPr>
          <a:xfrm>
            <a:off x="5178356" y="5852837"/>
            <a:ext cx="1695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1"/>
          <p:cNvSpPr txBox="1"/>
          <p:nvPr/>
        </p:nvSpPr>
        <p:spPr>
          <a:xfrm>
            <a:off x="6733525" y="5852842"/>
            <a:ext cx="1695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1"/>
          <p:cNvSpPr txBox="1"/>
          <p:nvPr/>
        </p:nvSpPr>
        <p:spPr>
          <a:xfrm>
            <a:off x="5505542" y="7362983"/>
            <a:ext cx="1695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1"/>
          <p:cNvSpPr txBox="1"/>
          <p:nvPr/>
        </p:nvSpPr>
        <p:spPr>
          <a:xfrm>
            <a:off x="5708649" y="7062428"/>
            <a:ext cx="517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5544731" y="6727127"/>
            <a:ext cx="546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1"/>
          <p:cNvSpPr txBox="1"/>
          <p:nvPr/>
        </p:nvSpPr>
        <p:spPr>
          <a:xfrm>
            <a:off x="6335842" y="7424781"/>
            <a:ext cx="713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1"/>
          <p:cNvSpPr txBox="1"/>
          <p:nvPr/>
        </p:nvSpPr>
        <p:spPr>
          <a:xfrm>
            <a:off x="5867315" y="6180338"/>
            <a:ext cx="41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21"/>
          <p:cNvSpPr txBox="1"/>
          <p:nvPr/>
        </p:nvSpPr>
        <p:spPr>
          <a:xfrm>
            <a:off x="6396012" y="6334258"/>
            <a:ext cx="636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1"/>
          <p:cNvSpPr txBox="1"/>
          <p:nvPr/>
        </p:nvSpPr>
        <p:spPr>
          <a:xfrm>
            <a:off x="5241090" y="6420670"/>
            <a:ext cx="517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1"/>
          <p:cNvSpPr txBox="1"/>
          <p:nvPr/>
        </p:nvSpPr>
        <p:spPr>
          <a:xfrm>
            <a:off x="476400" y="5809548"/>
            <a:ext cx="41940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Which pupils have chosen to study history?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1"/>
          <p:cNvSpPr txBox="1"/>
          <p:nvPr/>
        </p:nvSpPr>
        <p:spPr>
          <a:xfrm>
            <a:off x="476400" y="6415742"/>
            <a:ext cx="42246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Which pupils have chosen to study history and psychology?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1"/>
          <p:cNvSpPr txBox="1"/>
          <p:nvPr/>
        </p:nvSpPr>
        <p:spPr>
          <a:xfrm>
            <a:off x="476400" y="7088903"/>
            <a:ext cx="41196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Complete this section of the outcome tree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21"/>
          <p:cNvSpPr txBox="1"/>
          <p:nvPr/>
        </p:nvSpPr>
        <p:spPr>
          <a:xfrm>
            <a:off x="1298356" y="7777429"/>
            <a:ext cx="2418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2736955" y="7483855"/>
            <a:ext cx="2418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>
            <a:off x="2711296" y="8041369"/>
            <a:ext cx="4908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21"/>
          <p:cNvSpPr txBox="1"/>
          <p:nvPr/>
        </p:nvSpPr>
        <p:spPr>
          <a:xfrm>
            <a:off x="2710051" y="8286155"/>
            <a:ext cx="4908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{Jun}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>
            <a:off x="970289" y="8543710"/>
            <a:ext cx="17397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{Alex, Aisha, Sofia}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1"/>
          <p:cNvSpPr txBox="1"/>
          <p:nvPr/>
        </p:nvSpPr>
        <p:spPr>
          <a:xfrm>
            <a:off x="1175963" y="8325969"/>
            <a:ext cx="5178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4" name="Google Shape;374;p21"/>
          <p:cNvCxnSpPr/>
          <p:nvPr/>
        </p:nvCxnSpPr>
        <p:spPr>
          <a:xfrm rot="10800000" flipH="1">
            <a:off x="641859" y="7923365"/>
            <a:ext cx="376200" cy="179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5" name="Google Shape;375;p21"/>
          <p:cNvCxnSpPr/>
          <p:nvPr/>
        </p:nvCxnSpPr>
        <p:spPr>
          <a:xfrm>
            <a:off x="641859" y="8233582"/>
            <a:ext cx="376200" cy="179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6" name="Google Shape;376;p21"/>
          <p:cNvCxnSpPr/>
          <p:nvPr/>
        </p:nvCxnSpPr>
        <p:spPr>
          <a:xfrm rot="10800000" flipH="1">
            <a:off x="1751287" y="7633597"/>
            <a:ext cx="834000" cy="244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7" name="Google Shape;377;p21"/>
          <p:cNvCxnSpPr/>
          <p:nvPr/>
        </p:nvCxnSpPr>
        <p:spPr>
          <a:xfrm>
            <a:off x="1751287" y="7985834"/>
            <a:ext cx="834000" cy="244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8" name="Google Shape;378;p21"/>
          <p:cNvSpPr txBox="1"/>
          <p:nvPr/>
        </p:nvSpPr>
        <p:spPr>
          <a:xfrm>
            <a:off x="2710051" y="7698785"/>
            <a:ext cx="8928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{              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908599" y="7991617"/>
            <a:ext cx="9846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{                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1476866" y="6020784"/>
            <a:ext cx="28773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{Alex, Aisha, Jun, Sam, Sofia}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2199780" y="6613345"/>
            <a:ext cx="11307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{Sofia, Sam}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>
            <a:off x="2894169" y="7696010"/>
            <a:ext cx="11307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Sam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125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Using a Venn diagram to display outcomes for more than two events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2024-02-26T16:16:48.449</cp:lastPrinted>
  <dcterms:created xsi:type="dcterms:W3CDTF">2024-02-26T16:16:48Z</dcterms:created>
  <dcterms:modified xsi:type="dcterms:W3CDTF">2024-02-26T16:13:37Z</dcterms:modified>
</cp:coreProperties>
</file>