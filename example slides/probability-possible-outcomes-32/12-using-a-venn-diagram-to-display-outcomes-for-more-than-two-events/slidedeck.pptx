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b5eef1710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b5eef171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b5eef1710f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5eef1710f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b770c3fe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770c3fe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b770c3fe09_0_2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b770c3fe09_0_2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b770c3fe09_0_2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b770c3fe09_0_2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b770c3fe09_0_2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b770c3fe09_0_2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b77e591a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b77e591a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b770c3fe09_0_3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b770c3fe09_0_3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b770c3fe0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b770c3fe0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b77e591a0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b77e591a0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b770c3fe09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b770c3fe09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b77e591a0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b77e591a0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b77e591a0f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b77e591a0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b77e591a0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b77e591a0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b77e591a0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b77e591a0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b77e591a0f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b77e591a0f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b77e591a0f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b77e591a0f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2b77e591a0f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b77e591a0f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b77e591a0f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b77e591a0f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b770c3fe09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b770c3fe09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28ec87030e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28ec87030e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28ec87030e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28ec87030e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28ec87030e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28ec87030e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8ec87030e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8ec87030e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b5eef1710f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b5eef1710f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2b770c3fe09_0_1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2b770c3fe09_0_1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2b770c3fe09_0_1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2b770c3fe09_0_1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28ec87030eb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28ec87030eb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28ec87030eb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28ec87030eb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2b770c3fe09_0_1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2b770c3fe09_0_1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2b770c3fe09_0_1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2b770c3fe09_0_1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33cb404dd7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33cb404dd7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1f0e79a9bb4_0_6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1f0e79a9bb4_0_6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1f0e79a9bb4_0_1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1f0e79a9bb4_0_1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g1f0e79a9bb4_0_2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4" name="Google Shape;2014;g1f0e79a9bb4_0_2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1f0e79a9b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1f0e79a9b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1f0e79a9bb4_0_6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1f0e79a9bb4_0_6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f0e79a9bb4_0_6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f0e79a9bb4_0_6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2b770c3fe09_0_1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2b770c3fe09_0_1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28ec87030eb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28ec87030eb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g1f0e79a9bb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5" name="Google Shape;2325;g1f0e79a9bb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1f0e79a9bb4_0_6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1f0e79a9bb4_0_6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0" name="Google Shape;241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56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6.png"/><Relationship Id="rId4" Type="http://schemas.openxmlformats.org/officeDocument/2006/relationships/image" Target="../media/image18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image" Target="../media/image3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6.png"/><Relationship Id="rId4" Type="http://schemas.openxmlformats.org/officeDocument/2006/relationships/image" Target="../media/image29.png"/><Relationship Id="rId11" Type="http://schemas.openxmlformats.org/officeDocument/2006/relationships/image" Target="../media/image17.png"/><Relationship Id="rId10" Type="http://schemas.openxmlformats.org/officeDocument/2006/relationships/image" Target="../media/image38.png"/><Relationship Id="rId9" Type="http://schemas.openxmlformats.org/officeDocument/2006/relationships/image" Target="../media/image30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32.png"/><Relationship Id="rId8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6" name="Google Shape;746;p6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5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Venn diagram to display outcomes for more than two events</a:t>
            </a:r>
            <a:endParaRPr/>
          </a:p>
        </p:txBody>
      </p:sp>
      <p:sp>
        <p:nvSpPr>
          <p:cNvPr id="756" name="Google Shape;756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systematically find all the possible outcomes for more than two events by using a Venn diagram.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>
            <p:ph idx="2" type="subTitle"/>
          </p:nvPr>
        </p:nvSpPr>
        <p:spPr>
          <a:xfrm>
            <a:off x="324000" y="826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Venn diagrams are a representation used to model statistical/probability questions. Commonly circles are used to represent events. 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a Venn diagram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Venn diagram to display outcomes for more than two events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80" y="20598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785" name="Google Shape;785;p68"/>
          <p:cNvSpPr txBox="1"/>
          <p:nvPr/>
        </p:nvSpPr>
        <p:spPr>
          <a:xfrm>
            <a:off x="324000" y="759300"/>
            <a:ext cx="861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this spinner is spun the outcomes are {1, 2, 3, 4, 5, 6, 7, 8, 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10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}, we call this the samp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 space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8"/>
          <p:cNvSpPr txBox="1"/>
          <p:nvPr/>
        </p:nvSpPr>
        <p:spPr>
          <a:xfrm>
            <a:off x="324000" y="1521300"/>
            <a:ext cx="600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outcomes can be sorted into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two events.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8"/>
          <p:cNvSpPr txBox="1"/>
          <p:nvPr>
            <p:ph idx="1" type="body"/>
          </p:nvPr>
        </p:nvSpPr>
        <p:spPr>
          <a:xfrm>
            <a:off x="324000" y="2207100"/>
            <a:ext cx="3996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For example:</a:t>
            </a:r>
            <a:br>
              <a:rPr lang="en-GB" sz="1800"/>
            </a:br>
            <a:r>
              <a:rPr lang="en-GB" sz="1800"/>
              <a:t>Event A = {even number}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Event B = {factor of 20}</a:t>
            </a:r>
            <a:endParaRPr sz="1800"/>
          </a:p>
        </p:txBody>
      </p:sp>
      <p:sp>
        <p:nvSpPr>
          <p:cNvPr id="788" name="Google Shape;788;p68"/>
          <p:cNvSpPr/>
          <p:nvPr/>
        </p:nvSpPr>
        <p:spPr>
          <a:xfrm>
            <a:off x="3411200" y="2616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/>
          <p:nvPr/>
        </p:nvSpPr>
        <p:spPr>
          <a:xfrm>
            <a:off x="3790675" y="2841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8"/>
          <p:cNvSpPr txBox="1"/>
          <p:nvPr/>
        </p:nvSpPr>
        <p:spPr>
          <a:xfrm>
            <a:off x="3845050" y="2792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8"/>
          <p:cNvSpPr/>
          <p:nvPr/>
        </p:nvSpPr>
        <p:spPr>
          <a:xfrm>
            <a:off x="4781275" y="2841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/>
        </p:nvSpPr>
        <p:spPr>
          <a:xfrm>
            <a:off x="6148200" y="2792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/>
        </p:nvSpPr>
        <p:spPr>
          <a:xfrm>
            <a:off x="5458981" y="29480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8"/>
          <p:cNvSpPr txBox="1"/>
          <p:nvPr/>
        </p:nvSpPr>
        <p:spPr>
          <a:xfrm>
            <a:off x="4974656" y="31159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 txBox="1"/>
          <p:nvPr/>
        </p:nvSpPr>
        <p:spPr>
          <a:xfrm>
            <a:off x="6399006" y="423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>
            <a:off x="5113806" y="346928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5973931" y="3676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 txBox="1"/>
          <p:nvPr/>
        </p:nvSpPr>
        <p:spPr>
          <a:xfrm>
            <a:off x="4143881" y="31757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 txBox="1"/>
          <p:nvPr/>
        </p:nvSpPr>
        <p:spPr>
          <a:xfrm>
            <a:off x="3594256" y="4295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8"/>
          <p:cNvSpPr txBox="1"/>
          <p:nvPr/>
        </p:nvSpPr>
        <p:spPr>
          <a:xfrm>
            <a:off x="4143881" y="3759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8"/>
          <p:cNvSpPr txBox="1"/>
          <p:nvPr/>
        </p:nvSpPr>
        <p:spPr>
          <a:xfrm>
            <a:off x="5021120" y="434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8"/>
          <p:cNvSpPr txBox="1"/>
          <p:nvPr/>
        </p:nvSpPr>
        <p:spPr>
          <a:xfrm>
            <a:off x="4939136" y="384461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/>
        </p:nvSpPr>
        <p:spPr>
          <a:xfrm>
            <a:off x="3222000" y="25614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804" name="Google Shape;804;p68"/>
          <p:cNvSpPr txBox="1"/>
          <p:nvPr>
            <p:ph idx="1" type="body"/>
          </p:nvPr>
        </p:nvSpPr>
        <p:spPr>
          <a:xfrm>
            <a:off x="328798" y="3405600"/>
            <a:ext cx="29811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a third event {square number} was added, is there a way to show this on a Venn diagram?</a:t>
            </a:r>
            <a:endParaRPr sz="1800"/>
          </a:p>
        </p:txBody>
      </p:sp>
      <p:grpSp>
        <p:nvGrpSpPr>
          <p:cNvPr id="805" name="Google Shape;805;p68"/>
          <p:cNvGrpSpPr/>
          <p:nvPr/>
        </p:nvGrpSpPr>
        <p:grpSpPr>
          <a:xfrm>
            <a:off x="6603718" y="749277"/>
            <a:ext cx="2541444" cy="2539200"/>
            <a:chOff x="2689958" y="1388753"/>
            <a:chExt cx="2541444" cy="2539200"/>
          </a:xfrm>
        </p:grpSpPr>
        <p:sp>
          <p:nvSpPr>
            <p:cNvPr id="806" name="Google Shape;806;p68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7" name="Google Shape;807;p68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8" name="Google Shape;808;p68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68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0" name="Google Shape;810;p68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1" name="Google Shape;811;p68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2" name="Google Shape;812;p68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3" name="Google Shape;813;p68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4" name="Google Shape;814;p68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68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16" name="Google Shape;816;p68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817" name="Google Shape;817;p68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18" name="Google Shape;818;p6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9" name="Google Shape;819;p68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0" name="Google Shape;820;p68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1" name="Google Shape;821;p68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2" name="Google Shape;822;p68"/>
            <p:cNvSpPr txBox="1"/>
            <p:nvPr/>
          </p:nvSpPr>
          <p:spPr>
            <a:xfrm>
              <a:off x="4628717" y="2550914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3" name="Google Shape;823;p68"/>
            <p:cNvSpPr txBox="1"/>
            <p:nvPr/>
          </p:nvSpPr>
          <p:spPr>
            <a:xfrm>
              <a:off x="4490981" y="295353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4" name="Google Shape;824;p68"/>
            <p:cNvSpPr txBox="1"/>
            <p:nvPr/>
          </p:nvSpPr>
          <p:spPr>
            <a:xfrm>
              <a:off x="4125209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5" name="Google Shape;825;p68"/>
            <p:cNvSpPr txBox="1"/>
            <p:nvPr/>
          </p:nvSpPr>
          <p:spPr>
            <a:xfrm>
              <a:off x="3702450" y="32478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6" name="Google Shape;826;p68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7" name="Google Shape;827;p68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68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9"/>
          <p:cNvSpPr/>
          <p:nvPr/>
        </p:nvSpPr>
        <p:spPr>
          <a:xfrm>
            <a:off x="2669488" y="1773668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835" name="Google Shape;835;p69"/>
          <p:cNvSpPr txBox="1"/>
          <p:nvPr/>
        </p:nvSpPr>
        <p:spPr>
          <a:xfrm>
            <a:off x="324000" y="759300"/>
            <a:ext cx="861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event A = {even number}, event B = {factor of 20} and event C = {square number}.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6" name="Google Shape;836;p69"/>
          <p:cNvGrpSpPr/>
          <p:nvPr/>
        </p:nvGrpSpPr>
        <p:grpSpPr>
          <a:xfrm>
            <a:off x="6603718" y="749277"/>
            <a:ext cx="2541444" cy="2539200"/>
            <a:chOff x="2689958" y="1388753"/>
            <a:chExt cx="2541444" cy="2539200"/>
          </a:xfrm>
        </p:grpSpPr>
        <p:sp>
          <p:nvSpPr>
            <p:cNvPr id="837" name="Google Shape;837;p69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69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9" name="Google Shape;839;p69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0" name="Google Shape;840;p69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1" name="Google Shape;841;p69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2" name="Google Shape;842;p69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69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69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5" name="Google Shape;845;p69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69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47" name="Google Shape;847;p69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848" name="Google Shape;848;p69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49" name="Google Shape;849;p69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0" name="Google Shape;850;p69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1" name="Google Shape;851;p69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2" name="Google Shape;852;p69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3" name="Google Shape;853;p69"/>
            <p:cNvSpPr txBox="1"/>
            <p:nvPr/>
          </p:nvSpPr>
          <p:spPr>
            <a:xfrm>
              <a:off x="4628717" y="2550914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4" name="Google Shape;854;p69"/>
            <p:cNvSpPr txBox="1"/>
            <p:nvPr/>
          </p:nvSpPr>
          <p:spPr>
            <a:xfrm>
              <a:off x="4490981" y="295353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5" name="Google Shape;855;p69"/>
            <p:cNvSpPr txBox="1"/>
            <p:nvPr/>
          </p:nvSpPr>
          <p:spPr>
            <a:xfrm>
              <a:off x="4125209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6" name="Google Shape;856;p69"/>
            <p:cNvSpPr txBox="1"/>
            <p:nvPr/>
          </p:nvSpPr>
          <p:spPr>
            <a:xfrm>
              <a:off x="3702450" y="32478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7" name="Google Shape;857;p69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8" name="Google Shape;858;p69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69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0" name="Google Shape;860;p69"/>
          <p:cNvSpPr/>
          <p:nvPr/>
        </p:nvSpPr>
        <p:spPr>
          <a:xfrm>
            <a:off x="491863" y="1549900"/>
            <a:ext cx="40113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69"/>
          <p:cNvSpPr/>
          <p:nvPr/>
        </p:nvSpPr>
        <p:spPr>
          <a:xfrm>
            <a:off x="688288" y="17742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69"/>
          <p:cNvSpPr txBox="1"/>
          <p:nvPr/>
        </p:nvSpPr>
        <p:spPr>
          <a:xfrm>
            <a:off x="742663" y="1725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9"/>
          <p:cNvSpPr/>
          <p:nvPr/>
        </p:nvSpPr>
        <p:spPr>
          <a:xfrm>
            <a:off x="1678888" y="17742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9"/>
          <p:cNvSpPr txBox="1"/>
          <p:nvPr/>
        </p:nvSpPr>
        <p:spPr>
          <a:xfrm>
            <a:off x="2742813" y="1573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69"/>
          <p:cNvSpPr txBox="1"/>
          <p:nvPr/>
        </p:nvSpPr>
        <p:spPr>
          <a:xfrm>
            <a:off x="2830543" y="2236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69"/>
          <p:cNvSpPr txBox="1"/>
          <p:nvPr/>
        </p:nvSpPr>
        <p:spPr>
          <a:xfrm>
            <a:off x="1872269" y="2049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69"/>
          <p:cNvSpPr txBox="1"/>
          <p:nvPr/>
        </p:nvSpPr>
        <p:spPr>
          <a:xfrm>
            <a:off x="4145118" y="322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69"/>
          <p:cNvSpPr txBox="1"/>
          <p:nvPr/>
        </p:nvSpPr>
        <p:spPr>
          <a:xfrm>
            <a:off x="2011418" y="240248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69"/>
          <p:cNvSpPr txBox="1"/>
          <p:nvPr/>
        </p:nvSpPr>
        <p:spPr>
          <a:xfrm>
            <a:off x="2418693" y="28384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69"/>
          <p:cNvSpPr txBox="1"/>
          <p:nvPr/>
        </p:nvSpPr>
        <p:spPr>
          <a:xfrm>
            <a:off x="1041493" y="21089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69"/>
          <p:cNvSpPr txBox="1"/>
          <p:nvPr/>
        </p:nvSpPr>
        <p:spPr>
          <a:xfrm>
            <a:off x="568068" y="322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69"/>
          <p:cNvSpPr txBox="1"/>
          <p:nvPr/>
        </p:nvSpPr>
        <p:spPr>
          <a:xfrm>
            <a:off x="1041493" y="2692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69"/>
          <p:cNvSpPr txBox="1"/>
          <p:nvPr/>
        </p:nvSpPr>
        <p:spPr>
          <a:xfrm>
            <a:off x="1918732" y="3274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69"/>
          <p:cNvSpPr txBox="1"/>
          <p:nvPr/>
        </p:nvSpPr>
        <p:spPr>
          <a:xfrm>
            <a:off x="1836749" y="277781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69"/>
          <p:cNvSpPr txBox="1"/>
          <p:nvPr/>
        </p:nvSpPr>
        <p:spPr>
          <a:xfrm>
            <a:off x="348213" y="1494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876" name="Google Shape;876;p69"/>
          <p:cNvSpPr txBox="1"/>
          <p:nvPr/>
        </p:nvSpPr>
        <p:spPr>
          <a:xfrm>
            <a:off x="4024888" y="16636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7" name="Google Shape;87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950" y="338050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69"/>
          <p:cNvSpPr txBox="1"/>
          <p:nvPr/>
        </p:nvSpPr>
        <p:spPr>
          <a:xfrm>
            <a:off x="7209425" y="44746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9" name="Google Shape;879;p6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591425" y="2275575"/>
            <a:ext cx="2503526" cy="16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69"/>
          <p:cNvSpPr txBox="1"/>
          <p:nvPr/>
        </p:nvSpPr>
        <p:spPr>
          <a:xfrm>
            <a:off x="4628875" y="2319000"/>
            <a:ext cx="234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Maybe the structure of the Venn diagram would look like this, just an extra circle.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9"/>
          <p:cNvSpPr txBox="1"/>
          <p:nvPr/>
        </p:nvSpPr>
        <p:spPr>
          <a:xfrm>
            <a:off x="324000" y="3883500"/>
            <a:ext cx="508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Does each event have the correct outcomes?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69"/>
          <p:cNvSpPr txBox="1"/>
          <p:nvPr/>
        </p:nvSpPr>
        <p:spPr>
          <a:xfrm>
            <a:off x="324000" y="4188300"/>
            <a:ext cx="697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{4} is a square number as well as being even and a factor of 20.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0"/>
          <p:cNvSpPr/>
          <p:nvPr/>
        </p:nvSpPr>
        <p:spPr>
          <a:xfrm>
            <a:off x="2669488" y="1773668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889" name="Google Shape;889;p70"/>
          <p:cNvSpPr txBox="1"/>
          <p:nvPr/>
        </p:nvSpPr>
        <p:spPr>
          <a:xfrm>
            <a:off x="324000" y="759300"/>
            <a:ext cx="861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event A = {even number}, event B = {factor of 20} and event C = {square number}.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0" name="Google Shape;890;p70"/>
          <p:cNvGrpSpPr/>
          <p:nvPr/>
        </p:nvGrpSpPr>
        <p:grpSpPr>
          <a:xfrm>
            <a:off x="6603718" y="749277"/>
            <a:ext cx="2541444" cy="2539200"/>
            <a:chOff x="2689958" y="1388753"/>
            <a:chExt cx="2541444" cy="2539200"/>
          </a:xfrm>
        </p:grpSpPr>
        <p:sp>
          <p:nvSpPr>
            <p:cNvPr id="891" name="Google Shape;891;p70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70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3" name="Google Shape;893;p70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70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5" name="Google Shape;895;p70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70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70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8" name="Google Shape;898;p70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9" name="Google Shape;899;p70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0" name="Google Shape;900;p70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01" name="Google Shape;901;p70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902" name="Google Shape;902;p7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03" name="Google Shape;903;p7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4" name="Google Shape;904;p70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5" name="Google Shape;905;p70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6" name="Google Shape;906;p70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7" name="Google Shape;907;p70"/>
            <p:cNvSpPr txBox="1"/>
            <p:nvPr/>
          </p:nvSpPr>
          <p:spPr>
            <a:xfrm>
              <a:off x="4628717" y="2550914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8" name="Google Shape;908;p70"/>
            <p:cNvSpPr txBox="1"/>
            <p:nvPr/>
          </p:nvSpPr>
          <p:spPr>
            <a:xfrm>
              <a:off x="4490981" y="295353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70"/>
            <p:cNvSpPr txBox="1"/>
            <p:nvPr/>
          </p:nvSpPr>
          <p:spPr>
            <a:xfrm>
              <a:off x="4125209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0" name="Google Shape;910;p70"/>
            <p:cNvSpPr txBox="1"/>
            <p:nvPr/>
          </p:nvSpPr>
          <p:spPr>
            <a:xfrm>
              <a:off x="3702450" y="32478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70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2" name="Google Shape;912;p70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3" name="Google Shape;913;p70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4" name="Google Shape;914;p70"/>
          <p:cNvSpPr/>
          <p:nvPr/>
        </p:nvSpPr>
        <p:spPr>
          <a:xfrm>
            <a:off x="491863" y="1549900"/>
            <a:ext cx="40113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0"/>
          <p:cNvSpPr/>
          <p:nvPr/>
        </p:nvSpPr>
        <p:spPr>
          <a:xfrm>
            <a:off x="688288" y="17742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0"/>
          <p:cNvSpPr txBox="1"/>
          <p:nvPr/>
        </p:nvSpPr>
        <p:spPr>
          <a:xfrm>
            <a:off x="742663" y="1725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0"/>
          <p:cNvSpPr/>
          <p:nvPr/>
        </p:nvSpPr>
        <p:spPr>
          <a:xfrm>
            <a:off x="1678888" y="17742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0"/>
          <p:cNvSpPr txBox="1"/>
          <p:nvPr/>
        </p:nvSpPr>
        <p:spPr>
          <a:xfrm>
            <a:off x="2742813" y="1573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0"/>
          <p:cNvSpPr txBox="1"/>
          <p:nvPr/>
        </p:nvSpPr>
        <p:spPr>
          <a:xfrm>
            <a:off x="2830543" y="2236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0"/>
          <p:cNvSpPr txBox="1"/>
          <p:nvPr/>
        </p:nvSpPr>
        <p:spPr>
          <a:xfrm>
            <a:off x="1872269" y="2049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0"/>
          <p:cNvSpPr txBox="1"/>
          <p:nvPr/>
        </p:nvSpPr>
        <p:spPr>
          <a:xfrm>
            <a:off x="4145118" y="322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0"/>
          <p:cNvSpPr txBox="1"/>
          <p:nvPr/>
        </p:nvSpPr>
        <p:spPr>
          <a:xfrm>
            <a:off x="2011418" y="240248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0"/>
          <p:cNvSpPr txBox="1"/>
          <p:nvPr/>
        </p:nvSpPr>
        <p:spPr>
          <a:xfrm>
            <a:off x="2418693" y="28384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0"/>
          <p:cNvSpPr txBox="1"/>
          <p:nvPr/>
        </p:nvSpPr>
        <p:spPr>
          <a:xfrm>
            <a:off x="1041493" y="21089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0"/>
          <p:cNvSpPr txBox="1"/>
          <p:nvPr/>
        </p:nvSpPr>
        <p:spPr>
          <a:xfrm>
            <a:off x="568068" y="322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0"/>
          <p:cNvSpPr txBox="1"/>
          <p:nvPr/>
        </p:nvSpPr>
        <p:spPr>
          <a:xfrm>
            <a:off x="1041493" y="2692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0"/>
          <p:cNvSpPr txBox="1"/>
          <p:nvPr/>
        </p:nvSpPr>
        <p:spPr>
          <a:xfrm>
            <a:off x="1918732" y="3274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0"/>
          <p:cNvSpPr txBox="1"/>
          <p:nvPr/>
        </p:nvSpPr>
        <p:spPr>
          <a:xfrm>
            <a:off x="1836749" y="277781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0"/>
          <p:cNvSpPr txBox="1"/>
          <p:nvPr/>
        </p:nvSpPr>
        <p:spPr>
          <a:xfrm>
            <a:off x="348213" y="1494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930" name="Google Shape;930;p70"/>
          <p:cNvSpPr txBox="1"/>
          <p:nvPr/>
        </p:nvSpPr>
        <p:spPr>
          <a:xfrm>
            <a:off x="4024888" y="16636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1" name="Google Shape;93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950" y="338050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0"/>
          <p:cNvSpPr txBox="1"/>
          <p:nvPr/>
        </p:nvSpPr>
        <p:spPr>
          <a:xfrm>
            <a:off x="7209425" y="44746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3" name="Google Shape;933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591425" y="2275575"/>
            <a:ext cx="2541425" cy="1912726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0"/>
          <p:cNvSpPr txBox="1"/>
          <p:nvPr/>
        </p:nvSpPr>
        <p:spPr>
          <a:xfrm>
            <a:off x="4628875" y="2319000"/>
            <a:ext cx="233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event C needs to intersect with both events A and B. Is there a way to do that?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0"/>
          <p:cNvSpPr txBox="1"/>
          <p:nvPr/>
        </p:nvSpPr>
        <p:spPr>
          <a:xfrm>
            <a:off x="324000" y="3883500"/>
            <a:ext cx="508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Does each event have the correct outcomes?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0"/>
          <p:cNvSpPr txBox="1"/>
          <p:nvPr/>
        </p:nvSpPr>
        <p:spPr>
          <a:xfrm>
            <a:off x="324000" y="4188300"/>
            <a:ext cx="697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{4} is a square number as well as being even and a factor of 20.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1"/>
          <p:cNvSpPr/>
          <p:nvPr/>
        </p:nvSpPr>
        <p:spPr>
          <a:xfrm>
            <a:off x="546250" y="1549900"/>
            <a:ext cx="3035700" cy="277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943" name="Google Shape;943;p71"/>
          <p:cNvSpPr txBox="1"/>
          <p:nvPr/>
        </p:nvSpPr>
        <p:spPr>
          <a:xfrm>
            <a:off x="324000" y="759300"/>
            <a:ext cx="861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event A = {even number}, event B = {factor of 20} and event C = {square number}.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4" name="Google Shape;944;p71"/>
          <p:cNvGrpSpPr/>
          <p:nvPr/>
        </p:nvGrpSpPr>
        <p:grpSpPr>
          <a:xfrm>
            <a:off x="6527518" y="825477"/>
            <a:ext cx="2541444" cy="2539200"/>
            <a:chOff x="2689958" y="1388753"/>
            <a:chExt cx="2541444" cy="2539200"/>
          </a:xfrm>
        </p:grpSpPr>
        <p:sp>
          <p:nvSpPr>
            <p:cNvPr id="945" name="Google Shape;945;p71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6" name="Google Shape;946;p71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71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71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71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71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71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2" name="Google Shape;952;p71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3" name="Google Shape;953;p71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1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55" name="Google Shape;955;p71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956" name="Google Shape;956;p71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57" name="Google Shape;957;p7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8" name="Google Shape;958;p71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71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71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1"/>
            <p:cNvSpPr txBox="1"/>
            <p:nvPr/>
          </p:nvSpPr>
          <p:spPr>
            <a:xfrm>
              <a:off x="4628717" y="2550914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71"/>
            <p:cNvSpPr txBox="1"/>
            <p:nvPr/>
          </p:nvSpPr>
          <p:spPr>
            <a:xfrm>
              <a:off x="4490981" y="295353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71"/>
            <p:cNvSpPr txBox="1"/>
            <p:nvPr/>
          </p:nvSpPr>
          <p:spPr>
            <a:xfrm>
              <a:off x="4125209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1"/>
            <p:cNvSpPr txBox="1"/>
            <p:nvPr/>
          </p:nvSpPr>
          <p:spPr>
            <a:xfrm>
              <a:off x="3702450" y="32478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71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71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7" name="Google Shape;967;p71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8" name="Google Shape;968;p71"/>
          <p:cNvSpPr txBox="1"/>
          <p:nvPr/>
        </p:nvSpPr>
        <p:spPr>
          <a:xfrm>
            <a:off x="797050" y="1725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9" name="Google Shape;969;p71"/>
          <p:cNvGrpSpPr/>
          <p:nvPr/>
        </p:nvGrpSpPr>
        <p:grpSpPr>
          <a:xfrm>
            <a:off x="742675" y="1774293"/>
            <a:ext cx="2596800" cy="2395800"/>
            <a:chOff x="742675" y="1774293"/>
            <a:chExt cx="2596800" cy="2395800"/>
          </a:xfrm>
        </p:grpSpPr>
        <p:sp>
          <p:nvSpPr>
            <p:cNvPr id="970" name="Google Shape;970;p71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1" name="Google Shape;971;p71"/>
            <p:cNvSpPr/>
            <p:nvPr/>
          </p:nvSpPr>
          <p:spPr>
            <a:xfrm>
              <a:off x="7426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2" name="Google Shape;972;p71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3" name="Google Shape;973;p71"/>
          <p:cNvSpPr txBox="1"/>
          <p:nvPr/>
        </p:nvSpPr>
        <p:spPr>
          <a:xfrm>
            <a:off x="3102000" y="1725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1"/>
          <p:cNvSpPr txBox="1"/>
          <p:nvPr/>
        </p:nvSpPr>
        <p:spPr>
          <a:xfrm>
            <a:off x="2574141" y="30079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1"/>
          <p:cNvSpPr txBox="1"/>
          <p:nvPr/>
        </p:nvSpPr>
        <p:spPr>
          <a:xfrm>
            <a:off x="1949531" y="20214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1"/>
          <p:cNvSpPr txBox="1"/>
          <p:nvPr/>
        </p:nvSpPr>
        <p:spPr>
          <a:xfrm>
            <a:off x="705531" y="39855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1"/>
          <p:cNvSpPr txBox="1"/>
          <p:nvPr/>
        </p:nvSpPr>
        <p:spPr>
          <a:xfrm>
            <a:off x="1979547" y="26925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1"/>
          <p:cNvSpPr txBox="1"/>
          <p:nvPr/>
        </p:nvSpPr>
        <p:spPr>
          <a:xfrm>
            <a:off x="2488726" y="19564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1"/>
          <p:cNvSpPr txBox="1"/>
          <p:nvPr/>
        </p:nvSpPr>
        <p:spPr>
          <a:xfrm>
            <a:off x="1095881" y="20336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1"/>
          <p:cNvSpPr txBox="1"/>
          <p:nvPr/>
        </p:nvSpPr>
        <p:spPr>
          <a:xfrm>
            <a:off x="622456" y="322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1"/>
          <p:cNvSpPr txBox="1"/>
          <p:nvPr/>
        </p:nvSpPr>
        <p:spPr>
          <a:xfrm>
            <a:off x="1095881" y="2692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1"/>
          <p:cNvSpPr txBox="1"/>
          <p:nvPr/>
        </p:nvSpPr>
        <p:spPr>
          <a:xfrm>
            <a:off x="3221997" y="38414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1"/>
          <p:cNvSpPr txBox="1"/>
          <p:nvPr/>
        </p:nvSpPr>
        <p:spPr>
          <a:xfrm>
            <a:off x="1887711" y="22985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1"/>
          <p:cNvSpPr txBox="1"/>
          <p:nvPr/>
        </p:nvSpPr>
        <p:spPr>
          <a:xfrm>
            <a:off x="402600" y="1494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985" name="Google Shape;985;p71"/>
          <p:cNvSpPr txBox="1"/>
          <p:nvPr/>
        </p:nvSpPr>
        <p:spPr>
          <a:xfrm>
            <a:off x="1248950" y="3841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6" name="Google Shape;98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950" y="338050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71"/>
          <p:cNvSpPr txBox="1"/>
          <p:nvPr/>
        </p:nvSpPr>
        <p:spPr>
          <a:xfrm>
            <a:off x="7209425" y="44746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8" name="Google Shape;988;p7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667616" y="2656575"/>
            <a:ext cx="2522107" cy="16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71"/>
          <p:cNvSpPr txBox="1"/>
          <p:nvPr/>
        </p:nvSpPr>
        <p:spPr>
          <a:xfrm>
            <a:off x="4705075" y="2700000"/>
            <a:ext cx="234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structure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seems to work. Each event intersects with each of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other events.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1"/>
          <p:cNvSpPr txBox="1"/>
          <p:nvPr/>
        </p:nvSpPr>
        <p:spPr>
          <a:xfrm>
            <a:off x="3817350" y="1357988"/>
            <a:ext cx="292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outcome of {4} is now in the intersection of all three events.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1" name="Google Shape;991;p71"/>
          <p:cNvGrpSpPr/>
          <p:nvPr/>
        </p:nvGrpSpPr>
        <p:grpSpPr>
          <a:xfrm>
            <a:off x="742675" y="1768643"/>
            <a:ext cx="2596800" cy="2401450"/>
            <a:chOff x="742675" y="1768643"/>
            <a:chExt cx="2596800" cy="2401450"/>
          </a:xfrm>
        </p:grpSpPr>
        <p:sp>
          <p:nvSpPr>
            <p:cNvPr id="992" name="Google Shape;992;p71"/>
            <p:cNvSpPr/>
            <p:nvPr/>
          </p:nvSpPr>
          <p:spPr>
            <a:xfrm>
              <a:off x="742675" y="1768643"/>
              <a:ext cx="1606200" cy="1606200"/>
            </a:xfrm>
            <a:prstGeom prst="arc">
              <a:avLst>
                <a:gd fmla="val 178216" name="adj1"/>
                <a:gd fmla="val 3193517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71"/>
            <p:cNvSpPr/>
            <p:nvPr/>
          </p:nvSpPr>
          <p:spPr>
            <a:xfrm>
              <a:off x="1248950" y="2563893"/>
              <a:ext cx="1606200" cy="1606200"/>
            </a:xfrm>
            <a:prstGeom prst="arc">
              <a:avLst>
                <a:gd fmla="val 14762094" name="adj1"/>
                <a:gd fmla="val 17542690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4" name="Google Shape;994;p71"/>
            <p:cNvSpPr/>
            <p:nvPr/>
          </p:nvSpPr>
          <p:spPr>
            <a:xfrm>
              <a:off x="1733275" y="1774293"/>
              <a:ext cx="1606200" cy="1606200"/>
            </a:xfrm>
            <a:prstGeom prst="arc">
              <a:avLst>
                <a:gd fmla="val 7633062" name="adj1"/>
                <a:gd fmla="val 10632599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2"/>
          <p:cNvSpPr/>
          <p:nvPr/>
        </p:nvSpPr>
        <p:spPr>
          <a:xfrm>
            <a:off x="546250" y="1549900"/>
            <a:ext cx="3035700" cy="277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001" name="Google Shape;1001;p72"/>
          <p:cNvSpPr txBox="1"/>
          <p:nvPr/>
        </p:nvSpPr>
        <p:spPr>
          <a:xfrm>
            <a:off x="324000" y="759300"/>
            <a:ext cx="861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event A = {even number}, event B = {factor of 20} and event C = {square number}.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2" name="Google Shape;1002;p72"/>
          <p:cNvGrpSpPr/>
          <p:nvPr/>
        </p:nvGrpSpPr>
        <p:grpSpPr>
          <a:xfrm>
            <a:off x="6527518" y="825477"/>
            <a:ext cx="2541444" cy="2539200"/>
            <a:chOff x="2689958" y="1388753"/>
            <a:chExt cx="2541444" cy="2539200"/>
          </a:xfrm>
        </p:grpSpPr>
        <p:sp>
          <p:nvSpPr>
            <p:cNvPr id="1003" name="Google Shape;1003;p72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2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72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6" name="Google Shape;1006;p72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7" name="Google Shape;1007;p72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8" name="Google Shape;1008;p72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9" name="Google Shape;1009;p72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72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1" name="Google Shape;1011;p72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2" name="Google Shape;1012;p72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13" name="Google Shape;1013;p72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014" name="Google Shape;1014;p72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15" name="Google Shape;1015;p72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6" name="Google Shape;1016;p72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7" name="Google Shape;1017;p72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8" name="Google Shape;1018;p72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72"/>
            <p:cNvSpPr txBox="1"/>
            <p:nvPr/>
          </p:nvSpPr>
          <p:spPr>
            <a:xfrm>
              <a:off x="4628717" y="2550914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0" name="Google Shape;1020;p72"/>
            <p:cNvSpPr txBox="1"/>
            <p:nvPr/>
          </p:nvSpPr>
          <p:spPr>
            <a:xfrm>
              <a:off x="4490981" y="295353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1" name="Google Shape;1021;p72"/>
            <p:cNvSpPr txBox="1"/>
            <p:nvPr/>
          </p:nvSpPr>
          <p:spPr>
            <a:xfrm>
              <a:off x="4125209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2" name="Google Shape;1022;p72"/>
            <p:cNvSpPr txBox="1"/>
            <p:nvPr/>
          </p:nvSpPr>
          <p:spPr>
            <a:xfrm>
              <a:off x="3702450" y="32478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3" name="Google Shape;1023;p72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4" name="Google Shape;1024;p72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5" name="Google Shape;1025;p72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6" name="Google Shape;1026;p72"/>
          <p:cNvSpPr txBox="1"/>
          <p:nvPr/>
        </p:nvSpPr>
        <p:spPr>
          <a:xfrm>
            <a:off x="797050" y="1725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7" name="Google Shape;1027;p72"/>
          <p:cNvGrpSpPr/>
          <p:nvPr/>
        </p:nvGrpSpPr>
        <p:grpSpPr>
          <a:xfrm>
            <a:off x="742675" y="1774293"/>
            <a:ext cx="2596800" cy="2395800"/>
            <a:chOff x="742675" y="1774293"/>
            <a:chExt cx="2596800" cy="2395800"/>
          </a:xfrm>
        </p:grpSpPr>
        <p:sp>
          <p:nvSpPr>
            <p:cNvPr id="1028" name="Google Shape;1028;p72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9" name="Google Shape;1029;p72"/>
            <p:cNvSpPr/>
            <p:nvPr/>
          </p:nvSpPr>
          <p:spPr>
            <a:xfrm>
              <a:off x="7426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0" name="Google Shape;1030;p72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1" name="Google Shape;1031;p72"/>
          <p:cNvSpPr txBox="1"/>
          <p:nvPr/>
        </p:nvSpPr>
        <p:spPr>
          <a:xfrm>
            <a:off x="3102000" y="1725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2"/>
          <p:cNvSpPr txBox="1"/>
          <p:nvPr/>
        </p:nvSpPr>
        <p:spPr>
          <a:xfrm>
            <a:off x="2574141" y="30079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2"/>
          <p:cNvSpPr txBox="1"/>
          <p:nvPr/>
        </p:nvSpPr>
        <p:spPr>
          <a:xfrm>
            <a:off x="1949531" y="20214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2"/>
          <p:cNvSpPr txBox="1"/>
          <p:nvPr/>
        </p:nvSpPr>
        <p:spPr>
          <a:xfrm>
            <a:off x="705531" y="39855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2"/>
          <p:cNvSpPr txBox="1"/>
          <p:nvPr/>
        </p:nvSpPr>
        <p:spPr>
          <a:xfrm>
            <a:off x="1979547" y="26925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2"/>
          <p:cNvSpPr txBox="1"/>
          <p:nvPr/>
        </p:nvSpPr>
        <p:spPr>
          <a:xfrm>
            <a:off x="2488726" y="19564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2"/>
          <p:cNvSpPr txBox="1"/>
          <p:nvPr/>
        </p:nvSpPr>
        <p:spPr>
          <a:xfrm>
            <a:off x="1095881" y="20336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2"/>
          <p:cNvSpPr txBox="1"/>
          <p:nvPr/>
        </p:nvSpPr>
        <p:spPr>
          <a:xfrm>
            <a:off x="622456" y="322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2"/>
          <p:cNvSpPr txBox="1"/>
          <p:nvPr/>
        </p:nvSpPr>
        <p:spPr>
          <a:xfrm>
            <a:off x="1095881" y="2692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2"/>
          <p:cNvSpPr txBox="1"/>
          <p:nvPr/>
        </p:nvSpPr>
        <p:spPr>
          <a:xfrm>
            <a:off x="3221997" y="38414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2"/>
          <p:cNvSpPr txBox="1"/>
          <p:nvPr/>
        </p:nvSpPr>
        <p:spPr>
          <a:xfrm>
            <a:off x="1887711" y="22985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2"/>
          <p:cNvSpPr txBox="1"/>
          <p:nvPr/>
        </p:nvSpPr>
        <p:spPr>
          <a:xfrm>
            <a:off x="402600" y="1494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043" name="Google Shape;1043;p72"/>
          <p:cNvSpPr txBox="1"/>
          <p:nvPr/>
        </p:nvSpPr>
        <p:spPr>
          <a:xfrm>
            <a:off x="1248950" y="3841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2"/>
          <p:cNvSpPr txBox="1"/>
          <p:nvPr/>
        </p:nvSpPr>
        <p:spPr>
          <a:xfrm>
            <a:off x="3817350" y="1357988"/>
            <a:ext cx="292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intersection is for outcomes in event B and event C. Factors of 20 that are also square numbers.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2"/>
          <p:cNvSpPr/>
          <p:nvPr/>
        </p:nvSpPr>
        <p:spPr>
          <a:xfrm>
            <a:off x="1247971" y="2565064"/>
            <a:ext cx="1606200" cy="1606200"/>
          </a:xfrm>
          <a:prstGeom prst="arc">
            <a:avLst>
              <a:gd fmla="val 14762094" name="adj1"/>
              <a:gd fmla="val 2143387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2"/>
          <p:cNvSpPr/>
          <p:nvPr/>
        </p:nvSpPr>
        <p:spPr>
          <a:xfrm>
            <a:off x="1732444" y="1774150"/>
            <a:ext cx="1606200" cy="1606200"/>
          </a:xfrm>
          <a:prstGeom prst="arc">
            <a:avLst>
              <a:gd fmla="val 3960007" name="adj1"/>
              <a:gd fmla="val 1063259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73"/>
          <p:cNvSpPr/>
          <p:nvPr/>
        </p:nvSpPr>
        <p:spPr>
          <a:xfrm>
            <a:off x="742675" y="17742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3"/>
          <p:cNvSpPr/>
          <p:nvPr/>
        </p:nvSpPr>
        <p:spPr>
          <a:xfrm>
            <a:off x="546250" y="1549900"/>
            <a:ext cx="3035700" cy="277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054" name="Google Shape;1054;p73"/>
          <p:cNvSpPr txBox="1"/>
          <p:nvPr/>
        </p:nvSpPr>
        <p:spPr>
          <a:xfrm>
            <a:off x="324000" y="759300"/>
            <a:ext cx="861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event A = {even number}, event B = {factor of 20} and event C = {square number}.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5" name="Google Shape;1055;p73"/>
          <p:cNvGrpSpPr/>
          <p:nvPr/>
        </p:nvGrpSpPr>
        <p:grpSpPr>
          <a:xfrm>
            <a:off x="6527518" y="825477"/>
            <a:ext cx="2541444" cy="2539200"/>
            <a:chOff x="2689958" y="1388753"/>
            <a:chExt cx="2541444" cy="2539200"/>
          </a:xfrm>
        </p:grpSpPr>
        <p:sp>
          <p:nvSpPr>
            <p:cNvPr id="1056" name="Google Shape;1056;p73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7" name="Google Shape;1057;p73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73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73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73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73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C63D0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73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037B7D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73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374CF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73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D02AA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73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fmla="val 14043283" name="adj1"/>
                <a:gd fmla="val 16200000" name="adj2"/>
              </a:avLst>
            </a:prstGeom>
            <a:solidFill>
              <a:srgbClr val="845AD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66" name="Google Shape;1066;p73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067" name="Google Shape;1067;p73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68" name="Google Shape;1068;p73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9" name="Google Shape;1069;p73"/>
            <p:cNvSpPr txBox="1"/>
            <p:nvPr/>
          </p:nvSpPr>
          <p:spPr>
            <a:xfrm>
              <a:off x="3673554" y="18642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0" name="Google Shape;1070;p73"/>
            <p:cNvSpPr txBox="1"/>
            <p:nvPr/>
          </p:nvSpPr>
          <p:spPr>
            <a:xfrm>
              <a:off x="4097554" y="1878950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1" name="Google Shape;1071;p73"/>
            <p:cNvSpPr txBox="1"/>
            <p:nvPr/>
          </p:nvSpPr>
          <p:spPr>
            <a:xfrm>
              <a:off x="4491229" y="2110575"/>
              <a:ext cx="18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73"/>
            <p:cNvSpPr txBox="1"/>
            <p:nvPr/>
          </p:nvSpPr>
          <p:spPr>
            <a:xfrm>
              <a:off x="4628717" y="2550914"/>
              <a:ext cx="224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3" name="Google Shape;1073;p73"/>
            <p:cNvSpPr txBox="1"/>
            <p:nvPr/>
          </p:nvSpPr>
          <p:spPr>
            <a:xfrm>
              <a:off x="4490981" y="295353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73"/>
            <p:cNvSpPr txBox="1"/>
            <p:nvPr/>
          </p:nvSpPr>
          <p:spPr>
            <a:xfrm>
              <a:off x="4125209" y="3216500"/>
              <a:ext cx="289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5" name="Google Shape;1075;p73"/>
            <p:cNvSpPr txBox="1"/>
            <p:nvPr/>
          </p:nvSpPr>
          <p:spPr>
            <a:xfrm>
              <a:off x="3702450" y="3247800"/>
              <a:ext cx="23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6" name="Google Shape;1076;p73"/>
            <p:cNvSpPr txBox="1"/>
            <p:nvPr/>
          </p:nvSpPr>
          <p:spPr>
            <a:xfrm>
              <a:off x="3275249" y="2962440"/>
              <a:ext cx="25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73"/>
            <p:cNvSpPr txBox="1"/>
            <p:nvPr/>
          </p:nvSpPr>
          <p:spPr>
            <a:xfrm>
              <a:off x="3140723" y="2544750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8" name="Google Shape;1078;p73"/>
            <p:cNvSpPr txBox="1"/>
            <p:nvPr/>
          </p:nvSpPr>
          <p:spPr>
            <a:xfrm>
              <a:off x="3328508" y="2110575"/>
              <a:ext cx="273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9" name="Google Shape;1079;p73"/>
          <p:cNvSpPr txBox="1"/>
          <p:nvPr/>
        </p:nvSpPr>
        <p:spPr>
          <a:xfrm>
            <a:off x="797050" y="1725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0" name="Google Shape;1080;p73"/>
          <p:cNvGrpSpPr/>
          <p:nvPr/>
        </p:nvGrpSpPr>
        <p:grpSpPr>
          <a:xfrm>
            <a:off x="1248950" y="1774293"/>
            <a:ext cx="2090525" cy="2395800"/>
            <a:chOff x="1248950" y="1774293"/>
            <a:chExt cx="2090525" cy="2395800"/>
          </a:xfrm>
        </p:grpSpPr>
        <p:sp>
          <p:nvSpPr>
            <p:cNvPr id="1081" name="Google Shape;1081;p73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73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3" name="Google Shape;1083;p73"/>
          <p:cNvSpPr txBox="1"/>
          <p:nvPr/>
        </p:nvSpPr>
        <p:spPr>
          <a:xfrm>
            <a:off x="3102000" y="1725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3"/>
          <p:cNvSpPr txBox="1"/>
          <p:nvPr/>
        </p:nvSpPr>
        <p:spPr>
          <a:xfrm>
            <a:off x="2574141" y="300797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3"/>
          <p:cNvSpPr txBox="1"/>
          <p:nvPr/>
        </p:nvSpPr>
        <p:spPr>
          <a:xfrm>
            <a:off x="1949531" y="202140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3"/>
          <p:cNvSpPr txBox="1"/>
          <p:nvPr/>
        </p:nvSpPr>
        <p:spPr>
          <a:xfrm>
            <a:off x="705531" y="39855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73"/>
          <p:cNvSpPr txBox="1"/>
          <p:nvPr/>
        </p:nvSpPr>
        <p:spPr>
          <a:xfrm>
            <a:off x="1979547" y="269250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3"/>
          <p:cNvSpPr txBox="1"/>
          <p:nvPr/>
        </p:nvSpPr>
        <p:spPr>
          <a:xfrm>
            <a:off x="2488726" y="19564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3"/>
          <p:cNvSpPr txBox="1"/>
          <p:nvPr/>
        </p:nvSpPr>
        <p:spPr>
          <a:xfrm>
            <a:off x="1095881" y="203361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3"/>
          <p:cNvSpPr txBox="1"/>
          <p:nvPr/>
        </p:nvSpPr>
        <p:spPr>
          <a:xfrm>
            <a:off x="622456" y="3228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3"/>
          <p:cNvSpPr txBox="1"/>
          <p:nvPr/>
        </p:nvSpPr>
        <p:spPr>
          <a:xfrm>
            <a:off x="1095881" y="2692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3"/>
          <p:cNvSpPr txBox="1"/>
          <p:nvPr/>
        </p:nvSpPr>
        <p:spPr>
          <a:xfrm>
            <a:off x="3221997" y="38414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3"/>
          <p:cNvSpPr txBox="1"/>
          <p:nvPr/>
        </p:nvSpPr>
        <p:spPr>
          <a:xfrm>
            <a:off x="1887711" y="2298590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3"/>
          <p:cNvSpPr txBox="1"/>
          <p:nvPr/>
        </p:nvSpPr>
        <p:spPr>
          <a:xfrm>
            <a:off x="402600" y="1494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095" name="Google Shape;1095;p73"/>
          <p:cNvSpPr txBox="1"/>
          <p:nvPr/>
        </p:nvSpPr>
        <p:spPr>
          <a:xfrm>
            <a:off x="1248950" y="3841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3"/>
          <p:cNvSpPr txBox="1"/>
          <p:nvPr/>
        </p:nvSpPr>
        <p:spPr>
          <a:xfrm>
            <a:off x="3817350" y="1357988"/>
            <a:ext cx="292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intersection is for outcomes in event B and event C but not in event A. Factors of 20 that are also square numbers but not even.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7" name="Google Shape;1097;p73"/>
          <p:cNvGrpSpPr/>
          <p:nvPr/>
        </p:nvGrpSpPr>
        <p:grpSpPr>
          <a:xfrm>
            <a:off x="742675" y="1768643"/>
            <a:ext cx="2596800" cy="2401450"/>
            <a:chOff x="742675" y="1768643"/>
            <a:chExt cx="2596800" cy="2401450"/>
          </a:xfrm>
        </p:grpSpPr>
        <p:grpSp>
          <p:nvGrpSpPr>
            <p:cNvPr id="1098" name="Google Shape;1098;p73"/>
            <p:cNvGrpSpPr/>
            <p:nvPr/>
          </p:nvGrpSpPr>
          <p:grpSpPr>
            <a:xfrm>
              <a:off x="1248950" y="1774293"/>
              <a:ext cx="2090525" cy="2395800"/>
              <a:chOff x="1248950" y="1774293"/>
              <a:chExt cx="2090525" cy="2395800"/>
            </a:xfrm>
          </p:grpSpPr>
          <p:sp>
            <p:nvSpPr>
              <p:cNvPr id="1099" name="Google Shape;1099;p73"/>
              <p:cNvSpPr/>
              <p:nvPr/>
            </p:nvSpPr>
            <p:spPr>
              <a:xfrm>
                <a:off x="1733275" y="1774293"/>
                <a:ext cx="1606200" cy="1606200"/>
              </a:xfrm>
              <a:prstGeom prst="arc">
                <a:avLst>
                  <a:gd fmla="val 3980068" name="adj1"/>
                  <a:gd fmla="val 7743868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0" name="Google Shape;1100;p73"/>
              <p:cNvSpPr/>
              <p:nvPr/>
            </p:nvSpPr>
            <p:spPr>
              <a:xfrm>
                <a:off x="1248950" y="2563893"/>
                <a:ext cx="1606200" cy="1606200"/>
              </a:xfrm>
              <a:prstGeom prst="arc">
                <a:avLst>
                  <a:gd fmla="val 17446000" name="adj1"/>
                  <a:gd fmla="val 21411708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01" name="Google Shape;1101;p73"/>
            <p:cNvSpPr/>
            <p:nvPr/>
          </p:nvSpPr>
          <p:spPr>
            <a:xfrm>
              <a:off x="742675" y="1768643"/>
              <a:ext cx="1606200" cy="1606200"/>
            </a:xfrm>
            <a:prstGeom prst="arc">
              <a:avLst>
                <a:gd fmla="val 178216" name="adj1"/>
                <a:gd fmla="val 3193517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4"/>
          <p:cNvSpPr txBox="1"/>
          <p:nvPr>
            <p:ph idx="1" type="body"/>
          </p:nvPr>
        </p:nvSpPr>
        <p:spPr>
          <a:xfrm>
            <a:off x="324000" y="709688"/>
            <a:ext cx="81492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does the shaded section of the Venn diagram represent?</a:t>
            </a:r>
            <a:endParaRPr sz="1800"/>
          </a:p>
        </p:txBody>
      </p:sp>
      <p:sp>
        <p:nvSpPr>
          <p:cNvPr id="1107" name="Google Shape;110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108" name="Google Shape;1108;p74"/>
          <p:cNvSpPr/>
          <p:nvPr/>
        </p:nvSpPr>
        <p:spPr>
          <a:xfrm>
            <a:off x="742675" y="17742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4"/>
          <p:cNvSpPr/>
          <p:nvPr/>
        </p:nvSpPr>
        <p:spPr>
          <a:xfrm>
            <a:off x="546250" y="1549900"/>
            <a:ext cx="3035700" cy="277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4"/>
          <p:cNvSpPr txBox="1"/>
          <p:nvPr/>
        </p:nvSpPr>
        <p:spPr>
          <a:xfrm>
            <a:off x="797050" y="1725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1" name="Google Shape;1111;p74"/>
          <p:cNvGrpSpPr/>
          <p:nvPr/>
        </p:nvGrpSpPr>
        <p:grpSpPr>
          <a:xfrm>
            <a:off x="1248950" y="1774293"/>
            <a:ext cx="2090525" cy="2395800"/>
            <a:chOff x="1248950" y="1774293"/>
            <a:chExt cx="2090525" cy="2395800"/>
          </a:xfrm>
        </p:grpSpPr>
        <p:sp>
          <p:nvSpPr>
            <p:cNvPr id="1112" name="Google Shape;1112;p74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3" name="Google Shape;1113;p74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4" name="Google Shape;1114;p74"/>
          <p:cNvSpPr txBox="1"/>
          <p:nvPr/>
        </p:nvSpPr>
        <p:spPr>
          <a:xfrm>
            <a:off x="3102000" y="1725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4"/>
          <p:cNvSpPr txBox="1"/>
          <p:nvPr/>
        </p:nvSpPr>
        <p:spPr>
          <a:xfrm>
            <a:off x="402600" y="1494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116" name="Google Shape;1116;p74"/>
          <p:cNvSpPr txBox="1"/>
          <p:nvPr/>
        </p:nvSpPr>
        <p:spPr>
          <a:xfrm>
            <a:off x="1248950" y="3841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7" name="Google Shape;1117;p74"/>
          <p:cNvGrpSpPr/>
          <p:nvPr/>
        </p:nvGrpSpPr>
        <p:grpSpPr>
          <a:xfrm flipH="1">
            <a:off x="740205" y="1772077"/>
            <a:ext cx="2600736" cy="2399482"/>
            <a:chOff x="750547" y="1762739"/>
            <a:chExt cx="2600736" cy="2399482"/>
          </a:xfrm>
        </p:grpSpPr>
        <p:grpSp>
          <p:nvGrpSpPr>
            <p:cNvPr id="1118" name="Google Shape;1118;p74"/>
            <p:cNvGrpSpPr/>
            <p:nvPr/>
          </p:nvGrpSpPr>
          <p:grpSpPr>
            <a:xfrm>
              <a:off x="1237142" y="1764453"/>
              <a:ext cx="2114141" cy="2397768"/>
              <a:chOff x="1237142" y="1764453"/>
              <a:chExt cx="2114141" cy="2397768"/>
            </a:xfrm>
          </p:grpSpPr>
          <p:sp>
            <p:nvSpPr>
              <p:cNvPr id="1119" name="Google Shape;1119;p74"/>
              <p:cNvSpPr/>
              <p:nvPr/>
            </p:nvSpPr>
            <p:spPr>
              <a:xfrm>
                <a:off x="1745083" y="1764453"/>
                <a:ext cx="1606200" cy="1606200"/>
              </a:xfrm>
              <a:prstGeom prst="arc">
                <a:avLst>
                  <a:gd fmla="val 4006266" name="adj1"/>
                  <a:gd fmla="val 7732148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0" name="Google Shape;1120;p74"/>
              <p:cNvSpPr/>
              <p:nvPr/>
            </p:nvSpPr>
            <p:spPr>
              <a:xfrm>
                <a:off x="1237142" y="2556021"/>
                <a:ext cx="1606200" cy="1606200"/>
              </a:xfrm>
              <a:prstGeom prst="arc">
                <a:avLst>
                  <a:gd fmla="val 17517932" name="adj1"/>
                  <a:gd fmla="val 21411708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21" name="Google Shape;1121;p74"/>
            <p:cNvSpPr/>
            <p:nvPr/>
          </p:nvSpPr>
          <p:spPr>
            <a:xfrm>
              <a:off x="750547" y="1762739"/>
              <a:ext cx="1606200" cy="1606200"/>
            </a:xfrm>
            <a:prstGeom prst="arc">
              <a:avLst>
                <a:gd fmla="val 178216" name="adj1"/>
                <a:gd fmla="val 3176238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22" name="Google Shape;1122;p74"/>
          <p:cNvCxnSpPr/>
          <p:nvPr/>
        </p:nvCxnSpPr>
        <p:spPr>
          <a:xfrm>
            <a:off x="1472147" y="2806063"/>
            <a:ext cx="0" cy="574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74"/>
          <p:cNvCxnSpPr/>
          <p:nvPr/>
        </p:nvCxnSpPr>
        <p:spPr>
          <a:xfrm>
            <a:off x="1527625" y="2761075"/>
            <a:ext cx="0" cy="627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74"/>
          <p:cNvCxnSpPr/>
          <p:nvPr/>
        </p:nvCxnSpPr>
        <p:spPr>
          <a:xfrm>
            <a:off x="1583097" y="2718938"/>
            <a:ext cx="0" cy="66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74"/>
          <p:cNvCxnSpPr/>
          <p:nvPr/>
        </p:nvCxnSpPr>
        <p:spPr>
          <a:xfrm>
            <a:off x="1638572" y="2674538"/>
            <a:ext cx="0" cy="698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74"/>
          <p:cNvCxnSpPr/>
          <p:nvPr/>
        </p:nvCxnSpPr>
        <p:spPr>
          <a:xfrm>
            <a:off x="1694047" y="2657688"/>
            <a:ext cx="0" cy="70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74"/>
          <p:cNvCxnSpPr/>
          <p:nvPr/>
        </p:nvCxnSpPr>
        <p:spPr>
          <a:xfrm>
            <a:off x="1749522" y="2731363"/>
            <a:ext cx="0" cy="614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74"/>
          <p:cNvCxnSpPr/>
          <p:nvPr/>
        </p:nvCxnSpPr>
        <p:spPr>
          <a:xfrm>
            <a:off x="1804997" y="2908488"/>
            <a:ext cx="0" cy="425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74"/>
          <p:cNvCxnSpPr/>
          <p:nvPr/>
        </p:nvCxnSpPr>
        <p:spPr>
          <a:xfrm>
            <a:off x="1860472" y="3006038"/>
            <a:ext cx="0" cy="318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74"/>
          <p:cNvCxnSpPr/>
          <p:nvPr/>
        </p:nvCxnSpPr>
        <p:spPr>
          <a:xfrm>
            <a:off x="1915947" y="3074238"/>
            <a:ext cx="0" cy="21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74"/>
          <p:cNvCxnSpPr/>
          <p:nvPr/>
        </p:nvCxnSpPr>
        <p:spPr>
          <a:xfrm>
            <a:off x="1305725" y="3070050"/>
            <a:ext cx="0" cy="285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74"/>
          <p:cNvCxnSpPr/>
          <p:nvPr/>
        </p:nvCxnSpPr>
        <p:spPr>
          <a:xfrm>
            <a:off x="1361200" y="2961800"/>
            <a:ext cx="0" cy="395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74"/>
          <p:cNvCxnSpPr/>
          <p:nvPr/>
        </p:nvCxnSpPr>
        <p:spPr>
          <a:xfrm>
            <a:off x="1416675" y="2881125"/>
            <a:ext cx="0" cy="48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74"/>
          <p:cNvCxnSpPr/>
          <p:nvPr/>
        </p:nvCxnSpPr>
        <p:spPr>
          <a:xfrm>
            <a:off x="1971425" y="3142850"/>
            <a:ext cx="0" cy="120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5" name="Google Shape;1135;p74"/>
          <p:cNvSpPr txBox="1"/>
          <p:nvPr>
            <p:ph idx="1" type="body"/>
          </p:nvPr>
        </p:nvSpPr>
        <p:spPr>
          <a:xfrm>
            <a:off x="4320000" y="1494600"/>
            <a:ext cx="27687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Outcomes that are in event A and event C but not in event B.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75"/>
          <p:cNvSpPr txBox="1"/>
          <p:nvPr>
            <p:ph idx="1" type="body"/>
          </p:nvPr>
        </p:nvSpPr>
        <p:spPr>
          <a:xfrm>
            <a:off x="324000" y="709688"/>
            <a:ext cx="81492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does the shaded section of the Venn diagram represent?</a:t>
            </a:r>
            <a:endParaRPr sz="1800"/>
          </a:p>
        </p:txBody>
      </p:sp>
      <p:sp>
        <p:nvSpPr>
          <p:cNvPr id="1141" name="Google Shape;114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142" name="Google Shape;1142;p75"/>
          <p:cNvSpPr/>
          <p:nvPr/>
        </p:nvSpPr>
        <p:spPr>
          <a:xfrm>
            <a:off x="742675" y="17742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5"/>
          <p:cNvSpPr/>
          <p:nvPr/>
        </p:nvSpPr>
        <p:spPr>
          <a:xfrm>
            <a:off x="546250" y="1549900"/>
            <a:ext cx="3035700" cy="277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75"/>
          <p:cNvSpPr txBox="1"/>
          <p:nvPr/>
        </p:nvSpPr>
        <p:spPr>
          <a:xfrm>
            <a:off x="797050" y="1725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5" name="Google Shape;1145;p75"/>
          <p:cNvGrpSpPr/>
          <p:nvPr/>
        </p:nvGrpSpPr>
        <p:grpSpPr>
          <a:xfrm>
            <a:off x="1248950" y="1774293"/>
            <a:ext cx="2090525" cy="2395800"/>
            <a:chOff x="1248950" y="1774293"/>
            <a:chExt cx="2090525" cy="2395800"/>
          </a:xfrm>
        </p:grpSpPr>
        <p:sp>
          <p:nvSpPr>
            <p:cNvPr id="1146" name="Google Shape;1146;p75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75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8" name="Google Shape;1148;p75"/>
          <p:cNvSpPr txBox="1"/>
          <p:nvPr/>
        </p:nvSpPr>
        <p:spPr>
          <a:xfrm>
            <a:off x="3102000" y="17258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75"/>
          <p:cNvSpPr txBox="1"/>
          <p:nvPr/>
        </p:nvSpPr>
        <p:spPr>
          <a:xfrm>
            <a:off x="402600" y="1494600"/>
            <a:ext cx="1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150" name="Google Shape;1150;p75"/>
          <p:cNvSpPr txBox="1"/>
          <p:nvPr/>
        </p:nvSpPr>
        <p:spPr>
          <a:xfrm>
            <a:off x="1248950" y="3841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1" name="Google Shape;1151;p75"/>
          <p:cNvGrpSpPr/>
          <p:nvPr/>
        </p:nvGrpSpPr>
        <p:grpSpPr>
          <a:xfrm flipH="1">
            <a:off x="740205" y="1772077"/>
            <a:ext cx="2600736" cy="2399482"/>
            <a:chOff x="750547" y="1762739"/>
            <a:chExt cx="2600736" cy="2399482"/>
          </a:xfrm>
        </p:grpSpPr>
        <p:grpSp>
          <p:nvGrpSpPr>
            <p:cNvPr id="1152" name="Google Shape;1152;p75"/>
            <p:cNvGrpSpPr/>
            <p:nvPr/>
          </p:nvGrpSpPr>
          <p:grpSpPr>
            <a:xfrm>
              <a:off x="1237142" y="1764453"/>
              <a:ext cx="2114141" cy="2397768"/>
              <a:chOff x="1237142" y="1764453"/>
              <a:chExt cx="2114141" cy="2397768"/>
            </a:xfrm>
          </p:grpSpPr>
          <p:sp>
            <p:nvSpPr>
              <p:cNvPr id="1153" name="Google Shape;1153;p75"/>
              <p:cNvSpPr/>
              <p:nvPr/>
            </p:nvSpPr>
            <p:spPr>
              <a:xfrm>
                <a:off x="1745083" y="1764453"/>
                <a:ext cx="1606200" cy="1606200"/>
              </a:xfrm>
              <a:prstGeom prst="arc">
                <a:avLst>
                  <a:gd fmla="val 13816252" name="adj1"/>
                  <a:gd fmla="val 4175238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54" name="Google Shape;1154;p75"/>
              <p:cNvSpPr/>
              <p:nvPr/>
            </p:nvSpPr>
            <p:spPr>
              <a:xfrm>
                <a:off x="1237142" y="2556021"/>
                <a:ext cx="1606200" cy="1606200"/>
              </a:xfrm>
              <a:prstGeom prst="arc">
                <a:avLst>
                  <a:gd fmla="val 17517932" name="adj1"/>
                  <a:gd fmla="val 21411708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55" name="Google Shape;1155;p75"/>
            <p:cNvSpPr/>
            <p:nvPr/>
          </p:nvSpPr>
          <p:spPr>
            <a:xfrm>
              <a:off x="750547" y="1762739"/>
              <a:ext cx="1606200" cy="1606200"/>
            </a:xfrm>
            <a:prstGeom prst="arc">
              <a:avLst>
                <a:gd fmla="val 18465979" name="adj1"/>
                <a:gd fmla="val 285720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56" name="Google Shape;1156;p75"/>
          <p:cNvCxnSpPr/>
          <p:nvPr/>
        </p:nvCxnSpPr>
        <p:spPr>
          <a:xfrm rot="10800000">
            <a:off x="1472150" y="1768675"/>
            <a:ext cx="0" cy="1041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75"/>
          <p:cNvCxnSpPr/>
          <p:nvPr/>
        </p:nvCxnSpPr>
        <p:spPr>
          <a:xfrm rot="10800000">
            <a:off x="1527625" y="1760825"/>
            <a:ext cx="0" cy="989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75"/>
          <p:cNvCxnSpPr/>
          <p:nvPr/>
        </p:nvCxnSpPr>
        <p:spPr>
          <a:xfrm rot="10800000">
            <a:off x="1583100" y="1764575"/>
            <a:ext cx="0" cy="948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75"/>
          <p:cNvCxnSpPr/>
          <p:nvPr/>
        </p:nvCxnSpPr>
        <p:spPr>
          <a:xfrm rot="10800000">
            <a:off x="1638575" y="1776225"/>
            <a:ext cx="0" cy="90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75"/>
          <p:cNvCxnSpPr/>
          <p:nvPr/>
        </p:nvCxnSpPr>
        <p:spPr>
          <a:xfrm rot="10800000">
            <a:off x="1694050" y="1784025"/>
            <a:ext cx="0" cy="86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75"/>
          <p:cNvCxnSpPr/>
          <p:nvPr/>
        </p:nvCxnSpPr>
        <p:spPr>
          <a:xfrm rot="10800000">
            <a:off x="1749522" y="1804009"/>
            <a:ext cx="0" cy="614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75"/>
          <p:cNvCxnSpPr/>
          <p:nvPr/>
        </p:nvCxnSpPr>
        <p:spPr>
          <a:xfrm rot="10800000">
            <a:off x="1804997" y="1815584"/>
            <a:ext cx="0" cy="425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75"/>
          <p:cNvCxnSpPr/>
          <p:nvPr/>
        </p:nvCxnSpPr>
        <p:spPr>
          <a:xfrm rot="10800000">
            <a:off x="1860472" y="1825434"/>
            <a:ext cx="0" cy="318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75"/>
          <p:cNvCxnSpPr/>
          <p:nvPr/>
        </p:nvCxnSpPr>
        <p:spPr>
          <a:xfrm rot="10800000">
            <a:off x="1915947" y="1861034"/>
            <a:ext cx="0" cy="21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75"/>
          <p:cNvCxnSpPr/>
          <p:nvPr/>
        </p:nvCxnSpPr>
        <p:spPr>
          <a:xfrm rot="10800000">
            <a:off x="1305725" y="1793775"/>
            <a:ext cx="0" cy="127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75"/>
          <p:cNvCxnSpPr/>
          <p:nvPr/>
        </p:nvCxnSpPr>
        <p:spPr>
          <a:xfrm rot="10800000">
            <a:off x="1361200" y="1792000"/>
            <a:ext cx="0" cy="1165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75"/>
          <p:cNvCxnSpPr/>
          <p:nvPr/>
        </p:nvCxnSpPr>
        <p:spPr>
          <a:xfrm rot="10800000">
            <a:off x="1416675" y="1782225"/>
            <a:ext cx="0" cy="109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75"/>
          <p:cNvCxnSpPr/>
          <p:nvPr/>
        </p:nvCxnSpPr>
        <p:spPr>
          <a:xfrm rot="10800000">
            <a:off x="1971425" y="1886622"/>
            <a:ext cx="0" cy="120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75"/>
          <p:cNvSpPr txBox="1"/>
          <p:nvPr>
            <p:ph idx="1" type="body"/>
          </p:nvPr>
        </p:nvSpPr>
        <p:spPr>
          <a:xfrm>
            <a:off x="4320000" y="1494600"/>
            <a:ext cx="3929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Outcomes that are only in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event 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70" name="Google Shape;1170;p75"/>
          <p:cNvCxnSpPr/>
          <p:nvPr/>
        </p:nvCxnSpPr>
        <p:spPr>
          <a:xfrm rot="10800000">
            <a:off x="972975" y="2020300"/>
            <a:ext cx="0" cy="1123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75"/>
          <p:cNvCxnSpPr/>
          <p:nvPr/>
        </p:nvCxnSpPr>
        <p:spPr>
          <a:xfrm rot="10800000">
            <a:off x="1028450" y="1957450"/>
            <a:ext cx="0" cy="1233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75"/>
          <p:cNvCxnSpPr/>
          <p:nvPr/>
        </p:nvCxnSpPr>
        <p:spPr>
          <a:xfrm rot="10800000">
            <a:off x="1083925" y="1916925"/>
            <a:ext cx="0" cy="1315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75"/>
          <p:cNvCxnSpPr/>
          <p:nvPr/>
        </p:nvCxnSpPr>
        <p:spPr>
          <a:xfrm rot="10800000">
            <a:off x="1139400" y="1886525"/>
            <a:ext cx="0" cy="1390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75"/>
          <p:cNvCxnSpPr/>
          <p:nvPr/>
        </p:nvCxnSpPr>
        <p:spPr>
          <a:xfrm rot="10800000">
            <a:off x="1194875" y="1857950"/>
            <a:ext cx="0" cy="1443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75"/>
          <p:cNvCxnSpPr>
            <a:stCxn id="1154" idx="2"/>
          </p:cNvCxnSpPr>
          <p:nvPr/>
        </p:nvCxnSpPr>
        <p:spPr>
          <a:xfrm flipH="1" rot="10800000">
            <a:off x="1249350" y="1831394"/>
            <a:ext cx="900" cy="1493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75"/>
          <p:cNvCxnSpPr/>
          <p:nvPr/>
        </p:nvCxnSpPr>
        <p:spPr>
          <a:xfrm>
            <a:off x="806550" y="2264475"/>
            <a:ext cx="0" cy="630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75"/>
          <p:cNvCxnSpPr/>
          <p:nvPr/>
        </p:nvCxnSpPr>
        <p:spPr>
          <a:xfrm rot="10800000">
            <a:off x="862025" y="2154325"/>
            <a:ext cx="0" cy="847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75"/>
          <p:cNvCxnSpPr/>
          <p:nvPr/>
        </p:nvCxnSpPr>
        <p:spPr>
          <a:xfrm rot="10800000">
            <a:off x="917500" y="2077850"/>
            <a:ext cx="0" cy="1005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75"/>
          <p:cNvCxnSpPr/>
          <p:nvPr/>
        </p:nvCxnSpPr>
        <p:spPr>
          <a:xfrm rot="10800000">
            <a:off x="751072" y="2485809"/>
            <a:ext cx="0" cy="21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76"/>
          <p:cNvSpPr/>
          <p:nvPr/>
        </p:nvSpPr>
        <p:spPr>
          <a:xfrm>
            <a:off x="5849142" y="2436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186" name="Google Shape;1186;p76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6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6"/>
          <p:cNvSpPr txBox="1"/>
          <p:nvPr/>
        </p:nvSpPr>
        <p:spPr>
          <a:xfrm>
            <a:off x="324000" y="14185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76"/>
          <p:cNvSpPr/>
          <p:nvPr/>
        </p:nvSpPr>
        <p:spPr>
          <a:xfrm>
            <a:off x="4935200" y="1473075"/>
            <a:ext cx="3434100" cy="2847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6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6"/>
          <p:cNvSpPr/>
          <p:nvPr/>
        </p:nvSpPr>
        <p:spPr>
          <a:xfrm>
            <a:off x="5319000" y="1678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6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6"/>
          <p:cNvSpPr/>
          <p:nvPr/>
        </p:nvSpPr>
        <p:spPr>
          <a:xfrm>
            <a:off x="6316800" y="1678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6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76"/>
          <p:cNvSpPr txBox="1"/>
          <p:nvPr/>
        </p:nvSpPr>
        <p:spPr>
          <a:xfrm>
            <a:off x="6358960" y="246738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76"/>
          <p:cNvSpPr txBox="1"/>
          <p:nvPr/>
        </p:nvSpPr>
        <p:spPr>
          <a:xfrm>
            <a:off x="6925202" y="1950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76"/>
          <p:cNvSpPr txBox="1"/>
          <p:nvPr/>
        </p:nvSpPr>
        <p:spPr>
          <a:xfrm>
            <a:off x="5430675" y="217097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6"/>
          <p:cNvSpPr txBox="1"/>
          <p:nvPr/>
        </p:nvSpPr>
        <p:spPr>
          <a:xfrm>
            <a:off x="5956351" y="2878500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76"/>
          <p:cNvSpPr txBox="1"/>
          <p:nvPr/>
        </p:nvSpPr>
        <p:spPr>
          <a:xfrm>
            <a:off x="324000" y="22496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see from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8 pupils are represented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1 pupil has not visited Spain, France nor America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hat 4 pupils have visited America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hat 2 pupils have visited both France and America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6"/>
          <p:cNvSpPr txBox="1"/>
          <p:nvPr/>
        </p:nvSpPr>
        <p:spPr>
          <a:xfrm>
            <a:off x="324000" y="1729926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76"/>
          <p:cNvSpPr txBox="1"/>
          <p:nvPr/>
        </p:nvSpPr>
        <p:spPr>
          <a:xfrm>
            <a:off x="5849150" y="3725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76"/>
          <p:cNvSpPr txBox="1"/>
          <p:nvPr/>
        </p:nvSpPr>
        <p:spPr>
          <a:xfrm>
            <a:off x="6099952" y="336677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76"/>
          <p:cNvSpPr txBox="1"/>
          <p:nvPr/>
        </p:nvSpPr>
        <p:spPr>
          <a:xfrm>
            <a:off x="7394491" y="3971615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76"/>
          <p:cNvSpPr txBox="1"/>
          <p:nvPr/>
        </p:nvSpPr>
        <p:spPr>
          <a:xfrm>
            <a:off x="6853246" y="286740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76"/>
          <p:cNvSpPr txBox="1"/>
          <p:nvPr/>
        </p:nvSpPr>
        <p:spPr>
          <a:xfrm>
            <a:off x="7247103" y="2433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77"/>
          <p:cNvSpPr/>
          <p:nvPr/>
        </p:nvSpPr>
        <p:spPr>
          <a:xfrm>
            <a:off x="5849142" y="2436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212" name="Google Shape;1212;p77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77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77"/>
          <p:cNvSpPr txBox="1"/>
          <p:nvPr/>
        </p:nvSpPr>
        <p:spPr>
          <a:xfrm>
            <a:off x="324000" y="14185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77"/>
          <p:cNvSpPr/>
          <p:nvPr/>
        </p:nvSpPr>
        <p:spPr>
          <a:xfrm>
            <a:off x="4935200" y="1473075"/>
            <a:ext cx="3434100" cy="2847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77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77"/>
          <p:cNvSpPr/>
          <p:nvPr/>
        </p:nvSpPr>
        <p:spPr>
          <a:xfrm>
            <a:off x="5319000" y="1678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77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77"/>
          <p:cNvSpPr/>
          <p:nvPr/>
        </p:nvSpPr>
        <p:spPr>
          <a:xfrm>
            <a:off x="6316800" y="1678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77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77"/>
          <p:cNvSpPr txBox="1"/>
          <p:nvPr/>
        </p:nvSpPr>
        <p:spPr>
          <a:xfrm>
            <a:off x="6358960" y="246738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77"/>
          <p:cNvSpPr txBox="1"/>
          <p:nvPr/>
        </p:nvSpPr>
        <p:spPr>
          <a:xfrm>
            <a:off x="6925202" y="1950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77"/>
          <p:cNvSpPr txBox="1"/>
          <p:nvPr/>
        </p:nvSpPr>
        <p:spPr>
          <a:xfrm>
            <a:off x="5430675" y="217097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77"/>
          <p:cNvSpPr txBox="1"/>
          <p:nvPr/>
        </p:nvSpPr>
        <p:spPr>
          <a:xfrm>
            <a:off x="5956351" y="2878500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77"/>
          <p:cNvSpPr txBox="1"/>
          <p:nvPr/>
        </p:nvSpPr>
        <p:spPr>
          <a:xfrm>
            <a:off x="324000" y="22496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has visited Spain?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77"/>
          <p:cNvSpPr txBox="1"/>
          <p:nvPr/>
        </p:nvSpPr>
        <p:spPr>
          <a:xfrm>
            <a:off x="324000" y="1729926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77"/>
          <p:cNvSpPr txBox="1"/>
          <p:nvPr/>
        </p:nvSpPr>
        <p:spPr>
          <a:xfrm>
            <a:off x="5849150" y="3725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77"/>
          <p:cNvSpPr txBox="1"/>
          <p:nvPr/>
        </p:nvSpPr>
        <p:spPr>
          <a:xfrm>
            <a:off x="6099952" y="336677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77"/>
          <p:cNvSpPr txBox="1"/>
          <p:nvPr/>
        </p:nvSpPr>
        <p:spPr>
          <a:xfrm>
            <a:off x="7394491" y="3971615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77"/>
          <p:cNvSpPr txBox="1"/>
          <p:nvPr/>
        </p:nvSpPr>
        <p:spPr>
          <a:xfrm>
            <a:off x="6853246" y="286740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77"/>
          <p:cNvSpPr txBox="1"/>
          <p:nvPr/>
        </p:nvSpPr>
        <p:spPr>
          <a:xfrm>
            <a:off x="7247103" y="2433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77"/>
          <p:cNvSpPr txBox="1"/>
          <p:nvPr/>
        </p:nvSpPr>
        <p:spPr>
          <a:xfrm>
            <a:off x="563225" y="2738950"/>
            <a:ext cx="268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Lucas, Sam and Jun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78"/>
          <p:cNvSpPr/>
          <p:nvPr/>
        </p:nvSpPr>
        <p:spPr>
          <a:xfrm>
            <a:off x="5849142" y="2436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239" name="Google Shape;1239;p78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8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78"/>
          <p:cNvSpPr txBox="1"/>
          <p:nvPr/>
        </p:nvSpPr>
        <p:spPr>
          <a:xfrm>
            <a:off x="324000" y="14185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78"/>
          <p:cNvSpPr/>
          <p:nvPr/>
        </p:nvSpPr>
        <p:spPr>
          <a:xfrm>
            <a:off x="4935200" y="1473075"/>
            <a:ext cx="3434100" cy="2847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78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78"/>
          <p:cNvSpPr/>
          <p:nvPr/>
        </p:nvSpPr>
        <p:spPr>
          <a:xfrm>
            <a:off x="5319000" y="1678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78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78"/>
          <p:cNvSpPr/>
          <p:nvPr/>
        </p:nvSpPr>
        <p:spPr>
          <a:xfrm>
            <a:off x="6316800" y="1678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78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78"/>
          <p:cNvSpPr txBox="1"/>
          <p:nvPr/>
        </p:nvSpPr>
        <p:spPr>
          <a:xfrm>
            <a:off x="6358960" y="246738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78"/>
          <p:cNvSpPr txBox="1"/>
          <p:nvPr/>
        </p:nvSpPr>
        <p:spPr>
          <a:xfrm>
            <a:off x="6925202" y="1950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78"/>
          <p:cNvSpPr txBox="1"/>
          <p:nvPr/>
        </p:nvSpPr>
        <p:spPr>
          <a:xfrm>
            <a:off x="5430675" y="217097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78"/>
          <p:cNvSpPr txBox="1"/>
          <p:nvPr/>
        </p:nvSpPr>
        <p:spPr>
          <a:xfrm>
            <a:off x="5956351" y="2878500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78"/>
          <p:cNvSpPr txBox="1"/>
          <p:nvPr/>
        </p:nvSpPr>
        <p:spPr>
          <a:xfrm>
            <a:off x="324000" y="22496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has visited Spain, France and America?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78"/>
          <p:cNvSpPr txBox="1"/>
          <p:nvPr/>
        </p:nvSpPr>
        <p:spPr>
          <a:xfrm>
            <a:off x="324000" y="1729926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78"/>
          <p:cNvSpPr txBox="1"/>
          <p:nvPr/>
        </p:nvSpPr>
        <p:spPr>
          <a:xfrm>
            <a:off x="5849150" y="3725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78"/>
          <p:cNvSpPr txBox="1"/>
          <p:nvPr/>
        </p:nvSpPr>
        <p:spPr>
          <a:xfrm>
            <a:off x="6099952" y="336677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78"/>
          <p:cNvSpPr txBox="1"/>
          <p:nvPr/>
        </p:nvSpPr>
        <p:spPr>
          <a:xfrm>
            <a:off x="7394491" y="3971615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78"/>
          <p:cNvSpPr txBox="1"/>
          <p:nvPr/>
        </p:nvSpPr>
        <p:spPr>
          <a:xfrm>
            <a:off x="6853246" y="286740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78"/>
          <p:cNvSpPr txBox="1"/>
          <p:nvPr/>
        </p:nvSpPr>
        <p:spPr>
          <a:xfrm>
            <a:off x="7247103" y="2433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78"/>
          <p:cNvSpPr txBox="1"/>
          <p:nvPr/>
        </p:nvSpPr>
        <p:spPr>
          <a:xfrm>
            <a:off x="2062375" y="2700550"/>
            <a:ext cx="87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9"/>
          <p:cNvSpPr/>
          <p:nvPr/>
        </p:nvSpPr>
        <p:spPr>
          <a:xfrm>
            <a:off x="5849142" y="2436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266" name="Google Shape;1266;p79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79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79"/>
          <p:cNvSpPr txBox="1"/>
          <p:nvPr/>
        </p:nvSpPr>
        <p:spPr>
          <a:xfrm>
            <a:off x="324000" y="14185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79"/>
          <p:cNvSpPr/>
          <p:nvPr/>
        </p:nvSpPr>
        <p:spPr>
          <a:xfrm>
            <a:off x="4935200" y="1473075"/>
            <a:ext cx="3434100" cy="2847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79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79"/>
          <p:cNvSpPr/>
          <p:nvPr/>
        </p:nvSpPr>
        <p:spPr>
          <a:xfrm>
            <a:off x="5319000" y="1678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79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79"/>
          <p:cNvSpPr/>
          <p:nvPr/>
        </p:nvSpPr>
        <p:spPr>
          <a:xfrm>
            <a:off x="6316800" y="1678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79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79"/>
          <p:cNvSpPr txBox="1"/>
          <p:nvPr/>
        </p:nvSpPr>
        <p:spPr>
          <a:xfrm>
            <a:off x="6358960" y="246738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79"/>
          <p:cNvSpPr txBox="1"/>
          <p:nvPr/>
        </p:nvSpPr>
        <p:spPr>
          <a:xfrm>
            <a:off x="6925202" y="1950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79"/>
          <p:cNvSpPr txBox="1"/>
          <p:nvPr/>
        </p:nvSpPr>
        <p:spPr>
          <a:xfrm>
            <a:off x="5430675" y="217097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79"/>
          <p:cNvSpPr txBox="1"/>
          <p:nvPr/>
        </p:nvSpPr>
        <p:spPr>
          <a:xfrm>
            <a:off x="5956351" y="2878500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79"/>
          <p:cNvSpPr txBox="1"/>
          <p:nvPr/>
        </p:nvSpPr>
        <p:spPr>
          <a:xfrm>
            <a:off x="324000" y="22496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has only visited France?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79"/>
          <p:cNvSpPr txBox="1"/>
          <p:nvPr/>
        </p:nvSpPr>
        <p:spPr>
          <a:xfrm>
            <a:off x="324000" y="1729926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79"/>
          <p:cNvSpPr txBox="1"/>
          <p:nvPr/>
        </p:nvSpPr>
        <p:spPr>
          <a:xfrm>
            <a:off x="5849150" y="3725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79"/>
          <p:cNvSpPr txBox="1"/>
          <p:nvPr/>
        </p:nvSpPr>
        <p:spPr>
          <a:xfrm>
            <a:off x="6099952" y="336677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79"/>
          <p:cNvSpPr txBox="1"/>
          <p:nvPr/>
        </p:nvSpPr>
        <p:spPr>
          <a:xfrm>
            <a:off x="7394491" y="3971615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79"/>
          <p:cNvSpPr txBox="1"/>
          <p:nvPr/>
        </p:nvSpPr>
        <p:spPr>
          <a:xfrm>
            <a:off x="6853246" y="286740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79"/>
          <p:cNvSpPr txBox="1"/>
          <p:nvPr/>
        </p:nvSpPr>
        <p:spPr>
          <a:xfrm>
            <a:off x="7247103" y="2433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79"/>
          <p:cNvSpPr txBox="1"/>
          <p:nvPr/>
        </p:nvSpPr>
        <p:spPr>
          <a:xfrm>
            <a:off x="1258950" y="2700550"/>
            <a:ext cx="250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 and Aisha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292" name="Google Shape;1292;p80"/>
          <p:cNvSpPr txBox="1"/>
          <p:nvPr/>
        </p:nvSpPr>
        <p:spPr>
          <a:xfrm>
            <a:off x="324000" y="759300"/>
            <a:ext cx="84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Venn diagram shows the menu choices of 8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0"/>
          <p:cNvSpPr/>
          <p:nvPr/>
        </p:nvSpPr>
        <p:spPr>
          <a:xfrm>
            <a:off x="356725" y="1096725"/>
            <a:ext cx="2671200" cy="37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0"/>
          <p:cNvSpPr txBox="1"/>
          <p:nvPr/>
        </p:nvSpPr>
        <p:spPr>
          <a:xfrm>
            <a:off x="347475" y="23008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0"/>
          <p:cNvSpPr txBox="1"/>
          <p:nvPr/>
        </p:nvSpPr>
        <p:spPr>
          <a:xfrm>
            <a:off x="356725" y="15094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0"/>
          <p:cNvSpPr txBox="1"/>
          <p:nvPr/>
        </p:nvSpPr>
        <p:spPr>
          <a:xfrm>
            <a:off x="347475" y="18561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0"/>
          <p:cNvSpPr txBox="1"/>
          <p:nvPr/>
        </p:nvSpPr>
        <p:spPr>
          <a:xfrm>
            <a:off x="347475" y="29337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0"/>
          <p:cNvSpPr txBox="1"/>
          <p:nvPr/>
        </p:nvSpPr>
        <p:spPr>
          <a:xfrm>
            <a:off x="356875" y="2588250"/>
            <a:ext cx="2670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0"/>
          <p:cNvSpPr txBox="1"/>
          <p:nvPr/>
        </p:nvSpPr>
        <p:spPr>
          <a:xfrm>
            <a:off x="347575" y="33204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0"/>
          <p:cNvSpPr txBox="1"/>
          <p:nvPr/>
        </p:nvSpPr>
        <p:spPr>
          <a:xfrm>
            <a:off x="365975" y="38291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Dessert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0"/>
          <p:cNvSpPr txBox="1"/>
          <p:nvPr/>
        </p:nvSpPr>
        <p:spPr>
          <a:xfrm>
            <a:off x="347475" y="446197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0"/>
          <p:cNvSpPr txBox="1"/>
          <p:nvPr/>
        </p:nvSpPr>
        <p:spPr>
          <a:xfrm>
            <a:off x="347575" y="41165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0"/>
          <p:cNvSpPr txBox="1"/>
          <p:nvPr/>
        </p:nvSpPr>
        <p:spPr>
          <a:xfrm>
            <a:off x="356875" y="11628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0"/>
          <p:cNvSpPr/>
          <p:nvPr/>
        </p:nvSpPr>
        <p:spPr>
          <a:xfrm>
            <a:off x="5620542" y="2055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0"/>
          <p:cNvSpPr/>
          <p:nvPr/>
        </p:nvSpPr>
        <p:spPr>
          <a:xfrm>
            <a:off x="4948025" y="1128450"/>
            <a:ext cx="2890500" cy="2689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0"/>
          <p:cNvSpPr txBox="1"/>
          <p:nvPr/>
        </p:nvSpPr>
        <p:spPr>
          <a:xfrm>
            <a:off x="4774518" y="1068625"/>
            <a:ext cx="17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0"/>
          <p:cNvSpPr/>
          <p:nvPr/>
        </p:nvSpPr>
        <p:spPr>
          <a:xfrm>
            <a:off x="50904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0"/>
          <p:cNvSpPr txBox="1"/>
          <p:nvPr/>
        </p:nvSpPr>
        <p:spPr>
          <a:xfrm>
            <a:off x="5140450" y="1268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0"/>
          <p:cNvSpPr/>
          <p:nvPr/>
        </p:nvSpPr>
        <p:spPr>
          <a:xfrm>
            <a:off x="60882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0"/>
          <p:cNvSpPr txBox="1"/>
          <p:nvPr/>
        </p:nvSpPr>
        <p:spPr>
          <a:xfrm>
            <a:off x="7443600" y="1268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0"/>
          <p:cNvSpPr txBox="1"/>
          <p:nvPr/>
        </p:nvSpPr>
        <p:spPr>
          <a:xfrm>
            <a:off x="6619123" y="248909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0"/>
          <p:cNvSpPr txBox="1"/>
          <p:nvPr/>
        </p:nvSpPr>
        <p:spPr>
          <a:xfrm>
            <a:off x="6696602" y="1569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80"/>
          <p:cNvSpPr txBox="1"/>
          <p:nvPr/>
        </p:nvSpPr>
        <p:spPr>
          <a:xfrm>
            <a:off x="5982900" y="301062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0"/>
          <p:cNvSpPr txBox="1"/>
          <p:nvPr/>
        </p:nvSpPr>
        <p:spPr>
          <a:xfrm>
            <a:off x="6193388" y="2186688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0"/>
          <p:cNvSpPr txBox="1"/>
          <p:nvPr/>
        </p:nvSpPr>
        <p:spPr>
          <a:xfrm>
            <a:off x="5620550" y="3344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0"/>
          <p:cNvSpPr txBox="1"/>
          <p:nvPr/>
        </p:nvSpPr>
        <p:spPr>
          <a:xfrm>
            <a:off x="6146918" y="1726328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80"/>
          <p:cNvSpPr txBox="1"/>
          <p:nvPr/>
        </p:nvSpPr>
        <p:spPr>
          <a:xfrm>
            <a:off x="5174091" y="1762490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80"/>
          <p:cNvSpPr txBox="1"/>
          <p:nvPr/>
        </p:nvSpPr>
        <p:spPr>
          <a:xfrm>
            <a:off x="5713552" y="249465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80"/>
          <p:cNvSpPr txBox="1"/>
          <p:nvPr/>
        </p:nvSpPr>
        <p:spPr>
          <a:xfrm>
            <a:off x="7018503" y="2052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0"/>
          <p:cNvSpPr txBox="1"/>
          <p:nvPr/>
        </p:nvSpPr>
        <p:spPr>
          <a:xfrm>
            <a:off x="3369600" y="4052550"/>
            <a:ext cx="5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know the three courses chosen for some of the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80"/>
          <p:cNvSpPr/>
          <p:nvPr/>
        </p:nvSpPr>
        <p:spPr>
          <a:xfrm>
            <a:off x="6121800" y="1711025"/>
            <a:ext cx="541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0"/>
          <p:cNvSpPr/>
          <p:nvPr/>
        </p:nvSpPr>
        <p:spPr>
          <a:xfrm>
            <a:off x="410100" y="1499250"/>
            <a:ext cx="25245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0"/>
          <p:cNvSpPr/>
          <p:nvPr/>
        </p:nvSpPr>
        <p:spPr>
          <a:xfrm>
            <a:off x="397325" y="2944125"/>
            <a:ext cx="2587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0"/>
          <p:cNvSpPr/>
          <p:nvPr/>
        </p:nvSpPr>
        <p:spPr>
          <a:xfrm>
            <a:off x="391200" y="4451775"/>
            <a:ext cx="2587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330" name="Google Shape;1330;p81"/>
          <p:cNvSpPr txBox="1"/>
          <p:nvPr/>
        </p:nvSpPr>
        <p:spPr>
          <a:xfrm>
            <a:off x="324000" y="759300"/>
            <a:ext cx="84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Venn diagram shows the menu choices of 8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1"/>
          <p:cNvSpPr/>
          <p:nvPr/>
        </p:nvSpPr>
        <p:spPr>
          <a:xfrm>
            <a:off x="356725" y="1096725"/>
            <a:ext cx="2671200" cy="37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1"/>
          <p:cNvSpPr txBox="1"/>
          <p:nvPr/>
        </p:nvSpPr>
        <p:spPr>
          <a:xfrm>
            <a:off x="347475" y="23008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1"/>
          <p:cNvSpPr txBox="1"/>
          <p:nvPr/>
        </p:nvSpPr>
        <p:spPr>
          <a:xfrm>
            <a:off x="356725" y="15094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1"/>
          <p:cNvSpPr txBox="1"/>
          <p:nvPr/>
        </p:nvSpPr>
        <p:spPr>
          <a:xfrm>
            <a:off x="347475" y="18561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1"/>
          <p:cNvSpPr txBox="1"/>
          <p:nvPr/>
        </p:nvSpPr>
        <p:spPr>
          <a:xfrm>
            <a:off x="347475" y="29337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1"/>
          <p:cNvSpPr txBox="1"/>
          <p:nvPr/>
        </p:nvSpPr>
        <p:spPr>
          <a:xfrm>
            <a:off x="356875" y="2588250"/>
            <a:ext cx="2670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1"/>
          <p:cNvSpPr txBox="1"/>
          <p:nvPr/>
        </p:nvSpPr>
        <p:spPr>
          <a:xfrm>
            <a:off x="347575" y="33204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1"/>
          <p:cNvSpPr txBox="1"/>
          <p:nvPr/>
        </p:nvSpPr>
        <p:spPr>
          <a:xfrm>
            <a:off x="365975" y="38291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Dessert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1"/>
          <p:cNvSpPr txBox="1"/>
          <p:nvPr/>
        </p:nvSpPr>
        <p:spPr>
          <a:xfrm>
            <a:off x="347475" y="446197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81"/>
          <p:cNvSpPr txBox="1"/>
          <p:nvPr/>
        </p:nvSpPr>
        <p:spPr>
          <a:xfrm>
            <a:off x="347575" y="41165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81"/>
          <p:cNvSpPr txBox="1"/>
          <p:nvPr/>
        </p:nvSpPr>
        <p:spPr>
          <a:xfrm>
            <a:off x="356875" y="11628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1"/>
          <p:cNvSpPr/>
          <p:nvPr/>
        </p:nvSpPr>
        <p:spPr>
          <a:xfrm>
            <a:off x="5620542" y="2055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1"/>
          <p:cNvSpPr/>
          <p:nvPr/>
        </p:nvSpPr>
        <p:spPr>
          <a:xfrm>
            <a:off x="4948025" y="1128450"/>
            <a:ext cx="2890500" cy="2689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81"/>
          <p:cNvSpPr txBox="1"/>
          <p:nvPr/>
        </p:nvSpPr>
        <p:spPr>
          <a:xfrm>
            <a:off x="4774518" y="1068625"/>
            <a:ext cx="17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81"/>
          <p:cNvSpPr/>
          <p:nvPr/>
        </p:nvSpPr>
        <p:spPr>
          <a:xfrm>
            <a:off x="50904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81"/>
          <p:cNvSpPr txBox="1"/>
          <p:nvPr/>
        </p:nvSpPr>
        <p:spPr>
          <a:xfrm>
            <a:off x="5140450" y="1268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81"/>
          <p:cNvSpPr/>
          <p:nvPr/>
        </p:nvSpPr>
        <p:spPr>
          <a:xfrm>
            <a:off x="60882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81"/>
          <p:cNvSpPr txBox="1"/>
          <p:nvPr/>
        </p:nvSpPr>
        <p:spPr>
          <a:xfrm>
            <a:off x="7443600" y="1268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81"/>
          <p:cNvSpPr txBox="1"/>
          <p:nvPr/>
        </p:nvSpPr>
        <p:spPr>
          <a:xfrm>
            <a:off x="6619123" y="248909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81"/>
          <p:cNvSpPr txBox="1"/>
          <p:nvPr/>
        </p:nvSpPr>
        <p:spPr>
          <a:xfrm>
            <a:off x="6696602" y="1569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1"/>
          <p:cNvSpPr txBox="1"/>
          <p:nvPr/>
        </p:nvSpPr>
        <p:spPr>
          <a:xfrm>
            <a:off x="5982900" y="301062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81"/>
          <p:cNvSpPr txBox="1"/>
          <p:nvPr/>
        </p:nvSpPr>
        <p:spPr>
          <a:xfrm>
            <a:off x="6193388" y="2186688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1"/>
          <p:cNvSpPr txBox="1"/>
          <p:nvPr/>
        </p:nvSpPr>
        <p:spPr>
          <a:xfrm>
            <a:off x="5620550" y="3344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1"/>
          <p:cNvSpPr txBox="1"/>
          <p:nvPr/>
        </p:nvSpPr>
        <p:spPr>
          <a:xfrm>
            <a:off x="6146918" y="1726328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1"/>
          <p:cNvSpPr txBox="1"/>
          <p:nvPr/>
        </p:nvSpPr>
        <p:spPr>
          <a:xfrm>
            <a:off x="5174091" y="1762490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1"/>
          <p:cNvSpPr txBox="1"/>
          <p:nvPr/>
        </p:nvSpPr>
        <p:spPr>
          <a:xfrm>
            <a:off x="5713552" y="249465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1"/>
          <p:cNvSpPr txBox="1"/>
          <p:nvPr/>
        </p:nvSpPr>
        <p:spPr>
          <a:xfrm>
            <a:off x="7018503" y="2052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1"/>
          <p:cNvSpPr txBox="1"/>
          <p:nvPr/>
        </p:nvSpPr>
        <p:spPr>
          <a:xfrm>
            <a:off x="3369600" y="4052550"/>
            <a:ext cx="5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know the three courses chosen for some of the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1"/>
          <p:cNvSpPr/>
          <p:nvPr/>
        </p:nvSpPr>
        <p:spPr>
          <a:xfrm>
            <a:off x="6688323" y="1556975"/>
            <a:ext cx="7137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1"/>
          <p:cNvSpPr/>
          <p:nvPr/>
        </p:nvSpPr>
        <p:spPr>
          <a:xfrm>
            <a:off x="410100" y="1855402"/>
            <a:ext cx="25245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81"/>
          <p:cNvSpPr/>
          <p:nvPr/>
        </p:nvSpPr>
        <p:spPr>
          <a:xfrm>
            <a:off x="397325" y="2944125"/>
            <a:ext cx="2587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1"/>
          <p:cNvSpPr/>
          <p:nvPr/>
        </p:nvSpPr>
        <p:spPr>
          <a:xfrm>
            <a:off x="391200" y="4451775"/>
            <a:ext cx="2587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368" name="Google Shape;1368;p82"/>
          <p:cNvSpPr txBox="1"/>
          <p:nvPr/>
        </p:nvSpPr>
        <p:spPr>
          <a:xfrm>
            <a:off x="324000" y="759300"/>
            <a:ext cx="84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Venn diagram shows the menu choices of 8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2"/>
          <p:cNvSpPr/>
          <p:nvPr/>
        </p:nvSpPr>
        <p:spPr>
          <a:xfrm>
            <a:off x="356725" y="1096725"/>
            <a:ext cx="2671200" cy="37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2"/>
          <p:cNvSpPr txBox="1"/>
          <p:nvPr/>
        </p:nvSpPr>
        <p:spPr>
          <a:xfrm>
            <a:off x="347475" y="23008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82"/>
          <p:cNvSpPr txBox="1"/>
          <p:nvPr/>
        </p:nvSpPr>
        <p:spPr>
          <a:xfrm>
            <a:off x="356725" y="15094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82"/>
          <p:cNvSpPr txBox="1"/>
          <p:nvPr/>
        </p:nvSpPr>
        <p:spPr>
          <a:xfrm>
            <a:off x="347475" y="18561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82"/>
          <p:cNvSpPr txBox="1"/>
          <p:nvPr/>
        </p:nvSpPr>
        <p:spPr>
          <a:xfrm>
            <a:off x="347475" y="29337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82"/>
          <p:cNvSpPr txBox="1"/>
          <p:nvPr/>
        </p:nvSpPr>
        <p:spPr>
          <a:xfrm>
            <a:off x="356875" y="2588250"/>
            <a:ext cx="2670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2"/>
          <p:cNvSpPr txBox="1"/>
          <p:nvPr/>
        </p:nvSpPr>
        <p:spPr>
          <a:xfrm>
            <a:off x="347575" y="33204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2"/>
          <p:cNvSpPr txBox="1"/>
          <p:nvPr/>
        </p:nvSpPr>
        <p:spPr>
          <a:xfrm>
            <a:off x="365975" y="38291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Dessert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82"/>
          <p:cNvSpPr txBox="1"/>
          <p:nvPr/>
        </p:nvSpPr>
        <p:spPr>
          <a:xfrm>
            <a:off x="347475" y="446197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82"/>
          <p:cNvSpPr txBox="1"/>
          <p:nvPr/>
        </p:nvSpPr>
        <p:spPr>
          <a:xfrm>
            <a:off x="347575" y="41165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82"/>
          <p:cNvSpPr txBox="1"/>
          <p:nvPr/>
        </p:nvSpPr>
        <p:spPr>
          <a:xfrm>
            <a:off x="356875" y="11628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82"/>
          <p:cNvSpPr/>
          <p:nvPr/>
        </p:nvSpPr>
        <p:spPr>
          <a:xfrm>
            <a:off x="5620542" y="2055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82"/>
          <p:cNvSpPr/>
          <p:nvPr/>
        </p:nvSpPr>
        <p:spPr>
          <a:xfrm>
            <a:off x="4948025" y="1128450"/>
            <a:ext cx="2890500" cy="2689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2"/>
          <p:cNvSpPr txBox="1"/>
          <p:nvPr/>
        </p:nvSpPr>
        <p:spPr>
          <a:xfrm>
            <a:off x="4774518" y="1068625"/>
            <a:ext cx="17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2"/>
          <p:cNvSpPr/>
          <p:nvPr/>
        </p:nvSpPr>
        <p:spPr>
          <a:xfrm>
            <a:off x="50904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2"/>
          <p:cNvSpPr txBox="1"/>
          <p:nvPr/>
        </p:nvSpPr>
        <p:spPr>
          <a:xfrm>
            <a:off x="5140450" y="1268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2"/>
          <p:cNvSpPr/>
          <p:nvPr/>
        </p:nvSpPr>
        <p:spPr>
          <a:xfrm>
            <a:off x="60882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2"/>
          <p:cNvSpPr txBox="1"/>
          <p:nvPr/>
        </p:nvSpPr>
        <p:spPr>
          <a:xfrm>
            <a:off x="7443600" y="1268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2"/>
          <p:cNvSpPr txBox="1"/>
          <p:nvPr/>
        </p:nvSpPr>
        <p:spPr>
          <a:xfrm>
            <a:off x="6619123" y="248909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2"/>
          <p:cNvSpPr txBox="1"/>
          <p:nvPr/>
        </p:nvSpPr>
        <p:spPr>
          <a:xfrm>
            <a:off x="6696602" y="1569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2"/>
          <p:cNvSpPr txBox="1"/>
          <p:nvPr/>
        </p:nvSpPr>
        <p:spPr>
          <a:xfrm>
            <a:off x="5982900" y="301062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2"/>
          <p:cNvSpPr txBox="1"/>
          <p:nvPr/>
        </p:nvSpPr>
        <p:spPr>
          <a:xfrm>
            <a:off x="6193388" y="2186688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2"/>
          <p:cNvSpPr txBox="1"/>
          <p:nvPr/>
        </p:nvSpPr>
        <p:spPr>
          <a:xfrm>
            <a:off x="5620550" y="3344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2"/>
          <p:cNvSpPr txBox="1"/>
          <p:nvPr/>
        </p:nvSpPr>
        <p:spPr>
          <a:xfrm>
            <a:off x="6146918" y="1726328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82"/>
          <p:cNvSpPr txBox="1"/>
          <p:nvPr/>
        </p:nvSpPr>
        <p:spPr>
          <a:xfrm>
            <a:off x="5174091" y="1762490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82"/>
          <p:cNvSpPr txBox="1"/>
          <p:nvPr/>
        </p:nvSpPr>
        <p:spPr>
          <a:xfrm>
            <a:off x="5713552" y="249465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82"/>
          <p:cNvSpPr txBox="1"/>
          <p:nvPr/>
        </p:nvSpPr>
        <p:spPr>
          <a:xfrm>
            <a:off x="7018503" y="2052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82"/>
          <p:cNvSpPr txBox="1"/>
          <p:nvPr/>
        </p:nvSpPr>
        <p:spPr>
          <a:xfrm>
            <a:off x="3369600" y="4052550"/>
            <a:ext cx="5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know the three courses chosen for some of the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2"/>
          <p:cNvSpPr/>
          <p:nvPr/>
        </p:nvSpPr>
        <p:spPr>
          <a:xfrm>
            <a:off x="6609172" y="2482083"/>
            <a:ext cx="541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82"/>
          <p:cNvSpPr/>
          <p:nvPr/>
        </p:nvSpPr>
        <p:spPr>
          <a:xfrm>
            <a:off x="410100" y="1855402"/>
            <a:ext cx="25245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82"/>
          <p:cNvSpPr/>
          <p:nvPr/>
        </p:nvSpPr>
        <p:spPr>
          <a:xfrm>
            <a:off x="397325" y="2944125"/>
            <a:ext cx="2587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2"/>
          <p:cNvSpPr/>
          <p:nvPr/>
        </p:nvSpPr>
        <p:spPr>
          <a:xfrm>
            <a:off x="391200" y="4122127"/>
            <a:ext cx="2587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406" name="Google Shape;1406;p83"/>
          <p:cNvSpPr txBox="1"/>
          <p:nvPr/>
        </p:nvSpPr>
        <p:spPr>
          <a:xfrm>
            <a:off x="324000" y="759300"/>
            <a:ext cx="84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Venn diagram shows the menu choices of 8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83"/>
          <p:cNvSpPr/>
          <p:nvPr/>
        </p:nvSpPr>
        <p:spPr>
          <a:xfrm>
            <a:off x="356725" y="1096725"/>
            <a:ext cx="2671200" cy="37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3"/>
          <p:cNvSpPr txBox="1"/>
          <p:nvPr/>
        </p:nvSpPr>
        <p:spPr>
          <a:xfrm>
            <a:off x="347475" y="23008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3"/>
          <p:cNvSpPr txBox="1"/>
          <p:nvPr/>
        </p:nvSpPr>
        <p:spPr>
          <a:xfrm>
            <a:off x="356725" y="15094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83"/>
          <p:cNvSpPr txBox="1"/>
          <p:nvPr/>
        </p:nvSpPr>
        <p:spPr>
          <a:xfrm>
            <a:off x="347475" y="18561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3"/>
          <p:cNvSpPr txBox="1"/>
          <p:nvPr/>
        </p:nvSpPr>
        <p:spPr>
          <a:xfrm>
            <a:off x="347475" y="29337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83"/>
          <p:cNvSpPr txBox="1"/>
          <p:nvPr/>
        </p:nvSpPr>
        <p:spPr>
          <a:xfrm>
            <a:off x="356875" y="2588250"/>
            <a:ext cx="2670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83"/>
          <p:cNvSpPr txBox="1"/>
          <p:nvPr/>
        </p:nvSpPr>
        <p:spPr>
          <a:xfrm>
            <a:off x="347575" y="33204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3"/>
          <p:cNvSpPr txBox="1"/>
          <p:nvPr/>
        </p:nvSpPr>
        <p:spPr>
          <a:xfrm>
            <a:off x="365975" y="38291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Dessert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3"/>
          <p:cNvSpPr txBox="1"/>
          <p:nvPr/>
        </p:nvSpPr>
        <p:spPr>
          <a:xfrm>
            <a:off x="347475" y="446197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3"/>
          <p:cNvSpPr txBox="1"/>
          <p:nvPr/>
        </p:nvSpPr>
        <p:spPr>
          <a:xfrm>
            <a:off x="347575" y="41165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3"/>
          <p:cNvSpPr txBox="1"/>
          <p:nvPr/>
        </p:nvSpPr>
        <p:spPr>
          <a:xfrm>
            <a:off x="356875" y="11628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3"/>
          <p:cNvSpPr/>
          <p:nvPr/>
        </p:nvSpPr>
        <p:spPr>
          <a:xfrm>
            <a:off x="5620542" y="2055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3"/>
          <p:cNvSpPr/>
          <p:nvPr/>
        </p:nvSpPr>
        <p:spPr>
          <a:xfrm>
            <a:off x="4948025" y="1128450"/>
            <a:ext cx="2890500" cy="2689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3"/>
          <p:cNvSpPr txBox="1"/>
          <p:nvPr/>
        </p:nvSpPr>
        <p:spPr>
          <a:xfrm>
            <a:off x="4774518" y="1068625"/>
            <a:ext cx="17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3"/>
          <p:cNvSpPr/>
          <p:nvPr/>
        </p:nvSpPr>
        <p:spPr>
          <a:xfrm>
            <a:off x="50904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83"/>
          <p:cNvSpPr txBox="1"/>
          <p:nvPr/>
        </p:nvSpPr>
        <p:spPr>
          <a:xfrm>
            <a:off x="5140450" y="1268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3"/>
          <p:cNvSpPr/>
          <p:nvPr/>
        </p:nvSpPr>
        <p:spPr>
          <a:xfrm>
            <a:off x="60882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3"/>
          <p:cNvSpPr txBox="1"/>
          <p:nvPr/>
        </p:nvSpPr>
        <p:spPr>
          <a:xfrm>
            <a:off x="7443600" y="1268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3"/>
          <p:cNvSpPr txBox="1"/>
          <p:nvPr/>
        </p:nvSpPr>
        <p:spPr>
          <a:xfrm>
            <a:off x="6619123" y="248909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3"/>
          <p:cNvSpPr txBox="1"/>
          <p:nvPr/>
        </p:nvSpPr>
        <p:spPr>
          <a:xfrm>
            <a:off x="6696602" y="1569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83"/>
          <p:cNvSpPr txBox="1"/>
          <p:nvPr/>
        </p:nvSpPr>
        <p:spPr>
          <a:xfrm>
            <a:off x="5982900" y="301062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3"/>
          <p:cNvSpPr txBox="1"/>
          <p:nvPr/>
        </p:nvSpPr>
        <p:spPr>
          <a:xfrm>
            <a:off x="6193388" y="2186688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3"/>
          <p:cNvSpPr txBox="1"/>
          <p:nvPr/>
        </p:nvSpPr>
        <p:spPr>
          <a:xfrm>
            <a:off x="5620550" y="3344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3"/>
          <p:cNvSpPr txBox="1"/>
          <p:nvPr/>
        </p:nvSpPr>
        <p:spPr>
          <a:xfrm>
            <a:off x="6146918" y="1726328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3"/>
          <p:cNvSpPr txBox="1"/>
          <p:nvPr/>
        </p:nvSpPr>
        <p:spPr>
          <a:xfrm>
            <a:off x="5174091" y="1762490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3"/>
          <p:cNvSpPr txBox="1"/>
          <p:nvPr/>
        </p:nvSpPr>
        <p:spPr>
          <a:xfrm>
            <a:off x="5713552" y="249465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3"/>
          <p:cNvSpPr txBox="1"/>
          <p:nvPr/>
        </p:nvSpPr>
        <p:spPr>
          <a:xfrm>
            <a:off x="7018503" y="2052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3"/>
          <p:cNvSpPr txBox="1"/>
          <p:nvPr/>
        </p:nvSpPr>
        <p:spPr>
          <a:xfrm>
            <a:off x="3369600" y="4052550"/>
            <a:ext cx="54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Whereas for others we do not know all three courses.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3"/>
          <p:cNvSpPr/>
          <p:nvPr/>
        </p:nvSpPr>
        <p:spPr>
          <a:xfrm>
            <a:off x="5694772" y="2498648"/>
            <a:ext cx="541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83"/>
          <p:cNvSpPr/>
          <p:nvPr/>
        </p:nvSpPr>
        <p:spPr>
          <a:xfrm>
            <a:off x="410100" y="1507533"/>
            <a:ext cx="25245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3"/>
          <p:cNvSpPr/>
          <p:nvPr/>
        </p:nvSpPr>
        <p:spPr>
          <a:xfrm>
            <a:off x="391200" y="4122127"/>
            <a:ext cx="25872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8" name="Google Shape;1438;p83"/>
          <p:cNvCxnSpPr>
            <a:endCxn id="1411" idx="3"/>
          </p:cNvCxnSpPr>
          <p:nvPr/>
        </p:nvCxnSpPr>
        <p:spPr>
          <a:xfrm>
            <a:off x="455475" y="3069900"/>
            <a:ext cx="2479200" cy="7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444" name="Google Shape;1444;p84"/>
          <p:cNvSpPr txBox="1"/>
          <p:nvPr/>
        </p:nvSpPr>
        <p:spPr>
          <a:xfrm>
            <a:off x="324000" y="683100"/>
            <a:ext cx="84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Venn diagram shows the menu choices of 8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84"/>
          <p:cNvSpPr/>
          <p:nvPr/>
        </p:nvSpPr>
        <p:spPr>
          <a:xfrm>
            <a:off x="356725" y="1096725"/>
            <a:ext cx="2671200" cy="37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84"/>
          <p:cNvSpPr txBox="1"/>
          <p:nvPr/>
        </p:nvSpPr>
        <p:spPr>
          <a:xfrm>
            <a:off x="347475" y="23008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84"/>
          <p:cNvSpPr txBox="1"/>
          <p:nvPr/>
        </p:nvSpPr>
        <p:spPr>
          <a:xfrm>
            <a:off x="356725" y="150945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84"/>
          <p:cNvSpPr txBox="1"/>
          <p:nvPr/>
        </p:nvSpPr>
        <p:spPr>
          <a:xfrm>
            <a:off x="347475" y="18561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84"/>
          <p:cNvSpPr txBox="1"/>
          <p:nvPr/>
        </p:nvSpPr>
        <p:spPr>
          <a:xfrm>
            <a:off x="347475" y="29337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4"/>
          <p:cNvSpPr txBox="1"/>
          <p:nvPr/>
        </p:nvSpPr>
        <p:spPr>
          <a:xfrm>
            <a:off x="356875" y="2588250"/>
            <a:ext cx="2670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4"/>
          <p:cNvSpPr txBox="1"/>
          <p:nvPr/>
        </p:nvSpPr>
        <p:spPr>
          <a:xfrm>
            <a:off x="347575" y="33204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4"/>
          <p:cNvSpPr txBox="1"/>
          <p:nvPr/>
        </p:nvSpPr>
        <p:spPr>
          <a:xfrm>
            <a:off x="365975" y="38291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Dessert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4"/>
          <p:cNvSpPr txBox="1"/>
          <p:nvPr/>
        </p:nvSpPr>
        <p:spPr>
          <a:xfrm>
            <a:off x="347475" y="446197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84"/>
          <p:cNvSpPr txBox="1"/>
          <p:nvPr/>
        </p:nvSpPr>
        <p:spPr>
          <a:xfrm>
            <a:off x="347575" y="4116525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4"/>
          <p:cNvSpPr txBox="1"/>
          <p:nvPr/>
        </p:nvSpPr>
        <p:spPr>
          <a:xfrm>
            <a:off x="356875" y="1162800"/>
            <a:ext cx="2587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4"/>
          <p:cNvSpPr/>
          <p:nvPr/>
        </p:nvSpPr>
        <p:spPr>
          <a:xfrm>
            <a:off x="6306342" y="2055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84"/>
          <p:cNvSpPr/>
          <p:nvPr/>
        </p:nvSpPr>
        <p:spPr>
          <a:xfrm>
            <a:off x="5633825" y="1128450"/>
            <a:ext cx="2890500" cy="2689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4"/>
          <p:cNvSpPr txBox="1"/>
          <p:nvPr/>
        </p:nvSpPr>
        <p:spPr>
          <a:xfrm>
            <a:off x="5460318" y="1068625"/>
            <a:ext cx="17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4"/>
          <p:cNvSpPr/>
          <p:nvPr/>
        </p:nvSpPr>
        <p:spPr>
          <a:xfrm>
            <a:off x="57762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4"/>
          <p:cNvSpPr txBox="1"/>
          <p:nvPr/>
        </p:nvSpPr>
        <p:spPr>
          <a:xfrm>
            <a:off x="5826250" y="1268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84"/>
          <p:cNvSpPr/>
          <p:nvPr/>
        </p:nvSpPr>
        <p:spPr>
          <a:xfrm>
            <a:off x="6774000" y="129764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84"/>
          <p:cNvSpPr txBox="1"/>
          <p:nvPr/>
        </p:nvSpPr>
        <p:spPr>
          <a:xfrm>
            <a:off x="8129400" y="1268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4"/>
          <p:cNvSpPr txBox="1"/>
          <p:nvPr/>
        </p:nvSpPr>
        <p:spPr>
          <a:xfrm>
            <a:off x="7304923" y="2489099"/>
            <a:ext cx="64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4"/>
          <p:cNvSpPr txBox="1"/>
          <p:nvPr/>
        </p:nvSpPr>
        <p:spPr>
          <a:xfrm>
            <a:off x="7382402" y="1569850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84"/>
          <p:cNvSpPr txBox="1"/>
          <p:nvPr/>
        </p:nvSpPr>
        <p:spPr>
          <a:xfrm>
            <a:off x="6668700" y="3010625"/>
            <a:ext cx="71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4"/>
          <p:cNvSpPr txBox="1"/>
          <p:nvPr/>
        </p:nvSpPr>
        <p:spPr>
          <a:xfrm>
            <a:off x="6879188" y="2186688"/>
            <a:ext cx="46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4"/>
          <p:cNvSpPr txBox="1"/>
          <p:nvPr/>
        </p:nvSpPr>
        <p:spPr>
          <a:xfrm>
            <a:off x="6306350" y="3344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4"/>
          <p:cNvSpPr txBox="1"/>
          <p:nvPr/>
        </p:nvSpPr>
        <p:spPr>
          <a:xfrm>
            <a:off x="6832718" y="1726328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84"/>
          <p:cNvSpPr txBox="1"/>
          <p:nvPr/>
        </p:nvSpPr>
        <p:spPr>
          <a:xfrm>
            <a:off x="5859891" y="1762490"/>
            <a:ext cx="9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84"/>
          <p:cNvSpPr txBox="1"/>
          <p:nvPr/>
        </p:nvSpPr>
        <p:spPr>
          <a:xfrm>
            <a:off x="6399352" y="2494650"/>
            <a:ext cx="54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84"/>
          <p:cNvSpPr txBox="1"/>
          <p:nvPr/>
        </p:nvSpPr>
        <p:spPr>
          <a:xfrm>
            <a:off x="7704303" y="2052150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84"/>
          <p:cNvSpPr txBox="1"/>
          <p:nvPr/>
        </p:nvSpPr>
        <p:spPr>
          <a:xfrm>
            <a:off x="3162550" y="1415575"/>
            <a:ext cx="22368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 is now coming to the meal. She orders halloumi, vegetable curry and fruit salad.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her to the Venn diagram.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84"/>
          <p:cNvSpPr txBox="1"/>
          <p:nvPr/>
        </p:nvSpPr>
        <p:spPr>
          <a:xfrm>
            <a:off x="7704300" y="3469475"/>
            <a:ext cx="71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Laura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479" name="Google Shape;1479;p85"/>
          <p:cNvSpPr txBox="1"/>
          <p:nvPr>
            <p:ph idx="1" type="body"/>
          </p:nvPr>
        </p:nvSpPr>
        <p:spPr>
          <a:xfrm>
            <a:off x="324000" y="759300"/>
            <a:ext cx="82377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 spinner has the possible outcomes of {3, 5, 6, 8, 10, 12, 15, 18, 20, 25}.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A = {odd numbers}, event B = {factors of 30} and </a:t>
            </a:r>
            <a:br>
              <a:rPr lang="en-GB" sz="1800"/>
            </a:br>
            <a:r>
              <a:rPr lang="en-GB" sz="1800"/>
              <a:t>event C = {multiples of 3}.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Draw a </a:t>
            </a:r>
            <a:r>
              <a:rPr lang="en-GB" sz="1800"/>
              <a:t>Venn diagram</a:t>
            </a:r>
            <a:r>
              <a:rPr lang="en-GB" sz="1800"/>
              <a:t> to show this information. </a:t>
            </a:r>
            <a:endParaRPr sz="1800"/>
          </a:p>
        </p:txBody>
      </p:sp>
      <p:sp>
        <p:nvSpPr>
          <p:cNvPr id="1480" name="Google Shape;1480;p85"/>
          <p:cNvSpPr txBox="1"/>
          <p:nvPr>
            <p:ph idx="1" type="body"/>
          </p:nvPr>
        </p:nvSpPr>
        <p:spPr>
          <a:xfrm>
            <a:off x="324000" y="2511900"/>
            <a:ext cx="82377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There are 20 playing cards. Each card is either red(R) or black(B) and a number from 1 to 10. For example, R3 is a red number 3.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A = {black cards}, event B = {even number} and event C = {factor of 10}.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Draw a </a:t>
            </a:r>
            <a:r>
              <a:rPr lang="en-GB" sz="1800"/>
              <a:t>Venn diagram</a:t>
            </a:r>
            <a:r>
              <a:rPr lang="en-GB" sz="1800"/>
              <a:t> to show this information. 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86"/>
          <p:cNvSpPr/>
          <p:nvPr/>
        </p:nvSpPr>
        <p:spPr>
          <a:xfrm>
            <a:off x="3637767" y="1236339"/>
            <a:ext cx="1838400" cy="1677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86"/>
          <p:cNvSpPr/>
          <p:nvPr/>
        </p:nvSpPr>
        <p:spPr>
          <a:xfrm>
            <a:off x="567537" y="1223961"/>
            <a:ext cx="1875300" cy="1711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488" name="Google Shape;1488;p86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Match the statements to the shaded areas.</a:t>
            </a:r>
            <a:endParaRPr sz="1800"/>
          </a:p>
        </p:txBody>
      </p:sp>
      <p:sp>
        <p:nvSpPr>
          <p:cNvPr id="1489" name="Google Shape;1489;p86"/>
          <p:cNvSpPr/>
          <p:nvPr/>
        </p:nvSpPr>
        <p:spPr>
          <a:xfrm>
            <a:off x="688875" y="1362575"/>
            <a:ext cx="992100" cy="992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86"/>
          <p:cNvSpPr txBox="1"/>
          <p:nvPr/>
        </p:nvSpPr>
        <p:spPr>
          <a:xfrm>
            <a:off x="722464" y="1256431"/>
            <a:ext cx="1548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1" name="Google Shape;1491;p86"/>
          <p:cNvGrpSpPr/>
          <p:nvPr/>
        </p:nvGrpSpPr>
        <p:grpSpPr>
          <a:xfrm>
            <a:off x="1001578" y="1362519"/>
            <a:ext cx="1291317" cy="1479886"/>
            <a:chOff x="1248950" y="1774293"/>
            <a:chExt cx="2090525" cy="2395800"/>
          </a:xfrm>
        </p:grpSpPr>
        <p:sp>
          <p:nvSpPr>
            <p:cNvPr id="1492" name="Google Shape;1492;p86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3" name="Google Shape;1493;p86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4" name="Google Shape;1494;p86"/>
          <p:cNvSpPr txBox="1"/>
          <p:nvPr/>
        </p:nvSpPr>
        <p:spPr>
          <a:xfrm>
            <a:off x="2146304" y="1256435"/>
            <a:ext cx="1548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86"/>
          <p:cNvSpPr txBox="1"/>
          <p:nvPr/>
        </p:nvSpPr>
        <p:spPr>
          <a:xfrm>
            <a:off x="402600" y="1189800"/>
            <a:ext cx="9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496" name="Google Shape;1496;p86"/>
          <p:cNvSpPr txBox="1"/>
          <p:nvPr/>
        </p:nvSpPr>
        <p:spPr>
          <a:xfrm>
            <a:off x="925417" y="2639492"/>
            <a:ext cx="1548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7" name="Google Shape;1497;p86"/>
          <p:cNvGrpSpPr/>
          <p:nvPr/>
        </p:nvGrpSpPr>
        <p:grpSpPr>
          <a:xfrm flipH="1">
            <a:off x="687455" y="1354154"/>
            <a:ext cx="1606475" cy="1489157"/>
            <a:chOff x="687455" y="1354154"/>
            <a:chExt cx="1606475" cy="1489157"/>
          </a:xfrm>
        </p:grpSpPr>
        <p:grpSp>
          <p:nvGrpSpPr>
            <p:cNvPr id="1498" name="Google Shape;1498;p86"/>
            <p:cNvGrpSpPr/>
            <p:nvPr/>
          </p:nvGrpSpPr>
          <p:grpSpPr>
            <a:xfrm flipH="1">
              <a:off x="687455" y="1361151"/>
              <a:ext cx="1606475" cy="1482160"/>
              <a:chOff x="750547" y="1762739"/>
              <a:chExt cx="2600736" cy="2399482"/>
            </a:xfrm>
          </p:grpSpPr>
          <p:grpSp>
            <p:nvGrpSpPr>
              <p:cNvPr id="1499" name="Google Shape;1499;p86"/>
              <p:cNvGrpSpPr/>
              <p:nvPr/>
            </p:nvGrpSpPr>
            <p:grpSpPr>
              <a:xfrm>
                <a:off x="1237142" y="1764453"/>
                <a:ext cx="2114141" cy="2397768"/>
                <a:chOff x="1237142" y="1764453"/>
                <a:chExt cx="2114141" cy="2397768"/>
              </a:xfrm>
            </p:grpSpPr>
            <p:sp>
              <p:nvSpPr>
                <p:cNvPr id="1500" name="Google Shape;1500;p86"/>
                <p:cNvSpPr/>
                <p:nvPr/>
              </p:nvSpPr>
              <p:spPr>
                <a:xfrm>
                  <a:off x="1745083" y="1764453"/>
                  <a:ext cx="1606200" cy="1606200"/>
                </a:xfrm>
                <a:prstGeom prst="arc">
                  <a:avLst>
                    <a:gd fmla="val 13816252" name="adj1"/>
                    <a:gd fmla="val 4175238" name="adj2"/>
                  </a:avLst>
                </a:prstGeom>
                <a:noFill/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01" name="Google Shape;1501;p86"/>
                <p:cNvSpPr/>
                <p:nvPr/>
              </p:nvSpPr>
              <p:spPr>
                <a:xfrm>
                  <a:off x="1237142" y="2556021"/>
                  <a:ext cx="1606200" cy="1606200"/>
                </a:xfrm>
                <a:prstGeom prst="arc">
                  <a:avLst>
                    <a:gd fmla="val 17517932" name="adj1"/>
                    <a:gd fmla="val 21411708" name="adj2"/>
                  </a:avLst>
                </a:prstGeom>
                <a:noFill/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502" name="Google Shape;1502;p86"/>
              <p:cNvSpPr/>
              <p:nvPr/>
            </p:nvSpPr>
            <p:spPr>
              <a:xfrm>
                <a:off x="750547" y="1762739"/>
                <a:ext cx="1606200" cy="1606200"/>
              </a:xfrm>
              <a:prstGeom prst="arc">
                <a:avLst>
                  <a:gd fmla="val 18465979" name="adj1"/>
                  <a:gd fmla="val 285720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03" name="Google Shape;1503;p86"/>
            <p:cNvCxnSpPr/>
            <p:nvPr/>
          </p:nvCxnSpPr>
          <p:spPr>
            <a:xfrm rot="10800000">
              <a:off x="1139495" y="1359034"/>
              <a:ext cx="0" cy="643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4" name="Google Shape;1504;p86"/>
            <p:cNvCxnSpPr/>
            <p:nvPr/>
          </p:nvCxnSpPr>
          <p:spPr>
            <a:xfrm rot="10800000">
              <a:off x="1173763" y="1354154"/>
              <a:ext cx="0" cy="611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5" name="Google Shape;1505;p86"/>
            <p:cNvCxnSpPr/>
            <p:nvPr/>
          </p:nvCxnSpPr>
          <p:spPr>
            <a:xfrm rot="10800000">
              <a:off x="1208032" y="1356652"/>
              <a:ext cx="0" cy="585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6" name="Google Shape;1506;p86"/>
            <p:cNvCxnSpPr/>
            <p:nvPr/>
          </p:nvCxnSpPr>
          <p:spPr>
            <a:xfrm rot="10800000">
              <a:off x="1242301" y="1363730"/>
              <a:ext cx="0" cy="561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7" name="Google Shape;1507;p86"/>
            <p:cNvCxnSpPr/>
            <p:nvPr/>
          </p:nvCxnSpPr>
          <p:spPr>
            <a:xfrm rot="10800000">
              <a:off x="1276569" y="1368572"/>
              <a:ext cx="0" cy="536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8" name="Google Shape;1508;p86"/>
            <p:cNvCxnSpPr/>
            <p:nvPr/>
          </p:nvCxnSpPr>
          <p:spPr>
            <a:xfrm rot="10800000">
              <a:off x="1310836" y="1381081"/>
              <a:ext cx="0" cy="379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9" name="Google Shape;1509;p86"/>
            <p:cNvCxnSpPr/>
            <p:nvPr/>
          </p:nvCxnSpPr>
          <p:spPr>
            <a:xfrm rot="10800000">
              <a:off x="1345105" y="1388065"/>
              <a:ext cx="0" cy="262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0" name="Google Shape;1510;p86"/>
            <p:cNvCxnSpPr/>
            <p:nvPr/>
          </p:nvCxnSpPr>
          <p:spPr>
            <a:xfrm rot="10800000">
              <a:off x="1379373" y="1394105"/>
              <a:ext cx="0" cy="196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1" name="Google Shape;1511;p86"/>
            <p:cNvCxnSpPr/>
            <p:nvPr/>
          </p:nvCxnSpPr>
          <p:spPr>
            <a:xfrm rot="10800000">
              <a:off x="1413642" y="1416176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2" name="Google Shape;1512;p86"/>
            <p:cNvCxnSpPr/>
            <p:nvPr/>
          </p:nvCxnSpPr>
          <p:spPr>
            <a:xfrm rot="10800000">
              <a:off x="1036689" y="1374726"/>
              <a:ext cx="0" cy="789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86"/>
            <p:cNvCxnSpPr/>
            <p:nvPr/>
          </p:nvCxnSpPr>
          <p:spPr>
            <a:xfrm rot="10800000">
              <a:off x="1070957" y="1373594"/>
              <a:ext cx="0" cy="719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86"/>
            <p:cNvCxnSpPr/>
            <p:nvPr/>
          </p:nvCxnSpPr>
          <p:spPr>
            <a:xfrm rot="10800000">
              <a:off x="1105226" y="1367400"/>
              <a:ext cx="0" cy="678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5" name="Google Shape;1515;p86"/>
            <p:cNvCxnSpPr/>
            <p:nvPr/>
          </p:nvCxnSpPr>
          <p:spPr>
            <a:xfrm rot="10800000">
              <a:off x="1447912" y="1431992"/>
              <a:ext cx="0" cy="74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6" name="Google Shape;1516;p86"/>
            <p:cNvCxnSpPr/>
            <p:nvPr/>
          </p:nvCxnSpPr>
          <p:spPr>
            <a:xfrm rot="10800000">
              <a:off x="831139" y="1514477"/>
              <a:ext cx="0" cy="693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7" name="Google Shape;1517;p86"/>
            <p:cNvCxnSpPr/>
            <p:nvPr/>
          </p:nvCxnSpPr>
          <p:spPr>
            <a:xfrm rot="10800000">
              <a:off x="865407" y="1475865"/>
              <a:ext cx="0" cy="761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8" name="Google Shape;1518;p86"/>
            <p:cNvCxnSpPr/>
            <p:nvPr/>
          </p:nvCxnSpPr>
          <p:spPr>
            <a:xfrm rot="10800000">
              <a:off x="899676" y="1450794"/>
              <a:ext cx="0" cy="812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9" name="Google Shape;1519;p86"/>
            <p:cNvCxnSpPr/>
            <p:nvPr/>
          </p:nvCxnSpPr>
          <p:spPr>
            <a:xfrm rot="10800000">
              <a:off x="933944" y="1431845"/>
              <a:ext cx="0" cy="859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0" name="Google Shape;1520;p86"/>
            <p:cNvCxnSpPr/>
            <p:nvPr/>
          </p:nvCxnSpPr>
          <p:spPr>
            <a:xfrm rot="10800000">
              <a:off x="968213" y="1414339"/>
              <a:ext cx="0" cy="891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1" name="Google Shape;1521;p86"/>
            <p:cNvCxnSpPr>
              <a:stCxn id="1501" idx="2"/>
            </p:cNvCxnSpPr>
            <p:nvPr/>
          </p:nvCxnSpPr>
          <p:spPr>
            <a:xfrm flipH="1" rot="10800000">
              <a:off x="1001953" y="1397879"/>
              <a:ext cx="600" cy="922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2" name="Google Shape;1522;p86"/>
            <p:cNvCxnSpPr/>
            <p:nvPr/>
          </p:nvCxnSpPr>
          <p:spPr>
            <a:xfrm>
              <a:off x="728333" y="1665376"/>
              <a:ext cx="0" cy="389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3" name="Google Shape;1523;p86"/>
            <p:cNvCxnSpPr/>
            <p:nvPr/>
          </p:nvCxnSpPr>
          <p:spPr>
            <a:xfrm rot="10800000">
              <a:off x="762601" y="1597360"/>
              <a:ext cx="0" cy="523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4" name="Google Shape;1524;p86"/>
            <p:cNvCxnSpPr/>
            <p:nvPr/>
          </p:nvCxnSpPr>
          <p:spPr>
            <a:xfrm rot="10800000">
              <a:off x="796870" y="1550097"/>
              <a:ext cx="0" cy="621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5" name="Google Shape;1525;p86"/>
            <p:cNvCxnSpPr/>
            <p:nvPr/>
          </p:nvCxnSpPr>
          <p:spPr>
            <a:xfrm rot="10800000">
              <a:off x="694062" y="1802119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26" name="Google Shape;1526;p86"/>
          <p:cNvSpPr/>
          <p:nvPr/>
        </p:nvSpPr>
        <p:spPr>
          <a:xfrm>
            <a:off x="3783997" y="1382024"/>
            <a:ext cx="972900" cy="97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86"/>
          <p:cNvSpPr txBox="1"/>
          <p:nvPr/>
        </p:nvSpPr>
        <p:spPr>
          <a:xfrm>
            <a:off x="3786396" y="1253632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8" name="Google Shape;1528;p86"/>
          <p:cNvGrpSpPr/>
          <p:nvPr/>
        </p:nvGrpSpPr>
        <p:grpSpPr>
          <a:xfrm>
            <a:off x="4060045" y="1359141"/>
            <a:ext cx="1269284" cy="1480254"/>
            <a:chOff x="1248950" y="1774293"/>
            <a:chExt cx="2095911" cy="2444277"/>
          </a:xfrm>
        </p:grpSpPr>
        <p:sp>
          <p:nvSpPr>
            <p:cNvPr id="1529" name="Google Shape;1529;p86"/>
            <p:cNvSpPr/>
            <p:nvPr/>
          </p:nvSpPr>
          <p:spPr>
            <a:xfrm>
              <a:off x="1248950" y="2612370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86"/>
            <p:cNvSpPr/>
            <p:nvPr/>
          </p:nvSpPr>
          <p:spPr>
            <a:xfrm>
              <a:off x="1738661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1" name="Google Shape;1531;p86"/>
          <p:cNvSpPr txBox="1"/>
          <p:nvPr/>
        </p:nvSpPr>
        <p:spPr>
          <a:xfrm>
            <a:off x="5182337" y="1253636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86"/>
          <p:cNvSpPr txBox="1"/>
          <p:nvPr/>
        </p:nvSpPr>
        <p:spPr>
          <a:xfrm>
            <a:off x="3471307" y="1189800"/>
            <a:ext cx="8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533" name="Google Shape;1533;p86"/>
          <p:cNvSpPr txBox="1"/>
          <p:nvPr/>
        </p:nvSpPr>
        <p:spPr>
          <a:xfrm>
            <a:off x="3983879" y="2611086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4" name="Google Shape;1534;p86"/>
          <p:cNvGrpSpPr/>
          <p:nvPr/>
        </p:nvGrpSpPr>
        <p:grpSpPr>
          <a:xfrm rot="7200044">
            <a:off x="3698888" y="1254360"/>
            <a:ext cx="1574971" cy="1453094"/>
            <a:chOff x="3426555" y="1357800"/>
            <a:chExt cx="1575006" cy="1453126"/>
          </a:xfrm>
        </p:grpSpPr>
        <p:grpSp>
          <p:nvGrpSpPr>
            <p:cNvPr id="1535" name="Google Shape;1535;p86"/>
            <p:cNvGrpSpPr/>
            <p:nvPr/>
          </p:nvGrpSpPr>
          <p:grpSpPr>
            <a:xfrm flipH="1">
              <a:off x="3426555" y="1357800"/>
              <a:ext cx="1575006" cy="1453126"/>
              <a:chOff x="750547" y="1762739"/>
              <a:chExt cx="2600736" cy="2399482"/>
            </a:xfrm>
          </p:grpSpPr>
          <p:grpSp>
            <p:nvGrpSpPr>
              <p:cNvPr id="1536" name="Google Shape;1536;p86"/>
              <p:cNvGrpSpPr/>
              <p:nvPr/>
            </p:nvGrpSpPr>
            <p:grpSpPr>
              <a:xfrm>
                <a:off x="1237142" y="1764453"/>
                <a:ext cx="2114141" cy="2397768"/>
                <a:chOff x="1237142" y="1764453"/>
                <a:chExt cx="2114141" cy="2397768"/>
              </a:xfrm>
            </p:grpSpPr>
            <p:sp>
              <p:nvSpPr>
                <p:cNvPr id="1537" name="Google Shape;1537;p86"/>
                <p:cNvSpPr/>
                <p:nvPr/>
              </p:nvSpPr>
              <p:spPr>
                <a:xfrm>
                  <a:off x="1745083" y="1764453"/>
                  <a:ext cx="1606200" cy="1606200"/>
                </a:xfrm>
                <a:prstGeom prst="arc">
                  <a:avLst>
                    <a:gd fmla="val 4006266" name="adj1"/>
                    <a:gd fmla="val 7732148" name="adj2"/>
                  </a:avLst>
                </a:prstGeom>
                <a:noFill/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38" name="Google Shape;1538;p86"/>
                <p:cNvSpPr/>
                <p:nvPr/>
              </p:nvSpPr>
              <p:spPr>
                <a:xfrm>
                  <a:off x="1237142" y="2556021"/>
                  <a:ext cx="1606200" cy="1606200"/>
                </a:xfrm>
                <a:prstGeom prst="arc">
                  <a:avLst>
                    <a:gd fmla="val 17517932" name="adj1"/>
                    <a:gd fmla="val 21411708" name="adj2"/>
                  </a:avLst>
                </a:prstGeom>
                <a:noFill/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539" name="Google Shape;1539;p86"/>
              <p:cNvSpPr/>
              <p:nvPr/>
            </p:nvSpPr>
            <p:spPr>
              <a:xfrm>
                <a:off x="750547" y="1762739"/>
                <a:ext cx="1606200" cy="1606200"/>
              </a:xfrm>
              <a:prstGeom prst="arc">
                <a:avLst>
                  <a:gd fmla="val 178216" name="adj1"/>
                  <a:gd fmla="val 3176238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540" name="Google Shape;1540;p86"/>
            <p:cNvCxnSpPr/>
            <p:nvPr/>
          </p:nvCxnSpPr>
          <p:spPr>
            <a:xfrm>
              <a:off x="3869747" y="1984058"/>
              <a:ext cx="0" cy="348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1" name="Google Shape;1541;p86"/>
            <p:cNvCxnSpPr/>
            <p:nvPr/>
          </p:nvCxnSpPr>
          <p:spPr>
            <a:xfrm>
              <a:off x="3903346" y="1956812"/>
              <a:ext cx="0" cy="380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2" name="Google Shape;1542;p86"/>
            <p:cNvCxnSpPr/>
            <p:nvPr/>
          </p:nvCxnSpPr>
          <p:spPr>
            <a:xfrm>
              <a:off x="3936941" y="1931292"/>
              <a:ext cx="0" cy="403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3" name="Google Shape;1543;p86"/>
            <p:cNvCxnSpPr/>
            <p:nvPr/>
          </p:nvCxnSpPr>
          <p:spPr>
            <a:xfrm>
              <a:off x="3970538" y="1904402"/>
              <a:ext cx="0" cy="423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4" name="Google Shape;1544;p86"/>
            <p:cNvCxnSpPr/>
            <p:nvPr/>
          </p:nvCxnSpPr>
          <p:spPr>
            <a:xfrm>
              <a:off x="4004136" y="1894198"/>
              <a:ext cx="0" cy="428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5" name="Google Shape;1545;p86"/>
            <p:cNvCxnSpPr/>
            <p:nvPr/>
          </p:nvCxnSpPr>
          <p:spPr>
            <a:xfrm>
              <a:off x="4037733" y="1938817"/>
              <a:ext cx="0" cy="372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6" name="Google Shape;1546;p86"/>
            <p:cNvCxnSpPr/>
            <p:nvPr/>
          </p:nvCxnSpPr>
          <p:spPr>
            <a:xfrm>
              <a:off x="4071330" y="2046089"/>
              <a:ext cx="0" cy="257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7" name="Google Shape;1547;p86"/>
            <p:cNvCxnSpPr/>
            <p:nvPr/>
          </p:nvCxnSpPr>
          <p:spPr>
            <a:xfrm>
              <a:off x="4104927" y="2105168"/>
              <a:ext cx="0" cy="192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8" name="Google Shape;1548;p86"/>
            <p:cNvCxnSpPr/>
            <p:nvPr/>
          </p:nvCxnSpPr>
          <p:spPr>
            <a:xfrm>
              <a:off x="4138524" y="2146472"/>
              <a:ext cx="0" cy="12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9" name="Google Shape;1549;p86"/>
            <p:cNvCxnSpPr/>
            <p:nvPr/>
          </p:nvCxnSpPr>
          <p:spPr>
            <a:xfrm>
              <a:off x="3768957" y="2143936"/>
              <a:ext cx="0" cy="173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0" name="Google Shape;1550;p86"/>
            <p:cNvCxnSpPr/>
            <p:nvPr/>
          </p:nvCxnSpPr>
          <p:spPr>
            <a:xfrm>
              <a:off x="3802554" y="2078376"/>
              <a:ext cx="0" cy="239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1" name="Google Shape;1551;p86"/>
            <p:cNvCxnSpPr/>
            <p:nvPr/>
          </p:nvCxnSpPr>
          <p:spPr>
            <a:xfrm>
              <a:off x="3836152" y="2029517"/>
              <a:ext cx="0" cy="294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2" name="Google Shape;1552;p86"/>
            <p:cNvCxnSpPr/>
            <p:nvPr/>
          </p:nvCxnSpPr>
          <p:spPr>
            <a:xfrm>
              <a:off x="4172123" y="2188025"/>
              <a:ext cx="0" cy="72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53" name="Google Shape;1553;p86"/>
          <p:cNvSpPr/>
          <p:nvPr/>
        </p:nvSpPr>
        <p:spPr>
          <a:xfrm>
            <a:off x="6696385" y="1259614"/>
            <a:ext cx="1838400" cy="1677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86"/>
          <p:cNvSpPr txBox="1"/>
          <p:nvPr/>
        </p:nvSpPr>
        <p:spPr>
          <a:xfrm>
            <a:off x="6845015" y="1276907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5" name="Google Shape;1555;p86"/>
          <p:cNvGrpSpPr/>
          <p:nvPr/>
        </p:nvGrpSpPr>
        <p:grpSpPr>
          <a:xfrm>
            <a:off x="7118664" y="1382416"/>
            <a:ext cx="1269284" cy="1480254"/>
            <a:chOff x="1248950" y="1774293"/>
            <a:chExt cx="2095911" cy="2444277"/>
          </a:xfrm>
        </p:grpSpPr>
        <p:sp>
          <p:nvSpPr>
            <p:cNvPr id="1556" name="Google Shape;1556;p86"/>
            <p:cNvSpPr/>
            <p:nvPr/>
          </p:nvSpPr>
          <p:spPr>
            <a:xfrm>
              <a:off x="1248950" y="2612370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86"/>
            <p:cNvSpPr/>
            <p:nvPr/>
          </p:nvSpPr>
          <p:spPr>
            <a:xfrm>
              <a:off x="1738661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8" name="Google Shape;1558;p86"/>
          <p:cNvSpPr txBox="1"/>
          <p:nvPr/>
        </p:nvSpPr>
        <p:spPr>
          <a:xfrm>
            <a:off x="8240955" y="1276911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86"/>
          <p:cNvSpPr txBox="1"/>
          <p:nvPr/>
        </p:nvSpPr>
        <p:spPr>
          <a:xfrm>
            <a:off x="6529925" y="1213075"/>
            <a:ext cx="8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560" name="Google Shape;1560;p86"/>
          <p:cNvSpPr txBox="1"/>
          <p:nvPr/>
        </p:nvSpPr>
        <p:spPr>
          <a:xfrm>
            <a:off x="7042498" y="2634361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86"/>
          <p:cNvSpPr/>
          <p:nvPr/>
        </p:nvSpPr>
        <p:spPr>
          <a:xfrm>
            <a:off x="6842616" y="1405299"/>
            <a:ext cx="972900" cy="9729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86"/>
          <p:cNvSpPr txBox="1"/>
          <p:nvPr>
            <p:ph idx="1" type="body"/>
          </p:nvPr>
        </p:nvSpPr>
        <p:spPr>
          <a:xfrm>
            <a:off x="324000" y="3397200"/>
            <a:ext cx="247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of event A</a:t>
            </a:r>
            <a:endParaRPr sz="1800"/>
          </a:p>
        </p:txBody>
      </p:sp>
      <p:sp>
        <p:nvSpPr>
          <p:cNvPr id="1563" name="Google Shape;1563;p86"/>
          <p:cNvSpPr txBox="1"/>
          <p:nvPr>
            <p:ph idx="1" type="body"/>
          </p:nvPr>
        </p:nvSpPr>
        <p:spPr>
          <a:xfrm>
            <a:off x="3336300" y="3397200"/>
            <a:ext cx="247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r>
              <a:rPr lang="en-GB" sz="1800"/>
              <a:t>utcomes of event B only</a:t>
            </a:r>
            <a:endParaRPr sz="1800"/>
          </a:p>
        </p:txBody>
      </p:sp>
      <p:sp>
        <p:nvSpPr>
          <p:cNvPr id="1564" name="Google Shape;1564;p86"/>
          <p:cNvSpPr txBox="1"/>
          <p:nvPr>
            <p:ph idx="1" type="body"/>
          </p:nvPr>
        </p:nvSpPr>
        <p:spPr>
          <a:xfrm>
            <a:off x="6460500" y="3397200"/>
            <a:ext cx="247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of event A and event B but not event C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570" name="Google Shape;1570;p87"/>
          <p:cNvSpPr txBox="1"/>
          <p:nvPr>
            <p:ph idx="1" type="body"/>
          </p:nvPr>
        </p:nvSpPr>
        <p:spPr>
          <a:xfrm>
            <a:off x="324000" y="759300"/>
            <a:ext cx="8237700" cy="15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 spinner has the possible outcomes of {3, 5, 6, 8, 10, 12, 15, 18, 20, 25}.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A = {odd numbers}, event B = {factors of 30} and </a:t>
            </a:r>
            <a:br>
              <a:rPr lang="en-GB" sz="1800"/>
            </a:br>
            <a:r>
              <a:rPr lang="en-GB" sz="1800"/>
              <a:t>event C = {multiples of 3}.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Draw a </a:t>
            </a:r>
            <a:r>
              <a:rPr lang="en-GB" sz="1800"/>
              <a:t>Venn diagram</a:t>
            </a:r>
            <a:r>
              <a:rPr lang="en-GB" sz="1800"/>
              <a:t> to show this information. </a:t>
            </a:r>
            <a:endParaRPr sz="1800"/>
          </a:p>
        </p:txBody>
      </p:sp>
      <p:sp>
        <p:nvSpPr>
          <p:cNvPr id="1571" name="Google Shape;1571;p87"/>
          <p:cNvSpPr/>
          <p:nvPr/>
        </p:nvSpPr>
        <p:spPr>
          <a:xfrm>
            <a:off x="3341740" y="3208649"/>
            <a:ext cx="1756800" cy="1314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87"/>
          <p:cNvSpPr/>
          <p:nvPr/>
        </p:nvSpPr>
        <p:spPr>
          <a:xfrm>
            <a:off x="2606134" y="2449776"/>
            <a:ext cx="3161700" cy="2200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87"/>
          <p:cNvSpPr txBox="1"/>
          <p:nvPr/>
        </p:nvSpPr>
        <p:spPr>
          <a:xfrm>
            <a:off x="2416350" y="2400825"/>
            <a:ext cx="18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87"/>
          <p:cNvSpPr/>
          <p:nvPr/>
        </p:nvSpPr>
        <p:spPr>
          <a:xfrm>
            <a:off x="2761865" y="2588217"/>
            <a:ext cx="1756800" cy="1314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87"/>
          <p:cNvSpPr txBox="1"/>
          <p:nvPr/>
        </p:nvSpPr>
        <p:spPr>
          <a:xfrm>
            <a:off x="2816610" y="2564467"/>
            <a:ext cx="274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6" name="Google Shape;1576;p87"/>
          <p:cNvSpPr/>
          <p:nvPr/>
        </p:nvSpPr>
        <p:spPr>
          <a:xfrm>
            <a:off x="3853268" y="2588217"/>
            <a:ext cx="1756800" cy="1314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87"/>
          <p:cNvSpPr txBox="1"/>
          <p:nvPr/>
        </p:nvSpPr>
        <p:spPr>
          <a:xfrm>
            <a:off x="5366895" y="2548934"/>
            <a:ext cx="274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8" name="Google Shape;1578;p87"/>
          <p:cNvSpPr txBox="1"/>
          <p:nvPr/>
        </p:nvSpPr>
        <p:spPr>
          <a:xfrm>
            <a:off x="4739623" y="2968575"/>
            <a:ext cx="39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9" name="Google Shape;1579;p87"/>
          <p:cNvSpPr txBox="1"/>
          <p:nvPr/>
        </p:nvSpPr>
        <p:spPr>
          <a:xfrm>
            <a:off x="4621271" y="3472200"/>
            <a:ext cx="22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0" name="Google Shape;1580;p87"/>
          <p:cNvSpPr txBox="1"/>
          <p:nvPr/>
        </p:nvSpPr>
        <p:spPr>
          <a:xfrm>
            <a:off x="3738093" y="3989850"/>
            <a:ext cx="2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1" name="Google Shape;1581;p87"/>
          <p:cNvSpPr txBox="1"/>
          <p:nvPr/>
        </p:nvSpPr>
        <p:spPr>
          <a:xfrm>
            <a:off x="4212475" y="4057500"/>
            <a:ext cx="34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2" name="Google Shape;1582;p87"/>
          <p:cNvSpPr txBox="1"/>
          <p:nvPr/>
        </p:nvSpPr>
        <p:spPr>
          <a:xfrm>
            <a:off x="3341748" y="4263368"/>
            <a:ext cx="274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3" name="Google Shape;1583;p87"/>
          <p:cNvSpPr txBox="1"/>
          <p:nvPr/>
        </p:nvSpPr>
        <p:spPr>
          <a:xfrm>
            <a:off x="4090676" y="2861275"/>
            <a:ext cx="22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4" name="Google Shape;1584;p87"/>
          <p:cNvSpPr txBox="1"/>
          <p:nvPr/>
        </p:nvSpPr>
        <p:spPr>
          <a:xfrm>
            <a:off x="3938280" y="3240000"/>
            <a:ext cx="2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5" name="Google Shape;1585;p87"/>
          <p:cNvSpPr txBox="1"/>
          <p:nvPr/>
        </p:nvSpPr>
        <p:spPr>
          <a:xfrm>
            <a:off x="4182900" y="3316200"/>
            <a:ext cx="2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6" name="Google Shape;1586;p87"/>
          <p:cNvSpPr txBox="1"/>
          <p:nvPr/>
        </p:nvSpPr>
        <p:spPr>
          <a:xfrm>
            <a:off x="2816594" y="4235475"/>
            <a:ext cx="2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7" name="Google Shape;1587;p87"/>
          <p:cNvSpPr txBox="1"/>
          <p:nvPr/>
        </p:nvSpPr>
        <p:spPr>
          <a:xfrm>
            <a:off x="5204944" y="4235475"/>
            <a:ext cx="34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8" name="Google Shape;1588;p87"/>
          <p:cNvSpPr txBox="1"/>
          <p:nvPr/>
        </p:nvSpPr>
        <p:spPr>
          <a:xfrm>
            <a:off x="3043844" y="3010400"/>
            <a:ext cx="34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594" name="Google Shape;1594;p88"/>
          <p:cNvSpPr txBox="1"/>
          <p:nvPr>
            <p:ph idx="1" type="body"/>
          </p:nvPr>
        </p:nvSpPr>
        <p:spPr>
          <a:xfrm>
            <a:off x="324000" y="759300"/>
            <a:ext cx="82377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There are 20 playing cards. Each card is either red(R) or black(B) and a number from 1 to 10. For example, R3 is a red number 3.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A = {black cards}, event B = {even number} and event C = {factor of 10}.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Draw a </a:t>
            </a:r>
            <a:r>
              <a:rPr lang="en-GB" sz="1800"/>
              <a:t>Venn diagram</a:t>
            </a:r>
            <a:r>
              <a:rPr lang="en-GB" sz="1800"/>
              <a:t> to show this information. </a:t>
            </a:r>
            <a:endParaRPr sz="1800"/>
          </a:p>
        </p:txBody>
      </p:sp>
      <p:sp>
        <p:nvSpPr>
          <p:cNvPr id="1595" name="Google Shape;1595;p88"/>
          <p:cNvSpPr/>
          <p:nvPr/>
        </p:nvSpPr>
        <p:spPr>
          <a:xfrm>
            <a:off x="2751188" y="3361048"/>
            <a:ext cx="2184300" cy="1314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88"/>
          <p:cNvSpPr/>
          <p:nvPr/>
        </p:nvSpPr>
        <p:spPr>
          <a:xfrm>
            <a:off x="1836527" y="2602176"/>
            <a:ext cx="3931200" cy="2200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88"/>
          <p:cNvSpPr txBox="1"/>
          <p:nvPr/>
        </p:nvSpPr>
        <p:spPr>
          <a:xfrm>
            <a:off x="1600548" y="2553225"/>
            <a:ext cx="235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88"/>
          <p:cNvSpPr/>
          <p:nvPr/>
        </p:nvSpPr>
        <p:spPr>
          <a:xfrm>
            <a:off x="2069013" y="2740617"/>
            <a:ext cx="2184300" cy="1314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88"/>
          <p:cNvSpPr txBox="1"/>
          <p:nvPr/>
        </p:nvSpPr>
        <p:spPr>
          <a:xfrm>
            <a:off x="2098236" y="2716867"/>
            <a:ext cx="340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0" name="Google Shape;1600;p88"/>
          <p:cNvSpPr/>
          <p:nvPr/>
        </p:nvSpPr>
        <p:spPr>
          <a:xfrm>
            <a:off x="3325072" y="2740617"/>
            <a:ext cx="2184300" cy="1314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88"/>
          <p:cNvSpPr txBox="1"/>
          <p:nvPr/>
        </p:nvSpPr>
        <p:spPr>
          <a:xfrm>
            <a:off x="5269291" y="2701334"/>
            <a:ext cx="340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2" name="Google Shape;1602;p88"/>
          <p:cNvSpPr txBox="1"/>
          <p:nvPr/>
        </p:nvSpPr>
        <p:spPr>
          <a:xfrm>
            <a:off x="5226211" y="4054924"/>
            <a:ext cx="4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3" name="Google Shape;1603;p88"/>
          <p:cNvSpPr txBox="1"/>
          <p:nvPr/>
        </p:nvSpPr>
        <p:spPr>
          <a:xfrm>
            <a:off x="4681474" y="2919175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4" name="Google Shape;1604;p88"/>
          <p:cNvSpPr txBox="1"/>
          <p:nvPr/>
        </p:nvSpPr>
        <p:spPr>
          <a:xfrm>
            <a:off x="5226215" y="4415774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5" name="Google Shape;1605;p88"/>
          <p:cNvSpPr txBox="1"/>
          <p:nvPr/>
        </p:nvSpPr>
        <p:spPr>
          <a:xfrm>
            <a:off x="1931606" y="4415799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6" name="Google Shape;1606;p88"/>
          <p:cNvSpPr txBox="1"/>
          <p:nvPr/>
        </p:nvSpPr>
        <p:spPr>
          <a:xfrm>
            <a:off x="2751199" y="4415767"/>
            <a:ext cx="340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7" name="Google Shape;1607;p88"/>
          <p:cNvSpPr txBox="1"/>
          <p:nvPr/>
        </p:nvSpPr>
        <p:spPr>
          <a:xfrm>
            <a:off x="4935627" y="3312987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8" name="Google Shape;1608;p88"/>
          <p:cNvSpPr txBox="1"/>
          <p:nvPr/>
        </p:nvSpPr>
        <p:spPr>
          <a:xfrm>
            <a:off x="4178157" y="2805225"/>
            <a:ext cx="58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9" name="Google Shape;1609;p88"/>
          <p:cNvSpPr txBox="1"/>
          <p:nvPr/>
        </p:nvSpPr>
        <p:spPr>
          <a:xfrm>
            <a:off x="3092145" y="4107974"/>
            <a:ext cx="4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0" name="Google Shape;1610;p88"/>
          <p:cNvSpPr txBox="1"/>
          <p:nvPr/>
        </p:nvSpPr>
        <p:spPr>
          <a:xfrm>
            <a:off x="4245769" y="3509826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1" name="Google Shape;1611;p88"/>
          <p:cNvSpPr txBox="1"/>
          <p:nvPr/>
        </p:nvSpPr>
        <p:spPr>
          <a:xfrm>
            <a:off x="4405681" y="3782999"/>
            <a:ext cx="58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2" name="Google Shape;1612;p88"/>
          <p:cNvSpPr txBox="1"/>
          <p:nvPr/>
        </p:nvSpPr>
        <p:spPr>
          <a:xfrm>
            <a:off x="4067345" y="4107974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3" name="Google Shape;1613;p88"/>
          <p:cNvSpPr txBox="1"/>
          <p:nvPr/>
        </p:nvSpPr>
        <p:spPr>
          <a:xfrm>
            <a:off x="2665035" y="3243875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4" name="Google Shape;1614;p88"/>
          <p:cNvSpPr txBox="1"/>
          <p:nvPr/>
        </p:nvSpPr>
        <p:spPr>
          <a:xfrm>
            <a:off x="3639208" y="3595439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5" name="Google Shape;1615;p88"/>
          <p:cNvSpPr txBox="1"/>
          <p:nvPr/>
        </p:nvSpPr>
        <p:spPr>
          <a:xfrm>
            <a:off x="3104267" y="3509326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6" name="Google Shape;1616;p88"/>
          <p:cNvSpPr txBox="1"/>
          <p:nvPr/>
        </p:nvSpPr>
        <p:spPr>
          <a:xfrm>
            <a:off x="3185492" y="2844450"/>
            <a:ext cx="4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7" name="Google Shape;1617;p88"/>
          <p:cNvSpPr txBox="1"/>
          <p:nvPr/>
        </p:nvSpPr>
        <p:spPr>
          <a:xfrm>
            <a:off x="3414493" y="3110085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8" name="Google Shape;1618;p88"/>
          <p:cNvSpPr txBox="1"/>
          <p:nvPr/>
        </p:nvSpPr>
        <p:spPr>
          <a:xfrm>
            <a:off x="2465776" y="2919175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9" name="Google Shape;1619;p88"/>
          <p:cNvSpPr txBox="1"/>
          <p:nvPr/>
        </p:nvSpPr>
        <p:spPr>
          <a:xfrm>
            <a:off x="3635778" y="2888094"/>
            <a:ext cx="4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0" name="Google Shape;1620;p88"/>
          <p:cNvSpPr txBox="1"/>
          <p:nvPr/>
        </p:nvSpPr>
        <p:spPr>
          <a:xfrm>
            <a:off x="3858092" y="3087866"/>
            <a:ext cx="58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1" name="Google Shape;1621;p88"/>
          <p:cNvSpPr txBox="1"/>
          <p:nvPr/>
        </p:nvSpPr>
        <p:spPr>
          <a:xfrm>
            <a:off x="2785162" y="3752124"/>
            <a:ext cx="4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2" name="Google Shape;1622;p88"/>
          <p:cNvSpPr txBox="1"/>
          <p:nvPr/>
        </p:nvSpPr>
        <p:spPr>
          <a:xfrm>
            <a:off x="3468896" y="3359438"/>
            <a:ext cx="58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89"/>
          <p:cNvSpPr/>
          <p:nvPr/>
        </p:nvSpPr>
        <p:spPr>
          <a:xfrm>
            <a:off x="3637767" y="1236339"/>
            <a:ext cx="1838400" cy="1677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89"/>
          <p:cNvSpPr/>
          <p:nvPr/>
        </p:nvSpPr>
        <p:spPr>
          <a:xfrm>
            <a:off x="567537" y="1223961"/>
            <a:ext cx="1875300" cy="1711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630" name="Google Shape;1630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Match the statements to the shaded areas.</a:t>
            </a:r>
            <a:endParaRPr sz="1800"/>
          </a:p>
        </p:txBody>
      </p:sp>
      <p:sp>
        <p:nvSpPr>
          <p:cNvPr id="1631" name="Google Shape;1631;p89"/>
          <p:cNvSpPr/>
          <p:nvPr/>
        </p:nvSpPr>
        <p:spPr>
          <a:xfrm>
            <a:off x="688875" y="1362575"/>
            <a:ext cx="992100" cy="992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89"/>
          <p:cNvSpPr txBox="1"/>
          <p:nvPr/>
        </p:nvSpPr>
        <p:spPr>
          <a:xfrm>
            <a:off x="722464" y="1256431"/>
            <a:ext cx="1548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3" name="Google Shape;1633;p89"/>
          <p:cNvGrpSpPr/>
          <p:nvPr/>
        </p:nvGrpSpPr>
        <p:grpSpPr>
          <a:xfrm>
            <a:off x="1001578" y="1362519"/>
            <a:ext cx="1291317" cy="1479886"/>
            <a:chOff x="1248950" y="1774293"/>
            <a:chExt cx="2090525" cy="2395800"/>
          </a:xfrm>
        </p:grpSpPr>
        <p:sp>
          <p:nvSpPr>
            <p:cNvPr id="1634" name="Google Shape;1634;p89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5" name="Google Shape;1635;p89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6" name="Google Shape;1636;p89"/>
          <p:cNvSpPr txBox="1"/>
          <p:nvPr/>
        </p:nvSpPr>
        <p:spPr>
          <a:xfrm>
            <a:off x="2146304" y="1256435"/>
            <a:ext cx="1548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89"/>
          <p:cNvSpPr txBox="1"/>
          <p:nvPr/>
        </p:nvSpPr>
        <p:spPr>
          <a:xfrm>
            <a:off x="402600" y="1189800"/>
            <a:ext cx="9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638" name="Google Shape;1638;p89"/>
          <p:cNvSpPr txBox="1"/>
          <p:nvPr/>
        </p:nvSpPr>
        <p:spPr>
          <a:xfrm>
            <a:off x="925417" y="2639492"/>
            <a:ext cx="1548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9" name="Google Shape;1639;p89"/>
          <p:cNvGrpSpPr/>
          <p:nvPr/>
        </p:nvGrpSpPr>
        <p:grpSpPr>
          <a:xfrm flipH="1">
            <a:off x="687455" y="1354154"/>
            <a:ext cx="1606475" cy="1489157"/>
            <a:chOff x="687455" y="1354154"/>
            <a:chExt cx="1606475" cy="1489157"/>
          </a:xfrm>
        </p:grpSpPr>
        <p:grpSp>
          <p:nvGrpSpPr>
            <p:cNvPr id="1640" name="Google Shape;1640;p89"/>
            <p:cNvGrpSpPr/>
            <p:nvPr/>
          </p:nvGrpSpPr>
          <p:grpSpPr>
            <a:xfrm flipH="1">
              <a:off x="687455" y="1361151"/>
              <a:ext cx="1606475" cy="1482160"/>
              <a:chOff x="750547" y="1762739"/>
              <a:chExt cx="2600736" cy="2399482"/>
            </a:xfrm>
          </p:grpSpPr>
          <p:grpSp>
            <p:nvGrpSpPr>
              <p:cNvPr id="1641" name="Google Shape;1641;p89"/>
              <p:cNvGrpSpPr/>
              <p:nvPr/>
            </p:nvGrpSpPr>
            <p:grpSpPr>
              <a:xfrm>
                <a:off x="1237142" y="1764453"/>
                <a:ext cx="2114141" cy="2397768"/>
                <a:chOff x="1237142" y="1764453"/>
                <a:chExt cx="2114141" cy="2397768"/>
              </a:xfrm>
            </p:grpSpPr>
            <p:sp>
              <p:nvSpPr>
                <p:cNvPr id="1642" name="Google Shape;1642;p89"/>
                <p:cNvSpPr/>
                <p:nvPr/>
              </p:nvSpPr>
              <p:spPr>
                <a:xfrm>
                  <a:off x="1745083" y="1764453"/>
                  <a:ext cx="1606200" cy="1606200"/>
                </a:xfrm>
                <a:prstGeom prst="arc">
                  <a:avLst>
                    <a:gd fmla="val 13816252" name="adj1"/>
                    <a:gd fmla="val 4175238" name="adj2"/>
                  </a:avLst>
                </a:prstGeom>
                <a:noFill/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43" name="Google Shape;1643;p89"/>
                <p:cNvSpPr/>
                <p:nvPr/>
              </p:nvSpPr>
              <p:spPr>
                <a:xfrm>
                  <a:off x="1237142" y="2556021"/>
                  <a:ext cx="1606200" cy="1606200"/>
                </a:xfrm>
                <a:prstGeom prst="arc">
                  <a:avLst>
                    <a:gd fmla="val 17517932" name="adj1"/>
                    <a:gd fmla="val 21411708" name="adj2"/>
                  </a:avLst>
                </a:prstGeom>
                <a:noFill/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644" name="Google Shape;1644;p89"/>
              <p:cNvSpPr/>
              <p:nvPr/>
            </p:nvSpPr>
            <p:spPr>
              <a:xfrm>
                <a:off x="750547" y="1762739"/>
                <a:ext cx="1606200" cy="1606200"/>
              </a:xfrm>
              <a:prstGeom prst="arc">
                <a:avLst>
                  <a:gd fmla="val 18465979" name="adj1"/>
                  <a:gd fmla="val 285720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45" name="Google Shape;1645;p89"/>
            <p:cNvCxnSpPr/>
            <p:nvPr/>
          </p:nvCxnSpPr>
          <p:spPr>
            <a:xfrm rot="10800000">
              <a:off x="1139495" y="1359034"/>
              <a:ext cx="0" cy="643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6" name="Google Shape;1646;p89"/>
            <p:cNvCxnSpPr/>
            <p:nvPr/>
          </p:nvCxnSpPr>
          <p:spPr>
            <a:xfrm rot="10800000">
              <a:off x="1173763" y="1354154"/>
              <a:ext cx="0" cy="611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7" name="Google Shape;1647;p89"/>
            <p:cNvCxnSpPr/>
            <p:nvPr/>
          </p:nvCxnSpPr>
          <p:spPr>
            <a:xfrm rot="10800000">
              <a:off x="1208032" y="1356652"/>
              <a:ext cx="0" cy="585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8" name="Google Shape;1648;p89"/>
            <p:cNvCxnSpPr/>
            <p:nvPr/>
          </p:nvCxnSpPr>
          <p:spPr>
            <a:xfrm rot="10800000">
              <a:off x="1242301" y="1363730"/>
              <a:ext cx="0" cy="561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9" name="Google Shape;1649;p89"/>
            <p:cNvCxnSpPr/>
            <p:nvPr/>
          </p:nvCxnSpPr>
          <p:spPr>
            <a:xfrm rot="10800000">
              <a:off x="1276569" y="1368572"/>
              <a:ext cx="0" cy="536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89"/>
            <p:cNvCxnSpPr/>
            <p:nvPr/>
          </p:nvCxnSpPr>
          <p:spPr>
            <a:xfrm rot="10800000">
              <a:off x="1310836" y="1381081"/>
              <a:ext cx="0" cy="379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1" name="Google Shape;1651;p89"/>
            <p:cNvCxnSpPr/>
            <p:nvPr/>
          </p:nvCxnSpPr>
          <p:spPr>
            <a:xfrm rot="10800000">
              <a:off x="1345105" y="1388065"/>
              <a:ext cx="0" cy="262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2" name="Google Shape;1652;p89"/>
            <p:cNvCxnSpPr/>
            <p:nvPr/>
          </p:nvCxnSpPr>
          <p:spPr>
            <a:xfrm rot="10800000">
              <a:off x="1379373" y="1394105"/>
              <a:ext cx="0" cy="196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3" name="Google Shape;1653;p89"/>
            <p:cNvCxnSpPr/>
            <p:nvPr/>
          </p:nvCxnSpPr>
          <p:spPr>
            <a:xfrm rot="10800000">
              <a:off x="1413642" y="1416176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4" name="Google Shape;1654;p89"/>
            <p:cNvCxnSpPr/>
            <p:nvPr/>
          </p:nvCxnSpPr>
          <p:spPr>
            <a:xfrm rot="10800000">
              <a:off x="1036689" y="1374726"/>
              <a:ext cx="0" cy="789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89"/>
            <p:cNvCxnSpPr/>
            <p:nvPr/>
          </p:nvCxnSpPr>
          <p:spPr>
            <a:xfrm rot="10800000">
              <a:off x="1070957" y="1373594"/>
              <a:ext cx="0" cy="719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6" name="Google Shape;1656;p89"/>
            <p:cNvCxnSpPr/>
            <p:nvPr/>
          </p:nvCxnSpPr>
          <p:spPr>
            <a:xfrm rot="10800000">
              <a:off x="1105226" y="1367400"/>
              <a:ext cx="0" cy="678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7" name="Google Shape;1657;p89"/>
            <p:cNvCxnSpPr/>
            <p:nvPr/>
          </p:nvCxnSpPr>
          <p:spPr>
            <a:xfrm rot="10800000">
              <a:off x="1447912" y="1431992"/>
              <a:ext cx="0" cy="74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8" name="Google Shape;1658;p89"/>
            <p:cNvCxnSpPr/>
            <p:nvPr/>
          </p:nvCxnSpPr>
          <p:spPr>
            <a:xfrm rot="10800000">
              <a:off x="831139" y="1514477"/>
              <a:ext cx="0" cy="693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9" name="Google Shape;1659;p89"/>
            <p:cNvCxnSpPr/>
            <p:nvPr/>
          </p:nvCxnSpPr>
          <p:spPr>
            <a:xfrm rot="10800000">
              <a:off x="865407" y="1475865"/>
              <a:ext cx="0" cy="761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0" name="Google Shape;1660;p89"/>
            <p:cNvCxnSpPr/>
            <p:nvPr/>
          </p:nvCxnSpPr>
          <p:spPr>
            <a:xfrm rot="10800000">
              <a:off x="899676" y="1450794"/>
              <a:ext cx="0" cy="812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1" name="Google Shape;1661;p89"/>
            <p:cNvCxnSpPr/>
            <p:nvPr/>
          </p:nvCxnSpPr>
          <p:spPr>
            <a:xfrm rot="10800000">
              <a:off x="933944" y="1431845"/>
              <a:ext cx="0" cy="859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2" name="Google Shape;1662;p89"/>
            <p:cNvCxnSpPr/>
            <p:nvPr/>
          </p:nvCxnSpPr>
          <p:spPr>
            <a:xfrm rot="10800000">
              <a:off x="968213" y="1414339"/>
              <a:ext cx="0" cy="891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3" name="Google Shape;1663;p89"/>
            <p:cNvCxnSpPr>
              <a:stCxn id="1643" idx="2"/>
            </p:cNvCxnSpPr>
            <p:nvPr/>
          </p:nvCxnSpPr>
          <p:spPr>
            <a:xfrm flipH="1" rot="10800000">
              <a:off x="1001953" y="1397879"/>
              <a:ext cx="600" cy="922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4" name="Google Shape;1664;p89"/>
            <p:cNvCxnSpPr/>
            <p:nvPr/>
          </p:nvCxnSpPr>
          <p:spPr>
            <a:xfrm>
              <a:off x="728333" y="1665376"/>
              <a:ext cx="0" cy="389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5" name="Google Shape;1665;p89"/>
            <p:cNvCxnSpPr/>
            <p:nvPr/>
          </p:nvCxnSpPr>
          <p:spPr>
            <a:xfrm rot="10800000">
              <a:off x="762601" y="1597360"/>
              <a:ext cx="0" cy="523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6" name="Google Shape;1666;p89"/>
            <p:cNvCxnSpPr/>
            <p:nvPr/>
          </p:nvCxnSpPr>
          <p:spPr>
            <a:xfrm rot="10800000">
              <a:off x="796870" y="1550097"/>
              <a:ext cx="0" cy="621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7" name="Google Shape;1667;p89"/>
            <p:cNvCxnSpPr/>
            <p:nvPr/>
          </p:nvCxnSpPr>
          <p:spPr>
            <a:xfrm rot="10800000">
              <a:off x="694062" y="1802119"/>
              <a:ext cx="0" cy="132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68" name="Google Shape;1668;p89"/>
          <p:cNvSpPr/>
          <p:nvPr/>
        </p:nvSpPr>
        <p:spPr>
          <a:xfrm>
            <a:off x="3783997" y="1382024"/>
            <a:ext cx="972900" cy="97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89"/>
          <p:cNvSpPr txBox="1"/>
          <p:nvPr/>
        </p:nvSpPr>
        <p:spPr>
          <a:xfrm>
            <a:off x="3786396" y="1253632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0" name="Google Shape;1670;p89"/>
          <p:cNvGrpSpPr/>
          <p:nvPr/>
        </p:nvGrpSpPr>
        <p:grpSpPr>
          <a:xfrm>
            <a:off x="4060045" y="1359141"/>
            <a:ext cx="1269284" cy="1480254"/>
            <a:chOff x="1248950" y="1774293"/>
            <a:chExt cx="2095911" cy="2444277"/>
          </a:xfrm>
        </p:grpSpPr>
        <p:sp>
          <p:nvSpPr>
            <p:cNvPr id="1671" name="Google Shape;1671;p89"/>
            <p:cNvSpPr/>
            <p:nvPr/>
          </p:nvSpPr>
          <p:spPr>
            <a:xfrm>
              <a:off x="1248950" y="2612370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2" name="Google Shape;1672;p89"/>
            <p:cNvSpPr/>
            <p:nvPr/>
          </p:nvSpPr>
          <p:spPr>
            <a:xfrm>
              <a:off x="1738661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3" name="Google Shape;1673;p89"/>
          <p:cNvSpPr txBox="1"/>
          <p:nvPr/>
        </p:nvSpPr>
        <p:spPr>
          <a:xfrm>
            <a:off x="5182337" y="1253636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89"/>
          <p:cNvSpPr txBox="1"/>
          <p:nvPr/>
        </p:nvSpPr>
        <p:spPr>
          <a:xfrm>
            <a:off x="3471307" y="1189800"/>
            <a:ext cx="8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675" name="Google Shape;1675;p89"/>
          <p:cNvSpPr txBox="1"/>
          <p:nvPr/>
        </p:nvSpPr>
        <p:spPr>
          <a:xfrm>
            <a:off x="3983879" y="2611086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6" name="Google Shape;1676;p89"/>
          <p:cNvGrpSpPr/>
          <p:nvPr/>
        </p:nvGrpSpPr>
        <p:grpSpPr>
          <a:xfrm rot="7200044">
            <a:off x="3698888" y="1254360"/>
            <a:ext cx="1574971" cy="1453094"/>
            <a:chOff x="3426555" y="1357800"/>
            <a:chExt cx="1575006" cy="1453126"/>
          </a:xfrm>
        </p:grpSpPr>
        <p:grpSp>
          <p:nvGrpSpPr>
            <p:cNvPr id="1677" name="Google Shape;1677;p89"/>
            <p:cNvGrpSpPr/>
            <p:nvPr/>
          </p:nvGrpSpPr>
          <p:grpSpPr>
            <a:xfrm flipH="1">
              <a:off x="3426555" y="1357800"/>
              <a:ext cx="1575006" cy="1453126"/>
              <a:chOff x="750547" y="1762739"/>
              <a:chExt cx="2600736" cy="2399482"/>
            </a:xfrm>
          </p:grpSpPr>
          <p:grpSp>
            <p:nvGrpSpPr>
              <p:cNvPr id="1678" name="Google Shape;1678;p89"/>
              <p:cNvGrpSpPr/>
              <p:nvPr/>
            </p:nvGrpSpPr>
            <p:grpSpPr>
              <a:xfrm>
                <a:off x="1237142" y="1764453"/>
                <a:ext cx="2114141" cy="2397768"/>
                <a:chOff x="1237142" y="1764453"/>
                <a:chExt cx="2114141" cy="2397768"/>
              </a:xfrm>
            </p:grpSpPr>
            <p:sp>
              <p:nvSpPr>
                <p:cNvPr id="1679" name="Google Shape;1679;p89"/>
                <p:cNvSpPr/>
                <p:nvPr/>
              </p:nvSpPr>
              <p:spPr>
                <a:xfrm>
                  <a:off x="1745083" y="1764453"/>
                  <a:ext cx="1606200" cy="1606200"/>
                </a:xfrm>
                <a:prstGeom prst="arc">
                  <a:avLst>
                    <a:gd fmla="val 4006266" name="adj1"/>
                    <a:gd fmla="val 7732148" name="adj2"/>
                  </a:avLst>
                </a:prstGeom>
                <a:noFill/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680" name="Google Shape;1680;p89"/>
                <p:cNvSpPr/>
                <p:nvPr/>
              </p:nvSpPr>
              <p:spPr>
                <a:xfrm>
                  <a:off x="1237142" y="2556021"/>
                  <a:ext cx="1606200" cy="1606200"/>
                </a:xfrm>
                <a:prstGeom prst="arc">
                  <a:avLst>
                    <a:gd fmla="val 17517932" name="adj1"/>
                    <a:gd fmla="val 21411708" name="adj2"/>
                  </a:avLst>
                </a:prstGeom>
                <a:noFill/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681" name="Google Shape;1681;p89"/>
              <p:cNvSpPr/>
              <p:nvPr/>
            </p:nvSpPr>
            <p:spPr>
              <a:xfrm>
                <a:off x="750547" y="1762739"/>
                <a:ext cx="1606200" cy="1606200"/>
              </a:xfrm>
              <a:prstGeom prst="arc">
                <a:avLst>
                  <a:gd fmla="val 178216" name="adj1"/>
                  <a:gd fmla="val 3176238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82" name="Google Shape;1682;p89"/>
            <p:cNvCxnSpPr/>
            <p:nvPr/>
          </p:nvCxnSpPr>
          <p:spPr>
            <a:xfrm>
              <a:off x="3869747" y="1984058"/>
              <a:ext cx="0" cy="348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3" name="Google Shape;1683;p89"/>
            <p:cNvCxnSpPr/>
            <p:nvPr/>
          </p:nvCxnSpPr>
          <p:spPr>
            <a:xfrm>
              <a:off x="3903346" y="1956812"/>
              <a:ext cx="0" cy="380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4" name="Google Shape;1684;p89"/>
            <p:cNvCxnSpPr/>
            <p:nvPr/>
          </p:nvCxnSpPr>
          <p:spPr>
            <a:xfrm>
              <a:off x="3936941" y="1931292"/>
              <a:ext cx="0" cy="403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5" name="Google Shape;1685;p89"/>
            <p:cNvCxnSpPr/>
            <p:nvPr/>
          </p:nvCxnSpPr>
          <p:spPr>
            <a:xfrm>
              <a:off x="3970538" y="1904402"/>
              <a:ext cx="0" cy="423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6" name="Google Shape;1686;p89"/>
            <p:cNvCxnSpPr/>
            <p:nvPr/>
          </p:nvCxnSpPr>
          <p:spPr>
            <a:xfrm>
              <a:off x="4004136" y="1894198"/>
              <a:ext cx="0" cy="428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7" name="Google Shape;1687;p89"/>
            <p:cNvCxnSpPr/>
            <p:nvPr/>
          </p:nvCxnSpPr>
          <p:spPr>
            <a:xfrm>
              <a:off x="4037733" y="1938817"/>
              <a:ext cx="0" cy="372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8" name="Google Shape;1688;p89"/>
            <p:cNvCxnSpPr/>
            <p:nvPr/>
          </p:nvCxnSpPr>
          <p:spPr>
            <a:xfrm>
              <a:off x="4071330" y="2046089"/>
              <a:ext cx="0" cy="257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9" name="Google Shape;1689;p89"/>
            <p:cNvCxnSpPr/>
            <p:nvPr/>
          </p:nvCxnSpPr>
          <p:spPr>
            <a:xfrm>
              <a:off x="4104927" y="2105168"/>
              <a:ext cx="0" cy="192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0" name="Google Shape;1690;p89"/>
            <p:cNvCxnSpPr/>
            <p:nvPr/>
          </p:nvCxnSpPr>
          <p:spPr>
            <a:xfrm>
              <a:off x="4138524" y="2146472"/>
              <a:ext cx="0" cy="12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1" name="Google Shape;1691;p89"/>
            <p:cNvCxnSpPr/>
            <p:nvPr/>
          </p:nvCxnSpPr>
          <p:spPr>
            <a:xfrm>
              <a:off x="3768957" y="2143936"/>
              <a:ext cx="0" cy="173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2" name="Google Shape;1692;p89"/>
            <p:cNvCxnSpPr/>
            <p:nvPr/>
          </p:nvCxnSpPr>
          <p:spPr>
            <a:xfrm>
              <a:off x="3802554" y="2078376"/>
              <a:ext cx="0" cy="239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3" name="Google Shape;1693;p89"/>
            <p:cNvCxnSpPr/>
            <p:nvPr/>
          </p:nvCxnSpPr>
          <p:spPr>
            <a:xfrm>
              <a:off x="3836152" y="2029517"/>
              <a:ext cx="0" cy="294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4" name="Google Shape;1694;p89"/>
            <p:cNvCxnSpPr/>
            <p:nvPr/>
          </p:nvCxnSpPr>
          <p:spPr>
            <a:xfrm>
              <a:off x="4172123" y="2188025"/>
              <a:ext cx="0" cy="72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95" name="Google Shape;1695;p89"/>
          <p:cNvSpPr/>
          <p:nvPr/>
        </p:nvSpPr>
        <p:spPr>
          <a:xfrm>
            <a:off x="6696385" y="1259614"/>
            <a:ext cx="1838400" cy="1677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89"/>
          <p:cNvSpPr txBox="1"/>
          <p:nvPr/>
        </p:nvSpPr>
        <p:spPr>
          <a:xfrm>
            <a:off x="6845015" y="1276907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7" name="Google Shape;1697;p89"/>
          <p:cNvGrpSpPr/>
          <p:nvPr/>
        </p:nvGrpSpPr>
        <p:grpSpPr>
          <a:xfrm>
            <a:off x="7118664" y="1382416"/>
            <a:ext cx="1269284" cy="1480254"/>
            <a:chOff x="1248950" y="1774293"/>
            <a:chExt cx="2095911" cy="2444277"/>
          </a:xfrm>
        </p:grpSpPr>
        <p:sp>
          <p:nvSpPr>
            <p:cNvPr id="1698" name="Google Shape;1698;p89"/>
            <p:cNvSpPr/>
            <p:nvPr/>
          </p:nvSpPr>
          <p:spPr>
            <a:xfrm>
              <a:off x="1248950" y="2612370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9" name="Google Shape;1699;p89"/>
            <p:cNvSpPr/>
            <p:nvPr/>
          </p:nvSpPr>
          <p:spPr>
            <a:xfrm>
              <a:off x="1738661" y="1774293"/>
              <a:ext cx="1606200" cy="1606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0" name="Google Shape;1700;p89"/>
          <p:cNvSpPr txBox="1"/>
          <p:nvPr/>
        </p:nvSpPr>
        <p:spPr>
          <a:xfrm>
            <a:off x="8240955" y="1276911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89"/>
          <p:cNvSpPr txBox="1"/>
          <p:nvPr/>
        </p:nvSpPr>
        <p:spPr>
          <a:xfrm>
            <a:off x="6529925" y="1213075"/>
            <a:ext cx="8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702" name="Google Shape;1702;p89"/>
          <p:cNvSpPr txBox="1"/>
          <p:nvPr/>
        </p:nvSpPr>
        <p:spPr>
          <a:xfrm>
            <a:off x="7042498" y="2634361"/>
            <a:ext cx="151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89"/>
          <p:cNvSpPr/>
          <p:nvPr/>
        </p:nvSpPr>
        <p:spPr>
          <a:xfrm>
            <a:off x="6842616" y="1405299"/>
            <a:ext cx="972900" cy="9729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89"/>
          <p:cNvSpPr txBox="1"/>
          <p:nvPr>
            <p:ph idx="1" type="body"/>
          </p:nvPr>
        </p:nvSpPr>
        <p:spPr>
          <a:xfrm>
            <a:off x="324000" y="3397200"/>
            <a:ext cx="247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of event A</a:t>
            </a:r>
            <a:endParaRPr sz="1800"/>
          </a:p>
        </p:txBody>
      </p:sp>
      <p:sp>
        <p:nvSpPr>
          <p:cNvPr id="1705" name="Google Shape;1705;p89"/>
          <p:cNvSpPr txBox="1"/>
          <p:nvPr>
            <p:ph idx="1" type="body"/>
          </p:nvPr>
        </p:nvSpPr>
        <p:spPr>
          <a:xfrm>
            <a:off x="3336300" y="3397200"/>
            <a:ext cx="247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of event B only</a:t>
            </a:r>
            <a:endParaRPr sz="1800"/>
          </a:p>
        </p:txBody>
      </p:sp>
      <p:sp>
        <p:nvSpPr>
          <p:cNvPr id="1706" name="Google Shape;1706;p89"/>
          <p:cNvSpPr txBox="1"/>
          <p:nvPr>
            <p:ph idx="1" type="body"/>
          </p:nvPr>
        </p:nvSpPr>
        <p:spPr>
          <a:xfrm>
            <a:off x="6460500" y="3397200"/>
            <a:ext cx="247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outcomes of event A and event B but not event C</a:t>
            </a:r>
            <a:endParaRPr sz="1800"/>
          </a:p>
        </p:txBody>
      </p:sp>
      <p:cxnSp>
        <p:nvCxnSpPr>
          <p:cNvPr id="1707" name="Google Shape;1707;p89"/>
          <p:cNvCxnSpPr>
            <a:stCxn id="1704" idx="0"/>
          </p:cNvCxnSpPr>
          <p:nvPr/>
        </p:nvCxnSpPr>
        <p:spPr>
          <a:xfrm flipH="1" rot="10800000">
            <a:off x="1559700" y="3105900"/>
            <a:ext cx="6101700" cy="29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8" name="Google Shape;1708;p89"/>
          <p:cNvCxnSpPr>
            <a:stCxn id="1705" idx="0"/>
          </p:cNvCxnSpPr>
          <p:nvPr/>
        </p:nvCxnSpPr>
        <p:spPr>
          <a:xfrm rot="10800000">
            <a:off x="1501200" y="3043800"/>
            <a:ext cx="3070800" cy="35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89"/>
          <p:cNvCxnSpPr>
            <a:stCxn id="1706" idx="0"/>
          </p:cNvCxnSpPr>
          <p:nvPr/>
        </p:nvCxnSpPr>
        <p:spPr>
          <a:xfrm rot="10800000">
            <a:off x="4565700" y="3064500"/>
            <a:ext cx="3130500" cy="3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715" name="Google Shape;1715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a Venn diagram</a:t>
            </a:r>
            <a:endParaRPr/>
          </a:p>
        </p:txBody>
      </p:sp>
      <p:sp>
        <p:nvSpPr>
          <p:cNvPr id="1716" name="Google Shape;1716;p9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Venn diagram to display outcomes for more than two events</a:t>
            </a:r>
            <a:endParaRPr/>
          </a:p>
        </p:txBody>
      </p:sp>
      <p:pic>
        <p:nvPicPr>
          <p:cNvPr id="1717" name="Google Shape;171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86" y="29883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91"/>
          <p:cNvSpPr/>
          <p:nvPr/>
        </p:nvSpPr>
        <p:spPr>
          <a:xfrm>
            <a:off x="5695675" y="2612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724" name="Google Shape;1724;p91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is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the three events A, B and C, where: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91"/>
          <p:cNvSpPr txBox="1"/>
          <p:nvPr/>
        </p:nvSpPr>
        <p:spPr>
          <a:xfrm>
            <a:off x="324000" y="1418500"/>
            <a:ext cx="432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{prime number} = {2, 3, 5, 7, 11}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91"/>
          <p:cNvSpPr txBox="1"/>
          <p:nvPr/>
        </p:nvSpPr>
        <p:spPr>
          <a:xfrm>
            <a:off x="324000" y="1723300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{odd number} = {1, 3, 5, 7, 9, 11}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91"/>
          <p:cNvSpPr/>
          <p:nvPr/>
        </p:nvSpPr>
        <p:spPr>
          <a:xfrm>
            <a:off x="4782800" y="1625475"/>
            <a:ext cx="3434100" cy="2868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1"/>
          <p:cNvSpPr txBox="1"/>
          <p:nvPr/>
        </p:nvSpPr>
        <p:spPr>
          <a:xfrm>
            <a:off x="4805550" y="1305825"/>
            <a:ext cx="388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1"/>
          <p:cNvSpPr/>
          <p:nvPr/>
        </p:nvSpPr>
        <p:spPr>
          <a:xfrm>
            <a:off x="5162275" y="1850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1"/>
          <p:cNvSpPr txBox="1"/>
          <p:nvPr/>
        </p:nvSpPr>
        <p:spPr>
          <a:xfrm>
            <a:off x="5216650" y="1802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91"/>
          <p:cNvSpPr/>
          <p:nvPr/>
        </p:nvSpPr>
        <p:spPr>
          <a:xfrm>
            <a:off x="6152875" y="1850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1"/>
          <p:cNvSpPr txBox="1"/>
          <p:nvPr/>
        </p:nvSpPr>
        <p:spPr>
          <a:xfrm>
            <a:off x="7519800" y="1802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1"/>
          <p:cNvSpPr txBox="1"/>
          <p:nvPr/>
        </p:nvSpPr>
        <p:spPr>
          <a:xfrm>
            <a:off x="6726906" y="3010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1"/>
          <p:cNvSpPr txBox="1"/>
          <p:nvPr/>
        </p:nvSpPr>
        <p:spPr>
          <a:xfrm>
            <a:off x="6365268" y="27330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91"/>
          <p:cNvSpPr txBox="1"/>
          <p:nvPr/>
        </p:nvSpPr>
        <p:spPr>
          <a:xfrm>
            <a:off x="5839968" y="3010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91"/>
          <p:cNvSpPr/>
          <p:nvPr/>
        </p:nvSpPr>
        <p:spPr>
          <a:xfrm>
            <a:off x="6214751" y="2614381"/>
            <a:ext cx="526500" cy="526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91"/>
          <p:cNvSpPr txBox="1"/>
          <p:nvPr/>
        </p:nvSpPr>
        <p:spPr>
          <a:xfrm>
            <a:off x="6529766" y="231414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91"/>
          <p:cNvSpPr txBox="1"/>
          <p:nvPr/>
        </p:nvSpPr>
        <p:spPr>
          <a:xfrm>
            <a:off x="6620994" y="369358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91"/>
          <p:cNvSpPr/>
          <p:nvPr/>
        </p:nvSpPr>
        <p:spPr>
          <a:xfrm>
            <a:off x="6725300" y="1964438"/>
            <a:ext cx="526500" cy="526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0" name="Google Shape;1740;p91"/>
          <p:cNvCxnSpPr>
            <a:stCxn id="1739" idx="2"/>
            <a:endCxn id="1741" idx="3"/>
          </p:cNvCxnSpPr>
          <p:nvPr/>
        </p:nvCxnSpPr>
        <p:spPr>
          <a:xfrm flipH="1">
            <a:off x="4151900" y="2227688"/>
            <a:ext cx="2573400" cy="628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1" name="Google Shape;1741;p91"/>
          <p:cNvSpPr txBox="1"/>
          <p:nvPr/>
        </p:nvSpPr>
        <p:spPr>
          <a:xfrm>
            <a:off x="2314425" y="2702288"/>
            <a:ext cx="183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{9} is only 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91"/>
          <p:cNvSpPr txBox="1"/>
          <p:nvPr/>
        </p:nvSpPr>
        <p:spPr>
          <a:xfrm>
            <a:off x="1055550" y="4218700"/>
            <a:ext cx="278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{8, 10} are not prime nor odd nor factors of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3" name="Google Shape;1743;p91"/>
          <p:cNvCxnSpPr>
            <a:stCxn id="1744" idx="2"/>
          </p:cNvCxnSpPr>
          <p:nvPr/>
        </p:nvCxnSpPr>
        <p:spPr>
          <a:xfrm flipH="1">
            <a:off x="3158703" y="4108938"/>
            <a:ext cx="1641600" cy="8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5" name="Google Shape;1745;p91"/>
          <p:cNvSpPr txBox="1"/>
          <p:nvPr/>
        </p:nvSpPr>
        <p:spPr>
          <a:xfrm>
            <a:off x="972300" y="3325350"/>
            <a:ext cx="32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{3} is prime, odd and a factor of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6" name="Google Shape;1746;p91"/>
          <p:cNvCxnSpPr>
            <a:stCxn id="1736" idx="2"/>
          </p:cNvCxnSpPr>
          <p:nvPr/>
        </p:nvCxnSpPr>
        <p:spPr>
          <a:xfrm flipH="1">
            <a:off x="2780651" y="2877631"/>
            <a:ext cx="3434100" cy="36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7" name="Google Shape;1747;p91"/>
          <p:cNvSpPr txBox="1"/>
          <p:nvPr/>
        </p:nvSpPr>
        <p:spPr>
          <a:xfrm>
            <a:off x="324000" y="2028100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{factor of 12} = {1, 2, 3, 4, 6,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91"/>
          <p:cNvSpPr txBox="1"/>
          <p:nvPr/>
        </p:nvSpPr>
        <p:spPr>
          <a:xfrm>
            <a:off x="5774400" y="39349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1"/>
          <p:cNvSpPr txBox="1"/>
          <p:nvPr/>
        </p:nvSpPr>
        <p:spPr>
          <a:xfrm>
            <a:off x="6381885" y="208911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1"/>
          <p:cNvSpPr txBox="1"/>
          <p:nvPr/>
        </p:nvSpPr>
        <p:spPr>
          <a:xfrm>
            <a:off x="4896002" y="4107075"/>
            <a:ext cx="3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91"/>
          <p:cNvSpPr txBox="1"/>
          <p:nvPr/>
        </p:nvSpPr>
        <p:spPr>
          <a:xfrm>
            <a:off x="6005993" y="3557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91"/>
          <p:cNvSpPr txBox="1"/>
          <p:nvPr/>
        </p:nvSpPr>
        <p:spPr>
          <a:xfrm>
            <a:off x="6352606" y="3388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91"/>
          <p:cNvSpPr txBox="1"/>
          <p:nvPr/>
        </p:nvSpPr>
        <p:spPr>
          <a:xfrm>
            <a:off x="6206493" y="2362711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1"/>
          <p:cNvSpPr txBox="1"/>
          <p:nvPr/>
        </p:nvSpPr>
        <p:spPr>
          <a:xfrm>
            <a:off x="4927793" y="377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1"/>
          <p:cNvSpPr txBox="1"/>
          <p:nvPr/>
        </p:nvSpPr>
        <p:spPr>
          <a:xfrm>
            <a:off x="6904018" y="20890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1"/>
          <p:cNvSpPr/>
          <p:nvPr/>
        </p:nvSpPr>
        <p:spPr>
          <a:xfrm>
            <a:off x="4800303" y="3734988"/>
            <a:ext cx="421800" cy="747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92"/>
          <p:cNvSpPr/>
          <p:nvPr/>
        </p:nvSpPr>
        <p:spPr>
          <a:xfrm>
            <a:off x="5979768" y="2297340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92"/>
          <p:cNvSpPr txBox="1"/>
          <p:nvPr>
            <p:ph idx="1" type="body"/>
          </p:nvPr>
        </p:nvSpPr>
        <p:spPr>
          <a:xfrm>
            <a:off x="324000" y="759300"/>
            <a:ext cx="4601100" cy="12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A = {factors of 10}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B = {even numbers}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C = {multiples of 5}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outcome is in all three events?</a:t>
            </a:r>
            <a:endParaRPr sz="1800"/>
          </a:p>
        </p:txBody>
      </p:sp>
      <p:sp>
        <p:nvSpPr>
          <p:cNvPr id="1762" name="Google Shape;176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763" name="Google Shape;1763;p92"/>
          <p:cNvSpPr/>
          <p:nvPr/>
        </p:nvSpPr>
        <p:spPr>
          <a:xfrm>
            <a:off x="5087600" y="1320675"/>
            <a:ext cx="3434100" cy="2831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2"/>
          <p:cNvSpPr txBox="1"/>
          <p:nvPr/>
        </p:nvSpPr>
        <p:spPr>
          <a:xfrm>
            <a:off x="5110350" y="10010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2"/>
          <p:cNvSpPr/>
          <p:nvPr/>
        </p:nvSpPr>
        <p:spPr>
          <a:xfrm>
            <a:off x="54670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2"/>
          <p:cNvSpPr txBox="1"/>
          <p:nvPr/>
        </p:nvSpPr>
        <p:spPr>
          <a:xfrm>
            <a:off x="55214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2"/>
          <p:cNvSpPr/>
          <p:nvPr/>
        </p:nvSpPr>
        <p:spPr>
          <a:xfrm>
            <a:off x="6457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2"/>
          <p:cNvSpPr txBox="1"/>
          <p:nvPr/>
        </p:nvSpPr>
        <p:spPr>
          <a:xfrm>
            <a:off x="78246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92"/>
          <p:cNvSpPr txBox="1"/>
          <p:nvPr/>
        </p:nvSpPr>
        <p:spPr>
          <a:xfrm>
            <a:off x="588685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92"/>
          <p:cNvSpPr txBox="1"/>
          <p:nvPr/>
        </p:nvSpPr>
        <p:spPr>
          <a:xfrm>
            <a:off x="6664806" y="18262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92"/>
          <p:cNvSpPr txBox="1"/>
          <p:nvPr/>
        </p:nvSpPr>
        <p:spPr>
          <a:xfrm>
            <a:off x="8075406" y="2935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92"/>
          <p:cNvSpPr txBox="1"/>
          <p:nvPr/>
        </p:nvSpPr>
        <p:spPr>
          <a:xfrm>
            <a:off x="7634706" y="248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92"/>
          <p:cNvSpPr txBox="1"/>
          <p:nvPr/>
        </p:nvSpPr>
        <p:spPr>
          <a:xfrm>
            <a:off x="6206875" y="269999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92"/>
          <p:cNvSpPr txBox="1"/>
          <p:nvPr/>
        </p:nvSpPr>
        <p:spPr>
          <a:xfrm>
            <a:off x="7615256" y="200755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92"/>
          <p:cNvSpPr txBox="1"/>
          <p:nvPr/>
        </p:nvSpPr>
        <p:spPr>
          <a:xfrm>
            <a:off x="5357406" y="2993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92"/>
          <p:cNvSpPr txBox="1"/>
          <p:nvPr/>
        </p:nvSpPr>
        <p:spPr>
          <a:xfrm>
            <a:off x="724470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92"/>
          <p:cNvSpPr txBox="1"/>
          <p:nvPr/>
        </p:nvSpPr>
        <p:spPr>
          <a:xfrm>
            <a:off x="8210231" y="25777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92"/>
          <p:cNvSpPr txBox="1"/>
          <p:nvPr/>
        </p:nvSpPr>
        <p:spPr>
          <a:xfrm>
            <a:off x="6627823" y="2405550"/>
            <a:ext cx="3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92"/>
          <p:cNvSpPr txBox="1"/>
          <p:nvPr>
            <p:ph idx="1" type="body"/>
          </p:nvPr>
        </p:nvSpPr>
        <p:spPr>
          <a:xfrm>
            <a:off x="2688575" y="2546925"/>
            <a:ext cx="8607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0" name="Google Shape;1780;p92"/>
          <p:cNvSpPr txBox="1"/>
          <p:nvPr/>
        </p:nvSpPr>
        <p:spPr>
          <a:xfrm>
            <a:off x="6040770" y="369666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93"/>
          <p:cNvSpPr/>
          <p:nvPr/>
        </p:nvSpPr>
        <p:spPr>
          <a:xfrm>
            <a:off x="5979768" y="2297340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93"/>
          <p:cNvSpPr txBox="1"/>
          <p:nvPr>
            <p:ph idx="1" type="body"/>
          </p:nvPr>
        </p:nvSpPr>
        <p:spPr>
          <a:xfrm>
            <a:off x="324000" y="759300"/>
            <a:ext cx="4601100" cy="12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A = {factors of 10}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B = {even numbers}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C = {multiples of 5}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outcome is only a factor of 10?</a:t>
            </a:r>
            <a:endParaRPr sz="1800"/>
          </a:p>
        </p:txBody>
      </p:sp>
      <p:sp>
        <p:nvSpPr>
          <p:cNvPr id="1787" name="Google Shape;178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788" name="Google Shape;1788;p93"/>
          <p:cNvSpPr/>
          <p:nvPr/>
        </p:nvSpPr>
        <p:spPr>
          <a:xfrm>
            <a:off x="5087600" y="1320675"/>
            <a:ext cx="3434100" cy="2831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3"/>
          <p:cNvSpPr txBox="1"/>
          <p:nvPr/>
        </p:nvSpPr>
        <p:spPr>
          <a:xfrm>
            <a:off x="5110350" y="10010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93"/>
          <p:cNvSpPr/>
          <p:nvPr/>
        </p:nvSpPr>
        <p:spPr>
          <a:xfrm>
            <a:off x="54670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93"/>
          <p:cNvSpPr txBox="1"/>
          <p:nvPr/>
        </p:nvSpPr>
        <p:spPr>
          <a:xfrm>
            <a:off x="55214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93"/>
          <p:cNvSpPr/>
          <p:nvPr/>
        </p:nvSpPr>
        <p:spPr>
          <a:xfrm>
            <a:off x="6457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93"/>
          <p:cNvSpPr txBox="1"/>
          <p:nvPr/>
        </p:nvSpPr>
        <p:spPr>
          <a:xfrm>
            <a:off x="78246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93"/>
          <p:cNvSpPr txBox="1"/>
          <p:nvPr/>
        </p:nvSpPr>
        <p:spPr>
          <a:xfrm>
            <a:off x="588685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93"/>
          <p:cNvSpPr txBox="1"/>
          <p:nvPr/>
        </p:nvSpPr>
        <p:spPr>
          <a:xfrm>
            <a:off x="6664806" y="18262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93"/>
          <p:cNvSpPr txBox="1"/>
          <p:nvPr/>
        </p:nvSpPr>
        <p:spPr>
          <a:xfrm>
            <a:off x="8075406" y="2935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93"/>
          <p:cNvSpPr txBox="1"/>
          <p:nvPr/>
        </p:nvSpPr>
        <p:spPr>
          <a:xfrm>
            <a:off x="7634706" y="248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93"/>
          <p:cNvSpPr txBox="1"/>
          <p:nvPr/>
        </p:nvSpPr>
        <p:spPr>
          <a:xfrm>
            <a:off x="6206875" y="269999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93"/>
          <p:cNvSpPr txBox="1"/>
          <p:nvPr/>
        </p:nvSpPr>
        <p:spPr>
          <a:xfrm>
            <a:off x="7615256" y="200755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93"/>
          <p:cNvSpPr txBox="1"/>
          <p:nvPr/>
        </p:nvSpPr>
        <p:spPr>
          <a:xfrm>
            <a:off x="5357406" y="2993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93"/>
          <p:cNvSpPr txBox="1"/>
          <p:nvPr/>
        </p:nvSpPr>
        <p:spPr>
          <a:xfrm>
            <a:off x="724470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93"/>
          <p:cNvSpPr txBox="1"/>
          <p:nvPr/>
        </p:nvSpPr>
        <p:spPr>
          <a:xfrm>
            <a:off x="8210231" y="25777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93"/>
          <p:cNvSpPr txBox="1"/>
          <p:nvPr/>
        </p:nvSpPr>
        <p:spPr>
          <a:xfrm>
            <a:off x="6627823" y="2405550"/>
            <a:ext cx="3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3"/>
          <p:cNvSpPr txBox="1"/>
          <p:nvPr>
            <p:ph idx="1" type="body"/>
          </p:nvPr>
        </p:nvSpPr>
        <p:spPr>
          <a:xfrm>
            <a:off x="2688575" y="2546925"/>
            <a:ext cx="8607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5" name="Google Shape;1805;p93"/>
          <p:cNvSpPr txBox="1"/>
          <p:nvPr/>
        </p:nvSpPr>
        <p:spPr>
          <a:xfrm>
            <a:off x="6040770" y="369666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94"/>
          <p:cNvSpPr/>
          <p:nvPr/>
        </p:nvSpPr>
        <p:spPr>
          <a:xfrm>
            <a:off x="5979768" y="2297340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94"/>
          <p:cNvSpPr txBox="1"/>
          <p:nvPr>
            <p:ph idx="1" type="body"/>
          </p:nvPr>
        </p:nvSpPr>
        <p:spPr>
          <a:xfrm>
            <a:off x="324000" y="759300"/>
            <a:ext cx="4601100" cy="12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A = {factors of 10}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B = {even numbers}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C = {multiples of 5}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outcomes are both factors of 10 and multiples of 5?</a:t>
            </a:r>
            <a:endParaRPr sz="1800"/>
          </a:p>
        </p:txBody>
      </p:sp>
      <p:sp>
        <p:nvSpPr>
          <p:cNvPr id="1812" name="Google Shape;181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813" name="Google Shape;1813;p94"/>
          <p:cNvSpPr/>
          <p:nvPr/>
        </p:nvSpPr>
        <p:spPr>
          <a:xfrm>
            <a:off x="5087600" y="1320675"/>
            <a:ext cx="3434100" cy="2831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94"/>
          <p:cNvSpPr txBox="1"/>
          <p:nvPr/>
        </p:nvSpPr>
        <p:spPr>
          <a:xfrm>
            <a:off x="5110350" y="10010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4"/>
          <p:cNvSpPr/>
          <p:nvPr/>
        </p:nvSpPr>
        <p:spPr>
          <a:xfrm>
            <a:off x="54670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94"/>
          <p:cNvSpPr txBox="1"/>
          <p:nvPr/>
        </p:nvSpPr>
        <p:spPr>
          <a:xfrm>
            <a:off x="55214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94"/>
          <p:cNvSpPr/>
          <p:nvPr/>
        </p:nvSpPr>
        <p:spPr>
          <a:xfrm>
            <a:off x="6457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94"/>
          <p:cNvSpPr txBox="1"/>
          <p:nvPr/>
        </p:nvSpPr>
        <p:spPr>
          <a:xfrm>
            <a:off x="78246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94"/>
          <p:cNvSpPr txBox="1"/>
          <p:nvPr/>
        </p:nvSpPr>
        <p:spPr>
          <a:xfrm>
            <a:off x="588685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94"/>
          <p:cNvSpPr txBox="1"/>
          <p:nvPr/>
        </p:nvSpPr>
        <p:spPr>
          <a:xfrm>
            <a:off x="6664806" y="18262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94"/>
          <p:cNvSpPr txBox="1"/>
          <p:nvPr/>
        </p:nvSpPr>
        <p:spPr>
          <a:xfrm>
            <a:off x="8075406" y="2935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94"/>
          <p:cNvSpPr txBox="1"/>
          <p:nvPr/>
        </p:nvSpPr>
        <p:spPr>
          <a:xfrm>
            <a:off x="7634706" y="248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94"/>
          <p:cNvSpPr txBox="1"/>
          <p:nvPr/>
        </p:nvSpPr>
        <p:spPr>
          <a:xfrm>
            <a:off x="6206875" y="269999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4"/>
          <p:cNvSpPr txBox="1"/>
          <p:nvPr/>
        </p:nvSpPr>
        <p:spPr>
          <a:xfrm>
            <a:off x="7615256" y="200755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94"/>
          <p:cNvSpPr txBox="1"/>
          <p:nvPr/>
        </p:nvSpPr>
        <p:spPr>
          <a:xfrm>
            <a:off x="5357406" y="2993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94"/>
          <p:cNvSpPr txBox="1"/>
          <p:nvPr/>
        </p:nvSpPr>
        <p:spPr>
          <a:xfrm>
            <a:off x="724470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94"/>
          <p:cNvSpPr txBox="1"/>
          <p:nvPr/>
        </p:nvSpPr>
        <p:spPr>
          <a:xfrm>
            <a:off x="8210231" y="25777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94"/>
          <p:cNvSpPr txBox="1"/>
          <p:nvPr/>
        </p:nvSpPr>
        <p:spPr>
          <a:xfrm>
            <a:off x="6627823" y="2405550"/>
            <a:ext cx="3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94"/>
          <p:cNvSpPr txBox="1"/>
          <p:nvPr>
            <p:ph idx="1" type="body"/>
          </p:nvPr>
        </p:nvSpPr>
        <p:spPr>
          <a:xfrm>
            <a:off x="2688575" y="2546925"/>
            <a:ext cx="8607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{5, 10}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0" name="Google Shape;1830;p94"/>
          <p:cNvSpPr txBox="1"/>
          <p:nvPr/>
        </p:nvSpPr>
        <p:spPr>
          <a:xfrm>
            <a:off x="6040770" y="369666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95"/>
          <p:cNvSpPr txBox="1"/>
          <p:nvPr>
            <p:ph idx="1" type="body"/>
          </p:nvPr>
        </p:nvSpPr>
        <p:spPr>
          <a:xfrm>
            <a:off x="324000" y="759300"/>
            <a:ext cx="4616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/>
              <a:t>Venn diagram</a:t>
            </a:r>
            <a:r>
              <a:rPr lang="en-GB" sz="1800"/>
              <a:t> has been completed for three events, A, B and C.</a:t>
            </a:r>
            <a:endParaRPr sz="1800"/>
          </a:p>
        </p:txBody>
      </p:sp>
      <p:sp>
        <p:nvSpPr>
          <p:cNvPr id="1836" name="Google Shape;183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837" name="Google Shape;1837;p95"/>
          <p:cNvSpPr/>
          <p:nvPr/>
        </p:nvSpPr>
        <p:spPr>
          <a:xfrm>
            <a:off x="5539825" y="1015875"/>
            <a:ext cx="2950800" cy="2851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95"/>
          <p:cNvSpPr txBox="1"/>
          <p:nvPr/>
        </p:nvSpPr>
        <p:spPr>
          <a:xfrm>
            <a:off x="5205000" y="1015875"/>
            <a:ext cx="16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95"/>
          <p:cNvSpPr/>
          <p:nvPr/>
        </p:nvSpPr>
        <p:spPr>
          <a:xfrm>
            <a:off x="5695675" y="1240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95"/>
          <p:cNvSpPr txBox="1"/>
          <p:nvPr/>
        </p:nvSpPr>
        <p:spPr>
          <a:xfrm>
            <a:off x="5750050" y="11924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95"/>
          <p:cNvSpPr/>
          <p:nvPr/>
        </p:nvSpPr>
        <p:spPr>
          <a:xfrm>
            <a:off x="6686275" y="1240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95"/>
          <p:cNvSpPr txBox="1"/>
          <p:nvPr/>
        </p:nvSpPr>
        <p:spPr>
          <a:xfrm>
            <a:off x="8053200" y="1192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95"/>
          <p:cNvSpPr txBox="1"/>
          <p:nvPr/>
        </p:nvSpPr>
        <p:spPr>
          <a:xfrm>
            <a:off x="6485406" y="2395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95"/>
          <p:cNvSpPr txBox="1"/>
          <p:nvPr/>
        </p:nvSpPr>
        <p:spPr>
          <a:xfrm>
            <a:off x="6782706" y="2081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95"/>
          <p:cNvSpPr txBox="1"/>
          <p:nvPr/>
        </p:nvSpPr>
        <p:spPr>
          <a:xfrm>
            <a:off x="6844197" y="1671150"/>
            <a:ext cx="39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95"/>
          <p:cNvSpPr txBox="1"/>
          <p:nvPr/>
        </p:nvSpPr>
        <p:spPr>
          <a:xfrm>
            <a:off x="6987606" y="2227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95"/>
          <p:cNvSpPr txBox="1"/>
          <p:nvPr/>
        </p:nvSpPr>
        <p:spPr>
          <a:xfrm>
            <a:off x="6900906" y="3150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95"/>
          <p:cNvSpPr txBox="1"/>
          <p:nvPr/>
        </p:nvSpPr>
        <p:spPr>
          <a:xfrm>
            <a:off x="7383006" y="2362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5"/>
          <p:cNvSpPr txBox="1"/>
          <p:nvPr/>
        </p:nvSpPr>
        <p:spPr>
          <a:xfrm>
            <a:off x="324000" y="16400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see from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there are 7 outcomes in event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there are 4 outcomes in event 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hat there are 5 outcomes in event 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there are no outcomes that are not in event A, B or 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95"/>
          <p:cNvSpPr/>
          <p:nvPr/>
        </p:nvSpPr>
        <p:spPr>
          <a:xfrm>
            <a:off x="6257400" y="20623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95"/>
          <p:cNvSpPr txBox="1"/>
          <p:nvPr/>
        </p:nvSpPr>
        <p:spPr>
          <a:xfrm>
            <a:off x="5864997" y="1716600"/>
            <a:ext cx="39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95"/>
          <p:cNvSpPr txBox="1"/>
          <p:nvPr/>
        </p:nvSpPr>
        <p:spPr>
          <a:xfrm>
            <a:off x="6302572" y="1388550"/>
            <a:ext cx="39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95"/>
          <p:cNvSpPr txBox="1"/>
          <p:nvPr/>
        </p:nvSpPr>
        <p:spPr>
          <a:xfrm>
            <a:off x="6002997" y="2081800"/>
            <a:ext cx="39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95"/>
          <p:cNvSpPr txBox="1"/>
          <p:nvPr/>
        </p:nvSpPr>
        <p:spPr>
          <a:xfrm>
            <a:off x="6234600" y="3428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96"/>
          <p:cNvSpPr/>
          <p:nvPr/>
        </p:nvSpPr>
        <p:spPr>
          <a:xfrm>
            <a:off x="6970368" y="9013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96"/>
          <p:cNvSpPr/>
          <p:nvPr/>
        </p:nvSpPr>
        <p:spPr>
          <a:xfrm>
            <a:off x="5979768" y="9013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96"/>
          <p:cNvSpPr txBox="1"/>
          <p:nvPr>
            <p:ph idx="1" type="body"/>
          </p:nvPr>
        </p:nvSpPr>
        <p:spPr>
          <a:xfrm>
            <a:off x="324000" y="759300"/>
            <a:ext cx="20922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Fill the blanks.</a:t>
            </a:r>
            <a:endParaRPr sz="1800"/>
          </a:p>
        </p:txBody>
      </p:sp>
      <p:sp>
        <p:nvSpPr>
          <p:cNvPr id="1862" name="Google Shape;186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863" name="Google Shape;1863;p96"/>
          <p:cNvSpPr txBox="1"/>
          <p:nvPr>
            <p:ph idx="1" type="body"/>
          </p:nvPr>
        </p:nvSpPr>
        <p:spPr>
          <a:xfrm>
            <a:off x="313775" y="1153800"/>
            <a:ext cx="48360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lang="en-GB" sz="1800"/>
              <a:t>Venn diagram</a:t>
            </a:r>
            <a:r>
              <a:rPr b="1" lang="en-GB" sz="1800"/>
              <a:t> </a:t>
            </a:r>
            <a:r>
              <a:rPr lang="en-GB" sz="1800"/>
              <a:t>shows that there are: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      outcomes in event 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      outcomes in event A and B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      outcomes in event C only</a:t>
            </a:r>
            <a:endParaRPr sz="1800"/>
          </a:p>
        </p:txBody>
      </p:sp>
      <p:cxnSp>
        <p:nvCxnSpPr>
          <p:cNvPr id="1864" name="Google Shape;1864;p96"/>
          <p:cNvCxnSpPr/>
          <p:nvPr/>
        </p:nvCxnSpPr>
        <p:spPr>
          <a:xfrm>
            <a:off x="634975" y="2160000"/>
            <a:ext cx="48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96"/>
          <p:cNvCxnSpPr/>
          <p:nvPr/>
        </p:nvCxnSpPr>
        <p:spPr>
          <a:xfrm>
            <a:off x="634975" y="2451800"/>
            <a:ext cx="48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96"/>
          <p:cNvCxnSpPr/>
          <p:nvPr/>
        </p:nvCxnSpPr>
        <p:spPr>
          <a:xfrm>
            <a:off x="634975" y="1832275"/>
            <a:ext cx="48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7" name="Google Shape;1867;p96"/>
          <p:cNvSpPr/>
          <p:nvPr/>
        </p:nvSpPr>
        <p:spPr>
          <a:xfrm>
            <a:off x="5743995" y="759300"/>
            <a:ext cx="3051000" cy="274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96"/>
          <p:cNvSpPr txBox="1"/>
          <p:nvPr/>
        </p:nvSpPr>
        <p:spPr>
          <a:xfrm>
            <a:off x="6344600" y="11538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96"/>
          <p:cNvSpPr txBox="1"/>
          <p:nvPr/>
        </p:nvSpPr>
        <p:spPr>
          <a:xfrm>
            <a:off x="7220306" y="1804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96"/>
          <p:cNvSpPr txBox="1"/>
          <p:nvPr/>
        </p:nvSpPr>
        <p:spPr>
          <a:xfrm>
            <a:off x="6664974" y="2160000"/>
            <a:ext cx="3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96"/>
          <p:cNvSpPr txBox="1"/>
          <p:nvPr/>
        </p:nvSpPr>
        <p:spPr>
          <a:xfrm>
            <a:off x="7220301" y="27953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96"/>
          <p:cNvSpPr txBox="1"/>
          <p:nvPr/>
        </p:nvSpPr>
        <p:spPr>
          <a:xfrm>
            <a:off x="7668306" y="20506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96"/>
          <p:cNvSpPr txBox="1"/>
          <p:nvPr/>
        </p:nvSpPr>
        <p:spPr>
          <a:xfrm>
            <a:off x="8393981" y="2795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96"/>
          <p:cNvSpPr txBox="1"/>
          <p:nvPr/>
        </p:nvSpPr>
        <p:spPr>
          <a:xfrm>
            <a:off x="5506500" y="759300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875" name="Google Shape;1875;p96"/>
          <p:cNvSpPr txBox="1"/>
          <p:nvPr/>
        </p:nvSpPr>
        <p:spPr>
          <a:xfrm>
            <a:off x="753475" y="15603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6" name="Google Shape;1876;p96"/>
          <p:cNvSpPr txBox="1"/>
          <p:nvPr/>
        </p:nvSpPr>
        <p:spPr>
          <a:xfrm>
            <a:off x="753475" y="18802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7" name="Google Shape;1877;p96"/>
          <p:cNvSpPr txBox="1"/>
          <p:nvPr/>
        </p:nvSpPr>
        <p:spPr>
          <a:xfrm>
            <a:off x="753475" y="22001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8" name="Google Shape;1878;p96"/>
          <p:cNvSpPr txBox="1"/>
          <p:nvPr/>
        </p:nvSpPr>
        <p:spPr>
          <a:xfrm>
            <a:off x="6034143" y="85283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96"/>
          <p:cNvSpPr txBox="1"/>
          <p:nvPr/>
        </p:nvSpPr>
        <p:spPr>
          <a:xfrm>
            <a:off x="8337293" y="85283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96"/>
          <p:cNvSpPr/>
          <p:nvPr/>
        </p:nvSpPr>
        <p:spPr>
          <a:xfrm>
            <a:off x="6541493" y="17228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96"/>
          <p:cNvSpPr txBox="1"/>
          <p:nvPr/>
        </p:nvSpPr>
        <p:spPr>
          <a:xfrm>
            <a:off x="6518693" y="308931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96"/>
          <p:cNvSpPr txBox="1"/>
          <p:nvPr/>
        </p:nvSpPr>
        <p:spPr>
          <a:xfrm>
            <a:off x="6344606" y="17128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96"/>
          <p:cNvSpPr txBox="1"/>
          <p:nvPr/>
        </p:nvSpPr>
        <p:spPr>
          <a:xfrm>
            <a:off x="5979781" y="27953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96"/>
          <p:cNvSpPr txBox="1"/>
          <p:nvPr/>
        </p:nvSpPr>
        <p:spPr>
          <a:xfrm>
            <a:off x="7144106" y="13428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96"/>
          <p:cNvSpPr txBox="1"/>
          <p:nvPr/>
        </p:nvSpPr>
        <p:spPr>
          <a:xfrm>
            <a:off x="7596023" y="27000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96"/>
          <p:cNvSpPr txBox="1"/>
          <p:nvPr/>
        </p:nvSpPr>
        <p:spPr>
          <a:xfrm>
            <a:off x="6655048" y="11538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96"/>
          <p:cNvSpPr txBox="1"/>
          <p:nvPr/>
        </p:nvSpPr>
        <p:spPr>
          <a:xfrm>
            <a:off x="7874248" y="13062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pic>
        <p:nvPicPr>
          <p:cNvPr id="1893" name="Google Shape;189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50" y="1080000"/>
            <a:ext cx="6649600" cy="3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4" name="Google Shape;1894;p97"/>
          <p:cNvSpPr txBox="1"/>
          <p:nvPr>
            <p:ph idx="1" type="body"/>
          </p:nvPr>
        </p:nvSpPr>
        <p:spPr>
          <a:xfrm>
            <a:off x="324005" y="681088"/>
            <a:ext cx="71868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outcome tree has three events: A, B and C.</a:t>
            </a:r>
            <a:endParaRPr sz="1800"/>
          </a:p>
        </p:txBody>
      </p:sp>
      <p:sp>
        <p:nvSpPr>
          <p:cNvPr id="1895" name="Google Shape;1895;p97"/>
          <p:cNvSpPr txBox="1"/>
          <p:nvPr>
            <p:ph idx="1" type="body"/>
          </p:nvPr>
        </p:nvSpPr>
        <p:spPr>
          <a:xfrm>
            <a:off x="5576703" y="671903"/>
            <a:ext cx="35262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visualise the outcomes.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grpSp>
        <p:nvGrpSpPr>
          <p:cNvPr id="1901" name="Google Shape;1901;p98"/>
          <p:cNvGrpSpPr/>
          <p:nvPr/>
        </p:nvGrpSpPr>
        <p:grpSpPr>
          <a:xfrm>
            <a:off x="2946814" y="2987199"/>
            <a:ext cx="1285636" cy="1123779"/>
            <a:chOff x="5501031" y="3778424"/>
            <a:chExt cx="1285636" cy="978816"/>
          </a:xfrm>
        </p:grpSpPr>
        <p:grpSp>
          <p:nvGrpSpPr>
            <p:cNvPr id="1902" name="Google Shape;1902;p98"/>
            <p:cNvGrpSpPr/>
            <p:nvPr/>
          </p:nvGrpSpPr>
          <p:grpSpPr>
            <a:xfrm>
              <a:off x="5501031" y="3778424"/>
              <a:ext cx="1285636" cy="492614"/>
              <a:chOff x="5500948" y="2704575"/>
              <a:chExt cx="1285636" cy="629297"/>
            </a:xfrm>
          </p:grpSpPr>
          <p:grpSp>
            <p:nvGrpSpPr>
              <p:cNvPr id="1903" name="Google Shape;1903;p9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904" name="Google Shape;1904;p9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05" name="Google Shape;1905;p9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06" name="Google Shape;1906;p98"/>
              <p:cNvSpPr txBox="1"/>
              <p:nvPr/>
            </p:nvSpPr>
            <p:spPr>
              <a:xfrm>
                <a:off x="6110984" y="3025472"/>
                <a:ext cx="675600" cy="3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not 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7" name="Google Shape;1907;p9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908" name="Google Shape;1908;p98"/>
            <p:cNvGrpSpPr/>
            <p:nvPr/>
          </p:nvGrpSpPr>
          <p:grpSpPr>
            <a:xfrm>
              <a:off x="5501031" y="4282474"/>
              <a:ext cx="1220233" cy="474766"/>
              <a:chOff x="5500948" y="2704575"/>
              <a:chExt cx="1220233" cy="606498"/>
            </a:xfrm>
          </p:grpSpPr>
          <p:grpSp>
            <p:nvGrpSpPr>
              <p:cNvPr id="1909" name="Google Shape;1909;p9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910" name="Google Shape;1910;p9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11" name="Google Shape;1911;p9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12" name="Google Shape;1912;p98"/>
              <p:cNvSpPr txBox="1"/>
              <p:nvPr/>
            </p:nvSpPr>
            <p:spPr>
              <a:xfrm>
                <a:off x="6110981" y="3025472"/>
                <a:ext cx="6102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not 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13" name="Google Shape;1913;p9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914" name="Google Shape;1914;p98"/>
          <p:cNvGrpSpPr/>
          <p:nvPr/>
        </p:nvGrpSpPr>
        <p:grpSpPr>
          <a:xfrm>
            <a:off x="1634109" y="1953788"/>
            <a:ext cx="1220199" cy="2033085"/>
            <a:chOff x="4552831" y="2878318"/>
            <a:chExt cx="1220199" cy="1770826"/>
          </a:xfrm>
        </p:grpSpPr>
        <p:grpSp>
          <p:nvGrpSpPr>
            <p:cNvPr id="1915" name="Google Shape;1915;p98"/>
            <p:cNvGrpSpPr/>
            <p:nvPr/>
          </p:nvGrpSpPr>
          <p:grpSpPr>
            <a:xfrm>
              <a:off x="4552831" y="2878318"/>
              <a:ext cx="1219900" cy="762617"/>
              <a:chOff x="5500948" y="2704575"/>
              <a:chExt cx="1219900" cy="606503"/>
            </a:xfrm>
          </p:grpSpPr>
          <p:grpSp>
            <p:nvGrpSpPr>
              <p:cNvPr id="1916" name="Google Shape;1916;p9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917" name="Google Shape;1917;p9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18" name="Google Shape;1918;p9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19" name="Google Shape;1919;p98"/>
              <p:cNvSpPr txBox="1"/>
              <p:nvPr/>
            </p:nvSpPr>
            <p:spPr>
              <a:xfrm>
                <a:off x="6110948" y="3025478"/>
                <a:ext cx="6099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not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0" name="Google Shape;1920;p9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921" name="Google Shape;1921;p98"/>
            <p:cNvGrpSpPr/>
            <p:nvPr/>
          </p:nvGrpSpPr>
          <p:grpSpPr>
            <a:xfrm>
              <a:off x="4552831" y="3886518"/>
              <a:ext cx="1220199" cy="762626"/>
              <a:chOff x="5500948" y="2704575"/>
              <a:chExt cx="1220199" cy="606510"/>
            </a:xfrm>
          </p:grpSpPr>
          <p:grpSp>
            <p:nvGrpSpPr>
              <p:cNvPr id="1922" name="Google Shape;1922;p9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923" name="Google Shape;1923;p9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24" name="Google Shape;1924;p9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25" name="Google Shape;1925;p98"/>
              <p:cNvSpPr txBox="1"/>
              <p:nvPr/>
            </p:nvSpPr>
            <p:spPr>
              <a:xfrm>
                <a:off x="6110947" y="3025485"/>
                <a:ext cx="6102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not 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6" name="Google Shape;1926;p9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927" name="Google Shape;1927;p98"/>
          <p:cNvGrpSpPr/>
          <p:nvPr/>
        </p:nvGrpSpPr>
        <p:grpSpPr>
          <a:xfrm>
            <a:off x="323117" y="2202942"/>
            <a:ext cx="1271813" cy="1534584"/>
            <a:chOff x="5500948" y="2704575"/>
            <a:chExt cx="1271813" cy="606507"/>
          </a:xfrm>
        </p:grpSpPr>
        <p:grpSp>
          <p:nvGrpSpPr>
            <p:cNvPr id="1928" name="Google Shape;1928;p98"/>
            <p:cNvGrpSpPr/>
            <p:nvPr/>
          </p:nvGrpSpPr>
          <p:grpSpPr>
            <a:xfrm>
              <a:off x="5500948" y="2845093"/>
              <a:ext cx="610054" cy="325184"/>
              <a:chOff x="3226678" y="2761126"/>
              <a:chExt cx="469200" cy="1426870"/>
            </a:xfrm>
          </p:grpSpPr>
          <p:cxnSp>
            <p:nvCxnSpPr>
              <p:cNvPr id="1929" name="Google Shape;1929;p98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0" name="Google Shape;1930;p98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31" name="Google Shape;1931;p98"/>
            <p:cNvSpPr txBox="1"/>
            <p:nvPr/>
          </p:nvSpPr>
          <p:spPr>
            <a:xfrm>
              <a:off x="6110961" y="3025482"/>
              <a:ext cx="6618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2" name="Google Shape;1932;p98"/>
            <p:cNvSpPr txBox="1"/>
            <p:nvPr/>
          </p:nvSpPr>
          <p:spPr>
            <a:xfrm>
              <a:off x="6110953" y="2704575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3" name="Google Shape;1933;p98"/>
          <p:cNvGrpSpPr/>
          <p:nvPr/>
        </p:nvGrpSpPr>
        <p:grpSpPr>
          <a:xfrm>
            <a:off x="2946814" y="1829799"/>
            <a:ext cx="1347739" cy="1123779"/>
            <a:chOff x="5501031" y="2770324"/>
            <a:chExt cx="1347739" cy="978816"/>
          </a:xfrm>
        </p:grpSpPr>
        <p:grpSp>
          <p:nvGrpSpPr>
            <p:cNvPr id="1934" name="Google Shape;1934;p98"/>
            <p:cNvGrpSpPr/>
            <p:nvPr/>
          </p:nvGrpSpPr>
          <p:grpSpPr>
            <a:xfrm>
              <a:off x="5501031" y="2770324"/>
              <a:ext cx="1277836" cy="474766"/>
              <a:chOff x="5500948" y="2704575"/>
              <a:chExt cx="1277836" cy="606497"/>
            </a:xfrm>
          </p:grpSpPr>
          <p:grpSp>
            <p:nvGrpSpPr>
              <p:cNvPr id="1935" name="Google Shape;1935;p9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936" name="Google Shape;1936;p9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37" name="Google Shape;1937;p9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38" name="Google Shape;1938;p98"/>
              <p:cNvSpPr txBox="1"/>
              <p:nvPr/>
            </p:nvSpPr>
            <p:spPr>
              <a:xfrm>
                <a:off x="6110984" y="3025472"/>
                <a:ext cx="6678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not 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9" name="Google Shape;1939;p9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940" name="Google Shape;1940;p98"/>
            <p:cNvGrpSpPr/>
            <p:nvPr/>
          </p:nvGrpSpPr>
          <p:grpSpPr>
            <a:xfrm>
              <a:off x="5501031" y="3274374"/>
              <a:ext cx="1347739" cy="474766"/>
              <a:chOff x="5500948" y="2704575"/>
              <a:chExt cx="1347739" cy="606497"/>
            </a:xfrm>
          </p:grpSpPr>
          <p:grpSp>
            <p:nvGrpSpPr>
              <p:cNvPr id="1941" name="Google Shape;1941;p98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1942" name="Google Shape;1942;p98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43" name="Google Shape;1943;p98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44" name="Google Shape;1944;p98"/>
              <p:cNvSpPr txBox="1"/>
              <p:nvPr/>
            </p:nvSpPr>
            <p:spPr>
              <a:xfrm>
                <a:off x="6110987" y="3025472"/>
                <a:ext cx="737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not C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5" name="Google Shape;1945;p98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46" name="Google Shape;1946;p98"/>
          <p:cNvSpPr txBox="1"/>
          <p:nvPr/>
        </p:nvSpPr>
        <p:spPr>
          <a:xfrm>
            <a:off x="4318856" y="3275600"/>
            <a:ext cx="1689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A, B, not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98"/>
          <p:cNvSpPr txBox="1"/>
          <p:nvPr/>
        </p:nvSpPr>
        <p:spPr>
          <a:xfrm>
            <a:off x="4318856" y="2118200"/>
            <a:ext cx="1347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 B, not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98"/>
          <p:cNvSpPr txBox="1"/>
          <p:nvPr/>
        </p:nvSpPr>
        <p:spPr>
          <a:xfrm>
            <a:off x="4318855" y="3854300"/>
            <a:ext cx="2124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A, not B, not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98"/>
          <p:cNvSpPr txBox="1"/>
          <p:nvPr/>
        </p:nvSpPr>
        <p:spPr>
          <a:xfrm>
            <a:off x="4318855" y="1829800"/>
            <a:ext cx="1049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A,B,C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98"/>
          <p:cNvSpPr txBox="1"/>
          <p:nvPr/>
        </p:nvSpPr>
        <p:spPr>
          <a:xfrm>
            <a:off x="4318856" y="2696900"/>
            <a:ext cx="1689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 not B, not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98"/>
          <p:cNvSpPr txBox="1"/>
          <p:nvPr/>
        </p:nvSpPr>
        <p:spPr>
          <a:xfrm>
            <a:off x="4318856" y="2408500"/>
            <a:ext cx="1220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 not B,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98"/>
          <p:cNvSpPr txBox="1"/>
          <p:nvPr/>
        </p:nvSpPr>
        <p:spPr>
          <a:xfrm>
            <a:off x="4318856" y="2987200"/>
            <a:ext cx="1220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A, B,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98"/>
          <p:cNvSpPr txBox="1"/>
          <p:nvPr/>
        </p:nvSpPr>
        <p:spPr>
          <a:xfrm>
            <a:off x="4318855" y="3565900"/>
            <a:ext cx="1844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A, not B,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98"/>
          <p:cNvSpPr/>
          <p:nvPr/>
        </p:nvSpPr>
        <p:spPr>
          <a:xfrm>
            <a:off x="7216900" y="2249400"/>
            <a:ext cx="1577100" cy="1476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98"/>
          <p:cNvSpPr/>
          <p:nvPr/>
        </p:nvSpPr>
        <p:spPr>
          <a:xfrm>
            <a:off x="7364500" y="2385300"/>
            <a:ext cx="808200" cy="808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98"/>
          <p:cNvSpPr/>
          <p:nvPr/>
        </p:nvSpPr>
        <p:spPr>
          <a:xfrm>
            <a:off x="7843225" y="2385300"/>
            <a:ext cx="808200" cy="808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98"/>
          <p:cNvSpPr/>
          <p:nvPr/>
        </p:nvSpPr>
        <p:spPr>
          <a:xfrm>
            <a:off x="7624750" y="2789400"/>
            <a:ext cx="808200" cy="808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98"/>
          <p:cNvSpPr txBox="1"/>
          <p:nvPr/>
        </p:nvSpPr>
        <p:spPr>
          <a:xfrm>
            <a:off x="7296975" y="2318050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98"/>
          <p:cNvSpPr txBox="1"/>
          <p:nvPr/>
        </p:nvSpPr>
        <p:spPr>
          <a:xfrm>
            <a:off x="8544895" y="2286971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98"/>
          <p:cNvSpPr txBox="1"/>
          <p:nvPr/>
        </p:nvSpPr>
        <p:spPr>
          <a:xfrm>
            <a:off x="7570695" y="3433871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98"/>
          <p:cNvSpPr txBox="1"/>
          <p:nvPr/>
        </p:nvSpPr>
        <p:spPr>
          <a:xfrm>
            <a:off x="7051679" y="2210552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962" name="Google Shape;1962;p98"/>
          <p:cNvSpPr txBox="1"/>
          <p:nvPr/>
        </p:nvSpPr>
        <p:spPr>
          <a:xfrm>
            <a:off x="6502331" y="1829800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98"/>
          <p:cNvSpPr txBox="1"/>
          <p:nvPr/>
        </p:nvSpPr>
        <p:spPr>
          <a:xfrm>
            <a:off x="6502331" y="2118200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98"/>
          <p:cNvSpPr txBox="1"/>
          <p:nvPr/>
        </p:nvSpPr>
        <p:spPr>
          <a:xfrm>
            <a:off x="6502331" y="2406600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98"/>
          <p:cNvSpPr txBox="1"/>
          <p:nvPr/>
        </p:nvSpPr>
        <p:spPr>
          <a:xfrm>
            <a:off x="6502331" y="2695000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98"/>
          <p:cNvSpPr txBox="1"/>
          <p:nvPr/>
        </p:nvSpPr>
        <p:spPr>
          <a:xfrm>
            <a:off x="6502331" y="2983400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98"/>
          <p:cNvSpPr txBox="1"/>
          <p:nvPr/>
        </p:nvSpPr>
        <p:spPr>
          <a:xfrm>
            <a:off x="6502331" y="3275601"/>
            <a:ext cx="18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98"/>
          <p:cNvSpPr txBox="1"/>
          <p:nvPr/>
        </p:nvSpPr>
        <p:spPr>
          <a:xfrm>
            <a:off x="6502331" y="3564951"/>
            <a:ext cx="18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9" name="Google Shape;1969;p98"/>
          <p:cNvSpPr txBox="1"/>
          <p:nvPr/>
        </p:nvSpPr>
        <p:spPr>
          <a:xfrm>
            <a:off x="6502331" y="3854301"/>
            <a:ext cx="18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0" name="Google Shape;1970;p98"/>
          <p:cNvSpPr txBox="1"/>
          <p:nvPr>
            <p:ph idx="1" type="body"/>
          </p:nvPr>
        </p:nvSpPr>
        <p:spPr>
          <a:xfrm>
            <a:off x="323125" y="708300"/>
            <a:ext cx="84969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By considering where each event is located on the Venn diagram, we can also place these outcomes in a Venn diagram.</a:t>
            </a:r>
            <a:endParaRPr sz="1800"/>
          </a:p>
        </p:txBody>
      </p:sp>
      <p:sp>
        <p:nvSpPr>
          <p:cNvPr id="1971" name="Google Shape;1971;p98"/>
          <p:cNvSpPr txBox="1"/>
          <p:nvPr/>
        </p:nvSpPr>
        <p:spPr>
          <a:xfrm>
            <a:off x="7942117" y="2795395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98"/>
          <p:cNvSpPr txBox="1"/>
          <p:nvPr/>
        </p:nvSpPr>
        <p:spPr>
          <a:xfrm>
            <a:off x="7936425" y="2510982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98"/>
          <p:cNvSpPr txBox="1"/>
          <p:nvPr/>
        </p:nvSpPr>
        <p:spPr>
          <a:xfrm>
            <a:off x="7731543" y="2928956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98"/>
          <p:cNvSpPr txBox="1"/>
          <p:nvPr/>
        </p:nvSpPr>
        <p:spPr>
          <a:xfrm>
            <a:off x="7570700" y="2603150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98"/>
          <p:cNvSpPr txBox="1"/>
          <p:nvPr/>
        </p:nvSpPr>
        <p:spPr>
          <a:xfrm>
            <a:off x="8341300" y="2579201"/>
            <a:ext cx="18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98"/>
          <p:cNvSpPr txBox="1"/>
          <p:nvPr/>
        </p:nvSpPr>
        <p:spPr>
          <a:xfrm>
            <a:off x="7948525" y="3238802"/>
            <a:ext cx="18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98"/>
          <p:cNvSpPr txBox="1"/>
          <p:nvPr/>
        </p:nvSpPr>
        <p:spPr>
          <a:xfrm>
            <a:off x="8544900" y="3349501"/>
            <a:ext cx="186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98"/>
          <p:cNvSpPr txBox="1"/>
          <p:nvPr/>
        </p:nvSpPr>
        <p:spPr>
          <a:xfrm>
            <a:off x="8181299" y="2920813"/>
            <a:ext cx="1866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99"/>
          <p:cNvSpPr/>
          <p:nvPr/>
        </p:nvSpPr>
        <p:spPr>
          <a:xfrm>
            <a:off x="638595" y="1368900"/>
            <a:ext cx="3051000" cy="274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985" name="Google Shape;1985;p99"/>
          <p:cNvSpPr/>
          <p:nvPr/>
        </p:nvSpPr>
        <p:spPr>
          <a:xfrm>
            <a:off x="1864968" y="15109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99"/>
          <p:cNvSpPr/>
          <p:nvPr/>
        </p:nvSpPr>
        <p:spPr>
          <a:xfrm>
            <a:off x="874368" y="15109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99"/>
          <p:cNvSpPr txBox="1"/>
          <p:nvPr/>
        </p:nvSpPr>
        <p:spPr>
          <a:xfrm>
            <a:off x="1239200" y="1763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99"/>
          <p:cNvSpPr txBox="1"/>
          <p:nvPr/>
        </p:nvSpPr>
        <p:spPr>
          <a:xfrm>
            <a:off x="2114906" y="24140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99"/>
          <p:cNvSpPr txBox="1"/>
          <p:nvPr/>
        </p:nvSpPr>
        <p:spPr>
          <a:xfrm>
            <a:off x="1559574" y="2769600"/>
            <a:ext cx="3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99"/>
          <p:cNvSpPr txBox="1"/>
          <p:nvPr/>
        </p:nvSpPr>
        <p:spPr>
          <a:xfrm>
            <a:off x="2114901" y="34049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99"/>
          <p:cNvSpPr txBox="1"/>
          <p:nvPr/>
        </p:nvSpPr>
        <p:spPr>
          <a:xfrm>
            <a:off x="2562906" y="26602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99"/>
          <p:cNvSpPr txBox="1"/>
          <p:nvPr/>
        </p:nvSpPr>
        <p:spPr>
          <a:xfrm>
            <a:off x="3288581" y="3404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99"/>
          <p:cNvSpPr txBox="1"/>
          <p:nvPr/>
        </p:nvSpPr>
        <p:spPr>
          <a:xfrm>
            <a:off x="401100" y="1368900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994" name="Google Shape;1994;p99"/>
          <p:cNvSpPr txBox="1"/>
          <p:nvPr/>
        </p:nvSpPr>
        <p:spPr>
          <a:xfrm>
            <a:off x="928743" y="146243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99"/>
          <p:cNvSpPr txBox="1"/>
          <p:nvPr/>
        </p:nvSpPr>
        <p:spPr>
          <a:xfrm>
            <a:off x="3231893" y="146243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99"/>
          <p:cNvSpPr/>
          <p:nvPr/>
        </p:nvSpPr>
        <p:spPr>
          <a:xfrm>
            <a:off x="1436093" y="23324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99"/>
          <p:cNvSpPr txBox="1"/>
          <p:nvPr/>
        </p:nvSpPr>
        <p:spPr>
          <a:xfrm>
            <a:off x="1413293" y="369891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99"/>
          <p:cNvSpPr txBox="1"/>
          <p:nvPr/>
        </p:nvSpPr>
        <p:spPr>
          <a:xfrm>
            <a:off x="1239206" y="23224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99"/>
          <p:cNvSpPr txBox="1"/>
          <p:nvPr/>
        </p:nvSpPr>
        <p:spPr>
          <a:xfrm>
            <a:off x="874381" y="34049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99"/>
          <p:cNvSpPr txBox="1"/>
          <p:nvPr/>
        </p:nvSpPr>
        <p:spPr>
          <a:xfrm>
            <a:off x="2038706" y="19524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99"/>
          <p:cNvSpPr txBox="1"/>
          <p:nvPr/>
        </p:nvSpPr>
        <p:spPr>
          <a:xfrm>
            <a:off x="2490623" y="33096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99"/>
          <p:cNvSpPr txBox="1"/>
          <p:nvPr/>
        </p:nvSpPr>
        <p:spPr>
          <a:xfrm>
            <a:off x="1549648" y="17634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99"/>
          <p:cNvSpPr txBox="1"/>
          <p:nvPr/>
        </p:nvSpPr>
        <p:spPr>
          <a:xfrm>
            <a:off x="2768848" y="19158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4" name="Google Shape;2004;p99"/>
          <p:cNvCxnSpPr/>
          <p:nvPr/>
        </p:nvCxnSpPr>
        <p:spPr>
          <a:xfrm flipH="1" rot="10800000">
            <a:off x="4135250" y="1992775"/>
            <a:ext cx="480000" cy="56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5" name="Google Shape;2005;p99"/>
          <p:cNvSpPr/>
          <p:nvPr/>
        </p:nvSpPr>
        <p:spPr>
          <a:xfrm>
            <a:off x="-479107" y="2619156"/>
            <a:ext cx="1606200" cy="1606200"/>
          </a:xfrm>
          <a:prstGeom prst="ellipse">
            <a:avLst/>
          </a:prstGeom>
          <a:solidFill>
            <a:srgbClr val="037B7D">
              <a:alpha val="6960"/>
            </a:srgbClr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99"/>
          <p:cNvSpPr txBox="1"/>
          <p:nvPr/>
        </p:nvSpPr>
        <p:spPr>
          <a:xfrm>
            <a:off x="4823993" y="15451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99"/>
          <p:cNvSpPr txBox="1"/>
          <p:nvPr/>
        </p:nvSpPr>
        <p:spPr>
          <a:xfrm>
            <a:off x="4698613" y="1853700"/>
            <a:ext cx="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1, 3, 5, 7, 9, 11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8" name="Google Shape;2008;p99"/>
          <p:cNvCxnSpPr/>
          <p:nvPr/>
        </p:nvCxnSpPr>
        <p:spPr>
          <a:xfrm>
            <a:off x="4135250" y="2642900"/>
            <a:ext cx="480000" cy="56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9" name="Google Shape;2009;p99"/>
          <p:cNvSpPr txBox="1"/>
          <p:nvPr/>
        </p:nvSpPr>
        <p:spPr>
          <a:xfrm>
            <a:off x="4698625" y="3039300"/>
            <a:ext cx="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99"/>
          <p:cNvSpPr txBox="1"/>
          <p:nvPr/>
        </p:nvSpPr>
        <p:spPr>
          <a:xfrm>
            <a:off x="4698625" y="3347100"/>
            <a:ext cx="93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2, 4, 6, 8, 10, 12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99"/>
          <p:cNvSpPr txBox="1"/>
          <p:nvPr>
            <p:ph idx="1" type="body"/>
          </p:nvPr>
        </p:nvSpPr>
        <p:spPr>
          <a:xfrm>
            <a:off x="323125" y="708300"/>
            <a:ext cx="84969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Likewise, we can generate an outcome tree from a Venn diagram.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100"/>
          <p:cNvSpPr/>
          <p:nvPr/>
        </p:nvSpPr>
        <p:spPr>
          <a:xfrm>
            <a:off x="638595" y="1368900"/>
            <a:ext cx="3051000" cy="274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2018" name="Google Shape;2018;p100"/>
          <p:cNvSpPr/>
          <p:nvPr/>
        </p:nvSpPr>
        <p:spPr>
          <a:xfrm>
            <a:off x="1864968" y="15109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00"/>
          <p:cNvSpPr/>
          <p:nvPr/>
        </p:nvSpPr>
        <p:spPr>
          <a:xfrm>
            <a:off x="874368" y="15109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100"/>
          <p:cNvSpPr txBox="1"/>
          <p:nvPr/>
        </p:nvSpPr>
        <p:spPr>
          <a:xfrm>
            <a:off x="1239200" y="1763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100"/>
          <p:cNvSpPr txBox="1"/>
          <p:nvPr/>
        </p:nvSpPr>
        <p:spPr>
          <a:xfrm>
            <a:off x="2114906" y="24140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100"/>
          <p:cNvSpPr txBox="1"/>
          <p:nvPr/>
        </p:nvSpPr>
        <p:spPr>
          <a:xfrm>
            <a:off x="1559574" y="2769600"/>
            <a:ext cx="3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100"/>
          <p:cNvSpPr txBox="1"/>
          <p:nvPr/>
        </p:nvSpPr>
        <p:spPr>
          <a:xfrm>
            <a:off x="2114901" y="34049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00"/>
          <p:cNvSpPr txBox="1"/>
          <p:nvPr/>
        </p:nvSpPr>
        <p:spPr>
          <a:xfrm>
            <a:off x="2562906" y="26602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00"/>
          <p:cNvSpPr txBox="1"/>
          <p:nvPr/>
        </p:nvSpPr>
        <p:spPr>
          <a:xfrm>
            <a:off x="3288581" y="3404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00"/>
          <p:cNvSpPr txBox="1"/>
          <p:nvPr/>
        </p:nvSpPr>
        <p:spPr>
          <a:xfrm>
            <a:off x="401100" y="1368900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2027" name="Google Shape;2027;p100"/>
          <p:cNvSpPr txBox="1"/>
          <p:nvPr/>
        </p:nvSpPr>
        <p:spPr>
          <a:xfrm>
            <a:off x="928743" y="146243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100"/>
          <p:cNvSpPr txBox="1"/>
          <p:nvPr/>
        </p:nvSpPr>
        <p:spPr>
          <a:xfrm>
            <a:off x="3231893" y="146243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100"/>
          <p:cNvSpPr/>
          <p:nvPr/>
        </p:nvSpPr>
        <p:spPr>
          <a:xfrm>
            <a:off x="1436093" y="23324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100"/>
          <p:cNvSpPr txBox="1"/>
          <p:nvPr/>
        </p:nvSpPr>
        <p:spPr>
          <a:xfrm>
            <a:off x="1413293" y="369891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100"/>
          <p:cNvSpPr txBox="1"/>
          <p:nvPr/>
        </p:nvSpPr>
        <p:spPr>
          <a:xfrm>
            <a:off x="1239206" y="23224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100"/>
          <p:cNvSpPr txBox="1"/>
          <p:nvPr/>
        </p:nvSpPr>
        <p:spPr>
          <a:xfrm>
            <a:off x="874381" y="34049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00"/>
          <p:cNvSpPr txBox="1"/>
          <p:nvPr/>
        </p:nvSpPr>
        <p:spPr>
          <a:xfrm>
            <a:off x="2038706" y="19524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100"/>
          <p:cNvSpPr txBox="1"/>
          <p:nvPr/>
        </p:nvSpPr>
        <p:spPr>
          <a:xfrm>
            <a:off x="2490623" y="33096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100"/>
          <p:cNvSpPr txBox="1"/>
          <p:nvPr/>
        </p:nvSpPr>
        <p:spPr>
          <a:xfrm>
            <a:off x="1549648" y="17634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100"/>
          <p:cNvSpPr txBox="1"/>
          <p:nvPr/>
        </p:nvSpPr>
        <p:spPr>
          <a:xfrm>
            <a:off x="2768848" y="19158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7" name="Google Shape;2037;p100"/>
          <p:cNvCxnSpPr/>
          <p:nvPr/>
        </p:nvCxnSpPr>
        <p:spPr>
          <a:xfrm flipH="1" rot="10800000">
            <a:off x="4135250" y="1992775"/>
            <a:ext cx="480000" cy="56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8" name="Google Shape;2038;p100"/>
          <p:cNvSpPr/>
          <p:nvPr/>
        </p:nvSpPr>
        <p:spPr>
          <a:xfrm>
            <a:off x="874368" y="1510906"/>
            <a:ext cx="1606200" cy="1606200"/>
          </a:xfrm>
          <a:prstGeom prst="ellipse">
            <a:avLst/>
          </a:prstGeom>
          <a:solidFill>
            <a:srgbClr val="037B7D">
              <a:alpha val="6960"/>
            </a:srgbClr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00"/>
          <p:cNvSpPr txBox="1"/>
          <p:nvPr/>
        </p:nvSpPr>
        <p:spPr>
          <a:xfrm>
            <a:off x="4823993" y="15451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0" name="Google Shape;2040;p100"/>
          <p:cNvSpPr txBox="1"/>
          <p:nvPr/>
        </p:nvSpPr>
        <p:spPr>
          <a:xfrm>
            <a:off x="4698613" y="1853700"/>
            <a:ext cx="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1, 3, 5, 7, 9, 11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1" name="Google Shape;2041;p100"/>
          <p:cNvCxnSpPr/>
          <p:nvPr/>
        </p:nvCxnSpPr>
        <p:spPr>
          <a:xfrm>
            <a:off x="4135250" y="2642900"/>
            <a:ext cx="480000" cy="56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2" name="Google Shape;2042;p100"/>
          <p:cNvSpPr txBox="1"/>
          <p:nvPr/>
        </p:nvSpPr>
        <p:spPr>
          <a:xfrm>
            <a:off x="4698625" y="3039300"/>
            <a:ext cx="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00"/>
          <p:cNvSpPr txBox="1"/>
          <p:nvPr/>
        </p:nvSpPr>
        <p:spPr>
          <a:xfrm>
            <a:off x="4698625" y="3347100"/>
            <a:ext cx="93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2, 4, 6, 8, 10, 12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4" name="Google Shape;2044;p100"/>
          <p:cNvCxnSpPr/>
          <p:nvPr/>
        </p:nvCxnSpPr>
        <p:spPr>
          <a:xfrm flipH="1" rot="10800000">
            <a:off x="5691775" y="1351225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5" name="Google Shape;2045;p100"/>
          <p:cNvSpPr txBox="1"/>
          <p:nvPr/>
        </p:nvSpPr>
        <p:spPr>
          <a:xfrm>
            <a:off x="6316093" y="10785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100"/>
          <p:cNvSpPr txBox="1"/>
          <p:nvPr/>
        </p:nvSpPr>
        <p:spPr>
          <a:xfrm>
            <a:off x="6256795" y="1386300"/>
            <a:ext cx="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3, 9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100"/>
          <p:cNvSpPr/>
          <p:nvPr/>
        </p:nvSpPr>
        <p:spPr>
          <a:xfrm>
            <a:off x="1863668" y="1509719"/>
            <a:ext cx="1606200" cy="1606200"/>
          </a:xfrm>
          <a:prstGeom prst="ellipse">
            <a:avLst/>
          </a:prstGeom>
          <a:solidFill>
            <a:srgbClr val="845AD9">
              <a:alpha val="7000"/>
            </a:srgbClr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8" name="Google Shape;2048;p100"/>
          <p:cNvCxnSpPr/>
          <p:nvPr/>
        </p:nvCxnSpPr>
        <p:spPr>
          <a:xfrm>
            <a:off x="5691775" y="1833000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9" name="Google Shape;2049;p100"/>
          <p:cNvSpPr txBox="1"/>
          <p:nvPr/>
        </p:nvSpPr>
        <p:spPr>
          <a:xfrm>
            <a:off x="6316099" y="1929300"/>
            <a:ext cx="6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00"/>
          <p:cNvSpPr txBox="1"/>
          <p:nvPr/>
        </p:nvSpPr>
        <p:spPr>
          <a:xfrm>
            <a:off x="6316102" y="2219600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1, 5, 7, 11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1" name="Google Shape;2051;p100"/>
          <p:cNvCxnSpPr/>
          <p:nvPr/>
        </p:nvCxnSpPr>
        <p:spPr>
          <a:xfrm flipH="1" rot="10800000">
            <a:off x="5691775" y="3180025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2" name="Google Shape;2052;p100"/>
          <p:cNvSpPr txBox="1"/>
          <p:nvPr/>
        </p:nvSpPr>
        <p:spPr>
          <a:xfrm>
            <a:off x="6316093" y="29073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00"/>
          <p:cNvSpPr txBox="1"/>
          <p:nvPr/>
        </p:nvSpPr>
        <p:spPr>
          <a:xfrm>
            <a:off x="6256801" y="3215100"/>
            <a:ext cx="57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4" name="Google Shape;2054;p100"/>
          <p:cNvCxnSpPr/>
          <p:nvPr/>
        </p:nvCxnSpPr>
        <p:spPr>
          <a:xfrm>
            <a:off x="5691775" y="3661800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5" name="Google Shape;2055;p100"/>
          <p:cNvSpPr txBox="1"/>
          <p:nvPr/>
        </p:nvSpPr>
        <p:spPr>
          <a:xfrm>
            <a:off x="6316099" y="3758100"/>
            <a:ext cx="6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100"/>
          <p:cNvSpPr txBox="1"/>
          <p:nvPr/>
        </p:nvSpPr>
        <p:spPr>
          <a:xfrm>
            <a:off x="6316102" y="4048400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2, 4, 8, 10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7" name="Google Shape;2057;p100"/>
          <p:cNvGrpSpPr/>
          <p:nvPr/>
        </p:nvGrpSpPr>
        <p:grpSpPr>
          <a:xfrm flipH="1">
            <a:off x="876705" y="1510057"/>
            <a:ext cx="2594372" cy="1606703"/>
            <a:chOff x="876796" y="900791"/>
            <a:chExt cx="2594372" cy="1606703"/>
          </a:xfrm>
        </p:grpSpPr>
        <p:sp>
          <p:nvSpPr>
            <p:cNvPr id="2058" name="Google Shape;2058;p100"/>
            <p:cNvSpPr/>
            <p:nvPr/>
          </p:nvSpPr>
          <p:spPr>
            <a:xfrm>
              <a:off x="1864968" y="901294"/>
              <a:ext cx="1606200" cy="1606200"/>
            </a:xfrm>
            <a:prstGeom prst="arc">
              <a:avLst>
                <a:gd fmla="val 7637336" name="adj1"/>
                <a:gd fmla="val 13985042" name="adj2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9" name="Google Shape;2059;p100"/>
            <p:cNvSpPr/>
            <p:nvPr/>
          </p:nvSpPr>
          <p:spPr>
            <a:xfrm flipH="1">
              <a:off x="876796" y="900791"/>
              <a:ext cx="1606200" cy="1606200"/>
            </a:xfrm>
            <a:prstGeom prst="arc">
              <a:avLst>
                <a:gd fmla="val 13853989" name="adj1"/>
                <a:gd fmla="val 7757941" name="adj2"/>
              </a:avLst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60" name="Google Shape;2060;p100"/>
          <p:cNvSpPr/>
          <p:nvPr/>
        </p:nvSpPr>
        <p:spPr>
          <a:xfrm>
            <a:off x="638595" y="1368900"/>
            <a:ext cx="3051000" cy="27402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101"/>
          <p:cNvSpPr/>
          <p:nvPr/>
        </p:nvSpPr>
        <p:spPr>
          <a:xfrm>
            <a:off x="638595" y="2054700"/>
            <a:ext cx="3051000" cy="274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2067" name="Google Shape;2067;p101"/>
          <p:cNvSpPr/>
          <p:nvPr/>
        </p:nvSpPr>
        <p:spPr>
          <a:xfrm>
            <a:off x="1864968" y="21967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01"/>
          <p:cNvSpPr/>
          <p:nvPr/>
        </p:nvSpPr>
        <p:spPr>
          <a:xfrm>
            <a:off x="874368" y="21967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01"/>
          <p:cNvSpPr txBox="1"/>
          <p:nvPr/>
        </p:nvSpPr>
        <p:spPr>
          <a:xfrm>
            <a:off x="1239200" y="2449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01"/>
          <p:cNvSpPr txBox="1"/>
          <p:nvPr/>
        </p:nvSpPr>
        <p:spPr>
          <a:xfrm>
            <a:off x="2114906" y="3099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01"/>
          <p:cNvSpPr txBox="1"/>
          <p:nvPr/>
        </p:nvSpPr>
        <p:spPr>
          <a:xfrm>
            <a:off x="1559574" y="3455400"/>
            <a:ext cx="3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01"/>
          <p:cNvSpPr txBox="1"/>
          <p:nvPr/>
        </p:nvSpPr>
        <p:spPr>
          <a:xfrm>
            <a:off x="2114901" y="40907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01"/>
          <p:cNvSpPr txBox="1"/>
          <p:nvPr/>
        </p:nvSpPr>
        <p:spPr>
          <a:xfrm>
            <a:off x="2562906" y="33460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01"/>
          <p:cNvSpPr txBox="1"/>
          <p:nvPr/>
        </p:nvSpPr>
        <p:spPr>
          <a:xfrm>
            <a:off x="3288581" y="4090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01"/>
          <p:cNvSpPr txBox="1"/>
          <p:nvPr/>
        </p:nvSpPr>
        <p:spPr>
          <a:xfrm>
            <a:off x="401100" y="2054700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2076" name="Google Shape;2076;p101"/>
          <p:cNvSpPr txBox="1"/>
          <p:nvPr/>
        </p:nvSpPr>
        <p:spPr>
          <a:xfrm>
            <a:off x="928743" y="214823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01"/>
          <p:cNvSpPr txBox="1"/>
          <p:nvPr/>
        </p:nvSpPr>
        <p:spPr>
          <a:xfrm>
            <a:off x="3231893" y="214823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01"/>
          <p:cNvSpPr/>
          <p:nvPr/>
        </p:nvSpPr>
        <p:spPr>
          <a:xfrm>
            <a:off x="1436093" y="30182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101"/>
          <p:cNvSpPr txBox="1"/>
          <p:nvPr/>
        </p:nvSpPr>
        <p:spPr>
          <a:xfrm>
            <a:off x="1413293" y="438471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101"/>
          <p:cNvSpPr txBox="1"/>
          <p:nvPr/>
        </p:nvSpPr>
        <p:spPr>
          <a:xfrm>
            <a:off x="1239206" y="30082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101"/>
          <p:cNvSpPr txBox="1"/>
          <p:nvPr/>
        </p:nvSpPr>
        <p:spPr>
          <a:xfrm>
            <a:off x="874381" y="40907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2" name="Google Shape;2082;p101"/>
          <p:cNvSpPr txBox="1"/>
          <p:nvPr/>
        </p:nvSpPr>
        <p:spPr>
          <a:xfrm>
            <a:off x="2038706" y="26382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01"/>
          <p:cNvSpPr txBox="1"/>
          <p:nvPr/>
        </p:nvSpPr>
        <p:spPr>
          <a:xfrm>
            <a:off x="2490623" y="39954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01"/>
          <p:cNvSpPr txBox="1"/>
          <p:nvPr/>
        </p:nvSpPr>
        <p:spPr>
          <a:xfrm>
            <a:off x="1549648" y="24492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5" name="Google Shape;2085;p101"/>
          <p:cNvSpPr txBox="1"/>
          <p:nvPr/>
        </p:nvSpPr>
        <p:spPr>
          <a:xfrm>
            <a:off x="2768848" y="26016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6" name="Google Shape;2086;p101"/>
          <p:cNvCxnSpPr/>
          <p:nvPr/>
        </p:nvCxnSpPr>
        <p:spPr>
          <a:xfrm flipH="1" rot="10800000">
            <a:off x="4135250" y="1992775"/>
            <a:ext cx="480000" cy="56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7" name="Google Shape;2087;p101"/>
          <p:cNvSpPr txBox="1"/>
          <p:nvPr/>
        </p:nvSpPr>
        <p:spPr>
          <a:xfrm>
            <a:off x="4823993" y="15451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101"/>
          <p:cNvSpPr txBox="1"/>
          <p:nvPr/>
        </p:nvSpPr>
        <p:spPr>
          <a:xfrm>
            <a:off x="4698613" y="1853700"/>
            <a:ext cx="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1, 3, 5, 7, 9, 11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9" name="Google Shape;2089;p101"/>
          <p:cNvCxnSpPr/>
          <p:nvPr/>
        </p:nvCxnSpPr>
        <p:spPr>
          <a:xfrm>
            <a:off x="4135250" y="2642900"/>
            <a:ext cx="480000" cy="56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0" name="Google Shape;2090;p101"/>
          <p:cNvSpPr txBox="1"/>
          <p:nvPr/>
        </p:nvSpPr>
        <p:spPr>
          <a:xfrm>
            <a:off x="4698625" y="3039300"/>
            <a:ext cx="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1" name="Google Shape;2091;p101"/>
          <p:cNvSpPr txBox="1"/>
          <p:nvPr/>
        </p:nvSpPr>
        <p:spPr>
          <a:xfrm>
            <a:off x="4698625" y="3347100"/>
            <a:ext cx="93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2, 4, 6, 8, 10, 12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2" name="Google Shape;2092;p101"/>
          <p:cNvCxnSpPr/>
          <p:nvPr/>
        </p:nvCxnSpPr>
        <p:spPr>
          <a:xfrm flipH="1" rot="10800000">
            <a:off x="5691775" y="1351225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3" name="Google Shape;2093;p101"/>
          <p:cNvSpPr txBox="1"/>
          <p:nvPr/>
        </p:nvSpPr>
        <p:spPr>
          <a:xfrm>
            <a:off x="6316093" y="10785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4" name="Google Shape;2094;p101"/>
          <p:cNvSpPr txBox="1"/>
          <p:nvPr/>
        </p:nvSpPr>
        <p:spPr>
          <a:xfrm>
            <a:off x="6256795" y="1386300"/>
            <a:ext cx="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3, 9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5" name="Google Shape;2095;p101"/>
          <p:cNvCxnSpPr/>
          <p:nvPr/>
        </p:nvCxnSpPr>
        <p:spPr>
          <a:xfrm>
            <a:off x="5691775" y="1833000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6" name="Google Shape;2096;p101"/>
          <p:cNvSpPr txBox="1"/>
          <p:nvPr/>
        </p:nvSpPr>
        <p:spPr>
          <a:xfrm>
            <a:off x="6316099" y="1929300"/>
            <a:ext cx="6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101"/>
          <p:cNvSpPr txBox="1"/>
          <p:nvPr/>
        </p:nvSpPr>
        <p:spPr>
          <a:xfrm>
            <a:off x="6316102" y="2219600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1, 5, 7, 11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8" name="Google Shape;2098;p101"/>
          <p:cNvCxnSpPr/>
          <p:nvPr/>
        </p:nvCxnSpPr>
        <p:spPr>
          <a:xfrm flipH="1" rot="10800000">
            <a:off x="5691775" y="3180025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9" name="Google Shape;2099;p101"/>
          <p:cNvSpPr txBox="1"/>
          <p:nvPr/>
        </p:nvSpPr>
        <p:spPr>
          <a:xfrm>
            <a:off x="6316093" y="29073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101"/>
          <p:cNvSpPr txBox="1"/>
          <p:nvPr/>
        </p:nvSpPr>
        <p:spPr>
          <a:xfrm>
            <a:off x="6256801" y="3215100"/>
            <a:ext cx="53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1" name="Google Shape;2101;p101"/>
          <p:cNvCxnSpPr/>
          <p:nvPr/>
        </p:nvCxnSpPr>
        <p:spPr>
          <a:xfrm>
            <a:off x="5691775" y="3661800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2" name="Google Shape;2102;p101"/>
          <p:cNvSpPr txBox="1"/>
          <p:nvPr/>
        </p:nvSpPr>
        <p:spPr>
          <a:xfrm>
            <a:off x="6316099" y="3758100"/>
            <a:ext cx="6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101"/>
          <p:cNvSpPr txBox="1"/>
          <p:nvPr/>
        </p:nvSpPr>
        <p:spPr>
          <a:xfrm>
            <a:off x="6316102" y="4048400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2, 4, 8, 10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101"/>
          <p:cNvSpPr txBox="1"/>
          <p:nvPr/>
        </p:nvSpPr>
        <p:spPr>
          <a:xfrm>
            <a:off x="7614600" y="6678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5" name="Google Shape;2105;p101"/>
          <p:cNvSpPr txBox="1"/>
          <p:nvPr/>
        </p:nvSpPr>
        <p:spPr>
          <a:xfrm>
            <a:off x="7618635" y="884100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6" name="Google Shape;2106;p101"/>
          <p:cNvCxnSpPr/>
          <p:nvPr/>
        </p:nvCxnSpPr>
        <p:spPr>
          <a:xfrm>
            <a:off x="6992656" y="11850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7" name="Google Shape;2107;p101"/>
          <p:cNvSpPr txBox="1"/>
          <p:nvPr/>
        </p:nvSpPr>
        <p:spPr>
          <a:xfrm>
            <a:off x="7597796" y="11666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01"/>
          <p:cNvSpPr txBox="1"/>
          <p:nvPr/>
        </p:nvSpPr>
        <p:spPr>
          <a:xfrm>
            <a:off x="7601810" y="1382910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9" name="Google Shape;2109;p101"/>
          <p:cNvCxnSpPr/>
          <p:nvPr/>
        </p:nvCxnSpPr>
        <p:spPr>
          <a:xfrm flipH="1" rot="10800000">
            <a:off x="6992656" y="8994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0" name="Google Shape;2110;p101"/>
          <p:cNvSpPr txBox="1"/>
          <p:nvPr/>
        </p:nvSpPr>
        <p:spPr>
          <a:xfrm>
            <a:off x="7614600" y="17346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01"/>
          <p:cNvSpPr txBox="1"/>
          <p:nvPr/>
        </p:nvSpPr>
        <p:spPr>
          <a:xfrm>
            <a:off x="7618635" y="1950900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2" name="Google Shape;2112;p101"/>
          <p:cNvCxnSpPr/>
          <p:nvPr/>
        </p:nvCxnSpPr>
        <p:spPr>
          <a:xfrm>
            <a:off x="6992656" y="22518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3" name="Google Shape;2113;p101"/>
          <p:cNvSpPr txBox="1"/>
          <p:nvPr/>
        </p:nvSpPr>
        <p:spPr>
          <a:xfrm>
            <a:off x="7597796" y="22334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101"/>
          <p:cNvSpPr txBox="1"/>
          <p:nvPr/>
        </p:nvSpPr>
        <p:spPr>
          <a:xfrm>
            <a:off x="7601767" y="2449700"/>
            <a:ext cx="8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1, 7, 11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5" name="Google Shape;2115;p101"/>
          <p:cNvCxnSpPr/>
          <p:nvPr/>
        </p:nvCxnSpPr>
        <p:spPr>
          <a:xfrm flipH="1" rot="10800000">
            <a:off x="6992656" y="19662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6" name="Google Shape;2116;p101"/>
          <p:cNvSpPr txBox="1"/>
          <p:nvPr/>
        </p:nvSpPr>
        <p:spPr>
          <a:xfrm>
            <a:off x="7614600" y="28014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101"/>
          <p:cNvSpPr txBox="1"/>
          <p:nvPr/>
        </p:nvSpPr>
        <p:spPr>
          <a:xfrm>
            <a:off x="7618635" y="3017700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8" name="Google Shape;2118;p101"/>
          <p:cNvCxnSpPr/>
          <p:nvPr/>
        </p:nvCxnSpPr>
        <p:spPr>
          <a:xfrm>
            <a:off x="6992656" y="3326344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9" name="Google Shape;2119;p101"/>
          <p:cNvSpPr txBox="1"/>
          <p:nvPr/>
        </p:nvSpPr>
        <p:spPr>
          <a:xfrm>
            <a:off x="7597796" y="33002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101"/>
          <p:cNvSpPr txBox="1"/>
          <p:nvPr/>
        </p:nvSpPr>
        <p:spPr>
          <a:xfrm>
            <a:off x="7601767" y="3516500"/>
            <a:ext cx="8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1" name="Google Shape;2121;p101"/>
          <p:cNvCxnSpPr/>
          <p:nvPr/>
        </p:nvCxnSpPr>
        <p:spPr>
          <a:xfrm flipH="1" rot="10800000">
            <a:off x="6992656" y="30330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2" name="Google Shape;2122;p101"/>
          <p:cNvSpPr txBox="1"/>
          <p:nvPr/>
        </p:nvSpPr>
        <p:spPr>
          <a:xfrm>
            <a:off x="7614600" y="38682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3" name="Google Shape;2123;p101"/>
          <p:cNvSpPr txBox="1"/>
          <p:nvPr/>
        </p:nvSpPr>
        <p:spPr>
          <a:xfrm>
            <a:off x="7618610" y="4084500"/>
            <a:ext cx="53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4" name="Google Shape;2124;p101"/>
          <p:cNvCxnSpPr/>
          <p:nvPr/>
        </p:nvCxnSpPr>
        <p:spPr>
          <a:xfrm>
            <a:off x="6992656" y="43854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5" name="Google Shape;2125;p101"/>
          <p:cNvSpPr txBox="1"/>
          <p:nvPr/>
        </p:nvSpPr>
        <p:spPr>
          <a:xfrm>
            <a:off x="7597796" y="43670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101"/>
          <p:cNvSpPr txBox="1"/>
          <p:nvPr/>
        </p:nvSpPr>
        <p:spPr>
          <a:xfrm>
            <a:off x="7601767" y="4583300"/>
            <a:ext cx="8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4, 8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7" name="Google Shape;2127;p101"/>
          <p:cNvCxnSpPr/>
          <p:nvPr/>
        </p:nvCxnSpPr>
        <p:spPr>
          <a:xfrm flipH="1" rot="10800000">
            <a:off x="6992656" y="40998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8" name="Google Shape;2128;p101"/>
          <p:cNvSpPr txBox="1"/>
          <p:nvPr/>
        </p:nvSpPr>
        <p:spPr>
          <a:xfrm>
            <a:off x="324000" y="776975"/>
            <a:ext cx="39546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representation do you prefer?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102"/>
          <p:cNvSpPr/>
          <p:nvPr/>
        </p:nvSpPr>
        <p:spPr>
          <a:xfrm>
            <a:off x="1436093" y="26372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4" name="Google Shape;2134;p102"/>
          <p:cNvSpPr txBox="1"/>
          <p:nvPr>
            <p:ph idx="1" type="body"/>
          </p:nvPr>
        </p:nvSpPr>
        <p:spPr>
          <a:xfrm>
            <a:off x="324000" y="759300"/>
            <a:ext cx="45921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the missing outcomes.</a:t>
            </a:r>
            <a:endParaRPr/>
          </a:p>
        </p:txBody>
      </p:sp>
      <p:sp>
        <p:nvSpPr>
          <p:cNvPr id="2135" name="Google Shape;2135;p102"/>
          <p:cNvSpPr/>
          <p:nvPr/>
        </p:nvSpPr>
        <p:spPr>
          <a:xfrm>
            <a:off x="638595" y="1673700"/>
            <a:ext cx="3051000" cy="274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6" name="Google Shape;2136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2137" name="Google Shape;2137;p102"/>
          <p:cNvSpPr/>
          <p:nvPr/>
        </p:nvSpPr>
        <p:spPr>
          <a:xfrm>
            <a:off x="1864968" y="18157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8" name="Google Shape;2138;p102"/>
          <p:cNvSpPr/>
          <p:nvPr/>
        </p:nvSpPr>
        <p:spPr>
          <a:xfrm>
            <a:off x="874368" y="18157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102"/>
          <p:cNvSpPr txBox="1"/>
          <p:nvPr/>
        </p:nvSpPr>
        <p:spPr>
          <a:xfrm>
            <a:off x="1239200" y="2068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02"/>
          <p:cNvSpPr txBox="1"/>
          <p:nvPr/>
        </p:nvSpPr>
        <p:spPr>
          <a:xfrm>
            <a:off x="2114906" y="2718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102"/>
          <p:cNvSpPr txBox="1"/>
          <p:nvPr/>
        </p:nvSpPr>
        <p:spPr>
          <a:xfrm>
            <a:off x="1559574" y="3074400"/>
            <a:ext cx="3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2" name="Google Shape;2142;p102"/>
          <p:cNvSpPr txBox="1"/>
          <p:nvPr/>
        </p:nvSpPr>
        <p:spPr>
          <a:xfrm>
            <a:off x="2114901" y="37097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102"/>
          <p:cNvSpPr txBox="1"/>
          <p:nvPr/>
        </p:nvSpPr>
        <p:spPr>
          <a:xfrm>
            <a:off x="2562906" y="29650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4" name="Google Shape;2144;p102"/>
          <p:cNvSpPr txBox="1"/>
          <p:nvPr/>
        </p:nvSpPr>
        <p:spPr>
          <a:xfrm>
            <a:off x="3288581" y="3709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102"/>
          <p:cNvSpPr txBox="1"/>
          <p:nvPr/>
        </p:nvSpPr>
        <p:spPr>
          <a:xfrm>
            <a:off x="401100" y="1673700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2146" name="Google Shape;2146;p102"/>
          <p:cNvSpPr txBox="1"/>
          <p:nvPr/>
        </p:nvSpPr>
        <p:spPr>
          <a:xfrm>
            <a:off x="928743" y="176723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102"/>
          <p:cNvSpPr txBox="1"/>
          <p:nvPr/>
        </p:nvSpPr>
        <p:spPr>
          <a:xfrm>
            <a:off x="3231893" y="176723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02"/>
          <p:cNvSpPr txBox="1"/>
          <p:nvPr/>
        </p:nvSpPr>
        <p:spPr>
          <a:xfrm>
            <a:off x="1413293" y="400371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02"/>
          <p:cNvSpPr txBox="1"/>
          <p:nvPr/>
        </p:nvSpPr>
        <p:spPr>
          <a:xfrm>
            <a:off x="1239206" y="262720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0" name="Google Shape;2150;p102"/>
          <p:cNvSpPr txBox="1"/>
          <p:nvPr/>
        </p:nvSpPr>
        <p:spPr>
          <a:xfrm>
            <a:off x="874381" y="37097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02"/>
          <p:cNvSpPr txBox="1"/>
          <p:nvPr/>
        </p:nvSpPr>
        <p:spPr>
          <a:xfrm>
            <a:off x="2038706" y="22572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102"/>
          <p:cNvSpPr txBox="1"/>
          <p:nvPr/>
        </p:nvSpPr>
        <p:spPr>
          <a:xfrm>
            <a:off x="2490623" y="36144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02"/>
          <p:cNvSpPr txBox="1"/>
          <p:nvPr/>
        </p:nvSpPr>
        <p:spPr>
          <a:xfrm>
            <a:off x="1549648" y="20682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02"/>
          <p:cNvSpPr txBox="1"/>
          <p:nvPr/>
        </p:nvSpPr>
        <p:spPr>
          <a:xfrm>
            <a:off x="2768848" y="22206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5" name="Google Shape;2155;p102"/>
          <p:cNvCxnSpPr/>
          <p:nvPr/>
        </p:nvCxnSpPr>
        <p:spPr>
          <a:xfrm flipH="1" rot="10800000">
            <a:off x="4135250" y="1992775"/>
            <a:ext cx="480000" cy="56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6" name="Google Shape;2156;p102"/>
          <p:cNvSpPr txBox="1"/>
          <p:nvPr/>
        </p:nvSpPr>
        <p:spPr>
          <a:xfrm>
            <a:off x="4823993" y="15451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02"/>
          <p:cNvSpPr txBox="1"/>
          <p:nvPr/>
        </p:nvSpPr>
        <p:spPr>
          <a:xfrm>
            <a:off x="4698613" y="1853700"/>
            <a:ext cx="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1, 3, 5, 7, 9, 11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8" name="Google Shape;2158;p102"/>
          <p:cNvCxnSpPr/>
          <p:nvPr/>
        </p:nvCxnSpPr>
        <p:spPr>
          <a:xfrm>
            <a:off x="4135250" y="2642900"/>
            <a:ext cx="480000" cy="56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9" name="Google Shape;2159;p102"/>
          <p:cNvSpPr txBox="1"/>
          <p:nvPr/>
        </p:nvSpPr>
        <p:spPr>
          <a:xfrm>
            <a:off x="4698625" y="3039300"/>
            <a:ext cx="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0" name="Google Shape;2160;p102"/>
          <p:cNvSpPr txBox="1"/>
          <p:nvPr/>
        </p:nvSpPr>
        <p:spPr>
          <a:xfrm>
            <a:off x="4698625" y="3347100"/>
            <a:ext cx="93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2, 4, 6, 8, 10, 12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1" name="Google Shape;2161;p102"/>
          <p:cNvCxnSpPr/>
          <p:nvPr/>
        </p:nvCxnSpPr>
        <p:spPr>
          <a:xfrm flipH="1" rot="10800000">
            <a:off x="5691775" y="1351225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2" name="Google Shape;2162;p102"/>
          <p:cNvSpPr txBox="1"/>
          <p:nvPr/>
        </p:nvSpPr>
        <p:spPr>
          <a:xfrm>
            <a:off x="6316093" y="10785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3" name="Google Shape;2163;p102"/>
          <p:cNvSpPr txBox="1"/>
          <p:nvPr/>
        </p:nvSpPr>
        <p:spPr>
          <a:xfrm>
            <a:off x="6256795" y="1386300"/>
            <a:ext cx="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3, 9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4" name="Google Shape;2164;p102"/>
          <p:cNvCxnSpPr/>
          <p:nvPr/>
        </p:nvCxnSpPr>
        <p:spPr>
          <a:xfrm>
            <a:off x="5691775" y="1833000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5" name="Google Shape;2165;p102"/>
          <p:cNvSpPr txBox="1"/>
          <p:nvPr/>
        </p:nvSpPr>
        <p:spPr>
          <a:xfrm>
            <a:off x="6316099" y="1929300"/>
            <a:ext cx="6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02"/>
          <p:cNvSpPr txBox="1"/>
          <p:nvPr/>
        </p:nvSpPr>
        <p:spPr>
          <a:xfrm>
            <a:off x="6316102" y="2219600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1, 5, 7, 11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7" name="Google Shape;2167;p102"/>
          <p:cNvCxnSpPr/>
          <p:nvPr/>
        </p:nvCxnSpPr>
        <p:spPr>
          <a:xfrm flipH="1" rot="10800000">
            <a:off x="5691775" y="3180025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8" name="Google Shape;2168;p102"/>
          <p:cNvSpPr txBox="1"/>
          <p:nvPr/>
        </p:nvSpPr>
        <p:spPr>
          <a:xfrm>
            <a:off x="6316093" y="29073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02"/>
          <p:cNvSpPr txBox="1"/>
          <p:nvPr/>
        </p:nvSpPr>
        <p:spPr>
          <a:xfrm>
            <a:off x="6256801" y="3215100"/>
            <a:ext cx="53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0" name="Google Shape;2170;p102"/>
          <p:cNvCxnSpPr/>
          <p:nvPr/>
        </p:nvCxnSpPr>
        <p:spPr>
          <a:xfrm>
            <a:off x="5691775" y="3661800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1" name="Google Shape;2171;p102"/>
          <p:cNvSpPr txBox="1"/>
          <p:nvPr/>
        </p:nvSpPr>
        <p:spPr>
          <a:xfrm>
            <a:off x="6316099" y="3758100"/>
            <a:ext cx="6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02"/>
          <p:cNvSpPr txBox="1"/>
          <p:nvPr/>
        </p:nvSpPr>
        <p:spPr>
          <a:xfrm>
            <a:off x="6316102" y="4048400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2, 4, 8, 10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3" name="Google Shape;2173;p102"/>
          <p:cNvSpPr txBox="1"/>
          <p:nvPr/>
        </p:nvSpPr>
        <p:spPr>
          <a:xfrm>
            <a:off x="7614600" y="6678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102"/>
          <p:cNvSpPr txBox="1"/>
          <p:nvPr/>
        </p:nvSpPr>
        <p:spPr>
          <a:xfrm>
            <a:off x="7618635" y="884100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75" name="Google Shape;2175;p102"/>
          <p:cNvCxnSpPr/>
          <p:nvPr/>
        </p:nvCxnSpPr>
        <p:spPr>
          <a:xfrm>
            <a:off x="6992656" y="11850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6" name="Google Shape;2176;p102"/>
          <p:cNvSpPr txBox="1"/>
          <p:nvPr/>
        </p:nvSpPr>
        <p:spPr>
          <a:xfrm>
            <a:off x="7597796" y="11666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7" name="Google Shape;2177;p102"/>
          <p:cNvSpPr txBox="1"/>
          <p:nvPr/>
        </p:nvSpPr>
        <p:spPr>
          <a:xfrm>
            <a:off x="7601810" y="1382910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8" name="Google Shape;2178;p102"/>
          <p:cNvCxnSpPr/>
          <p:nvPr/>
        </p:nvCxnSpPr>
        <p:spPr>
          <a:xfrm flipH="1" rot="10800000">
            <a:off x="6992656" y="8994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9" name="Google Shape;2179;p102"/>
          <p:cNvSpPr txBox="1"/>
          <p:nvPr/>
        </p:nvSpPr>
        <p:spPr>
          <a:xfrm>
            <a:off x="7614600" y="17346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02"/>
          <p:cNvSpPr txBox="1"/>
          <p:nvPr/>
        </p:nvSpPr>
        <p:spPr>
          <a:xfrm>
            <a:off x="7618635" y="1950900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1" name="Google Shape;2181;p102"/>
          <p:cNvCxnSpPr/>
          <p:nvPr/>
        </p:nvCxnSpPr>
        <p:spPr>
          <a:xfrm>
            <a:off x="6992656" y="22518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2" name="Google Shape;2182;p102"/>
          <p:cNvSpPr txBox="1"/>
          <p:nvPr/>
        </p:nvSpPr>
        <p:spPr>
          <a:xfrm>
            <a:off x="7597796" y="22334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102"/>
          <p:cNvSpPr txBox="1"/>
          <p:nvPr/>
        </p:nvSpPr>
        <p:spPr>
          <a:xfrm>
            <a:off x="7601767" y="2449700"/>
            <a:ext cx="8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1, 7, 11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4" name="Google Shape;2184;p102"/>
          <p:cNvCxnSpPr/>
          <p:nvPr/>
        </p:nvCxnSpPr>
        <p:spPr>
          <a:xfrm flipH="1" rot="10800000">
            <a:off x="6992656" y="19662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5" name="Google Shape;2185;p102"/>
          <p:cNvSpPr txBox="1"/>
          <p:nvPr/>
        </p:nvSpPr>
        <p:spPr>
          <a:xfrm>
            <a:off x="7614600" y="28014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02"/>
          <p:cNvSpPr txBox="1"/>
          <p:nvPr/>
        </p:nvSpPr>
        <p:spPr>
          <a:xfrm>
            <a:off x="7618635" y="3017700"/>
            <a:ext cx="2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7" name="Google Shape;2187;p102"/>
          <p:cNvCxnSpPr/>
          <p:nvPr/>
        </p:nvCxnSpPr>
        <p:spPr>
          <a:xfrm>
            <a:off x="6992656" y="3326344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8" name="Google Shape;2188;p102"/>
          <p:cNvSpPr txBox="1"/>
          <p:nvPr/>
        </p:nvSpPr>
        <p:spPr>
          <a:xfrm>
            <a:off x="7597796" y="33002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102"/>
          <p:cNvSpPr txBox="1"/>
          <p:nvPr/>
        </p:nvSpPr>
        <p:spPr>
          <a:xfrm>
            <a:off x="7601767" y="3516500"/>
            <a:ext cx="8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0" name="Google Shape;2190;p102"/>
          <p:cNvCxnSpPr/>
          <p:nvPr/>
        </p:nvCxnSpPr>
        <p:spPr>
          <a:xfrm flipH="1" rot="10800000">
            <a:off x="6992656" y="30330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1" name="Google Shape;2191;p102"/>
          <p:cNvSpPr txBox="1"/>
          <p:nvPr/>
        </p:nvSpPr>
        <p:spPr>
          <a:xfrm>
            <a:off x="7614600" y="38682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102"/>
          <p:cNvSpPr txBox="1"/>
          <p:nvPr/>
        </p:nvSpPr>
        <p:spPr>
          <a:xfrm>
            <a:off x="7618610" y="4084500"/>
            <a:ext cx="53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3" name="Google Shape;2193;p102"/>
          <p:cNvCxnSpPr/>
          <p:nvPr/>
        </p:nvCxnSpPr>
        <p:spPr>
          <a:xfrm>
            <a:off x="6992656" y="43854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4" name="Google Shape;2194;p102"/>
          <p:cNvSpPr txBox="1"/>
          <p:nvPr/>
        </p:nvSpPr>
        <p:spPr>
          <a:xfrm>
            <a:off x="7597796" y="43670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102"/>
          <p:cNvSpPr txBox="1"/>
          <p:nvPr/>
        </p:nvSpPr>
        <p:spPr>
          <a:xfrm>
            <a:off x="7601767" y="4583300"/>
            <a:ext cx="8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4, 8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6" name="Google Shape;2196;p102"/>
          <p:cNvCxnSpPr/>
          <p:nvPr/>
        </p:nvCxnSpPr>
        <p:spPr>
          <a:xfrm flipH="1" rot="10800000">
            <a:off x="6992656" y="4099800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7" name="Google Shape;2197;p102"/>
          <p:cNvCxnSpPr/>
          <p:nvPr/>
        </p:nvCxnSpPr>
        <p:spPr>
          <a:xfrm>
            <a:off x="2426119" y="3214844"/>
            <a:ext cx="407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102"/>
          <p:cNvCxnSpPr/>
          <p:nvPr/>
        </p:nvCxnSpPr>
        <p:spPr>
          <a:xfrm>
            <a:off x="1125169" y="2857494"/>
            <a:ext cx="407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9" name="Google Shape;2199;p102"/>
          <p:cNvCxnSpPr/>
          <p:nvPr/>
        </p:nvCxnSpPr>
        <p:spPr>
          <a:xfrm>
            <a:off x="7536444" y="1122694"/>
            <a:ext cx="407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0" name="Google Shape;2200;p102"/>
          <p:cNvCxnSpPr/>
          <p:nvPr/>
        </p:nvCxnSpPr>
        <p:spPr>
          <a:xfrm>
            <a:off x="6274044" y="4356194"/>
            <a:ext cx="57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1" name="Google Shape;2201;p102"/>
          <p:cNvCxnSpPr/>
          <p:nvPr/>
        </p:nvCxnSpPr>
        <p:spPr>
          <a:xfrm>
            <a:off x="6274044" y="4674794"/>
            <a:ext cx="57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2207" name="Google Shape;2207;p103"/>
          <p:cNvSpPr/>
          <p:nvPr/>
        </p:nvSpPr>
        <p:spPr>
          <a:xfrm>
            <a:off x="1456591" y="3006856"/>
            <a:ext cx="1519800" cy="151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03"/>
          <p:cNvSpPr/>
          <p:nvPr/>
        </p:nvSpPr>
        <p:spPr>
          <a:xfrm>
            <a:off x="591800" y="2094870"/>
            <a:ext cx="3249300" cy="2693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03"/>
          <p:cNvSpPr txBox="1"/>
          <p:nvPr/>
        </p:nvSpPr>
        <p:spPr>
          <a:xfrm>
            <a:off x="439400" y="2073401"/>
            <a:ext cx="1524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103"/>
          <p:cNvSpPr/>
          <p:nvPr/>
        </p:nvSpPr>
        <p:spPr>
          <a:xfrm>
            <a:off x="954959" y="2289383"/>
            <a:ext cx="1519800" cy="151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03"/>
          <p:cNvSpPr txBox="1"/>
          <p:nvPr/>
        </p:nvSpPr>
        <p:spPr>
          <a:xfrm>
            <a:off x="1002318" y="2261919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103"/>
          <p:cNvSpPr/>
          <p:nvPr/>
        </p:nvSpPr>
        <p:spPr>
          <a:xfrm>
            <a:off x="1899098" y="2289383"/>
            <a:ext cx="1519800" cy="151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103"/>
          <p:cNvSpPr txBox="1"/>
          <p:nvPr/>
        </p:nvSpPr>
        <p:spPr>
          <a:xfrm>
            <a:off x="3181606" y="2261926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4" name="Google Shape;2214;p103"/>
          <p:cNvSpPr txBox="1"/>
          <p:nvPr/>
        </p:nvSpPr>
        <p:spPr>
          <a:xfrm>
            <a:off x="1938991" y="3035712"/>
            <a:ext cx="6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03"/>
          <p:cNvSpPr txBox="1"/>
          <p:nvPr/>
        </p:nvSpPr>
        <p:spPr>
          <a:xfrm>
            <a:off x="2474781" y="2546952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6" name="Google Shape;2216;p103"/>
          <p:cNvSpPr txBox="1"/>
          <p:nvPr/>
        </p:nvSpPr>
        <p:spPr>
          <a:xfrm>
            <a:off x="1060629" y="2755239"/>
            <a:ext cx="67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7" name="Google Shape;2217;p103"/>
          <p:cNvSpPr txBox="1"/>
          <p:nvPr/>
        </p:nvSpPr>
        <p:spPr>
          <a:xfrm>
            <a:off x="1558034" y="3424715"/>
            <a:ext cx="4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03"/>
          <p:cNvSpPr txBox="1"/>
          <p:nvPr/>
        </p:nvSpPr>
        <p:spPr>
          <a:xfrm>
            <a:off x="1456598" y="4226544"/>
            <a:ext cx="237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9" name="Google Shape;2219;p103"/>
          <p:cNvSpPr txBox="1"/>
          <p:nvPr/>
        </p:nvSpPr>
        <p:spPr>
          <a:xfrm>
            <a:off x="1945557" y="27437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103"/>
          <p:cNvSpPr txBox="1"/>
          <p:nvPr/>
        </p:nvSpPr>
        <p:spPr>
          <a:xfrm>
            <a:off x="2918832" y="4459045"/>
            <a:ext cx="8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03"/>
          <p:cNvSpPr txBox="1"/>
          <p:nvPr/>
        </p:nvSpPr>
        <p:spPr>
          <a:xfrm>
            <a:off x="2406695" y="3414212"/>
            <a:ext cx="51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03"/>
          <p:cNvSpPr txBox="1"/>
          <p:nvPr/>
        </p:nvSpPr>
        <p:spPr>
          <a:xfrm>
            <a:off x="2779370" y="3003315"/>
            <a:ext cx="9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103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Venn diagram represents some pupils.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103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{visited Spain}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03"/>
          <p:cNvSpPr txBox="1"/>
          <p:nvPr/>
        </p:nvSpPr>
        <p:spPr>
          <a:xfrm>
            <a:off x="324000" y="14185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{visited France}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03"/>
          <p:cNvSpPr txBox="1"/>
          <p:nvPr/>
        </p:nvSpPr>
        <p:spPr>
          <a:xfrm>
            <a:off x="324000" y="1729926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 = {visited America}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103"/>
          <p:cNvSpPr txBox="1"/>
          <p:nvPr/>
        </p:nvSpPr>
        <p:spPr>
          <a:xfrm>
            <a:off x="1716957" y="3962931"/>
            <a:ext cx="7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03"/>
          <p:cNvSpPr txBox="1"/>
          <p:nvPr/>
        </p:nvSpPr>
        <p:spPr>
          <a:xfrm>
            <a:off x="4126500" y="1212900"/>
            <a:ext cx="469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is a section of the outcome tree for you to complete.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9" name="Google Shape;2229;p103"/>
          <p:cNvCxnSpPr/>
          <p:nvPr/>
        </p:nvCxnSpPr>
        <p:spPr>
          <a:xfrm flipH="1" rot="10800000">
            <a:off x="5234575" y="2341825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0" name="Google Shape;2230;p103"/>
          <p:cNvSpPr txBox="1"/>
          <p:nvPr/>
        </p:nvSpPr>
        <p:spPr>
          <a:xfrm>
            <a:off x="5858893" y="20691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103"/>
          <p:cNvSpPr txBox="1"/>
          <p:nvPr/>
        </p:nvSpPr>
        <p:spPr>
          <a:xfrm>
            <a:off x="5799600" y="2376900"/>
            <a:ext cx="77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Izzy, Aisha, 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2" name="Google Shape;2232;p103"/>
          <p:cNvCxnSpPr/>
          <p:nvPr/>
        </p:nvCxnSpPr>
        <p:spPr>
          <a:xfrm>
            <a:off x="5234575" y="3433200"/>
            <a:ext cx="4929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3" name="Google Shape;2233;p103"/>
          <p:cNvSpPr txBox="1"/>
          <p:nvPr/>
        </p:nvSpPr>
        <p:spPr>
          <a:xfrm>
            <a:off x="5858899" y="3529500"/>
            <a:ext cx="6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103"/>
          <p:cNvSpPr txBox="1"/>
          <p:nvPr/>
        </p:nvSpPr>
        <p:spPr>
          <a:xfrm>
            <a:off x="5818850" y="3819800"/>
            <a:ext cx="9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Laura, Andeep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5" name="Google Shape;2235;p103"/>
          <p:cNvSpPr txBox="1"/>
          <p:nvPr/>
        </p:nvSpPr>
        <p:spPr>
          <a:xfrm>
            <a:off x="7081200" y="17346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6" name="Google Shape;2236;p103"/>
          <p:cNvSpPr txBox="1"/>
          <p:nvPr/>
        </p:nvSpPr>
        <p:spPr>
          <a:xfrm>
            <a:off x="7102023" y="1972650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7" name="Google Shape;2237;p103"/>
          <p:cNvCxnSpPr/>
          <p:nvPr/>
        </p:nvCxnSpPr>
        <p:spPr>
          <a:xfrm>
            <a:off x="6535456" y="2488144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8" name="Google Shape;2238;p103"/>
          <p:cNvSpPr txBox="1"/>
          <p:nvPr/>
        </p:nvSpPr>
        <p:spPr>
          <a:xfrm>
            <a:off x="7140596" y="24620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9" name="Google Shape;2239;p103"/>
          <p:cNvSpPr txBox="1"/>
          <p:nvPr/>
        </p:nvSpPr>
        <p:spPr>
          <a:xfrm>
            <a:off x="7144567" y="2754500"/>
            <a:ext cx="8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Aisha, 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0" name="Google Shape;2240;p103"/>
          <p:cNvCxnSpPr/>
          <p:nvPr/>
        </p:nvCxnSpPr>
        <p:spPr>
          <a:xfrm flipH="1" rot="10800000">
            <a:off x="6535456" y="1952969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1" name="Google Shape;2241;p103"/>
          <p:cNvSpPr txBox="1"/>
          <p:nvPr/>
        </p:nvSpPr>
        <p:spPr>
          <a:xfrm>
            <a:off x="7157400" y="3411006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103"/>
          <p:cNvSpPr txBox="1"/>
          <p:nvPr/>
        </p:nvSpPr>
        <p:spPr>
          <a:xfrm>
            <a:off x="7178225" y="3649050"/>
            <a:ext cx="91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3" name="Google Shape;2243;p103"/>
          <p:cNvCxnSpPr/>
          <p:nvPr/>
        </p:nvCxnSpPr>
        <p:spPr>
          <a:xfrm>
            <a:off x="6611656" y="4164544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4" name="Google Shape;2244;p103"/>
          <p:cNvSpPr txBox="1"/>
          <p:nvPr/>
        </p:nvSpPr>
        <p:spPr>
          <a:xfrm>
            <a:off x="7216796" y="4138405"/>
            <a:ext cx="8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03"/>
          <p:cNvSpPr txBox="1"/>
          <p:nvPr/>
        </p:nvSpPr>
        <p:spPr>
          <a:xfrm>
            <a:off x="7296975" y="4430900"/>
            <a:ext cx="10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6" name="Google Shape;2246;p103"/>
          <p:cNvCxnSpPr/>
          <p:nvPr/>
        </p:nvCxnSpPr>
        <p:spPr>
          <a:xfrm flipH="1" rot="10800000">
            <a:off x="6611656" y="3629369"/>
            <a:ext cx="534300" cy="1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7" name="Google Shape;2247;p103"/>
          <p:cNvCxnSpPr/>
          <p:nvPr/>
        </p:nvCxnSpPr>
        <p:spPr>
          <a:xfrm>
            <a:off x="5727475" y="4101525"/>
            <a:ext cx="82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8" name="Google Shape;2248;p103"/>
          <p:cNvCxnSpPr/>
          <p:nvPr/>
        </p:nvCxnSpPr>
        <p:spPr>
          <a:xfrm>
            <a:off x="7312931" y="4685544"/>
            <a:ext cx="82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9" name="Google Shape;2249;p103"/>
          <p:cNvCxnSpPr/>
          <p:nvPr/>
        </p:nvCxnSpPr>
        <p:spPr>
          <a:xfrm>
            <a:off x="4442500" y="3141925"/>
            <a:ext cx="82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0" name="Google Shape;2250;p103"/>
          <p:cNvSpPr txBox="1"/>
          <p:nvPr/>
        </p:nvSpPr>
        <p:spPr>
          <a:xfrm>
            <a:off x="4497525" y="2846000"/>
            <a:ext cx="9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104"/>
          <p:cNvSpPr/>
          <p:nvPr/>
        </p:nvSpPr>
        <p:spPr>
          <a:xfrm>
            <a:off x="6465293" y="21800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6" name="Google Shape;2256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2257" name="Google Shape;2257;p104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Use this Venn diagram to answer the following questions: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58" name="Google Shape;2258;p104"/>
          <p:cNvSpPr/>
          <p:nvPr/>
        </p:nvSpPr>
        <p:spPr>
          <a:xfrm>
            <a:off x="6894168" y="13585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104"/>
          <p:cNvSpPr/>
          <p:nvPr/>
        </p:nvSpPr>
        <p:spPr>
          <a:xfrm>
            <a:off x="5903568" y="13585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04"/>
          <p:cNvSpPr/>
          <p:nvPr/>
        </p:nvSpPr>
        <p:spPr>
          <a:xfrm>
            <a:off x="5667795" y="1216500"/>
            <a:ext cx="3051000" cy="274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104"/>
          <p:cNvSpPr txBox="1"/>
          <p:nvPr/>
        </p:nvSpPr>
        <p:spPr>
          <a:xfrm>
            <a:off x="7556950" y="3101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104"/>
          <p:cNvSpPr txBox="1"/>
          <p:nvPr/>
        </p:nvSpPr>
        <p:spPr>
          <a:xfrm>
            <a:off x="7556956" y="2508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04"/>
          <p:cNvSpPr txBox="1"/>
          <p:nvPr/>
        </p:nvSpPr>
        <p:spPr>
          <a:xfrm>
            <a:off x="7615699" y="1562500"/>
            <a:ext cx="3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04"/>
          <p:cNvSpPr txBox="1"/>
          <p:nvPr/>
        </p:nvSpPr>
        <p:spPr>
          <a:xfrm>
            <a:off x="7103001" y="229455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104"/>
          <p:cNvSpPr txBox="1"/>
          <p:nvPr/>
        </p:nvSpPr>
        <p:spPr>
          <a:xfrm>
            <a:off x="6743441" y="23853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6" name="Google Shape;2266;p104"/>
          <p:cNvSpPr txBox="1"/>
          <p:nvPr/>
        </p:nvSpPr>
        <p:spPr>
          <a:xfrm>
            <a:off x="6581281" y="2656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104"/>
          <p:cNvSpPr txBox="1"/>
          <p:nvPr/>
        </p:nvSpPr>
        <p:spPr>
          <a:xfrm>
            <a:off x="5430300" y="1216500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2268" name="Google Shape;2268;p104"/>
          <p:cNvSpPr txBox="1"/>
          <p:nvPr/>
        </p:nvSpPr>
        <p:spPr>
          <a:xfrm>
            <a:off x="5957943" y="131003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104"/>
          <p:cNvSpPr txBox="1"/>
          <p:nvPr/>
        </p:nvSpPr>
        <p:spPr>
          <a:xfrm>
            <a:off x="8261093" y="131003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0" name="Google Shape;2270;p104"/>
          <p:cNvSpPr txBox="1"/>
          <p:nvPr/>
        </p:nvSpPr>
        <p:spPr>
          <a:xfrm>
            <a:off x="6442493" y="354651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104"/>
          <p:cNvSpPr txBox="1"/>
          <p:nvPr/>
        </p:nvSpPr>
        <p:spPr>
          <a:xfrm>
            <a:off x="7965706" y="161783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2" name="Google Shape;2272;p104"/>
          <p:cNvSpPr txBox="1"/>
          <p:nvPr/>
        </p:nvSpPr>
        <p:spPr>
          <a:xfrm>
            <a:off x="6006006" y="20214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3" name="Google Shape;2273;p104"/>
          <p:cNvSpPr txBox="1"/>
          <p:nvPr/>
        </p:nvSpPr>
        <p:spPr>
          <a:xfrm>
            <a:off x="8380075" y="35618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104"/>
          <p:cNvSpPr txBox="1"/>
          <p:nvPr/>
        </p:nvSpPr>
        <p:spPr>
          <a:xfrm>
            <a:off x="6374010" y="15625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5" name="Google Shape;2275;p104"/>
          <p:cNvSpPr txBox="1"/>
          <p:nvPr/>
        </p:nvSpPr>
        <p:spPr>
          <a:xfrm>
            <a:off x="7913648" y="20230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6" name="Google Shape;2276;p104"/>
          <p:cNvSpPr txBox="1"/>
          <p:nvPr/>
        </p:nvSpPr>
        <p:spPr>
          <a:xfrm>
            <a:off x="6800994" y="2595764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04"/>
          <p:cNvSpPr txBox="1"/>
          <p:nvPr>
            <p:ph idx="1" type="body"/>
          </p:nvPr>
        </p:nvSpPr>
        <p:spPr>
          <a:xfrm>
            <a:off x="324000" y="1135875"/>
            <a:ext cx="358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List the outcomes in event A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8" name="Google Shape;2278;p104"/>
          <p:cNvSpPr txBox="1"/>
          <p:nvPr>
            <p:ph idx="1" type="body"/>
          </p:nvPr>
        </p:nvSpPr>
        <p:spPr>
          <a:xfrm>
            <a:off x="324000" y="1735800"/>
            <a:ext cx="358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List the outcomes in event 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9" name="Google Shape;2279;p104"/>
          <p:cNvSpPr txBox="1"/>
          <p:nvPr>
            <p:ph idx="1" type="body"/>
          </p:nvPr>
        </p:nvSpPr>
        <p:spPr>
          <a:xfrm>
            <a:off x="324000" y="2335725"/>
            <a:ext cx="457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</a:t>
            </a:r>
            <a:r>
              <a:rPr lang="en-GB" sz="1800"/>
              <a:t>) List the outcomes in both </a:t>
            </a:r>
            <a:r>
              <a:rPr lang="en-GB" sz="1800"/>
              <a:t>event B and </a:t>
            </a:r>
            <a:r>
              <a:rPr lang="en-GB" sz="1800"/>
              <a:t>event 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0" name="Google Shape;2280;p104"/>
          <p:cNvSpPr txBox="1"/>
          <p:nvPr>
            <p:ph idx="1" type="body"/>
          </p:nvPr>
        </p:nvSpPr>
        <p:spPr>
          <a:xfrm>
            <a:off x="324000" y="3293650"/>
            <a:ext cx="457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</a:t>
            </a:r>
            <a:r>
              <a:rPr lang="en-GB" sz="1800"/>
              <a:t>) List the outcomes that are only in event B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1" name="Google Shape;2281;p104"/>
          <p:cNvSpPr txBox="1"/>
          <p:nvPr>
            <p:ph idx="1" type="body"/>
          </p:nvPr>
        </p:nvSpPr>
        <p:spPr>
          <a:xfrm>
            <a:off x="324000" y="4216950"/>
            <a:ext cx="457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</a:t>
            </a:r>
            <a:r>
              <a:rPr lang="en-GB" sz="1800"/>
              <a:t>) List the outcome that is not in any of the events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2287" name="Google Shape;2287;p105"/>
          <p:cNvSpPr txBox="1"/>
          <p:nvPr>
            <p:ph idx="1" type="body"/>
          </p:nvPr>
        </p:nvSpPr>
        <p:spPr>
          <a:xfrm>
            <a:off x="324000" y="6831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</a:t>
            </a:r>
            <a:r>
              <a:rPr lang="en-GB" sz="1800"/>
              <a:t>The Venn diagram, shows which pupils have chosen history (H), maths (M) or psychology (P) as their GCSE choices.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8" name="Google Shape;2288;p105"/>
          <p:cNvSpPr/>
          <p:nvPr/>
        </p:nvSpPr>
        <p:spPr>
          <a:xfrm>
            <a:off x="6605305" y="1950396"/>
            <a:ext cx="1350300" cy="135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9" name="Google Shape;2289;p105"/>
          <p:cNvSpPr/>
          <p:nvPr/>
        </p:nvSpPr>
        <p:spPr>
          <a:xfrm>
            <a:off x="6965895" y="1259696"/>
            <a:ext cx="1350300" cy="135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105"/>
          <p:cNvSpPr/>
          <p:nvPr/>
        </p:nvSpPr>
        <p:spPr>
          <a:xfrm>
            <a:off x="6133016" y="1259696"/>
            <a:ext cx="1350300" cy="135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1" name="Google Shape;2291;p105"/>
          <p:cNvSpPr/>
          <p:nvPr/>
        </p:nvSpPr>
        <p:spPr>
          <a:xfrm>
            <a:off x="5934782" y="1140300"/>
            <a:ext cx="2565300" cy="2304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2" name="Google Shape;2292;p105"/>
          <p:cNvSpPr txBox="1"/>
          <p:nvPr/>
        </p:nvSpPr>
        <p:spPr>
          <a:xfrm>
            <a:off x="6281981" y="1585325"/>
            <a:ext cx="75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3" name="Google Shape;2293;p105"/>
          <p:cNvSpPr txBox="1"/>
          <p:nvPr/>
        </p:nvSpPr>
        <p:spPr>
          <a:xfrm>
            <a:off x="7444751" y="2258997"/>
            <a:ext cx="57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4" name="Google Shape;2294;p105"/>
          <p:cNvSpPr txBox="1"/>
          <p:nvPr/>
        </p:nvSpPr>
        <p:spPr>
          <a:xfrm>
            <a:off x="7440964" y="1431210"/>
            <a:ext cx="68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05"/>
          <p:cNvSpPr txBox="1"/>
          <p:nvPr/>
        </p:nvSpPr>
        <p:spPr>
          <a:xfrm>
            <a:off x="7012084" y="1974844"/>
            <a:ext cx="57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6" name="Google Shape;2296;p105"/>
          <p:cNvSpPr txBox="1"/>
          <p:nvPr/>
        </p:nvSpPr>
        <p:spPr>
          <a:xfrm>
            <a:off x="5735100" y="1140300"/>
            <a:ext cx="14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2297" name="Google Shape;2297;p105"/>
          <p:cNvSpPr txBox="1"/>
          <p:nvPr/>
        </p:nvSpPr>
        <p:spPr>
          <a:xfrm>
            <a:off x="6178734" y="1218939"/>
            <a:ext cx="210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105"/>
          <p:cNvSpPr txBox="1"/>
          <p:nvPr/>
        </p:nvSpPr>
        <p:spPr>
          <a:xfrm>
            <a:off x="8115182" y="1218945"/>
            <a:ext cx="210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105"/>
          <p:cNvSpPr txBox="1"/>
          <p:nvPr/>
        </p:nvSpPr>
        <p:spPr>
          <a:xfrm>
            <a:off x="6586135" y="3099327"/>
            <a:ext cx="210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105"/>
          <p:cNvSpPr txBox="1"/>
          <p:nvPr/>
        </p:nvSpPr>
        <p:spPr>
          <a:xfrm>
            <a:off x="6839038" y="2725085"/>
            <a:ext cx="644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1" name="Google Shape;2301;p105"/>
          <p:cNvSpPr txBox="1"/>
          <p:nvPr/>
        </p:nvSpPr>
        <p:spPr>
          <a:xfrm>
            <a:off x="6634932" y="2307577"/>
            <a:ext cx="68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2" name="Google Shape;2302;p105"/>
          <p:cNvSpPr txBox="1"/>
          <p:nvPr/>
        </p:nvSpPr>
        <p:spPr>
          <a:xfrm>
            <a:off x="7620000" y="3176275"/>
            <a:ext cx="88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05"/>
          <p:cNvSpPr txBox="1"/>
          <p:nvPr/>
        </p:nvSpPr>
        <p:spPr>
          <a:xfrm>
            <a:off x="7036604" y="1626733"/>
            <a:ext cx="52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105"/>
          <p:cNvSpPr txBox="1"/>
          <p:nvPr/>
        </p:nvSpPr>
        <p:spPr>
          <a:xfrm>
            <a:off x="7694922" y="181838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5" name="Google Shape;2305;p105"/>
          <p:cNvSpPr txBox="1"/>
          <p:nvPr/>
        </p:nvSpPr>
        <p:spPr>
          <a:xfrm>
            <a:off x="6256848" y="1925987"/>
            <a:ext cx="644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6" name="Google Shape;2306;p105"/>
          <p:cNvSpPr txBox="1"/>
          <p:nvPr>
            <p:ph idx="1" type="body"/>
          </p:nvPr>
        </p:nvSpPr>
        <p:spPr>
          <a:xfrm>
            <a:off x="324000" y="1354800"/>
            <a:ext cx="5222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/>
              <a:t>) Which pupils have chosen to study history?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7" name="Google Shape;2307;p105"/>
          <p:cNvSpPr txBox="1"/>
          <p:nvPr>
            <p:ph idx="1" type="body"/>
          </p:nvPr>
        </p:nvSpPr>
        <p:spPr>
          <a:xfrm>
            <a:off x="324000" y="1919850"/>
            <a:ext cx="526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Which pupils have chosen to study history and psychology?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8" name="Google Shape;2308;p105"/>
          <p:cNvSpPr txBox="1"/>
          <p:nvPr>
            <p:ph idx="1" type="body"/>
          </p:nvPr>
        </p:nvSpPr>
        <p:spPr>
          <a:xfrm>
            <a:off x="324000" y="2758050"/>
            <a:ext cx="512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Complete this section of the </a:t>
            </a:r>
            <a:r>
              <a:rPr lang="en-GB" sz="1800"/>
              <a:t>outcome tree</a:t>
            </a:r>
            <a:endParaRPr sz="1800"/>
          </a:p>
        </p:txBody>
      </p:sp>
      <p:sp>
        <p:nvSpPr>
          <p:cNvPr id="2309" name="Google Shape;2309;p105"/>
          <p:cNvSpPr txBox="1"/>
          <p:nvPr>
            <p:ph idx="1" type="body"/>
          </p:nvPr>
        </p:nvSpPr>
        <p:spPr>
          <a:xfrm>
            <a:off x="1347475" y="3520500"/>
            <a:ext cx="301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0" name="Google Shape;2310;p105"/>
          <p:cNvSpPr txBox="1"/>
          <p:nvPr>
            <p:ph idx="1" type="body"/>
          </p:nvPr>
        </p:nvSpPr>
        <p:spPr>
          <a:xfrm>
            <a:off x="3138775" y="3154950"/>
            <a:ext cx="301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1" name="Google Shape;2311;p105"/>
          <p:cNvSpPr txBox="1"/>
          <p:nvPr>
            <p:ph idx="1" type="body"/>
          </p:nvPr>
        </p:nvSpPr>
        <p:spPr>
          <a:xfrm>
            <a:off x="3106825" y="3849150"/>
            <a:ext cx="61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</a:t>
            </a:r>
            <a:r>
              <a:rPr lang="en-GB" sz="1800"/>
              <a:t>ot </a:t>
            </a:r>
            <a:r>
              <a:rPr lang="en-GB" sz="1800"/>
              <a:t>P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2" name="Google Shape;2312;p105"/>
          <p:cNvSpPr txBox="1"/>
          <p:nvPr>
            <p:ph idx="1" type="body"/>
          </p:nvPr>
        </p:nvSpPr>
        <p:spPr>
          <a:xfrm>
            <a:off x="3105275" y="4153950"/>
            <a:ext cx="61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{Jun}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3" name="Google Shape;2313;p105"/>
          <p:cNvSpPr txBox="1"/>
          <p:nvPr>
            <p:ph idx="1" type="body"/>
          </p:nvPr>
        </p:nvSpPr>
        <p:spPr>
          <a:xfrm>
            <a:off x="938975" y="4474650"/>
            <a:ext cx="216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{Alex, Aisha, Sofia}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4" name="Google Shape;2314;p105"/>
          <p:cNvSpPr txBox="1"/>
          <p:nvPr>
            <p:ph idx="1" type="body"/>
          </p:nvPr>
        </p:nvSpPr>
        <p:spPr>
          <a:xfrm>
            <a:off x="1195075" y="4203525"/>
            <a:ext cx="64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r>
              <a:rPr lang="en-GB" sz="1800"/>
              <a:t>ot M</a:t>
            </a:r>
            <a:endParaRPr sz="1800"/>
          </a:p>
        </p:txBody>
      </p:sp>
      <p:cxnSp>
        <p:nvCxnSpPr>
          <p:cNvPr id="2315" name="Google Shape;2315;p105"/>
          <p:cNvCxnSpPr/>
          <p:nvPr/>
        </p:nvCxnSpPr>
        <p:spPr>
          <a:xfrm flipH="1" rot="10800000">
            <a:off x="530025" y="3702325"/>
            <a:ext cx="468600" cy="22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6" name="Google Shape;2316;p105"/>
          <p:cNvCxnSpPr/>
          <p:nvPr/>
        </p:nvCxnSpPr>
        <p:spPr>
          <a:xfrm>
            <a:off x="530025" y="4088488"/>
            <a:ext cx="468600" cy="22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7" name="Google Shape;2317;p105"/>
          <p:cNvCxnSpPr/>
          <p:nvPr/>
        </p:nvCxnSpPr>
        <p:spPr>
          <a:xfrm flipH="1" rot="10800000">
            <a:off x="1911450" y="3341275"/>
            <a:ext cx="1038300" cy="30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8" name="Google Shape;2318;p105"/>
          <p:cNvCxnSpPr/>
          <p:nvPr/>
        </p:nvCxnSpPr>
        <p:spPr>
          <a:xfrm>
            <a:off x="1911450" y="3780000"/>
            <a:ext cx="1038300" cy="30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9" name="Google Shape;2319;p105"/>
          <p:cNvSpPr txBox="1"/>
          <p:nvPr>
            <p:ph idx="1" type="body"/>
          </p:nvPr>
        </p:nvSpPr>
        <p:spPr>
          <a:xfrm>
            <a:off x="3105275" y="3422575"/>
            <a:ext cx="111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{              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20" name="Google Shape;2320;p105"/>
          <p:cNvSpPr txBox="1"/>
          <p:nvPr>
            <p:ph idx="1" type="body"/>
          </p:nvPr>
        </p:nvSpPr>
        <p:spPr>
          <a:xfrm>
            <a:off x="938975" y="3787194"/>
            <a:ext cx="111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{              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321" name="Google Shape;2321;p105"/>
          <p:cNvCxnSpPr/>
          <p:nvPr/>
        </p:nvCxnSpPr>
        <p:spPr>
          <a:xfrm>
            <a:off x="1044988" y="4084200"/>
            <a:ext cx="883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2" name="Google Shape;2322;p105"/>
          <p:cNvCxnSpPr/>
          <p:nvPr/>
        </p:nvCxnSpPr>
        <p:spPr>
          <a:xfrm>
            <a:off x="3216381" y="3695519"/>
            <a:ext cx="883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106"/>
          <p:cNvSpPr/>
          <p:nvPr/>
        </p:nvSpPr>
        <p:spPr>
          <a:xfrm>
            <a:off x="6465293" y="21800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8" name="Google Shape;2328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2329" name="Google Shape;2329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Use this Venn diagram to answer the following questions: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30" name="Google Shape;2330;p106"/>
          <p:cNvSpPr/>
          <p:nvPr/>
        </p:nvSpPr>
        <p:spPr>
          <a:xfrm>
            <a:off x="6894168" y="13585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06"/>
          <p:cNvSpPr/>
          <p:nvPr/>
        </p:nvSpPr>
        <p:spPr>
          <a:xfrm>
            <a:off x="5903568" y="1358506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2" name="Google Shape;2332;p106"/>
          <p:cNvSpPr/>
          <p:nvPr/>
        </p:nvSpPr>
        <p:spPr>
          <a:xfrm>
            <a:off x="5667795" y="1216500"/>
            <a:ext cx="3051000" cy="2740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3" name="Google Shape;2333;p106"/>
          <p:cNvSpPr txBox="1"/>
          <p:nvPr/>
        </p:nvSpPr>
        <p:spPr>
          <a:xfrm>
            <a:off x="7556950" y="3101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4" name="Google Shape;2334;p106"/>
          <p:cNvSpPr txBox="1"/>
          <p:nvPr/>
        </p:nvSpPr>
        <p:spPr>
          <a:xfrm>
            <a:off x="7556956" y="2508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5" name="Google Shape;2335;p106"/>
          <p:cNvSpPr txBox="1"/>
          <p:nvPr/>
        </p:nvSpPr>
        <p:spPr>
          <a:xfrm>
            <a:off x="7615699" y="1562500"/>
            <a:ext cx="3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6" name="Google Shape;2336;p106"/>
          <p:cNvSpPr txBox="1"/>
          <p:nvPr/>
        </p:nvSpPr>
        <p:spPr>
          <a:xfrm>
            <a:off x="7103001" y="229455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7" name="Google Shape;2337;p106"/>
          <p:cNvSpPr txBox="1"/>
          <p:nvPr/>
        </p:nvSpPr>
        <p:spPr>
          <a:xfrm>
            <a:off x="6743441" y="23853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8" name="Google Shape;2338;p106"/>
          <p:cNvSpPr txBox="1"/>
          <p:nvPr/>
        </p:nvSpPr>
        <p:spPr>
          <a:xfrm>
            <a:off x="6581281" y="2656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106"/>
          <p:cNvSpPr txBox="1"/>
          <p:nvPr/>
        </p:nvSpPr>
        <p:spPr>
          <a:xfrm>
            <a:off x="5430300" y="1216500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2340" name="Google Shape;2340;p106"/>
          <p:cNvSpPr txBox="1"/>
          <p:nvPr/>
        </p:nvSpPr>
        <p:spPr>
          <a:xfrm>
            <a:off x="5957943" y="131003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1" name="Google Shape;2341;p106"/>
          <p:cNvSpPr txBox="1"/>
          <p:nvPr/>
        </p:nvSpPr>
        <p:spPr>
          <a:xfrm>
            <a:off x="8261093" y="131003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2" name="Google Shape;2342;p106"/>
          <p:cNvSpPr txBox="1"/>
          <p:nvPr/>
        </p:nvSpPr>
        <p:spPr>
          <a:xfrm>
            <a:off x="6442493" y="354651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3" name="Google Shape;2343;p106"/>
          <p:cNvSpPr txBox="1"/>
          <p:nvPr/>
        </p:nvSpPr>
        <p:spPr>
          <a:xfrm>
            <a:off x="7965706" y="161783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4" name="Google Shape;2344;p106"/>
          <p:cNvSpPr txBox="1"/>
          <p:nvPr/>
        </p:nvSpPr>
        <p:spPr>
          <a:xfrm>
            <a:off x="6006006" y="202140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5" name="Google Shape;2345;p106"/>
          <p:cNvSpPr txBox="1"/>
          <p:nvPr/>
        </p:nvSpPr>
        <p:spPr>
          <a:xfrm>
            <a:off x="8380075" y="35618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6" name="Google Shape;2346;p106"/>
          <p:cNvSpPr txBox="1"/>
          <p:nvPr/>
        </p:nvSpPr>
        <p:spPr>
          <a:xfrm>
            <a:off x="6374010" y="15625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106"/>
          <p:cNvSpPr txBox="1"/>
          <p:nvPr/>
        </p:nvSpPr>
        <p:spPr>
          <a:xfrm>
            <a:off x="7913648" y="2023000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106"/>
          <p:cNvSpPr txBox="1"/>
          <p:nvPr/>
        </p:nvSpPr>
        <p:spPr>
          <a:xfrm>
            <a:off x="6800994" y="2595764"/>
            <a:ext cx="35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9" name="Google Shape;2349;p106"/>
          <p:cNvSpPr txBox="1"/>
          <p:nvPr>
            <p:ph idx="1" type="body"/>
          </p:nvPr>
        </p:nvSpPr>
        <p:spPr>
          <a:xfrm>
            <a:off x="324000" y="1135875"/>
            <a:ext cx="358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List the outcomes in event A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0" name="Google Shape;2350;p106"/>
          <p:cNvSpPr txBox="1"/>
          <p:nvPr>
            <p:ph idx="1" type="body"/>
          </p:nvPr>
        </p:nvSpPr>
        <p:spPr>
          <a:xfrm>
            <a:off x="324000" y="1735800"/>
            <a:ext cx="3581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List the outcomes in event 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1" name="Google Shape;2351;p106"/>
          <p:cNvSpPr txBox="1"/>
          <p:nvPr>
            <p:ph idx="1" type="body"/>
          </p:nvPr>
        </p:nvSpPr>
        <p:spPr>
          <a:xfrm>
            <a:off x="324000" y="2335725"/>
            <a:ext cx="457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List the outcomes in both event B and event 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2" name="Google Shape;2352;p106"/>
          <p:cNvSpPr txBox="1"/>
          <p:nvPr>
            <p:ph idx="1" type="body"/>
          </p:nvPr>
        </p:nvSpPr>
        <p:spPr>
          <a:xfrm>
            <a:off x="324000" y="3293650"/>
            <a:ext cx="457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List the outcomes that are only in event B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3" name="Google Shape;2353;p106"/>
          <p:cNvSpPr txBox="1"/>
          <p:nvPr>
            <p:ph idx="1" type="body"/>
          </p:nvPr>
        </p:nvSpPr>
        <p:spPr>
          <a:xfrm>
            <a:off x="324000" y="4216950"/>
            <a:ext cx="457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e) List the outcome that is not in any of the events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4" name="Google Shape;2354;p106"/>
          <p:cNvSpPr txBox="1"/>
          <p:nvPr>
            <p:ph idx="4294967295" type="body"/>
          </p:nvPr>
        </p:nvSpPr>
        <p:spPr>
          <a:xfrm>
            <a:off x="1305575" y="1430700"/>
            <a:ext cx="2548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{2, 4, 6, 8 ,10, 12}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5" name="Google Shape;2355;p106"/>
          <p:cNvSpPr txBox="1"/>
          <p:nvPr>
            <p:ph idx="4294967295" type="body"/>
          </p:nvPr>
        </p:nvSpPr>
        <p:spPr>
          <a:xfrm>
            <a:off x="1287064" y="2025087"/>
            <a:ext cx="2548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2, 3, 4, 6, 12}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6" name="Google Shape;2356;p106"/>
          <p:cNvSpPr txBox="1"/>
          <p:nvPr>
            <p:ph idx="4294967295" type="body"/>
          </p:nvPr>
        </p:nvSpPr>
        <p:spPr>
          <a:xfrm>
            <a:off x="1363268" y="2863275"/>
            <a:ext cx="8121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{2, 3}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7" name="Google Shape;2357;p106"/>
          <p:cNvSpPr txBox="1"/>
          <p:nvPr>
            <p:ph idx="4294967295" type="body"/>
          </p:nvPr>
        </p:nvSpPr>
        <p:spPr>
          <a:xfrm>
            <a:off x="1363281" y="3777675"/>
            <a:ext cx="15240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{5, 7, 11}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8" name="Google Shape;2358;p106"/>
          <p:cNvSpPr txBox="1"/>
          <p:nvPr>
            <p:ph idx="4294967295" type="body"/>
          </p:nvPr>
        </p:nvSpPr>
        <p:spPr>
          <a:xfrm>
            <a:off x="1764306" y="4511727"/>
            <a:ext cx="15240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{9}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107"/>
          <p:cNvSpPr txBox="1"/>
          <p:nvPr>
            <p:ph idx="4294967295" type="body"/>
          </p:nvPr>
        </p:nvSpPr>
        <p:spPr>
          <a:xfrm>
            <a:off x="972332" y="3800119"/>
            <a:ext cx="14079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Jun, Sam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4" name="Google Shape;2364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2365" name="Google Shape;2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Venn diagram, shows which pupils have chosen history (H), maths (M) or psychology (P) as their GCSE choices.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66" name="Google Shape;2366;p107"/>
          <p:cNvSpPr/>
          <p:nvPr/>
        </p:nvSpPr>
        <p:spPr>
          <a:xfrm>
            <a:off x="6605305" y="1950396"/>
            <a:ext cx="1350300" cy="135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7" name="Google Shape;2367;p107"/>
          <p:cNvSpPr/>
          <p:nvPr/>
        </p:nvSpPr>
        <p:spPr>
          <a:xfrm>
            <a:off x="6965895" y="1259696"/>
            <a:ext cx="1350300" cy="135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8" name="Google Shape;2368;p107"/>
          <p:cNvSpPr/>
          <p:nvPr/>
        </p:nvSpPr>
        <p:spPr>
          <a:xfrm>
            <a:off x="6133016" y="1259696"/>
            <a:ext cx="1350300" cy="1350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9" name="Google Shape;2369;p107"/>
          <p:cNvSpPr/>
          <p:nvPr/>
        </p:nvSpPr>
        <p:spPr>
          <a:xfrm>
            <a:off x="5934782" y="1140300"/>
            <a:ext cx="2565300" cy="2304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0" name="Google Shape;2370;p107"/>
          <p:cNvSpPr txBox="1"/>
          <p:nvPr/>
        </p:nvSpPr>
        <p:spPr>
          <a:xfrm>
            <a:off x="6281981" y="1585325"/>
            <a:ext cx="75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1" name="Google Shape;2371;p107"/>
          <p:cNvSpPr txBox="1"/>
          <p:nvPr/>
        </p:nvSpPr>
        <p:spPr>
          <a:xfrm>
            <a:off x="7444751" y="2258997"/>
            <a:ext cx="57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2" name="Google Shape;2372;p107"/>
          <p:cNvSpPr txBox="1"/>
          <p:nvPr/>
        </p:nvSpPr>
        <p:spPr>
          <a:xfrm>
            <a:off x="7440964" y="1431210"/>
            <a:ext cx="68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3" name="Google Shape;2373;p107"/>
          <p:cNvSpPr txBox="1"/>
          <p:nvPr/>
        </p:nvSpPr>
        <p:spPr>
          <a:xfrm>
            <a:off x="7012084" y="1974844"/>
            <a:ext cx="57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4" name="Google Shape;2374;p107"/>
          <p:cNvSpPr txBox="1"/>
          <p:nvPr/>
        </p:nvSpPr>
        <p:spPr>
          <a:xfrm>
            <a:off x="5735100" y="1140300"/>
            <a:ext cx="14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2375" name="Google Shape;2375;p107"/>
          <p:cNvSpPr txBox="1"/>
          <p:nvPr/>
        </p:nvSpPr>
        <p:spPr>
          <a:xfrm>
            <a:off x="6178734" y="1218939"/>
            <a:ext cx="210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6" name="Google Shape;2376;p107"/>
          <p:cNvSpPr txBox="1"/>
          <p:nvPr/>
        </p:nvSpPr>
        <p:spPr>
          <a:xfrm>
            <a:off x="8115182" y="1218945"/>
            <a:ext cx="210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7" name="Google Shape;2377;p107"/>
          <p:cNvSpPr txBox="1"/>
          <p:nvPr/>
        </p:nvSpPr>
        <p:spPr>
          <a:xfrm>
            <a:off x="6586135" y="3099327"/>
            <a:ext cx="210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8" name="Google Shape;2378;p107"/>
          <p:cNvSpPr txBox="1"/>
          <p:nvPr/>
        </p:nvSpPr>
        <p:spPr>
          <a:xfrm>
            <a:off x="6839038" y="2725085"/>
            <a:ext cx="644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9" name="Google Shape;2379;p107"/>
          <p:cNvSpPr txBox="1"/>
          <p:nvPr/>
        </p:nvSpPr>
        <p:spPr>
          <a:xfrm>
            <a:off x="6634932" y="2307577"/>
            <a:ext cx="68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0" name="Google Shape;2380;p107"/>
          <p:cNvSpPr txBox="1"/>
          <p:nvPr/>
        </p:nvSpPr>
        <p:spPr>
          <a:xfrm>
            <a:off x="7620000" y="3176275"/>
            <a:ext cx="88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1" name="Google Shape;2381;p107"/>
          <p:cNvSpPr txBox="1"/>
          <p:nvPr/>
        </p:nvSpPr>
        <p:spPr>
          <a:xfrm>
            <a:off x="7036604" y="1626733"/>
            <a:ext cx="52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2" name="Google Shape;2382;p107"/>
          <p:cNvSpPr txBox="1"/>
          <p:nvPr/>
        </p:nvSpPr>
        <p:spPr>
          <a:xfrm>
            <a:off x="7694922" y="181838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3" name="Google Shape;2383;p107"/>
          <p:cNvSpPr txBox="1"/>
          <p:nvPr/>
        </p:nvSpPr>
        <p:spPr>
          <a:xfrm>
            <a:off x="6256848" y="1925987"/>
            <a:ext cx="644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4" name="Google Shape;2384;p107"/>
          <p:cNvSpPr txBox="1"/>
          <p:nvPr>
            <p:ph idx="1" type="body"/>
          </p:nvPr>
        </p:nvSpPr>
        <p:spPr>
          <a:xfrm>
            <a:off x="324000" y="1354800"/>
            <a:ext cx="5222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Which pupils have chosen to study history?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5" name="Google Shape;2385;p107"/>
          <p:cNvSpPr txBox="1"/>
          <p:nvPr>
            <p:ph idx="1" type="body"/>
          </p:nvPr>
        </p:nvSpPr>
        <p:spPr>
          <a:xfrm>
            <a:off x="324000" y="1919850"/>
            <a:ext cx="526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Which pupils have chosen to study history and psychology?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6" name="Google Shape;2386;p107"/>
          <p:cNvSpPr txBox="1"/>
          <p:nvPr>
            <p:ph idx="1" type="body"/>
          </p:nvPr>
        </p:nvSpPr>
        <p:spPr>
          <a:xfrm>
            <a:off x="324000" y="2758050"/>
            <a:ext cx="512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Complete this section of the outcome tree</a:t>
            </a:r>
            <a:endParaRPr sz="1800"/>
          </a:p>
        </p:txBody>
      </p:sp>
      <p:sp>
        <p:nvSpPr>
          <p:cNvPr id="2387" name="Google Shape;2387;p107"/>
          <p:cNvSpPr txBox="1"/>
          <p:nvPr>
            <p:ph idx="1" type="body"/>
          </p:nvPr>
        </p:nvSpPr>
        <p:spPr>
          <a:xfrm>
            <a:off x="1347475" y="3520500"/>
            <a:ext cx="301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8" name="Google Shape;2388;p107"/>
          <p:cNvSpPr txBox="1"/>
          <p:nvPr>
            <p:ph idx="1" type="body"/>
          </p:nvPr>
        </p:nvSpPr>
        <p:spPr>
          <a:xfrm>
            <a:off x="3138775" y="3154950"/>
            <a:ext cx="301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9" name="Google Shape;2389;p107"/>
          <p:cNvSpPr txBox="1"/>
          <p:nvPr>
            <p:ph idx="1" type="body"/>
          </p:nvPr>
        </p:nvSpPr>
        <p:spPr>
          <a:xfrm>
            <a:off x="3106825" y="3849150"/>
            <a:ext cx="61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not P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0" name="Google Shape;2390;p107"/>
          <p:cNvSpPr txBox="1"/>
          <p:nvPr>
            <p:ph idx="1" type="body"/>
          </p:nvPr>
        </p:nvSpPr>
        <p:spPr>
          <a:xfrm>
            <a:off x="3105275" y="4153950"/>
            <a:ext cx="61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{Jun}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1" name="Google Shape;2391;p107"/>
          <p:cNvSpPr txBox="1"/>
          <p:nvPr>
            <p:ph idx="1" type="body"/>
          </p:nvPr>
        </p:nvSpPr>
        <p:spPr>
          <a:xfrm>
            <a:off x="938975" y="4474650"/>
            <a:ext cx="216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{Alex, Aisha, Sofia}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2" name="Google Shape;2392;p107"/>
          <p:cNvSpPr txBox="1"/>
          <p:nvPr>
            <p:ph idx="1" type="body"/>
          </p:nvPr>
        </p:nvSpPr>
        <p:spPr>
          <a:xfrm>
            <a:off x="1195075" y="4203525"/>
            <a:ext cx="64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not M</a:t>
            </a:r>
            <a:endParaRPr sz="1800"/>
          </a:p>
        </p:txBody>
      </p:sp>
      <p:cxnSp>
        <p:nvCxnSpPr>
          <p:cNvPr id="2393" name="Google Shape;2393;p107"/>
          <p:cNvCxnSpPr/>
          <p:nvPr/>
        </p:nvCxnSpPr>
        <p:spPr>
          <a:xfrm flipH="1" rot="10800000">
            <a:off x="530025" y="3702325"/>
            <a:ext cx="468600" cy="22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4" name="Google Shape;2394;p107"/>
          <p:cNvCxnSpPr/>
          <p:nvPr/>
        </p:nvCxnSpPr>
        <p:spPr>
          <a:xfrm>
            <a:off x="530025" y="4088488"/>
            <a:ext cx="468600" cy="22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5" name="Google Shape;2395;p107"/>
          <p:cNvCxnSpPr/>
          <p:nvPr/>
        </p:nvCxnSpPr>
        <p:spPr>
          <a:xfrm flipH="1" rot="10800000">
            <a:off x="1911450" y="3341275"/>
            <a:ext cx="1038300" cy="30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6" name="Google Shape;2396;p107"/>
          <p:cNvCxnSpPr/>
          <p:nvPr/>
        </p:nvCxnSpPr>
        <p:spPr>
          <a:xfrm>
            <a:off x="1911450" y="3780000"/>
            <a:ext cx="1038300" cy="30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7" name="Google Shape;2397;p107"/>
          <p:cNvSpPr txBox="1"/>
          <p:nvPr>
            <p:ph idx="1" type="body"/>
          </p:nvPr>
        </p:nvSpPr>
        <p:spPr>
          <a:xfrm>
            <a:off x="3105275" y="3422575"/>
            <a:ext cx="111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{              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8" name="Google Shape;2398;p107"/>
          <p:cNvSpPr txBox="1"/>
          <p:nvPr>
            <p:ph idx="1" type="body"/>
          </p:nvPr>
        </p:nvSpPr>
        <p:spPr>
          <a:xfrm>
            <a:off x="862160" y="3787200"/>
            <a:ext cx="1226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{                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9" name="Google Shape;2399;p107"/>
          <p:cNvSpPr txBox="1"/>
          <p:nvPr>
            <p:ph idx="4294967295" type="body"/>
          </p:nvPr>
        </p:nvSpPr>
        <p:spPr>
          <a:xfrm>
            <a:off x="1569750" y="1617825"/>
            <a:ext cx="35826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{Alex, Aisha, Jun, Sam, Sofia}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0" name="Google Shape;2400;p107"/>
          <p:cNvSpPr txBox="1"/>
          <p:nvPr>
            <p:ph idx="4294967295" type="body"/>
          </p:nvPr>
        </p:nvSpPr>
        <p:spPr>
          <a:xfrm>
            <a:off x="2469900" y="2165900"/>
            <a:ext cx="14079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{Sofia, Sam}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1" name="Google Shape;2401;p107"/>
          <p:cNvSpPr txBox="1"/>
          <p:nvPr>
            <p:ph idx="4294967295" type="body"/>
          </p:nvPr>
        </p:nvSpPr>
        <p:spPr>
          <a:xfrm>
            <a:off x="3334532" y="3419119"/>
            <a:ext cx="14079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10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Possible outcomes for more than two events can be displayed on a Venn diagram.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Possible outcomes in a list or an outcome tree can generate a Venn diagram.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Venn diagrams can generate a list of possible outcomes or an outcome tree.</a:t>
            </a:r>
            <a:endParaRPr/>
          </a:p>
        </p:txBody>
      </p:sp>
      <p:sp>
        <p:nvSpPr>
          <p:cNvPr id="2407" name="Google Shape;2407;p108"/>
          <p:cNvSpPr txBox="1"/>
          <p:nvPr>
            <p:ph type="title"/>
          </p:nvPr>
        </p:nvSpPr>
        <p:spPr>
          <a:xfrm>
            <a:off x="1684800" y="43825"/>
            <a:ext cx="5741400" cy="68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Venn diagram to display outcomes for more than two events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10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413" name="Google Shape;2413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