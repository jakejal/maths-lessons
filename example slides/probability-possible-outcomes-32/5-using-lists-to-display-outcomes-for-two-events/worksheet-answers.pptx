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45640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818780"/>
            <a:ext cx="64095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has listed some of the possible outcomes, when selecting one card from each set.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1" y="1335050"/>
            <a:ext cx="62325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Possible outcomes from a two stage trial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473028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D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476570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B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974767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C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979045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ABeeZee"/>
                <a:ea typeface="ABeeZee"/>
                <a:cs typeface="ABeeZee"/>
                <a:sym typeface="ABeeZee"/>
              </a:rPr>
              <a:t>A</a:t>
            </a:r>
            <a:endParaRPr sz="4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713046" y="1784623"/>
            <a:ext cx="481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151752" y="1771902"/>
            <a:ext cx="4818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Set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279117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♡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777313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⁕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781592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☆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73028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♧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271224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♢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275502" y="2058305"/>
            <a:ext cx="412800" cy="5415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b="1">
                <a:latin typeface="Lexend"/>
                <a:ea typeface="Lexend"/>
                <a:cs typeface="Lexend"/>
                <a:sym typeface="Lexend"/>
              </a:rPr>
              <a:t>♤</a:t>
            </a:r>
            <a:endParaRPr sz="4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228847" y="3328757"/>
            <a:ext cx="4128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B☆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194820" y="3328757"/>
            <a:ext cx="441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A♢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D♢</a:t>
            </a:r>
            <a:endParaRPr sz="1200"/>
          </a:p>
        </p:txBody>
      </p:sp>
      <p:sp>
        <p:nvSpPr>
          <p:cNvPr id="190" name="Google Shape;190;p20"/>
          <p:cNvSpPr txBox="1"/>
          <p:nvPr/>
        </p:nvSpPr>
        <p:spPr>
          <a:xfrm>
            <a:off x="760450" y="3328757"/>
            <a:ext cx="4128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A☆</a:t>
            </a:r>
            <a:b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C☆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B♡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D♤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697245" y="3328757"/>
            <a:ext cx="441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A⁕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B♤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D♧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A♤</a:t>
            </a:r>
            <a:endParaRPr sz="1200"/>
          </a:p>
        </p:txBody>
      </p:sp>
      <p:sp>
        <p:nvSpPr>
          <p:cNvPr id="192" name="Google Shape;192;p20"/>
          <p:cNvSpPr txBox="1"/>
          <p:nvPr/>
        </p:nvSpPr>
        <p:spPr>
          <a:xfrm>
            <a:off x="2823296" y="3176357"/>
            <a:ext cx="4263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outcomes has Jacob missed from his list?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823296" y="3887814"/>
            <a:ext cx="4263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outcomes has Jacob duplicated?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406023" y="3594875"/>
            <a:ext cx="18651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A♡, B♧, C♡, C♤, D☆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411041" y="4149942"/>
            <a:ext cx="18651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D♡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89450" y="4611650"/>
            <a:ext cx="6232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Systematic listing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6400" y="509653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fair six-sided dice and the spinner shown are to be rolled and spun simultaneously.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possible outcomes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systematically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possible outcomes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76400" y="5769625"/>
            <a:ext cx="51450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{1A, 1B, 1C, 2A, 2B, 2C, 3A, 3B, 3C, 4A, 4B, 4C, 5A, 5B, 5C, 6A, 6B, 6C}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{A1, A2, A3, A4, A5, A6, B1, B2, B3, B4, B5, B6, C1, C2, C3, C4, C5, C6}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24848" y="7054325"/>
            <a:ext cx="606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18: 6 different outcomes from the dice and 3 different outcomes from the spinner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7626550"/>
            <a:ext cx="6624000" cy="16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fair coin and a fair six-sided dice are flipped and rolled simultaneously.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possible outcomes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systematically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possible outcomes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6400" y="8246664"/>
            <a:ext cx="5106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{1H, 1T, 2H, 2T, 3H, 3T, 4H, 4T, 5H, 5T, 6H, 6T}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{H1, H2, H3, H4, H5, H6, T1, T2, T3, T4, T5, T6}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68002" y="9632775"/>
            <a:ext cx="580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12: 6 different outcomes from the dice and 2 different outcomes from the coin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5621448" y="5296040"/>
            <a:ext cx="1272314" cy="1272314"/>
            <a:chOff x="6541850" y="1015161"/>
            <a:chExt cx="2278500" cy="2278500"/>
          </a:xfrm>
        </p:grpSpPr>
        <p:sp>
          <p:nvSpPr>
            <p:cNvPr id="204" name="Google Shape;204;p20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CCCCCC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99999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7866326" y="15784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7455132" y="21880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6967865" y="1578471"/>
              <a:ext cx="630000" cy="7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1" name="Google Shape;211;p20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212" name="Google Shape;212;p2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3" name="Google Shape;213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76400" y="759300"/>
            <a:ext cx="64989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spinners are going to be spun.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possible outcomes are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{A1, A2, A3, B1, B2, B3, C1, C2, C3}.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spinners.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1"/>
          <p:cNvGrpSpPr/>
          <p:nvPr/>
        </p:nvGrpSpPr>
        <p:grpSpPr>
          <a:xfrm>
            <a:off x="2133347" y="1919016"/>
            <a:ext cx="1287352" cy="1287353"/>
            <a:chOff x="6541850" y="1015161"/>
            <a:chExt cx="2278500" cy="2278500"/>
          </a:xfrm>
        </p:grpSpPr>
        <p:sp>
          <p:nvSpPr>
            <p:cNvPr id="224" name="Google Shape;224;p21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28" name="Google Shape;228;p21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229" name="Google Shape;229;p2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30" name="Google Shape;230;p2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1" name="Google Shape;231;p21"/>
          <p:cNvSpPr/>
          <p:nvPr/>
        </p:nvSpPr>
        <p:spPr>
          <a:xfrm>
            <a:off x="3787237" y="2105761"/>
            <a:ext cx="942300" cy="942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1"/>
          <p:cNvSpPr/>
          <p:nvPr/>
        </p:nvSpPr>
        <p:spPr>
          <a:xfrm flipH="1">
            <a:off x="3795149" y="2113964"/>
            <a:ext cx="926400" cy="926400"/>
          </a:xfrm>
          <a:prstGeom prst="pie">
            <a:avLst>
              <a:gd name="adj1" fmla="val 5387953"/>
              <a:gd name="adj2" fmla="val 1082421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3795440" y="2113964"/>
            <a:ext cx="926400" cy="926400"/>
          </a:xfrm>
          <a:prstGeom prst="pie">
            <a:avLst>
              <a:gd name="adj1" fmla="val 5387953"/>
              <a:gd name="adj2" fmla="val 108582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3795440" y="2113964"/>
            <a:ext cx="926400" cy="926400"/>
          </a:xfrm>
          <a:prstGeom prst="pie">
            <a:avLst>
              <a:gd name="adj1" fmla="val 10799941"/>
              <a:gd name="adj2" fmla="val 1622532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1"/>
          <p:cNvSpPr/>
          <p:nvPr/>
        </p:nvSpPr>
        <p:spPr>
          <a:xfrm flipH="1">
            <a:off x="3795149" y="2113964"/>
            <a:ext cx="926400" cy="926400"/>
          </a:xfrm>
          <a:prstGeom prst="pie">
            <a:avLst>
              <a:gd name="adj1" fmla="val 10825856"/>
              <a:gd name="adj2" fmla="val 1620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36" name="Google Shape;236;p21"/>
          <p:cNvGrpSpPr/>
          <p:nvPr/>
        </p:nvGrpSpPr>
        <p:grpSpPr>
          <a:xfrm>
            <a:off x="4231405" y="2142178"/>
            <a:ext cx="52180" cy="454047"/>
            <a:chOff x="996050" y="213293"/>
            <a:chExt cx="93900" cy="909732"/>
          </a:xfrm>
        </p:grpSpPr>
        <p:cxnSp>
          <p:nvCxnSpPr>
            <p:cNvPr id="237" name="Google Shape;237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80808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8" name="Google Shape;238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2456473" y="2329061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687385" y="2703949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936324" y="2329061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3996060" y="2235625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447472" y="2235615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3996060" y="2650067"/>
            <a:ext cx="19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 rot="10800000" flipH="1">
            <a:off x="4437887" y="2754703"/>
            <a:ext cx="833700" cy="12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1"/>
          <p:cNvSpPr txBox="1"/>
          <p:nvPr/>
        </p:nvSpPr>
        <p:spPr>
          <a:xfrm>
            <a:off x="5361458" y="2596264"/>
            <a:ext cx="173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Either 1, 2 or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806912" y="1985531"/>
            <a:ext cx="51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68002" y="3925850"/>
            <a:ext cx="624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Listing outcomes of two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76400" y="4485793"/>
            <a:ext cx="64095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Laura and Andeep are playing a game using this spinner. Laura wins a point if it lands on a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Andeep wins a point if it lands on a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win Laura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win Andeep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for when neither Laura nor Andeep win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for when Laura and Andeep both win a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for when Laura wins a point, but Andeep does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70710" y="5252748"/>
            <a:ext cx="788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{1, 2, 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70689" y="5913910"/>
            <a:ext cx="788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{2, 3, 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70708" y="6575040"/>
            <a:ext cx="788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{4}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70689" y="7236197"/>
            <a:ext cx="788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{2, 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70695" y="7973538"/>
            <a:ext cx="7884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474757" y="3649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1"/>
          <p:cNvSpPr/>
          <p:nvPr/>
        </p:nvSpPr>
        <p:spPr>
          <a:xfrm>
            <a:off x="5795096" y="4987687"/>
            <a:ext cx="1092900" cy="1092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7" name="Google Shape;257;p21"/>
          <p:cNvSpPr/>
          <p:nvPr/>
        </p:nvSpPr>
        <p:spPr>
          <a:xfrm rot="8649871">
            <a:off x="5805062" y="4997471"/>
            <a:ext cx="1073515" cy="107351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8" name="Google Shape;258;p21"/>
          <p:cNvSpPr/>
          <p:nvPr/>
        </p:nvSpPr>
        <p:spPr>
          <a:xfrm rot="-8629107">
            <a:off x="5804733" y="4997342"/>
            <a:ext cx="1073777" cy="107377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 rot="-4309700">
            <a:off x="5804772" y="4997620"/>
            <a:ext cx="1073541" cy="107354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FEFE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5804789" y="4997467"/>
            <a:ext cx="1073700" cy="1073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66666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247008" y="5742085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 rot="4313037">
            <a:off x="5804584" y="4997141"/>
            <a:ext cx="1073831" cy="10738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CCCCCC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039184" y="5103730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460986" y="5103734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510091" y="5496568"/>
            <a:ext cx="40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891871" y="5496568"/>
            <a:ext cx="3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7" name="Google Shape;267;p21"/>
          <p:cNvGrpSpPr/>
          <p:nvPr/>
        </p:nvGrpSpPr>
        <p:grpSpPr>
          <a:xfrm>
            <a:off x="6310169" y="5023708"/>
            <a:ext cx="60509" cy="526462"/>
            <a:chOff x="996050" y="213293"/>
            <a:chExt cx="93900" cy="909732"/>
          </a:xfrm>
        </p:grpSpPr>
        <p:cxnSp>
          <p:nvCxnSpPr>
            <p:cNvPr id="268" name="Google Shape;268;p21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9" name="Google Shape;269;p2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ABeeZee</vt:lpstr>
      <vt:lpstr>simple-light-2</vt:lpstr>
      <vt:lpstr>Using lists to display outcomes for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2024-02-26T15:42:07.780</cp:lastPrinted>
  <dcterms:created xsi:type="dcterms:W3CDTF">2024-02-26T15:42:07Z</dcterms:created>
  <dcterms:modified xsi:type="dcterms:W3CDTF">2024-02-26T15:45:38Z</dcterms:modified>
</cp:coreProperties>
</file>