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45640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400" y="1818780"/>
            <a:ext cx="6409500" cy="23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has listed some of the possible outcomes, when selecting one card from each set.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1" y="1335050"/>
            <a:ext cx="62325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Possible outcomes from a two stage trial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473028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D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476570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B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974767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C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979045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A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713046" y="1784623"/>
            <a:ext cx="481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Set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151752" y="1771902"/>
            <a:ext cx="481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Set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279117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♡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777313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⁕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781592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☆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773028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♧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271224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♢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275502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♤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228847" y="3328757"/>
            <a:ext cx="4128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A♧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B♢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C♢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B☆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D♡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194820" y="3328757"/>
            <a:ext cx="441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D♡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A♢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D♢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760450" y="3328757"/>
            <a:ext cx="4128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A☆</a:t>
            </a:r>
            <a:b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C☆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B♡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D♤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697245" y="3328757"/>
            <a:ext cx="441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B♤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C♧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D♧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A♤</a:t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2823296" y="3176357"/>
            <a:ext cx="42636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outcomes has Jacob missed from his list?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823296" y="3887814"/>
            <a:ext cx="42636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outcomes has Jacob duplicated?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89450" y="4611650"/>
            <a:ext cx="6232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Systematic listing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5096533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fair six-sided dice and the spinner shown are to be rolled and spun simultaneously.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possible outcomes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systematically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possible outcomes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5621448" y="5296040"/>
            <a:ext cx="1272314" cy="1272314"/>
            <a:chOff x="6541850" y="1015161"/>
            <a:chExt cx="2278500" cy="2278500"/>
          </a:xfrm>
        </p:grpSpPr>
        <p:sp>
          <p:nvSpPr>
            <p:cNvPr id="185" name="Google Shape;185;p20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CC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99999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7866326" y="1578471"/>
              <a:ext cx="630000" cy="7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7455132" y="2188071"/>
              <a:ext cx="630000" cy="7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6967865" y="1578471"/>
              <a:ext cx="630000" cy="7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2" name="Google Shape;192;p20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193" name="Google Shape;193;p2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4" name="Google Shape;194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5" name="Google Shape;195;p20"/>
          <p:cNvSpPr txBox="1"/>
          <p:nvPr/>
        </p:nvSpPr>
        <p:spPr>
          <a:xfrm>
            <a:off x="476400" y="7626550"/>
            <a:ext cx="6624000" cy="16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fair coin and a fair six-sided dice are flipped and rolled simultaneously.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possible outcomes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systematically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possible outcomes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" name="Shape 199"/>
        <p:cNvGrpSpPr/>
        <p:nvPr/>
      </p:nvGrpSpPr>
      <p:grpSpPr>
        <a:xfrm>
          <a:off x="0" y="0"/>
          <a:ext cx="0" cy="0"/>
        </a:xfrm>
      </p:grpSpPr>
      <p:sp>
        <p:nvSpPr>
          <p:cNvPr id="200" name="Google Shape;20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1" name="Google Shape;20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759300"/>
            <a:ext cx="64989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Two spinners are going to be spun.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possible outcomes are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{A1, A2, A3, B1, B2, B3, C1, C2, C3}.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spinners.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2133347" y="1919016"/>
            <a:ext cx="1287352" cy="1287353"/>
            <a:chOff x="6541850" y="1015161"/>
            <a:chExt cx="2278500" cy="2278500"/>
          </a:xfrm>
        </p:grpSpPr>
        <p:sp>
          <p:nvSpPr>
            <p:cNvPr id="206" name="Google Shape;206;p21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10" name="Google Shape;210;p21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211" name="Google Shape;211;p2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12" name="Google Shape;212;p2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3" name="Google Shape;213;p21"/>
          <p:cNvSpPr/>
          <p:nvPr/>
        </p:nvSpPr>
        <p:spPr>
          <a:xfrm>
            <a:off x="3787237" y="2105761"/>
            <a:ext cx="942300" cy="942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/>
          <p:nvPr/>
        </p:nvSpPr>
        <p:spPr>
          <a:xfrm flipH="1">
            <a:off x="3795149" y="2113964"/>
            <a:ext cx="926400" cy="926400"/>
          </a:xfrm>
          <a:prstGeom prst="pie">
            <a:avLst>
              <a:gd name="adj1" fmla="val 5387953"/>
              <a:gd name="adj2" fmla="val 1082421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3795440" y="2113964"/>
            <a:ext cx="926400" cy="926400"/>
          </a:xfrm>
          <a:prstGeom prst="pie">
            <a:avLst>
              <a:gd name="adj1" fmla="val 5387953"/>
              <a:gd name="adj2" fmla="val 1085822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3795440" y="2113964"/>
            <a:ext cx="926400" cy="926400"/>
          </a:xfrm>
          <a:prstGeom prst="pie">
            <a:avLst>
              <a:gd name="adj1" fmla="val 10799941"/>
              <a:gd name="adj2" fmla="val 16225322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7" name="Google Shape;217;p21"/>
          <p:cNvSpPr/>
          <p:nvPr/>
        </p:nvSpPr>
        <p:spPr>
          <a:xfrm flipH="1">
            <a:off x="3795149" y="2113964"/>
            <a:ext cx="926400" cy="926400"/>
          </a:xfrm>
          <a:prstGeom prst="pie">
            <a:avLst>
              <a:gd name="adj1" fmla="val 10825856"/>
              <a:gd name="adj2" fmla="val 1620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8" name="Google Shape;218;p21"/>
          <p:cNvGrpSpPr/>
          <p:nvPr/>
        </p:nvGrpSpPr>
        <p:grpSpPr>
          <a:xfrm>
            <a:off x="4231405" y="2142178"/>
            <a:ext cx="52180" cy="454047"/>
            <a:chOff x="996050" y="213293"/>
            <a:chExt cx="93900" cy="909732"/>
          </a:xfrm>
        </p:grpSpPr>
        <p:cxnSp>
          <p:nvCxnSpPr>
            <p:cNvPr id="219" name="Google Shape;219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0" name="Google Shape;220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1" name="Google Shape;221;p21"/>
          <p:cNvSpPr txBox="1"/>
          <p:nvPr/>
        </p:nvSpPr>
        <p:spPr>
          <a:xfrm>
            <a:off x="468002" y="3925850"/>
            <a:ext cx="624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Listing outcomes of two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76400" y="4485793"/>
            <a:ext cx="6409500" cy="23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Laura and Andeep are playing a game using this spinner. Laura wins a point if it lands 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Andeep wins a point if it lands 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win Laura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win Andeep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for when neither Laura nor Andeep win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for when Laura and Andeep both win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outcomes for when Laura wins a point, but Andeep does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795096" y="4987687"/>
            <a:ext cx="1092900" cy="1092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4" name="Google Shape;224;p21"/>
          <p:cNvSpPr/>
          <p:nvPr/>
        </p:nvSpPr>
        <p:spPr>
          <a:xfrm rot="8649871">
            <a:off x="5805062" y="4997471"/>
            <a:ext cx="1073515" cy="107351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1"/>
          <p:cNvSpPr/>
          <p:nvPr/>
        </p:nvSpPr>
        <p:spPr>
          <a:xfrm rot="-8629107">
            <a:off x="5804733" y="4997342"/>
            <a:ext cx="1073777" cy="107377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21"/>
          <p:cNvSpPr/>
          <p:nvPr/>
        </p:nvSpPr>
        <p:spPr>
          <a:xfrm rot="-4309700">
            <a:off x="5804772" y="4997620"/>
            <a:ext cx="1073541" cy="107354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FEFE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04789" y="4997467"/>
            <a:ext cx="1073700" cy="10737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66666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247008" y="5742085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 rot="4313037">
            <a:off x="5804584" y="4997141"/>
            <a:ext cx="1073831" cy="10738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039184" y="5103730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460986" y="5103734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510091" y="5496568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891871" y="5496568"/>
            <a:ext cx="36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" name="Google Shape;234;p21"/>
          <p:cNvGrpSpPr/>
          <p:nvPr/>
        </p:nvGrpSpPr>
        <p:grpSpPr>
          <a:xfrm>
            <a:off x="6310169" y="5023708"/>
            <a:ext cx="60509" cy="526462"/>
            <a:chOff x="996050" y="213293"/>
            <a:chExt cx="93900" cy="909732"/>
          </a:xfrm>
        </p:grpSpPr>
        <p:cxnSp>
          <p:nvCxnSpPr>
            <p:cNvPr id="235" name="Google Shape;235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6" name="Google Shape;236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237" name="Google Shape;237;p21"/>
          <p:cNvCxnSpPr/>
          <p:nvPr/>
        </p:nvCxnSpPr>
        <p:spPr>
          <a:xfrm>
            <a:off x="474757" y="3649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ABeeZee</vt:lpstr>
      <vt:lpstr>simple-light-2</vt:lpstr>
      <vt:lpstr>Using lists to display outcomes for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2024-02-26T15:45:27.710</cp:lastPrinted>
  <dcterms:created xsi:type="dcterms:W3CDTF">2024-02-26T15:45:27Z</dcterms:created>
  <dcterms:modified xsi:type="dcterms:W3CDTF">2024-02-26T15:42:16Z</dcterms:modified>
</cp:coreProperties>
</file>