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96" name="Shape 396"/>
        <p:cNvGrpSpPr/>
        <p:nvPr/>
      </p:nvGrpSpPr>
      <p:grpSpPr>
        <a:xfrm>
          <a:off x="0" y="0"/>
          <a:ext cx="0" cy="0"/>
        </a:xfrm>
      </p:grpSpPr>
      <p:sp>
        <p:nvSpPr>
          <p:cNvPr id="397" name="Google Shape;397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jpeg" /><Relationship Id="rId4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Equally likely outcomes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63868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0"/>
          <p:cNvSpPr/>
          <p:nvPr/>
        </p:nvSpPr>
        <p:spPr>
          <a:xfrm rot="7199343">
            <a:off x="2447685" y="2292785"/>
            <a:ext cx="1004132" cy="1004132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5" name="Google Shape;175;p20"/>
          <p:cNvSpPr/>
          <p:nvPr/>
        </p:nvSpPr>
        <p:spPr>
          <a:xfrm rot="-7211836">
            <a:off x="2448047" y="2292855"/>
            <a:ext cx="1003820" cy="100382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9E9E9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1426525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Listing possible outcomes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68000" y="2261812"/>
            <a:ext cx="190200" cy="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" name="Google Shape;17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2157" y="2291104"/>
            <a:ext cx="1004100" cy="1004100"/>
          </a:xfrm>
          <a:prstGeom prst="pie">
            <a:avLst>
              <a:gd name="adj1" fmla="val 9084661"/>
              <a:gd name="adj2" fmla="val 16249096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9" name="Google Shape;179;p20"/>
          <p:cNvSpPr/>
          <p:nvPr/>
        </p:nvSpPr>
        <p:spPr>
          <a:xfrm>
            <a:off x="712647" y="2283851"/>
            <a:ext cx="1021500" cy="10215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0" name="Google Shape;18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729" y="2291104"/>
            <a:ext cx="1004100" cy="1004100"/>
          </a:xfrm>
          <a:prstGeom prst="pie">
            <a:avLst>
              <a:gd name="adj1" fmla="val 5390136"/>
              <a:gd name="adj2" fmla="val 10736502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1" name="Google Shape;181;p20"/>
          <p:cNvSpPr txBox="1"/>
          <p:nvPr/>
        </p:nvSpPr>
        <p:spPr>
          <a:xfrm>
            <a:off x="468000" y="1786350"/>
            <a:ext cx="66240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In each question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trial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consists of a single spin of the spinner. Write down the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sample space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for each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trial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 flipH="1">
            <a:off x="721260" y="2292742"/>
            <a:ext cx="1004100" cy="10041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9E9E9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721539" y="2292742"/>
            <a:ext cx="1004100" cy="1004100"/>
          </a:xfrm>
          <a:prstGeom prst="pie">
            <a:avLst>
              <a:gd name="adj1" fmla="val 10799941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919127" y="2438228"/>
            <a:ext cx="34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 flipH="1">
            <a:off x="721260" y="2292742"/>
            <a:ext cx="1004100" cy="1004100"/>
          </a:xfrm>
          <a:prstGeom prst="pie">
            <a:avLst>
              <a:gd name="adj1" fmla="val 10825856"/>
              <a:gd name="adj2" fmla="val 1620000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1289200" y="2438228"/>
            <a:ext cx="37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1289200" y="2851336"/>
            <a:ext cx="37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8" name="Google Shape;188;p20"/>
          <p:cNvGrpSpPr/>
          <p:nvPr/>
        </p:nvGrpSpPr>
        <p:grpSpPr>
          <a:xfrm>
            <a:off x="1194155" y="2323329"/>
            <a:ext cx="56565" cy="492165"/>
            <a:chOff x="996050" y="213293"/>
            <a:chExt cx="93900" cy="909732"/>
          </a:xfrm>
        </p:grpSpPr>
        <p:cxnSp>
          <p:nvCxnSpPr>
            <p:cNvPr id="189" name="Google Shape;189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90" name="Google Shape;190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91" name="Google Shape;191;p20"/>
          <p:cNvSpPr/>
          <p:nvPr/>
        </p:nvSpPr>
        <p:spPr>
          <a:xfrm>
            <a:off x="2439076" y="2283851"/>
            <a:ext cx="1021500" cy="10215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3061530" y="2530030"/>
            <a:ext cx="37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2808296" y="2897237"/>
            <a:ext cx="37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4" name="Google Shape;194;p20"/>
          <p:cNvGrpSpPr/>
          <p:nvPr/>
        </p:nvGrpSpPr>
        <p:grpSpPr>
          <a:xfrm>
            <a:off x="2920584" y="2334920"/>
            <a:ext cx="56565" cy="492165"/>
            <a:chOff x="996050" y="213293"/>
            <a:chExt cx="93900" cy="909732"/>
          </a:xfrm>
        </p:grpSpPr>
        <p:cxnSp>
          <p:nvCxnSpPr>
            <p:cNvPr id="195" name="Google Shape;195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96" name="Google Shape;196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97" name="Google Shape;197;p20"/>
          <p:cNvSpPr/>
          <p:nvPr/>
        </p:nvSpPr>
        <p:spPr>
          <a:xfrm>
            <a:off x="940140" y="2918688"/>
            <a:ext cx="151200" cy="142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892440" y="2818117"/>
            <a:ext cx="34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2620668" y="2588486"/>
            <a:ext cx="151200" cy="142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2557621" y="2492871"/>
            <a:ext cx="37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2242817" y="2261812"/>
            <a:ext cx="190200" cy="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3874215" y="2261812"/>
            <a:ext cx="190200" cy="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4044213" y="2261812"/>
            <a:ext cx="1004100" cy="10041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4" name="Google Shape;204;p20"/>
          <p:cNvSpPr/>
          <p:nvPr/>
        </p:nvSpPr>
        <p:spPr>
          <a:xfrm flipH="1">
            <a:off x="4052747" y="2270551"/>
            <a:ext cx="986700" cy="9867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4052951" y="2270551"/>
            <a:ext cx="986700" cy="9867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4052854" y="2581834"/>
            <a:ext cx="456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575247" y="2581834"/>
            <a:ext cx="503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8" name="Google Shape;208;p20"/>
          <p:cNvGrpSpPr/>
          <p:nvPr/>
        </p:nvGrpSpPr>
        <p:grpSpPr>
          <a:xfrm>
            <a:off x="4517408" y="2316614"/>
            <a:ext cx="55589" cy="483613"/>
            <a:chOff x="996050" y="213293"/>
            <a:chExt cx="93900" cy="909732"/>
          </a:xfrm>
        </p:grpSpPr>
        <p:cxnSp>
          <p:nvCxnSpPr>
            <p:cNvPr id="209" name="Google Shape;209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10" name="Google Shape;210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11" name="Google Shape;211;p20"/>
          <p:cNvSpPr/>
          <p:nvPr/>
        </p:nvSpPr>
        <p:spPr>
          <a:xfrm rot="-3572166">
            <a:off x="5652015" y="2248303"/>
            <a:ext cx="1061548" cy="1061548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5642669" y="2238599"/>
            <a:ext cx="1080600" cy="1080600"/>
          </a:xfrm>
          <a:prstGeom prst="ellipse">
            <a:avLst/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5782419" y="2328230"/>
            <a:ext cx="438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/>
          <p:nvPr/>
        </p:nvSpPr>
        <p:spPr>
          <a:xfrm flipH="1">
            <a:off x="5651955" y="2248005"/>
            <a:ext cx="1062000" cy="1062000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6252569" y="2838914"/>
            <a:ext cx="401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/>
          <p:nvPr/>
        </p:nvSpPr>
        <p:spPr>
          <a:xfrm rot="3616151" flipH="1">
            <a:off x="5652362" y="2248171"/>
            <a:ext cx="1061651" cy="1061651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7" name="Google Shape;217;p20"/>
          <p:cNvSpPr/>
          <p:nvPr/>
        </p:nvSpPr>
        <p:spPr>
          <a:xfrm rot="7179031" flipH="1">
            <a:off x="5652018" y="2248128"/>
            <a:ext cx="1061838" cy="1061838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6182038" y="2320417"/>
            <a:ext cx="48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6174738" y="2925599"/>
            <a:ext cx="48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/>
          <p:nvPr/>
        </p:nvSpPr>
        <p:spPr>
          <a:xfrm rot="-7166862">
            <a:off x="5652278" y="2248216"/>
            <a:ext cx="1061776" cy="1061776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1" name="Google Shape;221;p20"/>
          <p:cNvSpPr/>
          <p:nvPr/>
        </p:nvSpPr>
        <p:spPr>
          <a:xfrm rot="10800000">
            <a:off x="5652172" y="2248232"/>
            <a:ext cx="1061700" cy="1061700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6310961" y="2619568"/>
            <a:ext cx="438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5782419" y="2938622"/>
            <a:ext cx="438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5630482" y="2634261"/>
            <a:ext cx="48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5" name="Google Shape;225;p20"/>
          <p:cNvGrpSpPr/>
          <p:nvPr/>
        </p:nvGrpSpPr>
        <p:grpSpPr>
          <a:xfrm>
            <a:off x="6151985" y="2280340"/>
            <a:ext cx="59833" cy="520549"/>
            <a:chOff x="996050" y="213293"/>
            <a:chExt cx="93900" cy="909732"/>
          </a:xfrm>
        </p:grpSpPr>
        <p:cxnSp>
          <p:nvCxnSpPr>
            <p:cNvPr id="226" name="Google Shape;226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27" name="Google Shape;227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28" name="Google Shape;228;p20"/>
          <p:cNvSpPr txBox="1"/>
          <p:nvPr/>
        </p:nvSpPr>
        <p:spPr>
          <a:xfrm>
            <a:off x="5420024" y="2261812"/>
            <a:ext cx="190200" cy="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476041" y="3434450"/>
            <a:ext cx="145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ξ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{1, 2, 3, 4}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2252959" y="3434450"/>
            <a:ext cx="145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ξ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{A, B, C}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3846057" y="3434450"/>
            <a:ext cx="145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ξ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{win, lose}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5500429" y="3434450"/>
            <a:ext cx="145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ξ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{win, lose}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468000" y="3960197"/>
            <a:ext cx="6422700" cy="4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In each question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trial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consists of a single spin of the spinner. Use the sample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spaces to complete the spinner. There may be more than one possible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3998847" y="4624139"/>
            <a:ext cx="903900" cy="903900"/>
          </a:xfrm>
          <a:prstGeom prst="ellipse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5" name="Google Shape;235;p20"/>
          <p:cNvSpPr/>
          <p:nvPr/>
        </p:nvSpPr>
        <p:spPr>
          <a:xfrm rot="3616459" flipH="1">
            <a:off x="4007378" y="4631853"/>
            <a:ext cx="888176" cy="888176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6" name="Google Shape;236;p20"/>
          <p:cNvSpPr/>
          <p:nvPr/>
        </p:nvSpPr>
        <p:spPr>
          <a:xfrm>
            <a:off x="741012" y="4606356"/>
            <a:ext cx="956700" cy="9567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7" name="Google Shape;237;p20"/>
          <p:cNvSpPr/>
          <p:nvPr/>
        </p:nvSpPr>
        <p:spPr>
          <a:xfrm flipH="1">
            <a:off x="749427" y="4614682"/>
            <a:ext cx="939900" cy="9399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749338" y="4614682"/>
            <a:ext cx="939900" cy="939900"/>
          </a:xfrm>
          <a:prstGeom prst="pie">
            <a:avLst>
              <a:gd name="adj1" fmla="val 5387953"/>
              <a:gd name="adj2" fmla="val 1085822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9" name="Google Shape;239;p20"/>
          <p:cNvSpPr/>
          <p:nvPr/>
        </p:nvSpPr>
        <p:spPr>
          <a:xfrm>
            <a:off x="749338" y="4614682"/>
            <a:ext cx="939900" cy="939900"/>
          </a:xfrm>
          <a:prstGeom prst="pie">
            <a:avLst>
              <a:gd name="adj1" fmla="val 10799941"/>
              <a:gd name="adj2" fmla="val 16225322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20"/>
          <p:cNvSpPr/>
          <p:nvPr/>
        </p:nvSpPr>
        <p:spPr>
          <a:xfrm flipH="1">
            <a:off x="749427" y="4614682"/>
            <a:ext cx="939900" cy="939900"/>
          </a:xfrm>
          <a:prstGeom prst="pie">
            <a:avLst>
              <a:gd name="adj1" fmla="val 10825856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1" name="Google Shape;241;p20"/>
          <p:cNvSpPr/>
          <p:nvPr/>
        </p:nvSpPr>
        <p:spPr>
          <a:xfrm flipH="1">
            <a:off x="4007552" y="4632005"/>
            <a:ext cx="888000" cy="888000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2" name="Google Shape;242;p20"/>
          <p:cNvSpPr/>
          <p:nvPr/>
        </p:nvSpPr>
        <p:spPr>
          <a:xfrm rot="7179364" flipH="1">
            <a:off x="4007357" y="4631781"/>
            <a:ext cx="888251" cy="888251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3" name="Google Shape;243;p20"/>
          <p:cNvSpPr/>
          <p:nvPr/>
        </p:nvSpPr>
        <p:spPr>
          <a:xfrm rot="-7167982">
            <a:off x="4007489" y="4632096"/>
            <a:ext cx="887963" cy="887963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4" name="Google Shape;244;p20"/>
          <p:cNvSpPr/>
          <p:nvPr/>
        </p:nvSpPr>
        <p:spPr>
          <a:xfrm rot="10800000">
            <a:off x="4007483" y="4632068"/>
            <a:ext cx="888000" cy="888000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245" name="Google Shape;245;p20"/>
          <p:cNvGrpSpPr/>
          <p:nvPr/>
        </p:nvGrpSpPr>
        <p:grpSpPr>
          <a:xfrm>
            <a:off x="1191907" y="4643323"/>
            <a:ext cx="52969" cy="460870"/>
            <a:chOff x="996050" y="213293"/>
            <a:chExt cx="93900" cy="909732"/>
          </a:xfrm>
        </p:grpSpPr>
        <p:cxnSp>
          <p:nvCxnSpPr>
            <p:cNvPr id="246" name="Google Shape;246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47" name="Google Shape;247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48" name="Google Shape;248;p20"/>
          <p:cNvGrpSpPr/>
          <p:nvPr/>
        </p:nvGrpSpPr>
        <p:grpSpPr>
          <a:xfrm>
            <a:off x="4425611" y="4659064"/>
            <a:ext cx="50039" cy="435398"/>
            <a:chOff x="996050" y="213293"/>
            <a:chExt cx="93900" cy="909732"/>
          </a:xfrm>
        </p:grpSpPr>
        <p:cxnSp>
          <p:nvCxnSpPr>
            <p:cNvPr id="249" name="Google Shape;249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50" name="Google Shape;250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51" name="Google Shape;251;p20"/>
          <p:cNvSpPr txBox="1"/>
          <p:nvPr/>
        </p:nvSpPr>
        <p:spPr>
          <a:xfrm>
            <a:off x="468000" y="4570035"/>
            <a:ext cx="1845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3795000" y="4570035"/>
            <a:ext cx="1845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1797237" y="4887749"/>
            <a:ext cx="13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{A, B, C, D}</a:t>
            </a:r>
            <a:endParaRPr sz="1200"/>
          </a:p>
        </p:txBody>
      </p:sp>
      <p:sp>
        <p:nvSpPr>
          <p:cNvPr id="254" name="Google Shape;254;p20"/>
          <p:cNvSpPr txBox="1"/>
          <p:nvPr/>
        </p:nvSpPr>
        <p:spPr>
          <a:xfrm>
            <a:off x="5005415" y="4887749"/>
            <a:ext cx="13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{A, B, C, D}</a:t>
            </a:r>
            <a:endParaRPr sz="1200"/>
          </a:p>
        </p:txBody>
      </p:sp>
      <p:sp>
        <p:nvSpPr>
          <p:cNvPr id="255" name="Google Shape;255;p20"/>
          <p:cNvSpPr txBox="1"/>
          <p:nvPr/>
        </p:nvSpPr>
        <p:spPr>
          <a:xfrm>
            <a:off x="1270643" y="4716598"/>
            <a:ext cx="242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1270643" y="5117470"/>
            <a:ext cx="242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899176" y="5117470"/>
            <a:ext cx="242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906677" y="4724099"/>
            <a:ext cx="242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676583" y="5592763"/>
            <a:ext cx="17268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Note: the letters may go in any order.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4475644" y="4658123"/>
            <a:ext cx="242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4594465" y="4895766"/>
            <a:ext cx="242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4475644" y="5133408"/>
            <a:ext cx="242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4178590" y="5133408"/>
            <a:ext cx="242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4059769" y="4895766"/>
            <a:ext cx="242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4178590" y="4658123"/>
            <a:ext cx="242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3944168" y="5592763"/>
            <a:ext cx="31479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Note: any of the letters may be repeated any number of times, so long as all four letters are present.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459825" y="6510200"/>
            <a:ext cx="66324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Recognising when two outcomes are equally likely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468000" y="6932500"/>
            <a:ext cx="59076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Tick the spinners where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‘win’ and ‘lose’ are equally likely.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2375276" y="7288415"/>
            <a:ext cx="1204800" cy="1204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0" name="Google Shape;270;p20"/>
          <p:cNvSpPr/>
          <p:nvPr/>
        </p:nvSpPr>
        <p:spPr>
          <a:xfrm rot="8650212">
            <a:off x="2386226" y="7299096"/>
            <a:ext cx="1183335" cy="1183335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1" name="Google Shape;271;p20"/>
          <p:cNvSpPr/>
          <p:nvPr/>
        </p:nvSpPr>
        <p:spPr>
          <a:xfrm rot="-8628939">
            <a:off x="2386012" y="7299200"/>
            <a:ext cx="1183465" cy="1183465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2" name="Google Shape;272;p20"/>
          <p:cNvSpPr/>
          <p:nvPr/>
        </p:nvSpPr>
        <p:spPr>
          <a:xfrm rot="-4309331">
            <a:off x="2386041" y="7299075"/>
            <a:ext cx="1183779" cy="1183779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3" name="Google Shape;273;p20"/>
          <p:cNvSpPr/>
          <p:nvPr/>
        </p:nvSpPr>
        <p:spPr>
          <a:xfrm>
            <a:off x="2385960" y="7299195"/>
            <a:ext cx="1183500" cy="11838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2765150" y="8119950"/>
            <a:ext cx="503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0"/>
          <p:cNvSpPr/>
          <p:nvPr/>
        </p:nvSpPr>
        <p:spPr>
          <a:xfrm rot="4312914">
            <a:off x="2385872" y="7298997"/>
            <a:ext cx="1183690" cy="1183405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2536075" y="7470450"/>
            <a:ext cx="503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0"/>
          <p:cNvSpPr txBox="1"/>
          <p:nvPr/>
        </p:nvSpPr>
        <p:spPr>
          <a:xfrm>
            <a:off x="3000997" y="7470450"/>
            <a:ext cx="62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3109261" y="7849337"/>
            <a:ext cx="44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2377425" y="7849325"/>
            <a:ext cx="456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705461" y="8513384"/>
            <a:ext cx="1284600" cy="12846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876938" y="9227005"/>
            <a:ext cx="432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0"/>
          <p:cNvSpPr/>
          <p:nvPr/>
        </p:nvSpPr>
        <p:spPr>
          <a:xfrm rot="3055914">
            <a:off x="716489" y="8524551"/>
            <a:ext cx="1262369" cy="1262369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3" name="Google Shape;283;p20"/>
          <p:cNvSpPr txBox="1"/>
          <p:nvPr/>
        </p:nvSpPr>
        <p:spPr>
          <a:xfrm>
            <a:off x="876938" y="8707516"/>
            <a:ext cx="432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1336898" y="8681423"/>
            <a:ext cx="47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1430476" y="9227005"/>
            <a:ext cx="477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0"/>
          <p:cNvSpPr/>
          <p:nvPr/>
        </p:nvSpPr>
        <p:spPr>
          <a:xfrm rot="6174411">
            <a:off x="716696" y="8524784"/>
            <a:ext cx="1262498" cy="1262498"/>
          </a:xfrm>
          <a:prstGeom prst="pie">
            <a:avLst>
              <a:gd name="adj1" fmla="val 13145506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7" name="Google Shape;287;p20"/>
          <p:cNvSpPr/>
          <p:nvPr/>
        </p:nvSpPr>
        <p:spPr>
          <a:xfrm rot="9204635">
            <a:off x="717024" y="8524869"/>
            <a:ext cx="1262082" cy="1262082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8" name="Google Shape;288;p20"/>
          <p:cNvSpPr/>
          <p:nvPr/>
        </p:nvSpPr>
        <p:spPr>
          <a:xfrm rot="-9367312">
            <a:off x="716965" y="8524848"/>
            <a:ext cx="1262127" cy="1262127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9" name="Google Shape;289;p20"/>
          <p:cNvSpPr/>
          <p:nvPr/>
        </p:nvSpPr>
        <p:spPr>
          <a:xfrm rot="-6355377">
            <a:off x="716770" y="8525023"/>
            <a:ext cx="1261918" cy="1261918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0" name="Google Shape;290;p20"/>
          <p:cNvSpPr/>
          <p:nvPr/>
        </p:nvSpPr>
        <p:spPr>
          <a:xfrm rot="-3301751">
            <a:off x="716868" y="8525295"/>
            <a:ext cx="1261953" cy="1261953"/>
          </a:xfrm>
          <a:prstGeom prst="pie">
            <a:avLst>
              <a:gd name="adj1" fmla="val 13196772"/>
              <a:gd name="adj2" fmla="val 16289109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1" name="Google Shape;291;p20"/>
          <p:cNvSpPr/>
          <p:nvPr/>
        </p:nvSpPr>
        <p:spPr>
          <a:xfrm rot="-192150">
            <a:off x="716964" y="8524829"/>
            <a:ext cx="1261971" cy="1261971"/>
          </a:xfrm>
          <a:prstGeom prst="pie">
            <a:avLst>
              <a:gd name="adj1" fmla="val 13196772"/>
              <a:gd name="adj2" fmla="val 1642607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2" name="Google Shape;292;p20"/>
          <p:cNvSpPr txBox="1"/>
          <p:nvPr/>
        </p:nvSpPr>
        <p:spPr>
          <a:xfrm>
            <a:off x="1430476" y="9208200"/>
            <a:ext cx="47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0"/>
          <p:cNvSpPr txBox="1"/>
          <p:nvPr/>
        </p:nvSpPr>
        <p:spPr>
          <a:xfrm>
            <a:off x="795546" y="9254989"/>
            <a:ext cx="47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0"/>
          <p:cNvSpPr txBox="1"/>
          <p:nvPr/>
        </p:nvSpPr>
        <p:spPr>
          <a:xfrm>
            <a:off x="938318" y="8654093"/>
            <a:ext cx="47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0"/>
          <p:cNvSpPr txBox="1"/>
          <p:nvPr/>
        </p:nvSpPr>
        <p:spPr>
          <a:xfrm>
            <a:off x="763448" y="8922644"/>
            <a:ext cx="47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0"/>
          <p:cNvSpPr txBox="1"/>
          <p:nvPr/>
        </p:nvSpPr>
        <p:spPr>
          <a:xfrm>
            <a:off x="1571540" y="8922644"/>
            <a:ext cx="47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0"/>
          <p:cNvSpPr txBox="1"/>
          <p:nvPr/>
        </p:nvSpPr>
        <p:spPr>
          <a:xfrm>
            <a:off x="5839580" y="8159319"/>
            <a:ext cx="447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8" name="Google Shape;298;p20"/>
          <p:cNvGrpSpPr/>
          <p:nvPr/>
        </p:nvGrpSpPr>
        <p:grpSpPr>
          <a:xfrm>
            <a:off x="1310939" y="8555715"/>
            <a:ext cx="71129" cy="618800"/>
            <a:chOff x="996050" y="213293"/>
            <a:chExt cx="93900" cy="909732"/>
          </a:xfrm>
        </p:grpSpPr>
        <p:cxnSp>
          <p:nvCxnSpPr>
            <p:cNvPr id="299" name="Google Shape;299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00" name="Google Shape;300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01" name="Google Shape;301;p20"/>
          <p:cNvGrpSpPr/>
          <p:nvPr/>
        </p:nvGrpSpPr>
        <p:grpSpPr>
          <a:xfrm>
            <a:off x="2943023" y="7328123"/>
            <a:ext cx="66697" cy="580318"/>
            <a:chOff x="996050" y="213293"/>
            <a:chExt cx="93900" cy="909732"/>
          </a:xfrm>
        </p:grpSpPr>
        <p:cxnSp>
          <p:nvCxnSpPr>
            <p:cNvPr id="302" name="Google Shape;302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03" name="Google Shape;303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04" name="Google Shape;304;p20"/>
          <p:cNvSpPr/>
          <p:nvPr/>
        </p:nvSpPr>
        <p:spPr>
          <a:xfrm>
            <a:off x="5591752" y="7233010"/>
            <a:ext cx="1087800" cy="1087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05" name="Google Shape;305;p20"/>
          <p:cNvSpPr/>
          <p:nvPr/>
        </p:nvSpPr>
        <p:spPr>
          <a:xfrm rot="8649350">
            <a:off x="5600827" y="7242442"/>
            <a:ext cx="1069191" cy="1069191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06" name="Google Shape;306;p20"/>
          <p:cNvSpPr/>
          <p:nvPr/>
        </p:nvSpPr>
        <p:spPr>
          <a:xfrm rot="-8628920">
            <a:off x="5601474" y="7242795"/>
            <a:ext cx="1068616" cy="1068616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07" name="Google Shape;307;p20"/>
          <p:cNvSpPr/>
          <p:nvPr/>
        </p:nvSpPr>
        <p:spPr>
          <a:xfrm rot="-4308854">
            <a:off x="5601514" y="7242769"/>
            <a:ext cx="1068892" cy="1068892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08" name="Google Shape;308;p20"/>
          <p:cNvSpPr/>
          <p:nvPr/>
        </p:nvSpPr>
        <p:spPr>
          <a:xfrm>
            <a:off x="5601400" y="7242744"/>
            <a:ext cx="1068600" cy="10686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09" name="Google Shape;309;p20"/>
          <p:cNvSpPr/>
          <p:nvPr/>
        </p:nvSpPr>
        <p:spPr>
          <a:xfrm>
            <a:off x="910593" y="7285129"/>
            <a:ext cx="994800" cy="9948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0" name="Google Shape;310;p20"/>
          <p:cNvSpPr/>
          <p:nvPr/>
        </p:nvSpPr>
        <p:spPr>
          <a:xfrm flipH="1">
            <a:off x="919252" y="7293787"/>
            <a:ext cx="977400" cy="977400"/>
          </a:xfrm>
          <a:prstGeom prst="pie">
            <a:avLst>
              <a:gd name="adj1" fmla="val 5387953"/>
              <a:gd name="adj2" fmla="val 17083187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1" name="Google Shape;311;p20"/>
          <p:cNvSpPr/>
          <p:nvPr/>
        </p:nvSpPr>
        <p:spPr>
          <a:xfrm>
            <a:off x="919250" y="7293787"/>
            <a:ext cx="977400" cy="977400"/>
          </a:xfrm>
          <a:prstGeom prst="pie">
            <a:avLst>
              <a:gd name="adj1" fmla="val 5387953"/>
              <a:gd name="adj2" fmla="val 17620739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2" name="Google Shape;312;p20"/>
          <p:cNvSpPr txBox="1"/>
          <p:nvPr/>
        </p:nvSpPr>
        <p:spPr>
          <a:xfrm>
            <a:off x="998676" y="7658925"/>
            <a:ext cx="503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0"/>
          <p:cNvSpPr txBox="1"/>
          <p:nvPr/>
        </p:nvSpPr>
        <p:spPr>
          <a:xfrm>
            <a:off x="1471975" y="7658925"/>
            <a:ext cx="50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0"/>
          <p:cNvSpPr txBox="1"/>
          <p:nvPr/>
        </p:nvSpPr>
        <p:spPr>
          <a:xfrm>
            <a:off x="5943799" y="7983900"/>
            <a:ext cx="503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0"/>
          <p:cNvSpPr/>
          <p:nvPr/>
        </p:nvSpPr>
        <p:spPr>
          <a:xfrm rot="4312822">
            <a:off x="5601249" y="7242438"/>
            <a:ext cx="1068803" cy="1068803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6" name="Google Shape;316;p20"/>
          <p:cNvSpPr txBox="1"/>
          <p:nvPr/>
        </p:nvSpPr>
        <p:spPr>
          <a:xfrm>
            <a:off x="5637050" y="7397375"/>
            <a:ext cx="503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0"/>
          <p:cNvSpPr txBox="1"/>
          <p:nvPr/>
        </p:nvSpPr>
        <p:spPr>
          <a:xfrm>
            <a:off x="6156771" y="7397400"/>
            <a:ext cx="62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0"/>
          <p:cNvSpPr txBox="1"/>
          <p:nvPr/>
        </p:nvSpPr>
        <p:spPr>
          <a:xfrm>
            <a:off x="6260252" y="7685400"/>
            <a:ext cx="62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0"/>
          <p:cNvSpPr txBox="1"/>
          <p:nvPr/>
        </p:nvSpPr>
        <p:spPr>
          <a:xfrm>
            <a:off x="5571172" y="7685400"/>
            <a:ext cx="62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0" name="Google Shape;320;p20"/>
          <p:cNvGrpSpPr/>
          <p:nvPr/>
        </p:nvGrpSpPr>
        <p:grpSpPr>
          <a:xfrm>
            <a:off x="6104428" y="7268884"/>
            <a:ext cx="60227" cy="524097"/>
            <a:chOff x="996050" y="213293"/>
            <a:chExt cx="93900" cy="909732"/>
          </a:xfrm>
        </p:grpSpPr>
        <p:cxnSp>
          <p:nvCxnSpPr>
            <p:cNvPr id="321" name="Google Shape;321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22" name="Google Shape;322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23" name="Google Shape;323;p20"/>
          <p:cNvGrpSpPr/>
          <p:nvPr/>
        </p:nvGrpSpPr>
        <p:grpSpPr>
          <a:xfrm>
            <a:off x="1379383" y="7317911"/>
            <a:ext cx="55072" cy="479156"/>
            <a:chOff x="996050" y="213293"/>
            <a:chExt cx="93900" cy="909732"/>
          </a:xfrm>
        </p:grpSpPr>
        <p:cxnSp>
          <p:nvCxnSpPr>
            <p:cNvPr id="324" name="Google Shape;324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25" name="Google Shape;325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26" name="Google Shape;326;p20"/>
          <p:cNvSpPr/>
          <p:nvPr/>
        </p:nvSpPr>
        <p:spPr>
          <a:xfrm rot="-3571758">
            <a:off x="3955458" y="7299001"/>
            <a:ext cx="1183796" cy="1183796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27" name="Google Shape;327;p20"/>
          <p:cNvSpPr/>
          <p:nvPr/>
        </p:nvSpPr>
        <p:spPr>
          <a:xfrm>
            <a:off x="3944926" y="7288415"/>
            <a:ext cx="1204800" cy="1204800"/>
          </a:xfrm>
          <a:prstGeom prst="ellipse">
            <a:avLst/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28" name="Google Shape;328;p20"/>
          <p:cNvSpPr txBox="1"/>
          <p:nvPr/>
        </p:nvSpPr>
        <p:spPr>
          <a:xfrm>
            <a:off x="4105723" y="7957589"/>
            <a:ext cx="406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0"/>
          <p:cNvSpPr txBox="1"/>
          <p:nvPr/>
        </p:nvSpPr>
        <p:spPr>
          <a:xfrm>
            <a:off x="4071048" y="7388325"/>
            <a:ext cx="503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0"/>
          <p:cNvSpPr/>
          <p:nvPr/>
        </p:nvSpPr>
        <p:spPr>
          <a:xfrm flipH="1">
            <a:off x="3955597" y="7298899"/>
            <a:ext cx="1183500" cy="1183800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1" name="Google Shape;331;p20"/>
          <p:cNvSpPr txBox="1"/>
          <p:nvPr/>
        </p:nvSpPr>
        <p:spPr>
          <a:xfrm>
            <a:off x="4624785" y="7957589"/>
            <a:ext cx="447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0"/>
          <p:cNvSpPr/>
          <p:nvPr/>
        </p:nvSpPr>
        <p:spPr>
          <a:xfrm rot="3616280" flipH="1">
            <a:off x="3955155" y="7298713"/>
            <a:ext cx="1183924" cy="1183924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3" name="Google Shape;333;p20"/>
          <p:cNvSpPr/>
          <p:nvPr/>
        </p:nvSpPr>
        <p:spPr>
          <a:xfrm rot="7179073" flipH="1">
            <a:off x="3955313" y="7298956"/>
            <a:ext cx="1183702" cy="1183702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4" name="Google Shape;334;p20"/>
          <p:cNvSpPr txBox="1"/>
          <p:nvPr/>
        </p:nvSpPr>
        <p:spPr>
          <a:xfrm>
            <a:off x="4570646" y="7379625"/>
            <a:ext cx="62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0"/>
          <p:cNvSpPr txBox="1"/>
          <p:nvPr/>
        </p:nvSpPr>
        <p:spPr>
          <a:xfrm>
            <a:off x="4531049" y="8054225"/>
            <a:ext cx="62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0"/>
          <p:cNvSpPr/>
          <p:nvPr/>
        </p:nvSpPr>
        <p:spPr>
          <a:xfrm rot="-7167399">
            <a:off x="3955535" y="7299189"/>
            <a:ext cx="1183492" cy="1183492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20"/>
          <p:cNvSpPr/>
          <p:nvPr/>
        </p:nvSpPr>
        <p:spPr>
          <a:xfrm rot="10800000">
            <a:off x="3955504" y="7298835"/>
            <a:ext cx="1183500" cy="1183800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8" name="Google Shape;338;p20"/>
          <p:cNvSpPr txBox="1"/>
          <p:nvPr/>
        </p:nvSpPr>
        <p:spPr>
          <a:xfrm>
            <a:off x="4709828" y="7713100"/>
            <a:ext cx="62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0"/>
          <p:cNvSpPr txBox="1"/>
          <p:nvPr/>
        </p:nvSpPr>
        <p:spPr>
          <a:xfrm>
            <a:off x="4090248" y="8068750"/>
            <a:ext cx="48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0"/>
          <p:cNvSpPr txBox="1"/>
          <p:nvPr/>
        </p:nvSpPr>
        <p:spPr>
          <a:xfrm>
            <a:off x="3975275" y="7729475"/>
            <a:ext cx="503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41" name="Google Shape;341;p20"/>
          <p:cNvGrpSpPr/>
          <p:nvPr/>
        </p:nvGrpSpPr>
        <p:grpSpPr>
          <a:xfrm>
            <a:off x="4512673" y="7334958"/>
            <a:ext cx="66697" cy="580318"/>
            <a:chOff x="996050" y="213293"/>
            <a:chExt cx="93900" cy="909732"/>
          </a:xfrm>
        </p:grpSpPr>
        <p:cxnSp>
          <p:nvCxnSpPr>
            <p:cNvPr id="342" name="Google Shape;342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43" name="Google Shape;343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44" name="Google Shape;344;p20"/>
          <p:cNvSpPr/>
          <p:nvPr/>
        </p:nvSpPr>
        <p:spPr>
          <a:xfrm>
            <a:off x="2241808" y="8724600"/>
            <a:ext cx="930300" cy="930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45" name="Google Shape;345;p20"/>
          <p:cNvSpPr/>
          <p:nvPr/>
        </p:nvSpPr>
        <p:spPr>
          <a:xfrm flipH="1">
            <a:off x="2249636" y="8732697"/>
            <a:ext cx="914400" cy="9144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46" name="Google Shape;346;p20"/>
          <p:cNvSpPr/>
          <p:nvPr/>
        </p:nvSpPr>
        <p:spPr>
          <a:xfrm>
            <a:off x="2249905" y="8732697"/>
            <a:ext cx="914400" cy="914400"/>
          </a:xfrm>
          <a:prstGeom prst="pie">
            <a:avLst>
              <a:gd name="adj1" fmla="val 5387953"/>
              <a:gd name="adj2" fmla="val 16192626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47" name="Google Shape;347;p20"/>
          <p:cNvSpPr txBox="1"/>
          <p:nvPr/>
        </p:nvSpPr>
        <p:spPr>
          <a:xfrm>
            <a:off x="2273499" y="9074175"/>
            <a:ext cx="47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20"/>
          <p:cNvSpPr/>
          <p:nvPr/>
        </p:nvSpPr>
        <p:spPr>
          <a:xfrm flipH="1">
            <a:off x="2249636" y="8732697"/>
            <a:ext cx="914400" cy="914400"/>
          </a:xfrm>
          <a:prstGeom prst="pie">
            <a:avLst>
              <a:gd name="adj1" fmla="val 10825856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49" name="Google Shape;349;p20"/>
          <p:cNvSpPr txBox="1"/>
          <p:nvPr/>
        </p:nvSpPr>
        <p:spPr>
          <a:xfrm>
            <a:off x="2712723" y="8865200"/>
            <a:ext cx="62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20"/>
          <p:cNvSpPr txBox="1"/>
          <p:nvPr/>
        </p:nvSpPr>
        <p:spPr>
          <a:xfrm>
            <a:off x="2696574" y="9241400"/>
            <a:ext cx="50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51" name="Google Shape;351;p20"/>
          <p:cNvGrpSpPr/>
          <p:nvPr/>
        </p:nvGrpSpPr>
        <p:grpSpPr>
          <a:xfrm>
            <a:off x="2680318" y="8760515"/>
            <a:ext cx="51514" cy="448043"/>
            <a:chOff x="996050" y="213293"/>
            <a:chExt cx="93900" cy="909732"/>
          </a:xfrm>
        </p:grpSpPr>
        <p:cxnSp>
          <p:nvCxnSpPr>
            <p:cNvPr id="352" name="Google Shape;352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53" name="Google Shape;353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54" name="Google Shape;354;p20"/>
          <p:cNvSpPr/>
          <p:nvPr/>
        </p:nvSpPr>
        <p:spPr>
          <a:xfrm>
            <a:off x="5010437" y="8516308"/>
            <a:ext cx="1346700" cy="13467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5" name="Google Shape;355;p20"/>
          <p:cNvSpPr txBox="1"/>
          <p:nvPr/>
        </p:nvSpPr>
        <p:spPr>
          <a:xfrm>
            <a:off x="5190221" y="9264498"/>
            <a:ext cx="453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0"/>
          <p:cNvSpPr/>
          <p:nvPr/>
        </p:nvSpPr>
        <p:spPr>
          <a:xfrm rot="3054860">
            <a:off x="5022154" y="8528092"/>
            <a:ext cx="1323750" cy="1323750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7" name="Google Shape;357;p20"/>
          <p:cNvSpPr txBox="1"/>
          <p:nvPr/>
        </p:nvSpPr>
        <p:spPr>
          <a:xfrm>
            <a:off x="5190221" y="8719844"/>
            <a:ext cx="453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0"/>
          <p:cNvSpPr txBox="1"/>
          <p:nvPr/>
        </p:nvSpPr>
        <p:spPr>
          <a:xfrm>
            <a:off x="5770573" y="9264498"/>
            <a:ext cx="5001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0"/>
          <p:cNvSpPr/>
          <p:nvPr/>
        </p:nvSpPr>
        <p:spPr>
          <a:xfrm rot="6175647">
            <a:off x="5022157" y="8527989"/>
            <a:ext cx="1323546" cy="1323546"/>
          </a:xfrm>
          <a:prstGeom prst="pie">
            <a:avLst>
              <a:gd name="adj1" fmla="val 13145506"/>
              <a:gd name="adj2" fmla="val 16225322"/>
            </a:avLst>
          </a:prstGeom>
          <a:solidFill>
            <a:srgbClr val="F0F0F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0" name="Google Shape;360;p20"/>
          <p:cNvSpPr/>
          <p:nvPr/>
        </p:nvSpPr>
        <p:spPr>
          <a:xfrm rot="9204355">
            <a:off x="5022174" y="8528198"/>
            <a:ext cx="1323529" cy="1323529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1" name="Google Shape;361;p20"/>
          <p:cNvSpPr/>
          <p:nvPr/>
        </p:nvSpPr>
        <p:spPr>
          <a:xfrm rot="-9367869">
            <a:off x="5022269" y="8528247"/>
            <a:ext cx="1323384" cy="1323384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80808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2" name="Google Shape;362;p20"/>
          <p:cNvSpPr/>
          <p:nvPr/>
        </p:nvSpPr>
        <p:spPr>
          <a:xfrm rot="-6355225">
            <a:off x="5022281" y="8528183"/>
            <a:ext cx="1323359" cy="1323359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3" name="Google Shape;363;p20"/>
          <p:cNvSpPr/>
          <p:nvPr/>
        </p:nvSpPr>
        <p:spPr>
          <a:xfrm rot="-3302075">
            <a:off x="5022437" y="8528531"/>
            <a:ext cx="1323371" cy="1323371"/>
          </a:xfrm>
          <a:prstGeom prst="pie">
            <a:avLst>
              <a:gd name="adj1" fmla="val 13196772"/>
              <a:gd name="adj2" fmla="val 16289109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4" name="Google Shape;364;p20"/>
          <p:cNvSpPr/>
          <p:nvPr/>
        </p:nvSpPr>
        <p:spPr>
          <a:xfrm rot="-191049">
            <a:off x="5022302" y="8528526"/>
            <a:ext cx="1323243" cy="1323243"/>
          </a:xfrm>
          <a:prstGeom prst="pie">
            <a:avLst>
              <a:gd name="adj1" fmla="val 13196772"/>
              <a:gd name="adj2" fmla="val 1642607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5" name="Google Shape;365;p20"/>
          <p:cNvSpPr txBox="1"/>
          <p:nvPr/>
        </p:nvSpPr>
        <p:spPr>
          <a:xfrm>
            <a:off x="5922827" y="8942815"/>
            <a:ext cx="50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0"/>
          <p:cNvSpPr txBox="1"/>
          <p:nvPr/>
        </p:nvSpPr>
        <p:spPr>
          <a:xfrm>
            <a:off x="5104887" y="9293838"/>
            <a:ext cx="50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0"/>
          <p:cNvSpPr txBox="1"/>
          <p:nvPr/>
        </p:nvSpPr>
        <p:spPr>
          <a:xfrm>
            <a:off x="5254574" y="8663833"/>
            <a:ext cx="50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20"/>
          <p:cNvSpPr txBox="1"/>
          <p:nvPr/>
        </p:nvSpPr>
        <p:spPr>
          <a:xfrm>
            <a:off x="5071233" y="8945393"/>
            <a:ext cx="50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0"/>
          <p:cNvSpPr txBox="1"/>
          <p:nvPr/>
        </p:nvSpPr>
        <p:spPr>
          <a:xfrm>
            <a:off x="5685816" y="8610159"/>
            <a:ext cx="50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0"/>
          <p:cNvSpPr txBox="1"/>
          <p:nvPr/>
        </p:nvSpPr>
        <p:spPr>
          <a:xfrm>
            <a:off x="5873733" y="9273543"/>
            <a:ext cx="50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71" name="Google Shape;371;p20"/>
          <p:cNvGrpSpPr/>
          <p:nvPr/>
        </p:nvGrpSpPr>
        <p:grpSpPr>
          <a:xfrm>
            <a:off x="5645251" y="8560701"/>
            <a:ext cx="74575" cy="648821"/>
            <a:chOff x="996050" y="213293"/>
            <a:chExt cx="93900" cy="909732"/>
          </a:xfrm>
        </p:grpSpPr>
        <p:cxnSp>
          <p:nvCxnSpPr>
            <p:cNvPr id="372" name="Google Shape;372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73" name="Google Shape;373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74" name="Google Shape;374;p20"/>
          <p:cNvSpPr txBox="1"/>
          <p:nvPr/>
        </p:nvSpPr>
        <p:spPr>
          <a:xfrm>
            <a:off x="5457950" y="9399997"/>
            <a:ext cx="624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spin again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5" name="Google Shape;37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064" y="8237821"/>
            <a:ext cx="281285" cy="297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4444" y="9413001"/>
            <a:ext cx="281285" cy="297692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0"/>
          <p:cNvSpPr txBox="1"/>
          <p:nvPr/>
        </p:nvSpPr>
        <p:spPr>
          <a:xfrm>
            <a:off x="1146688" y="9408743"/>
            <a:ext cx="47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8" name="Google Shape;37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6104" y="9570709"/>
            <a:ext cx="281285" cy="297692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0"/>
          <p:cNvSpPr/>
          <p:nvPr/>
        </p:nvSpPr>
        <p:spPr>
          <a:xfrm>
            <a:off x="3511919" y="8587438"/>
            <a:ext cx="1204800" cy="1204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0" name="Google Shape;380;p20"/>
          <p:cNvSpPr/>
          <p:nvPr/>
        </p:nvSpPr>
        <p:spPr>
          <a:xfrm flipH="1">
            <a:off x="3522590" y="8597923"/>
            <a:ext cx="1183500" cy="1183800"/>
          </a:xfrm>
          <a:prstGeom prst="pie">
            <a:avLst>
              <a:gd name="adj1" fmla="val 8122935"/>
              <a:gd name="adj2" fmla="val 10824216"/>
            </a:avLst>
          </a:prstGeom>
          <a:solidFill>
            <a:srgbClr val="F0F0F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1" name="Google Shape;381;p20"/>
          <p:cNvSpPr txBox="1"/>
          <p:nvPr/>
        </p:nvSpPr>
        <p:spPr>
          <a:xfrm>
            <a:off x="4288599" y="9168325"/>
            <a:ext cx="48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20"/>
          <p:cNvSpPr/>
          <p:nvPr/>
        </p:nvSpPr>
        <p:spPr>
          <a:xfrm>
            <a:off x="3522404" y="8597923"/>
            <a:ext cx="1183500" cy="1183800"/>
          </a:xfrm>
          <a:prstGeom prst="pie">
            <a:avLst>
              <a:gd name="adj1" fmla="val 10799941"/>
              <a:gd name="adj2" fmla="val 1348387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20"/>
          <p:cNvSpPr/>
          <p:nvPr/>
        </p:nvSpPr>
        <p:spPr>
          <a:xfrm flipH="1">
            <a:off x="3522590" y="8597923"/>
            <a:ext cx="1183500" cy="1183800"/>
          </a:xfrm>
          <a:prstGeom prst="pie">
            <a:avLst>
              <a:gd name="adj1" fmla="val 10838302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4" name="Google Shape;384;p20"/>
          <p:cNvSpPr txBox="1"/>
          <p:nvPr/>
        </p:nvSpPr>
        <p:spPr>
          <a:xfrm>
            <a:off x="4181974" y="8801225"/>
            <a:ext cx="62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20"/>
          <p:cNvSpPr/>
          <p:nvPr/>
        </p:nvSpPr>
        <p:spPr>
          <a:xfrm>
            <a:off x="3522404" y="8597923"/>
            <a:ext cx="1183500" cy="1183800"/>
          </a:xfrm>
          <a:prstGeom prst="pie">
            <a:avLst>
              <a:gd name="adj1" fmla="val 13499013"/>
              <a:gd name="adj2" fmla="val 16232488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6" name="Google Shape;386;p20"/>
          <p:cNvSpPr txBox="1"/>
          <p:nvPr/>
        </p:nvSpPr>
        <p:spPr>
          <a:xfrm>
            <a:off x="3685243" y="8590919"/>
            <a:ext cx="503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7" name="Google Shape;387;p20"/>
          <p:cNvSpPr/>
          <p:nvPr/>
        </p:nvSpPr>
        <p:spPr>
          <a:xfrm>
            <a:off x="3522404" y="8597923"/>
            <a:ext cx="1183500" cy="1183800"/>
          </a:xfrm>
          <a:prstGeom prst="pie">
            <a:avLst>
              <a:gd name="adj1" fmla="val 8080793"/>
              <a:gd name="adj2" fmla="val 1085822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8" name="Google Shape;388;p20"/>
          <p:cNvSpPr txBox="1"/>
          <p:nvPr/>
        </p:nvSpPr>
        <p:spPr>
          <a:xfrm>
            <a:off x="3538677" y="9163850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20"/>
          <p:cNvSpPr/>
          <p:nvPr/>
        </p:nvSpPr>
        <p:spPr>
          <a:xfrm flipH="1">
            <a:off x="3522590" y="8597923"/>
            <a:ext cx="1183500" cy="1183800"/>
          </a:xfrm>
          <a:prstGeom prst="pie">
            <a:avLst>
              <a:gd name="adj1" fmla="val 2722096"/>
              <a:gd name="adj2" fmla="val 808442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390" name="Google Shape;390;p20"/>
          <p:cNvSpPr txBox="1"/>
          <p:nvPr/>
        </p:nvSpPr>
        <p:spPr>
          <a:xfrm>
            <a:off x="3926327" y="9364875"/>
            <a:ext cx="62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91" name="Google Shape;391;p20"/>
          <p:cNvGrpSpPr/>
          <p:nvPr/>
        </p:nvGrpSpPr>
        <p:grpSpPr>
          <a:xfrm>
            <a:off x="4079659" y="8597929"/>
            <a:ext cx="66697" cy="611158"/>
            <a:chOff x="996050" y="213293"/>
            <a:chExt cx="93900" cy="909732"/>
          </a:xfrm>
        </p:grpSpPr>
        <p:cxnSp>
          <p:nvCxnSpPr>
            <p:cNvPr id="392" name="Google Shape;392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93" name="Google Shape;393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94" name="Google Shape;394;p20"/>
          <p:cNvSpPr txBox="1"/>
          <p:nvPr/>
        </p:nvSpPr>
        <p:spPr>
          <a:xfrm>
            <a:off x="3547423" y="8897675"/>
            <a:ext cx="503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95" name="Google Shape;395;p20"/>
          <p:cNvCxnSpPr/>
          <p:nvPr/>
        </p:nvCxnSpPr>
        <p:spPr>
          <a:xfrm>
            <a:off x="470782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99" name="Shape 399"/>
        <p:cNvGrpSpPr/>
        <p:nvPr/>
      </p:nvGrpSpPr>
      <p:grpSpPr>
        <a:xfrm>
          <a:off x="0" y="0"/>
          <a:ext cx="0" cy="0"/>
        </a:xfrm>
      </p:grpSpPr>
      <p:sp>
        <p:nvSpPr>
          <p:cNvPr id="400" name="Google Shape;40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401" name="Google Shape;401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Equally likely outcomes</a:t>
            </a:r>
            <a:endParaRPr/>
          </a:p>
        </p:txBody>
      </p:sp>
      <p:sp>
        <p:nvSpPr>
          <p:cNvPr id="402" name="Google Shape;40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3" name="Google Shape;403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404" name="Google Shape;404;p21"/>
          <p:cNvSpPr/>
          <p:nvPr/>
        </p:nvSpPr>
        <p:spPr>
          <a:xfrm>
            <a:off x="2583668" y="1575081"/>
            <a:ext cx="1013400" cy="10134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5" name="Google Shape;405;p21"/>
          <p:cNvSpPr txBox="1"/>
          <p:nvPr/>
        </p:nvSpPr>
        <p:spPr>
          <a:xfrm>
            <a:off x="468000" y="720000"/>
            <a:ext cx="6624000" cy="2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Recognising more than two equally likely outcomes 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1"/>
          <p:cNvSpPr/>
          <p:nvPr/>
        </p:nvSpPr>
        <p:spPr>
          <a:xfrm rot="-3572908">
            <a:off x="2592439" y="1583855"/>
            <a:ext cx="995641" cy="995641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7" name="Google Shape;407;p21"/>
          <p:cNvSpPr/>
          <p:nvPr/>
        </p:nvSpPr>
        <p:spPr>
          <a:xfrm>
            <a:off x="548719" y="1630232"/>
            <a:ext cx="1013400" cy="10134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8" name="Google Shape;408;p21"/>
          <p:cNvSpPr/>
          <p:nvPr/>
        </p:nvSpPr>
        <p:spPr>
          <a:xfrm flipH="1">
            <a:off x="557244" y="1639052"/>
            <a:ext cx="996000" cy="9960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9" name="Google Shape;409;p21"/>
          <p:cNvSpPr/>
          <p:nvPr/>
        </p:nvSpPr>
        <p:spPr>
          <a:xfrm>
            <a:off x="557538" y="1639052"/>
            <a:ext cx="996000" cy="996000"/>
          </a:xfrm>
          <a:prstGeom prst="pie">
            <a:avLst>
              <a:gd name="adj1" fmla="val 5387953"/>
              <a:gd name="adj2" fmla="val 1085822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0" name="Google Shape;410;p21"/>
          <p:cNvSpPr/>
          <p:nvPr/>
        </p:nvSpPr>
        <p:spPr>
          <a:xfrm>
            <a:off x="557538" y="1639052"/>
            <a:ext cx="996000" cy="996000"/>
          </a:xfrm>
          <a:prstGeom prst="pie">
            <a:avLst>
              <a:gd name="adj1" fmla="val 10799941"/>
              <a:gd name="adj2" fmla="val 16225322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1" name="Google Shape;411;p21"/>
          <p:cNvSpPr txBox="1"/>
          <p:nvPr/>
        </p:nvSpPr>
        <p:spPr>
          <a:xfrm>
            <a:off x="468000" y="1058650"/>
            <a:ext cx="6254100" cy="2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Complete the spinners to make the outcomes equally likely to happen.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21"/>
          <p:cNvSpPr/>
          <p:nvPr/>
        </p:nvSpPr>
        <p:spPr>
          <a:xfrm flipH="1">
            <a:off x="557244" y="1639052"/>
            <a:ext cx="996000" cy="996000"/>
          </a:xfrm>
          <a:prstGeom prst="pie">
            <a:avLst>
              <a:gd name="adj1" fmla="val 10825856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3" name="Google Shape;413;p21"/>
          <p:cNvSpPr/>
          <p:nvPr/>
        </p:nvSpPr>
        <p:spPr>
          <a:xfrm>
            <a:off x="4673769" y="1575081"/>
            <a:ext cx="1013400" cy="10134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4" name="Google Shape;414;p21"/>
          <p:cNvSpPr/>
          <p:nvPr/>
        </p:nvSpPr>
        <p:spPr>
          <a:xfrm flipH="1">
            <a:off x="4682295" y="1583901"/>
            <a:ext cx="996000" cy="9960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5" name="Google Shape;415;p21"/>
          <p:cNvSpPr/>
          <p:nvPr/>
        </p:nvSpPr>
        <p:spPr>
          <a:xfrm>
            <a:off x="4682589" y="1583901"/>
            <a:ext cx="996000" cy="996000"/>
          </a:xfrm>
          <a:prstGeom prst="pie">
            <a:avLst>
              <a:gd name="adj1" fmla="val 5387953"/>
              <a:gd name="adj2" fmla="val 8080958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6" name="Google Shape;416;p21"/>
          <p:cNvSpPr/>
          <p:nvPr/>
        </p:nvSpPr>
        <p:spPr>
          <a:xfrm>
            <a:off x="4682589" y="1583901"/>
            <a:ext cx="996000" cy="996000"/>
          </a:xfrm>
          <a:prstGeom prst="pie">
            <a:avLst>
              <a:gd name="adj1" fmla="val 10799941"/>
              <a:gd name="adj2" fmla="val 13483876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7" name="Google Shape;417;p21"/>
          <p:cNvSpPr/>
          <p:nvPr/>
        </p:nvSpPr>
        <p:spPr>
          <a:xfrm flipH="1">
            <a:off x="4682295" y="1583901"/>
            <a:ext cx="996000" cy="996000"/>
          </a:xfrm>
          <a:prstGeom prst="pie">
            <a:avLst>
              <a:gd name="adj1" fmla="val 13450827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8" name="Google Shape;418;p21"/>
          <p:cNvSpPr/>
          <p:nvPr/>
        </p:nvSpPr>
        <p:spPr>
          <a:xfrm>
            <a:off x="4682589" y="1583901"/>
            <a:ext cx="996000" cy="996000"/>
          </a:xfrm>
          <a:prstGeom prst="pie">
            <a:avLst>
              <a:gd name="adj1" fmla="val 13499013"/>
              <a:gd name="adj2" fmla="val 16232488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9" name="Google Shape;419;p21"/>
          <p:cNvSpPr/>
          <p:nvPr/>
        </p:nvSpPr>
        <p:spPr>
          <a:xfrm>
            <a:off x="4682589" y="1583901"/>
            <a:ext cx="996000" cy="996000"/>
          </a:xfrm>
          <a:prstGeom prst="pie">
            <a:avLst>
              <a:gd name="adj1" fmla="val 8080793"/>
              <a:gd name="adj2" fmla="val 1085822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0" name="Google Shape;420;p21"/>
          <p:cNvSpPr/>
          <p:nvPr/>
        </p:nvSpPr>
        <p:spPr>
          <a:xfrm flipH="1">
            <a:off x="4682295" y="1583901"/>
            <a:ext cx="996000" cy="996000"/>
          </a:xfrm>
          <a:prstGeom prst="pie">
            <a:avLst>
              <a:gd name="adj1" fmla="val 10765400"/>
              <a:gd name="adj2" fmla="val 13465582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1" name="Google Shape;421;p21"/>
          <p:cNvSpPr/>
          <p:nvPr/>
        </p:nvSpPr>
        <p:spPr>
          <a:xfrm flipH="1">
            <a:off x="4682295" y="1583901"/>
            <a:ext cx="996000" cy="996000"/>
          </a:xfrm>
          <a:prstGeom prst="pie">
            <a:avLst>
              <a:gd name="adj1" fmla="val 5387953"/>
              <a:gd name="adj2" fmla="val 8084426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2" name="Google Shape;422;p21"/>
          <p:cNvSpPr/>
          <p:nvPr/>
        </p:nvSpPr>
        <p:spPr>
          <a:xfrm flipH="1">
            <a:off x="2592194" y="1583901"/>
            <a:ext cx="996000" cy="996000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3" name="Google Shape;423;p21"/>
          <p:cNvSpPr/>
          <p:nvPr/>
        </p:nvSpPr>
        <p:spPr>
          <a:xfrm rot="3616592" flipH="1">
            <a:off x="2592253" y="1583651"/>
            <a:ext cx="995937" cy="995937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4" name="Google Shape;424;p21"/>
          <p:cNvSpPr/>
          <p:nvPr/>
        </p:nvSpPr>
        <p:spPr>
          <a:xfrm rot="7178784" flipH="1">
            <a:off x="2592250" y="1583776"/>
            <a:ext cx="995864" cy="995864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5" name="Google Shape;425;p21"/>
          <p:cNvSpPr/>
          <p:nvPr/>
        </p:nvSpPr>
        <p:spPr>
          <a:xfrm rot="-7167220">
            <a:off x="2592582" y="1583963"/>
            <a:ext cx="995689" cy="995689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6" name="Google Shape;426;p21"/>
          <p:cNvSpPr/>
          <p:nvPr/>
        </p:nvSpPr>
        <p:spPr>
          <a:xfrm rot="10800000">
            <a:off x="2592416" y="1583934"/>
            <a:ext cx="995700" cy="995700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427" name="Google Shape;427;p21"/>
          <p:cNvGrpSpPr/>
          <p:nvPr/>
        </p:nvGrpSpPr>
        <p:grpSpPr>
          <a:xfrm>
            <a:off x="1026404" y="1669365"/>
            <a:ext cx="56115" cy="488071"/>
            <a:chOff x="996050" y="213293"/>
            <a:chExt cx="93900" cy="909732"/>
          </a:xfrm>
        </p:grpSpPr>
        <p:cxnSp>
          <p:nvCxnSpPr>
            <p:cNvPr id="428" name="Google Shape;428;p21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29" name="Google Shape;429;p2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30" name="Google Shape;430;p21"/>
          <p:cNvGrpSpPr/>
          <p:nvPr/>
        </p:nvGrpSpPr>
        <p:grpSpPr>
          <a:xfrm>
            <a:off x="3061353" y="1614214"/>
            <a:ext cx="56115" cy="488071"/>
            <a:chOff x="996050" y="213293"/>
            <a:chExt cx="93900" cy="909732"/>
          </a:xfrm>
        </p:grpSpPr>
        <p:cxnSp>
          <p:nvCxnSpPr>
            <p:cNvPr id="431" name="Google Shape;431;p21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32" name="Google Shape;432;p2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33" name="Google Shape;433;p21"/>
          <p:cNvGrpSpPr/>
          <p:nvPr/>
        </p:nvGrpSpPr>
        <p:grpSpPr>
          <a:xfrm>
            <a:off x="5151454" y="1614214"/>
            <a:ext cx="56115" cy="488071"/>
            <a:chOff x="996050" y="213293"/>
            <a:chExt cx="93900" cy="909732"/>
          </a:xfrm>
        </p:grpSpPr>
        <p:cxnSp>
          <p:nvCxnSpPr>
            <p:cNvPr id="434" name="Google Shape;434;p21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35" name="Google Shape;435;p2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436" name="Google Shape;436;p21"/>
          <p:cNvSpPr txBox="1"/>
          <p:nvPr/>
        </p:nvSpPr>
        <p:spPr>
          <a:xfrm>
            <a:off x="468000" y="1347913"/>
            <a:ext cx="947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{A, B}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7" name="Google Shape;437;p21"/>
          <p:cNvSpPr txBox="1"/>
          <p:nvPr/>
        </p:nvSpPr>
        <p:spPr>
          <a:xfrm>
            <a:off x="2343142" y="1347913"/>
            <a:ext cx="1249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{win, lose}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8" name="Google Shape;438;p21"/>
          <p:cNvSpPr txBox="1"/>
          <p:nvPr/>
        </p:nvSpPr>
        <p:spPr>
          <a:xfrm>
            <a:off x="4391836" y="1347913"/>
            <a:ext cx="2700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{even number, odd number}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21"/>
          <p:cNvSpPr txBox="1"/>
          <p:nvPr/>
        </p:nvSpPr>
        <p:spPr>
          <a:xfrm>
            <a:off x="500134" y="2802122"/>
            <a:ext cx="12123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two sectors for each A and B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40" name="Google Shape;440;p21"/>
          <p:cNvSpPr txBox="1"/>
          <p:nvPr/>
        </p:nvSpPr>
        <p:spPr>
          <a:xfrm>
            <a:off x="775788" y="1802846"/>
            <a:ext cx="154800" cy="2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41" name="Google Shape;441;p21"/>
          <p:cNvSpPr txBox="1"/>
          <p:nvPr/>
        </p:nvSpPr>
        <p:spPr>
          <a:xfrm>
            <a:off x="1180755" y="1802846"/>
            <a:ext cx="154800" cy="2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42" name="Google Shape;442;p21"/>
          <p:cNvSpPr txBox="1"/>
          <p:nvPr/>
        </p:nvSpPr>
        <p:spPr>
          <a:xfrm>
            <a:off x="1180755" y="2265667"/>
            <a:ext cx="154800" cy="2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43" name="Google Shape;443;p21"/>
          <p:cNvSpPr txBox="1"/>
          <p:nvPr/>
        </p:nvSpPr>
        <p:spPr>
          <a:xfrm>
            <a:off x="775788" y="2265667"/>
            <a:ext cx="154800" cy="2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44" name="Google Shape;444;p21"/>
          <p:cNvSpPr txBox="1"/>
          <p:nvPr/>
        </p:nvSpPr>
        <p:spPr>
          <a:xfrm>
            <a:off x="2582825" y="2802122"/>
            <a:ext cx="13569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three sectors for each win and lose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45" name="Google Shape;445;p21"/>
          <p:cNvSpPr txBox="1"/>
          <p:nvPr/>
        </p:nvSpPr>
        <p:spPr>
          <a:xfrm>
            <a:off x="3137158" y="1691934"/>
            <a:ext cx="306600" cy="2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win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46" name="Google Shape;446;p21"/>
          <p:cNvSpPr txBox="1"/>
          <p:nvPr/>
        </p:nvSpPr>
        <p:spPr>
          <a:xfrm>
            <a:off x="3137158" y="2212607"/>
            <a:ext cx="306600" cy="2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win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47" name="Google Shape;447;p21"/>
          <p:cNvSpPr txBox="1"/>
          <p:nvPr/>
        </p:nvSpPr>
        <p:spPr>
          <a:xfrm>
            <a:off x="2652424" y="1959283"/>
            <a:ext cx="306600" cy="2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win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48" name="Google Shape;448;p21"/>
          <p:cNvSpPr txBox="1"/>
          <p:nvPr/>
        </p:nvSpPr>
        <p:spPr>
          <a:xfrm>
            <a:off x="2768129" y="1670020"/>
            <a:ext cx="306600" cy="2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lose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49" name="Google Shape;449;p21"/>
          <p:cNvSpPr txBox="1"/>
          <p:nvPr/>
        </p:nvSpPr>
        <p:spPr>
          <a:xfrm>
            <a:off x="3230949" y="1959283"/>
            <a:ext cx="306600" cy="2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lose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50" name="Google Shape;450;p21"/>
          <p:cNvSpPr txBox="1"/>
          <p:nvPr/>
        </p:nvSpPr>
        <p:spPr>
          <a:xfrm>
            <a:off x="2753519" y="2248545"/>
            <a:ext cx="306600" cy="2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lose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51" name="Google Shape;451;p21"/>
          <p:cNvSpPr txBox="1"/>
          <p:nvPr/>
        </p:nvSpPr>
        <p:spPr>
          <a:xfrm>
            <a:off x="4607663" y="2802122"/>
            <a:ext cx="20646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any four even numbers and any four odd numbers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52" name="Google Shape;452;p21"/>
          <p:cNvSpPr txBox="1"/>
          <p:nvPr/>
        </p:nvSpPr>
        <p:spPr>
          <a:xfrm>
            <a:off x="4607663" y="3286099"/>
            <a:ext cx="2114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numbers may be repeated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53" name="Google Shape;453;p21"/>
          <p:cNvSpPr txBox="1"/>
          <p:nvPr/>
        </p:nvSpPr>
        <p:spPr>
          <a:xfrm>
            <a:off x="5281981" y="1691934"/>
            <a:ext cx="154800" cy="2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54" name="Google Shape;454;p21"/>
          <p:cNvSpPr txBox="1"/>
          <p:nvPr/>
        </p:nvSpPr>
        <p:spPr>
          <a:xfrm>
            <a:off x="5481089" y="2096902"/>
            <a:ext cx="154800" cy="2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55" name="Google Shape;455;p21"/>
          <p:cNvSpPr txBox="1"/>
          <p:nvPr/>
        </p:nvSpPr>
        <p:spPr>
          <a:xfrm>
            <a:off x="5018268" y="2270459"/>
            <a:ext cx="154800" cy="2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56" name="Google Shape;456;p21"/>
          <p:cNvSpPr txBox="1"/>
          <p:nvPr/>
        </p:nvSpPr>
        <p:spPr>
          <a:xfrm>
            <a:off x="4844718" y="1836273"/>
            <a:ext cx="154800" cy="2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57" name="Google Shape;457;p21"/>
          <p:cNvSpPr txBox="1"/>
          <p:nvPr/>
        </p:nvSpPr>
        <p:spPr>
          <a:xfrm>
            <a:off x="5423236" y="1865492"/>
            <a:ext cx="154800" cy="2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58" name="Google Shape;458;p21"/>
          <p:cNvSpPr txBox="1"/>
          <p:nvPr/>
        </p:nvSpPr>
        <p:spPr>
          <a:xfrm>
            <a:off x="5249679" y="2270459"/>
            <a:ext cx="154800" cy="2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59" name="Google Shape;459;p21"/>
          <p:cNvSpPr txBox="1"/>
          <p:nvPr/>
        </p:nvSpPr>
        <p:spPr>
          <a:xfrm>
            <a:off x="4844711" y="2096902"/>
            <a:ext cx="154800" cy="2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60" name="Google Shape;460;p21"/>
          <p:cNvSpPr txBox="1"/>
          <p:nvPr/>
        </p:nvSpPr>
        <p:spPr>
          <a:xfrm>
            <a:off x="4981745" y="1662715"/>
            <a:ext cx="154800" cy="2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61" name="Google Shape;461;p21"/>
          <p:cNvSpPr/>
          <p:nvPr/>
        </p:nvSpPr>
        <p:spPr>
          <a:xfrm>
            <a:off x="2708749" y="4105920"/>
            <a:ext cx="1073100" cy="10731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62" name="Google Shape;462;p21"/>
          <p:cNvSpPr/>
          <p:nvPr/>
        </p:nvSpPr>
        <p:spPr>
          <a:xfrm rot="-3573208">
            <a:off x="2718003" y="4115219"/>
            <a:ext cx="1054399" cy="1054399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63" name="Google Shape;463;p21"/>
          <p:cNvSpPr/>
          <p:nvPr/>
        </p:nvSpPr>
        <p:spPr>
          <a:xfrm>
            <a:off x="611903" y="4105920"/>
            <a:ext cx="1073100" cy="10731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64" name="Google Shape;464;p21"/>
          <p:cNvSpPr/>
          <p:nvPr/>
        </p:nvSpPr>
        <p:spPr>
          <a:xfrm flipH="1">
            <a:off x="621017" y="4115261"/>
            <a:ext cx="1054800" cy="10548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65" name="Google Shape;465;p21"/>
          <p:cNvSpPr/>
          <p:nvPr/>
        </p:nvSpPr>
        <p:spPr>
          <a:xfrm>
            <a:off x="621244" y="4115261"/>
            <a:ext cx="1054800" cy="1054800"/>
          </a:xfrm>
          <a:prstGeom prst="pie">
            <a:avLst>
              <a:gd name="adj1" fmla="val 5387953"/>
              <a:gd name="adj2" fmla="val 1624683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66" name="Google Shape;466;p21"/>
          <p:cNvSpPr/>
          <p:nvPr/>
        </p:nvSpPr>
        <p:spPr>
          <a:xfrm flipH="1">
            <a:off x="621017" y="4115261"/>
            <a:ext cx="1054800" cy="1054800"/>
          </a:xfrm>
          <a:prstGeom prst="pie">
            <a:avLst>
              <a:gd name="adj1" fmla="val 10825856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67" name="Google Shape;467;p21"/>
          <p:cNvSpPr/>
          <p:nvPr/>
        </p:nvSpPr>
        <p:spPr>
          <a:xfrm flipH="1">
            <a:off x="2717864" y="4115261"/>
            <a:ext cx="1054800" cy="1054800"/>
          </a:xfrm>
          <a:prstGeom prst="pie">
            <a:avLst>
              <a:gd name="adj1" fmla="val 9038239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68" name="Google Shape;468;p21"/>
          <p:cNvSpPr/>
          <p:nvPr/>
        </p:nvSpPr>
        <p:spPr>
          <a:xfrm rot="7178508" flipH="1">
            <a:off x="2717710" y="4115022"/>
            <a:ext cx="1054843" cy="1054843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69" name="Google Shape;469;p21"/>
          <p:cNvSpPr/>
          <p:nvPr/>
        </p:nvSpPr>
        <p:spPr>
          <a:xfrm rot="-7167591">
            <a:off x="2718078" y="4115171"/>
            <a:ext cx="1054668" cy="1054668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70" name="Google Shape;470;p21"/>
          <p:cNvSpPr/>
          <p:nvPr/>
        </p:nvSpPr>
        <p:spPr>
          <a:xfrm rot="10800000">
            <a:off x="2717781" y="4115061"/>
            <a:ext cx="1054800" cy="1054800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471" name="Google Shape;471;p21"/>
          <p:cNvGrpSpPr/>
          <p:nvPr/>
        </p:nvGrpSpPr>
        <p:grpSpPr>
          <a:xfrm>
            <a:off x="1117798" y="4147384"/>
            <a:ext cx="59429" cy="517001"/>
            <a:chOff x="996050" y="213293"/>
            <a:chExt cx="93900" cy="909732"/>
          </a:xfrm>
        </p:grpSpPr>
        <p:cxnSp>
          <p:nvCxnSpPr>
            <p:cNvPr id="472" name="Google Shape;472;p21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73" name="Google Shape;473;p2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74" name="Google Shape;474;p21"/>
          <p:cNvGrpSpPr/>
          <p:nvPr/>
        </p:nvGrpSpPr>
        <p:grpSpPr>
          <a:xfrm>
            <a:off x="3214640" y="4196287"/>
            <a:ext cx="59429" cy="468057"/>
            <a:chOff x="996050" y="213293"/>
            <a:chExt cx="93900" cy="909732"/>
          </a:xfrm>
        </p:grpSpPr>
        <p:cxnSp>
          <p:nvCxnSpPr>
            <p:cNvPr id="475" name="Google Shape;475;p21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76" name="Google Shape;476;p2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477" name="Google Shape;477;p21"/>
          <p:cNvSpPr txBox="1"/>
          <p:nvPr/>
        </p:nvSpPr>
        <p:spPr>
          <a:xfrm>
            <a:off x="468000" y="3865323"/>
            <a:ext cx="15825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{green, blue}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8" name="Google Shape;478;p21"/>
          <p:cNvSpPr txBox="1"/>
          <p:nvPr/>
        </p:nvSpPr>
        <p:spPr>
          <a:xfrm>
            <a:off x="2454000" y="3865323"/>
            <a:ext cx="20559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{vowel, consonant}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9" name="Google Shape;479;p21"/>
          <p:cNvSpPr txBox="1"/>
          <p:nvPr/>
        </p:nvSpPr>
        <p:spPr>
          <a:xfrm>
            <a:off x="624579" y="5384810"/>
            <a:ext cx="11214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colours may be switched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80" name="Google Shape;480;p21"/>
          <p:cNvSpPr txBox="1"/>
          <p:nvPr/>
        </p:nvSpPr>
        <p:spPr>
          <a:xfrm>
            <a:off x="671439" y="4479959"/>
            <a:ext cx="4578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green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81" name="Google Shape;481;p21"/>
          <p:cNvSpPr txBox="1"/>
          <p:nvPr/>
        </p:nvSpPr>
        <p:spPr>
          <a:xfrm>
            <a:off x="1222894" y="4357414"/>
            <a:ext cx="4008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blue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82" name="Google Shape;482;p21"/>
          <p:cNvSpPr txBox="1"/>
          <p:nvPr/>
        </p:nvSpPr>
        <p:spPr>
          <a:xfrm>
            <a:off x="1207421" y="4725050"/>
            <a:ext cx="4008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blue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83" name="Google Shape;483;p21"/>
          <p:cNvSpPr txBox="1"/>
          <p:nvPr/>
        </p:nvSpPr>
        <p:spPr>
          <a:xfrm>
            <a:off x="2646583" y="5392546"/>
            <a:ext cx="19158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letter may be repeated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84" name="Google Shape;484;p21"/>
          <p:cNvSpPr txBox="1"/>
          <p:nvPr/>
        </p:nvSpPr>
        <p:spPr>
          <a:xfrm>
            <a:off x="3441031" y="4357414"/>
            <a:ext cx="1698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85" name="Google Shape;485;p21"/>
          <p:cNvSpPr txBox="1"/>
          <p:nvPr/>
        </p:nvSpPr>
        <p:spPr>
          <a:xfrm>
            <a:off x="3374190" y="4792374"/>
            <a:ext cx="1698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86" name="Google Shape;486;p21"/>
          <p:cNvSpPr txBox="1"/>
          <p:nvPr/>
        </p:nvSpPr>
        <p:spPr>
          <a:xfrm>
            <a:off x="3039340" y="4790404"/>
            <a:ext cx="1698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87" name="Google Shape;487;p21"/>
          <p:cNvSpPr txBox="1"/>
          <p:nvPr/>
        </p:nvSpPr>
        <p:spPr>
          <a:xfrm>
            <a:off x="2832062" y="4525331"/>
            <a:ext cx="1698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88" name="Google Shape;488;p21"/>
          <p:cNvSpPr txBox="1"/>
          <p:nvPr/>
        </p:nvSpPr>
        <p:spPr>
          <a:xfrm>
            <a:off x="3015880" y="4218967"/>
            <a:ext cx="1698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89" name="Google Shape;489;p21"/>
          <p:cNvSpPr txBox="1"/>
          <p:nvPr/>
        </p:nvSpPr>
        <p:spPr>
          <a:xfrm>
            <a:off x="2646583" y="5783392"/>
            <a:ext cx="19158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large sector is the same size as two small sectors.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90" name="Google Shape;490;p21"/>
          <p:cNvSpPr/>
          <p:nvPr/>
        </p:nvSpPr>
        <p:spPr>
          <a:xfrm>
            <a:off x="4914571" y="4116174"/>
            <a:ext cx="1073100" cy="10731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491" name="Google Shape;491;p21"/>
          <p:cNvCxnSpPr>
            <a:stCxn id="490" idx="0"/>
          </p:cNvCxnSpPr>
          <p:nvPr/>
        </p:nvCxnSpPr>
        <p:spPr>
          <a:xfrm flipH="1">
            <a:off x="5449921" y="4116174"/>
            <a:ext cx="1200" cy="1063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2" name="Google Shape;492;p21"/>
          <p:cNvSpPr txBox="1"/>
          <p:nvPr/>
        </p:nvSpPr>
        <p:spPr>
          <a:xfrm>
            <a:off x="4656410" y="3865323"/>
            <a:ext cx="12678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{A, B, C}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3" name="Google Shape;493;p21"/>
          <p:cNvSpPr/>
          <p:nvPr/>
        </p:nvSpPr>
        <p:spPr>
          <a:xfrm rot="7178508" flipH="1">
            <a:off x="4923532" y="4125275"/>
            <a:ext cx="1054843" cy="1054843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94" name="Google Shape;494;p21"/>
          <p:cNvSpPr/>
          <p:nvPr/>
        </p:nvSpPr>
        <p:spPr>
          <a:xfrm rot="10800000">
            <a:off x="4918542" y="4125314"/>
            <a:ext cx="1054800" cy="1054800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495" name="Google Shape;495;p21"/>
          <p:cNvCxnSpPr/>
          <p:nvPr/>
        </p:nvCxnSpPr>
        <p:spPr>
          <a:xfrm>
            <a:off x="5464249" y="4677950"/>
            <a:ext cx="238500" cy="438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6" name="Google Shape;496;p21"/>
          <p:cNvCxnSpPr/>
          <p:nvPr/>
        </p:nvCxnSpPr>
        <p:spPr>
          <a:xfrm flipH="1">
            <a:off x="5197010" y="4677950"/>
            <a:ext cx="238500" cy="438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7" name="Google Shape;497;p21"/>
          <p:cNvCxnSpPr/>
          <p:nvPr/>
        </p:nvCxnSpPr>
        <p:spPr>
          <a:xfrm rot="10800000">
            <a:off x="4923492" y="4653630"/>
            <a:ext cx="5109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98" name="Google Shape;498;p21"/>
          <p:cNvGrpSpPr/>
          <p:nvPr/>
        </p:nvGrpSpPr>
        <p:grpSpPr>
          <a:xfrm>
            <a:off x="5418195" y="4163763"/>
            <a:ext cx="59429" cy="517001"/>
            <a:chOff x="996050" y="213293"/>
            <a:chExt cx="93900" cy="909732"/>
          </a:xfrm>
        </p:grpSpPr>
        <p:cxnSp>
          <p:nvCxnSpPr>
            <p:cNvPr id="499" name="Google Shape;499;p21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00" name="Google Shape;500;p2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501" name="Google Shape;501;p21"/>
          <p:cNvSpPr txBox="1"/>
          <p:nvPr/>
        </p:nvSpPr>
        <p:spPr>
          <a:xfrm>
            <a:off x="5652088" y="4384412"/>
            <a:ext cx="1287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02" name="Google Shape;502;p21"/>
          <p:cNvSpPr txBox="1"/>
          <p:nvPr/>
        </p:nvSpPr>
        <p:spPr>
          <a:xfrm>
            <a:off x="5161906" y="4323139"/>
            <a:ext cx="1287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03" name="Google Shape;503;p21"/>
          <p:cNvSpPr txBox="1"/>
          <p:nvPr/>
        </p:nvSpPr>
        <p:spPr>
          <a:xfrm>
            <a:off x="4990695" y="4668712"/>
            <a:ext cx="1287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04" name="Google Shape;504;p21"/>
          <p:cNvSpPr txBox="1"/>
          <p:nvPr/>
        </p:nvSpPr>
        <p:spPr>
          <a:xfrm>
            <a:off x="5113240" y="4825928"/>
            <a:ext cx="1287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05" name="Google Shape;505;p21"/>
          <p:cNvSpPr txBox="1"/>
          <p:nvPr/>
        </p:nvSpPr>
        <p:spPr>
          <a:xfrm>
            <a:off x="5284451" y="4935866"/>
            <a:ext cx="1287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06" name="Google Shape;506;p21"/>
          <p:cNvSpPr txBox="1"/>
          <p:nvPr/>
        </p:nvSpPr>
        <p:spPr>
          <a:xfrm>
            <a:off x="5471422" y="4939018"/>
            <a:ext cx="1287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07" name="Google Shape;507;p21"/>
          <p:cNvSpPr txBox="1"/>
          <p:nvPr/>
        </p:nvSpPr>
        <p:spPr>
          <a:xfrm>
            <a:off x="5680455" y="4839923"/>
            <a:ext cx="1287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08" name="Google Shape;508;p21"/>
          <p:cNvSpPr txBox="1"/>
          <p:nvPr/>
        </p:nvSpPr>
        <p:spPr>
          <a:xfrm>
            <a:off x="4913678" y="5387075"/>
            <a:ext cx="2178300" cy="13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largest sector is the same size as four lots of the smallest sector.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next largest is the same size as three lots.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09" name="Google Shape;509;p21"/>
          <p:cNvSpPr txBox="1"/>
          <p:nvPr/>
        </p:nvSpPr>
        <p:spPr>
          <a:xfrm>
            <a:off x="468000" y="6697100"/>
            <a:ext cx="6624000" cy="10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Aisha, Jun and Izzy are playing a game that involves rolling a regular 6-sided dice.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Aisha’s piece moves if the dice roll is 1 or 2.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Jun’s piece moves if the dice roll is 3 or 4.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Izzy’s piece moves if the dice roll is 5 or 6.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0" name="Google Shape;510;p21"/>
          <p:cNvSpPr txBox="1"/>
          <p:nvPr/>
        </p:nvSpPr>
        <p:spPr>
          <a:xfrm>
            <a:off x="468000" y="7828275"/>
            <a:ext cx="66240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Izzy thinks that 6 is the most difficult number on the dice to roll.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Explain why this is incorrect.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1" name="Google Shape;511;p21"/>
          <p:cNvSpPr txBox="1"/>
          <p:nvPr/>
        </p:nvSpPr>
        <p:spPr>
          <a:xfrm>
            <a:off x="468000" y="8590275"/>
            <a:ext cx="6624000" cy="8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sample space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show the possible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each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trial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{Aisha moves, Jun moves, Izzy moves}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Explain why these outcomes are equally likely to happen.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2" name="Google Shape;512;p21"/>
          <p:cNvSpPr txBox="1"/>
          <p:nvPr/>
        </p:nvSpPr>
        <p:spPr>
          <a:xfrm>
            <a:off x="644200" y="8269875"/>
            <a:ext cx="64479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Each number on the dice is equally likely to be rolled.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13" name="Google Shape;513;p21"/>
          <p:cNvSpPr txBox="1"/>
          <p:nvPr/>
        </p:nvSpPr>
        <p:spPr>
          <a:xfrm>
            <a:off x="623675" y="9394025"/>
            <a:ext cx="6468300" cy="5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Each player has the same number of outcomes which move their piece and each outcome (number on the dice) is equally likely to be rolled.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158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Equally likely outcomes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2024-02-26T15:33:41.076</cp:lastPrinted>
  <dcterms:created xsi:type="dcterms:W3CDTF">2024-02-26T15:33:41Z</dcterms:created>
  <dcterms:modified xsi:type="dcterms:W3CDTF">2024-02-26T15:30:31Z</dcterms:modified>
</cp:coreProperties>
</file>