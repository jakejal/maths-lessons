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7" name="Shape 297"/>
        <p:cNvGrpSpPr/>
        <p:nvPr/>
      </p:nvGrpSpPr>
      <p:grpSpPr>
        <a:xfrm>
          <a:off x="0" y="0"/>
          <a:ext cx="0" cy="0"/>
        </a:xfrm>
      </p:grpSpPr>
      <p:sp>
        <p:nvSpPr>
          <p:cNvPr id="298" name="Google Shape;29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1" y="1563650"/>
            <a:ext cx="62796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Venn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74638"/>
            <a:ext cx="6449100" cy="23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an outcome tree for two events.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same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2354850"/>
            <a:ext cx="27327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= {multiple of 3}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2839008"/>
            <a:ext cx="2630100" cy="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= {factor of 15}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rot="10800000" flipH="1">
            <a:off x="521276" y="3461792"/>
            <a:ext cx="542700" cy="4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521276" y="3904497"/>
            <a:ext cx="542700" cy="445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10800000" flipH="1">
            <a:off x="1645206" y="3182792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0"/>
          <p:cNvCxnSpPr/>
          <p:nvPr/>
        </p:nvCxnSpPr>
        <p:spPr>
          <a:xfrm>
            <a:off x="1645206" y="3407574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1234426" y="3333108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122354" y="4256523"/>
            <a:ext cx="46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501543" y="3039564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501549" y="3460182"/>
            <a:ext cx="3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066318" y="3557252"/>
            <a:ext cx="108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3, 6, 9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886426" y="4421100"/>
            <a:ext cx="93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1, 2, 4, 5, 7, 8, 10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913067" y="3039564"/>
            <a:ext cx="61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913067" y="3509783"/>
            <a:ext cx="1744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913067" y="3980002"/>
            <a:ext cx="7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913067" y="4512692"/>
            <a:ext cx="101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2, 4, 7, 8, 10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rot="10800000" flipH="1">
            <a:off x="1645206" y="4135401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1645206" y="4360182"/>
            <a:ext cx="757500" cy="226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2445507" y="3992173"/>
            <a:ext cx="18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445514" y="4412790"/>
            <a:ext cx="3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172174" y="2750510"/>
            <a:ext cx="2356200" cy="1410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432578" y="2904922"/>
            <a:ext cx="1102200" cy="110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112347" y="2904922"/>
            <a:ext cx="1102200" cy="110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172174" y="2519224"/>
            <a:ext cx="26301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= {1, 2, 3, 4, 5, 6, 7, 8, 9, 10}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469891" y="2871657"/>
            <a:ext cx="1719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050359" y="2871662"/>
            <a:ext cx="1719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70950" y="3392761"/>
            <a:ext cx="13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801278" y="3477372"/>
            <a:ext cx="13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247899" y="3913672"/>
            <a:ext cx="13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204677" y="3057740"/>
            <a:ext cx="22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682066" y="3120803"/>
            <a:ext cx="22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331610" y="3468932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210572" y="3575279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232334" y="3928108"/>
            <a:ext cx="22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873347" y="3202532"/>
            <a:ext cx="222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616328" y="3491371"/>
            <a:ext cx="17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76400" y="4950300"/>
            <a:ext cx="5794800" cy="21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an outcome table for two events.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same information.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 flipH="1">
            <a:off x="1695223" y="5485089"/>
            <a:ext cx="0" cy="1792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0"/>
          <p:cNvCxnSpPr/>
          <p:nvPr/>
        </p:nvCxnSpPr>
        <p:spPr>
          <a:xfrm flipH="1">
            <a:off x="2537706" y="5485089"/>
            <a:ext cx="0" cy="1792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0"/>
          <p:cNvCxnSpPr/>
          <p:nvPr/>
        </p:nvCxnSpPr>
        <p:spPr>
          <a:xfrm flipH="1">
            <a:off x="3384950" y="5473138"/>
            <a:ext cx="0" cy="181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/>
          <p:nvPr/>
        </p:nvCxnSpPr>
        <p:spPr>
          <a:xfrm rot="10800000">
            <a:off x="701152" y="6110494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>
            <a:off x="701152" y="6699743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>
            <a:off x="701152" y="7281530"/>
            <a:ext cx="2683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0"/>
          <p:cNvSpPr txBox="1"/>
          <p:nvPr/>
        </p:nvSpPr>
        <p:spPr>
          <a:xfrm>
            <a:off x="1824922" y="5470625"/>
            <a:ext cx="634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642605" y="5447772"/>
            <a:ext cx="66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18813" y="6186059"/>
            <a:ext cx="72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of 30 (F)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42882" y="6789556"/>
            <a:ext cx="9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 of 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650971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846934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846934" y="681092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222151" y="6381115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2650971" y="681092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2007742" y="6327389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891233" y="6219938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2873110" y="641538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175021" y="680446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028247" y="7042991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831194" y="6915709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3017958" y="6788675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095238" y="6269098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2650977" y="7046225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049532" y="6992305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177324" y="5829634"/>
            <a:ext cx="2415600" cy="144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444264" y="5988286"/>
            <a:ext cx="1129800" cy="113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141096" y="5988286"/>
            <a:ext cx="1129800" cy="1132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720125" y="5535251"/>
            <a:ext cx="336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ξ = {1, 2, 3, 4, 5, 6, 7, 8, 9, 10, 11, 12, 13, 14, 15}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482513" y="5954108"/>
            <a:ext cx="176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6102652" y="5954113"/>
            <a:ext cx="176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303680" y="6489519"/>
            <a:ext cx="1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847319" y="6576453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4254949" y="7024731"/>
            <a:ext cx="1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4210642" y="6145299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5605520" y="6101585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390963" y="656778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216686" y="6677047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264095" y="7039563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896096" y="6294067"/>
            <a:ext cx="22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4632626" y="6590836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5303680" y="6677047"/>
            <a:ext cx="1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303680" y="6262894"/>
            <a:ext cx="14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864606" y="6205732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998261" y="6361550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4900639" y="6805739"/>
            <a:ext cx="17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133697" y="8295437"/>
            <a:ext cx="2496900" cy="1494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409589" y="8459032"/>
            <a:ext cx="1167900" cy="1167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129788" y="8459032"/>
            <a:ext cx="1167900" cy="1167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76400" y="7541100"/>
            <a:ext cx="6624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partially complete outcome table and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 b="1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both diagrams.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0"/>
          <p:cNvCxnSpPr/>
          <p:nvPr/>
        </p:nvCxnSpPr>
        <p:spPr>
          <a:xfrm flipH="1">
            <a:off x="1736095" y="8021103"/>
            <a:ext cx="0" cy="1848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" name="Google Shape;263;p20"/>
          <p:cNvCxnSpPr/>
          <p:nvPr/>
        </p:nvCxnSpPr>
        <p:spPr>
          <a:xfrm flipH="1">
            <a:off x="2606829" y="8021103"/>
            <a:ext cx="0" cy="1848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0"/>
          <p:cNvCxnSpPr/>
          <p:nvPr/>
        </p:nvCxnSpPr>
        <p:spPr>
          <a:xfrm flipH="1">
            <a:off x="3482484" y="8008780"/>
            <a:ext cx="0" cy="1873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0"/>
          <p:cNvCxnSpPr/>
          <p:nvPr/>
        </p:nvCxnSpPr>
        <p:spPr>
          <a:xfrm rot="10800000">
            <a:off x="708386" y="8665998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0"/>
          <p:cNvCxnSpPr/>
          <p:nvPr/>
        </p:nvCxnSpPr>
        <p:spPr>
          <a:xfrm rot="10800000">
            <a:off x="708386" y="9273609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0"/>
          <p:cNvCxnSpPr/>
          <p:nvPr/>
        </p:nvCxnSpPr>
        <p:spPr>
          <a:xfrm rot="10800000">
            <a:off x="708386" y="9873526"/>
            <a:ext cx="277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0"/>
          <p:cNvSpPr txBox="1"/>
          <p:nvPr/>
        </p:nvSpPr>
        <p:spPr>
          <a:xfrm>
            <a:off x="1870143" y="8410934"/>
            <a:ext cx="65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2690654" y="7816424"/>
            <a:ext cx="7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square number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830296" y="8743918"/>
            <a:ext cx="74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 of 18 (B)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751819" y="9366221"/>
            <a:ext cx="98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factor of 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1892893" y="8778852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2280693" y="894505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2667320" y="935944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2945619" y="9594600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2658668" y="9594600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2977161" y="9361032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3232568" y="9611585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133697" y="8050396"/>
            <a:ext cx="2786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{1, 3, 5, 7, 9, 11, 13, 15, 17, 19}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449121" y="8423789"/>
            <a:ext cx="182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6123589" y="8423794"/>
            <a:ext cx="1824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5851823" y="8975884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6305929" y="9479282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213926" y="9527775"/>
            <a:ext cx="14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2829276" y="9361041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3218300" y="9361032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4168133" y="8620938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6395064" y="8434909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6421567" y="9056585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174379" y="9169257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256911" y="9543070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1859096" y="7998562"/>
            <a:ext cx="74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square number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5264373" y="8774342"/>
            <a:ext cx="23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5324467" y="9080359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2953483" y="8835978"/>
            <a:ext cx="18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96" name="Google Shape;29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0" name="Shape 300"/>
        <p:cNvGrpSpPr/>
        <p:nvPr/>
      </p:nvGrpSpPr>
      <p:grpSpPr>
        <a:xfrm>
          <a:off x="0" y="0"/>
          <a:ext cx="0" cy="0"/>
        </a:xfrm>
      </p:grpSpPr>
      <p:sp>
        <p:nvSpPr>
          <p:cNvPr id="301" name="Google Shape;30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2" name="Google Shape;30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476401" y="573050"/>
            <a:ext cx="62895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Outcomes from Venn diagrams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76400" y="909457"/>
            <a:ext cx="6467400" cy="23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76400" y="1246349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List the outcomes that are in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76400" y="1766252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that are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76400" y="2276732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the outcomes that are in both event A and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76400" y="2916903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List the outcomes that are in event A but not in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76400" y="3516475"/>
            <a:ext cx="46407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List the outcomes that are not in either event A nor event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395842" y="1709154"/>
            <a:ext cx="2696100" cy="1613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413704" y="1218890"/>
            <a:ext cx="25836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= {integer values from 1 to 15 inclusive}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693773" y="1885818"/>
            <a:ext cx="1260900" cy="126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736464" y="1847760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471507" y="1885818"/>
            <a:ext cx="1260900" cy="126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6544698" y="1847765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6741602" y="3052502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5666867" y="230671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5116895" y="258256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186690" y="206254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5640016" y="2547551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6257822" y="240752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539562" y="305249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607041" y="3052496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4919989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5274605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979885" y="2699280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319767" y="2699274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5274605" y="2834863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4762279" y="2476635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5629221" y="208941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1134256" y="1493208"/>
            <a:ext cx="215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{1, 2, 3, 7, 8, 12, 13, 15}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1128156" y="2002313"/>
            <a:ext cx="215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{2, 4, 5, 8, 9, 14, 15}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438221" y="2546850"/>
            <a:ext cx="93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{2, 8, 15}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2200087" y="3221753"/>
            <a:ext cx="215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{1, 3, 7, 12, 13}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988846" y="3766582"/>
            <a:ext cx="990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{6, 10, 11}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76400" y="4035900"/>
            <a:ext cx="64143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Use the following information to complete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76400" y="4285616"/>
            <a:ext cx="38193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possible outcomes from the trial are the integers from 1 to 10 inclusive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five possible outcomes for event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{6} is the only outcome of both events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{2, 5, 8} are not outcomes of event A nor event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outcomes that are only in event B are prime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4363619" y="4888358"/>
            <a:ext cx="2673900" cy="1600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381334" y="4639459"/>
            <a:ext cx="2710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{1, 2, 3, 4, 5, 6, 7, 8, 9, 10}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4659101" y="5063571"/>
            <a:ext cx="1250700" cy="125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701440" y="5025825"/>
            <a:ext cx="195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5430440" y="5063571"/>
            <a:ext cx="1250700" cy="12507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6494808" y="5025831"/>
            <a:ext cx="195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274025" y="6026857"/>
            <a:ext cx="253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6713927" y="6143300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087418" y="5279922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5131070" y="5594851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4463818" y="6207657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4998386" y="5265497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5602976" y="5580991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4803566" y="5640325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576959" y="6207657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210388" y="5708866"/>
            <a:ext cx="19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6400" y="5935191"/>
            <a:ext cx="2784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List the outcomes of event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76400" y="6291200"/>
            <a:ext cx="36636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List all the outcomes for event A or event B or both.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1306843" y="6098808"/>
            <a:ext cx="134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{1, 4, 6, 9, 10}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1484838" y="6466911"/>
            <a:ext cx="24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{1, 3, 4, 6, 7, 9, 10}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76400" y="6855300"/>
            <a:ext cx="6467700" cy="23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answer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476400" y="7192200"/>
            <a:ext cx="3801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outcomes are in the sample space?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476400" y="7771938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are in event 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476400" y="8222601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outcomes are in event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476400" y="8743131"/>
            <a:ext cx="35331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many outcomes are not in event A or event 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76400" y="9342704"/>
            <a:ext cx="61386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Explain why your answers to parts b, c and d do not sum to part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395917" y="7350212"/>
            <a:ext cx="2696100" cy="1613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4278403" y="7339181"/>
            <a:ext cx="1272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4693853" y="7526880"/>
            <a:ext cx="1261200" cy="1261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4736544" y="7488821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5471601" y="7526880"/>
            <a:ext cx="1261200" cy="1261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6544812" y="7488826"/>
            <a:ext cx="1968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6741721" y="8693586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5607133" y="8187100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5116983" y="8223642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6138271" y="7809296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4539639" y="8693580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5607131" y="8693586"/>
            <a:ext cx="29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4920066" y="7730489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5274695" y="7730483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5979989" y="8340357"/>
            <a:ext cx="2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6319870" y="8160876"/>
            <a:ext cx="29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4762360" y="8117708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5629318" y="7850137"/>
            <a:ext cx="19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1971837" y="7439062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1971837" y="7977503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1971837" y="8456117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1971837" y="9054385"/>
            <a:ext cx="1354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outcomes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507450" y="9592825"/>
            <a:ext cx="6467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two outcomes that exist in both event A and event B so are counted twice in the sum.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182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Using a Venn diagram to display outcomes for two events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2024-02-26T15:48:25.773</cp:lastPrinted>
  <dcterms:created xsi:type="dcterms:W3CDTF">2024-02-26T15:48:25Z</dcterms:created>
  <dcterms:modified xsi:type="dcterms:W3CDTF">2024-02-26T15:45:16Z</dcterms:modified>
</cp:coreProperties>
</file>