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1" y="1563650"/>
            <a:ext cx="62796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Venn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974638"/>
            <a:ext cx="6449100" cy="23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an outcome tree for two events.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same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2354850"/>
            <a:ext cx="2732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= {multiple of 3}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2839008"/>
            <a:ext cx="26301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{factor of 15}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rot="10800000" flipH="1">
            <a:off x="521276" y="3461792"/>
            <a:ext cx="542700" cy="44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0"/>
          <p:cNvCxnSpPr/>
          <p:nvPr/>
        </p:nvCxnSpPr>
        <p:spPr>
          <a:xfrm>
            <a:off x="521276" y="3904497"/>
            <a:ext cx="542700" cy="44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0"/>
          <p:cNvCxnSpPr/>
          <p:nvPr/>
        </p:nvCxnSpPr>
        <p:spPr>
          <a:xfrm rot="10800000" flipH="1">
            <a:off x="1645206" y="3182792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0"/>
          <p:cNvCxnSpPr/>
          <p:nvPr/>
        </p:nvCxnSpPr>
        <p:spPr>
          <a:xfrm>
            <a:off x="1645206" y="3407574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0"/>
          <p:cNvSpPr txBox="1"/>
          <p:nvPr/>
        </p:nvSpPr>
        <p:spPr>
          <a:xfrm>
            <a:off x="1234426" y="3333108"/>
            <a:ext cx="18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122354" y="4256523"/>
            <a:ext cx="46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501543" y="3039564"/>
            <a:ext cx="18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501549" y="3460182"/>
            <a:ext cx="38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066318" y="3557252"/>
            <a:ext cx="10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3, 6, 9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886427" y="4421100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1, 2, 4, 5, 7, 8, 10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913067" y="3039564"/>
            <a:ext cx="61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913067" y="3509783"/>
            <a:ext cx="1744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6, 9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913067" y="3980002"/>
            <a:ext cx="7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913067" y="4512692"/>
            <a:ext cx="1019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2, 4, 7, 8, 10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 rot="10800000" flipH="1">
            <a:off x="1645206" y="4135401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0"/>
          <p:cNvCxnSpPr/>
          <p:nvPr/>
        </p:nvCxnSpPr>
        <p:spPr>
          <a:xfrm>
            <a:off x="1645206" y="4360182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2445507" y="3992173"/>
            <a:ext cx="18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445514" y="4412790"/>
            <a:ext cx="38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4950300"/>
            <a:ext cx="5794800" cy="21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an outcome table for two events.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same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flipH="1">
            <a:off x="1695223" y="5485089"/>
            <a:ext cx="0" cy="1792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0"/>
          <p:cNvCxnSpPr/>
          <p:nvPr/>
        </p:nvCxnSpPr>
        <p:spPr>
          <a:xfrm flipH="1">
            <a:off x="2537706" y="5485089"/>
            <a:ext cx="0" cy="1792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0"/>
          <p:cNvCxnSpPr/>
          <p:nvPr/>
        </p:nvCxnSpPr>
        <p:spPr>
          <a:xfrm flipH="1">
            <a:off x="3384950" y="5473138"/>
            <a:ext cx="0" cy="181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0"/>
          <p:cNvCxnSpPr/>
          <p:nvPr/>
        </p:nvCxnSpPr>
        <p:spPr>
          <a:xfrm rot="10800000">
            <a:off x="701152" y="6110494"/>
            <a:ext cx="268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0"/>
          <p:cNvCxnSpPr/>
          <p:nvPr/>
        </p:nvCxnSpPr>
        <p:spPr>
          <a:xfrm rot="10800000">
            <a:off x="701152" y="6699743"/>
            <a:ext cx="268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>
            <a:off x="701152" y="7281530"/>
            <a:ext cx="268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1824922" y="5470625"/>
            <a:ext cx="63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 (P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642605" y="5447772"/>
            <a:ext cx="66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prime (P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818813" y="6186059"/>
            <a:ext cx="72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 of 30 (F)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742882" y="6789556"/>
            <a:ext cx="9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 of 30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650971" y="6219938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846934" y="6219938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846934" y="681092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222151" y="6381115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650971" y="681092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007742" y="6327389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891233" y="6219938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873110" y="641538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175021" y="680446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028247" y="7042991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831194" y="6915709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017958" y="6788675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095238" y="6269098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650977" y="7046225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049532" y="6992305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133697" y="8295437"/>
            <a:ext cx="2496900" cy="1494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409589" y="8459032"/>
            <a:ext cx="1167900" cy="1167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129788" y="8459032"/>
            <a:ext cx="1167900" cy="1167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76400" y="7541100"/>
            <a:ext cx="6624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partially complete outcome table and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b="1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both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 flipH="1">
            <a:off x="1736095" y="8021103"/>
            <a:ext cx="0" cy="1848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0"/>
          <p:cNvCxnSpPr/>
          <p:nvPr/>
        </p:nvCxnSpPr>
        <p:spPr>
          <a:xfrm flipH="1">
            <a:off x="2606829" y="8021103"/>
            <a:ext cx="0" cy="1848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0"/>
          <p:cNvCxnSpPr/>
          <p:nvPr/>
        </p:nvCxnSpPr>
        <p:spPr>
          <a:xfrm flipH="1">
            <a:off x="3482484" y="8008780"/>
            <a:ext cx="0" cy="1873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0"/>
          <p:cNvCxnSpPr/>
          <p:nvPr/>
        </p:nvCxnSpPr>
        <p:spPr>
          <a:xfrm rot="10800000">
            <a:off x="708386" y="8665998"/>
            <a:ext cx="277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0"/>
          <p:cNvCxnSpPr/>
          <p:nvPr/>
        </p:nvCxnSpPr>
        <p:spPr>
          <a:xfrm rot="10800000">
            <a:off x="708386" y="9273609"/>
            <a:ext cx="277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0"/>
          <p:cNvCxnSpPr/>
          <p:nvPr/>
        </p:nvCxnSpPr>
        <p:spPr>
          <a:xfrm rot="10800000">
            <a:off x="708386" y="9873526"/>
            <a:ext cx="277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0"/>
          <p:cNvSpPr txBox="1"/>
          <p:nvPr/>
        </p:nvSpPr>
        <p:spPr>
          <a:xfrm>
            <a:off x="1870143" y="8410934"/>
            <a:ext cx="65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690654" y="7816424"/>
            <a:ext cx="7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 number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830296" y="8743918"/>
            <a:ext cx="74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 of 18 (B)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51819" y="9366221"/>
            <a:ext cx="98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 of 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1892893" y="8778852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280693" y="8945051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667320" y="9359441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2945619" y="9594600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2658668" y="9594600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977161" y="9361032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232568" y="9611585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133697" y="8050396"/>
            <a:ext cx="27864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3, 5, 7, 9, 11, 13, 15, 17, 19}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449121" y="8423789"/>
            <a:ext cx="1824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123589" y="8423794"/>
            <a:ext cx="1824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851823" y="8975884"/>
            <a:ext cx="14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6305929" y="9479282"/>
            <a:ext cx="14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213926" y="9527775"/>
            <a:ext cx="14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829276" y="9361041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3218300" y="9361032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168133" y="8620938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395064" y="8434909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421567" y="9056585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174379" y="9169257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256911" y="9543070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0"/>
          <p:cNvCxnSpPr/>
          <p:nvPr/>
        </p:nvCxnSpPr>
        <p:spPr>
          <a:xfrm>
            <a:off x="1888375" y="8178450"/>
            <a:ext cx="5427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0"/>
          <p:cNvCxnSpPr/>
          <p:nvPr/>
        </p:nvCxnSpPr>
        <p:spPr>
          <a:xfrm>
            <a:off x="1888375" y="8338176"/>
            <a:ext cx="5427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1" name="Google Shape;25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476401" y="573050"/>
            <a:ext cx="62895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Outcomes from Venn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6400" y="909457"/>
            <a:ext cx="6467400" cy="23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76400" y="1246349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are in event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6400" y="1766252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are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76400" y="2276732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that are in both event A and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400" y="2916903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that are in event A but not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6400" y="3516475"/>
            <a:ext cx="46407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outcomes that are not in either event A nor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395842" y="1709154"/>
            <a:ext cx="2696100" cy="1613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413704" y="1218890"/>
            <a:ext cx="25836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{integer values from 1 to 15 inclusive}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693773" y="1885818"/>
            <a:ext cx="1260900" cy="1260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736464" y="1847760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471507" y="1885818"/>
            <a:ext cx="1260900" cy="1260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544698" y="1847765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741602" y="3052502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666867" y="230671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116895" y="258256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186690" y="206254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640016" y="2547551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257822" y="2407526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539562" y="3052496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607041" y="3052496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919989" y="208941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274605" y="208941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979885" y="2699280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319767" y="2699274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274605" y="2834863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762279" y="2476635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629221" y="208941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6400" y="4035900"/>
            <a:ext cx="6414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Use the following information to complete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6400" y="4285616"/>
            <a:ext cx="38193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possible outcomes from the trial are the integers from 1 to 10 inclusive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five possible outcomes for event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{6} is the only outcome of both events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{2, 5, 8} are not outcomes of event A nor event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outcomes that are only in event B are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363619" y="4888358"/>
            <a:ext cx="2673900" cy="1600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381334" y="4639459"/>
            <a:ext cx="2710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659101" y="5063571"/>
            <a:ext cx="1250700" cy="125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701440" y="5025825"/>
            <a:ext cx="195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5430440" y="5063571"/>
            <a:ext cx="1250700" cy="125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494808" y="5025831"/>
            <a:ext cx="195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76400" y="5935191"/>
            <a:ext cx="2784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of event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76400" y="6291200"/>
            <a:ext cx="366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all the outcomes for event A or event B or both.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76400" y="6855300"/>
            <a:ext cx="6467700" cy="23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76400" y="7192200"/>
            <a:ext cx="38019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outcomes are in the sample space?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76400" y="7771938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are in event 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76400" y="8222601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outcomes are in event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76400" y="8743131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How many outcomes are not in event A or event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76400" y="9342704"/>
            <a:ext cx="6138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Explain why your answers to parts b, c and d do not sum to part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395917" y="7350212"/>
            <a:ext cx="2696100" cy="1613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278403" y="7339181"/>
            <a:ext cx="1272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693853" y="7526880"/>
            <a:ext cx="1261200" cy="1261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736544" y="7488821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471601" y="7526880"/>
            <a:ext cx="1261200" cy="1261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544812" y="7488826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741721" y="8693586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5607133" y="8187100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5116983" y="8223642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138271" y="7809296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539639" y="8693580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5607131" y="8693586"/>
            <a:ext cx="29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920066" y="7730489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274695" y="7730483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979989" y="8340357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6319870" y="8160876"/>
            <a:ext cx="29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762360" y="811770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629318" y="785013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a Venn diagram to display outcomes for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2024-02-26T15:48:23.399</cp:lastPrinted>
  <dcterms:created xsi:type="dcterms:W3CDTF">2024-02-26T15:48:23Z</dcterms:created>
  <dcterms:modified xsi:type="dcterms:W3CDTF">2024-02-26T15:48:34Z</dcterms:modified>
</cp:coreProperties>
</file>