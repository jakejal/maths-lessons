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50A958-FBA9-4DE0-859F-E41F94AEF676}">
  <a:tblStyle styleId="{0050A958-FBA9-4DE0-859F-E41F94AEF6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68bca7a2a6_0_11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68bca7a2a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11" Type="http://schemas.openxmlformats.org/officeDocument/2006/relationships/image" Target="../media/image19.png"/><Relationship Id="rId10" Type="http://schemas.openxmlformats.org/officeDocument/2006/relationships/image" Target="../media/image20.png"/><Relationship Id="rId12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1" y="16398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Outcome table from a two-stage trial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2064948"/>
            <a:ext cx="6610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is going to be spun twice as part of a two-stage trial.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all the possible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3803114" y="2571178"/>
            <a:ext cx="2407982" cy="1536988"/>
            <a:chOff x="3174075" y="2551800"/>
            <a:chExt cx="3000600" cy="1915250"/>
          </a:xfrm>
        </p:grpSpPr>
        <p:cxnSp>
          <p:nvCxnSpPr>
            <p:cNvPr id="164" name="Google Shape;164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0"/>
            <p:cNvCxnSpPr/>
            <p:nvPr/>
          </p:nvCxnSpPr>
          <p:spPr>
            <a:xfrm rot="10800000">
              <a:off x="3174075" y="288247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20"/>
            <p:cNvCxnSpPr/>
            <p:nvPr/>
          </p:nvCxnSpPr>
          <p:spPr>
            <a:xfrm rot="10800000">
              <a:off x="3174075" y="341557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20"/>
            <p:cNvCxnSpPr/>
            <p:nvPr/>
          </p:nvCxnSpPr>
          <p:spPr>
            <a:xfrm rot="10800000">
              <a:off x="3174075" y="3941925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" name="Google Shape;170;p20"/>
            <p:cNvSpPr txBox="1"/>
            <p:nvPr/>
          </p:nvSpPr>
          <p:spPr>
            <a:xfrm>
              <a:off x="4104775" y="2574525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4937438" y="2574525"/>
              <a:ext cx="4458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3402525" y="3010425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402525" y="3540150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4" name="Google Shape;174;p20"/>
            <p:cNvCxnSpPr/>
            <p:nvPr/>
          </p:nvCxnSpPr>
          <p:spPr>
            <a:xfrm>
              <a:off x="6158950" y="2574525"/>
              <a:ext cx="0" cy="1892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 rot="10800000">
              <a:off x="3174075" y="4467050"/>
              <a:ext cx="300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" name="Google Shape;176;p20"/>
            <p:cNvSpPr txBox="1"/>
            <p:nvPr/>
          </p:nvSpPr>
          <p:spPr>
            <a:xfrm>
              <a:off x="3369950" y="4065900"/>
              <a:ext cx="232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5743093" y="2551800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1430500" y="2499882"/>
            <a:ext cx="1225177" cy="1225177"/>
            <a:chOff x="6389510" y="634229"/>
            <a:chExt cx="1526700" cy="1526700"/>
          </a:xfrm>
        </p:grpSpPr>
        <p:sp>
          <p:nvSpPr>
            <p:cNvPr id="179" name="Google Shape;179;p20"/>
            <p:cNvSpPr/>
            <p:nvPr/>
          </p:nvSpPr>
          <p:spPr>
            <a:xfrm>
              <a:off x="6584544" y="829206"/>
              <a:ext cx="1136400" cy="1136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 rot="7199698">
              <a:off x="6594354" y="839138"/>
              <a:ext cx="1116770" cy="111677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 rot="-7211730">
              <a:off x="6594556" y="839275"/>
              <a:ext cx="1116608" cy="1116608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6594512" y="839216"/>
              <a:ext cx="1116600" cy="111660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71820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6977761" y="1416583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66714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7120165" y="885993"/>
              <a:ext cx="62922" cy="547386"/>
              <a:chOff x="996050" y="213293"/>
              <a:chExt cx="93900" cy="909732"/>
            </a:xfrm>
          </p:grpSpPr>
          <p:cxnSp>
            <p:nvCxnSpPr>
              <p:cNvPr id="187" name="Google Shape;187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8" name="Google Shape;188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9" name="Google Shape;189;p20"/>
          <p:cNvSpPr txBox="1"/>
          <p:nvPr/>
        </p:nvSpPr>
        <p:spPr>
          <a:xfrm>
            <a:off x="476400" y="4416900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Both spinners are going to be spun as part of a two-stage trial.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all the possible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819055" y="4989183"/>
            <a:ext cx="1225177" cy="1225177"/>
            <a:chOff x="6389510" y="634229"/>
            <a:chExt cx="1526700" cy="1526700"/>
          </a:xfrm>
        </p:grpSpPr>
        <p:sp>
          <p:nvSpPr>
            <p:cNvPr id="191" name="Google Shape;191;p20"/>
            <p:cNvSpPr/>
            <p:nvPr/>
          </p:nvSpPr>
          <p:spPr>
            <a:xfrm>
              <a:off x="6584544" y="829206"/>
              <a:ext cx="1136400" cy="1136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 rot="7199698">
              <a:off x="6594354" y="839138"/>
              <a:ext cx="1116770" cy="111677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 rot="-7211730">
              <a:off x="6594556" y="839275"/>
              <a:ext cx="1116608" cy="1116608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6594512" y="839216"/>
              <a:ext cx="1116600" cy="111660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71820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6977761" y="1416583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6671401" y="1008102"/>
              <a:ext cx="422100" cy="46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8" name="Google Shape;198;p20"/>
            <p:cNvGrpSpPr/>
            <p:nvPr/>
          </p:nvGrpSpPr>
          <p:grpSpPr>
            <a:xfrm>
              <a:off x="7120165" y="885993"/>
              <a:ext cx="62922" cy="547386"/>
              <a:chOff x="996050" y="213293"/>
              <a:chExt cx="93900" cy="909732"/>
            </a:xfrm>
          </p:grpSpPr>
          <p:cxnSp>
            <p:nvCxnSpPr>
              <p:cNvPr id="199" name="Google Shape;199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0" name="Google Shape;200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1" name="Google Shape;201;p20"/>
          <p:cNvSpPr/>
          <p:nvPr/>
        </p:nvSpPr>
        <p:spPr>
          <a:xfrm>
            <a:off x="2064434" y="5455869"/>
            <a:ext cx="937800" cy="937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 flipH="1">
            <a:off x="2072453" y="5464031"/>
            <a:ext cx="921600" cy="9216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2072596" y="5464031"/>
            <a:ext cx="921600" cy="9216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2159441" y="5725626"/>
            <a:ext cx="31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605647" y="5725626"/>
            <a:ext cx="3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2506461" y="5507067"/>
            <a:ext cx="51927" cy="451773"/>
            <a:chOff x="996050" y="213293"/>
            <a:chExt cx="93900" cy="909732"/>
          </a:xfrm>
        </p:grpSpPr>
        <p:cxnSp>
          <p:nvCxnSpPr>
            <p:cNvPr id="207" name="Google Shape;207;p2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8" name="Google Shape;20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3803148" y="5017579"/>
            <a:ext cx="1804187" cy="1518751"/>
            <a:chOff x="3174125" y="2574525"/>
            <a:chExt cx="2248209" cy="1892525"/>
          </a:xfrm>
        </p:grpSpPr>
        <p:cxnSp>
          <p:nvCxnSpPr>
            <p:cNvPr id="210" name="Google Shape;210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>
              <a:off x="3174125" y="288247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3174125" y="341557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rot="10800000">
              <a:off x="3174125" y="3941925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20"/>
            <p:cNvSpPr txBox="1"/>
            <p:nvPr/>
          </p:nvSpPr>
          <p:spPr>
            <a:xfrm>
              <a:off x="4104775" y="2574525"/>
              <a:ext cx="2304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4937438" y="2574525"/>
              <a:ext cx="4458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3402525" y="3010425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3402525" y="3540150"/>
              <a:ext cx="1383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3369950" y="4065900"/>
              <a:ext cx="232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0" name="Google Shape;220;p20"/>
            <p:cNvCxnSpPr/>
            <p:nvPr/>
          </p:nvCxnSpPr>
          <p:spPr>
            <a:xfrm rot="10800000">
              <a:off x="3174125" y="4467050"/>
              <a:ext cx="224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" name="Google Shape;222;p20"/>
          <p:cNvSpPr txBox="1"/>
          <p:nvPr/>
        </p:nvSpPr>
        <p:spPr>
          <a:xfrm>
            <a:off x="476400" y="6855300"/>
            <a:ext cx="6614400" cy="24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and Izzy are playing a game of ‘rock, paper, scissors’. Where rock beats scissors, scissors beats paper and paper beats rock.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when each person wins.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160423" y="8318308"/>
            <a:ext cx="3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606889" y="8318308"/>
            <a:ext cx="34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>
            <a:off x="2282632" y="8204964"/>
            <a:ext cx="3236557" cy="1577459"/>
            <a:chOff x="2802250" y="2553818"/>
            <a:chExt cx="4031084" cy="1913232"/>
          </a:xfrm>
        </p:grpSpPr>
        <p:cxnSp>
          <p:nvCxnSpPr>
            <p:cNvPr id="226" name="Google Shape;226;p20"/>
            <p:cNvCxnSpPr/>
            <p:nvPr/>
          </p:nvCxnSpPr>
          <p:spPr>
            <a:xfrm>
              <a:off x="3757000" y="2574525"/>
              <a:ext cx="0" cy="1884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459355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5422334" y="2574525"/>
              <a:ext cx="0" cy="187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20"/>
            <p:cNvCxnSpPr/>
            <p:nvPr/>
          </p:nvCxnSpPr>
          <p:spPr>
            <a:xfrm rot="10800000">
              <a:off x="2802250" y="288247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20"/>
            <p:cNvCxnSpPr/>
            <p:nvPr/>
          </p:nvCxnSpPr>
          <p:spPr>
            <a:xfrm rot="10800000">
              <a:off x="2802250" y="341557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20"/>
            <p:cNvCxnSpPr/>
            <p:nvPr/>
          </p:nvCxnSpPr>
          <p:spPr>
            <a:xfrm rot="10800000">
              <a:off x="2802250" y="3941925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0"/>
            <p:cNvSpPr txBox="1"/>
            <p:nvPr/>
          </p:nvSpPr>
          <p:spPr>
            <a:xfrm>
              <a:off x="3944038" y="2553818"/>
              <a:ext cx="5781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4688143" y="2553818"/>
              <a:ext cx="7167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3185450" y="3010425"/>
              <a:ext cx="4932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2961950" y="3540150"/>
              <a:ext cx="7167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6" name="Google Shape;236;p20"/>
            <p:cNvCxnSpPr/>
            <p:nvPr/>
          </p:nvCxnSpPr>
          <p:spPr>
            <a:xfrm>
              <a:off x="6463750" y="2574525"/>
              <a:ext cx="0" cy="1892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 rot="10800000">
              <a:off x="2802250" y="4467050"/>
              <a:ext cx="3661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20"/>
            <p:cNvSpPr txBox="1"/>
            <p:nvPr/>
          </p:nvSpPr>
          <p:spPr>
            <a:xfrm>
              <a:off x="2802350" y="4065900"/>
              <a:ext cx="8721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scissors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5514534" y="2553818"/>
              <a:ext cx="13188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scissors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72517" r="1253" t="11347"/>
          <a:stretch/>
        </p:blipFill>
        <p:spPr>
          <a:xfrm rot="-5400000">
            <a:off x="1951232" y="8861933"/>
            <a:ext cx="366843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4">
            <a:alphaModFix/>
          </a:blip>
          <a:srcRect b="0" l="0" r="0" t="24789"/>
          <a:stretch/>
        </p:blipFill>
        <p:spPr>
          <a:xfrm rot="-5400000">
            <a:off x="2034257" y="8459968"/>
            <a:ext cx="200797" cy="43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72517" r="1253" t="11347"/>
          <a:stretch/>
        </p:blipFill>
        <p:spPr>
          <a:xfrm rot="-5400000">
            <a:off x="3857325" y="7835149"/>
            <a:ext cx="366843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18128" r="63873" t="11347"/>
          <a:stretch/>
        </p:blipFill>
        <p:spPr>
          <a:xfrm rot="-5400000">
            <a:off x="1899234" y="9302464"/>
            <a:ext cx="251720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 b="0" l="18128" r="63873" t="11347"/>
          <a:stretch/>
        </p:blipFill>
        <p:spPr>
          <a:xfrm rot="-5400000">
            <a:off x="4656057" y="7875854"/>
            <a:ext cx="251720" cy="5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4">
            <a:alphaModFix/>
          </a:blip>
          <a:srcRect b="0" l="0" r="0" t="24789"/>
          <a:stretch/>
        </p:blipFill>
        <p:spPr>
          <a:xfrm rot="-5400000">
            <a:off x="3304995" y="7916192"/>
            <a:ext cx="200797" cy="43459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3730702" y="7681460"/>
            <a:ext cx="895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 rot="-5400000">
            <a:off x="1483947" y="8867933"/>
            <a:ext cx="600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253" name="Google Shape;25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476399" y="649250"/>
            <a:ext cx="6181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Outcome table from two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6400" y="1052180"/>
            <a:ext cx="54825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spinner will be spun.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two events are even numbers and factors of 14.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table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show the outcomes for each event.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851986" y="1062636"/>
            <a:ext cx="1106400" cy="1106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 flipH="1">
            <a:off x="5861491" y="1072265"/>
            <a:ext cx="1087200" cy="10872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861615" y="1072265"/>
            <a:ext cx="1087200" cy="10872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132485" y="1819634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861615" y="1072265"/>
            <a:ext cx="1087200" cy="10872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5900242" y="1270434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 flipH="1">
            <a:off x="5861491" y="1072265"/>
            <a:ext cx="1087200" cy="10872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453844" y="1075004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861615" y="1072265"/>
            <a:ext cx="1087200" cy="10872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157876" y="1071601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861615" y="1072265"/>
            <a:ext cx="1087200" cy="10872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5909956" y="1605357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 flipH="1">
            <a:off x="5861491" y="1072265"/>
            <a:ext cx="1087200" cy="10872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675987" y="1298153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 flipH="1">
            <a:off x="5861491" y="1072265"/>
            <a:ext cx="1087200" cy="10872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455187" y="1812952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655233" y="1597959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>
            <a:off x="6373467" y="1105373"/>
            <a:ext cx="61260" cy="532921"/>
            <a:chOff x="996050" y="213293"/>
            <a:chExt cx="93900" cy="909732"/>
          </a:xfrm>
        </p:grpSpPr>
        <p:cxnSp>
          <p:nvCxnSpPr>
            <p:cNvPr id="274" name="Google Shape;274;p2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5" name="Google Shape;275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76" name="Google Shape;276;p21"/>
          <p:cNvCxnSpPr/>
          <p:nvPr/>
        </p:nvCxnSpPr>
        <p:spPr>
          <a:xfrm>
            <a:off x="2587738" y="20171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3469754" y="20171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1"/>
          <p:cNvCxnSpPr/>
          <p:nvPr/>
        </p:nvCxnSpPr>
        <p:spPr>
          <a:xfrm>
            <a:off x="4351769" y="2017176"/>
            <a:ext cx="0" cy="14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1"/>
          <p:cNvCxnSpPr/>
          <p:nvPr/>
        </p:nvCxnSpPr>
        <p:spPr>
          <a:xfrm rot="10800000">
            <a:off x="1526557" y="3495053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1"/>
          <p:cNvCxnSpPr/>
          <p:nvPr/>
        </p:nvCxnSpPr>
        <p:spPr>
          <a:xfrm rot="10800000">
            <a:off x="1534154" y="2433722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1"/>
          <p:cNvCxnSpPr/>
          <p:nvPr/>
        </p:nvCxnSpPr>
        <p:spPr>
          <a:xfrm rot="10800000">
            <a:off x="1534154" y="2970512"/>
            <a:ext cx="2831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21"/>
          <p:cNvSpPr txBox="1"/>
          <p:nvPr/>
        </p:nvSpPr>
        <p:spPr>
          <a:xfrm>
            <a:off x="2666159" y="1975545"/>
            <a:ext cx="90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numbers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548174" y="1975545"/>
            <a:ext cx="90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 numbers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1500525" y="2554363"/>
            <a:ext cx="10872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factors of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560572" y="3020863"/>
            <a:ext cx="1087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factors of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2518344" y="5847388"/>
            <a:ext cx="0" cy="1293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3441672" y="5847388"/>
            <a:ext cx="0" cy="1293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/>
          <p:nvPr/>
        </p:nvCxnSpPr>
        <p:spPr>
          <a:xfrm>
            <a:off x="4354701" y="5836500"/>
            <a:ext cx="0" cy="131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1"/>
          <p:cNvCxnSpPr/>
          <p:nvPr/>
        </p:nvCxnSpPr>
        <p:spPr>
          <a:xfrm rot="10800000">
            <a:off x="1534355" y="7138571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1"/>
          <p:cNvCxnSpPr/>
          <p:nvPr/>
        </p:nvCxnSpPr>
        <p:spPr>
          <a:xfrm rot="10800000">
            <a:off x="1541901" y="6211313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1"/>
          <p:cNvCxnSpPr/>
          <p:nvPr/>
        </p:nvCxnSpPr>
        <p:spPr>
          <a:xfrm rot="10800000">
            <a:off x="1541901" y="6680293"/>
            <a:ext cx="2812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1"/>
          <p:cNvSpPr txBox="1"/>
          <p:nvPr/>
        </p:nvSpPr>
        <p:spPr>
          <a:xfrm>
            <a:off x="2576052" y="5939229"/>
            <a:ext cx="8655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handle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3479424" y="5939229"/>
            <a:ext cx="8862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handle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588559" y="6339809"/>
            <a:ext cx="88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584261" y="6781402"/>
            <a:ext cx="9252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straw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1410696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1950519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2468691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2994080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3533902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083829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609218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5188012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735051" y="5513484"/>
            <a:ext cx="221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76400" y="4455700"/>
            <a:ext cx="6582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drinks into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table.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" name="Google Shape;3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800" y="4875051"/>
            <a:ext cx="349103" cy="4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405" y="4941338"/>
            <a:ext cx="318934" cy="43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5762" y="4871813"/>
            <a:ext cx="303849" cy="54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0027" y="4901484"/>
            <a:ext cx="269617" cy="51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7058" y="4851707"/>
            <a:ext cx="308159" cy="562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1319" y="4909021"/>
            <a:ext cx="307581" cy="4977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1"/>
          <p:cNvGrpSpPr/>
          <p:nvPr/>
        </p:nvGrpSpPr>
        <p:grpSpPr>
          <a:xfrm>
            <a:off x="1883395" y="4825472"/>
            <a:ext cx="355570" cy="530151"/>
            <a:chOff x="1984114" y="1120943"/>
            <a:chExt cx="477596" cy="712090"/>
          </a:xfrm>
        </p:grpSpPr>
        <p:pic>
          <p:nvPicPr>
            <p:cNvPr id="313" name="Google Shape;313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21"/>
          <p:cNvGrpSpPr/>
          <p:nvPr/>
        </p:nvGrpSpPr>
        <p:grpSpPr>
          <a:xfrm>
            <a:off x="2426437" y="4868973"/>
            <a:ext cx="361174" cy="495265"/>
            <a:chOff x="2713519" y="1179374"/>
            <a:chExt cx="485123" cy="665232"/>
          </a:xfrm>
        </p:grpSpPr>
        <p:pic>
          <p:nvPicPr>
            <p:cNvPr id="316" name="Google Shape;316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1"/>
          <p:cNvGrpSpPr/>
          <p:nvPr/>
        </p:nvGrpSpPr>
        <p:grpSpPr>
          <a:xfrm>
            <a:off x="4036740" y="4848659"/>
            <a:ext cx="352653" cy="541446"/>
            <a:chOff x="4876452" y="1152087"/>
            <a:chExt cx="473678" cy="727261"/>
          </a:xfrm>
        </p:grpSpPr>
        <p:pic>
          <p:nvPicPr>
            <p:cNvPr id="319" name="Google Shape;319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1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6" name="Google Shape;326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two-way tables to display outcomes for two events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476399" y="725450"/>
            <a:ext cx="6234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Frequency in a two-way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76400" y="1285592"/>
            <a:ext cx="6411900" cy="23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random sample of people is being selected by allocating an integer from 1 to 50 to each person and then picking based on two rules.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1 is that the integer is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rule 2 is that the integer is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1" name="Google Shape;331;p22"/>
          <p:cNvGrpSpPr/>
          <p:nvPr/>
        </p:nvGrpSpPr>
        <p:grpSpPr>
          <a:xfrm>
            <a:off x="2835266" y="2031400"/>
            <a:ext cx="4122735" cy="1688350"/>
            <a:chOff x="4749078" y="933000"/>
            <a:chExt cx="5296422" cy="2169000"/>
          </a:xfrm>
        </p:grpSpPr>
        <p:cxnSp>
          <p:nvCxnSpPr>
            <p:cNvPr id="332" name="Google Shape;332;p22"/>
            <p:cNvCxnSpPr/>
            <p:nvPr/>
          </p:nvCxnSpPr>
          <p:spPr>
            <a:xfrm>
              <a:off x="6384375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7602188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22"/>
            <p:cNvCxnSpPr/>
            <p:nvPr/>
          </p:nvCxnSpPr>
          <p:spPr>
            <a:xfrm>
              <a:off x="9277200" y="933000"/>
              <a:ext cx="0" cy="2169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22"/>
            <p:cNvCxnSpPr/>
            <p:nvPr/>
          </p:nvCxnSpPr>
          <p:spPr>
            <a:xfrm rot="10800000">
              <a:off x="4776978" y="1569800"/>
              <a:ext cx="5241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" name="Google Shape;336;p22"/>
            <p:cNvCxnSpPr/>
            <p:nvPr/>
          </p:nvCxnSpPr>
          <p:spPr>
            <a:xfrm rot="10800000">
              <a:off x="4749078" y="2069185"/>
              <a:ext cx="5269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22"/>
            <p:cNvCxnSpPr/>
            <p:nvPr/>
          </p:nvCxnSpPr>
          <p:spPr>
            <a:xfrm rot="10800000">
              <a:off x="4776900" y="2720925"/>
              <a:ext cx="5268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8" name="Google Shape;338;p22"/>
          <p:cNvSpPr txBox="1"/>
          <p:nvPr/>
        </p:nvSpPr>
        <p:spPr>
          <a:xfrm>
            <a:off x="4210303" y="2032330"/>
            <a:ext cx="73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5085912" y="2032525"/>
            <a:ext cx="11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multiple of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2988286" y="2589340"/>
            <a:ext cx="115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2888749" y="2902600"/>
            <a:ext cx="115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 rot="10800000">
            <a:off x="2856902" y="3719548"/>
            <a:ext cx="4100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2"/>
          <p:cNvSpPr txBox="1"/>
          <p:nvPr/>
        </p:nvSpPr>
        <p:spPr>
          <a:xfrm>
            <a:off x="6562004" y="3453079"/>
            <a:ext cx="239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6428608" y="2267642"/>
            <a:ext cx="663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3622427" y="3453075"/>
            <a:ext cx="663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2"/>
          <p:cNvCxnSpPr/>
          <p:nvPr/>
        </p:nvCxnSpPr>
        <p:spPr>
          <a:xfrm>
            <a:off x="6952640" y="2027387"/>
            <a:ext cx="0" cy="169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22"/>
          <p:cNvSpPr txBox="1"/>
          <p:nvPr/>
        </p:nvSpPr>
        <p:spPr>
          <a:xfrm>
            <a:off x="476400" y="2089581"/>
            <a:ext cx="24123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two-way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476400" y="4095919"/>
            <a:ext cx="62844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9" name="Google Shape;349;p22"/>
          <p:cNvGrpSpPr/>
          <p:nvPr/>
        </p:nvGrpSpPr>
        <p:grpSpPr>
          <a:xfrm>
            <a:off x="3248504" y="5550680"/>
            <a:ext cx="3495416" cy="1654730"/>
            <a:chOff x="5076451" y="933000"/>
            <a:chExt cx="4581749" cy="2169000"/>
          </a:xfrm>
        </p:grpSpPr>
        <p:cxnSp>
          <p:nvCxnSpPr>
            <p:cNvPr id="350" name="Google Shape;350;p22"/>
            <p:cNvCxnSpPr/>
            <p:nvPr/>
          </p:nvCxnSpPr>
          <p:spPr>
            <a:xfrm>
              <a:off x="6384375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22"/>
            <p:cNvCxnSpPr/>
            <p:nvPr/>
          </p:nvCxnSpPr>
          <p:spPr>
            <a:xfrm>
              <a:off x="7602188" y="950623"/>
              <a:ext cx="0" cy="214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22"/>
            <p:cNvCxnSpPr/>
            <p:nvPr/>
          </p:nvCxnSpPr>
          <p:spPr>
            <a:xfrm>
              <a:off x="8896200" y="933000"/>
              <a:ext cx="0" cy="2169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22"/>
            <p:cNvCxnSpPr/>
            <p:nvPr/>
          </p:nvCxnSpPr>
          <p:spPr>
            <a:xfrm rot="10800000">
              <a:off x="5100751" y="1569800"/>
              <a:ext cx="453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22"/>
            <p:cNvCxnSpPr/>
            <p:nvPr/>
          </p:nvCxnSpPr>
          <p:spPr>
            <a:xfrm rot="10800000">
              <a:off x="5076451" y="2069185"/>
              <a:ext cx="455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22"/>
            <p:cNvCxnSpPr/>
            <p:nvPr/>
          </p:nvCxnSpPr>
          <p:spPr>
            <a:xfrm rot="10800000">
              <a:off x="5100600" y="2720925"/>
              <a:ext cx="4557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6" name="Google Shape;356;p22"/>
          <p:cNvSpPr txBox="1"/>
          <p:nvPr/>
        </p:nvSpPr>
        <p:spPr>
          <a:xfrm>
            <a:off x="4346699" y="5551637"/>
            <a:ext cx="718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sports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5204924" y="5551825"/>
            <a:ext cx="815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sports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3265211" y="6097589"/>
            <a:ext cx="1132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3283919" y="6425675"/>
            <a:ext cx="904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music club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678136" y="6111212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5594506" y="6111207"/>
            <a:ext cx="309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4678136" y="6540568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594497" y="6540568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2"/>
          <p:cNvCxnSpPr/>
          <p:nvPr/>
        </p:nvCxnSpPr>
        <p:spPr>
          <a:xfrm rot="10800000">
            <a:off x="3272598" y="7205362"/>
            <a:ext cx="349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2"/>
          <p:cNvSpPr txBox="1"/>
          <p:nvPr/>
        </p:nvSpPr>
        <p:spPr>
          <a:xfrm>
            <a:off x="4666311" y="6944182"/>
            <a:ext cx="127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6304053" y="6111207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6278859" y="6540568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5594497" y="6944182"/>
            <a:ext cx="2742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6244776" y="6944182"/>
            <a:ext cx="234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6230295" y="5782277"/>
            <a:ext cx="650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3770495" y="6944178"/>
            <a:ext cx="650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2" name="Google Shape;372;p22"/>
          <p:cNvCxnSpPr/>
          <p:nvPr/>
        </p:nvCxnSpPr>
        <p:spPr>
          <a:xfrm>
            <a:off x="6754330" y="5546792"/>
            <a:ext cx="0" cy="166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22"/>
          <p:cNvSpPr txBox="1"/>
          <p:nvPr/>
        </p:nvSpPr>
        <p:spPr>
          <a:xfrm>
            <a:off x="3310542" y="4625898"/>
            <a:ext cx="31257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all the numbers in the table that include Izzy.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clubs does Sofia do, if any?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4" name="Google Shape;3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04" y="5343590"/>
            <a:ext cx="201641" cy="25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291" y="4118921"/>
            <a:ext cx="172850" cy="32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045" y="5627184"/>
            <a:ext cx="221368" cy="24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736" y="5928832"/>
            <a:ext cx="223985" cy="29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941" y="6238864"/>
            <a:ext cx="195755" cy="28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03271" y="4722222"/>
            <a:ext cx="308974" cy="29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48457" y="4433510"/>
            <a:ext cx="218605" cy="28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89907" y="5047093"/>
            <a:ext cx="201642" cy="24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682991" y="6563912"/>
            <a:ext cx="215460" cy="248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702823" y="6855527"/>
            <a:ext cx="223987" cy="2484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22"/>
          <p:cNvGraphicFramePr/>
          <p:nvPr/>
        </p:nvGraphicFramePr>
        <p:xfrm>
          <a:off x="1066800" y="41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{0050A958-FBA9-4DE0-859F-E41F94AEF676}</a:tableStyleId>
              </a:tblPr>
              <a:tblGrid>
                <a:gridCol w="723825"/>
                <a:gridCol w="644850"/>
                <a:gridCol w="660625"/>
              </a:tblGrid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Sport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5" name="Google Shape;385;p22"/>
          <p:cNvSpPr txBox="1"/>
          <p:nvPr/>
        </p:nvSpPr>
        <p:spPr>
          <a:xfrm>
            <a:off x="3285750" y="4120075"/>
            <a:ext cx="367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pupils have been asked about whether they are members of a sports or music club.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476400" y="7617300"/>
            <a:ext cx="6411600" cy="23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476400" y="7915245"/>
            <a:ext cx="239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715775" y="7617300"/>
            <a:ext cx="63735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the missing boxes on each of these two-way tables.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3799131" y="7915245"/>
            <a:ext cx="2397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90" name="Google Shape;390;p22"/>
          <p:cNvGraphicFramePr/>
          <p:nvPr/>
        </p:nvGraphicFramePr>
        <p:xfrm>
          <a:off x="533400" y="79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{0050A958-FBA9-4DE0-859F-E41F94AEF676}</a:tableStyleId>
              </a:tblPr>
              <a:tblGrid>
                <a:gridCol w="674425"/>
                <a:gridCol w="880150"/>
                <a:gridCol w="828275"/>
                <a:gridCol w="503725"/>
              </a:tblGrid>
              <a:tr h="5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attempt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attempt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1" name="Google Shape;391;p22"/>
          <p:cNvGraphicFramePr/>
          <p:nvPr/>
        </p:nvGraphicFramePr>
        <p:xfrm>
          <a:off x="3867150" y="80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{0050A958-FBA9-4DE0-859F-E41F94AEF676}</a:tableStyleId>
              </a:tblPr>
              <a:tblGrid>
                <a:gridCol w="752825"/>
                <a:gridCol w="873275"/>
                <a:gridCol w="843175"/>
                <a:gridCol w="752825"/>
              </a:tblGrid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adult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D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goggles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goggles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