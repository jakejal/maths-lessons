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13" Type="http://schemas.openxmlformats.org/officeDocument/2006/relationships/image" Target="../media/image15.png" /><Relationship Id="rId14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4.png" /><Relationship Id="rId11" Type="http://schemas.openxmlformats.org/officeDocument/2006/relationships/image" Target="../media/image2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7.png" /><Relationship Id="rId4" Type="http://schemas.openxmlformats.org/officeDocument/2006/relationships/image" Target="../media/image18.png" /><Relationship Id="rId5" Type="http://schemas.openxmlformats.org/officeDocument/2006/relationships/image" Target="../media/image19.png" /><Relationship Id="rId6" Type="http://schemas.openxmlformats.org/officeDocument/2006/relationships/image" Target="../media/image20.png" /><Relationship Id="rId7" Type="http://schemas.openxmlformats.org/officeDocument/2006/relationships/image" Target="../media/image21.png" /><Relationship Id="rId8" Type="http://schemas.openxmlformats.org/officeDocument/2006/relationships/image" Target="../media/image22.png" /><Relationship Id="rId9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354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addition and subtraction with fractions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500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Addition and subtraction involving mixed numbers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 descr="&lt;math xmlns=&quot;http://www.w3.org/1998/Math/MathML&quot; display=&quot;block&quot; data-is-equatio=&quot;1&quot; data-latex=&quot;4\ \frac{3}{4}+2\ \frac{1}{5}\ \ \ \ \ \ \ \ \ 3\ \frac{1}{2}+3\ \frac{2}{5}&quot;&gt;&lt;mn&gt;4&lt;/mn&gt;&lt;mtext&gt;&lt;/mtext&gt;&lt;mfrac&gt;&lt;mn&gt;3&lt;/mn&gt;&lt;mn&gt;4&lt;/mn&gt;&lt;/mfrac&gt;&lt;mo&gt;+&lt;/mo&gt;&lt;mn&gt;2&lt;/mn&gt;&lt;mtext&gt;&lt;/mtext&gt;&lt;mfrac&gt;&lt;mn&gt;1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3&lt;/mn&gt;&lt;mtext&gt;&lt;/mtext&gt;&lt;mfrac&gt;&lt;mn&gt;1&lt;/mn&gt;&lt;mn&gt;2&lt;/mn&gt;&lt;/mfrac&gt;&lt;mo&gt;+&lt;/mo&gt;&lt;mn&gt;3&lt;/mn&gt;&lt;mtext&gt;&lt;/mtext&gt;&lt;mfrac&gt;&lt;mn&gt;2&lt;/mn&gt;&lt;mn&gt;5&lt;/mn&gt;&lt;/mfrac&gt;&lt;/math&gt;" title="4 three fourths plus 2 one fifth 3 one half plus 3 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773" y="2435839"/>
            <a:ext cx="2572990" cy="494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&lt;math xmlns=&quot;http://www.w3.org/1998/Math/MathML&quot; display=&quot;block&quot; data-is-equatio=&quot;1&quot; data-latex=&quot;4\ \frac{4}{5}-2\ \frac{3}{4}\ \ \ \ \ \ \ \ \ 3\ \frac{1}{2}-1\ \frac{2}{5}&quot;&gt;&lt;mn&gt;4&lt;/mn&gt;&lt;mtext&gt;&lt;/mtext&gt;&lt;mfrac&gt;&lt;mn&gt;4&lt;/mn&gt;&lt;mn&gt;5&lt;/mn&gt;&lt;/mfrac&gt;&lt;mo&gt;−&lt;/mo&gt;&lt;mn&gt;2&lt;/mn&gt;&lt;mtext&gt;&lt;/mtext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n&gt;3&lt;/mn&gt;&lt;mtext&gt;&lt;/mtext&gt;&lt;mfrac&gt;&lt;mn&gt;1&lt;/mn&gt;&lt;mn&gt;2&lt;/mn&gt;&lt;/mfrac&gt;&lt;mo&gt;−&lt;/mo&gt;&lt;mn&gt;1&lt;/mn&gt;&lt;mtext&gt;&lt;/mtext&gt;&lt;mfrac&gt;&lt;mn&gt;2&lt;/mn&gt;&lt;mn&gt;5&lt;/mn&gt;&lt;/mfrac&gt;&lt;/math&gt;" title="4 four fifths minus 2 three fourths 3 one half minus 1 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773" y="3107785"/>
            <a:ext cx="2587651" cy="49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&lt;math xmlns=&quot;http://www.w3.org/1998/Math/MathML&quot; display=&quot;block&quot; data-is-equatio=&quot;1&quot; data-latex=&quot;1\ \frac{5}{8}+2\ \frac{3}{4}\ \ \ \ \ \ \ \ \ 2\ \frac{5}{6}+1\ \frac{1}{3}&quot;&gt;&lt;mn&gt;1&lt;/mn&gt;&lt;mtext&gt;&lt;/mtext&gt;&lt;mfrac&gt;&lt;mn&gt;5&lt;/mn&gt;&lt;mn&gt;8&lt;/mn&gt;&lt;/mfrac&gt;&lt;mo&gt;+&lt;/mo&gt;&lt;mn&gt;2&lt;/mn&gt;&lt;mtext&gt;&lt;/mtext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n&gt;2&lt;/mn&gt;&lt;mtext&gt;&lt;/mtext&gt;&lt;mfrac&gt;&lt;mn&gt;5&lt;/mn&gt;&lt;mn&gt;6&lt;/mn&gt;&lt;/mfrac&gt;&lt;mo&gt;+&lt;/mo&gt;&lt;mn&gt;1&lt;/mn&gt;&lt;mtext&gt;&lt;/mtext&gt;&lt;mfrac&gt;&lt;mn&gt;1&lt;/mn&gt;&lt;mn&gt;3&lt;/mn&gt;&lt;/mfrac&gt;&lt;/math&gt;" title="1 five eighths plus 2 three fourths 2 five sixths plus 1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773" y="3820448"/>
            <a:ext cx="2474029" cy="48014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1877925"/>
            <a:ext cx="6624000" cy="24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By calculating the value of each side complete the inequality statement by placing a &lt; or &gt; between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868401" y="2533475"/>
            <a:ext cx="347400" cy="2994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868400" y="3243475"/>
            <a:ext cx="347400" cy="2994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832400" y="3910750"/>
            <a:ext cx="324000" cy="2994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517314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44982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792302" y="517314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116603" y="517313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792302" y="644983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116603" y="6442273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3123436" y="5160895"/>
            <a:ext cx="1535151" cy="1037352"/>
            <a:chOff x="755813" y="3514087"/>
            <a:chExt cx="1905600" cy="1287676"/>
          </a:xfrm>
        </p:grpSpPr>
        <p:grpSp>
          <p:nvGrpSpPr>
            <p:cNvPr id="178" name="Google Shape;178;p20"/>
            <p:cNvGrpSpPr/>
            <p:nvPr/>
          </p:nvGrpSpPr>
          <p:grpSpPr>
            <a:xfrm>
              <a:off x="755813" y="4015437"/>
              <a:ext cx="1905600" cy="308700"/>
              <a:chOff x="837563" y="1497675"/>
              <a:chExt cx="1905600" cy="308700"/>
            </a:xfrm>
          </p:grpSpPr>
          <p:grpSp>
            <p:nvGrpSpPr>
              <p:cNvPr id="179" name="Google Shape;179;p20"/>
              <p:cNvGrpSpPr/>
              <p:nvPr/>
            </p:nvGrpSpPr>
            <p:grpSpPr>
              <a:xfrm>
                <a:off x="837563" y="1497675"/>
                <a:ext cx="1905600" cy="247500"/>
                <a:chOff x="837563" y="1497675"/>
                <a:chExt cx="1905600" cy="247500"/>
              </a:xfrm>
            </p:grpSpPr>
            <p:cxnSp>
              <p:nvCxnSpPr>
                <p:cNvPr id="180" name="Google Shape;180;p20"/>
                <p:cNvCxnSpPr/>
                <p:nvPr/>
              </p:nvCxnSpPr>
              <p:spPr>
                <a:xfrm>
                  <a:off x="837563" y="1615341"/>
                  <a:ext cx="1905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3" name="Google Shape;18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84" name="Google Shape;184;p20"/>
            <p:cNvSpPr txBox="1"/>
            <p:nvPr/>
          </p:nvSpPr>
          <p:spPr>
            <a:xfrm>
              <a:off x="1041225" y="3641388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5" name="Google Shape;185;p20" descr="&lt;math xmlns=&quot;http://www.w3.org/1998/Math/MathML&quot; display=&quot;block&quot; data-is-equatio=&quot;1&quot; data-latex=&quot;1\ \frac{2}{3}&quot;&gt;&lt;mn&gt;1&lt;/mn&gt;&lt;mtext&gt;&lt;/mtext&gt;&lt;mfrac&gt;&lt;mn&gt;2&lt;/mn&gt;&lt;mn&gt;3&lt;/mn&gt;&lt;/mfrac&gt;&lt;/math&gt;" title="1 two third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26975" y="4330013"/>
              <a:ext cx="315639" cy="4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 descr="&lt;math xmlns=&quot;http://www.w3.org/1998/Math/MathML&quot; display=&quot;block&quot; data-is-equatio=&quot;1&quot; data-latex=&quot;2\ \frac{5}{12}&quot;&gt;&lt;mn&gt;2&lt;/mn&gt;&lt;mtext&gt;&lt;/mtext&gt;&lt;mfrac&gt;&lt;mn&gt;5&lt;/mn&gt;&lt;mn&gt;12&lt;/mn&gt;&lt;/mfrac&gt;&lt;/math&gt;" title="2 5 over 1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974635" y="3514087"/>
              <a:ext cx="434428" cy="4513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20"/>
          <p:cNvGrpSpPr/>
          <p:nvPr/>
        </p:nvGrpSpPr>
        <p:grpSpPr>
          <a:xfrm>
            <a:off x="5512442" y="5191585"/>
            <a:ext cx="1557386" cy="1022670"/>
            <a:chOff x="6410650" y="964400"/>
            <a:chExt cx="1933200" cy="1269451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6410650" y="1432438"/>
              <a:ext cx="1933200" cy="308700"/>
              <a:chOff x="809850" y="1497675"/>
              <a:chExt cx="1933200" cy="308700"/>
            </a:xfrm>
          </p:grpSpPr>
          <p:grpSp>
            <p:nvGrpSpPr>
              <p:cNvPr id="189" name="Google Shape;189;p20"/>
              <p:cNvGrpSpPr/>
              <p:nvPr/>
            </p:nvGrpSpPr>
            <p:grpSpPr>
              <a:xfrm>
                <a:off x="809850" y="1497675"/>
                <a:ext cx="1933200" cy="247500"/>
                <a:chOff x="809850" y="1497675"/>
                <a:chExt cx="1933200" cy="247500"/>
              </a:xfrm>
            </p:grpSpPr>
            <p:cxnSp>
              <p:nvCxnSpPr>
                <p:cNvPr id="190" name="Google Shape;190;p20"/>
                <p:cNvCxnSpPr/>
                <p:nvPr/>
              </p:nvCxnSpPr>
              <p:spPr>
                <a:xfrm>
                  <a:off x="809850" y="1615362"/>
                  <a:ext cx="1933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" name="Google Shape;19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" name="Google Shape;19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3" name="Google Shape;19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94" name="Google Shape;194;p20"/>
            <p:cNvSpPr txBox="1"/>
            <p:nvPr/>
          </p:nvSpPr>
          <p:spPr>
            <a:xfrm>
              <a:off x="7797250" y="1142638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5" name="Google Shape;195;p20" descr="&lt;math xmlns=&quot;http://www.w3.org/1998/Math/MathML&quot; display=&quot;block&quot; data-is-equatio=&quot;1&quot; data-latex=&quot;1\ \frac{2}{3}&quot;&gt;&lt;mn&gt;1&lt;/mn&gt;&lt;mtext&gt;&lt;/mtext&gt;&lt;mfrac&gt;&lt;mn&gt;2&lt;/mn&gt;&lt;mn&gt;3&lt;/mn&gt;&lt;/mfrac&gt;&lt;/math&gt;" title="1 two third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43225" y="1762100"/>
              <a:ext cx="315639" cy="4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0" descr="&lt;math xmlns=&quot;http://www.w3.org/1998/Math/MathML&quot; display=&quot;block&quot; data-is-equatio=&quot;1&quot; data-latex=&quot;2\ \frac{5}{12}&quot;&gt;&lt;mn&gt;2&lt;/mn&gt;&lt;mtext&gt;&lt;/mtext&gt;&lt;mfrac&gt;&lt;mn&gt;5&lt;/mn&gt;&lt;mn&gt;12&lt;/mn&gt;&lt;/mfrac&gt;&lt;/math&gt;" title="2 5 over 1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583272" y="964400"/>
              <a:ext cx="434428" cy="4513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0"/>
          <p:cNvGrpSpPr/>
          <p:nvPr/>
        </p:nvGrpSpPr>
        <p:grpSpPr>
          <a:xfrm>
            <a:off x="3103974" y="6557568"/>
            <a:ext cx="1573820" cy="1080531"/>
            <a:chOff x="6390400" y="3471568"/>
            <a:chExt cx="1953600" cy="1341275"/>
          </a:xfrm>
        </p:grpSpPr>
        <p:grpSp>
          <p:nvGrpSpPr>
            <p:cNvPr id="198" name="Google Shape;198;p20"/>
            <p:cNvGrpSpPr/>
            <p:nvPr/>
          </p:nvGrpSpPr>
          <p:grpSpPr>
            <a:xfrm>
              <a:off x="6390400" y="4006050"/>
              <a:ext cx="1953600" cy="308700"/>
              <a:chOff x="789600" y="1497675"/>
              <a:chExt cx="1953600" cy="308700"/>
            </a:xfrm>
          </p:grpSpPr>
          <p:grpSp>
            <p:nvGrpSpPr>
              <p:cNvPr id="199" name="Google Shape;199;p20"/>
              <p:cNvGrpSpPr/>
              <p:nvPr/>
            </p:nvGrpSpPr>
            <p:grpSpPr>
              <a:xfrm>
                <a:off x="789600" y="1497675"/>
                <a:ext cx="1953600" cy="247500"/>
                <a:chOff x="789600" y="1497675"/>
                <a:chExt cx="1953600" cy="247500"/>
              </a:xfrm>
            </p:grpSpPr>
            <p:cxnSp>
              <p:nvCxnSpPr>
                <p:cNvPr id="200" name="Google Shape;200;p20"/>
                <p:cNvCxnSpPr/>
                <p:nvPr/>
              </p:nvCxnSpPr>
              <p:spPr>
                <a:xfrm>
                  <a:off x="789600" y="1615338"/>
                  <a:ext cx="1953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" name="Google Shape;20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" name="Google Shape;20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03" name="Google Shape;20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04" name="Google Shape;204;p20"/>
            <p:cNvSpPr txBox="1"/>
            <p:nvPr/>
          </p:nvSpPr>
          <p:spPr>
            <a:xfrm>
              <a:off x="7797250" y="3688263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5" name="Google Shape;205;p20" descr="&lt;math xmlns=&quot;http://www.w3.org/1998/Math/MathML&quot; display=&quot;block&quot; data-is-equatio=&quot;1&quot; data-latex=&quot;1\ \frac{5}{6}&quot;&gt;&lt;mn&gt;1&lt;/mn&gt;&lt;mtext&gt;&lt;/mtext&gt;&lt;mfrac&gt;&lt;mn&gt;5&lt;/mn&gt;&lt;mn&gt;6&lt;/mn&gt;&lt;/mfrac&gt;&lt;/math&gt;" title="1 five six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634600" y="3471568"/>
              <a:ext cx="331778" cy="493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0" descr="&lt;math xmlns=&quot;http://www.w3.org/1998/Math/MathML&quot; display=&quot;block&quot; data-is-equatio=&quot;1&quot; data-latex=&quot;3\ \frac{3}{4}&quot;&gt;&lt;mn&gt;3&lt;/mn&gt;&lt;mtext&gt;&lt;/mtext&gt;&lt;mfrac&gt;&lt;mn&gt;3&lt;/mn&gt;&lt;mn&gt;4&lt;/mn&gt;&lt;/mfrac&gt;&lt;/math&gt;" title="3 three fourth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160046" y="4318947"/>
              <a:ext cx="349694" cy="4938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20"/>
          <p:cNvGrpSpPr/>
          <p:nvPr/>
        </p:nvGrpSpPr>
        <p:grpSpPr>
          <a:xfrm>
            <a:off x="5490440" y="6572592"/>
            <a:ext cx="1601372" cy="1076211"/>
            <a:chOff x="6355800" y="2206093"/>
            <a:chExt cx="1987800" cy="1335913"/>
          </a:xfrm>
        </p:grpSpPr>
        <p:grpSp>
          <p:nvGrpSpPr>
            <p:cNvPr id="208" name="Google Shape;208;p20"/>
            <p:cNvGrpSpPr/>
            <p:nvPr/>
          </p:nvGrpSpPr>
          <p:grpSpPr>
            <a:xfrm>
              <a:off x="6355800" y="2719244"/>
              <a:ext cx="1987800" cy="308700"/>
              <a:chOff x="755000" y="1497675"/>
              <a:chExt cx="1987800" cy="308700"/>
            </a:xfrm>
          </p:grpSpPr>
          <p:grpSp>
            <p:nvGrpSpPr>
              <p:cNvPr id="209" name="Google Shape;209;p20"/>
              <p:cNvGrpSpPr/>
              <p:nvPr/>
            </p:nvGrpSpPr>
            <p:grpSpPr>
              <a:xfrm>
                <a:off x="755000" y="1497675"/>
                <a:ext cx="1987800" cy="247500"/>
                <a:chOff x="755000" y="1497675"/>
                <a:chExt cx="1987800" cy="247500"/>
              </a:xfrm>
            </p:grpSpPr>
            <p:cxnSp>
              <p:nvCxnSpPr>
                <p:cNvPr id="210" name="Google Shape;210;p20"/>
                <p:cNvCxnSpPr/>
                <p:nvPr/>
              </p:nvCxnSpPr>
              <p:spPr>
                <a:xfrm>
                  <a:off x="755000" y="1615356"/>
                  <a:ext cx="1987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1" name="Google Shape;21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2" name="Google Shape;21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13" name="Google Shape;21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14" name="Google Shape;214;p20"/>
            <p:cNvSpPr txBox="1"/>
            <p:nvPr/>
          </p:nvSpPr>
          <p:spPr>
            <a:xfrm>
              <a:off x="6728625" y="2437075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5" name="Google Shape;215;p20" descr="&lt;math xmlns=&quot;http://www.w3.org/1998/Math/MathML&quot; display=&quot;block&quot; data-is-equatio=&quot;1&quot; data-latex=&quot;1\ \frac{5}{6}&quot;&gt;&lt;mn&gt;1&lt;/mn&gt;&lt;mtext&gt;&lt;/mtext&gt;&lt;mfrac&gt;&lt;mn&gt;5&lt;/mn&gt;&lt;mn&gt;6&lt;/mn&gt;&lt;/mfrac&gt;&lt;/math&gt;" title="1 five six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703213" y="2206093"/>
              <a:ext cx="331778" cy="493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0" descr="&lt;math xmlns=&quot;http://www.w3.org/1998/Math/MathML&quot; display=&quot;block&quot; data-is-equatio=&quot;1&quot; data-latex=&quot;3\ \frac{3}{4}&quot;&gt;&lt;mn&gt;3&lt;/mn&gt;&lt;mtext&gt;&lt;/mtext&gt;&lt;mfrac&gt;&lt;mn&gt;3&lt;/mn&gt;&lt;mn&gt;4&lt;/mn&gt;&lt;/mfrac&gt;&lt;/math&gt;" title="3 three fourth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160046" y="3048110"/>
              <a:ext cx="349694" cy="4938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20"/>
          <p:cNvSpPr txBox="1"/>
          <p:nvPr/>
        </p:nvSpPr>
        <p:spPr>
          <a:xfrm>
            <a:off x="468000" y="4578175"/>
            <a:ext cx="66240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value in each diagram.  Give your answer as a mixed number in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>
            <a:off x="839799" y="6596665"/>
            <a:ext cx="1583004" cy="1013888"/>
            <a:chOff x="696200" y="961474"/>
            <a:chExt cx="1965000" cy="1258550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696200" y="1441825"/>
              <a:ext cx="1965000" cy="308700"/>
              <a:chOff x="777950" y="1497675"/>
              <a:chExt cx="1965000" cy="308700"/>
            </a:xfrm>
          </p:grpSpPr>
          <p:grpSp>
            <p:nvGrpSpPr>
              <p:cNvPr id="220" name="Google Shape;220;p20"/>
              <p:cNvGrpSpPr/>
              <p:nvPr/>
            </p:nvGrpSpPr>
            <p:grpSpPr>
              <a:xfrm>
                <a:off x="777950" y="1497675"/>
                <a:ext cx="1965000" cy="247500"/>
                <a:chOff x="777950" y="1497675"/>
                <a:chExt cx="1965000" cy="247500"/>
              </a:xfrm>
            </p:grpSpPr>
            <p:cxnSp>
              <p:nvCxnSpPr>
                <p:cNvPr id="221" name="Google Shape;221;p20"/>
                <p:cNvCxnSpPr/>
                <p:nvPr/>
              </p:nvCxnSpPr>
              <p:spPr>
                <a:xfrm>
                  <a:off x="777950" y="1615350"/>
                  <a:ext cx="1965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2" name="Google Shape;222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3" name="Google Shape;223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24" name="Google Shape;224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25" name="Google Shape;225;p20"/>
            <p:cNvSpPr txBox="1"/>
            <p:nvPr/>
          </p:nvSpPr>
          <p:spPr>
            <a:xfrm>
              <a:off x="1072200" y="1147338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6" name="Google Shape;226;p20" descr="&lt;math xmlns=&quot;http://www.w3.org/1998/Math/MathML&quot; display=&quot;block&quot; data-is-equatio=&quot;1&quot; data-latex=&quot;1\ \frac{2}{5}&quot;&gt;&lt;mn&gt;1&lt;/mn&gt;&lt;mtext&gt;&lt;/mtext&gt;&lt;mfrac&gt;&lt;mn&gt;2&lt;/mn&gt;&lt;mn&gt;5&lt;/mn&gt;&lt;/mfrac&gt;&lt;/math&gt;" title="1 two fif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36775" y="1775958"/>
              <a:ext cx="296044" cy="444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0" descr="&lt;math xmlns=&quot;http://www.w3.org/1998/Math/MathML&quot; display=&quot;block&quot; data-is-equatio=&quot;1&quot; data-latex=&quot;3\ \frac{3}{8}&quot;&gt;&lt;mn&gt;3&lt;/mn&gt;&lt;mtext&gt;&lt;/mtext&gt;&lt;mfrac&gt;&lt;mn&gt;3&lt;/mn&gt;&lt;mn&gt;8&lt;/mn&gt;&lt;/mfrac&gt;&lt;/math&gt;" title="3 three eighth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030674" y="961474"/>
              <a:ext cx="322359" cy="4572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p20"/>
          <p:cNvGrpSpPr/>
          <p:nvPr/>
        </p:nvGrpSpPr>
        <p:grpSpPr>
          <a:xfrm>
            <a:off x="847412" y="5187878"/>
            <a:ext cx="1567778" cy="1003536"/>
            <a:chOff x="715350" y="2271399"/>
            <a:chExt cx="1946100" cy="1245700"/>
          </a:xfrm>
        </p:grpSpPr>
        <p:grpSp>
          <p:nvGrpSpPr>
            <p:cNvPr id="229" name="Google Shape;229;p20"/>
            <p:cNvGrpSpPr/>
            <p:nvPr/>
          </p:nvGrpSpPr>
          <p:grpSpPr>
            <a:xfrm>
              <a:off x="715350" y="2728631"/>
              <a:ext cx="1946100" cy="308700"/>
              <a:chOff x="797100" y="1497675"/>
              <a:chExt cx="1946100" cy="308700"/>
            </a:xfrm>
          </p:grpSpPr>
          <p:grpSp>
            <p:nvGrpSpPr>
              <p:cNvPr id="230" name="Google Shape;230;p20"/>
              <p:cNvGrpSpPr/>
              <p:nvPr/>
            </p:nvGrpSpPr>
            <p:grpSpPr>
              <a:xfrm>
                <a:off x="797100" y="1497675"/>
                <a:ext cx="1946100" cy="247500"/>
                <a:chOff x="797100" y="1497675"/>
                <a:chExt cx="1946100" cy="247500"/>
              </a:xfrm>
            </p:grpSpPr>
            <p:cxnSp>
              <p:nvCxnSpPr>
                <p:cNvPr id="231" name="Google Shape;231;p20"/>
                <p:cNvCxnSpPr/>
                <p:nvPr/>
              </p:nvCxnSpPr>
              <p:spPr>
                <a:xfrm>
                  <a:off x="797100" y="1615344"/>
                  <a:ext cx="19461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2" name="Google Shape;232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3" name="Google Shape;233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34" name="Google Shape;234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35" name="Google Shape;235;p20"/>
            <p:cNvSpPr txBox="1"/>
            <p:nvPr/>
          </p:nvSpPr>
          <p:spPr>
            <a:xfrm>
              <a:off x="2120000" y="2441763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6" name="Google Shape;236;p20" descr="&lt;math xmlns=&quot;http://www.w3.org/1998/Math/MathML&quot; display=&quot;block&quot; data-is-equatio=&quot;1&quot; data-latex=&quot;3\ \frac{3}{8}&quot;&gt;&lt;mn&gt;3&lt;/mn&gt;&lt;mtext&gt;&lt;/mtext&gt;&lt;mfrac&gt;&lt;mn&gt;3&lt;/mn&gt;&lt;mn&gt;8&lt;/mn&gt;&lt;/mfrac&gt;&lt;/math&gt;" title="3 three eighth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956987" y="2271399"/>
              <a:ext cx="322359" cy="4572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0" descr="&lt;math xmlns=&quot;http://www.w3.org/1998/Math/MathML&quot; display=&quot;block&quot; data-is-equatio=&quot;1&quot; data-latex=&quot;1\ \frac{2}{5}&quot;&gt;&lt;mn&gt;1&lt;/mn&gt;&lt;mtext&gt;&lt;/mtext&gt;&lt;mfrac&gt;&lt;mn&gt;2&lt;/mn&gt;&lt;mn&gt;5&lt;/mn&gt;&lt;/mfrac&gt;&lt;/math&gt;" title="1 two fif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36775" y="3073033"/>
              <a:ext cx="296044" cy="444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20"/>
          <p:cNvSpPr txBox="1"/>
          <p:nvPr/>
        </p:nvSpPr>
        <p:spPr>
          <a:xfrm>
            <a:off x="468000" y="7801200"/>
            <a:ext cx="5223900" cy="19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Find the missing digits: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0" descr="&lt;math xmlns=&quot;http://www.w3.org/1998/Math/MathML&quot; display=&quot;block&quot; data-is-equatio=&quot;1&quot; data-latex=&quot;1\ \frac{5}{6}+2\ \frac{3}{4}=\ 4\ \frac{7}{12}&quot;&gt;&lt;mn&gt;1&lt;/mn&gt;&lt;mtext&gt;&lt;/mtext&gt;&lt;mfrac&gt;&lt;mn&gt;5&lt;/mn&gt;&lt;mn&gt;6&lt;/mn&gt;&lt;/mfrac&gt;&lt;mo&gt;+&lt;/mo&gt;&lt;mn&gt;2&lt;/mn&gt;&lt;mtext&gt;&lt;/mtext&gt;&lt;mfrac&gt;&lt;mn&gt;3&lt;/mn&gt;&lt;mn&gt;4&lt;/mn&gt;&lt;/mfrac&gt;&lt;mo&gt;=&lt;/mo&gt;&lt;mtext&gt;&lt;/mtext&gt;&lt;mn&gt;4&lt;/mn&gt;&lt;mtext&gt;&lt;/mtext&gt;&lt;mfrac&gt;&lt;mn&gt;7&lt;/mn&gt;&lt;mn&gt;12&lt;/mn&gt;&lt;/mfrac&gt;&lt;/math&gt;" title="1 five sixths plus 2 three fourths equals 4 7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1608" y="9431308"/>
            <a:ext cx="1369566" cy="368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&lt;math xmlns=&quot;http://www.w3.org/1998/Math/MathML&quot; display=&quot;block&quot; data-is-equatio=&quot;1&quot; data-latex=&quot;2\ \frac{2}{9}-1\ \frac{1}{6}=\ 1\ \frac{1}{18}&quot;&gt;&lt;mn&gt;2&lt;/mn&gt;&lt;mtext&gt;&lt;/mtext&gt;&lt;mfrac&gt;&lt;mn&gt;2&lt;/mn&gt;&lt;mn&gt;9&lt;/mn&gt;&lt;/mfrac&gt;&lt;mo&gt;−&lt;/mo&gt;&lt;mn&gt;1&lt;/mn&gt;&lt;mtext&gt;&lt;/mtext&gt;&lt;mfrac&gt;&lt;mn&gt;1&lt;/mn&gt;&lt;mn&gt;6&lt;/mn&gt;&lt;/mfrac&gt;&lt;mo&gt;=&lt;/mo&gt;&lt;mtext&gt;&lt;/mtext&gt;&lt;mn&gt;1&lt;/mn&gt;&lt;mtext&gt;&lt;/mtext&gt;&lt;mfrac&gt;&lt;mn&gt;1&lt;/mn&gt;&lt;mn&gt;18&lt;/mn&gt;&lt;/mfrac&gt;&lt;/math&gt;" title="2 two ninths minus 1 one sixth equals 1 1 over 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1608" y="8786437"/>
            <a:ext cx="1414286" cy="3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&lt;math xmlns=&quot;http://www.w3.org/1998/Math/MathML&quot; display=&quot;block&quot; data-is-equatio=&quot;1&quot; data-latex=&quot;1\ \frac{2}{7}+2\ \frac{2}{3}=\ 3\ \frac{20}{21}&quot;&gt;&lt;mn&gt;1&lt;/mn&gt;&lt;mtext&gt;&lt;/mtext&gt;&lt;mfrac&gt;&lt;mn&gt;2&lt;/mn&gt;&lt;mn&gt;7&lt;/mn&gt;&lt;/mfrac&gt;&lt;mo&gt;+&lt;/mo&gt;&lt;mn&gt;2&lt;/mn&gt;&lt;mtext&gt;&lt;/mtext&gt;&lt;mfrac&gt;&lt;mn&gt;2&lt;/mn&gt;&lt;mn&gt;3&lt;/mn&gt;&lt;/mfrac&gt;&lt;mo&gt;=&lt;/mo&gt;&lt;mtext&gt;&lt;/mtext&gt;&lt;mn&gt;3&lt;/mn&gt;&lt;mtext&gt;&lt;/mtext&gt;&lt;mfrac&gt;&lt;mn&gt;20&lt;/mn&gt;&lt;mn&gt;21&lt;/mn&gt;&lt;/mfrac&gt;&lt;/math&gt;" title="1 two sevenths plus 2 two thirds equals 3 20 over 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61608" y="8175819"/>
            <a:ext cx="1447827" cy="38850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/>
          <p:nvPr/>
        </p:nvSpPr>
        <p:spPr>
          <a:xfrm>
            <a:off x="1389636" y="8106951"/>
            <a:ext cx="191700" cy="25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372863" y="8695479"/>
            <a:ext cx="191700" cy="25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873302" y="9347038"/>
            <a:ext cx="191700" cy="25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" name="Google Shape;24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20"/>
          <p:cNvSpPr txBox="1"/>
          <p:nvPr/>
        </p:nvSpPr>
        <p:spPr>
          <a:xfrm>
            <a:off x="4236138" y="6700964"/>
            <a:ext cx="11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2" name="Google Shape;25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addition and subtraction with fractions</a:t>
            </a:r>
            <a:endParaRPr/>
          </a:p>
        </p:txBody>
      </p:sp>
      <p:sp>
        <p:nvSpPr>
          <p:cNvPr id="253" name="Google Shape;25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717474" y="5418000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" name="Google Shape;256;p21" descr="&lt;math xmlns=&quot;http://www.w3.org/1998/Math/MathML&quot; display=&quot;block&quot; data-is-equatio=&quot;1&quot; data-latex=&quot;\frac{51}{3}-\frac{29}{4}&quot;&gt;&lt;mfrac&gt;&lt;mn&gt;51&lt;/mn&gt;&lt;mn&gt;3&lt;/mn&gt;&lt;/mfrac&gt;&lt;mo&gt;−&lt;/mo&gt;&lt;mfrac&gt;&lt;mn&gt;29&lt;/mn&gt;&lt;mn&gt;4&lt;/mn&gt;&lt;/mfrac&gt;&lt;/math&gt;" title="51 over 3 minus 29 over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708" y="1470987"/>
            <a:ext cx="680705" cy="39271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468000" y="10814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are equal to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?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Efficient calculation strategies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17474" y="1503951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994859" y="5418010"/>
            <a:ext cx="2097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those that do not have an answer of       , what do you need to add or subtract so that they do?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1" name="Google Shape;261;p21" descr="&lt;math xmlns=&quot;http://www.w3.org/1998/Math/MathML&quot; display=&quot;block&quot; data-is-equatio=&quot;1&quot; data-latex=&quot;9\ \frac{3}{4}&quot;&gt;&lt;mn&gt;9&lt;/mn&gt;&lt;mtext&gt;&lt;/mtext&gt;&lt;mfrac&gt;&lt;mn&gt;3&lt;/mn&gt;&lt;mn&gt;4&lt;/mn&gt;&lt;/mfrac&gt;&lt;/math&gt;" title="9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509" y="991627"/>
            <a:ext cx="24119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467997" y="1549862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" name="Google Shape;263;p21" descr="&lt;math xmlns=&quot;http://www.w3.org/1998/Math/MathML&quot; display=&quot;block&quot; data-is-equatio=&quot;1&quot; data-latex=&quot;9\ \frac{3}{4}&quot;&gt;&lt;mn&gt;9&lt;/mn&gt;&lt;mtext&gt;&lt;/mtext&gt;&lt;mfrac&gt;&lt;mn&gt;3&lt;/mn&gt;&lt;mn&gt;4&lt;/mn&gt;&lt;/mfrac&gt;&lt;/math&gt;" title="9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7545" y="5601600"/>
            <a:ext cx="238479" cy="33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&lt;math xmlns=&quot;http://www.w3.org/1998/Math/MathML&quot; display=&quot;block&quot; data-is-equatio=&quot;1&quot; data-latex=&quot;3\ \frac{1}{4}+3\ \frac{1}{4}+3\ \frac{1}{4}&quot;&gt;&lt;mn&gt;3&lt;/mn&gt;&lt;mtext&gt;&lt;/mtext&gt;&lt;mfrac&gt;&lt;mn&gt;1&lt;/mn&gt;&lt;mn&gt;4&lt;/mn&gt;&lt;/mfrac&gt;&lt;mo&gt;+&lt;/mo&gt;&lt;mn&gt;3&lt;/mn&gt;&lt;mtext&gt;&lt;/mtext&gt;&lt;mfrac&gt;&lt;mn&gt;1&lt;/mn&gt;&lt;mn&gt;4&lt;/mn&gt;&lt;/mfrac&gt;&lt;mo&gt;+&lt;/mo&gt;&lt;mn&gt;3&lt;/mn&gt;&lt;mtext&gt;&lt;/mtext&gt;&lt;mfrac&gt;&lt;mn&gt;1&lt;/mn&gt;&lt;mn&gt;4&lt;/mn&gt;&lt;/mfrac&gt;&lt;/math&gt;" title="3 one fourth plus 3 one fourth plus 3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632" y="1473850"/>
            <a:ext cx="1318649" cy="39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&lt;math xmlns=&quot;http://www.w3.org/1998/Math/MathML&quot; display=&quot;block&quot; data-is-equatio=&quot;1&quot; data-latex=&quot;\ 5\ \frac{5}{20}+3\ \frac{4}{5}&quot;&gt;&lt;mtext&gt;&lt;/mtext&gt;&lt;mn&gt;5&lt;/mn&gt;&lt;mtext&gt;&lt;/mtext&gt;&lt;mfrac&gt;&lt;mn&gt;5&lt;/mn&gt;&lt;mn&gt;20&lt;/mn&gt;&lt;/mfrac&gt;&lt;mo&gt;+&lt;/mo&gt;&lt;mn&gt;3&lt;/mn&gt;&lt;mtext&gt;&lt;/mtext&gt;&lt;mfrac&gt;&lt;mn&gt;4&lt;/mn&gt;&lt;mn&gt;5&lt;/mn&gt;&lt;/mfrac&gt;&lt;/math&gt;" title="5 5 over 20 plus 3 four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416" y="3325727"/>
            <a:ext cx="857122" cy="38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&lt;math xmlns=&quot;http://www.w3.org/1998/Math/MathML&quot; display=&quot;block&quot; data-is-equatio=&quot;1&quot; data-latex=&quot;10\ \frac{1}{6}-\frac{1}{2}&quot;&gt;&lt;mn&gt;10&lt;/mn&gt;&lt;mtext&gt;&lt;/mtext&gt;&lt;mfrac&gt;&lt;mn&gt;1&lt;/mn&gt;&lt;mn&gt;6&lt;/mn&gt;&lt;/mfrac&gt;&lt;mo&gt;−&lt;/mo&gt;&lt;mfrac&gt;&lt;mn&gt;1&lt;/mn&gt;&lt;mn&gt;2&lt;/mn&gt;&lt;/mfrac&gt;&lt;/math&gt;" title="10 one sixth minu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9315" y="5407212"/>
            <a:ext cx="722390" cy="3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&lt;math xmlns=&quot;http://www.w3.org/1998/Math/MathML&quot; display=&quot;block&quot; data-is-equatio=&quot;1&quot; data-latex=&quot;12\ \frac{1}{5}-2\ \frac{9}{20}&quot;&gt;&lt;mn&gt;12&lt;/mn&gt;&lt;mtext&gt;&lt;/mtext&gt;&lt;mfrac&gt;&lt;mn&gt;1&lt;/mn&gt;&lt;mn&gt;5&lt;/mn&gt;&lt;/mfrac&gt;&lt;mo&gt;−&lt;/mo&gt;&lt;mn&gt;2&lt;/mn&gt;&lt;mtext&gt;&lt;/mtext&gt;&lt;mfrac&gt;&lt;mn&gt;9&lt;/mn&gt;&lt;mn&gt;20&lt;/mn&gt;&lt;/mfrac&gt;&lt;/math&gt;" title="12 one fifth minus 2 9 over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02832" y="3322863"/>
            <a:ext cx="954587" cy="3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&lt;math xmlns=&quot;http://www.w3.org/1998/Math/MathML&quot; display=&quot;block&quot; data-is-equatio=&quot;1&quot; data-latex=&quot;2\ \frac{1}{4\ }+5\ \frac{1}{2}+1\ \frac{3}{4}&quot;&gt;&lt;mn&gt;2&lt;/mn&gt;&lt;mtext&gt;&lt;/mtext&gt;&lt;mfrac&gt;&lt;mn&gt;1&lt;/mn&gt;&lt;mrow&gt;&lt;mn&gt;4&lt;/mn&gt;&lt;mtext&gt;&lt;/mtext&gt;&lt;/mrow&gt;&lt;/mfrac&gt;&lt;mo&gt;+&lt;/mo&gt;&lt;mn&gt;5&lt;/mn&gt;&lt;mtext&gt;&lt;/mtext&gt;&lt;mfrac&gt;&lt;mn&gt;1&lt;/mn&gt;&lt;mn&gt;2&lt;/mn&gt;&lt;/mfrac&gt;&lt;mo&gt;+&lt;/mo&gt;&lt;mn&gt;1&lt;/mn&gt;&lt;mtext&gt;&lt;/mtext&gt;&lt;mfrac&gt;&lt;mn&gt;3&lt;/mn&gt;&lt;mn&gt;4&lt;/mn&gt;&lt;/mfrac&gt;&lt;/math&gt;" title="2 1 over 4 plus 5 one half plus 1 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98404" y="5407200"/>
            <a:ext cx="1370248" cy="39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&lt;math xmlns=&quot;http://www.w3.org/1998/Math/MathML&quot; display=&quot;block&quot; data-is-equatio=&quot;1&quot; data-latex=&quot;\frac{90}{5}-\ 7\ \frac{3}{4}&quot;&gt;&lt;mfrac&gt;&lt;mn&gt;90&lt;/mn&gt;&lt;mn&gt;5&lt;/mn&gt;&lt;/mfrac&gt;&lt;mo&gt;−&lt;/mo&gt;&lt;mtext&gt;&lt;/mtext&gt;&lt;mn&gt;7&lt;/mn&gt;&lt;mtext&gt;&lt;/mtext&gt;&lt;mfrac&gt;&lt;mn&gt;3&lt;/mn&gt;&lt;mn&gt;4&lt;/mn&gt;&lt;/mfrac&gt;&lt;/math&gt;" title="90 over 5 minus 7 three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7993" y="1473850"/>
            <a:ext cx="768256" cy="3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&lt;math xmlns=&quot;http://www.w3.org/1998/Math/MathML&quot; display=&quot;block&quot; data-is-equatio=&quot;1&quot; data-latex=&quot;7\ \frac{1}{6}-3\ \frac{1}{4}+5\ \frac{2}{3}&quot;&gt;&lt;mn&gt;7&lt;/mn&gt;&lt;mtext&gt;&lt;/mtext&gt;&lt;mfrac&gt;&lt;mn&gt;1&lt;/mn&gt;&lt;mn&gt;6&lt;/mn&gt;&lt;/mfrac&gt;&lt;mo&gt;−&lt;/mo&gt;&lt;mn&gt;3&lt;/mn&gt;&lt;mtext&gt;&lt;/mtext&gt;&lt;mfrac&gt;&lt;mn&gt;1&lt;/mn&gt;&lt;mn&gt;4&lt;/mn&gt;&lt;/mfrac&gt;&lt;mo&gt;+&lt;/mo&gt;&lt;mn&gt;5&lt;/mn&gt;&lt;mtext&gt;&lt;/mtext&gt;&lt;mfrac&gt;&lt;mn&gt;2&lt;/mn&gt;&lt;mn&gt;3&lt;/mn&gt;&lt;/mfrac&gt;&lt;/math&gt;" title="7 one sixth minus 3 one fourth plus 5 two third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81158" y="3290400"/>
            <a:ext cx="1292849" cy="38699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4650649" y="3390980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2567370" y="1503951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67997" y="3403672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67997" y="5498546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559320" y="3391499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567370" y="5489833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2024-01-09T09:28:24.827</cp:lastPrinted>
  <dcterms:created xsi:type="dcterms:W3CDTF">2024-01-09T09:28:24Z</dcterms:created>
  <dcterms:modified xsi:type="dcterms:W3CDTF">2024-01-09T09:28:48Z</dcterms:modified>
</cp:coreProperties>
</file>