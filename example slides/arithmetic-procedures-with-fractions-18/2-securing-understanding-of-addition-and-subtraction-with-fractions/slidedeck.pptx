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1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29c0b437ce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29c0b437ce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29c0b437ce7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1" name="Google Shape;771;g29c0b437ce7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29c0b437ce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9" name="Google Shape;779;g29c0b437ce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29c0b437ce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5" name="Google Shape;805;g29c0b437ce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29d64d05f41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5" name="Google Shape;825;g29d64d05f41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29c0b437ce7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5" name="Google Shape;845;g29c0b437ce7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29c0b437ce7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0" name="Google Shape;860;g29c0b437ce7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29c0b437ce7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2" name="Google Shape;872;g29c0b437ce7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g29d64d05f41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1" name="Google Shape;891;g29d64d05f41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g29d64d05f41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3" name="Google Shape;903;g29d64d05f41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29d64d05f41_0_8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5" name="Google Shape;975;g29d64d05f41_0_8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g29e26027ea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7" name="Google Shape;987;g29e26027ea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1ec45e45269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9" name="Google Shape;999;g1ec45e45269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1ec45e45269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1" name="Google Shape;1011;g1ec45e4526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1ec45e45269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6" name="Google Shape;1026;g1ec45e45269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g1ec45e45269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8" name="Google Shape;1038;g1ec45e45269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g29e26027ea5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2" name="Google Shape;1122;g29e26027ea5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g29c0b437ce7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4" name="Google Shape;1134;g29c0b437ce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g29c0b437ce7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2" name="Google Shape;1142;g29c0b437ce7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3" name="Shape 1163"/>
        <p:cNvGrpSpPr/>
        <p:nvPr/>
      </p:nvGrpSpPr>
      <p:grpSpPr>
        <a:xfrm>
          <a:off x="0" y="0"/>
          <a:ext cx="0" cy="0"/>
          <a:chOff x="0" y="0"/>
          <a:chExt cx="0" cy="0"/>
        </a:xfrm>
      </p:grpSpPr>
      <p:sp>
        <p:nvSpPr>
          <p:cNvPr id="1164" name="Google Shape;1164;g29c0b437ce7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5" name="Google Shape;1165;g29c0b437ce7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29c0b437ce7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1" name="Google Shape;1191;g29c0b437ce7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3" name="Shape 1213"/>
        <p:cNvGrpSpPr/>
        <p:nvPr/>
      </p:nvGrpSpPr>
      <p:grpSpPr>
        <a:xfrm>
          <a:off x="0" y="0"/>
          <a:ext cx="0" cy="0"/>
          <a:chOff x="0" y="0"/>
          <a:chExt cx="0" cy="0"/>
        </a:xfrm>
      </p:grpSpPr>
      <p:sp>
        <p:nvSpPr>
          <p:cNvPr id="1214" name="Google Shape;1214;g29d64d05f41_0_9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5" name="Google Shape;1215;g29d64d05f41_0_9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5" name="Shape 1235"/>
        <p:cNvGrpSpPr/>
        <p:nvPr/>
      </p:nvGrpSpPr>
      <p:grpSpPr>
        <a:xfrm>
          <a:off x="0" y="0"/>
          <a:ext cx="0" cy="0"/>
          <a:chOff x="0" y="0"/>
          <a:chExt cx="0" cy="0"/>
        </a:xfrm>
      </p:grpSpPr>
      <p:sp>
        <p:nvSpPr>
          <p:cNvPr id="1236" name="Google Shape;1236;g29c0b437ce7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7" name="Google Shape;1237;g29c0b437ce7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g29d64d05f41_0_9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7" name="Google Shape;1267;g29d64d05f41_0_9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g29d64d05f41_0_9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5" name="Google Shape;1285;g29d64d05f41_0_9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1" name="Shape 1301"/>
        <p:cNvGrpSpPr/>
        <p:nvPr/>
      </p:nvGrpSpPr>
      <p:grpSpPr>
        <a:xfrm>
          <a:off x="0" y="0"/>
          <a:ext cx="0" cy="0"/>
          <a:chOff x="0" y="0"/>
          <a:chExt cx="0" cy="0"/>
        </a:xfrm>
      </p:grpSpPr>
      <p:sp>
        <p:nvSpPr>
          <p:cNvPr id="1302" name="Google Shape;1302;g1ec45e45269_0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3" name="Google Shape;1303;g1ec45e45269_0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4" name="Shape 1324"/>
        <p:cNvGrpSpPr/>
        <p:nvPr/>
      </p:nvGrpSpPr>
      <p:grpSpPr>
        <a:xfrm>
          <a:off x="0" y="0"/>
          <a:ext cx="0" cy="0"/>
          <a:chOff x="0" y="0"/>
          <a:chExt cx="0" cy="0"/>
        </a:xfrm>
      </p:grpSpPr>
      <p:sp>
        <p:nvSpPr>
          <p:cNvPr id="1325" name="Google Shape;1325;g1ec45e45269_0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6" name="Google Shape;1326;g1ec45e45269_0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7" name="Shape 1367"/>
        <p:cNvGrpSpPr/>
        <p:nvPr/>
      </p:nvGrpSpPr>
      <p:grpSpPr>
        <a:xfrm>
          <a:off x="0" y="0"/>
          <a:ext cx="0" cy="0"/>
          <a:chOff x="0" y="0"/>
          <a:chExt cx="0" cy="0"/>
        </a:xfrm>
      </p:grpSpPr>
      <p:sp>
        <p:nvSpPr>
          <p:cNvPr id="1368" name="Google Shape;1368;g279955a40ae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9" name="Google Shape;1369;g279955a40ae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7" name="Shape 1377"/>
        <p:cNvGrpSpPr/>
        <p:nvPr/>
      </p:nvGrpSpPr>
      <p:grpSpPr>
        <a:xfrm>
          <a:off x="0" y="0"/>
          <a:ext cx="0" cy="0"/>
          <a:chOff x="0" y="0"/>
          <a:chExt cx="0" cy="0"/>
        </a:xfrm>
      </p:grpSpPr>
      <p:sp>
        <p:nvSpPr>
          <p:cNvPr id="1378" name="Google Shape;1378;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9" name="Google Shape;1379;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8.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8.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png"/><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6.png"/><Relationship Id="rId4"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17.png"/><Relationship Id="rId4" Type="http://schemas.openxmlformats.org/officeDocument/2006/relationships/image" Target="../media/image23.png"/><Relationship Id="rId5" Type="http://schemas.openxmlformats.org/officeDocument/2006/relationships/image" Target="../media/image19.png"/><Relationship Id="rId6" Type="http://schemas.openxmlformats.org/officeDocument/2006/relationships/image" Target="../media/image22.png"/><Relationship Id="rId7" Type="http://schemas.openxmlformats.org/officeDocument/2006/relationships/image" Target="../media/image2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25.png"/><Relationship Id="rId4" Type="http://schemas.openxmlformats.org/officeDocument/2006/relationships/image" Target="../media/image112.png"/><Relationship Id="rId5" Type="http://schemas.openxmlformats.org/officeDocument/2006/relationships/image" Target="../media/image27.png"/><Relationship Id="rId6" Type="http://schemas.openxmlformats.org/officeDocument/2006/relationships/image" Target="../media/image26.png"/><Relationship Id="rId7" Type="http://schemas.openxmlformats.org/officeDocument/2006/relationships/image" Target="../media/image20.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image" Target="../media/image112.png"/><Relationship Id="rId4" Type="http://schemas.openxmlformats.org/officeDocument/2006/relationships/image" Target="../media/image18.png"/><Relationship Id="rId9" Type="http://schemas.openxmlformats.org/officeDocument/2006/relationships/image" Target="../media/image20.png"/><Relationship Id="rId5" Type="http://schemas.openxmlformats.org/officeDocument/2006/relationships/image" Target="../media/image25.png"/><Relationship Id="rId6" Type="http://schemas.openxmlformats.org/officeDocument/2006/relationships/image" Target="../media/image32.png"/><Relationship Id="rId7" Type="http://schemas.openxmlformats.org/officeDocument/2006/relationships/image" Target="../media/image27.png"/><Relationship Id="rId8" Type="http://schemas.openxmlformats.org/officeDocument/2006/relationships/image" Target="../media/image2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image" Target="../media/image112.png"/><Relationship Id="rId4" Type="http://schemas.openxmlformats.org/officeDocument/2006/relationships/image" Target="../media/image28.png"/><Relationship Id="rId11" Type="http://schemas.openxmlformats.org/officeDocument/2006/relationships/image" Target="../media/image20.png"/><Relationship Id="rId10" Type="http://schemas.openxmlformats.org/officeDocument/2006/relationships/image" Target="../media/image39.png"/><Relationship Id="rId9" Type="http://schemas.openxmlformats.org/officeDocument/2006/relationships/image" Target="../media/image26.png"/><Relationship Id="rId5" Type="http://schemas.openxmlformats.org/officeDocument/2006/relationships/image" Target="../media/image18.png"/><Relationship Id="rId6" Type="http://schemas.openxmlformats.org/officeDocument/2006/relationships/image" Target="../media/image25.png"/><Relationship Id="rId7" Type="http://schemas.openxmlformats.org/officeDocument/2006/relationships/image" Target="../media/image32.png"/><Relationship Id="rId8" Type="http://schemas.openxmlformats.org/officeDocument/2006/relationships/image" Target="../media/image2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4.png"/><Relationship Id="rId4" Type="http://schemas.openxmlformats.org/officeDocument/2006/relationships/image" Target="../media/image40.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4.png"/><Relationship Id="rId4" Type="http://schemas.openxmlformats.org/officeDocument/2006/relationships/image" Target="../media/image4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4.png"/><Relationship Id="rId4" Type="http://schemas.openxmlformats.org/officeDocument/2006/relationships/image" Target="../media/image40.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4.png"/><Relationship Id="rId4" Type="http://schemas.openxmlformats.org/officeDocument/2006/relationships/image" Target="../media/image40.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37.png"/><Relationship Id="rId4" Type="http://schemas.openxmlformats.org/officeDocument/2006/relationships/image" Target="../media/image40.png"/><Relationship Id="rId5" Type="http://schemas.openxmlformats.org/officeDocument/2006/relationships/image" Target="../media/image4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0.png"/><Relationship Id="rId4" Type="http://schemas.openxmlformats.org/officeDocument/2006/relationships/image" Target="../media/image42.png"/><Relationship Id="rId5" Type="http://schemas.openxmlformats.org/officeDocument/2006/relationships/image" Target="../media/image4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0.png"/><Relationship Id="rId4" Type="http://schemas.openxmlformats.org/officeDocument/2006/relationships/image" Target="../media/image42.png"/><Relationship Id="rId5" Type="http://schemas.openxmlformats.org/officeDocument/2006/relationships/image" Target="../media/image4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0.png"/><Relationship Id="rId4" Type="http://schemas.openxmlformats.org/officeDocument/2006/relationships/image" Target="../media/image42.png"/><Relationship Id="rId5" Type="http://schemas.openxmlformats.org/officeDocument/2006/relationships/image" Target="../media/image4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0.png"/><Relationship Id="rId4" Type="http://schemas.openxmlformats.org/officeDocument/2006/relationships/image" Target="../media/image4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0.png"/><Relationship Id="rId4" Type="http://schemas.openxmlformats.org/officeDocument/2006/relationships/image" Target="../media/image4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0.png"/><Relationship Id="rId4" Type="http://schemas.openxmlformats.org/officeDocument/2006/relationships/image" Target="../media/image4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0.png"/><Relationship Id="rId4" Type="http://schemas.openxmlformats.org/officeDocument/2006/relationships/image" Target="../media/image4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0.png"/><Relationship Id="rId4" Type="http://schemas.openxmlformats.org/officeDocument/2006/relationships/image" Target="../media/image4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0.png"/><Relationship Id="rId4" Type="http://schemas.openxmlformats.org/officeDocument/2006/relationships/image" Target="../media/image4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0.png"/><Relationship Id="rId4" Type="http://schemas.openxmlformats.org/officeDocument/2006/relationships/image" Target="../media/image4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0.png"/><Relationship Id="rId4" Type="http://schemas.openxmlformats.org/officeDocument/2006/relationships/image" Target="../media/image4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0.png"/><Relationship Id="rId4" Type="http://schemas.openxmlformats.org/officeDocument/2006/relationships/image" Target="../media/image4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0.png"/><Relationship Id="rId4" Type="http://schemas.openxmlformats.org/officeDocument/2006/relationships/image" Target="../media/image4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0.png"/><Relationship Id="rId4" Type="http://schemas.openxmlformats.org/officeDocument/2006/relationships/image" Target="../media/image4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0.png"/><Relationship Id="rId4" Type="http://schemas.openxmlformats.org/officeDocument/2006/relationships/image" Target="../media/image4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0.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0.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0.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6.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6.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6.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6.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5.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5.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5.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5.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177375" y="7248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a:t>
            </a:r>
            <a:r>
              <a:rPr lang="en-GB" sz="1200">
                <a:latin typeface="Lexend"/>
                <a:ea typeface="Lexend"/>
                <a:cs typeface="Lexend"/>
                <a:sym typeface="Lexend"/>
              </a:rPr>
              <a:t>These are indicated through colour in the slide deck:</a:t>
            </a:r>
            <a:endParaRPr sz="1200">
              <a:latin typeface="Lexend"/>
              <a:ea typeface="Lexend"/>
              <a:cs typeface="Lexend"/>
              <a:sym typeface="Lexend"/>
            </a:endParaRPr>
          </a:p>
        </p:txBody>
      </p:sp>
      <p:sp>
        <p:nvSpPr>
          <p:cNvPr id="96" name="Google Shape;96;p12"/>
          <p:cNvSpPr txBox="1"/>
          <p:nvPr/>
        </p:nvSpPr>
        <p:spPr>
          <a:xfrm>
            <a:off x="177375" y="248475"/>
            <a:ext cx="424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Oak’s lesson structure</a:t>
            </a:r>
            <a:endParaRPr b="1" sz="1800">
              <a:latin typeface="Lexend"/>
              <a:ea typeface="Lexend"/>
              <a:cs typeface="Lexend"/>
              <a:sym typeface="Lexend"/>
            </a:endParaRPr>
          </a:p>
        </p:txBody>
      </p:sp>
      <p:sp>
        <p:nvSpPr>
          <p:cNvPr id="97" name="Google Shape;97;p12"/>
          <p:cNvSpPr txBox="1"/>
          <p:nvPr/>
        </p:nvSpPr>
        <p:spPr>
          <a:xfrm>
            <a:off x="4825725" y="248475"/>
            <a:ext cx="401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Useful links</a:t>
            </a:r>
            <a:endParaRPr b="1" sz="1800">
              <a:latin typeface="Lexend"/>
              <a:ea typeface="Lexend"/>
              <a:cs typeface="Lexend"/>
              <a:sym typeface="Lexend"/>
            </a:endParaRPr>
          </a:p>
        </p:txBody>
      </p:sp>
      <p:sp>
        <p:nvSpPr>
          <p:cNvPr id="98" name="Google Shape;98;p12"/>
          <p:cNvSpPr txBox="1"/>
          <p:nvPr/>
        </p:nvSpPr>
        <p:spPr>
          <a:xfrm>
            <a:off x="177375" y="30535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825725" y="7248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a:t>
            </a:r>
            <a:r>
              <a:rPr lang="en-GB" sz="1200">
                <a:latin typeface="Lexend"/>
                <a:ea typeface="Lexend"/>
                <a:cs typeface="Lexend"/>
                <a:sym typeface="Lexend"/>
              </a:rPr>
              <a:t>                                          </a:t>
            </a:r>
            <a:r>
              <a:rPr lang="en-GB" sz="1200">
                <a:latin typeface="Lexend"/>
                <a:ea typeface="Lexend"/>
                <a:cs typeface="Lexend"/>
                <a:sym typeface="Lexend"/>
              </a:rPr>
              <a:t>to </a:t>
            </a:r>
            <a:r>
              <a:rPr lang="en-GB" sz="1200">
                <a:solidFill>
                  <a:schemeClr val="dk1"/>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498516" y="1415817"/>
            <a:ext cx="1745270" cy="1430724"/>
            <a:chOff x="2642961" y="1644312"/>
            <a:chExt cx="1454634" cy="1195657"/>
          </a:xfrm>
        </p:grpSpPr>
        <p:pic>
          <p:nvPicPr>
            <p:cNvPr id="101" name="Google Shape;101;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4" name="Google Shape;104;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5" name="Google Shape;105;p12"/>
          <p:cNvPicPr preferRelativeResize="0"/>
          <p:nvPr/>
        </p:nvPicPr>
        <p:blipFill rotWithShape="1">
          <a:blip r:embed="rId6">
            <a:alphaModFix/>
          </a:blip>
          <a:srcRect b="5222" l="3910" r="0" t="0"/>
          <a:stretch/>
        </p:blipFill>
        <p:spPr>
          <a:xfrm>
            <a:off x="1252313" y="3417350"/>
            <a:ext cx="2057336" cy="1195675"/>
          </a:xfrm>
          <a:prstGeom prst="rect">
            <a:avLst/>
          </a:prstGeom>
          <a:noFill/>
          <a:ln>
            <a:noFill/>
          </a:ln>
        </p:spPr>
      </p:pic>
      <p:pic>
        <p:nvPicPr>
          <p:cNvPr id="106" name="Google Shape;106;p12"/>
          <p:cNvPicPr preferRelativeResize="0"/>
          <p:nvPr/>
        </p:nvPicPr>
        <p:blipFill>
          <a:blip r:embed="rId7">
            <a:alphaModFix/>
          </a:blip>
          <a:stretch>
            <a:fillRect/>
          </a:stretch>
        </p:blipFill>
        <p:spPr>
          <a:xfrm>
            <a:off x="246350" y="1549488"/>
            <a:ext cx="2057324" cy="1163398"/>
          </a:xfrm>
          <a:prstGeom prst="rect">
            <a:avLst/>
          </a:prstGeom>
          <a:noFill/>
          <a:ln>
            <a:noFill/>
          </a:ln>
          <a:effectLst>
            <a:outerShdw blurRad="57150" rotWithShape="0" algn="bl" dir="5400000" dist="19050">
              <a:srgbClr val="000000">
                <a:alpha val="50000"/>
              </a:srgbClr>
            </a:outerShdw>
          </a:effectLst>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7" name="Shape 107"/>
        <p:cNvGrpSpPr/>
        <p:nvPr/>
      </p:nvGrpSpPr>
      <p:grpSpPr>
        <a:xfrm>
          <a:off x="0" y="0"/>
          <a:ext cx="0" cy="0"/>
          <a:chOff x="0" y="0"/>
          <a:chExt cx="0" cy="0"/>
        </a:xfrm>
      </p:grpSpPr>
      <p:sp>
        <p:nvSpPr>
          <p:cNvPr id="108" name="Google Shape;108;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0" name="Google Shape;110;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1" name="Google Shape;111;p13"/>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2" name="Google Shape;112;p13"/>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3" name="Google Shape;113;p13"/>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1 Keywords definitions (3)">
  <p:cSld name="CUSTOM_3_1_1">
    <p:spTree>
      <p:nvGrpSpPr>
        <p:cNvPr id="114" name="Shape 114"/>
        <p:cNvGrpSpPr/>
        <p:nvPr/>
      </p:nvGrpSpPr>
      <p:grpSpPr>
        <a:xfrm>
          <a:off x="0" y="0"/>
          <a:ext cx="0" cy="0"/>
          <a:chOff x="0" y="0"/>
          <a:chExt cx="0" cy="0"/>
        </a:xfrm>
      </p:grpSpPr>
      <p:sp>
        <p:nvSpPr>
          <p:cNvPr id="115" name="Google Shape;115;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6" name="Google Shape;116;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7" name="Google Shape;117;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8" name="Google Shape;118;p14"/>
          <p:cNvSpPr txBox="1"/>
          <p:nvPr>
            <p:ph idx="1" type="subTitle"/>
          </p:nvPr>
        </p:nvSpPr>
        <p:spPr>
          <a:xfrm>
            <a:off x="324000" y="993650"/>
            <a:ext cx="8496000" cy="544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9" name="Google Shape;119;p14"/>
          <p:cNvSpPr txBox="1"/>
          <p:nvPr>
            <p:ph idx="2" type="subTitle"/>
          </p:nvPr>
        </p:nvSpPr>
        <p:spPr>
          <a:xfrm>
            <a:off x="324001" y="22387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0" name="Google Shape;120;p14"/>
          <p:cNvSpPr txBox="1"/>
          <p:nvPr>
            <p:ph idx="3" type="subTitle"/>
          </p:nvPr>
        </p:nvSpPr>
        <p:spPr>
          <a:xfrm>
            <a:off x="324001" y="34838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 Keyword (4)">
  <p:cSld name="CUSTOM_27_1">
    <p:spTree>
      <p:nvGrpSpPr>
        <p:cNvPr id="121" name="Shape 121"/>
        <p:cNvGrpSpPr/>
        <p:nvPr/>
      </p:nvGrpSpPr>
      <p:grpSpPr>
        <a:xfrm>
          <a:off x="0" y="0"/>
          <a:ext cx="0" cy="0"/>
          <a:chOff x="0" y="0"/>
          <a:chExt cx="0" cy="0"/>
        </a:xfrm>
      </p:grpSpPr>
      <p:sp>
        <p:nvSpPr>
          <p:cNvPr id="122" name="Google Shape;122;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3" name="Google Shape;123;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4" name="Google Shape;124;p15"/>
          <p:cNvSpPr txBox="1"/>
          <p:nvPr>
            <p:ph idx="1" type="subTitle"/>
          </p:nvPr>
        </p:nvSpPr>
        <p:spPr>
          <a:xfrm>
            <a:off x="324000" y="9084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5" name="Google Shape;125;p15"/>
          <p:cNvSpPr txBox="1"/>
          <p:nvPr>
            <p:ph idx="2" type="subTitle"/>
          </p:nvPr>
        </p:nvSpPr>
        <p:spPr>
          <a:xfrm>
            <a:off x="324000" y="190562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6" name="Google Shape;126;p15"/>
          <p:cNvSpPr txBox="1"/>
          <p:nvPr>
            <p:ph idx="3" type="subTitle"/>
          </p:nvPr>
        </p:nvSpPr>
        <p:spPr>
          <a:xfrm>
            <a:off x="324000" y="28976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7" name="Google Shape;127;p15"/>
          <p:cNvSpPr txBox="1"/>
          <p:nvPr>
            <p:ph idx="4" type="subTitle"/>
          </p:nvPr>
        </p:nvSpPr>
        <p:spPr>
          <a:xfrm>
            <a:off x="324000" y="3887250"/>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8" name="Google Shape;128;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1 Keyword definitions (4)">
  <p:cSld name="CUSTOM_27_1_2">
    <p:spTree>
      <p:nvGrpSpPr>
        <p:cNvPr id="129" name="Shape 129"/>
        <p:cNvGrpSpPr/>
        <p:nvPr/>
      </p:nvGrpSpPr>
      <p:grpSpPr>
        <a:xfrm>
          <a:off x="0" y="0"/>
          <a:ext cx="0" cy="0"/>
          <a:chOff x="0" y="0"/>
          <a:chExt cx="0" cy="0"/>
        </a:xfrm>
      </p:grpSpPr>
      <p:sp>
        <p:nvSpPr>
          <p:cNvPr id="130" name="Google Shape;130;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 name="Google Shape;131;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2" name="Google Shape;132;p16"/>
          <p:cNvSpPr txBox="1"/>
          <p:nvPr>
            <p:ph idx="1" type="subTitle"/>
          </p:nvPr>
        </p:nvSpPr>
        <p:spPr>
          <a:xfrm>
            <a:off x="324000" y="9084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3" name="Google Shape;133;p16"/>
          <p:cNvSpPr txBox="1"/>
          <p:nvPr>
            <p:ph idx="2" type="subTitle"/>
          </p:nvPr>
        </p:nvSpPr>
        <p:spPr>
          <a:xfrm>
            <a:off x="324000" y="190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4" name="Google Shape;134;p16"/>
          <p:cNvSpPr txBox="1"/>
          <p:nvPr>
            <p:ph idx="3" type="subTitle"/>
          </p:nvPr>
        </p:nvSpPr>
        <p:spPr>
          <a:xfrm>
            <a:off x="324000" y="28976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6"/>
          <p:cNvSpPr txBox="1"/>
          <p:nvPr>
            <p:ph idx="4" type="subTitle"/>
          </p:nvPr>
        </p:nvSpPr>
        <p:spPr>
          <a:xfrm>
            <a:off x="324000" y="38872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6" name="Google Shape;136;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 Keywords (5)">
  <p:cSld name="CUSTOM_27_1_1">
    <p:spTree>
      <p:nvGrpSpPr>
        <p:cNvPr id="137" name="Shape 137"/>
        <p:cNvGrpSpPr/>
        <p:nvPr/>
      </p:nvGrpSpPr>
      <p:grpSpPr>
        <a:xfrm>
          <a:off x="0" y="0"/>
          <a:ext cx="0" cy="0"/>
          <a:chOff x="0" y="0"/>
          <a:chExt cx="0" cy="0"/>
        </a:xfrm>
      </p:grpSpPr>
      <p:sp>
        <p:nvSpPr>
          <p:cNvPr id="138" name="Google Shape;138;p1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9" name="Google Shape;139;p1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0" name="Google Shape;140;p17"/>
          <p:cNvSpPr txBox="1"/>
          <p:nvPr>
            <p:ph idx="1" type="subTitle"/>
          </p:nvPr>
        </p:nvSpPr>
        <p:spPr>
          <a:xfrm>
            <a:off x="324000" y="74403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7"/>
          <p:cNvSpPr txBox="1"/>
          <p:nvPr>
            <p:ph idx="2" type="subTitle"/>
          </p:nvPr>
        </p:nvSpPr>
        <p:spPr>
          <a:xfrm>
            <a:off x="324000" y="158878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2" name="Google Shape;142;p17"/>
          <p:cNvSpPr txBox="1"/>
          <p:nvPr>
            <p:ph idx="3" type="subTitle"/>
          </p:nvPr>
        </p:nvSpPr>
        <p:spPr>
          <a:xfrm>
            <a:off x="324000" y="2428437"/>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7"/>
          <p:cNvSpPr txBox="1"/>
          <p:nvPr>
            <p:ph idx="4" type="subTitle"/>
          </p:nvPr>
        </p:nvSpPr>
        <p:spPr>
          <a:xfrm>
            <a:off x="324000" y="32656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4" name="Google Shape;144;p17"/>
          <p:cNvSpPr txBox="1"/>
          <p:nvPr>
            <p:ph idx="5" type="subTitle"/>
          </p:nvPr>
        </p:nvSpPr>
        <p:spPr>
          <a:xfrm>
            <a:off x="324000" y="41038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5" name="Google Shape;145;p1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1 Keywords definitions (5)">
  <p:cSld name="CUSTOM_27_1_1_1">
    <p:spTree>
      <p:nvGrpSpPr>
        <p:cNvPr id="146" name="Shape 146"/>
        <p:cNvGrpSpPr/>
        <p:nvPr/>
      </p:nvGrpSpPr>
      <p:grpSpPr>
        <a:xfrm>
          <a:off x="0" y="0"/>
          <a:ext cx="0" cy="0"/>
          <a:chOff x="0" y="0"/>
          <a:chExt cx="0" cy="0"/>
        </a:xfrm>
      </p:grpSpPr>
      <p:sp>
        <p:nvSpPr>
          <p:cNvPr id="147" name="Google Shape;147;p18"/>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8" name="Google Shape;148;p18"/>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9" name="Google Shape;149;p18"/>
          <p:cNvSpPr txBox="1"/>
          <p:nvPr>
            <p:ph idx="1" type="subTitle"/>
          </p:nvPr>
        </p:nvSpPr>
        <p:spPr>
          <a:xfrm>
            <a:off x="324000" y="7440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0" name="Google Shape;150;p18"/>
          <p:cNvSpPr txBox="1"/>
          <p:nvPr>
            <p:ph idx="2" type="subTitle"/>
          </p:nvPr>
        </p:nvSpPr>
        <p:spPr>
          <a:xfrm>
            <a:off x="324000" y="158880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8"/>
          <p:cNvSpPr txBox="1"/>
          <p:nvPr>
            <p:ph idx="3" type="subTitle"/>
          </p:nvPr>
        </p:nvSpPr>
        <p:spPr>
          <a:xfrm>
            <a:off x="324000" y="24284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52" name="Google Shape;152;p18"/>
          <p:cNvSpPr txBox="1"/>
          <p:nvPr>
            <p:ph idx="4" type="subTitle"/>
          </p:nvPr>
        </p:nvSpPr>
        <p:spPr>
          <a:xfrm>
            <a:off x="324000" y="326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53" name="Google Shape;153;p18"/>
          <p:cNvSpPr txBox="1"/>
          <p:nvPr>
            <p:ph idx="5" type="subTitle"/>
          </p:nvPr>
        </p:nvSpPr>
        <p:spPr>
          <a:xfrm>
            <a:off x="324000" y="41038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4" name="Google Shape;154;p18"/>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5" name="Shape 155"/>
        <p:cNvGrpSpPr/>
        <p:nvPr/>
      </p:nvGrpSpPr>
      <p:grpSpPr>
        <a:xfrm>
          <a:off x="0" y="0"/>
          <a:ext cx="0" cy="0"/>
          <a:chOff x="0" y="0"/>
          <a:chExt cx="0" cy="0"/>
        </a:xfrm>
      </p:grpSpPr>
      <p:sp>
        <p:nvSpPr>
          <p:cNvPr id="156" name="Google Shape;156;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7" name="Google Shape;157;p19"/>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8" name="Google Shape;158;p19"/>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9" name="Google Shape;159;p19"/>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60" name="Google Shape;160;p19"/>
          <p:cNvCxnSpPr>
            <a:endCxn id="161"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62" name="Google Shape;162;p19"/>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63" name="Google Shape;163;p19"/>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4" name="Google Shape;164;p19"/>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61" name="Google Shape;161;p19"/>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5" name="Google Shape;165;p19"/>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6" name="Google Shape;166;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7" name="Google Shape;167;p19"/>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8" name="Shape 168"/>
        <p:cNvGrpSpPr/>
        <p:nvPr/>
      </p:nvGrpSpPr>
      <p:grpSpPr>
        <a:xfrm>
          <a:off x="0" y="0"/>
          <a:ext cx="0" cy="0"/>
          <a:chOff x="0" y="0"/>
          <a:chExt cx="0" cy="0"/>
        </a:xfrm>
      </p:grpSpPr>
      <p:pic>
        <p:nvPicPr>
          <p:cNvPr id="169" name="Google Shape;169;p20"/>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70" name="Google Shape;170;p20"/>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71" name="Google Shape;171;p20"/>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72" name="Google Shape;172;p20"/>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73" name="Google Shape;173;p20"/>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4" name="Google Shape;174;p20"/>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5" name="Google Shape;175;p20"/>
          <p:cNvCxnSpPr>
            <a:endCxn id="176"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6" name="Google Shape;176;p20"/>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7" name="Google Shape;177;p20"/>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8" name="Google Shape;178;p20"/>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9" name="Google Shape;179;p20"/>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80" name="Google Shape;180;p20"/>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81" name="Google Shape;181;p20"/>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82" name="Google Shape;182;p20"/>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3" name="Google Shape;183;p20"/>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4" name="Google Shape;184;p20"/>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5" name="Google Shape;185;p20"/>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6" name="Shape 186"/>
        <p:cNvGrpSpPr/>
        <p:nvPr/>
      </p:nvGrpSpPr>
      <p:grpSpPr>
        <a:xfrm>
          <a:off x="0" y="0"/>
          <a:ext cx="0" cy="0"/>
          <a:chOff x="0" y="0"/>
          <a:chExt cx="0" cy="0"/>
        </a:xfrm>
      </p:grpSpPr>
      <p:pic>
        <p:nvPicPr>
          <p:cNvPr id="187" name="Google Shape;187;p21"/>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8" name="Google Shape;188;p21"/>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9" name="Google Shape;189;p21"/>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90" name="Google Shape;190;p21"/>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91" name="Google Shape;191;p21"/>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92" name="Google Shape;192;p21"/>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93" name="Google Shape;193;p21"/>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4" name="Google Shape;194;p21"/>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5" name="Google Shape;195;p21"/>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6" name="Google Shape;196;p21"/>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7" name="Google Shape;197;p21"/>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8" name="Google Shape;198;p21"/>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9" name="Google Shape;199;p21"/>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0" name="Google Shape;200;p21"/>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1" name="Google Shape;201;p21"/>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2" name="Google Shape;202;p21"/>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03" name="Google Shape;203;p21"/>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4" name="Google Shape;204;p21"/>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5" name="Google Shape;205;p21"/>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6" name="Google Shape;206;p21"/>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7" name="Google Shape;207;p21"/>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8" name="Shape 208"/>
        <p:cNvGrpSpPr/>
        <p:nvPr/>
      </p:nvGrpSpPr>
      <p:grpSpPr>
        <a:xfrm>
          <a:off x="0" y="0"/>
          <a:ext cx="0" cy="0"/>
          <a:chOff x="0" y="0"/>
          <a:chExt cx="0" cy="0"/>
        </a:xfrm>
      </p:grpSpPr>
      <p:pic>
        <p:nvPicPr>
          <p:cNvPr id="209" name="Google Shape;209;p22"/>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10" name="Google Shape;210;p22"/>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2" name="Google Shape;212;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3" name="Google Shape;213;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4" name="Google Shape;214;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5" name="Shape 215"/>
        <p:cNvGrpSpPr/>
        <p:nvPr/>
      </p:nvGrpSpPr>
      <p:grpSpPr>
        <a:xfrm>
          <a:off x="0" y="0"/>
          <a:ext cx="0" cy="0"/>
          <a:chOff x="0" y="0"/>
          <a:chExt cx="0" cy="0"/>
        </a:xfrm>
      </p:grpSpPr>
      <p:pic>
        <p:nvPicPr>
          <p:cNvPr id="216" name="Google Shape;216;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7" name="Google Shape;217;p2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9" name="Google Shape;219;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20" name="Google Shape;220;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1" name="Google Shape;221;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22" name="Shape 222"/>
        <p:cNvGrpSpPr/>
        <p:nvPr/>
      </p:nvGrpSpPr>
      <p:grpSpPr>
        <a:xfrm>
          <a:off x="0" y="0"/>
          <a:ext cx="0" cy="0"/>
          <a:chOff x="0" y="0"/>
          <a:chExt cx="0" cy="0"/>
        </a:xfrm>
      </p:grpSpPr>
      <p:pic>
        <p:nvPicPr>
          <p:cNvPr id="223" name="Google Shape;223;p2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4" name="Google Shape;224;p2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6" name="Google Shape;226;p2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7" name="Google Shape;227;p2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8" name="Google Shape;228;p24"/>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9" name="Shape 229"/>
        <p:cNvGrpSpPr/>
        <p:nvPr/>
      </p:nvGrpSpPr>
      <p:grpSpPr>
        <a:xfrm>
          <a:off x="0" y="0"/>
          <a:ext cx="0" cy="0"/>
          <a:chOff x="0" y="0"/>
          <a:chExt cx="0" cy="0"/>
        </a:xfrm>
      </p:grpSpPr>
      <p:pic>
        <p:nvPicPr>
          <p:cNvPr id="230" name="Google Shape;230;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31" name="Google Shape;231;p2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33" name="Google Shape;233;p25"/>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4" name="Google Shape;234;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5" name="Google Shape;235;p25"/>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6" name="Shape 236"/>
        <p:cNvGrpSpPr/>
        <p:nvPr/>
      </p:nvGrpSpPr>
      <p:grpSpPr>
        <a:xfrm>
          <a:off x="0" y="0"/>
          <a:ext cx="0" cy="0"/>
          <a:chOff x="0" y="0"/>
          <a:chExt cx="0" cy="0"/>
        </a:xfrm>
      </p:grpSpPr>
      <p:sp>
        <p:nvSpPr>
          <p:cNvPr id="237" name="Google Shape;237;p26"/>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8" name="Google Shape;238;p26"/>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9" name="Google Shape;239;p2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41" name="Google Shape;241;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42" name="Google Shape;242;p26"/>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43" name="Google Shape;243;p26"/>
          <p:cNvGrpSpPr/>
          <p:nvPr/>
        </p:nvGrpSpPr>
        <p:grpSpPr>
          <a:xfrm>
            <a:off x="7834231" y="1285"/>
            <a:ext cx="828900" cy="576065"/>
            <a:chOff x="7801496" y="1285"/>
            <a:chExt cx="828900" cy="576065"/>
          </a:xfrm>
        </p:grpSpPr>
        <p:pic>
          <p:nvPicPr>
            <p:cNvPr id="244" name="Google Shape;244;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5" name="Google Shape;245;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6" name="Google Shape;246;p26"/>
          <p:cNvGrpSpPr/>
          <p:nvPr/>
        </p:nvGrpSpPr>
        <p:grpSpPr>
          <a:xfrm>
            <a:off x="8635663" y="1285"/>
            <a:ext cx="499700" cy="576065"/>
            <a:chOff x="8635663" y="1285"/>
            <a:chExt cx="499700" cy="576065"/>
          </a:xfrm>
        </p:grpSpPr>
        <p:pic>
          <p:nvPicPr>
            <p:cNvPr id="247" name="Google Shape;247;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8" name="Google Shape;248;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9" name="Shape 249"/>
        <p:cNvGrpSpPr/>
        <p:nvPr/>
      </p:nvGrpSpPr>
      <p:grpSpPr>
        <a:xfrm>
          <a:off x="0" y="0"/>
          <a:ext cx="0" cy="0"/>
          <a:chOff x="0" y="0"/>
          <a:chExt cx="0" cy="0"/>
        </a:xfrm>
      </p:grpSpPr>
      <p:sp>
        <p:nvSpPr>
          <p:cNvPr id="250" name="Google Shape;250;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1" name="Google Shape;251;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52" name="Google Shape;252;p2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4" name="Google Shape;254;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5" name="Google Shape;255;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6" name="Google Shape;256;p27"/>
          <p:cNvGrpSpPr/>
          <p:nvPr/>
        </p:nvGrpSpPr>
        <p:grpSpPr>
          <a:xfrm>
            <a:off x="7834231" y="1285"/>
            <a:ext cx="828900" cy="576065"/>
            <a:chOff x="7801496" y="1285"/>
            <a:chExt cx="828900" cy="576065"/>
          </a:xfrm>
        </p:grpSpPr>
        <p:pic>
          <p:nvPicPr>
            <p:cNvPr id="257" name="Google Shape;257;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8" name="Google Shape;258;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9" name="Google Shape;259;p27"/>
          <p:cNvGrpSpPr/>
          <p:nvPr/>
        </p:nvGrpSpPr>
        <p:grpSpPr>
          <a:xfrm>
            <a:off x="8635663" y="1285"/>
            <a:ext cx="499700" cy="576065"/>
            <a:chOff x="8635663" y="1285"/>
            <a:chExt cx="499700" cy="576065"/>
          </a:xfrm>
        </p:grpSpPr>
        <p:pic>
          <p:nvPicPr>
            <p:cNvPr id="260" name="Google Shape;260;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61" name="Google Shape;261;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62" name="Shape 262"/>
        <p:cNvGrpSpPr/>
        <p:nvPr/>
      </p:nvGrpSpPr>
      <p:grpSpPr>
        <a:xfrm>
          <a:off x="0" y="0"/>
          <a:ext cx="0" cy="0"/>
          <a:chOff x="0" y="0"/>
          <a:chExt cx="0" cy="0"/>
        </a:xfrm>
      </p:grpSpPr>
      <p:sp>
        <p:nvSpPr>
          <p:cNvPr id="263" name="Google Shape;263;p28"/>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4" name="Google Shape;264;p2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5" name="Google Shape;265;p2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8"/>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7" name="Google Shape;267;p28"/>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8" name="Google Shape;268;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9" name="Google Shape;269;p28"/>
          <p:cNvGrpSpPr/>
          <p:nvPr/>
        </p:nvGrpSpPr>
        <p:grpSpPr>
          <a:xfrm>
            <a:off x="7834231" y="1285"/>
            <a:ext cx="828900" cy="576065"/>
            <a:chOff x="7801496" y="1285"/>
            <a:chExt cx="828900" cy="576065"/>
          </a:xfrm>
        </p:grpSpPr>
        <p:pic>
          <p:nvPicPr>
            <p:cNvPr id="270" name="Google Shape;270;p28"/>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71" name="Google Shape;271;p28"/>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72" name="Google Shape;272;p28"/>
          <p:cNvGrpSpPr/>
          <p:nvPr/>
        </p:nvGrpSpPr>
        <p:grpSpPr>
          <a:xfrm>
            <a:off x="8635663" y="1285"/>
            <a:ext cx="499700" cy="576065"/>
            <a:chOff x="8635663" y="1285"/>
            <a:chExt cx="499700" cy="576065"/>
          </a:xfrm>
        </p:grpSpPr>
        <p:pic>
          <p:nvPicPr>
            <p:cNvPr id="273" name="Google Shape;273;p28"/>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4" name="Google Shape;274;p28"/>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5" name="Shape 275"/>
        <p:cNvGrpSpPr/>
        <p:nvPr/>
      </p:nvGrpSpPr>
      <p:grpSpPr>
        <a:xfrm>
          <a:off x="0" y="0"/>
          <a:ext cx="0" cy="0"/>
          <a:chOff x="0" y="0"/>
          <a:chExt cx="0" cy="0"/>
        </a:xfrm>
      </p:grpSpPr>
      <p:sp>
        <p:nvSpPr>
          <p:cNvPr id="276" name="Google Shape;276;p29"/>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7" name="Google Shape;277;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8" name="Google Shape;278;p2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9"/>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0" name="Google Shape;280;p29"/>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1" name="Google Shape;281;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82" name="Google Shape;282;p29"/>
          <p:cNvGrpSpPr/>
          <p:nvPr/>
        </p:nvGrpSpPr>
        <p:grpSpPr>
          <a:xfrm>
            <a:off x="7834231" y="1285"/>
            <a:ext cx="828900" cy="576065"/>
            <a:chOff x="7801496" y="1285"/>
            <a:chExt cx="828900" cy="576065"/>
          </a:xfrm>
        </p:grpSpPr>
        <p:pic>
          <p:nvPicPr>
            <p:cNvPr id="283" name="Google Shape;283;p29"/>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4" name="Google Shape;284;p29"/>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5" name="Google Shape;285;p29"/>
          <p:cNvGrpSpPr/>
          <p:nvPr/>
        </p:nvGrpSpPr>
        <p:grpSpPr>
          <a:xfrm>
            <a:off x="8635663" y="1285"/>
            <a:ext cx="499700" cy="576065"/>
            <a:chOff x="8635663" y="1285"/>
            <a:chExt cx="499700" cy="576065"/>
          </a:xfrm>
        </p:grpSpPr>
        <p:pic>
          <p:nvPicPr>
            <p:cNvPr id="286" name="Google Shape;286;p29"/>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7" name="Google Shape;287;p29"/>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8" name="Shape 288"/>
        <p:cNvGrpSpPr/>
        <p:nvPr/>
      </p:nvGrpSpPr>
      <p:grpSpPr>
        <a:xfrm>
          <a:off x="0" y="0"/>
          <a:ext cx="0" cy="0"/>
          <a:chOff x="0" y="0"/>
          <a:chExt cx="0" cy="0"/>
        </a:xfrm>
      </p:grpSpPr>
      <p:pic>
        <p:nvPicPr>
          <p:cNvPr id="289" name="Google Shape;289;p30"/>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90" name="Google Shape;290;p30"/>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91" name="Google Shape;291;p30"/>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92" name="Google Shape;292;p3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4" name="Google Shape;294;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5" name="Google Shape;295;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6" name="Google Shape;296;p30"/>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7" name="Google Shape;297;p30"/>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8" name="Google Shape;298;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9" name="Google Shape;299;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00" name="Google Shape;300;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01" name="Google Shape;301;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302" name="Google Shape;302;p30"/>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303" name="Google Shape;303;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4" name="Google Shape;304;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5" name="Google Shape;305;p30"/>
          <p:cNvGrpSpPr/>
          <p:nvPr/>
        </p:nvGrpSpPr>
        <p:grpSpPr>
          <a:xfrm>
            <a:off x="324128" y="3139463"/>
            <a:ext cx="457200" cy="457200"/>
            <a:chOff x="1020916" y="1442088"/>
            <a:chExt cx="457200" cy="457200"/>
          </a:xfrm>
        </p:grpSpPr>
        <p:pic>
          <p:nvPicPr>
            <p:cNvPr id="306" name="Google Shape;306;p30"/>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7" name="Google Shape;307;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8" name="Google Shape;308;p30"/>
          <p:cNvGrpSpPr/>
          <p:nvPr/>
        </p:nvGrpSpPr>
        <p:grpSpPr>
          <a:xfrm>
            <a:off x="324128" y="3987825"/>
            <a:ext cx="457200" cy="457200"/>
            <a:chOff x="1020916" y="1442088"/>
            <a:chExt cx="457200" cy="457200"/>
          </a:xfrm>
        </p:grpSpPr>
        <p:pic>
          <p:nvPicPr>
            <p:cNvPr id="309" name="Google Shape;309;p30"/>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10" name="Google Shape;310;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11" name="Shape 311"/>
        <p:cNvGrpSpPr/>
        <p:nvPr/>
      </p:nvGrpSpPr>
      <p:grpSpPr>
        <a:xfrm>
          <a:off x="0" y="0"/>
          <a:ext cx="0" cy="0"/>
          <a:chOff x="0" y="0"/>
          <a:chExt cx="0" cy="0"/>
        </a:xfrm>
      </p:grpSpPr>
      <p:pic>
        <p:nvPicPr>
          <p:cNvPr id="312" name="Google Shape;312;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3" name="Google Shape;313;p3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5" name="Google Shape;315;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6" name="Google Shape;316;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7" name="Google Shape;317;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8" name="Google Shape;318;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9" name="Google Shape;319;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20" name="Google Shape;320;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21" name="Google Shape;321;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2" name="Google Shape;322;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23" name="Google Shape;323;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4" name="Google Shape;324;p31"/>
          <p:cNvGrpSpPr/>
          <p:nvPr/>
        </p:nvGrpSpPr>
        <p:grpSpPr>
          <a:xfrm>
            <a:off x="324128" y="3139463"/>
            <a:ext cx="457200" cy="457200"/>
            <a:chOff x="1020916" y="1442088"/>
            <a:chExt cx="457200" cy="457200"/>
          </a:xfrm>
        </p:grpSpPr>
        <p:pic>
          <p:nvPicPr>
            <p:cNvPr id="325" name="Google Shape;325;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6" name="Google Shape;326;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7" name="Google Shape;327;p31"/>
          <p:cNvGrpSpPr/>
          <p:nvPr/>
        </p:nvGrpSpPr>
        <p:grpSpPr>
          <a:xfrm>
            <a:off x="324128" y="3987825"/>
            <a:ext cx="457200" cy="457200"/>
            <a:chOff x="1020916" y="1442088"/>
            <a:chExt cx="457200" cy="457200"/>
          </a:xfrm>
        </p:grpSpPr>
        <p:pic>
          <p:nvPicPr>
            <p:cNvPr id="328" name="Google Shape;328;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9" name="Google Shape;329;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30" name="Google Shape;330;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31" name="Google Shape;331;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32" name="Google Shape;332;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33" name="Google Shape;333;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4" name="Shape 334"/>
        <p:cNvGrpSpPr/>
        <p:nvPr/>
      </p:nvGrpSpPr>
      <p:grpSpPr>
        <a:xfrm>
          <a:off x="0" y="0"/>
          <a:ext cx="0" cy="0"/>
          <a:chOff x="0" y="0"/>
          <a:chExt cx="0" cy="0"/>
        </a:xfrm>
      </p:grpSpPr>
      <p:pic>
        <p:nvPicPr>
          <p:cNvPr id="335" name="Google Shape;335;p3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6" name="Google Shape;336;p3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2"/>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8" name="Google Shape;338;p32"/>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9" name="Google Shape;339;p32"/>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40" name="Google Shape;340;p32"/>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1" name="Google Shape;341;p3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42" name="Google Shape;342;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43" name="Google Shape;343;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4" name="Google Shape;344;p3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5" name="Google Shape;345;p32"/>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6" name="Google Shape;346;p32"/>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7" name="Google Shape;347;p32"/>
          <p:cNvGrpSpPr/>
          <p:nvPr/>
        </p:nvGrpSpPr>
        <p:grpSpPr>
          <a:xfrm>
            <a:off x="324128" y="3139463"/>
            <a:ext cx="457200" cy="457200"/>
            <a:chOff x="1020916" y="1442088"/>
            <a:chExt cx="457200" cy="457200"/>
          </a:xfrm>
        </p:grpSpPr>
        <p:pic>
          <p:nvPicPr>
            <p:cNvPr id="348" name="Google Shape;348;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9" name="Google Shape;349;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50" name="Google Shape;350;p32"/>
          <p:cNvGrpSpPr/>
          <p:nvPr/>
        </p:nvGrpSpPr>
        <p:grpSpPr>
          <a:xfrm>
            <a:off x="324128" y="3987825"/>
            <a:ext cx="457200" cy="457200"/>
            <a:chOff x="1020916" y="1442088"/>
            <a:chExt cx="457200" cy="457200"/>
          </a:xfrm>
        </p:grpSpPr>
        <p:pic>
          <p:nvPicPr>
            <p:cNvPr id="351" name="Google Shape;351;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52" name="Google Shape;352;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53" name="Google Shape;353;p32"/>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4" name="Google Shape;354;p32"/>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5" name="Google Shape;355;p32"/>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6" name="Google Shape;356;p32"/>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7" name="Shape 357"/>
        <p:cNvGrpSpPr/>
        <p:nvPr/>
      </p:nvGrpSpPr>
      <p:grpSpPr>
        <a:xfrm>
          <a:off x="0" y="0"/>
          <a:ext cx="0" cy="0"/>
          <a:chOff x="0" y="0"/>
          <a:chExt cx="0" cy="0"/>
        </a:xfrm>
      </p:grpSpPr>
      <p:pic>
        <p:nvPicPr>
          <p:cNvPr id="358" name="Google Shape;358;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9" name="Google Shape;359;p3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3"/>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61" name="Google Shape;361;p33"/>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62" name="Google Shape;362;p33"/>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63" name="Google Shape;363;p33"/>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4" name="Google Shape;364;p33"/>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5" name="Google Shape;365;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6" name="Google Shape;366;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7" name="Google Shape;367;p3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8" name="Google Shape;368;p33"/>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9" name="Google Shape;369;p33"/>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70" name="Google Shape;370;p33"/>
          <p:cNvGrpSpPr/>
          <p:nvPr/>
        </p:nvGrpSpPr>
        <p:grpSpPr>
          <a:xfrm>
            <a:off x="324128" y="3139463"/>
            <a:ext cx="457200" cy="457200"/>
            <a:chOff x="1020916" y="1442088"/>
            <a:chExt cx="457200" cy="457200"/>
          </a:xfrm>
        </p:grpSpPr>
        <p:pic>
          <p:nvPicPr>
            <p:cNvPr id="371" name="Google Shape;371;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2" name="Google Shape;372;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73" name="Google Shape;373;p33"/>
          <p:cNvGrpSpPr/>
          <p:nvPr/>
        </p:nvGrpSpPr>
        <p:grpSpPr>
          <a:xfrm>
            <a:off x="324128" y="3987825"/>
            <a:ext cx="457200" cy="457200"/>
            <a:chOff x="1020916" y="1442088"/>
            <a:chExt cx="457200" cy="457200"/>
          </a:xfrm>
        </p:grpSpPr>
        <p:pic>
          <p:nvPicPr>
            <p:cNvPr id="374" name="Google Shape;374;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5" name="Google Shape;375;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6" name="Google Shape;376;p33"/>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7" name="Google Shape;377;p33"/>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8" name="Google Shape;378;p33"/>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9" name="Google Shape;379;p33"/>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80" name="Shape 380"/>
        <p:cNvGrpSpPr/>
        <p:nvPr/>
      </p:nvGrpSpPr>
      <p:grpSpPr>
        <a:xfrm>
          <a:off x="0" y="0"/>
          <a:ext cx="0" cy="0"/>
          <a:chOff x="0" y="0"/>
          <a:chExt cx="0" cy="0"/>
        </a:xfrm>
      </p:grpSpPr>
      <p:pic>
        <p:nvPicPr>
          <p:cNvPr id="381" name="Google Shape;381;p3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82" name="Google Shape;382;p3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4" name="Google Shape;384;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5" name="Google Shape;385;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6" name="Google Shape;386;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7" name="Google Shape;387;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8" name="Google Shape;388;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9" name="Google Shape;389;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90" name="Google Shape;390;p34"/>
          <p:cNvGrpSpPr/>
          <p:nvPr/>
        </p:nvGrpSpPr>
        <p:grpSpPr>
          <a:xfrm>
            <a:off x="323653" y="1804438"/>
            <a:ext cx="457200" cy="457200"/>
            <a:chOff x="1020916" y="1442088"/>
            <a:chExt cx="457200" cy="457200"/>
          </a:xfrm>
        </p:grpSpPr>
        <p:pic>
          <p:nvPicPr>
            <p:cNvPr id="391" name="Google Shape;391;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2" name="Google Shape;392;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93" name="Google Shape;393;p34"/>
          <p:cNvGrpSpPr/>
          <p:nvPr/>
        </p:nvGrpSpPr>
        <p:grpSpPr>
          <a:xfrm>
            <a:off x="323653" y="2766575"/>
            <a:ext cx="457200" cy="457200"/>
            <a:chOff x="1020916" y="1442088"/>
            <a:chExt cx="457200" cy="457200"/>
          </a:xfrm>
        </p:grpSpPr>
        <p:pic>
          <p:nvPicPr>
            <p:cNvPr id="394" name="Google Shape;394;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5" name="Google Shape;395;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6" name="Google Shape;396;p34"/>
          <p:cNvGrpSpPr/>
          <p:nvPr/>
        </p:nvGrpSpPr>
        <p:grpSpPr>
          <a:xfrm>
            <a:off x="323641" y="3729038"/>
            <a:ext cx="457200" cy="457200"/>
            <a:chOff x="1020916" y="1442088"/>
            <a:chExt cx="457200" cy="457200"/>
          </a:xfrm>
        </p:grpSpPr>
        <p:pic>
          <p:nvPicPr>
            <p:cNvPr id="397" name="Google Shape;397;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8" name="Google Shape;398;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9" name="Shape 399"/>
        <p:cNvGrpSpPr/>
        <p:nvPr/>
      </p:nvGrpSpPr>
      <p:grpSpPr>
        <a:xfrm>
          <a:off x="0" y="0"/>
          <a:ext cx="0" cy="0"/>
          <a:chOff x="0" y="0"/>
          <a:chExt cx="0" cy="0"/>
        </a:xfrm>
      </p:grpSpPr>
      <p:pic>
        <p:nvPicPr>
          <p:cNvPr id="400" name="Google Shape;400;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01" name="Google Shape;401;p3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3" name="Google Shape;403;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4" name="Google Shape;404;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5" name="Google Shape;405;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6" name="Google Shape;406;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7" name="Google Shape;407;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8" name="Google Shape;408;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9" name="Google Shape;409;p35"/>
          <p:cNvGrpSpPr/>
          <p:nvPr/>
        </p:nvGrpSpPr>
        <p:grpSpPr>
          <a:xfrm>
            <a:off x="323653" y="1804438"/>
            <a:ext cx="457200" cy="457200"/>
            <a:chOff x="1020916" y="1442088"/>
            <a:chExt cx="457200" cy="457200"/>
          </a:xfrm>
        </p:grpSpPr>
        <p:pic>
          <p:nvPicPr>
            <p:cNvPr id="410" name="Google Shape;410;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1" name="Google Shape;411;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12" name="Google Shape;412;p35"/>
          <p:cNvGrpSpPr/>
          <p:nvPr/>
        </p:nvGrpSpPr>
        <p:grpSpPr>
          <a:xfrm>
            <a:off x="323653" y="2766575"/>
            <a:ext cx="457200" cy="457200"/>
            <a:chOff x="1020916" y="1442088"/>
            <a:chExt cx="457200" cy="457200"/>
          </a:xfrm>
        </p:grpSpPr>
        <p:pic>
          <p:nvPicPr>
            <p:cNvPr id="413" name="Google Shape;413;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4" name="Google Shape;414;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5" name="Google Shape;415;p35"/>
          <p:cNvGrpSpPr/>
          <p:nvPr/>
        </p:nvGrpSpPr>
        <p:grpSpPr>
          <a:xfrm>
            <a:off x="323641" y="3729038"/>
            <a:ext cx="457200" cy="457200"/>
            <a:chOff x="1020916" y="1442088"/>
            <a:chExt cx="457200" cy="457200"/>
          </a:xfrm>
        </p:grpSpPr>
        <p:pic>
          <p:nvPicPr>
            <p:cNvPr id="416" name="Google Shape;416;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7" name="Google Shape;417;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8" name="Shape 418"/>
        <p:cNvGrpSpPr/>
        <p:nvPr/>
      </p:nvGrpSpPr>
      <p:grpSpPr>
        <a:xfrm>
          <a:off x="0" y="0"/>
          <a:ext cx="0" cy="0"/>
          <a:chOff x="0" y="0"/>
          <a:chExt cx="0" cy="0"/>
        </a:xfrm>
      </p:grpSpPr>
      <p:pic>
        <p:nvPicPr>
          <p:cNvPr id="419" name="Google Shape;419;p3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20" name="Google Shape;420;p3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22" name="Google Shape;422;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3" name="Google Shape;423;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4" name="Google Shape;424;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5" name="Google Shape;425;p36"/>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6" name="Google Shape;426;p36"/>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7" name="Google Shape;427;p36"/>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8" name="Google Shape;428;p36"/>
          <p:cNvGrpSpPr/>
          <p:nvPr/>
        </p:nvGrpSpPr>
        <p:grpSpPr>
          <a:xfrm>
            <a:off x="323653" y="1804438"/>
            <a:ext cx="457200" cy="457200"/>
            <a:chOff x="1020916" y="1442088"/>
            <a:chExt cx="457200" cy="457200"/>
          </a:xfrm>
        </p:grpSpPr>
        <p:pic>
          <p:nvPicPr>
            <p:cNvPr id="429" name="Google Shape;429;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0" name="Google Shape;430;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31" name="Google Shape;431;p36"/>
          <p:cNvGrpSpPr/>
          <p:nvPr/>
        </p:nvGrpSpPr>
        <p:grpSpPr>
          <a:xfrm>
            <a:off x="323653" y="2766575"/>
            <a:ext cx="457200" cy="457200"/>
            <a:chOff x="1020916" y="1442088"/>
            <a:chExt cx="457200" cy="457200"/>
          </a:xfrm>
        </p:grpSpPr>
        <p:pic>
          <p:nvPicPr>
            <p:cNvPr id="432" name="Google Shape;432;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3" name="Google Shape;433;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4" name="Google Shape;434;p36"/>
          <p:cNvGrpSpPr/>
          <p:nvPr/>
        </p:nvGrpSpPr>
        <p:grpSpPr>
          <a:xfrm>
            <a:off x="323641" y="3729038"/>
            <a:ext cx="457200" cy="457200"/>
            <a:chOff x="1020916" y="1442088"/>
            <a:chExt cx="457200" cy="457200"/>
          </a:xfrm>
        </p:grpSpPr>
        <p:pic>
          <p:nvPicPr>
            <p:cNvPr id="435" name="Google Shape;435;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6" name="Google Shape;436;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7" name="Shape 437"/>
        <p:cNvGrpSpPr/>
        <p:nvPr/>
      </p:nvGrpSpPr>
      <p:grpSpPr>
        <a:xfrm>
          <a:off x="0" y="0"/>
          <a:ext cx="0" cy="0"/>
          <a:chOff x="0" y="0"/>
          <a:chExt cx="0" cy="0"/>
        </a:xfrm>
      </p:grpSpPr>
      <p:pic>
        <p:nvPicPr>
          <p:cNvPr id="438" name="Google Shape;438;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9" name="Google Shape;439;p3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7"/>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41" name="Google Shape;441;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42" name="Google Shape;442;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43" name="Google Shape;443;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4" name="Google Shape;444;p37"/>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5" name="Google Shape;445;p37"/>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6" name="Google Shape;446;p37"/>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7" name="Google Shape;447;p37"/>
          <p:cNvGrpSpPr/>
          <p:nvPr/>
        </p:nvGrpSpPr>
        <p:grpSpPr>
          <a:xfrm>
            <a:off x="323653" y="1804438"/>
            <a:ext cx="457200" cy="457200"/>
            <a:chOff x="1020916" y="1442088"/>
            <a:chExt cx="457200" cy="457200"/>
          </a:xfrm>
        </p:grpSpPr>
        <p:pic>
          <p:nvPicPr>
            <p:cNvPr id="448" name="Google Shape;448;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9" name="Google Shape;449;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50" name="Google Shape;450;p37"/>
          <p:cNvGrpSpPr/>
          <p:nvPr/>
        </p:nvGrpSpPr>
        <p:grpSpPr>
          <a:xfrm>
            <a:off x="323653" y="2766575"/>
            <a:ext cx="457200" cy="457200"/>
            <a:chOff x="1020916" y="1442088"/>
            <a:chExt cx="457200" cy="457200"/>
          </a:xfrm>
        </p:grpSpPr>
        <p:pic>
          <p:nvPicPr>
            <p:cNvPr id="451" name="Google Shape;451;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2" name="Google Shape;452;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53" name="Google Shape;453;p37"/>
          <p:cNvGrpSpPr/>
          <p:nvPr/>
        </p:nvGrpSpPr>
        <p:grpSpPr>
          <a:xfrm>
            <a:off x="323641" y="3729038"/>
            <a:ext cx="457200" cy="457200"/>
            <a:chOff x="1020916" y="1442088"/>
            <a:chExt cx="457200" cy="457200"/>
          </a:xfrm>
        </p:grpSpPr>
        <p:pic>
          <p:nvPicPr>
            <p:cNvPr id="454" name="Google Shape;454;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5" name="Google Shape;455;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6" name="Shape 456"/>
        <p:cNvGrpSpPr/>
        <p:nvPr/>
      </p:nvGrpSpPr>
      <p:grpSpPr>
        <a:xfrm>
          <a:off x="0" y="0"/>
          <a:ext cx="0" cy="0"/>
          <a:chOff x="0" y="0"/>
          <a:chExt cx="0" cy="0"/>
        </a:xfrm>
      </p:grpSpPr>
      <p:pic>
        <p:nvPicPr>
          <p:cNvPr id="457" name="Google Shape;457;p3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8" name="Google Shape;458;p3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60" name="Google Shape;460;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61" name="Google Shape;461;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62" name="Google Shape;462;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3" name="Google Shape;463;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4" name="Google Shape;464;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5" name="Google Shape;465;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6" name="Google Shape;466;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7" name="Google Shape;467;p38"/>
          <p:cNvGrpSpPr/>
          <p:nvPr/>
        </p:nvGrpSpPr>
        <p:grpSpPr>
          <a:xfrm>
            <a:off x="323653" y="1652038"/>
            <a:ext cx="457200" cy="457200"/>
            <a:chOff x="1020916" y="1442088"/>
            <a:chExt cx="457200" cy="457200"/>
          </a:xfrm>
        </p:grpSpPr>
        <p:pic>
          <p:nvPicPr>
            <p:cNvPr id="468" name="Google Shape;468;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9" name="Google Shape;469;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70" name="Google Shape;470;p38"/>
          <p:cNvGrpSpPr/>
          <p:nvPr/>
        </p:nvGrpSpPr>
        <p:grpSpPr>
          <a:xfrm>
            <a:off x="323653" y="2461775"/>
            <a:ext cx="457200" cy="457200"/>
            <a:chOff x="1020916" y="1442088"/>
            <a:chExt cx="457200" cy="457200"/>
          </a:xfrm>
        </p:grpSpPr>
        <p:pic>
          <p:nvPicPr>
            <p:cNvPr id="471" name="Google Shape;471;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2" name="Google Shape;472;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73" name="Google Shape;473;p38"/>
          <p:cNvGrpSpPr/>
          <p:nvPr/>
        </p:nvGrpSpPr>
        <p:grpSpPr>
          <a:xfrm>
            <a:off x="323641" y="3271838"/>
            <a:ext cx="457200" cy="457200"/>
            <a:chOff x="1020916" y="1442088"/>
            <a:chExt cx="457200" cy="457200"/>
          </a:xfrm>
        </p:grpSpPr>
        <p:pic>
          <p:nvPicPr>
            <p:cNvPr id="474" name="Google Shape;474;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5" name="Google Shape;475;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6" name="Google Shape;476;p38"/>
          <p:cNvGrpSpPr/>
          <p:nvPr/>
        </p:nvGrpSpPr>
        <p:grpSpPr>
          <a:xfrm>
            <a:off x="323641" y="4081763"/>
            <a:ext cx="457200" cy="457200"/>
            <a:chOff x="1020916" y="1442088"/>
            <a:chExt cx="457200" cy="457200"/>
          </a:xfrm>
        </p:grpSpPr>
        <p:pic>
          <p:nvPicPr>
            <p:cNvPr id="477" name="Google Shape;477;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8" name="Google Shape;478;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9" name="Shape 479"/>
        <p:cNvGrpSpPr/>
        <p:nvPr/>
      </p:nvGrpSpPr>
      <p:grpSpPr>
        <a:xfrm>
          <a:off x="0" y="0"/>
          <a:ext cx="0" cy="0"/>
          <a:chOff x="0" y="0"/>
          <a:chExt cx="0" cy="0"/>
        </a:xfrm>
      </p:grpSpPr>
      <p:pic>
        <p:nvPicPr>
          <p:cNvPr id="480" name="Google Shape;480;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81" name="Google Shape;481;p3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3" name="Google Shape;483;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4" name="Google Shape;484;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5" name="Google Shape;485;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6" name="Google Shape;486;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7" name="Google Shape;487;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8" name="Google Shape;488;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9" name="Google Shape;489;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90" name="Google Shape;490;p39"/>
          <p:cNvGrpSpPr/>
          <p:nvPr/>
        </p:nvGrpSpPr>
        <p:grpSpPr>
          <a:xfrm>
            <a:off x="323653" y="1652038"/>
            <a:ext cx="457200" cy="457200"/>
            <a:chOff x="1020916" y="1442088"/>
            <a:chExt cx="457200" cy="457200"/>
          </a:xfrm>
        </p:grpSpPr>
        <p:pic>
          <p:nvPicPr>
            <p:cNvPr id="491" name="Google Shape;491;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2" name="Google Shape;492;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3" name="Google Shape;493;p39"/>
          <p:cNvGrpSpPr/>
          <p:nvPr/>
        </p:nvGrpSpPr>
        <p:grpSpPr>
          <a:xfrm>
            <a:off x="323653" y="2461775"/>
            <a:ext cx="457200" cy="457200"/>
            <a:chOff x="1020916" y="1442088"/>
            <a:chExt cx="457200" cy="457200"/>
          </a:xfrm>
        </p:grpSpPr>
        <p:pic>
          <p:nvPicPr>
            <p:cNvPr id="494" name="Google Shape;494;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5" name="Google Shape;495;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6" name="Google Shape;496;p39"/>
          <p:cNvGrpSpPr/>
          <p:nvPr/>
        </p:nvGrpSpPr>
        <p:grpSpPr>
          <a:xfrm>
            <a:off x="323641" y="3271838"/>
            <a:ext cx="457200" cy="457200"/>
            <a:chOff x="1020916" y="1442088"/>
            <a:chExt cx="457200" cy="457200"/>
          </a:xfrm>
        </p:grpSpPr>
        <p:pic>
          <p:nvPicPr>
            <p:cNvPr id="497" name="Google Shape;497;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8" name="Google Shape;498;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9" name="Google Shape;499;p39"/>
          <p:cNvGrpSpPr/>
          <p:nvPr/>
        </p:nvGrpSpPr>
        <p:grpSpPr>
          <a:xfrm>
            <a:off x="323641" y="4081763"/>
            <a:ext cx="457200" cy="457200"/>
            <a:chOff x="1020916" y="1442088"/>
            <a:chExt cx="457200" cy="457200"/>
          </a:xfrm>
        </p:grpSpPr>
        <p:pic>
          <p:nvPicPr>
            <p:cNvPr id="500" name="Google Shape;500;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01" name="Google Shape;501;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502" name="Shape 502"/>
        <p:cNvGrpSpPr/>
        <p:nvPr/>
      </p:nvGrpSpPr>
      <p:grpSpPr>
        <a:xfrm>
          <a:off x="0" y="0"/>
          <a:ext cx="0" cy="0"/>
          <a:chOff x="0" y="0"/>
          <a:chExt cx="0" cy="0"/>
        </a:xfrm>
      </p:grpSpPr>
      <p:pic>
        <p:nvPicPr>
          <p:cNvPr id="503" name="Google Shape;503;p4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4" name="Google Shape;504;p4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40"/>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6" name="Google Shape;506;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7" name="Google Shape;507;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8" name="Google Shape;508;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9" name="Google Shape;509;p40"/>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0" name="Google Shape;510;p40"/>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1" name="Google Shape;511;p40"/>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2" name="Google Shape;512;p40"/>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3" name="Google Shape;513;p40"/>
          <p:cNvGrpSpPr/>
          <p:nvPr/>
        </p:nvGrpSpPr>
        <p:grpSpPr>
          <a:xfrm>
            <a:off x="323653" y="1652038"/>
            <a:ext cx="457200" cy="457200"/>
            <a:chOff x="1020916" y="1442088"/>
            <a:chExt cx="457200" cy="457200"/>
          </a:xfrm>
        </p:grpSpPr>
        <p:pic>
          <p:nvPicPr>
            <p:cNvPr id="514" name="Google Shape;514;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6" name="Google Shape;516;p40"/>
          <p:cNvGrpSpPr/>
          <p:nvPr/>
        </p:nvGrpSpPr>
        <p:grpSpPr>
          <a:xfrm>
            <a:off x="323653" y="2461775"/>
            <a:ext cx="457200" cy="457200"/>
            <a:chOff x="1020916" y="1442088"/>
            <a:chExt cx="457200" cy="457200"/>
          </a:xfrm>
        </p:grpSpPr>
        <p:pic>
          <p:nvPicPr>
            <p:cNvPr id="517" name="Google Shape;517;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9" name="Google Shape;519;p40"/>
          <p:cNvGrpSpPr/>
          <p:nvPr/>
        </p:nvGrpSpPr>
        <p:grpSpPr>
          <a:xfrm>
            <a:off x="323641" y="3271838"/>
            <a:ext cx="457200" cy="457200"/>
            <a:chOff x="1020916" y="1442088"/>
            <a:chExt cx="457200" cy="457200"/>
          </a:xfrm>
        </p:grpSpPr>
        <p:pic>
          <p:nvPicPr>
            <p:cNvPr id="520" name="Google Shape;520;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22" name="Google Shape;522;p40"/>
          <p:cNvGrpSpPr/>
          <p:nvPr/>
        </p:nvGrpSpPr>
        <p:grpSpPr>
          <a:xfrm>
            <a:off x="323641" y="4081763"/>
            <a:ext cx="457200" cy="457200"/>
            <a:chOff x="1020916" y="1442088"/>
            <a:chExt cx="457200" cy="457200"/>
          </a:xfrm>
        </p:grpSpPr>
        <p:pic>
          <p:nvPicPr>
            <p:cNvPr id="523" name="Google Shape;523;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4" name="Google Shape;524;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5" name="Shape 525"/>
        <p:cNvGrpSpPr/>
        <p:nvPr/>
      </p:nvGrpSpPr>
      <p:grpSpPr>
        <a:xfrm>
          <a:off x="0" y="0"/>
          <a:ext cx="0" cy="0"/>
          <a:chOff x="0" y="0"/>
          <a:chExt cx="0" cy="0"/>
        </a:xfrm>
      </p:grpSpPr>
      <p:pic>
        <p:nvPicPr>
          <p:cNvPr id="526" name="Google Shape;526;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7" name="Google Shape;527;p4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1"/>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9" name="Google Shape;529;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30" name="Google Shape;530;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31" name="Google Shape;531;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2" name="Google Shape;532;p41"/>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3" name="Google Shape;533;p41"/>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4" name="Google Shape;534;p41"/>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5" name="Google Shape;535;p41"/>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6" name="Google Shape;536;p41"/>
          <p:cNvGrpSpPr/>
          <p:nvPr/>
        </p:nvGrpSpPr>
        <p:grpSpPr>
          <a:xfrm>
            <a:off x="323653" y="1652038"/>
            <a:ext cx="457200" cy="457200"/>
            <a:chOff x="1020916" y="1442088"/>
            <a:chExt cx="457200" cy="457200"/>
          </a:xfrm>
        </p:grpSpPr>
        <p:pic>
          <p:nvPicPr>
            <p:cNvPr id="537" name="Google Shape;537;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8" name="Google Shape;538;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9" name="Google Shape;539;p41"/>
          <p:cNvGrpSpPr/>
          <p:nvPr/>
        </p:nvGrpSpPr>
        <p:grpSpPr>
          <a:xfrm>
            <a:off x="323653" y="2461775"/>
            <a:ext cx="457200" cy="457200"/>
            <a:chOff x="1020916" y="1442088"/>
            <a:chExt cx="457200" cy="457200"/>
          </a:xfrm>
        </p:grpSpPr>
        <p:pic>
          <p:nvPicPr>
            <p:cNvPr id="540" name="Google Shape;540;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1" name="Google Shape;541;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42" name="Google Shape;542;p41"/>
          <p:cNvGrpSpPr/>
          <p:nvPr/>
        </p:nvGrpSpPr>
        <p:grpSpPr>
          <a:xfrm>
            <a:off x="323641" y="3271838"/>
            <a:ext cx="457200" cy="457200"/>
            <a:chOff x="1020916" y="1442088"/>
            <a:chExt cx="457200" cy="457200"/>
          </a:xfrm>
        </p:grpSpPr>
        <p:pic>
          <p:nvPicPr>
            <p:cNvPr id="543" name="Google Shape;543;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4" name="Google Shape;544;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5" name="Google Shape;545;p41"/>
          <p:cNvGrpSpPr/>
          <p:nvPr/>
        </p:nvGrpSpPr>
        <p:grpSpPr>
          <a:xfrm>
            <a:off x="323641" y="4081763"/>
            <a:ext cx="457200" cy="457200"/>
            <a:chOff x="1020916" y="1442088"/>
            <a:chExt cx="457200" cy="457200"/>
          </a:xfrm>
        </p:grpSpPr>
        <p:pic>
          <p:nvPicPr>
            <p:cNvPr id="546" name="Google Shape;546;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7" name="Google Shape;547;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8" name="Shape 548"/>
        <p:cNvGrpSpPr/>
        <p:nvPr/>
      </p:nvGrpSpPr>
      <p:grpSpPr>
        <a:xfrm>
          <a:off x="0" y="0"/>
          <a:ext cx="0" cy="0"/>
          <a:chOff x="0" y="0"/>
          <a:chExt cx="0" cy="0"/>
        </a:xfrm>
      </p:grpSpPr>
      <p:pic>
        <p:nvPicPr>
          <p:cNvPr id="549" name="Google Shape;549;p4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50" name="Google Shape;550;p4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52" name="Google Shape;552;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3" name="Google Shape;553;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4" name="Google Shape;554;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5" name="Google Shape;555;p42"/>
          <p:cNvSpPr/>
          <p:nvPr>
            <p:ph idx="3" type="pic"/>
          </p:nvPr>
        </p:nvSpPr>
        <p:spPr>
          <a:xfrm>
            <a:off x="324000" y="1893950"/>
            <a:ext cx="2555400" cy="1939500"/>
          </a:xfrm>
          <a:prstGeom prst="rect">
            <a:avLst/>
          </a:prstGeom>
          <a:noFill/>
          <a:ln>
            <a:noFill/>
          </a:ln>
        </p:spPr>
      </p:sp>
      <p:sp>
        <p:nvSpPr>
          <p:cNvPr id="556" name="Google Shape;556;p42"/>
          <p:cNvSpPr/>
          <p:nvPr>
            <p:ph idx="4" type="pic"/>
          </p:nvPr>
        </p:nvSpPr>
        <p:spPr>
          <a:xfrm>
            <a:off x="6256800" y="1893950"/>
            <a:ext cx="2555400" cy="1939500"/>
          </a:xfrm>
          <a:prstGeom prst="rect">
            <a:avLst/>
          </a:prstGeom>
          <a:noFill/>
          <a:ln>
            <a:noFill/>
          </a:ln>
        </p:spPr>
      </p:sp>
      <p:sp>
        <p:nvSpPr>
          <p:cNvPr id="557" name="Google Shape;557;p42"/>
          <p:cNvSpPr/>
          <p:nvPr>
            <p:ph idx="5" type="pic"/>
          </p:nvPr>
        </p:nvSpPr>
        <p:spPr>
          <a:xfrm>
            <a:off x="3294300" y="1893950"/>
            <a:ext cx="2555400" cy="1939500"/>
          </a:xfrm>
          <a:prstGeom prst="rect">
            <a:avLst/>
          </a:prstGeom>
          <a:noFill/>
          <a:ln>
            <a:noFill/>
          </a:ln>
        </p:spPr>
      </p:sp>
      <p:grpSp>
        <p:nvGrpSpPr>
          <p:cNvPr id="558" name="Google Shape;558;p42"/>
          <p:cNvGrpSpPr/>
          <p:nvPr/>
        </p:nvGrpSpPr>
        <p:grpSpPr>
          <a:xfrm>
            <a:off x="1381028" y="4148538"/>
            <a:ext cx="457200" cy="457200"/>
            <a:chOff x="1020916" y="1442088"/>
            <a:chExt cx="457200" cy="457200"/>
          </a:xfrm>
        </p:grpSpPr>
        <p:pic>
          <p:nvPicPr>
            <p:cNvPr id="559" name="Google Shape;559;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61" name="Google Shape;561;p42"/>
          <p:cNvGrpSpPr/>
          <p:nvPr/>
        </p:nvGrpSpPr>
        <p:grpSpPr>
          <a:xfrm>
            <a:off x="4331066" y="4148550"/>
            <a:ext cx="457200" cy="457200"/>
            <a:chOff x="1020916" y="1442088"/>
            <a:chExt cx="457200" cy="457200"/>
          </a:xfrm>
        </p:grpSpPr>
        <p:pic>
          <p:nvPicPr>
            <p:cNvPr id="562" name="Google Shape;562;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4" name="Google Shape;564;p42"/>
          <p:cNvGrpSpPr/>
          <p:nvPr/>
        </p:nvGrpSpPr>
        <p:grpSpPr>
          <a:xfrm>
            <a:off x="7305791" y="4148538"/>
            <a:ext cx="457200" cy="457200"/>
            <a:chOff x="1020916" y="1442088"/>
            <a:chExt cx="457200" cy="457200"/>
          </a:xfrm>
        </p:grpSpPr>
        <p:pic>
          <p:nvPicPr>
            <p:cNvPr id="565" name="Google Shape;565;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6" name="Google Shape;566;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7" name="Shape 567"/>
        <p:cNvGrpSpPr/>
        <p:nvPr/>
      </p:nvGrpSpPr>
      <p:grpSpPr>
        <a:xfrm>
          <a:off x="0" y="0"/>
          <a:ext cx="0" cy="0"/>
          <a:chOff x="0" y="0"/>
          <a:chExt cx="0" cy="0"/>
        </a:xfrm>
      </p:grpSpPr>
      <p:pic>
        <p:nvPicPr>
          <p:cNvPr id="568" name="Google Shape;568;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9" name="Google Shape;569;p4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71" name="Google Shape;571;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72" name="Google Shape;572;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3" name="Google Shape;573;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4" name="Google Shape;574;p43"/>
          <p:cNvSpPr/>
          <p:nvPr>
            <p:ph idx="3" type="pic"/>
          </p:nvPr>
        </p:nvSpPr>
        <p:spPr>
          <a:xfrm>
            <a:off x="324000" y="1893950"/>
            <a:ext cx="2555400" cy="1939500"/>
          </a:xfrm>
          <a:prstGeom prst="rect">
            <a:avLst/>
          </a:prstGeom>
          <a:noFill/>
          <a:ln>
            <a:noFill/>
          </a:ln>
        </p:spPr>
      </p:sp>
      <p:sp>
        <p:nvSpPr>
          <p:cNvPr id="575" name="Google Shape;575;p43"/>
          <p:cNvSpPr/>
          <p:nvPr>
            <p:ph idx="4" type="pic"/>
          </p:nvPr>
        </p:nvSpPr>
        <p:spPr>
          <a:xfrm>
            <a:off x="6256800" y="1893950"/>
            <a:ext cx="2555400" cy="1939500"/>
          </a:xfrm>
          <a:prstGeom prst="rect">
            <a:avLst/>
          </a:prstGeom>
          <a:noFill/>
          <a:ln>
            <a:noFill/>
          </a:ln>
        </p:spPr>
      </p:sp>
      <p:sp>
        <p:nvSpPr>
          <p:cNvPr id="576" name="Google Shape;576;p43"/>
          <p:cNvSpPr/>
          <p:nvPr>
            <p:ph idx="5" type="pic"/>
          </p:nvPr>
        </p:nvSpPr>
        <p:spPr>
          <a:xfrm>
            <a:off x="3294300" y="1893950"/>
            <a:ext cx="2555400" cy="1939500"/>
          </a:xfrm>
          <a:prstGeom prst="rect">
            <a:avLst/>
          </a:prstGeom>
          <a:noFill/>
          <a:ln>
            <a:noFill/>
          </a:ln>
        </p:spPr>
      </p:sp>
      <p:grpSp>
        <p:nvGrpSpPr>
          <p:cNvPr id="577" name="Google Shape;577;p43"/>
          <p:cNvGrpSpPr/>
          <p:nvPr/>
        </p:nvGrpSpPr>
        <p:grpSpPr>
          <a:xfrm>
            <a:off x="1381028" y="4148538"/>
            <a:ext cx="457200" cy="457200"/>
            <a:chOff x="1020916" y="1442088"/>
            <a:chExt cx="457200" cy="457200"/>
          </a:xfrm>
        </p:grpSpPr>
        <p:pic>
          <p:nvPicPr>
            <p:cNvPr id="578" name="Google Shape;578;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9" name="Google Shape;579;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80" name="Google Shape;580;p43"/>
          <p:cNvGrpSpPr/>
          <p:nvPr/>
        </p:nvGrpSpPr>
        <p:grpSpPr>
          <a:xfrm>
            <a:off x="4331066" y="4148550"/>
            <a:ext cx="457200" cy="457200"/>
            <a:chOff x="1020916" y="1442088"/>
            <a:chExt cx="457200" cy="457200"/>
          </a:xfrm>
        </p:grpSpPr>
        <p:pic>
          <p:nvPicPr>
            <p:cNvPr id="581" name="Google Shape;581;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2" name="Google Shape;582;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3" name="Google Shape;583;p43"/>
          <p:cNvGrpSpPr/>
          <p:nvPr/>
        </p:nvGrpSpPr>
        <p:grpSpPr>
          <a:xfrm>
            <a:off x="7305791" y="4148538"/>
            <a:ext cx="457200" cy="457200"/>
            <a:chOff x="1020916" y="1442088"/>
            <a:chExt cx="457200" cy="457200"/>
          </a:xfrm>
        </p:grpSpPr>
        <p:pic>
          <p:nvPicPr>
            <p:cNvPr id="584" name="Google Shape;584;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5" name="Google Shape;585;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6" name="Shape 586"/>
        <p:cNvGrpSpPr/>
        <p:nvPr/>
      </p:nvGrpSpPr>
      <p:grpSpPr>
        <a:xfrm>
          <a:off x="0" y="0"/>
          <a:ext cx="0" cy="0"/>
          <a:chOff x="0" y="0"/>
          <a:chExt cx="0" cy="0"/>
        </a:xfrm>
      </p:grpSpPr>
      <p:pic>
        <p:nvPicPr>
          <p:cNvPr id="587" name="Google Shape;587;p4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8" name="Google Shape;588;p4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90" name="Google Shape;590;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91" name="Google Shape;591;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92" name="Google Shape;592;p4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3" name="Google Shape;593;p44"/>
          <p:cNvSpPr/>
          <p:nvPr>
            <p:ph idx="3" type="pic"/>
          </p:nvPr>
        </p:nvSpPr>
        <p:spPr>
          <a:xfrm>
            <a:off x="324000" y="1893950"/>
            <a:ext cx="2555400" cy="1939500"/>
          </a:xfrm>
          <a:prstGeom prst="rect">
            <a:avLst/>
          </a:prstGeom>
          <a:noFill/>
          <a:ln>
            <a:noFill/>
          </a:ln>
        </p:spPr>
      </p:sp>
      <p:sp>
        <p:nvSpPr>
          <p:cNvPr id="594" name="Google Shape;594;p44"/>
          <p:cNvSpPr/>
          <p:nvPr>
            <p:ph idx="4" type="pic"/>
          </p:nvPr>
        </p:nvSpPr>
        <p:spPr>
          <a:xfrm>
            <a:off x="6256800" y="1893950"/>
            <a:ext cx="2555400" cy="1939500"/>
          </a:xfrm>
          <a:prstGeom prst="rect">
            <a:avLst/>
          </a:prstGeom>
          <a:noFill/>
          <a:ln>
            <a:noFill/>
          </a:ln>
        </p:spPr>
      </p:sp>
      <p:sp>
        <p:nvSpPr>
          <p:cNvPr id="595" name="Google Shape;595;p44"/>
          <p:cNvSpPr/>
          <p:nvPr>
            <p:ph idx="5" type="pic"/>
          </p:nvPr>
        </p:nvSpPr>
        <p:spPr>
          <a:xfrm>
            <a:off x="3294300" y="1893950"/>
            <a:ext cx="2555400" cy="1939500"/>
          </a:xfrm>
          <a:prstGeom prst="rect">
            <a:avLst/>
          </a:prstGeom>
          <a:noFill/>
          <a:ln>
            <a:noFill/>
          </a:ln>
        </p:spPr>
      </p:sp>
      <p:grpSp>
        <p:nvGrpSpPr>
          <p:cNvPr id="596" name="Google Shape;596;p44"/>
          <p:cNvGrpSpPr/>
          <p:nvPr/>
        </p:nvGrpSpPr>
        <p:grpSpPr>
          <a:xfrm>
            <a:off x="1381028" y="4148538"/>
            <a:ext cx="457200" cy="457200"/>
            <a:chOff x="1020916" y="1442088"/>
            <a:chExt cx="457200" cy="457200"/>
          </a:xfrm>
        </p:grpSpPr>
        <p:pic>
          <p:nvPicPr>
            <p:cNvPr id="597" name="Google Shape;597;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9" name="Google Shape;599;p44"/>
          <p:cNvGrpSpPr/>
          <p:nvPr/>
        </p:nvGrpSpPr>
        <p:grpSpPr>
          <a:xfrm>
            <a:off x="4331066" y="4148550"/>
            <a:ext cx="457200" cy="457200"/>
            <a:chOff x="1020916" y="1442088"/>
            <a:chExt cx="457200" cy="457200"/>
          </a:xfrm>
        </p:grpSpPr>
        <p:pic>
          <p:nvPicPr>
            <p:cNvPr id="600" name="Google Shape;600;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02" name="Google Shape;602;p44"/>
          <p:cNvGrpSpPr/>
          <p:nvPr/>
        </p:nvGrpSpPr>
        <p:grpSpPr>
          <a:xfrm>
            <a:off x="7305791" y="4148538"/>
            <a:ext cx="457200" cy="457200"/>
            <a:chOff x="1020916" y="1442088"/>
            <a:chExt cx="457200" cy="457200"/>
          </a:xfrm>
        </p:grpSpPr>
        <p:pic>
          <p:nvPicPr>
            <p:cNvPr id="603" name="Google Shape;603;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4" name="Google Shape;604;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5" name="Shape 605"/>
        <p:cNvGrpSpPr/>
        <p:nvPr/>
      </p:nvGrpSpPr>
      <p:grpSpPr>
        <a:xfrm>
          <a:off x="0" y="0"/>
          <a:ext cx="0" cy="0"/>
          <a:chOff x="0" y="0"/>
          <a:chExt cx="0" cy="0"/>
        </a:xfrm>
      </p:grpSpPr>
      <p:pic>
        <p:nvPicPr>
          <p:cNvPr id="606" name="Google Shape;606;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7" name="Google Shape;607;p4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9" name="Google Shape;609;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10" name="Google Shape;610;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11" name="Google Shape;611;p4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2" name="Google Shape;612;p45"/>
          <p:cNvSpPr/>
          <p:nvPr>
            <p:ph idx="3" type="pic"/>
          </p:nvPr>
        </p:nvSpPr>
        <p:spPr>
          <a:xfrm>
            <a:off x="324000" y="1893950"/>
            <a:ext cx="2555400" cy="1939500"/>
          </a:xfrm>
          <a:prstGeom prst="rect">
            <a:avLst/>
          </a:prstGeom>
          <a:noFill/>
          <a:ln>
            <a:noFill/>
          </a:ln>
        </p:spPr>
      </p:sp>
      <p:sp>
        <p:nvSpPr>
          <p:cNvPr id="613" name="Google Shape;613;p45"/>
          <p:cNvSpPr/>
          <p:nvPr>
            <p:ph idx="4" type="pic"/>
          </p:nvPr>
        </p:nvSpPr>
        <p:spPr>
          <a:xfrm>
            <a:off x="6256800" y="1893950"/>
            <a:ext cx="2555400" cy="1939500"/>
          </a:xfrm>
          <a:prstGeom prst="rect">
            <a:avLst/>
          </a:prstGeom>
          <a:noFill/>
          <a:ln>
            <a:noFill/>
          </a:ln>
        </p:spPr>
      </p:sp>
      <p:sp>
        <p:nvSpPr>
          <p:cNvPr id="614" name="Google Shape;614;p45"/>
          <p:cNvSpPr/>
          <p:nvPr>
            <p:ph idx="5" type="pic"/>
          </p:nvPr>
        </p:nvSpPr>
        <p:spPr>
          <a:xfrm>
            <a:off x="3294300" y="1893950"/>
            <a:ext cx="2555400" cy="1939500"/>
          </a:xfrm>
          <a:prstGeom prst="rect">
            <a:avLst/>
          </a:prstGeom>
          <a:noFill/>
          <a:ln>
            <a:noFill/>
          </a:ln>
        </p:spPr>
      </p:sp>
      <p:grpSp>
        <p:nvGrpSpPr>
          <p:cNvPr id="615" name="Google Shape;615;p45"/>
          <p:cNvGrpSpPr/>
          <p:nvPr/>
        </p:nvGrpSpPr>
        <p:grpSpPr>
          <a:xfrm>
            <a:off x="1381028" y="4148538"/>
            <a:ext cx="457200" cy="457200"/>
            <a:chOff x="1020916" y="1442088"/>
            <a:chExt cx="457200" cy="457200"/>
          </a:xfrm>
        </p:grpSpPr>
        <p:pic>
          <p:nvPicPr>
            <p:cNvPr id="616" name="Google Shape;616;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7" name="Google Shape;617;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8" name="Google Shape;618;p45"/>
          <p:cNvGrpSpPr/>
          <p:nvPr/>
        </p:nvGrpSpPr>
        <p:grpSpPr>
          <a:xfrm>
            <a:off x="4331066" y="4148550"/>
            <a:ext cx="457200" cy="457200"/>
            <a:chOff x="1020916" y="1442088"/>
            <a:chExt cx="457200" cy="457200"/>
          </a:xfrm>
        </p:grpSpPr>
        <p:pic>
          <p:nvPicPr>
            <p:cNvPr id="619" name="Google Shape;619;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0" name="Google Shape;620;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21" name="Google Shape;621;p45"/>
          <p:cNvGrpSpPr/>
          <p:nvPr/>
        </p:nvGrpSpPr>
        <p:grpSpPr>
          <a:xfrm>
            <a:off x="7305791" y="4148538"/>
            <a:ext cx="457200" cy="457200"/>
            <a:chOff x="1020916" y="1442088"/>
            <a:chExt cx="457200" cy="457200"/>
          </a:xfrm>
        </p:grpSpPr>
        <p:pic>
          <p:nvPicPr>
            <p:cNvPr id="622" name="Google Shape;622;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3" name="Google Shape;623;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4" name="Shape 624"/>
        <p:cNvGrpSpPr/>
        <p:nvPr/>
      </p:nvGrpSpPr>
      <p:grpSpPr>
        <a:xfrm>
          <a:off x="0" y="0"/>
          <a:ext cx="0" cy="0"/>
          <a:chOff x="0" y="0"/>
          <a:chExt cx="0" cy="0"/>
        </a:xfrm>
      </p:grpSpPr>
      <p:pic>
        <p:nvPicPr>
          <p:cNvPr id="625" name="Google Shape;625;p4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6" name="Google Shape;626;p4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8" name="Google Shape;628;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9" name="Google Shape;629;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30" name="Google Shape;630;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31" name="Shape 631"/>
        <p:cNvGrpSpPr/>
        <p:nvPr/>
      </p:nvGrpSpPr>
      <p:grpSpPr>
        <a:xfrm>
          <a:off x="0" y="0"/>
          <a:ext cx="0" cy="0"/>
          <a:chOff x="0" y="0"/>
          <a:chExt cx="0" cy="0"/>
        </a:xfrm>
      </p:grpSpPr>
      <p:pic>
        <p:nvPicPr>
          <p:cNvPr id="632" name="Google Shape;632;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3" name="Google Shape;633;p4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5" name="Google Shape;63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6" name="Google Shape;63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7" name="Google Shape;637;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8" name="Shape 638"/>
        <p:cNvGrpSpPr/>
        <p:nvPr/>
      </p:nvGrpSpPr>
      <p:grpSpPr>
        <a:xfrm>
          <a:off x="0" y="0"/>
          <a:ext cx="0" cy="0"/>
          <a:chOff x="0" y="0"/>
          <a:chExt cx="0" cy="0"/>
        </a:xfrm>
      </p:grpSpPr>
      <p:pic>
        <p:nvPicPr>
          <p:cNvPr id="639" name="Google Shape;639;p4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0" name="Google Shape;640;p4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2" name="Google Shape;642;p4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3" name="Google Shape;643;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4" name="Google Shape;644;p4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5" name="Shape 645"/>
        <p:cNvGrpSpPr/>
        <p:nvPr/>
      </p:nvGrpSpPr>
      <p:grpSpPr>
        <a:xfrm>
          <a:off x="0" y="0"/>
          <a:ext cx="0" cy="0"/>
          <a:chOff x="0" y="0"/>
          <a:chExt cx="0" cy="0"/>
        </a:xfrm>
      </p:grpSpPr>
      <p:pic>
        <p:nvPicPr>
          <p:cNvPr id="646" name="Google Shape;646;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7" name="Google Shape;647;p4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9" name="Google Shape;649;p4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50" name="Google Shape;650;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51" name="Google Shape;651;p4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52" name="Shape 652"/>
        <p:cNvGrpSpPr/>
        <p:nvPr/>
      </p:nvGrpSpPr>
      <p:grpSpPr>
        <a:xfrm>
          <a:off x="0" y="0"/>
          <a:ext cx="0" cy="0"/>
          <a:chOff x="0" y="0"/>
          <a:chExt cx="0" cy="0"/>
        </a:xfrm>
      </p:grpSpPr>
      <p:pic>
        <p:nvPicPr>
          <p:cNvPr id="653" name="Google Shape;653;p5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4" name="Google Shape;654;p5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56" name="Google Shape;656;p50"/>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57" name="Google Shape;657;p5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58" name="Google Shape;658;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9" name="Google Shape;659;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60" name="Shape 660"/>
        <p:cNvGrpSpPr/>
        <p:nvPr/>
      </p:nvGrpSpPr>
      <p:grpSpPr>
        <a:xfrm>
          <a:off x="0" y="0"/>
          <a:ext cx="0" cy="0"/>
          <a:chOff x="0" y="0"/>
          <a:chExt cx="0" cy="0"/>
        </a:xfrm>
      </p:grpSpPr>
      <p:pic>
        <p:nvPicPr>
          <p:cNvPr id="661" name="Google Shape;661;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2" name="Google Shape;662;p5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4" name="Google Shape;664;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sp>
        <p:nvSpPr>
          <p:cNvPr id="665" name="Google Shape;665;p51"/>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66" name="Google Shape;666;p5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67" name="Google Shape;667;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8" name="Shape 668"/>
        <p:cNvGrpSpPr/>
        <p:nvPr/>
      </p:nvGrpSpPr>
      <p:grpSpPr>
        <a:xfrm>
          <a:off x="0" y="0"/>
          <a:ext cx="0" cy="0"/>
          <a:chOff x="0" y="0"/>
          <a:chExt cx="0" cy="0"/>
        </a:xfrm>
      </p:grpSpPr>
      <p:pic>
        <p:nvPicPr>
          <p:cNvPr id="669" name="Google Shape;669;p5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0" name="Google Shape;670;p5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2" name="Google Shape;672;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73" name="Google Shape;673;p52"/>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674" name="Google Shape;674;p5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75" name="Google Shape;675;p5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6" name="Shape 676"/>
        <p:cNvGrpSpPr/>
        <p:nvPr/>
      </p:nvGrpSpPr>
      <p:grpSpPr>
        <a:xfrm>
          <a:off x="0" y="0"/>
          <a:ext cx="0" cy="0"/>
          <a:chOff x="0" y="0"/>
          <a:chExt cx="0" cy="0"/>
        </a:xfrm>
      </p:grpSpPr>
      <p:pic>
        <p:nvPicPr>
          <p:cNvPr id="677" name="Google Shape;677;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8" name="Google Shape;678;p5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0" name="Google Shape;680;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sp>
        <p:nvSpPr>
          <p:cNvPr id="681" name="Google Shape;681;p53"/>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682" name="Google Shape;682;p5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83" name="Google Shape;683;p53"/>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4" name="Shape 684"/>
        <p:cNvGrpSpPr/>
        <p:nvPr/>
      </p:nvGrpSpPr>
      <p:grpSpPr>
        <a:xfrm>
          <a:off x="0" y="0"/>
          <a:ext cx="0" cy="0"/>
          <a:chOff x="0" y="0"/>
          <a:chExt cx="0" cy="0"/>
        </a:xfrm>
      </p:grpSpPr>
      <p:pic>
        <p:nvPicPr>
          <p:cNvPr id="685" name="Google Shape;685;p5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6" name="Google Shape;686;p5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8" name="Google Shape;688;p54"/>
          <p:cNvSpPr txBox="1"/>
          <p:nvPr/>
        </p:nvSpPr>
        <p:spPr>
          <a:xfrm>
            <a:off x="324000" y="45525"/>
            <a:ext cx="10920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89" name="Google Shape;689;p5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90" name="Google Shape;690;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1" name="Google Shape;691;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92" name="Shape 692"/>
        <p:cNvGrpSpPr/>
        <p:nvPr/>
      </p:nvGrpSpPr>
      <p:grpSpPr>
        <a:xfrm>
          <a:off x="0" y="0"/>
          <a:ext cx="0" cy="0"/>
          <a:chOff x="0" y="0"/>
          <a:chExt cx="0" cy="0"/>
        </a:xfrm>
      </p:grpSpPr>
      <p:pic>
        <p:nvPicPr>
          <p:cNvPr id="693" name="Google Shape;693;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4" name="Google Shape;694;p5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6" name="Google Shape;696;p55"/>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97" name="Google Shape;697;p5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698" name="Google Shape;698;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9" name="Google Shape;699;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700" name="Shape 700"/>
        <p:cNvGrpSpPr/>
        <p:nvPr/>
      </p:nvGrpSpPr>
      <p:grpSpPr>
        <a:xfrm>
          <a:off x="0" y="0"/>
          <a:ext cx="0" cy="0"/>
          <a:chOff x="0" y="0"/>
          <a:chExt cx="0" cy="0"/>
        </a:xfrm>
      </p:grpSpPr>
      <p:pic>
        <p:nvPicPr>
          <p:cNvPr id="701" name="Google Shape;701;p5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2" name="Google Shape;702;p5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5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4" name="Google Shape;704;p56"/>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705" name="Google Shape;705;p5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06" name="Google Shape;706;p5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7" name="Google Shape;707;p5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8" name="Shape 708"/>
        <p:cNvGrpSpPr/>
        <p:nvPr/>
      </p:nvGrpSpPr>
      <p:grpSpPr>
        <a:xfrm>
          <a:off x="0" y="0"/>
          <a:ext cx="0" cy="0"/>
          <a:chOff x="0" y="0"/>
          <a:chExt cx="0" cy="0"/>
        </a:xfrm>
      </p:grpSpPr>
      <p:pic>
        <p:nvPicPr>
          <p:cNvPr id="709" name="Google Shape;709;p5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10" name="Google Shape;710;p5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5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2" name="Google Shape;712;p57"/>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3" name="Google Shape;713;p5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14" name="Google Shape;714;p5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15" name="Google Shape;715;p5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
    <p:spTree>
      <p:nvGrpSpPr>
        <p:cNvPr id="716" name="Shape 716"/>
        <p:cNvGrpSpPr/>
        <p:nvPr/>
      </p:nvGrpSpPr>
      <p:grpSpPr>
        <a:xfrm>
          <a:off x="0" y="0"/>
          <a:ext cx="0" cy="0"/>
          <a:chOff x="0" y="0"/>
          <a:chExt cx="0" cy="0"/>
        </a:xfrm>
      </p:grpSpPr>
      <p:sp>
        <p:nvSpPr>
          <p:cNvPr id="717" name="Google Shape;717;p58"/>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8" name="Google Shape;718;p58"/>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9" name="Google Shape;719;p58"/>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0" name="Google Shape;720;p58"/>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1" name="Google Shape;721;p58"/>
          <p:cNvSpPr txBox="1"/>
          <p:nvPr>
            <p:ph type="title"/>
          </p:nvPr>
        </p:nvSpPr>
        <p:spPr>
          <a:xfrm>
            <a:off x="1684800" y="157525"/>
            <a:ext cx="5741400" cy="3828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22" name="Shape 722"/>
        <p:cNvGrpSpPr/>
        <p:nvPr/>
      </p:nvGrpSpPr>
      <p:grpSpPr>
        <a:xfrm>
          <a:off x="0" y="0"/>
          <a:ext cx="0" cy="0"/>
          <a:chOff x="0" y="0"/>
          <a:chExt cx="0" cy="0"/>
        </a:xfrm>
      </p:grpSpPr>
      <p:sp>
        <p:nvSpPr>
          <p:cNvPr id="723" name="Google Shape;723;p59"/>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4" name="Google Shape;724;p59"/>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5" name="Google Shape;725;p59"/>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6" name="Google Shape;726;p59"/>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7" name="Google Shape;727;p59"/>
          <p:cNvSpPr txBox="1"/>
          <p:nvPr>
            <p:ph type="title"/>
          </p:nvPr>
        </p:nvSpPr>
        <p:spPr>
          <a:xfrm>
            <a:off x="1684800" y="157525"/>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8" name="Shape 728"/>
        <p:cNvGrpSpPr/>
        <p:nvPr/>
      </p:nvGrpSpPr>
      <p:grpSpPr>
        <a:xfrm>
          <a:off x="0" y="0"/>
          <a:ext cx="0" cy="0"/>
          <a:chOff x="0" y="0"/>
          <a:chExt cx="0" cy="0"/>
        </a:xfrm>
      </p:grpSpPr>
      <p:pic>
        <p:nvPicPr>
          <p:cNvPr id="729" name="Google Shape;729;p60"/>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30" name="Google Shape;730;p60"/>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31" name="Shape 731"/>
        <p:cNvGrpSpPr/>
        <p:nvPr/>
      </p:nvGrpSpPr>
      <p:grpSpPr>
        <a:xfrm>
          <a:off x="0" y="0"/>
          <a:ext cx="0" cy="0"/>
          <a:chOff x="0" y="0"/>
          <a:chExt cx="0" cy="0"/>
        </a:xfrm>
      </p:grpSpPr>
      <p:sp>
        <p:nvSpPr>
          <p:cNvPr id="732" name="Google Shape;732;p61"/>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33" name="Google Shape;733;p61"/>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4" name="Google Shape;734;p61"/>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5" name="Google Shape;735;p61"/>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6" name="Google Shape;736;p61"/>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7" name="Google Shape;737;p61"/>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8" name="Google Shape;738;p61"/>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9" name="Google Shape;739;p61"/>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40" name="Google Shape;740;p61"/>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41" name="Shape 741"/>
        <p:cNvGrpSpPr/>
        <p:nvPr/>
      </p:nvGrpSpPr>
      <p:grpSpPr>
        <a:xfrm>
          <a:off x="0" y="0"/>
          <a:ext cx="0" cy="0"/>
          <a:chOff x="0" y="0"/>
          <a:chExt cx="0" cy="0"/>
        </a:xfrm>
      </p:grpSpPr>
      <p:pic>
        <p:nvPicPr>
          <p:cNvPr id="742" name="Google Shape;742;p62"/>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43" name="Google Shape;743;p62"/>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4" name="Shape 744"/>
        <p:cNvGrpSpPr/>
        <p:nvPr/>
      </p:nvGrpSpPr>
      <p:grpSpPr>
        <a:xfrm>
          <a:off x="0" y="0"/>
          <a:ext cx="0" cy="0"/>
          <a:chOff x="0" y="0"/>
          <a:chExt cx="0" cy="0"/>
        </a:xfrm>
      </p:grpSpPr>
      <p:sp>
        <p:nvSpPr>
          <p:cNvPr id="745" name="Google Shape;745;p63"/>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theme" Target="../theme/theme1.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 Id="rId3" Type="http://schemas.openxmlformats.org/officeDocument/2006/relationships/image" Target="../media/image4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47.png"/><Relationship Id="rId6" Type="http://schemas.openxmlformats.org/officeDocument/2006/relationships/image" Target="../media/image50.png"/><Relationship Id="rId7" Type="http://schemas.openxmlformats.org/officeDocument/2006/relationships/image" Target="../media/image52.png"/><Relationship Id="rId8" Type="http://schemas.openxmlformats.org/officeDocument/2006/relationships/image" Target="../media/image5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9.xml"/><Relationship Id="rId3" Type="http://schemas.openxmlformats.org/officeDocument/2006/relationships/image" Target="../media/image5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 Id="rId3" Type="http://schemas.openxmlformats.org/officeDocument/2006/relationships/image" Target="../media/image59.png"/><Relationship Id="rId4" Type="http://schemas.openxmlformats.org/officeDocument/2006/relationships/image" Target="../media/image65.png"/><Relationship Id="rId5" Type="http://schemas.openxmlformats.org/officeDocument/2006/relationships/image" Target="../media/image60.png"/><Relationship Id="rId6" Type="http://schemas.openxmlformats.org/officeDocument/2006/relationships/image" Target="../media/image58.png"/><Relationship Id="rId7" Type="http://schemas.openxmlformats.org/officeDocument/2006/relationships/image" Target="../media/image6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xml"/><Relationship Id="rId3" Type="http://schemas.openxmlformats.org/officeDocument/2006/relationships/image" Target="../media/image62.png"/><Relationship Id="rId4" Type="http://schemas.openxmlformats.org/officeDocument/2006/relationships/image" Target="../media/image61.png"/><Relationship Id="rId9" Type="http://schemas.openxmlformats.org/officeDocument/2006/relationships/image" Target="../media/image68.png"/><Relationship Id="rId5" Type="http://schemas.openxmlformats.org/officeDocument/2006/relationships/image" Target="../media/image63.png"/><Relationship Id="rId6" Type="http://schemas.openxmlformats.org/officeDocument/2006/relationships/image" Target="../media/image67.png"/><Relationship Id="rId7" Type="http://schemas.openxmlformats.org/officeDocument/2006/relationships/image" Target="../media/image69.png"/><Relationship Id="rId8" Type="http://schemas.openxmlformats.org/officeDocument/2006/relationships/image" Target="../media/image66.png"/><Relationship Id="rId11" Type="http://schemas.openxmlformats.org/officeDocument/2006/relationships/image" Target="../media/image76.png"/><Relationship Id="rId10" Type="http://schemas.openxmlformats.org/officeDocument/2006/relationships/image" Target="../media/image70.png"/><Relationship Id="rId12" Type="http://schemas.openxmlformats.org/officeDocument/2006/relationships/image" Target="../media/image7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2.xml"/><Relationship Id="rId3" Type="http://schemas.openxmlformats.org/officeDocument/2006/relationships/image" Target="../media/image74.png"/><Relationship Id="rId4" Type="http://schemas.openxmlformats.org/officeDocument/2006/relationships/image" Target="../media/image72.png"/><Relationship Id="rId5" Type="http://schemas.openxmlformats.org/officeDocument/2006/relationships/image" Target="../media/image7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3.xml"/><Relationship Id="rId3" Type="http://schemas.openxmlformats.org/officeDocument/2006/relationships/image" Target="../media/image75.png"/><Relationship Id="rId4" Type="http://schemas.openxmlformats.org/officeDocument/2006/relationships/image" Target="../media/image77.png"/><Relationship Id="rId5" Type="http://schemas.openxmlformats.org/officeDocument/2006/relationships/image" Target="../media/image79.png"/><Relationship Id="rId6" Type="http://schemas.openxmlformats.org/officeDocument/2006/relationships/image" Target="../media/image78.png"/><Relationship Id="rId7" Type="http://schemas.openxmlformats.org/officeDocument/2006/relationships/image" Target="../media/image81.png"/><Relationship Id="rId8" Type="http://schemas.openxmlformats.org/officeDocument/2006/relationships/image" Target="../media/image8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4.xml"/><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5.xml"/><Relationship Id="rId3" Type="http://schemas.openxmlformats.org/officeDocument/2006/relationships/image" Target="../media/image74.png"/><Relationship Id="rId4" Type="http://schemas.openxmlformats.org/officeDocument/2006/relationships/image" Target="../media/image84.png"/><Relationship Id="rId5" Type="http://schemas.openxmlformats.org/officeDocument/2006/relationships/image" Target="../media/image8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6.xml"/><Relationship Id="rId3" Type="http://schemas.openxmlformats.org/officeDocument/2006/relationships/image" Target="../media/image72.png"/><Relationship Id="rId4" Type="http://schemas.openxmlformats.org/officeDocument/2006/relationships/image" Target="../media/image89.png"/><Relationship Id="rId5" Type="http://schemas.openxmlformats.org/officeDocument/2006/relationships/image" Target="../media/image8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7.xml"/><Relationship Id="rId3" Type="http://schemas.openxmlformats.org/officeDocument/2006/relationships/image" Target="../media/image73.png"/><Relationship Id="rId4" Type="http://schemas.openxmlformats.org/officeDocument/2006/relationships/image" Target="../media/image87.png"/><Relationship Id="rId5" Type="http://schemas.openxmlformats.org/officeDocument/2006/relationships/image" Target="../media/image94.png"/><Relationship Id="rId6" Type="http://schemas.openxmlformats.org/officeDocument/2006/relationships/image" Target="../media/image90.png"/><Relationship Id="rId7" Type="http://schemas.openxmlformats.org/officeDocument/2006/relationships/image" Target="../media/image9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8.xml"/><Relationship Id="rId3" Type="http://schemas.openxmlformats.org/officeDocument/2006/relationships/image" Target="../media/image74.png"/><Relationship Id="rId4" Type="http://schemas.openxmlformats.org/officeDocument/2006/relationships/image" Target="../media/image72.png"/><Relationship Id="rId5" Type="http://schemas.openxmlformats.org/officeDocument/2006/relationships/image" Target="../media/image7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9.xml"/><Relationship Id="rId3" Type="http://schemas.openxmlformats.org/officeDocument/2006/relationships/image" Target="../media/image75.png"/><Relationship Id="rId4" Type="http://schemas.openxmlformats.org/officeDocument/2006/relationships/image" Target="../media/image77.png"/><Relationship Id="rId9" Type="http://schemas.openxmlformats.org/officeDocument/2006/relationships/image" Target="../media/image100.png"/><Relationship Id="rId5" Type="http://schemas.openxmlformats.org/officeDocument/2006/relationships/image" Target="../media/image79.png"/><Relationship Id="rId6" Type="http://schemas.openxmlformats.org/officeDocument/2006/relationships/image" Target="../media/image78.png"/><Relationship Id="rId7" Type="http://schemas.openxmlformats.org/officeDocument/2006/relationships/image" Target="../media/image81.png"/><Relationship Id="rId8" Type="http://schemas.openxmlformats.org/officeDocument/2006/relationships/image" Target="../media/image80.png"/><Relationship Id="rId11" Type="http://schemas.openxmlformats.org/officeDocument/2006/relationships/image" Target="../media/image95.png"/><Relationship Id="rId10" Type="http://schemas.openxmlformats.org/officeDocument/2006/relationships/image" Target="../media/image91.png"/><Relationship Id="rId13" Type="http://schemas.openxmlformats.org/officeDocument/2006/relationships/image" Target="../media/image93.png"/><Relationship Id="rId12" Type="http://schemas.openxmlformats.org/officeDocument/2006/relationships/image" Target="../media/image96.png"/><Relationship Id="rId14" Type="http://schemas.openxmlformats.org/officeDocument/2006/relationships/image" Target="../media/image9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20.xml"/><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1.xml"/><Relationship Id="rId3" Type="http://schemas.openxmlformats.org/officeDocument/2006/relationships/image" Target="../media/image4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47.png"/><Relationship Id="rId6" Type="http://schemas.openxmlformats.org/officeDocument/2006/relationships/image" Target="../media/image50.png"/><Relationship Id="rId7" Type="http://schemas.openxmlformats.org/officeDocument/2006/relationships/image" Target="../media/image52.png"/><Relationship Id="rId8" Type="http://schemas.openxmlformats.org/officeDocument/2006/relationships/image" Target="../media/image9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3.xml"/><Relationship Id="rId3" Type="http://schemas.openxmlformats.org/officeDocument/2006/relationships/image" Target="../media/image99.png"/><Relationship Id="rId4" Type="http://schemas.openxmlformats.org/officeDocument/2006/relationships/image" Target="../media/image101.png"/><Relationship Id="rId5" Type="http://schemas.openxmlformats.org/officeDocument/2006/relationships/image" Target="../media/image97.png"/><Relationship Id="rId6" Type="http://schemas.openxmlformats.org/officeDocument/2006/relationships/image" Target="../media/image102.png"/><Relationship Id="rId7" Type="http://schemas.openxmlformats.org/officeDocument/2006/relationships/image" Target="../media/image104.png"/><Relationship Id="rId8" Type="http://schemas.openxmlformats.org/officeDocument/2006/relationships/image" Target="../media/image10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4.xml"/><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47.png"/><Relationship Id="rId6" Type="http://schemas.openxmlformats.org/officeDocument/2006/relationships/image" Target="../media/image50.png"/><Relationship Id="rId7" Type="http://schemas.openxmlformats.org/officeDocument/2006/relationships/image" Target="../media/image52.png"/><Relationship Id="rId8" Type="http://schemas.openxmlformats.org/officeDocument/2006/relationships/image" Target="../media/image10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5.xml"/><Relationship Id="rId3" Type="http://schemas.openxmlformats.org/officeDocument/2006/relationships/image" Target="../media/image106.png"/><Relationship Id="rId4" Type="http://schemas.openxmlformats.org/officeDocument/2006/relationships/image" Target="../media/image105.png"/><Relationship Id="rId5" Type="http://schemas.openxmlformats.org/officeDocument/2006/relationships/image" Target="../media/image101.png"/><Relationship Id="rId6" Type="http://schemas.openxmlformats.org/officeDocument/2006/relationships/image" Target="../media/image107.png"/><Relationship Id="rId7" Type="http://schemas.openxmlformats.org/officeDocument/2006/relationships/image" Target="../media/image10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6.xml"/><Relationship Id="rId3" Type="http://schemas.openxmlformats.org/officeDocument/2006/relationships/image" Target="../media/image109.png"/><Relationship Id="rId4" Type="http://schemas.openxmlformats.org/officeDocument/2006/relationships/image" Target="../media/image110.png"/><Relationship Id="rId9" Type="http://schemas.openxmlformats.org/officeDocument/2006/relationships/image" Target="../media/image119.png"/><Relationship Id="rId5" Type="http://schemas.openxmlformats.org/officeDocument/2006/relationships/image" Target="../media/image114.png"/><Relationship Id="rId6" Type="http://schemas.openxmlformats.org/officeDocument/2006/relationships/image" Target="../media/image113.png"/><Relationship Id="rId7" Type="http://schemas.openxmlformats.org/officeDocument/2006/relationships/image" Target="../media/image115.png"/><Relationship Id="rId8" Type="http://schemas.openxmlformats.org/officeDocument/2006/relationships/image" Target="../media/image116.png"/><Relationship Id="rId11" Type="http://schemas.openxmlformats.org/officeDocument/2006/relationships/image" Target="../media/image117.png"/><Relationship Id="rId10" Type="http://schemas.openxmlformats.org/officeDocument/2006/relationships/image" Target="../media/image111.png"/><Relationship Id="rId12" Type="http://schemas.openxmlformats.org/officeDocument/2006/relationships/image" Target="../media/image1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7.xml"/><Relationship Id="rId3" Type="http://schemas.openxmlformats.org/officeDocument/2006/relationships/image" Target="../media/image120.png"/><Relationship Id="rId4" Type="http://schemas.openxmlformats.org/officeDocument/2006/relationships/image" Target="../media/image48.png"/><Relationship Id="rId9" Type="http://schemas.openxmlformats.org/officeDocument/2006/relationships/image" Target="../media/image124.png"/><Relationship Id="rId5" Type="http://schemas.openxmlformats.org/officeDocument/2006/relationships/image" Target="../media/image49.png"/><Relationship Id="rId6" Type="http://schemas.openxmlformats.org/officeDocument/2006/relationships/image" Target="../media/image121.png"/><Relationship Id="rId7" Type="http://schemas.openxmlformats.org/officeDocument/2006/relationships/image" Target="../media/image122.png"/><Relationship Id="rId8" Type="http://schemas.openxmlformats.org/officeDocument/2006/relationships/image" Target="../media/image1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8.xml"/><Relationship Id="rId3" Type="http://schemas.openxmlformats.org/officeDocument/2006/relationships/image" Target="../media/image125.png"/><Relationship Id="rId4" Type="http://schemas.openxmlformats.org/officeDocument/2006/relationships/image" Target="../media/image129.png"/><Relationship Id="rId5" Type="http://schemas.openxmlformats.org/officeDocument/2006/relationships/image" Target="../media/image127.png"/><Relationship Id="rId6" Type="http://schemas.openxmlformats.org/officeDocument/2006/relationships/image" Target="../media/image126.png"/><Relationship Id="rId7" Type="http://schemas.openxmlformats.org/officeDocument/2006/relationships/image" Target="../media/image1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9.xml"/><Relationship Id="rId3" Type="http://schemas.openxmlformats.org/officeDocument/2006/relationships/image" Target="../media/image130.png"/><Relationship Id="rId4" Type="http://schemas.openxmlformats.org/officeDocument/2006/relationships/image" Target="../media/image128.png"/><Relationship Id="rId9" Type="http://schemas.openxmlformats.org/officeDocument/2006/relationships/image" Target="../media/image135.png"/><Relationship Id="rId5" Type="http://schemas.openxmlformats.org/officeDocument/2006/relationships/image" Target="../media/image131.png"/><Relationship Id="rId6" Type="http://schemas.openxmlformats.org/officeDocument/2006/relationships/image" Target="../media/image133.png"/><Relationship Id="rId7" Type="http://schemas.openxmlformats.org/officeDocument/2006/relationships/image" Target="../media/image136.png"/><Relationship Id="rId8" Type="http://schemas.openxmlformats.org/officeDocument/2006/relationships/image" Target="../media/image134.png"/><Relationship Id="rId11" Type="http://schemas.openxmlformats.org/officeDocument/2006/relationships/image" Target="../media/image137.png"/><Relationship Id="rId10" Type="http://schemas.openxmlformats.org/officeDocument/2006/relationships/image" Target="../media/image138.png"/><Relationship Id="rId12" Type="http://schemas.openxmlformats.org/officeDocument/2006/relationships/image" Target="../media/image14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30.xml"/><Relationship Id="rId3" Type="http://schemas.openxmlformats.org/officeDocument/2006/relationships/image" Target="../media/image130.png"/><Relationship Id="rId4" Type="http://schemas.openxmlformats.org/officeDocument/2006/relationships/image" Target="../media/image128.png"/><Relationship Id="rId9" Type="http://schemas.openxmlformats.org/officeDocument/2006/relationships/image" Target="../media/image135.png"/><Relationship Id="rId5" Type="http://schemas.openxmlformats.org/officeDocument/2006/relationships/image" Target="../media/image131.png"/><Relationship Id="rId6" Type="http://schemas.openxmlformats.org/officeDocument/2006/relationships/image" Target="../media/image133.png"/><Relationship Id="rId7" Type="http://schemas.openxmlformats.org/officeDocument/2006/relationships/image" Target="../media/image136.png"/><Relationship Id="rId8" Type="http://schemas.openxmlformats.org/officeDocument/2006/relationships/image" Target="../media/image134.png"/><Relationship Id="rId11" Type="http://schemas.openxmlformats.org/officeDocument/2006/relationships/image" Target="../media/image139.png"/><Relationship Id="rId10" Type="http://schemas.openxmlformats.org/officeDocument/2006/relationships/image" Target="../media/image138.png"/><Relationship Id="rId13" Type="http://schemas.openxmlformats.org/officeDocument/2006/relationships/image" Target="../media/image142.png"/><Relationship Id="rId12" Type="http://schemas.openxmlformats.org/officeDocument/2006/relationships/image" Target="../media/image146.png"/><Relationship Id="rId15" Type="http://schemas.openxmlformats.org/officeDocument/2006/relationships/image" Target="../media/image143.png"/><Relationship Id="rId14" Type="http://schemas.openxmlformats.org/officeDocument/2006/relationships/image" Target="../media/image145.png"/><Relationship Id="rId17" Type="http://schemas.openxmlformats.org/officeDocument/2006/relationships/image" Target="../media/image141.png"/><Relationship Id="rId16" Type="http://schemas.openxmlformats.org/officeDocument/2006/relationships/image" Target="../media/image148.png"/><Relationship Id="rId18" Type="http://schemas.openxmlformats.org/officeDocument/2006/relationships/image" Target="../media/image14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31.xml"/><Relationship Id="rId3" Type="http://schemas.openxmlformats.org/officeDocument/2006/relationships/image" Target="../media/image57.png"/><Relationship Id="rId4" Type="http://schemas.openxmlformats.org/officeDocument/2006/relationships/image" Target="../media/image10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32.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14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64"/>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Securing understanding of addition and subtraction with fractions</a:t>
            </a:r>
            <a:endParaRPr/>
          </a:p>
        </p:txBody>
      </p:sp>
      <p:sp>
        <p:nvSpPr>
          <p:cNvPr id="751" name="Google Shape;751;p64"/>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Arithmetic procedures with fractions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5" name="Shape 755"/>
        <p:cNvGrpSpPr/>
        <p:nvPr/>
      </p:nvGrpSpPr>
      <p:grpSpPr>
        <a:xfrm>
          <a:off x="0" y="0"/>
          <a:ext cx="0" cy="0"/>
          <a:chOff x="0" y="0"/>
          <a:chExt cx="0" cy="0"/>
        </a:xfrm>
      </p:grpSpPr>
      <p:sp>
        <p:nvSpPr>
          <p:cNvPr id="756" name="Google Shape;756;p65"/>
          <p:cNvSpPr txBox="1"/>
          <p:nvPr/>
        </p:nvSpPr>
        <p:spPr>
          <a:xfrm>
            <a:off x="5578975" y="724425"/>
            <a:ext cx="1928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66"/>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generalise and fluently use addition and subtraction strategies to calculate with fractions and mixed numbers.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67"/>
          <p:cNvSpPr txBox="1"/>
          <p:nvPr>
            <p:ph idx="2" type="subTitle"/>
          </p:nvPr>
        </p:nvSpPr>
        <p:spPr>
          <a:xfrm>
            <a:off x="324001" y="2238738"/>
            <a:ext cx="82410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0" lang="en-GB"/>
              <a:t>A mixed number is an improper fraction written as its integer part plus the fractional part where the fractional part is a proper fraction.  </a:t>
            </a:r>
            <a:endParaRPr b="0"/>
          </a:p>
        </p:txBody>
      </p:sp>
      <p:sp>
        <p:nvSpPr>
          <p:cNvPr id="767" name="Google Shape;767;p67"/>
          <p:cNvSpPr txBox="1"/>
          <p:nvPr>
            <p:ph idx="1" type="subTitle"/>
          </p:nvPr>
        </p:nvSpPr>
        <p:spPr>
          <a:xfrm>
            <a:off x="324001" y="993650"/>
            <a:ext cx="82410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0" lang="en-GB"/>
              <a:t>An improper fraction is a fraction where the numerator is greater than or equal to the denominator.  </a:t>
            </a:r>
            <a:endParaRPr b="0"/>
          </a:p>
        </p:txBody>
      </p:sp>
      <p:sp>
        <p:nvSpPr>
          <p:cNvPr id="768" name="Google Shape;768;p67"/>
          <p:cNvSpPr txBox="1"/>
          <p:nvPr>
            <p:ph idx="3" type="subTitle"/>
          </p:nvPr>
        </p:nvSpPr>
        <p:spPr>
          <a:xfrm>
            <a:off x="324001" y="3941026"/>
            <a:ext cx="82410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0" lang="en-GB"/>
              <a:t>LCM is an abbreviation for lowest common multiple. </a:t>
            </a:r>
            <a:endParaRPr b="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68"/>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Addition and subtraction involving mixed numbers</a:t>
            </a:r>
            <a:endParaRPr/>
          </a:p>
        </p:txBody>
      </p:sp>
      <p:sp>
        <p:nvSpPr>
          <p:cNvPr id="774" name="Google Shape;774;p68"/>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Efficient calculation strategies</a:t>
            </a:r>
            <a:endParaRPr/>
          </a:p>
        </p:txBody>
      </p:sp>
      <p:sp>
        <p:nvSpPr>
          <p:cNvPr id="775" name="Google Shape;775;p68"/>
          <p:cNvSpPr txBox="1"/>
          <p:nvPr>
            <p:ph idx="3" type="title"/>
          </p:nvPr>
        </p:nvSpPr>
        <p:spPr>
          <a:xfrm>
            <a:off x="324000" y="657600"/>
            <a:ext cx="84960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Securing understanding of addition and subtraction with fractions</a:t>
            </a:r>
            <a:endParaRPr/>
          </a:p>
        </p:txBody>
      </p:sp>
      <p:pic>
        <p:nvPicPr>
          <p:cNvPr id="776" name="Google Shape;776;p68"/>
          <p:cNvPicPr preferRelativeResize="0"/>
          <p:nvPr/>
        </p:nvPicPr>
        <p:blipFill>
          <a:blip r:embed="rId3">
            <a:alphaModFix/>
          </a:blip>
          <a:stretch>
            <a:fillRect/>
          </a:stretch>
        </p:blipFill>
        <p:spPr>
          <a:xfrm>
            <a:off x="415975" y="2052100"/>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6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Addition and subtraction involving mixed numbers</a:t>
            </a:r>
            <a:endParaRPr/>
          </a:p>
        </p:txBody>
      </p:sp>
      <p:sp>
        <p:nvSpPr>
          <p:cNvPr id="782" name="Google Shape;782;p69"/>
          <p:cNvSpPr txBox="1"/>
          <p:nvPr>
            <p:ph idx="1" type="body"/>
          </p:nvPr>
        </p:nvSpPr>
        <p:spPr>
          <a:xfrm>
            <a:off x="324000" y="606900"/>
            <a:ext cx="8237700" cy="696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Laura and Andeep are talking about how much time they spent on their homework last week.</a:t>
            </a:r>
            <a:endParaRPr/>
          </a:p>
        </p:txBody>
      </p:sp>
      <p:pic>
        <p:nvPicPr>
          <p:cNvPr id="783" name="Google Shape;783;p69"/>
          <p:cNvPicPr preferRelativeResize="0"/>
          <p:nvPr/>
        </p:nvPicPr>
        <p:blipFill>
          <a:blip r:embed="rId3">
            <a:alphaModFix/>
          </a:blip>
          <a:stretch>
            <a:fillRect/>
          </a:stretch>
        </p:blipFill>
        <p:spPr>
          <a:xfrm>
            <a:off x="7461412" y="1975224"/>
            <a:ext cx="788350" cy="1016564"/>
          </a:xfrm>
          <a:prstGeom prst="rect">
            <a:avLst/>
          </a:prstGeom>
          <a:noFill/>
          <a:ln>
            <a:noFill/>
          </a:ln>
        </p:spPr>
      </p:pic>
      <p:sp>
        <p:nvSpPr>
          <p:cNvPr id="784" name="Google Shape;784;p69"/>
          <p:cNvSpPr txBox="1"/>
          <p:nvPr/>
        </p:nvSpPr>
        <p:spPr>
          <a:xfrm>
            <a:off x="7374075" y="3025925"/>
            <a:ext cx="963000" cy="242700"/>
          </a:xfrm>
          <a:prstGeom prst="rect">
            <a:avLst/>
          </a:prstGeom>
          <a:noFill/>
          <a:ln>
            <a:noFill/>
          </a:ln>
        </p:spPr>
        <p:txBody>
          <a:bodyPr anchorCtr="0" anchor="ctr" bIns="0" lIns="0" spcFirstLastPara="1" rIns="1800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Andeep</a:t>
            </a:r>
            <a:endParaRPr b="1" sz="1800">
              <a:latin typeface="Lexend"/>
              <a:ea typeface="Lexend"/>
              <a:cs typeface="Lexend"/>
              <a:sym typeface="Lexend"/>
            </a:endParaRPr>
          </a:p>
        </p:txBody>
      </p:sp>
      <p:sp>
        <p:nvSpPr>
          <p:cNvPr id="785" name="Google Shape;785;p69"/>
          <p:cNvSpPr txBox="1"/>
          <p:nvPr/>
        </p:nvSpPr>
        <p:spPr>
          <a:xfrm>
            <a:off x="486800" y="3025925"/>
            <a:ext cx="788400" cy="242700"/>
          </a:xfrm>
          <a:prstGeom prst="rect">
            <a:avLst/>
          </a:prstGeom>
          <a:noFill/>
          <a:ln>
            <a:noFill/>
          </a:ln>
        </p:spPr>
        <p:txBody>
          <a:bodyPr anchorCtr="0" anchor="ctr" bIns="0" lIns="0" spcFirstLastPara="1" rIns="1800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Laura</a:t>
            </a:r>
            <a:endParaRPr b="1" sz="1800">
              <a:latin typeface="Lexend"/>
              <a:ea typeface="Lexend"/>
              <a:cs typeface="Lexend"/>
              <a:sym typeface="Lexend"/>
            </a:endParaRPr>
          </a:p>
        </p:txBody>
      </p:sp>
      <p:pic>
        <p:nvPicPr>
          <p:cNvPr id="786" name="Google Shape;786;p69"/>
          <p:cNvPicPr preferRelativeResize="0"/>
          <p:nvPr/>
        </p:nvPicPr>
        <p:blipFill>
          <a:blip r:embed="rId4">
            <a:alphaModFix/>
          </a:blip>
          <a:stretch>
            <a:fillRect/>
          </a:stretch>
        </p:blipFill>
        <p:spPr>
          <a:xfrm>
            <a:off x="477127" y="1954552"/>
            <a:ext cx="807750" cy="1057915"/>
          </a:xfrm>
          <a:prstGeom prst="rect">
            <a:avLst/>
          </a:prstGeom>
          <a:noFill/>
          <a:ln>
            <a:noFill/>
          </a:ln>
        </p:spPr>
      </p:pic>
      <p:grpSp>
        <p:nvGrpSpPr>
          <p:cNvPr id="787" name="Google Shape;787;p69"/>
          <p:cNvGrpSpPr/>
          <p:nvPr/>
        </p:nvGrpSpPr>
        <p:grpSpPr>
          <a:xfrm>
            <a:off x="1302898" y="1258375"/>
            <a:ext cx="1955251" cy="1316250"/>
            <a:chOff x="1302898" y="2782375"/>
            <a:chExt cx="1955251" cy="1316250"/>
          </a:xfrm>
        </p:grpSpPr>
        <p:pic>
          <p:nvPicPr>
            <p:cNvPr id="788" name="Google Shape;788;p69"/>
            <p:cNvPicPr preferRelativeResize="0"/>
            <p:nvPr/>
          </p:nvPicPr>
          <p:blipFill rotWithShape="1">
            <a:blip r:embed="rId5">
              <a:alphaModFix/>
            </a:blip>
            <a:srcRect b="0" l="0" r="69082" t="56280"/>
            <a:stretch/>
          </p:blipFill>
          <p:spPr>
            <a:xfrm flipH="1">
              <a:off x="1302898" y="2782375"/>
              <a:ext cx="1955251" cy="1316250"/>
            </a:xfrm>
            <a:prstGeom prst="rect">
              <a:avLst/>
            </a:prstGeom>
            <a:noFill/>
            <a:ln>
              <a:noFill/>
            </a:ln>
          </p:spPr>
        </p:pic>
        <p:sp>
          <p:nvSpPr>
            <p:cNvPr id="789" name="Google Shape;789;p69"/>
            <p:cNvSpPr txBox="1"/>
            <p:nvPr/>
          </p:nvSpPr>
          <p:spPr>
            <a:xfrm>
              <a:off x="1424625" y="2960875"/>
              <a:ext cx="1457700" cy="77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latin typeface="Lexend"/>
                  <a:ea typeface="Lexend"/>
                  <a:cs typeface="Lexend"/>
                  <a:sym typeface="Lexend"/>
                </a:rPr>
                <a:t>I spent        hours </a:t>
              </a:r>
              <a:endParaRPr sz="2200">
                <a:latin typeface="Lexend"/>
                <a:ea typeface="Lexend"/>
                <a:cs typeface="Lexend"/>
                <a:sym typeface="Lexend"/>
              </a:endParaRPr>
            </a:p>
          </p:txBody>
        </p:sp>
        <p:pic>
          <p:nvPicPr>
            <p:cNvPr descr="&lt;math xmlns=&quot;http://www.w3.org/1998/Math/MathML&quot; display=&quot;block&quot; data-is-equatio=&quot;1&quot; data-latex=&quot;2\ \frac{3}{4}&quot;&gt;&lt;mn&gt;2&lt;/mn&gt;&lt;mtext&gt;&lt;/mtext&gt;&lt;mfrac&gt;&lt;mn&gt;3&lt;/mn&gt;&lt;mn&gt;4&lt;/mn&gt;&lt;/mfrac&gt;&lt;/math&gt;" id="790" name="Google Shape;790;p69" title="2 three fourths"/>
            <p:cNvPicPr preferRelativeResize="0"/>
            <p:nvPr/>
          </p:nvPicPr>
          <p:blipFill>
            <a:blip r:embed="rId6">
              <a:alphaModFix/>
            </a:blip>
            <a:stretch>
              <a:fillRect/>
            </a:stretch>
          </p:blipFill>
          <p:spPr>
            <a:xfrm>
              <a:off x="2590948" y="2982075"/>
              <a:ext cx="403258" cy="563749"/>
            </a:xfrm>
            <a:prstGeom prst="rect">
              <a:avLst/>
            </a:prstGeom>
            <a:noFill/>
            <a:ln>
              <a:noFill/>
            </a:ln>
          </p:spPr>
        </p:pic>
      </p:grpSp>
      <p:grpSp>
        <p:nvGrpSpPr>
          <p:cNvPr id="791" name="Google Shape;791;p69"/>
          <p:cNvGrpSpPr/>
          <p:nvPr/>
        </p:nvGrpSpPr>
        <p:grpSpPr>
          <a:xfrm>
            <a:off x="5495548" y="1283125"/>
            <a:ext cx="1955251" cy="1316250"/>
            <a:chOff x="3619398" y="3239575"/>
            <a:chExt cx="1955251" cy="1316250"/>
          </a:xfrm>
        </p:grpSpPr>
        <p:pic>
          <p:nvPicPr>
            <p:cNvPr id="792" name="Google Shape;792;p69"/>
            <p:cNvPicPr preferRelativeResize="0"/>
            <p:nvPr/>
          </p:nvPicPr>
          <p:blipFill rotWithShape="1">
            <a:blip r:embed="rId5">
              <a:alphaModFix/>
            </a:blip>
            <a:srcRect b="0" l="0" r="69082" t="56280"/>
            <a:stretch/>
          </p:blipFill>
          <p:spPr>
            <a:xfrm>
              <a:off x="3619398" y="3239575"/>
              <a:ext cx="1955251" cy="1316250"/>
            </a:xfrm>
            <a:prstGeom prst="rect">
              <a:avLst/>
            </a:prstGeom>
            <a:noFill/>
            <a:ln>
              <a:noFill/>
            </a:ln>
          </p:spPr>
        </p:pic>
        <p:sp>
          <p:nvSpPr>
            <p:cNvPr id="793" name="Google Shape;793;p69"/>
            <p:cNvSpPr txBox="1"/>
            <p:nvPr/>
          </p:nvSpPr>
          <p:spPr>
            <a:xfrm>
              <a:off x="3664925" y="3418075"/>
              <a:ext cx="1457700" cy="77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latin typeface="Lexend"/>
                  <a:ea typeface="Lexend"/>
                  <a:cs typeface="Lexend"/>
                  <a:sym typeface="Lexend"/>
                </a:rPr>
                <a:t>I spent       hours</a:t>
              </a:r>
              <a:endParaRPr sz="2200">
                <a:latin typeface="Lexend"/>
                <a:ea typeface="Lexend"/>
                <a:cs typeface="Lexend"/>
                <a:sym typeface="Lexend"/>
              </a:endParaRPr>
            </a:p>
          </p:txBody>
        </p:sp>
        <p:pic>
          <p:nvPicPr>
            <p:cNvPr descr="&lt;math xmlns=&quot;http://www.w3.org/1998/Math/MathML&quot; display=&quot;block&quot; data-is-equatio=&quot;1&quot; data-latex=&quot;3\ \frac{5}{12}&quot;&gt;&lt;mn&gt;3&lt;/mn&gt;&lt;mtext&gt;&lt;/mtext&gt;&lt;mfrac&gt;&lt;mn&gt;5&lt;/mn&gt;&lt;mn&gt;12&lt;/mn&gt;&lt;/mfrac&gt;&lt;/math&gt;" id="794" name="Google Shape;794;p69" title="3 5 over 12"/>
            <p:cNvPicPr preferRelativeResize="0"/>
            <p:nvPr/>
          </p:nvPicPr>
          <p:blipFill>
            <a:blip r:embed="rId7">
              <a:alphaModFix/>
            </a:blip>
            <a:stretch>
              <a:fillRect/>
            </a:stretch>
          </p:blipFill>
          <p:spPr>
            <a:xfrm>
              <a:off x="4811240" y="3418076"/>
              <a:ext cx="538300" cy="563749"/>
            </a:xfrm>
            <a:prstGeom prst="rect">
              <a:avLst/>
            </a:prstGeom>
            <a:noFill/>
            <a:ln>
              <a:noFill/>
            </a:ln>
          </p:spPr>
        </p:pic>
      </p:grpSp>
      <p:sp>
        <p:nvSpPr>
          <p:cNvPr id="795" name="Google Shape;795;p69"/>
          <p:cNvSpPr txBox="1"/>
          <p:nvPr>
            <p:ph idx="1" type="body"/>
          </p:nvPr>
        </p:nvSpPr>
        <p:spPr>
          <a:xfrm>
            <a:off x="324000" y="3475200"/>
            <a:ext cx="7428000" cy="330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How much longer did Andeep spend on his homework?</a:t>
            </a:r>
            <a:endParaRPr/>
          </a:p>
        </p:txBody>
      </p:sp>
      <p:pic>
        <p:nvPicPr>
          <p:cNvPr descr="&lt;math xmlns=&quot;http://www.w3.org/1998/Math/MathML&quot; display=&quot;block&quot; data-is-equatio=&quot;1&quot; data-latex=&quot;3\ \frac{5}{12}-2\ \frac{3}{4}=\frac{41}{12}-\frac{11}{4}=\frac{41}{12}-\frac{33}{12}=\frac{8}{12}=\frac{2}{3}hour&quot;&gt;&lt;mn&gt;3&lt;/mn&gt;&lt;mtext&gt;&lt;/mtext&gt;&lt;mfrac&gt;&lt;mn&gt;5&lt;/mn&gt;&lt;mn&gt;12&lt;/mn&gt;&lt;/mfrac&gt;&lt;mo&gt;−&lt;/mo&gt;&lt;mn&gt;2&lt;/mn&gt;&lt;mtext&gt;&lt;/mtext&gt;&lt;mfrac&gt;&lt;mn&gt;3&lt;/mn&gt;&lt;mn&gt;4&lt;/mn&gt;&lt;/mfrac&gt;&lt;mo&gt;=&lt;/mo&gt;&lt;mfrac&gt;&lt;mn&gt;41&lt;/mn&gt;&lt;mn&gt;12&lt;/mn&gt;&lt;/mfrac&gt;&lt;mo&gt;−&lt;/mo&gt;&lt;mfrac&gt;&lt;mn&gt;11&lt;/mn&gt;&lt;mn&gt;4&lt;/mn&gt;&lt;/mfrac&gt;&lt;mo&gt;=&lt;/mo&gt;&lt;mfrac&gt;&lt;mn&gt;41&lt;/mn&gt;&lt;mn&gt;12&lt;/mn&gt;&lt;/mfrac&gt;&lt;mo&gt;−&lt;/mo&gt;&lt;mfrac&gt;&lt;mn&gt;33&lt;/mn&gt;&lt;mn&gt;12&lt;/mn&gt;&lt;/mfrac&gt;&lt;mo&gt;=&lt;/mo&gt;&lt;mfrac&gt;&lt;mn&gt;8&lt;/mn&gt;&lt;mn&gt;12&lt;/mn&gt;&lt;/mfrac&gt;&lt;mo&gt;=&lt;/mo&gt;&lt;mfrac&gt;&lt;mn&gt;2&lt;/mn&gt;&lt;mn&gt;3&lt;/mn&gt;&lt;/mfrac&gt;&lt;mi&gt;h&lt;/mi&gt;&lt;mi&gt;o&lt;/mi&gt;&lt;mi&gt;u&lt;/mi&gt;&lt;mi&gt;r&lt;/mi&gt;&lt;/math&gt;" id="796" name="Google Shape;796;p69" title="3 5 over 12 minus 2 three fourths equals 41 over 12 minus eleven fourths equals 41 over 12 minus 33 over 12 equals 8 over 12 equals two thirds h of o u r"/>
          <p:cNvPicPr preferRelativeResize="0"/>
          <p:nvPr/>
        </p:nvPicPr>
        <p:blipFill rotWithShape="1">
          <a:blip r:embed="rId8">
            <a:alphaModFix/>
          </a:blip>
          <a:srcRect b="0" l="0" r="8642" t="0"/>
          <a:stretch/>
        </p:blipFill>
        <p:spPr>
          <a:xfrm>
            <a:off x="1081251" y="4012675"/>
            <a:ext cx="6377950" cy="675325"/>
          </a:xfrm>
          <a:prstGeom prst="rect">
            <a:avLst/>
          </a:prstGeom>
          <a:noFill/>
          <a:ln>
            <a:noFill/>
          </a:ln>
        </p:spPr>
      </p:pic>
      <p:sp>
        <p:nvSpPr>
          <p:cNvPr id="797" name="Google Shape;797;p69"/>
          <p:cNvSpPr/>
          <p:nvPr/>
        </p:nvSpPr>
        <p:spPr>
          <a:xfrm>
            <a:off x="2725650" y="3973675"/>
            <a:ext cx="737700" cy="788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98" name="Google Shape;798;p69"/>
          <p:cNvSpPr/>
          <p:nvPr/>
        </p:nvSpPr>
        <p:spPr>
          <a:xfrm>
            <a:off x="3559775" y="3973675"/>
            <a:ext cx="737700" cy="788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99" name="Google Shape;799;p69"/>
          <p:cNvSpPr/>
          <p:nvPr/>
        </p:nvSpPr>
        <p:spPr>
          <a:xfrm>
            <a:off x="4393900" y="3936475"/>
            <a:ext cx="1582800" cy="788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00" name="Google Shape;800;p69"/>
          <p:cNvSpPr/>
          <p:nvPr/>
        </p:nvSpPr>
        <p:spPr>
          <a:xfrm>
            <a:off x="6036950" y="3925800"/>
            <a:ext cx="788400" cy="788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01" name="Google Shape;801;p69"/>
          <p:cNvSpPr txBox="1"/>
          <p:nvPr/>
        </p:nvSpPr>
        <p:spPr>
          <a:xfrm>
            <a:off x="7550400" y="4117913"/>
            <a:ext cx="1011300" cy="3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hour</a:t>
            </a:r>
            <a:endParaRPr sz="2200">
              <a:solidFill>
                <a:schemeClr val="dk1"/>
              </a:solidFill>
              <a:latin typeface="Kalam"/>
              <a:ea typeface="Kalam"/>
              <a:cs typeface="Kalam"/>
              <a:sym typeface="Kalam"/>
            </a:endParaRPr>
          </a:p>
        </p:txBody>
      </p:sp>
      <p:sp>
        <p:nvSpPr>
          <p:cNvPr id="802" name="Google Shape;802;p69"/>
          <p:cNvSpPr/>
          <p:nvPr/>
        </p:nvSpPr>
        <p:spPr>
          <a:xfrm>
            <a:off x="6789675" y="3973675"/>
            <a:ext cx="1582800" cy="788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79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79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79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0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0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Addition and subtraction involving mixed numbers</a:t>
            </a:r>
            <a:endParaRPr/>
          </a:p>
        </p:txBody>
      </p:sp>
      <p:sp>
        <p:nvSpPr>
          <p:cNvPr id="808" name="Google Shape;808;p70"/>
          <p:cNvSpPr txBox="1"/>
          <p:nvPr/>
        </p:nvSpPr>
        <p:spPr>
          <a:xfrm>
            <a:off x="324000" y="759300"/>
            <a:ext cx="82377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solidFill>
                  <a:srgbClr val="000000"/>
                </a:solidFill>
                <a:latin typeface="Lexend"/>
                <a:ea typeface="Lexend"/>
                <a:cs typeface="Lexend"/>
                <a:sym typeface="Lexend"/>
              </a:rPr>
              <a:t>What number is the arrow pointing at?</a:t>
            </a:r>
            <a:endParaRPr sz="2200">
              <a:solidFill>
                <a:srgbClr val="000000"/>
              </a:solidFill>
              <a:latin typeface="Lexend"/>
              <a:ea typeface="Lexend"/>
              <a:cs typeface="Lexend"/>
              <a:sym typeface="Lexend"/>
            </a:endParaRPr>
          </a:p>
        </p:txBody>
      </p:sp>
      <p:cxnSp>
        <p:nvCxnSpPr>
          <p:cNvPr id="809" name="Google Shape;809;p70"/>
          <p:cNvCxnSpPr/>
          <p:nvPr/>
        </p:nvCxnSpPr>
        <p:spPr>
          <a:xfrm>
            <a:off x="1682700" y="2848300"/>
            <a:ext cx="5240100" cy="5100"/>
          </a:xfrm>
          <a:prstGeom prst="straightConnector1">
            <a:avLst/>
          </a:prstGeom>
          <a:noFill/>
          <a:ln cap="flat" cmpd="sng" w="38100">
            <a:solidFill>
              <a:srgbClr val="000000"/>
            </a:solidFill>
            <a:prstDash val="solid"/>
            <a:round/>
            <a:headEnd len="med" w="med" type="none"/>
            <a:tailEnd len="med" w="med" type="none"/>
          </a:ln>
        </p:spPr>
      </p:cxnSp>
      <p:cxnSp>
        <p:nvCxnSpPr>
          <p:cNvPr id="810" name="Google Shape;810;p70"/>
          <p:cNvCxnSpPr/>
          <p:nvPr/>
        </p:nvCxnSpPr>
        <p:spPr>
          <a:xfrm flipH="1">
            <a:off x="2884650" y="2746600"/>
            <a:ext cx="5100" cy="208500"/>
          </a:xfrm>
          <a:prstGeom prst="straightConnector1">
            <a:avLst/>
          </a:prstGeom>
          <a:noFill/>
          <a:ln cap="flat" cmpd="sng" w="38100">
            <a:solidFill>
              <a:srgbClr val="000000"/>
            </a:solidFill>
            <a:prstDash val="solid"/>
            <a:round/>
            <a:headEnd len="med" w="med" type="none"/>
            <a:tailEnd len="med" w="med" type="none"/>
          </a:ln>
        </p:spPr>
      </p:cxnSp>
      <p:cxnSp>
        <p:nvCxnSpPr>
          <p:cNvPr id="811" name="Google Shape;811;p70"/>
          <p:cNvCxnSpPr/>
          <p:nvPr/>
        </p:nvCxnSpPr>
        <p:spPr>
          <a:xfrm flipH="1">
            <a:off x="5458725" y="2746600"/>
            <a:ext cx="5100" cy="208500"/>
          </a:xfrm>
          <a:prstGeom prst="straightConnector1">
            <a:avLst/>
          </a:prstGeom>
          <a:noFill/>
          <a:ln cap="flat" cmpd="sng" w="38100">
            <a:solidFill>
              <a:srgbClr val="000000"/>
            </a:solidFill>
            <a:prstDash val="solid"/>
            <a:round/>
            <a:headEnd len="med" w="med" type="none"/>
            <a:tailEnd len="med" w="med" type="none"/>
          </a:ln>
        </p:spPr>
      </p:cxnSp>
      <p:sp>
        <p:nvSpPr>
          <p:cNvPr id="812" name="Google Shape;812;p70"/>
          <p:cNvSpPr/>
          <p:nvPr/>
        </p:nvSpPr>
        <p:spPr>
          <a:xfrm>
            <a:off x="5318775" y="2080075"/>
            <a:ext cx="285000" cy="564600"/>
          </a:xfrm>
          <a:prstGeom prst="downArrow">
            <a:avLst>
              <a:gd fmla="val 50000" name="adj1"/>
              <a:gd fmla="val 50000" name="adj2"/>
            </a:avLst>
          </a:prstGeom>
          <a:solidFill>
            <a:srgbClr val="845A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13" name="Google Shape;813;p70"/>
          <p:cNvCxnSpPr/>
          <p:nvPr/>
        </p:nvCxnSpPr>
        <p:spPr>
          <a:xfrm>
            <a:off x="2878275" y="3194250"/>
            <a:ext cx="2574300" cy="0"/>
          </a:xfrm>
          <a:prstGeom prst="straightConnector1">
            <a:avLst/>
          </a:prstGeom>
          <a:noFill/>
          <a:ln cap="flat" cmpd="sng" w="38100">
            <a:solidFill>
              <a:srgbClr val="808080"/>
            </a:solidFill>
            <a:prstDash val="solid"/>
            <a:round/>
            <a:headEnd len="med" w="med" type="triangle"/>
            <a:tailEnd len="med" w="med" type="triangle"/>
          </a:ln>
        </p:spPr>
      </p:cxnSp>
      <p:pic>
        <p:nvPicPr>
          <p:cNvPr descr="&lt;math xmlns=&quot;http://www.w3.org/1998/Math/MathML&quot; display=&quot;block&quot; data-is-equatio=&quot;1&quot; data-latex=&quot;2\ \frac{2}{3}&quot;&gt;&lt;mn&gt;2&lt;/mn&gt;&lt;mtext&gt;&lt;/mtext&gt;&lt;mfrac&gt;&lt;mn&gt;2&lt;/mn&gt;&lt;mn&gt;3&lt;/mn&gt;&lt;/mfrac&gt;&lt;/math&gt;" id="814" name="Google Shape;814;p70" title="2 two thirds"/>
          <p:cNvPicPr preferRelativeResize="0"/>
          <p:nvPr/>
        </p:nvPicPr>
        <p:blipFill>
          <a:blip r:embed="rId3">
            <a:alphaModFix/>
          </a:blip>
          <a:stretch>
            <a:fillRect/>
          </a:stretch>
        </p:blipFill>
        <p:spPr>
          <a:xfrm>
            <a:off x="2670920" y="2055625"/>
            <a:ext cx="432543" cy="613500"/>
          </a:xfrm>
          <a:prstGeom prst="rect">
            <a:avLst/>
          </a:prstGeom>
          <a:noFill/>
          <a:ln>
            <a:noFill/>
          </a:ln>
        </p:spPr>
      </p:pic>
      <p:pic>
        <p:nvPicPr>
          <p:cNvPr descr="&lt;math xmlns=&quot;http://www.w3.org/1998/Math/MathML&quot; display=&quot;block&quot; data-is-equatio=&quot;1&quot; data-latex=&quot;1\ \frac{3}{5}&quot;&gt;&lt;mn&gt;1&lt;/mn&gt;&lt;mtext&gt;&lt;/mtext&gt;&lt;mfrac&gt;&lt;mn&gt;3&lt;/mn&gt;&lt;mn&gt;5&lt;/mn&gt;&lt;/mfrac&gt;&lt;/math&gt;" id="815" name="Google Shape;815;p70" title="1 three fifths"/>
          <p:cNvPicPr preferRelativeResize="0"/>
          <p:nvPr/>
        </p:nvPicPr>
        <p:blipFill>
          <a:blip r:embed="rId4">
            <a:alphaModFix/>
          </a:blip>
          <a:stretch>
            <a:fillRect/>
          </a:stretch>
        </p:blipFill>
        <p:spPr>
          <a:xfrm>
            <a:off x="3868500" y="3234675"/>
            <a:ext cx="409003" cy="613500"/>
          </a:xfrm>
          <a:prstGeom prst="rect">
            <a:avLst/>
          </a:prstGeom>
          <a:noFill/>
          <a:ln>
            <a:noFill/>
          </a:ln>
        </p:spPr>
      </p:pic>
      <p:pic>
        <p:nvPicPr>
          <p:cNvPr descr="&lt;math xmlns=&quot;http://www.w3.org/1998/Math/MathML&quot; display=&quot;block&quot; data-is-equatio=&quot;1&quot; data-latex=&quot;2\ \frac{2}{3}+1\ \frac{3}{5}=\frac{8}{3}+\frac{8}{5}=\frac{40}{15}+\frac{24}{15}=\frac{64}{15}=\frac{15}{15}+\frac{15}{15}+\frac{15}{15}+\frac{15}{15}+\frac{4}{15}=4\ \frac{4}{15}&quot;&gt;&lt;mn&gt;2&lt;/mn&gt;&lt;mtext&gt;&lt;/mtext&gt;&lt;mfrac&gt;&lt;mn&gt;2&lt;/mn&gt;&lt;mn&gt;3&lt;/mn&gt;&lt;/mfrac&gt;&lt;mo&gt;+&lt;/mo&gt;&lt;mn&gt;1&lt;/mn&gt;&lt;mtext&gt;&lt;/mtext&gt;&lt;mfrac&gt;&lt;mn&gt;3&lt;/mn&gt;&lt;mn&gt;5&lt;/mn&gt;&lt;/mfrac&gt;&lt;mo&gt;=&lt;/mo&gt;&lt;mfrac&gt;&lt;mn&gt;8&lt;/mn&gt;&lt;mn&gt;3&lt;/mn&gt;&lt;/mfrac&gt;&lt;mo&gt;+&lt;/mo&gt;&lt;mfrac&gt;&lt;mn&gt;8&lt;/mn&gt;&lt;mn&gt;5&lt;/mn&gt;&lt;/mfrac&gt;&lt;mo&gt;=&lt;/mo&gt;&lt;mfrac&gt;&lt;mn&gt;40&lt;/mn&gt;&lt;mn&gt;15&lt;/mn&gt;&lt;/mfrac&gt;&lt;mo&gt;+&lt;/mo&gt;&lt;mfrac&gt;&lt;mn&gt;24&lt;/mn&gt;&lt;mn&gt;15&lt;/mn&gt;&lt;/mfrac&gt;&lt;mo&gt;=&lt;/mo&gt;&lt;mfrac&gt;&lt;mn&gt;64&lt;/mn&gt;&lt;mn&gt;15&lt;/mn&gt;&lt;/mfrac&gt;&lt;mo&gt;=&lt;/mo&gt;&lt;mfrac&gt;&lt;mn&gt;15&lt;/mn&gt;&lt;mn&gt;15&lt;/mn&gt;&lt;/mfrac&gt;&lt;mo&gt;+&lt;/mo&gt;&lt;mfrac&gt;&lt;mn&gt;15&lt;/mn&gt;&lt;mn&gt;15&lt;/mn&gt;&lt;/mfrac&gt;&lt;mo&gt;+&lt;/mo&gt;&lt;mfrac&gt;&lt;mn&gt;15&lt;/mn&gt;&lt;mn&gt;15&lt;/mn&gt;&lt;/mfrac&gt;&lt;mo&gt;+&lt;/mo&gt;&lt;mfrac&gt;&lt;mn&gt;15&lt;/mn&gt;&lt;mn&gt;15&lt;/mn&gt;&lt;/mfrac&gt;&lt;mo&gt;+&lt;/mo&gt;&lt;mfrac&gt;&lt;mn&gt;4&lt;/mn&gt;&lt;mn&gt;15&lt;/mn&gt;&lt;/mfrac&gt;&lt;mo&gt;=&lt;/mo&gt;&lt;mn&gt;4&lt;/mn&gt;&lt;mtext&gt;&lt;/mtext&gt;&lt;mfrac&gt;&lt;mn&gt;4&lt;/mn&gt;&lt;mn&gt;15&lt;/mn&gt;&lt;/mfrac&gt;&lt;/math&gt;" id="816" name="Google Shape;816;p70" title="2 two thirds plus 1 three fifths equals eight thirds plus eight fifths equals 40 over 15 plus 24 over 15 equals 64 over 15 equals 15 over 15 plus 15 over 15 plus 15 over 15 plus 15 over 15 plus 4 over 15 equals 4 4 over 15"/>
          <p:cNvPicPr preferRelativeResize="0"/>
          <p:nvPr/>
        </p:nvPicPr>
        <p:blipFill>
          <a:blip r:embed="rId5">
            <a:alphaModFix/>
          </a:blip>
          <a:stretch>
            <a:fillRect/>
          </a:stretch>
        </p:blipFill>
        <p:spPr>
          <a:xfrm>
            <a:off x="470063" y="3991200"/>
            <a:ext cx="7945573" cy="523400"/>
          </a:xfrm>
          <a:prstGeom prst="rect">
            <a:avLst/>
          </a:prstGeom>
          <a:noFill/>
          <a:ln>
            <a:noFill/>
          </a:ln>
        </p:spPr>
      </p:pic>
      <p:sp>
        <p:nvSpPr>
          <p:cNvPr id="817" name="Google Shape;817;p70"/>
          <p:cNvSpPr/>
          <p:nvPr/>
        </p:nvSpPr>
        <p:spPr>
          <a:xfrm>
            <a:off x="1593125" y="3987425"/>
            <a:ext cx="974700" cy="564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18" name="Google Shape;818;p70"/>
          <p:cNvSpPr/>
          <p:nvPr/>
        </p:nvSpPr>
        <p:spPr>
          <a:xfrm>
            <a:off x="2635450" y="3970600"/>
            <a:ext cx="1209000" cy="564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19" name="Google Shape;819;p70"/>
          <p:cNvSpPr/>
          <p:nvPr/>
        </p:nvSpPr>
        <p:spPr>
          <a:xfrm>
            <a:off x="3832650" y="3970600"/>
            <a:ext cx="663300" cy="564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20" name="Google Shape;820;p70"/>
          <p:cNvSpPr/>
          <p:nvPr/>
        </p:nvSpPr>
        <p:spPr>
          <a:xfrm>
            <a:off x="4495950" y="3970600"/>
            <a:ext cx="3125400" cy="564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21" name="Google Shape;821;p70"/>
          <p:cNvSpPr/>
          <p:nvPr/>
        </p:nvSpPr>
        <p:spPr>
          <a:xfrm>
            <a:off x="7621350" y="3987425"/>
            <a:ext cx="974700" cy="564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2\ \frac{2}{3}+1\ \frac{3}{5}=\frac{8}{3}+\frac{8}{5}=\frac{40}{15}+\frac{24}{15}=\frac{64}{15}=\frac{15}{15}+\frac{15}{15}+\frac{15}{15}+\frac{15}{15}+\frac{4}{15}=4\ \frac{4}{15}&quot;&gt;&lt;mn&gt;2&lt;/mn&gt;&lt;mtext&gt;&lt;/mtext&gt;&lt;mfrac&gt;&lt;mn&gt;2&lt;/mn&gt;&lt;mn&gt;3&lt;/mn&gt;&lt;/mfrac&gt;&lt;mo&gt;+&lt;/mo&gt;&lt;mn&gt;1&lt;/mn&gt;&lt;mtext&gt;&lt;/mtext&gt;&lt;mfrac&gt;&lt;mn&gt;3&lt;/mn&gt;&lt;mn&gt;5&lt;/mn&gt;&lt;/mfrac&gt;&lt;mo&gt;=&lt;/mo&gt;&lt;mfrac&gt;&lt;mn&gt;8&lt;/mn&gt;&lt;mn&gt;3&lt;/mn&gt;&lt;/mfrac&gt;&lt;mo&gt;+&lt;/mo&gt;&lt;mfrac&gt;&lt;mn&gt;8&lt;/mn&gt;&lt;mn&gt;5&lt;/mn&gt;&lt;/mfrac&gt;&lt;mo&gt;=&lt;/mo&gt;&lt;mfrac&gt;&lt;mn&gt;40&lt;/mn&gt;&lt;mn&gt;15&lt;/mn&gt;&lt;/mfrac&gt;&lt;mo&gt;+&lt;/mo&gt;&lt;mfrac&gt;&lt;mn&gt;24&lt;/mn&gt;&lt;mn&gt;15&lt;/mn&gt;&lt;/mfrac&gt;&lt;mo&gt;=&lt;/mo&gt;&lt;mfrac&gt;&lt;mn&gt;64&lt;/mn&gt;&lt;mn&gt;15&lt;/mn&gt;&lt;/mfrac&gt;&lt;mo&gt;=&lt;/mo&gt;&lt;mfrac&gt;&lt;mn&gt;15&lt;/mn&gt;&lt;mn&gt;15&lt;/mn&gt;&lt;/mfrac&gt;&lt;mo&gt;+&lt;/mo&gt;&lt;mfrac&gt;&lt;mn&gt;15&lt;/mn&gt;&lt;mn&gt;15&lt;/mn&gt;&lt;/mfrac&gt;&lt;mo&gt;+&lt;/mo&gt;&lt;mfrac&gt;&lt;mn&gt;15&lt;/mn&gt;&lt;mn&gt;15&lt;/mn&gt;&lt;/mfrac&gt;&lt;mo&gt;+&lt;/mo&gt;&lt;mfrac&gt;&lt;mn&gt;15&lt;/mn&gt;&lt;mn&gt;15&lt;/mn&gt;&lt;/mfrac&gt;&lt;mo&gt;+&lt;/mo&gt;&lt;mfrac&gt;&lt;mn&gt;4&lt;/mn&gt;&lt;mn&gt;15&lt;/mn&gt;&lt;/mfrac&gt;&lt;mo&gt;=&lt;/mo&gt;&lt;mn&gt;4&lt;/mn&gt;&lt;mtext&gt;&lt;/mtext&gt;&lt;mfrac&gt;&lt;mn&gt;4&lt;/mn&gt;&lt;mn&gt;15&lt;/mn&gt;&lt;/mfrac&gt;&lt;/math&gt;" id="822" name="Google Shape;822;p70" title="2 two thirds plus 1 three fifths equals eight thirds plus eight fifths equals 40 over 15 plus 24 over 15 equals 64 over 15 equals 15 over 15 plus 15 over 15 plus 15 over 15 plus 15 over 15 plus 4 over 15 equals 4 4 over 15"/>
          <p:cNvPicPr preferRelativeResize="0"/>
          <p:nvPr/>
        </p:nvPicPr>
        <p:blipFill rotWithShape="1">
          <a:blip r:embed="rId5">
            <a:alphaModFix/>
          </a:blip>
          <a:srcRect b="0" l="93150" r="0" t="0"/>
          <a:stretch/>
        </p:blipFill>
        <p:spPr>
          <a:xfrm>
            <a:off x="5189184" y="1469200"/>
            <a:ext cx="544201" cy="523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1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1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1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2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2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Addition and subtraction involving mixed numbers</a:t>
            </a:r>
            <a:endParaRPr/>
          </a:p>
        </p:txBody>
      </p:sp>
      <p:sp>
        <p:nvSpPr>
          <p:cNvPr id="828" name="Google Shape;828;p71"/>
          <p:cNvSpPr txBox="1"/>
          <p:nvPr/>
        </p:nvSpPr>
        <p:spPr>
          <a:xfrm>
            <a:off x="324000" y="759300"/>
            <a:ext cx="82377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solidFill>
                  <a:srgbClr val="000000"/>
                </a:solidFill>
                <a:latin typeface="Lexend"/>
                <a:ea typeface="Lexend"/>
                <a:cs typeface="Lexend"/>
                <a:sym typeface="Lexend"/>
              </a:rPr>
              <a:t>What number is the arrow pointing at?</a:t>
            </a:r>
            <a:endParaRPr sz="2200">
              <a:solidFill>
                <a:srgbClr val="000000"/>
              </a:solidFill>
              <a:latin typeface="Lexend"/>
              <a:ea typeface="Lexend"/>
              <a:cs typeface="Lexend"/>
              <a:sym typeface="Lexend"/>
            </a:endParaRPr>
          </a:p>
        </p:txBody>
      </p:sp>
      <p:cxnSp>
        <p:nvCxnSpPr>
          <p:cNvPr id="829" name="Google Shape;829;p71"/>
          <p:cNvCxnSpPr/>
          <p:nvPr/>
        </p:nvCxnSpPr>
        <p:spPr>
          <a:xfrm>
            <a:off x="1682700" y="2619700"/>
            <a:ext cx="5240100" cy="5100"/>
          </a:xfrm>
          <a:prstGeom prst="straightConnector1">
            <a:avLst/>
          </a:prstGeom>
          <a:noFill/>
          <a:ln cap="flat" cmpd="sng" w="38100">
            <a:solidFill>
              <a:srgbClr val="000000"/>
            </a:solidFill>
            <a:prstDash val="solid"/>
            <a:round/>
            <a:headEnd len="med" w="med" type="none"/>
            <a:tailEnd len="med" w="med" type="none"/>
          </a:ln>
        </p:spPr>
      </p:cxnSp>
      <p:cxnSp>
        <p:nvCxnSpPr>
          <p:cNvPr id="830" name="Google Shape;830;p71"/>
          <p:cNvCxnSpPr/>
          <p:nvPr/>
        </p:nvCxnSpPr>
        <p:spPr>
          <a:xfrm flipH="1">
            <a:off x="2884650" y="2518000"/>
            <a:ext cx="5100" cy="208500"/>
          </a:xfrm>
          <a:prstGeom prst="straightConnector1">
            <a:avLst/>
          </a:prstGeom>
          <a:noFill/>
          <a:ln cap="flat" cmpd="sng" w="38100">
            <a:solidFill>
              <a:srgbClr val="000000"/>
            </a:solidFill>
            <a:prstDash val="solid"/>
            <a:round/>
            <a:headEnd len="med" w="med" type="none"/>
            <a:tailEnd len="med" w="med" type="none"/>
          </a:ln>
        </p:spPr>
      </p:cxnSp>
      <p:cxnSp>
        <p:nvCxnSpPr>
          <p:cNvPr id="831" name="Google Shape;831;p71"/>
          <p:cNvCxnSpPr/>
          <p:nvPr/>
        </p:nvCxnSpPr>
        <p:spPr>
          <a:xfrm flipH="1">
            <a:off x="5458725" y="2518000"/>
            <a:ext cx="5100" cy="208500"/>
          </a:xfrm>
          <a:prstGeom prst="straightConnector1">
            <a:avLst/>
          </a:prstGeom>
          <a:noFill/>
          <a:ln cap="flat" cmpd="sng" w="38100">
            <a:solidFill>
              <a:srgbClr val="000000"/>
            </a:solidFill>
            <a:prstDash val="solid"/>
            <a:round/>
            <a:headEnd len="med" w="med" type="none"/>
            <a:tailEnd len="med" w="med" type="none"/>
          </a:ln>
        </p:spPr>
      </p:cxnSp>
      <p:sp>
        <p:nvSpPr>
          <p:cNvPr id="832" name="Google Shape;832;p71"/>
          <p:cNvSpPr/>
          <p:nvPr/>
        </p:nvSpPr>
        <p:spPr>
          <a:xfrm>
            <a:off x="2744700" y="1796150"/>
            <a:ext cx="285000" cy="564600"/>
          </a:xfrm>
          <a:prstGeom prst="downArrow">
            <a:avLst>
              <a:gd fmla="val 50000" name="adj1"/>
              <a:gd fmla="val 50000" name="adj2"/>
            </a:avLst>
          </a:prstGeom>
          <a:solidFill>
            <a:srgbClr val="845A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33" name="Google Shape;833;p71"/>
          <p:cNvCxnSpPr/>
          <p:nvPr/>
        </p:nvCxnSpPr>
        <p:spPr>
          <a:xfrm>
            <a:off x="2878275" y="2965650"/>
            <a:ext cx="2574300" cy="0"/>
          </a:xfrm>
          <a:prstGeom prst="straightConnector1">
            <a:avLst/>
          </a:prstGeom>
          <a:noFill/>
          <a:ln cap="flat" cmpd="sng" w="38100">
            <a:solidFill>
              <a:srgbClr val="808080"/>
            </a:solidFill>
            <a:prstDash val="solid"/>
            <a:round/>
            <a:headEnd len="med" w="med" type="triangle"/>
            <a:tailEnd len="med" w="med" type="triangle"/>
          </a:ln>
        </p:spPr>
      </p:cxnSp>
      <p:pic>
        <p:nvPicPr>
          <p:cNvPr descr="&lt;math xmlns=&quot;http://www.w3.org/1998/Math/MathML&quot; display=&quot;block&quot; data-is-equatio=&quot;1&quot; data-latex=&quot;2\ \frac{2}{3}&quot;&gt;&lt;mn&gt;2&lt;/mn&gt;&lt;mtext&gt;&lt;/mtext&gt;&lt;mfrac&gt;&lt;mn&gt;2&lt;/mn&gt;&lt;mn&gt;3&lt;/mn&gt;&lt;/mfrac&gt;&lt;/math&gt;" id="834" name="Google Shape;834;p71" title="2 two thirds"/>
          <p:cNvPicPr preferRelativeResize="0"/>
          <p:nvPr/>
        </p:nvPicPr>
        <p:blipFill>
          <a:blip r:embed="rId3">
            <a:alphaModFix/>
          </a:blip>
          <a:stretch>
            <a:fillRect/>
          </a:stretch>
        </p:blipFill>
        <p:spPr>
          <a:xfrm>
            <a:off x="5244995" y="1863625"/>
            <a:ext cx="432543" cy="613500"/>
          </a:xfrm>
          <a:prstGeom prst="rect">
            <a:avLst/>
          </a:prstGeom>
          <a:noFill/>
          <a:ln>
            <a:noFill/>
          </a:ln>
        </p:spPr>
      </p:pic>
      <p:pic>
        <p:nvPicPr>
          <p:cNvPr descr="&lt;math xmlns=&quot;http://www.w3.org/1998/Math/MathML&quot; display=&quot;block&quot; data-is-equatio=&quot;1&quot; data-latex=&quot;1\ \frac{3}{5}&quot;&gt;&lt;mn&gt;1&lt;/mn&gt;&lt;mtext&gt;&lt;/mtext&gt;&lt;mfrac&gt;&lt;mn&gt;3&lt;/mn&gt;&lt;mn&gt;5&lt;/mn&gt;&lt;/mfrac&gt;&lt;/math&gt;" id="835" name="Google Shape;835;p71" title="1 three fifths"/>
          <p:cNvPicPr preferRelativeResize="0"/>
          <p:nvPr/>
        </p:nvPicPr>
        <p:blipFill>
          <a:blip r:embed="rId4">
            <a:alphaModFix/>
          </a:blip>
          <a:stretch>
            <a:fillRect/>
          </a:stretch>
        </p:blipFill>
        <p:spPr>
          <a:xfrm>
            <a:off x="3868500" y="3006075"/>
            <a:ext cx="409003" cy="613500"/>
          </a:xfrm>
          <a:prstGeom prst="rect">
            <a:avLst/>
          </a:prstGeom>
          <a:noFill/>
          <a:ln>
            <a:noFill/>
          </a:ln>
        </p:spPr>
      </p:pic>
      <p:pic>
        <p:nvPicPr>
          <p:cNvPr descr="&lt;math xmlns=&quot;http://www.w3.org/1998/Math/MathML&quot; display=&quot;block&quot; data-is-equatio=&quot;1&quot; data-latex=&quot;2\ \frac{2}{3}-1\ \frac{3}{5}=\frac{8}{3}-\frac{8}{5}=\frac{40}{15}-\frac{24}{15}=\frac{16}{15}=\frac{15}{15}+\frac{1}{15}=1\ \frac{1}{15}&quot;&gt;&lt;mn&gt;2&lt;/mn&gt;&lt;mtext&gt;&lt;/mtext&gt;&lt;mfrac&gt;&lt;mn&gt;2&lt;/mn&gt;&lt;mn&gt;3&lt;/mn&gt;&lt;/mfrac&gt;&lt;mo&gt;−&lt;/mo&gt;&lt;mn&gt;1&lt;/mn&gt;&lt;mtext&gt;&lt;/mtext&gt;&lt;mfrac&gt;&lt;mn&gt;3&lt;/mn&gt;&lt;mn&gt;5&lt;/mn&gt;&lt;/mfrac&gt;&lt;mo&gt;=&lt;/mo&gt;&lt;mfrac&gt;&lt;mn&gt;8&lt;/mn&gt;&lt;mn&gt;3&lt;/mn&gt;&lt;/mfrac&gt;&lt;mo&gt;−&lt;/mo&gt;&lt;mfrac&gt;&lt;mn&gt;8&lt;/mn&gt;&lt;mn&gt;5&lt;/mn&gt;&lt;/mfrac&gt;&lt;mo&gt;=&lt;/mo&gt;&lt;mfrac&gt;&lt;mn&gt;40&lt;/mn&gt;&lt;mn&gt;15&lt;/mn&gt;&lt;/mfrac&gt;&lt;mo&gt;−&lt;/mo&gt;&lt;mfrac&gt;&lt;mn&gt;24&lt;/mn&gt;&lt;mn&gt;15&lt;/mn&gt;&lt;/mfrac&gt;&lt;mo&gt;=&lt;/mo&gt;&lt;mfrac&gt;&lt;mn&gt;16&lt;/mn&gt;&lt;mn&gt;15&lt;/mn&gt;&lt;/mfrac&gt;&lt;mo&gt;=&lt;/mo&gt;&lt;mfrac&gt;&lt;mn&gt;15&lt;/mn&gt;&lt;mn&gt;15&lt;/mn&gt;&lt;/mfrac&gt;&lt;mo&gt;+&lt;/mo&gt;&lt;mfrac&gt;&lt;mn&gt;1&lt;/mn&gt;&lt;mn&gt;15&lt;/mn&gt;&lt;/mfrac&gt;&lt;mo&gt;=&lt;/mo&gt;&lt;mn&gt;1&lt;/mn&gt;&lt;mtext&gt;&lt;/mtext&gt;&lt;mfrac&gt;&lt;mn&gt;1&lt;/mn&gt;&lt;mn&gt;15&lt;/mn&gt;&lt;/mfrac&gt;&lt;/math&gt;" id="836" name="Google Shape;836;p71" title="2 two thirds minus 1 three fifths equals eight thirds minus eight fifths equals 40 over 15 minus 24 over 15 equals 16 over 15 equals 15 over 15 plus 1 over 15 equals 1 1 over 15"/>
          <p:cNvPicPr preferRelativeResize="0"/>
          <p:nvPr/>
        </p:nvPicPr>
        <p:blipFill>
          <a:blip r:embed="rId5">
            <a:alphaModFix/>
          </a:blip>
          <a:stretch>
            <a:fillRect/>
          </a:stretch>
        </p:blipFill>
        <p:spPr>
          <a:xfrm>
            <a:off x="1290538" y="4084500"/>
            <a:ext cx="6562913" cy="564600"/>
          </a:xfrm>
          <a:prstGeom prst="rect">
            <a:avLst/>
          </a:prstGeom>
          <a:noFill/>
          <a:ln>
            <a:noFill/>
          </a:ln>
        </p:spPr>
      </p:pic>
      <p:sp>
        <p:nvSpPr>
          <p:cNvPr id="837" name="Google Shape;837;p71"/>
          <p:cNvSpPr/>
          <p:nvPr/>
        </p:nvSpPr>
        <p:spPr>
          <a:xfrm>
            <a:off x="2514825" y="4084500"/>
            <a:ext cx="1006500" cy="564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38" name="Google Shape;838;p71"/>
          <p:cNvSpPr/>
          <p:nvPr/>
        </p:nvSpPr>
        <p:spPr>
          <a:xfrm>
            <a:off x="3631300" y="4084500"/>
            <a:ext cx="1309500" cy="564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39" name="Google Shape;839;p71"/>
          <p:cNvSpPr/>
          <p:nvPr/>
        </p:nvSpPr>
        <p:spPr>
          <a:xfrm>
            <a:off x="4973925" y="4062400"/>
            <a:ext cx="655500" cy="613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40" name="Google Shape;840;p71"/>
          <p:cNvSpPr/>
          <p:nvPr/>
        </p:nvSpPr>
        <p:spPr>
          <a:xfrm>
            <a:off x="5662550" y="4062400"/>
            <a:ext cx="1349400" cy="638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41" name="Google Shape;841;p71"/>
          <p:cNvSpPr/>
          <p:nvPr/>
        </p:nvSpPr>
        <p:spPr>
          <a:xfrm>
            <a:off x="7011950" y="4038800"/>
            <a:ext cx="974700" cy="638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2\ \frac{2}{3}-1\ \frac{3}{5}=\frac{8}{3}-\frac{8}{5}=\frac{40}{15}-\frac{24}{15}=\frac{16}{15}=\frac{15}{15}+\frac{1}{15}=1\ \frac{1}{15}&quot;&gt;&lt;mn&gt;2&lt;/mn&gt;&lt;mtext&gt;&lt;/mtext&gt;&lt;mfrac&gt;&lt;mn&gt;2&lt;/mn&gt;&lt;mn&gt;3&lt;/mn&gt;&lt;/mfrac&gt;&lt;mo&gt;−&lt;/mo&gt;&lt;mn&gt;1&lt;/mn&gt;&lt;mtext&gt;&lt;/mtext&gt;&lt;mfrac&gt;&lt;mn&gt;3&lt;/mn&gt;&lt;mn&gt;5&lt;/mn&gt;&lt;/mfrac&gt;&lt;mo&gt;=&lt;/mo&gt;&lt;mfrac&gt;&lt;mn&gt;8&lt;/mn&gt;&lt;mn&gt;3&lt;/mn&gt;&lt;/mfrac&gt;&lt;mo&gt;−&lt;/mo&gt;&lt;mfrac&gt;&lt;mn&gt;8&lt;/mn&gt;&lt;mn&gt;5&lt;/mn&gt;&lt;/mfrac&gt;&lt;mo&gt;=&lt;/mo&gt;&lt;mfrac&gt;&lt;mn&gt;40&lt;/mn&gt;&lt;mn&gt;15&lt;/mn&gt;&lt;/mfrac&gt;&lt;mo&gt;−&lt;/mo&gt;&lt;mfrac&gt;&lt;mn&gt;24&lt;/mn&gt;&lt;mn&gt;15&lt;/mn&gt;&lt;/mfrac&gt;&lt;mo&gt;=&lt;/mo&gt;&lt;mfrac&gt;&lt;mn&gt;16&lt;/mn&gt;&lt;mn&gt;15&lt;/mn&gt;&lt;/mfrac&gt;&lt;mo&gt;=&lt;/mo&gt;&lt;mfrac&gt;&lt;mn&gt;15&lt;/mn&gt;&lt;mn&gt;15&lt;/mn&gt;&lt;/mfrac&gt;&lt;mo&gt;+&lt;/mo&gt;&lt;mfrac&gt;&lt;mn&gt;1&lt;/mn&gt;&lt;mn&gt;15&lt;/mn&gt;&lt;/mfrac&gt;&lt;mo&gt;=&lt;/mo&gt;&lt;mn&gt;1&lt;/mn&gt;&lt;mtext&gt;&lt;/mtext&gt;&lt;mfrac&gt;&lt;mn&gt;1&lt;/mn&gt;&lt;mn&gt;15&lt;/mn&gt;&lt;/mfrac&gt;&lt;/math&gt;" id="842" name="Google Shape;842;p71" title="2 two thirds minus 1 three fifths equals eight thirds minus eight fifths equals 40 over 15 minus 24 over 15 equals 16 over 15 equals 15 over 15 plus 1 over 15 equals 1 1 over 15"/>
          <p:cNvPicPr preferRelativeResize="0"/>
          <p:nvPr/>
        </p:nvPicPr>
        <p:blipFill rotWithShape="1">
          <a:blip r:embed="rId5">
            <a:alphaModFix/>
          </a:blip>
          <a:srcRect b="0" l="91848" r="0" t="0"/>
          <a:stretch/>
        </p:blipFill>
        <p:spPr>
          <a:xfrm>
            <a:off x="2619713" y="1155775"/>
            <a:ext cx="534974" cy="564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3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3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3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4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4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7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Addition and subtraction involving mixed numbers</a:t>
            </a:r>
            <a:endParaRPr/>
          </a:p>
        </p:txBody>
      </p:sp>
      <p:sp>
        <p:nvSpPr>
          <p:cNvPr id="848" name="Google Shape;848;p72"/>
          <p:cNvSpPr txBox="1"/>
          <p:nvPr/>
        </p:nvSpPr>
        <p:spPr>
          <a:xfrm>
            <a:off x="324000" y="759300"/>
            <a:ext cx="82377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solidFill>
                  <a:srgbClr val="000000"/>
                </a:solidFill>
                <a:latin typeface="Lexend"/>
                <a:ea typeface="Lexend"/>
                <a:cs typeface="Lexend"/>
                <a:sym typeface="Lexend"/>
              </a:rPr>
              <a:t>What number is the arrow pointing at?</a:t>
            </a:r>
            <a:endParaRPr sz="2200">
              <a:solidFill>
                <a:srgbClr val="000000"/>
              </a:solidFill>
              <a:latin typeface="Lexend"/>
              <a:ea typeface="Lexend"/>
              <a:cs typeface="Lexend"/>
              <a:sym typeface="Lexend"/>
            </a:endParaRPr>
          </a:p>
        </p:txBody>
      </p:sp>
      <p:cxnSp>
        <p:nvCxnSpPr>
          <p:cNvPr id="849" name="Google Shape;849;p72"/>
          <p:cNvCxnSpPr/>
          <p:nvPr/>
        </p:nvCxnSpPr>
        <p:spPr>
          <a:xfrm>
            <a:off x="1682700" y="2848300"/>
            <a:ext cx="5240100" cy="5100"/>
          </a:xfrm>
          <a:prstGeom prst="straightConnector1">
            <a:avLst/>
          </a:prstGeom>
          <a:noFill/>
          <a:ln cap="flat" cmpd="sng" w="38100">
            <a:solidFill>
              <a:srgbClr val="000000"/>
            </a:solidFill>
            <a:prstDash val="solid"/>
            <a:round/>
            <a:headEnd len="med" w="med" type="none"/>
            <a:tailEnd len="med" w="med" type="none"/>
          </a:ln>
        </p:spPr>
      </p:cxnSp>
      <p:cxnSp>
        <p:nvCxnSpPr>
          <p:cNvPr id="850" name="Google Shape;850;p72"/>
          <p:cNvCxnSpPr/>
          <p:nvPr/>
        </p:nvCxnSpPr>
        <p:spPr>
          <a:xfrm flipH="1">
            <a:off x="2884650" y="2746600"/>
            <a:ext cx="5100" cy="208500"/>
          </a:xfrm>
          <a:prstGeom prst="straightConnector1">
            <a:avLst/>
          </a:prstGeom>
          <a:noFill/>
          <a:ln cap="flat" cmpd="sng" w="38100">
            <a:solidFill>
              <a:srgbClr val="000000"/>
            </a:solidFill>
            <a:prstDash val="solid"/>
            <a:round/>
            <a:headEnd len="med" w="med" type="none"/>
            <a:tailEnd len="med" w="med" type="none"/>
          </a:ln>
        </p:spPr>
      </p:cxnSp>
      <p:cxnSp>
        <p:nvCxnSpPr>
          <p:cNvPr id="851" name="Google Shape;851;p72"/>
          <p:cNvCxnSpPr/>
          <p:nvPr/>
        </p:nvCxnSpPr>
        <p:spPr>
          <a:xfrm flipH="1">
            <a:off x="5458725" y="2746600"/>
            <a:ext cx="5100" cy="208500"/>
          </a:xfrm>
          <a:prstGeom prst="straightConnector1">
            <a:avLst/>
          </a:prstGeom>
          <a:noFill/>
          <a:ln cap="flat" cmpd="sng" w="38100">
            <a:solidFill>
              <a:srgbClr val="000000"/>
            </a:solidFill>
            <a:prstDash val="solid"/>
            <a:round/>
            <a:headEnd len="med" w="med" type="none"/>
            <a:tailEnd len="med" w="med" type="none"/>
          </a:ln>
        </p:spPr>
      </p:cxnSp>
      <p:sp>
        <p:nvSpPr>
          <p:cNvPr id="852" name="Google Shape;852;p72"/>
          <p:cNvSpPr/>
          <p:nvPr/>
        </p:nvSpPr>
        <p:spPr>
          <a:xfrm>
            <a:off x="2744700" y="2024750"/>
            <a:ext cx="285000" cy="564600"/>
          </a:xfrm>
          <a:prstGeom prst="downArrow">
            <a:avLst>
              <a:gd fmla="val 50000" name="adj1"/>
              <a:gd fmla="val 50000" name="adj2"/>
            </a:avLst>
          </a:prstGeom>
          <a:solidFill>
            <a:srgbClr val="845A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53" name="Google Shape;853;p72"/>
          <p:cNvCxnSpPr/>
          <p:nvPr/>
        </p:nvCxnSpPr>
        <p:spPr>
          <a:xfrm>
            <a:off x="2878275" y="3194250"/>
            <a:ext cx="2574300" cy="0"/>
          </a:xfrm>
          <a:prstGeom prst="straightConnector1">
            <a:avLst/>
          </a:prstGeom>
          <a:noFill/>
          <a:ln cap="flat" cmpd="sng" w="38100">
            <a:solidFill>
              <a:srgbClr val="808080"/>
            </a:solidFill>
            <a:prstDash val="solid"/>
            <a:round/>
            <a:headEnd len="med" w="med" type="triangle"/>
            <a:tailEnd len="med" w="med" type="triangle"/>
          </a:ln>
        </p:spPr>
      </p:cxnSp>
      <p:pic>
        <p:nvPicPr>
          <p:cNvPr descr="&lt;math xmlns=&quot;http://www.w3.org/1998/Math/MathML&quot; display=&quot;block&quot; data-is-equatio=&quot;1&quot; data-latex=&quot;3\ \frac{1}{2}-1\ \frac{5}{6}=\frac{7}{2}-\frac{11}{6}=\frac{21}{6}-\frac{11}{6}=\frac{10}{6}=\frac{5}{3}=\frac{3}{3}+\frac{2}{3}=1\ \frac{2}{3}&quot;&gt;&lt;mn&gt;3&lt;/mn&gt;&lt;mtext&gt;&lt;/mtext&gt;&lt;mfrac&gt;&lt;mn&gt;1&lt;/mn&gt;&lt;mn&gt;2&lt;/mn&gt;&lt;/mfrac&gt;&lt;mo&gt;−&lt;/mo&gt;&lt;mn&gt;1&lt;/mn&gt;&lt;mtext&gt;&lt;/mtext&gt;&lt;mfrac&gt;&lt;mn&gt;5&lt;/mn&gt;&lt;mn&gt;6&lt;/mn&gt;&lt;/mfrac&gt;&lt;mo&gt;=&lt;/mo&gt;&lt;mfrac&gt;&lt;mn&gt;7&lt;/mn&gt;&lt;mn&gt;2&lt;/mn&gt;&lt;/mfrac&gt;&lt;mo&gt;−&lt;/mo&gt;&lt;mfrac&gt;&lt;mn&gt;11&lt;/mn&gt;&lt;mn&gt;6&lt;/mn&gt;&lt;/mfrac&gt;&lt;mo&gt;=&lt;/mo&gt;&lt;mfrac&gt;&lt;mn&gt;21&lt;/mn&gt;&lt;mn&gt;6&lt;/mn&gt;&lt;/mfrac&gt;&lt;mo&gt;−&lt;/mo&gt;&lt;mfrac&gt;&lt;mn&gt;11&lt;/mn&gt;&lt;mn&gt;6&lt;/mn&gt;&lt;/mfrac&gt;&lt;mo&gt;=&lt;/mo&gt;&lt;mfrac&gt;&lt;mn&gt;10&lt;/mn&gt;&lt;mn&gt;6&lt;/mn&gt;&lt;/mfrac&gt;&lt;mo&gt;=&lt;/mo&gt;&lt;mfrac&gt;&lt;mn&gt;5&lt;/mn&gt;&lt;mn&gt;3&lt;/mn&gt;&lt;/mfrac&gt;&lt;mo&gt;=&lt;/mo&gt;&lt;mfrac&gt;&lt;mn&gt;3&lt;/mn&gt;&lt;mn&gt;3&lt;/mn&gt;&lt;/mfrac&gt;&lt;mo&gt;+&lt;/mo&gt;&lt;mfrac&gt;&lt;mn&gt;2&lt;/mn&gt;&lt;mn&gt;3&lt;/mn&gt;&lt;/mfrac&gt;&lt;mo&gt;=&lt;/mo&gt;&lt;mn&gt;1&lt;/mn&gt;&lt;mtext&gt;&lt;/mtext&gt;&lt;mfrac&gt;&lt;mn&gt;2&lt;/mn&gt;&lt;mn&gt;3&lt;/mn&gt;&lt;/mfrac&gt;&lt;/math&gt;" id="854" name="Google Shape;854;p72" title="3 one half minus 1 five sixths equals seven halves minus eleven sixths equals 21 over 6 minus eleven sixths equals ten sixths equals five thirds equals three thirds plus two thirds equals 1 two thirds"/>
          <p:cNvPicPr preferRelativeResize="0"/>
          <p:nvPr/>
        </p:nvPicPr>
        <p:blipFill>
          <a:blip r:embed="rId3">
            <a:alphaModFix/>
          </a:blip>
          <a:stretch>
            <a:fillRect/>
          </a:stretch>
        </p:blipFill>
        <p:spPr>
          <a:xfrm>
            <a:off x="500250" y="3916900"/>
            <a:ext cx="7885201" cy="644477"/>
          </a:xfrm>
          <a:prstGeom prst="rect">
            <a:avLst/>
          </a:prstGeom>
          <a:noFill/>
          <a:ln>
            <a:noFill/>
          </a:ln>
        </p:spPr>
      </p:pic>
      <p:pic>
        <p:nvPicPr>
          <p:cNvPr descr="&lt;math xmlns=&quot;http://www.w3.org/1998/Math/MathML&quot; display=&quot;block&quot; data-is-equatio=&quot;1&quot; data-latex=&quot;3\ \frac{1}{2}-1\ \frac{5}{6}=\frac{7}{2}-\frac{11}{6}=\frac{21}{6}-\frac{11}{6}=\frac{10}{6}=\frac{5}{3}=\frac{3}{3}+\frac{2}{3}=1\ \frac{2}{3}&quot;&gt;&lt;mn&gt;3&lt;/mn&gt;&lt;mtext&gt;&lt;/mtext&gt;&lt;mfrac&gt;&lt;mn&gt;1&lt;/mn&gt;&lt;mn&gt;2&lt;/mn&gt;&lt;/mfrac&gt;&lt;mo&gt;−&lt;/mo&gt;&lt;mn&gt;1&lt;/mn&gt;&lt;mtext&gt;&lt;/mtext&gt;&lt;mfrac&gt;&lt;mn&gt;5&lt;/mn&gt;&lt;mn&gt;6&lt;/mn&gt;&lt;/mfrac&gt;&lt;mo&gt;=&lt;/mo&gt;&lt;mfrac&gt;&lt;mn&gt;7&lt;/mn&gt;&lt;mn&gt;2&lt;/mn&gt;&lt;/mfrac&gt;&lt;mo&gt;−&lt;/mo&gt;&lt;mfrac&gt;&lt;mn&gt;11&lt;/mn&gt;&lt;mn&gt;6&lt;/mn&gt;&lt;/mfrac&gt;&lt;mo&gt;=&lt;/mo&gt;&lt;mfrac&gt;&lt;mn&gt;21&lt;/mn&gt;&lt;mn&gt;6&lt;/mn&gt;&lt;/mfrac&gt;&lt;mo&gt;−&lt;/mo&gt;&lt;mfrac&gt;&lt;mn&gt;11&lt;/mn&gt;&lt;mn&gt;6&lt;/mn&gt;&lt;/mfrac&gt;&lt;mo&gt;=&lt;/mo&gt;&lt;mfrac&gt;&lt;mn&gt;10&lt;/mn&gt;&lt;mn&gt;6&lt;/mn&gt;&lt;/mfrac&gt;&lt;mo&gt;=&lt;/mo&gt;&lt;mfrac&gt;&lt;mn&gt;5&lt;/mn&gt;&lt;mn&gt;3&lt;/mn&gt;&lt;/mfrac&gt;&lt;mo&gt;=&lt;/mo&gt;&lt;mfrac&gt;&lt;mn&gt;3&lt;/mn&gt;&lt;mn&gt;3&lt;/mn&gt;&lt;/mfrac&gt;&lt;mo&gt;+&lt;/mo&gt;&lt;mfrac&gt;&lt;mn&gt;2&lt;/mn&gt;&lt;mn&gt;3&lt;/mn&gt;&lt;/mfrac&gt;&lt;mo&gt;=&lt;/mo&gt;&lt;mn&gt;1&lt;/mn&gt;&lt;mtext&gt;&lt;/mtext&gt;&lt;mfrac&gt;&lt;mn&gt;2&lt;/mn&gt;&lt;mn&gt;3&lt;/mn&gt;&lt;/mfrac&gt;&lt;/math&gt;" id="855" name="Google Shape;855;p72" title="3 one half minus 1 five sixths equals seven halves minus eleven sixths equals 21 over 6 minus eleven sixths equals ten sixths equals five thirds equals three thirds plus two thirds equals 1 two thirds"/>
          <p:cNvPicPr preferRelativeResize="0"/>
          <p:nvPr/>
        </p:nvPicPr>
        <p:blipFill rotWithShape="1">
          <a:blip r:embed="rId3">
            <a:alphaModFix/>
          </a:blip>
          <a:srcRect b="0" l="10289" r="82515" t="0"/>
          <a:stretch/>
        </p:blipFill>
        <p:spPr>
          <a:xfrm>
            <a:off x="3953612" y="3257554"/>
            <a:ext cx="423627" cy="481246"/>
          </a:xfrm>
          <a:prstGeom prst="rect">
            <a:avLst/>
          </a:prstGeom>
          <a:noFill/>
          <a:ln>
            <a:noFill/>
          </a:ln>
        </p:spPr>
      </p:pic>
      <p:pic>
        <p:nvPicPr>
          <p:cNvPr descr="&lt;math xmlns=&quot;http://www.w3.org/1998/Math/MathML&quot; display=&quot;block&quot; data-is-equatio=&quot;1&quot; data-latex=&quot;3\ \frac{1}{2}-1\ \frac{5}{6}=\frac{7}{2}-\frac{11}{6}=\frac{21}{6}-\frac{11}{6}=\frac{10}{6}=\frac{5}{3}=\frac{3}{3}+\frac{2}{3}=1\ \frac{2}{3}&quot;&gt;&lt;mn&gt;3&lt;/mn&gt;&lt;mtext&gt;&lt;/mtext&gt;&lt;mfrac&gt;&lt;mn&gt;1&lt;/mn&gt;&lt;mn&gt;2&lt;/mn&gt;&lt;/mfrac&gt;&lt;mo&gt;−&lt;/mo&gt;&lt;mn&gt;1&lt;/mn&gt;&lt;mtext&gt;&lt;/mtext&gt;&lt;mfrac&gt;&lt;mn&gt;5&lt;/mn&gt;&lt;mn&gt;6&lt;/mn&gt;&lt;/mfrac&gt;&lt;mo&gt;=&lt;/mo&gt;&lt;mfrac&gt;&lt;mn&gt;7&lt;/mn&gt;&lt;mn&gt;2&lt;/mn&gt;&lt;/mfrac&gt;&lt;mo&gt;−&lt;/mo&gt;&lt;mfrac&gt;&lt;mn&gt;11&lt;/mn&gt;&lt;mn&gt;6&lt;/mn&gt;&lt;/mfrac&gt;&lt;mo&gt;=&lt;/mo&gt;&lt;mfrac&gt;&lt;mn&gt;21&lt;/mn&gt;&lt;mn&gt;6&lt;/mn&gt;&lt;/mfrac&gt;&lt;mo&gt;−&lt;/mo&gt;&lt;mfrac&gt;&lt;mn&gt;11&lt;/mn&gt;&lt;mn&gt;6&lt;/mn&gt;&lt;/mfrac&gt;&lt;mo&gt;=&lt;/mo&gt;&lt;mfrac&gt;&lt;mn&gt;10&lt;/mn&gt;&lt;mn&gt;6&lt;/mn&gt;&lt;/mfrac&gt;&lt;mo&gt;=&lt;/mo&gt;&lt;mfrac&gt;&lt;mn&gt;5&lt;/mn&gt;&lt;mn&gt;3&lt;/mn&gt;&lt;/mfrac&gt;&lt;mo&gt;=&lt;/mo&gt;&lt;mfrac&gt;&lt;mn&gt;3&lt;/mn&gt;&lt;mn&gt;3&lt;/mn&gt;&lt;/mfrac&gt;&lt;mo&gt;+&lt;/mo&gt;&lt;mfrac&gt;&lt;mn&gt;2&lt;/mn&gt;&lt;mn&gt;3&lt;/mn&gt;&lt;/mfrac&gt;&lt;mo&gt;=&lt;/mo&gt;&lt;mn&gt;1&lt;/mn&gt;&lt;mtext&gt;&lt;/mtext&gt;&lt;mfrac&gt;&lt;mn&gt;2&lt;/mn&gt;&lt;mn&gt;3&lt;/mn&gt;&lt;/mfrac&gt;&lt;/math&gt;" id="856" name="Google Shape;856;p72" title="3 one half minus 1 five sixths equals seven halves minus eleven sixths equals 21 over 6 minus eleven sixths equals ten sixths equals five thirds equals three thirds plus two thirds equals 1 two thirds"/>
          <p:cNvPicPr preferRelativeResize="0"/>
          <p:nvPr/>
        </p:nvPicPr>
        <p:blipFill rotWithShape="1">
          <a:blip r:embed="rId3">
            <a:alphaModFix/>
          </a:blip>
          <a:srcRect b="0" l="0" r="93387" t="0"/>
          <a:stretch/>
        </p:blipFill>
        <p:spPr>
          <a:xfrm>
            <a:off x="5266610" y="2213575"/>
            <a:ext cx="389340" cy="481246"/>
          </a:xfrm>
          <a:prstGeom prst="rect">
            <a:avLst/>
          </a:prstGeom>
          <a:noFill/>
          <a:ln>
            <a:noFill/>
          </a:ln>
        </p:spPr>
      </p:pic>
      <p:pic>
        <p:nvPicPr>
          <p:cNvPr descr="&lt;math xmlns=&quot;http://www.w3.org/1998/Math/MathML&quot; display=&quot;block&quot; data-is-equatio=&quot;1&quot; data-latex=&quot;3\ \frac{1}{2}-1\ \frac{5}{6}=\frac{7}{2}-\frac{11}{6}=\frac{21}{6}-\frac{11}{6}=\frac{10}{6}=\frac{5}{3}=\frac{3}{3}+\frac{2}{3}=1\ \frac{2}{3}&quot;&gt;&lt;mn&gt;3&lt;/mn&gt;&lt;mtext&gt;&lt;/mtext&gt;&lt;mfrac&gt;&lt;mn&gt;1&lt;/mn&gt;&lt;mn&gt;2&lt;/mn&gt;&lt;/mfrac&gt;&lt;mo&gt;−&lt;/mo&gt;&lt;mn&gt;1&lt;/mn&gt;&lt;mtext&gt;&lt;/mtext&gt;&lt;mfrac&gt;&lt;mn&gt;5&lt;/mn&gt;&lt;mn&gt;6&lt;/mn&gt;&lt;/mfrac&gt;&lt;mo&gt;=&lt;/mo&gt;&lt;mfrac&gt;&lt;mn&gt;7&lt;/mn&gt;&lt;mn&gt;2&lt;/mn&gt;&lt;/mfrac&gt;&lt;mo&gt;−&lt;/mo&gt;&lt;mfrac&gt;&lt;mn&gt;11&lt;/mn&gt;&lt;mn&gt;6&lt;/mn&gt;&lt;/mfrac&gt;&lt;mo&gt;=&lt;/mo&gt;&lt;mfrac&gt;&lt;mn&gt;21&lt;/mn&gt;&lt;mn&gt;6&lt;/mn&gt;&lt;/mfrac&gt;&lt;mo&gt;−&lt;/mo&gt;&lt;mfrac&gt;&lt;mn&gt;11&lt;/mn&gt;&lt;mn&gt;6&lt;/mn&gt;&lt;/mfrac&gt;&lt;mo&gt;=&lt;/mo&gt;&lt;mfrac&gt;&lt;mn&gt;10&lt;/mn&gt;&lt;mn&gt;6&lt;/mn&gt;&lt;/mfrac&gt;&lt;mo&gt;=&lt;/mo&gt;&lt;mfrac&gt;&lt;mn&gt;5&lt;/mn&gt;&lt;mn&gt;3&lt;/mn&gt;&lt;/mfrac&gt;&lt;mo&gt;=&lt;/mo&gt;&lt;mfrac&gt;&lt;mn&gt;3&lt;/mn&gt;&lt;mn&gt;3&lt;/mn&gt;&lt;/mfrac&gt;&lt;mo&gt;+&lt;/mo&gt;&lt;mfrac&gt;&lt;mn&gt;2&lt;/mn&gt;&lt;mn&gt;3&lt;/mn&gt;&lt;/mfrac&gt;&lt;mo&gt;=&lt;/mo&gt;&lt;mn&gt;1&lt;/mn&gt;&lt;mtext&gt;&lt;/mtext&gt;&lt;mfrac&gt;&lt;mn&gt;2&lt;/mn&gt;&lt;mn&gt;3&lt;/mn&gt;&lt;/mfrac&gt;&lt;/math&gt;" id="857" name="Google Shape;857;p72" title="3 one half minus 1 five sixths equals seven halves minus eleven sixths equals 21 over 6 minus eleven sixths equals ten sixths equals five thirds equals three thirds plus two thirds equals 1 two thirds"/>
          <p:cNvPicPr preferRelativeResize="0"/>
          <p:nvPr/>
        </p:nvPicPr>
        <p:blipFill rotWithShape="1">
          <a:blip r:embed="rId3">
            <a:alphaModFix/>
          </a:blip>
          <a:srcRect b="0" l="93749" r="0" t="0"/>
          <a:stretch/>
        </p:blipFill>
        <p:spPr>
          <a:xfrm>
            <a:off x="2640776" y="1273475"/>
            <a:ext cx="492850" cy="644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7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Addition and subtraction involving mixed numbers</a:t>
            </a:r>
            <a:endParaRPr/>
          </a:p>
        </p:txBody>
      </p:sp>
      <p:sp>
        <p:nvSpPr>
          <p:cNvPr id="863" name="Google Shape;863;p73"/>
          <p:cNvSpPr txBox="1"/>
          <p:nvPr>
            <p:ph idx="1" type="body"/>
          </p:nvPr>
        </p:nvSpPr>
        <p:spPr>
          <a:xfrm>
            <a:off x="324000" y="606900"/>
            <a:ext cx="8237700" cy="39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What digit is missing in this calculation?</a:t>
            </a:r>
            <a:endParaRPr/>
          </a:p>
        </p:txBody>
      </p:sp>
      <p:pic>
        <p:nvPicPr>
          <p:cNvPr descr="&lt;math xmlns=&quot;http://www.w3.org/1998/Math/MathML&quot; display=&quot;block&quot; data-is-equatio=&quot;1&quot; data-latex=&quot;3\ \frac{3}{4}-1\ \frac{5}{6}=1\ \frac{11}{12}&quot;&gt;&lt;mn&gt;3&lt;/mn&gt;&lt;mtext&gt;&lt;/mtext&gt;&lt;mfrac&gt;&lt;mn&gt;3&lt;/mn&gt;&lt;mn&gt;4&lt;/mn&gt;&lt;/mfrac&gt;&lt;mo&gt;−&lt;/mo&gt;&lt;mn&gt;1&lt;/mn&gt;&lt;mtext&gt;&lt;/mtext&gt;&lt;mfrac&gt;&lt;mn&gt;5&lt;/mn&gt;&lt;mn&gt;6&lt;/mn&gt;&lt;/mfrac&gt;&lt;mo&gt;=&lt;/mo&gt;&lt;mn&gt;1&lt;/mn&gt;&lt;mtext&gt;&lt;/mtext&gt;&lt;mfrac&gt;&lt;mn&gt;11&lt;/mn&gt;&lt;mn&gt;12&lt;/mn&gt;&lt;/mfrac&gt;&lt;/math&gt;" id="864" name="Google Shape;864;p73" title="3 three fourths minus 1 five sixths equals 1 11 over 12"/>
          <p:cNvPicPr preferRelativeResize="0"/>
          <p:nvPr/>
        </p:nvPicPr>
        <p:blipFill>
          <a:blip r:embed="rId3">
            <a:alphaModFix/>
          </a:blip>
          <a:stretch>
            <a:fillRect/>
          </a:stretch>
        </p:blipFill>
        <p:spPr>
          <a:xfrm>
            <a:off x="857400" y="1055084"/>
            <a:ext cx="2190422" cy="605352"/>
          </a:xfrm>
          <a:prstGeom prst="rect">
            <a:avLst/>
          </a:prstGeom>
          <a:noFill/>
          <a:ln>
            <a:noFill/>
          </a:ln>
        </p:spPr>
      </p:pic>
      <p:sp>
        <p:nvSpPr>
          <p:cNvPr id="865" name="Google Shape;865;p73"/>
          <p:cNvSpPr/>
          <p:nvPr/>
        </p:nvSpPr>
        <p:spPr>
          <a:xfrm>
            <a:off x="1027644" y="1002605"/>
            <a:ext cx="302400" cy="297000"/>
          </a:xfrm>
          <a:prstGeom prst="rect">
            <a:avLst/>
          </a:prstGeom>
          <a:solidFill>
            <a:schemeClr val="lt1"/>
          </a:solidFill>
          <a:ln cap="flat" cmpd="sng" w="28575">
            <a:solidFill>
              <a:schemeClr val="accent4"/>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frac{ }{4}-\frac{11}{6}=\frac{23}{12}&quot;&gt;&lt;mfrac&gt;&lt;mrow/&gt;&lt;mn&gt;4&lt;/mn&gt;&lt;/mfrac&gt;&lt;mo&gt;−&lt;/mo&gt;&lt;mfrac&gt;&lt;mn&gt;11&lt;/mn&gt;&lt;mn&gt;6&lt;/mn&gt;&lt;/mfrac&gt;&lt;mo&gt;=&lt;/mo&gt;&lt;mfrac&gt;&lt;mn&gt;23&lt;/mn&gt;&lt;mn&gt;12&lt;/mn&gt;&lt;/mfrac&gt;&lt;/math&gt;" id="866" name="Google Shape;866;p73" title="the fraction with numerator and denominator 4 minus eleven sixths equals 23 over 12"/>
          <p:cNvPicPr preferRelativeResize="0"/>
          <p:nvPr/>
        </p:nvPicPr>
        <p:blipFill>
          <a:blip r:embed="rId4">
            <a:alphaModFix/>
          </a:blip>
          <a:stretch>
            <a:fillRect/>
          </a:stretch>
        </p:blipFill>
        <p:spPr>
          <a:xfrm>
            <a:off x="857400" y="1853912"/>
            <a:ext cx="1639327" cy="596514"/>
          </a:xfrm>
          <a:prstGeom prst="rect">
            <a:avLst/>
          </a:prstGeom>
          <a:noFill/>
          <a:ln>
            <a:noFill/>
          </a:ln>
        </p:spPr>
      </p:pic>
      <p:pic>
        <p:nvPicPr>
          <p:cNvPr descr="&lt;math xmlns=&quot;http://www.w3.org/1998/Math/MathML&quot; display=&quot;block&quot; data-is-equatio=&quot;1&quot; data-latex=&quot;\frac{ }{12}-\frac{22}{12}=\frac{23}{12}&quot;&gt;&lt;mfrac&gt;&lt;mrow/&gt;&lt;mn&gt;12&lt;/mn&gt;&lt;/mfrac&gt;&lt;mo&gt;−&lt;/mo&gt;&lt;mfrac&gt;&lt;mn&gt;22&lt;/mn&gt;&lt;mn&gt;12&lt;/mn&gt;&lt;/mfrac&gt;&lt;mo&gt;=&lt;/mo&gt;&lt;mfrac&gt;&lt;mn&gt;23&lt;/mn&gt;&lt;mn&gt;12&lt;/mn&gt;&lt;/mfrac&gt;&lt;/math&gt;" id="867" name="Google Shape;867;p73" title="the fraction with numerator and denominator 12 minus 22 over 12 equals 23 over 12"/>
          <p:cNvPicPr preferRelativeResize="0"/>
          <p:nvPr/>
        </p:nvPicPr>
        <p:blipFill>
          <a:blip r:embed="rId5">
            <a:alphaModFix/>
          </a:blip>
          <a:stretch>
            <a:fillRect/>
          </a:stretch>
        </p:blipFill>
        <p:spPr>
          <a:xfrm>
            <a:off x="857405" y="2643902"/>
            <a:ext cx="1824911" cy="605351"/>
          </a:xfrm>
          <a:prstGeom prst="rect">
            <a:avLst/>
          </a:prstGeom>
          <a:noFill/>
          <a:ln>
            <a:noFill/>
          </a:ln>
        </p:spPr>
      </p:pic>
      <p:pic>
        <p:nvPicPr>
          <p:cNvPr descr="&lt;math xmlns=&quot;http://www.w3.org/1998/Math/MathML&quot; display=&quot;block&quot; data-is-equatio=&quot;1&quot; data-latex=&quot;\frac{45}{12}-\frac{22}{12}=\frac{23}{12}&quot;&gt;&lt;mfrac&gt;&lt;mn&gt;45&lt;/mn&gt;&lt;mn&gt;12&lt;/mn&gt;&lt;/mfrac&gt;&lt;mo&gt;−&lt;/mo&gt;&lt;mfrac&gt;&lt;mn&gt;22&lt;/mn&gt;&lt;mn&gt;12&lt;/mn&gt;&lt;/mfrac&gt;&lt;mo&gt;=&lt;/mo&gt;&lt;mfrac&gt;&lt;mn&gt;23&lt;/mn&gt;&lt;mn&gt;12&lt;/mn&gt;&lt;/mfrac&gt;&lt;/math&gt;" id="868" name="Google Shape;868;p73" title="45 over 12 minus 22 over 12 equals 23 over 12"/>
          <p:cNvPicPr preferRelativeResize="0"/>
          <p:nvPr/>
        </p:nvPicPr>
        <p:blipFill>
          <a:blip r:embed="rId6">
            <a:alphaModFix/>
          </a:blip>
          <a:stretch>
            <a:fillRect/>
          </a:stretch>
        </p:blipFill>
        <p:spPr>
          <a:xfrm>
            <a:off x="857405" y="3442729"/>
            <a:ext cx="1780724" cy="592095"/>
          </a:xfrm>
          <a:prstGeom prst="rect">
            <a:avLst/>
          </a:prstGeom>
          <a:noFill/>
          <a:ln>
            <a:noFill/>
          </a:ln>
        </p:spPr>
      </p:pic>
      <p:pic>
        <p:nvPicPr>
          <p:cNvPr descr="&lt;math xmlns=&quot;http://www.w3.org/1998/Math/MathML&quot; display=&quot;block&quot; data-is-equatio=&quot;1&quot; data-latex=&quot;\frac{45}{12}=3\ \frac{3}{4}&quot;&gt;&lt;mfrac&gt;&lt;mn&gt;45&lt;/mn&gt;&lt;mn&gt;12&lt;/mn&gt;&lt;/mfrac&gt;&lt;mo&gt;=&lt;/mo&gt;&lt;mn&gt;3&lt;/mn&gt;&lt;mtext&gt;&lt;/mtext&gt;&lt;mfrac&gt;&lt;mn&gt;3&lt;/mn&gt;&lt;mn&gt;4&lt;/mn&gt;&lt;/mfrac&gt;&lt;/math&gt;" id="869" name="Google Shape;869;p73" title="45 over 12 equals 3 three fourths"/>
          <p:cNvPicPr preferRelativeResize="0"/>
          <p:nvPr/>
        </p:nvPicPr>
        <p:blipFill>
          <a:blip r:embed="rId7">
            <a:alphaModFix/>
          </a:blip>
          <a:stretch>
            <a:fillRect/>
          </a:stretch>
        </p:blipFill>
        <p:spPr>
          <a:xfrm>
            <a:off x="857408" y="4228300"/>
            <a:ext cx="1140017" cy="59209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6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74"/>
          <p:cNvSpPr txBox="1"/>
          <p:nvPr>
            <p:ph type="title"/>
          </p:nvPr>
        </p:nvSpPr>
        <p:spPr>
          <a:xfrm>
            <a:off x="324000" y="0"/>
            <a:ext cx="74505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Addition and subtraction involving mixed numbers</a:t>
            </a:r>
            <a:endParaRPr/>
          </a:p>
        </p:txBody>
      </p:sp>
      <p:sp>
        <p:nvSpPr>
          <p:cNvPr id="875" name="Google Shape;875;p74"/>
          <p:cNvSpPr txBox="1"/>
          <p:nvPr>
            <p:ph idx="1" type="subTitle"/>
          </p:nvPr>
        </p:nvSpPr>
        <p:spPr>
          <a:xfrm>
            <a:off x="337825" y="657600"/>
            <a:ext cx="3982200" cy="6135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Clr>
                <a:schemeClr val="dk1"/>
              </a:buClr>
              <a:buSzPts val="1100"/>
              <a:buFont typeface="Arial"/>
              <a:buNone/>
            </a:pPr>
            <a:r>
              <a:rPr lang="en-GB"/>
              <a:t>What digit is missing in this calculation?</a:t>
            </a:r>
            <a:endParaRPr/>
          </a:p>
        </p:txBody>
      </p:sp>
      <p:sp>
        <p:nvSpPr>
          <p:cNvPr id="876" name="Google Shape;876;p74"/>
          <p:cNvSpPr txBox="1"/>
          <p:nvPr>
            <p:ph idx="2" type="subTitle"/>
          </p:nvPr>
        </p:nvSpPr>
        <p:spPr>
          <a:xfrm>
            <a:off x="4824000" y="657600"/>
            <a:ext cx="3982200" cy="6135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Clr>
                <a:schemeClr val="dk1"/>
              </a:buClr>
              <a:buSzPts val="1100"/>
              <a:buFont typeface="Arial"/>
              <a:buNone/>
            </a:pPr>
            <a:r>
              <a:rPr lang="en-GB"/>
              <a:t>What digit is missing in this calculation?</a:t>
            </a:r>
            <a:endParaRPr/>
          </a:p>
        </p:txBody>
      </p:sp>
      <p:pic>
        <p:nvPicPr>
          <p:cNvPr descr="&lt;math xmlns=&quot;http://www.w3.org/1998/Math/MathML&quot; display=&quot;block&quot; data-is-equatio=&quot;1&quot; data-latex=&quot;1\ \frac{1}{4}+2\ \frac{3}{8}=3\ \frac{5}{8}&quot;&gt;&lt;mn&gt;1&lt;/mn&gt;&lt;mtext&gt;&lt;/mtext&gt;&lt;mfrac&gt;&lt;mn&gt;1&lt;/mn&gt;&lt;mn&gt;4&lt;/mn&gt;&lt;/mfrac&gt;&lt;mo&gt;+&lt;/mo&gt;&lt;mn&gt;2&lt;/mn&gt;&lt;mtext&gt;&lt;/mtext&gt;&lt;mfrac&gt;&lt;mn&gt;3&lt;/mn&gt;&lt;mn&gt;8&lt;/mn&gt;&lt;/mfrac&gt;&lt;mo&gt;=&lt;/mo&gt;&lt;mn&gt;3&lt;/mn&gt;&lt;mtext&gt;&lt;/mtext&gt;&lt;mfrac&gt;&lt;mn&gt;5&lt;/mn&gt;&lt;mn&gt;8&lt;/mn&gt;&lt;/mfrac&gt;&lt;/math&gt;" id="877" name="Google Shape;877;p74" title="1 one fourth plus 2 three eighths equals 3 five eighths"/>
          <p:cNvPicPr preferRelativeResize="0"/>
          <p:nvPr/>
        </p:nvPicPr>
        <p:blipFill>
          <a:blip r:embed="rId3">
            <a:alphaModFix/>
          </a:blip>
          <a:stretch>
            <a:fillRect/>
          </a:stretch>
        </p:blipFill>
        <p:spPr>
          <a:xfrm>
            <a:off x="459616" y="1304920"/>
            <a:ext cx="1905272" cy="567792"/>
          </a:xfrm>
          <a:prstGeom prst="rect">
            <a:avLst/>
          </a:prstGeom>
          <a:noFill/>
          <a:ln>
            <a:noFill/>
          </a:ln>
        </p:spPr>
      </p:pic>
      <p:pic>
        <p:nvPicPr>
          <p:cNvPr descr="&lt;math xmlns=&quot;http://www.w3.org/1998/Math/MathML&quot; display=&quot;block&quot; data-is-equatio=&quot;1&quot; data-latex=&quot;\frac{5}{4}+\ \frac{\ }{8}=\frac{29}{8}&quot;&gt;&lt;mfrac&gt;&lt;mn&gt;5&lt;/mn&gt;&lt;mn&gt;4&lt;/mn&gt;&lt;/mfrac&gt;&lt;mo&gt;+&lt;/mo&gt;&lt;mtext&gt;&lt;/mtext&gt;&lt;mfrac&gt;&lt;mtext&gt;&lt;/mtext&gt;&lt;mn&gt;8&lt;/mn&gt;&lt;/mfrac&gt;&lt;mo&gt;=&lt;/mo&gt;&lt;mfrac&gt;&lt;mn&gt;29&lt;/mn&gt;&lt;mn&gt;8&lt;/mn&gt;&lt;/mfrac&gt;&lt;/math&gt;" id="878" name="Google Shape;878;p74" title="five fourths plus over 8 equals 29 over 8"/>
          <p:cNvPicPr preferRelativeResize="0"/>
          <p:nvPr/>
        </p:nvPicPr>
        <p:blipFill>
          <a:blip r:embed="rId4">
            <a:alphaModFix/>
          </a:blip>
          <a:stretch>
            <a:fillRect/>
          </a:stretch>
        </p:blipFill>
        <p:spPr>
          <a:xfrm>
            <a:off x="459616" y="2029227"/>
            <a:ext cx="1488888" cy="567792"/>
          </a:xfrm>
          <a:prstGeom prst="rect">
            <a:avLst/>
          </a:prstGeom>
          <a:noFill/>
          <a:ln>
            <a:noFill/>
          </a:ln>
        </p:spPr>
      </p:pic>
      <p:pic>
        <p:nvPicPr>
          <p:cNvPr descr="&lt;math xmlns=&quot;http://www.w3.org/1998/Math/MathML&quot; display=&quot;block&quot; data-is-equatio=&quot;1&quot; data-latex=&quot;\frac{10}{8}+\ \frac{\ }{8}=\frac{29}{8}&quot;&gt;&lt;mfrac&gt;&lt;mn&gt;10&lt;/mn&gt;&lt;mn&gt;8&lt;/mn&gt;&lt;/mfrac&gt;&lt;mo&gt;+&lt;/mo&gt;&lt;mtext&gt;&lt;/mtext&gt;&lt;mfrac&gt;&lt;mtext&gt;&lt;/mtext&gt;&lt;mn&gt;8&lt;/mn&gt;&lt;/mfrac&gt;&lt;mo&gt;=&lt;/mo&gt;&lt;mfrac&gt;&lt;mn&gt;29&lt;/mn&gt;&lt;mn&gt;8&lt;/mn&gt;&lt;/mfrac&gt;&lt;/math&gt;" id="879" name="Google Shape;879;p74" title="ten eighths plus over 8 equals 29 over 8"/>
          <p:cNvPicPr preferRelativeResize="0"/>
          <p:nvPr/>
        </p:nvPicPr>
        <p:blipFill>
          <a:blip r:embed="rId5">
            <a:alphaModFix/>
          </a:blip>
          <a:stretch>
            <a:fillRect/>
          </a:stretch>
        </p:blipFill>
        <p:spPr>
          <a:xfrm>
            <a:off x="459616" y="2753534"/>
            <a:ext cx="1682359" cy="584616"/>
          </a:xfrm>
          <a:prstGeom prst="rect">
            <a:avLst/>
          </a:prstGeom>
          <a:noFill/>
          <a:ln>
            <a:noFill/>
          </a:ln>
        </p:spPr>
      </p:pic>
      <p:pic>
        <p:nvPicPr>
          <p:cNvPr descr="&lt;math xmlns=&quot;http://www.w3.org/1998/Math/MathML&quot; display=&quot;block&quot; data-is-equatio=&quot;1&quot; data-latex=&quot;\frac{10}{8}+\ \frac{19\ }{8}=\frac{29}{8}&quot;&gt;&lt;mfrac&gt;&lt;mn&gt;10&lt;/mn&gt;&lt;mn&gt;8&lt;/mn&gt;&lt;/mfrac&gt;&lt;mo&gt;+&lt;/mo&gt;&lt;mtext&gt;&lt;/mtext&gt;&lt;mfrac&gt;&lt;mrow&gt;&lt;mn&gt;19&lt;/mn&gt;&lt;mtext&gt;&lt;/mtext&gt;&lt;/mrow&gt;&lt;mn&gt;8&lt;/mn&gt;&lt;/mfrac&gt;&lt;mo&gt;=&lt;/mo&gt;&lt;mfrac&gt;&lt;mn&gt;29&lt;/mn&gt;&lt;mn&gt;8&lt;/mn&gt;&lt;/mfrac&gt;&lt;/math&gt;" id="880" name="Google Shape;880;p74" title="ten eighths plus 19 over 8 equals 29 over 8"/>
          <p:cNvPicPr preferRelativeResize="0"/>
          <p:nvPr/>
        </p:nvPicPr>
        <p:blipFill>
          <a:blip r:embed="rId6">
            <a:alphaModFix/>
          </a:blip>
          <a:stretch>
            <a:fillRect/>
          </a:stretch>
        </p:blipFill>
        <p:spPr>
          <a:xfrm>
            <a:off x="421382" y="3494665"/>
            <a:ext cx="1892654" cy="584616"/>
          </a:xfrm>
          <a:prstGeom prst="rect">
            <a:avLst/>
          </a:prstGeom>
          <a:noFill/>
          <a:ln>
            <a:noFill/>
          </a:ln>
        </p:spPr>
      </p:pic>
      <p:pic>
        <p:nvPicPr>
          <p:cNvPr descr="&lt;math xmlns=&quot;http://www.w3.org/1998/Math/MathML&quot; display=&quot;block&quot; data-is-equatio=&quot;1&quot; data-latex=&quot;\frac{19\ }{8}=2\frac{3}{8}&quot;&gt;&lt;mfrac&gt;&lt;mrow&gt;&lt;mn&gt;19&lt;/mn&gt;&lt;mtext&gt;&lt;/mtext&gt;&lt;/mrow&gt;&lt;mn&gt;8&lt;/mn&gt;&lt;/mfrac&gt;&lt;mo&gt;=&lt;/mo&gt;&lt;mn&gt;2&lt;/mn&gt;&lt;mfrac&gt;&lt;mn&gt;3&lt;/mn&gt;&lt;mn&gt;8&lt;/mn&gt;&lt;/mfrac&gt;&lt;/math&gt;" id="881" name="Google Shape;881;p74" title="19 over 8 equals 2 and three eighths"/>
          <p:cNvPicPr preferRelativeResize="0"/>
          <p:nvPr/>
        </p:nvPicPr>
        <p:blipFill>
          <a:blip r:embed="rId7">
            <a:alphaModFix/>
          </a:blip>
          <a:stretch>
            <a:fillRect/>
          </a:stretch>
        </p:blipFill>
        <p:spPr>
          <a:xfrm>
            <a:off x="459616" y="4235796"/>
            <a:ext cx="1118769" cy="584616"/>
          </a:xfrm>
          <a:prstGeom prst="rect">
            <a:avLst/>
          </a:prstGeom>
          <a:noFill/>
          <a:ln>
            <a:noFill/>
          </a:ln>
        </p:spPr>
      </p:pic>
      <p:sp>
        <p:nvSpPr>
          <p:cNvPr id="882" name="Google Shape;882;p74"/>
          <p:cNvSpPr/>
          <p:nvPr/>
        </p:nvSpPr>
        <p:spPr>
          <a:xfrm>
            <a:off x="1342225" y="1281391"/>
            <a:ext cx="302400" cy="271500"/>
          </a:xfrm>
          <a:prstGeom prst="rect">
            <a:avLst/>
          </a:prstGeom>
          <a:solidFill>
            <a:schemeClr val="lt1"/>
          </a:solidFill>
          <a:ln cap="flat" cmpd="sng" w="28575">
            <a:solidFill>
              <a:schemeClr val="accent4"/>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2\ \frac{1}{3}+1\ \frac{5}{6}=4\frac{1}{6}&quot;&gt;&lt;mn&gt;2&lt;/mn&gt;&lt;mtext&gt;&lt;/mtext&gt;&lt;mfrac&gt;&lt;mn&gt;1&lt;/mn&gt;&lt;mn&gt;3&lt;/mn&gt;&lt;/mfrac&gt;&lt;mo&gt;+&lt;/mo&gt;&lt;mn&gt;1&lt;/mn&gt;&lt;mtext&gt;&lt;/mtext&gt;&lt;mfrac&gt;&lt;mn&gt;5&lt;/mn&gt;&lt;mn&gt;6&lt;/mn&gt;&lt;/mfrac&gt;&lt;mo&gt;=&lt;/mo&gt;&lt;mn&gt;4&lt;/mn&gt;&lt;mfrac&gt;&lt;mn&gt;1&lt;/mn&gt;&lt;mn&gt;6&lt;/mn&gt;&lt;/mfrac&gt;&lt;/math&gt;" id="883" name="Google Shape;883;p74" title="2 one third plus 1 five sixths equals 4 and one sixth"/>
          <p:cNvPicPr preferRelativeResize="0"/>
          <p:nvPr/>
        </p:nvPicPr>
        <p:blipFill>
          <a:blip r:embed="rId8">
            <a:alphaModFix/>
          </a:blip>
          <a:stretch>
            <a:fillRect/>
          </a:stretch>
        </p:blipFill>
        <p:spPr>
          <a:xfrm>
            <a:off x="5042828" y="1257992"/>
            <a:ext cx="2090839" cy="639954"/>
          </a:xfrm>
          <a:prstGeom prst="rect">
            <a:avLst/>
          </a:prstGeom>
          <a:noFill/>
          <a:ln>
            <a:noFill/>
          </a:ln>
        </p:spPr>
      </p:pic>
      <p:pic>
        <p:nvPicPr>
          <p:cNvPr descr="&lt;math xmlns=&quot;http://www.w3.org/1998/Math/MathML&quot; display=&quot;block&quot; data-is-equatio=&quot;1&quot; data-latex=&quot;\frac{\ }{3}+\frac{11}{6}=\frac{25}{6}&quot;&gt;&lt;mfrac&gt;&lt;mtext&gt;&lt;/mtext&gt;&lt;mn&gt;3&lt;/mn&gt;&lt;/mfrac&gt;&lt;mo&gt;+&lt;/mo&gt;&lt;mfrac&gt;&lt;mn&gt;11&lt;/mn&gt;&lt;mn&gt;6&lt;/mn&gt;&lt;/mfrac&gt;&lt;mo&gt;=&lt;/mo&gt;&lt;mfrac&gt;&lt;mn&gt;25&lt;/mn&gt;&lt;mn&gt;6&lt;/mn&gt;&lt;/mfrac&gt;&lt;/math&gt;" id="884" name="Google Shape;884;p74" title="over 3 plus eleven sixths equals 25 over 6"/>
          <p:cNvPicPr preferRelativeResize="0"/>
          <p:nvPr/>
        </p:nvPicPr>
        <p:blipFill>
          <a:blip r:embed="rId9">
            <a:alphaModFix/>
          </a:blip>
          <a:stretch>
            <a:fillRect/>
          </a:stretch>
        </p:blipFill>
        <p:spPr>
          <a:xfrm>
            <a:off x="5042828" y="1978909"/>
            <a:ext cx="1753764" cy="639954"/>
          </a:xfrm>
          <a:prstGeom prst="rect">
            <a:avLst/>
          </a:prstGeom>
          <a:noFill/>
          <a:ln>
            <a:noFill/>
          </a:ln>
        </p:spPr>
      </p:pic>
      <p:pic>
        <p:nvPicPr>
          <p:cNvPr descr="&lt;math xmlns=&quot;http://www.w3.org/1998/Math/MathML&quot; display=&quot;block&quot; data-is-equatio=&quot;1&quot; data-latex=&quot;\frac{\ }{6}+\frac{11}{6}=\frac{25}{6}&quot;&gt;&lt;mfrac&gt;&lt;mtext&gt;&lt;/mtext&gt;&lt;mn&gt;6&lt;/mn&gt;&lt;/mfrac&gt;&lt;mo&gt;+&lt;/mo&gt;&lt;mfrac&gt;&lt;mn&gt;11&lt;/mn&gt;&lt;mn&gt;6&lt;/mn&gt;&lt;/mfrac&gt;&lt;mo&gt;=&lt;/mo&gt;&lt;mfrac&gt;&lt;mn&gt;25&lt;/mn&gt;&lt;mn&gt;6&lt;/mn&gt;&lt;/mfrac&gt;&lt;/math&gt;" id="885" name="Google Shape;885;p74" title="over 6 plus eleven sixths equals 25 over 6"/>
          <p:cNvPicPr preferRelativeResize="0"/>
          <p:nvPr/>
        </p:nvPicPr>
        <p:blipFill>
          <a:blip r:embed="rId10">
            <a:alphaModFix/>
          </a:blip>
          <a:stretch>
            <a:fillRect/>
          </a:stretch>
        </p:blipFill>
        <p:spPr>
          <a:xfrm>
            <a:off x="5042828" y="2699826"/>
            <a:ext cx="1753764" cy="639954"/>
          </a:xfrm>
          <a:prstGeom prst="rect">
            <a:avLst/>
          </a:prstGeom>
          <a:noFill/>
          <a:ln>
            <a:noFill/>
          </a:ln>
        </p:spPr>
      </p:pic>
      <p:pic>
        <p:nvPicPr>
          <p:cNvPr descr="&lt;math xmlns=&quot;http://www.w3.org/1998/Math/MathML&quot; display=&quot;block&quot; data-is-equatio=&quot;1&quot; data-latex=&quot;\frac{14\ }{6}+\frac{11}{6}=\frac{25}{6}&quot;&gt;&lt;mfrac&gt;&lt;mrow&gt;&lt;mn&gt;14&lt;/mn&gt;&lt;mtext&gt;&lt;/mtext&gt;&lt;/mrow&gt;&lt;mn&gt;6&lt;/mn&gt;&lt;/mfrac&gt;&lt;mo&gt;+&lt;/mo&gt;&lt;mfrac&gt;&lt;mn&gt;11&lt;/mn&gt;&lt;mn&gt;6&lt;/mn&gt;&lt;/mfrac&gt;&lt;mo&gt;=&lt;/mo&gt;&lt;mfrac&gt;&lt;mn&gt;25&lt;/mn&gt;&lt;mn&gt;6&lt;/mn&gt;&lt;/mfrac&gt;&lt;/math&gt;" id="886" name="Google Shape;886;p74" title="14 over 6 plus eleven sixths equals 25 over 6"/>
          <p:cNvPicPr preferRelativeResize="0"/>
          <p:nvPr/>
        </p:nvPicPr>
        <p:blipFill>
          <a:blip r:embed="rId11">
            <a:alphaModFix/>
          </a:blip>
          <a:stretch>
            <a:fillRect/>
          </a:stretch>
        </p:blipFill>
        <p:spPr>
          <a:xfrm>
            <a:off x="5042828" y="3420743"/>
            <a:ext cx="2002906" cy="644839"/>
          </a:xfrm>
          <a:prstGeom prst="rect">
            <a:avLst/>
          </a:prstGeom>
          <a:noFill/>
          <a:ln>
            <a:noFill/>
          </a:ln>
        </p:spPr>
      </p:pic>
      <p:pic>
        <p:nvPicPr>
          <p:cNvPr descr="&lt;math xmlns=&quot;http://www.w3.org/1998/Math/MathML&quot; display=&quot;block&quot; data-is-equatio=&quot;1&quot; data-latex=&quot;\frac{14\ }{6}=\frac{7}{3}=2\ \frac{1}{3}&quot;&gt;&lt;mfrac&gt;&lt;mrow&gt;&lt;mn&gt;14&lt;/mn&gt;&lt;mtext&gt;&lt;/mtext&gt;&lt;/mrow&gt;&lt;mn&gt;6&lt;/mn&gt;&lt;/mfrac&gt;&lt;mo&gt;=&lt;/mo&gt;&lt;mfrac&gt;&lt;mn&gt;7&lt;/mn&gt;&lt;mn&gt;3&lt;/mn&gt;&lt;/mfrac&gt;&lt;mo&gt;=&lt;/mo&gt;&lt;mn&gt;2&lt;/mn&gt;&lt;mtext&gt;&lt;/mtext&gt;&lt;mfrac&gt;&lt;mn&gt;1&lt;/mn&gt;&lt;mn&gt;3&lt;/mn&gt;&lt;/mfrac&gt;&lt;/math&gt;" id="887" name="Google Shape;887;p74" title="14 over 6 equals seven thirds equals 2 one third"/>
          <p:cNvPicPr preferRelativeResize="0"/>
          <p:nvPr/>
        </p:nvPicPr>
        <p:blipFill>
          <a:blip r:embed="rId12">
            <a:alphaModFix/>
          </a:blip>
          <a:stretch>
            <a:fillRect/>
          </a:stretch>
        </p:blipFill>
        <p:spPr>
          <a:xfrm>
            <a:off x="5042828" y="4146545"/>
            <a:ext cx="2022447" cy="664380"/>
          </a:xfrm>
          <a:prstGeom prst="rect">
            <a:avLst/>
          </a:prstGeom>
          <a:noFill/>
          <a:ln>
            <a:noFill/>
          </a:ln>
        </p:spPr>
      </p:pic>
      <p:sp>
        <p:nvSpPr>
          <p:cNvPr id="888" name="Google Shape;888;p74"/>
          <p:cNvSpPr/>
          <p:nvPr/>
        </p:nvSpPr>
        <p:spPr>
          <a:xfrm>
            <a:off x="5235203" y="1247389"/>
            <a:ext cx="302400" cy="271500"/>
          </a:xfrm>
          <a:prstGeom prst="rect">
            <a:avLst/>
          </a:prstGeom>
          <a:solidFill>
            <a:srgbClr val="F3EEFB"/>
          </a:solidFill>
          <a:ln cap="flat" cmpd="sng" w="28575">
            <a:solidFill>
              <a:schemeClr val="accent4"/>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8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8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pic>
        <p:nvPicPr>
          <p:cNvPr descr="&lt;math xmlns=&quot;http://www.w3.org/1998/Math/MathML&quot; display=&quot;block&quot; data-is-equatio=&quot;1&quot; data-latex=&quot;4\ \frac{3}{4}+2\ \frac{1}{5}\ \ \ \ \ \ \ \ \ 3\ \frac{1}{2}+3\ \frac{2}{5}&quot;&gt;&lt;mn&gt;4&lt;/mn&gt;&lt;mtext&gt;&lt;/mtext&gt;&lt;mfrac&gt;&lt;mn&gt;3&lt;/mn&gt;&lt;mn&gt;4&lt;/mn&gt;&lt;/mfrac&gt;&lt;mo&gt;+&lt;/mo&gt;&lt;mn&gt;2&lt;/mn&gt;&lt;mtext&gt;&lt;/mtext&gt;&lt;mfrac&gt;&lt;mn&gt;1&lt;/mn&gt;&lt;mn&gt;5&lt;/mn&gt;&lt;/mfrac&gt;&lt;mtext&gt;&lt;/mtext&gt;&lt;mtext&gt;&lt;/mtext&gt;&lt;mtext&gt;&lt;/mtext&gt;&lt;mtext&gt;&lt;/mtext&gt;&lt;mtext&gt;&lt;/mtext&gt;&lt;mtext&gt;&lt;/mtext&gt;&lt;mtext&gt;&lt;/mtext&gt;&lt;mtext&gt;&lt;/mtext&gt;&lt;mtext&gt;&lt;/mtext&gt;&lt;mn&gt;3&lt;/mn&gt;&lt;mtext&gt;&lt;/mtext&gt;&lt;mfrac&gt;&lt;mn&gt;1&lt;/mn&gt;&lt;mn&gt;2&lt;/mn&gt;&lt;/mfrac&gt;&lt;mo&gt;+&lt;/mo&gt;&lt;mn&gt;3&lt;/mn&gt;&lt;mtext&gt;&lt;/mtext&gt;&lt;mfrac&gt;&lt;mn&gt;2&lt;/mn&gt;&lt;mn&gt;5&lt;/mn&gt;&lt;/mfrac&gt;&lt;/math&gt;" id="893" name="Google Shape;893;p75" title="4 three fourths plus 2 one fifth 3 one half plus 3 two fifths"/>
          <p:cNvPicPr preferRelativeResize="0"/>
          <p:nvPr/>
        </p:nvPicPr>
        <p:blipFill>
          <a:blip r:embed="rId3">
            <a:alphaModFix/>
          </a:blip>
          <a:stretch>
            <a:fillRect/>
          </a:stretch>
        </p:blipFill>
        <p:spPr>
          <a:xfrm>
            <a:off x="832354" y="1386450"/>
            <a:ext cx="3409282" cy="655634"/>
          </a:xfrm>
          <a:prstGeom prst="rect">
            <a:avLst/>
          </a:prstGeom>
          <a:noFill/>
          <a:ln>
            <a:noFill/>
          </a:ln>
        </p:spPr>
      </p:pic>
      <p:pic>
        <p:nvPicPr>
          <p:cNvPr descr="&lt;math xmlns=&quot;http://www.w3.org/1998/Math/MathML&quot; display=&quot;block&quot; data-is-equatio=&quot;1&quot; data-latex=&quot;4\ \frac{4}{5}-2\ \frac{3}{4}\ \ \ \ \ \ \ \ \ 3\ \frac{1}{2}-1\ \frac{2}{5}&quot;&gt;&lt;mn&gt;4&lt;/mn&gt;&lt;mtext&gt;&lt;/mtext&gt;&lt;mfrac&gt;&lt;mn&gt;4&lt;/mn&gt;&lt;mn&gt;5&lt;/mn&gt;&lt;/mfrac&gt;&lt;mo&gt;−&lt;/mo&gt;&lt;mn&gt;2&lt;/mn&gt;&lt;mtext&gt;&lt;/mtext&gt;&lt;mfrac&gt;&lt;mn&gt;3&lt;/mn&gt;&lt;mn&gt;4&lt;/mn&gt;&lt;/mfrac&gt;&lt;mtext&gt;&lt;/mtext&gt;&lt;mtext&gt;&lt;/mtext&gt;&lt;mtext&gt;&lt;/mtext&gt;&lt;mtext&gt;&lt;/mtext&gt;&lt;mtext&gt;&lt;/mtext&gt;&lt;mtext&gt;&lt;/mtext&gt;&lt;mtext&gt;&lt;/mtext&gt;&lt;mtext&gt;&lt;/mtext&gt;&lt;mtext&gt;&lt;/mtext&gt;&lt;mn&gt;3&lt;/mn&gt;&lt;mtext&gt;&lt;/mtext&gt;&lt;mfrac&gt;&lt;mn&gt;1&lt;/mn&gt;&lt;mn&gt;2&lt;/mn&gt;&lt;/mfrac&gt;&lt;mo&gt;−&lt;/mo&gt;&lt;mn&gt;1&lt;/mn&gt;&lt;mtext&gt;&lt;/mtext&gt;&lt;mfrac&gt;&lt;mn&gt;2&lt;/mn&gt;&lt;mn&gt;5&lt;/mn&gt;&lt;/mfrac&gt;&lt;/math&gt;" id="894" name="Google Shape;894;p75" title="4 four fifths minus 2 three fourths 3 one half minus 1 two fifths"/>
          <p:cNvPicPr preferRelativeResize="0"/>
          <p:nvPr/>
        </p:nvPicPr>
        <p:blipFill>
          <a:blip r:embed="rId4">
            <a:alphaModFix/>
          </a:blip>
          <a:stretch>
            <a:fillRect/>
          </a:stretch>
        </p:blipFill>
        <p:spPr>
          <a:xfrm>
            <a:off x="832354" y="2357063"/>
            <a:ext cx="3428708" cy="660490"/>
          </a:xfrm>
          <a:prstGeom prst="rect">
            <a:avLst/>
          </a:prstGeom>
          <a:noFill/>
          <a:ln>
            <a:noFill/>
          </a:ln>
        </p:spPr>
      </p:pic>
      <p:pic>
        <p:nvPicPr>
          <p:cNvPr descr="&lt;math xmlns=&quot;http://www.w3.org/1998/Math/MathML&quot; display=&quot;block&quot; data-is-equatio=&quot;1&quot; data-latex=&quot;1\ \frac{5}{8}+2\ \frac{3}{4}\ \ \ \ \ \ \ \ \ 2\ \frac{5}{6}+1\ \frac{1}{3}&quot;&gt;&lt;mn&gt;1&lt;/mn&gt;&lt;mtext&gt;&lt;/mtext&gt;&lt;mfrac&gt;&lt;mn&gt;5&lt;/mn&gt;&lt;mn&gt;8&lt;/mn&gt;&lt;/mfrac&gt;&lt;mo&gt;+&lt;/mo&gt;&lt;mn&gt;2&lt;/mn&gt;&lt;mtext&gt;&lt;/mtext&gt;&lt;mfrac&gt;&lt;mn&gt;3&lt;/mn&gt;&lt;mn&gt;4&lt;/mn&gt;&lt;/mfrac&gt;&lt;mtext&gt;&lt;/mtext&gt;&lt;mtext&gt;&lt;/mtext&gt;&lt;mtext&gt;&lt;/mtext&gt;&lt;mtext&gt;&lt;/mtext&gt;&lt;mtext&gt;&lt;/mtext&gt;&lt;mtext&gt;&lt;/mtext&gt;&lt;mtext&gt;&lt;/mtext&gt;&lt;mtext&gt;&lt;/mtext&gt;&lt;mtext&gt;&lt;/mtext&gt;&lt;mn&gt;2&lt;/mn&gt;&lt;mtext&gt;&lt;/mtext&gt;&lt;mfrac&gt;&lt;mn&gt;5&lt;/mn&gt;&lt;mn&gt;6&lt;/mn&gt;&lt;/mfrac&gt;&lt;mo&gt;+&lt;/mo&gt;&lt;mn&gt;1&lt;/mn&gt;&lt;mtext&gt;&lt;/mtext&gt;&lt;mfrac&gt;&lt;mn&gt;1&lt;/mn&gt;&lt;mn&gt;3&lt;/mn&gt;&lt;/mfrac&gt;&lt;/math&gt;" id="895" name="Google Shape;895;p75" title="1 five eighths plus 2 three fourths 2 five sixths plus 1 one third"/>
          <p:cNvPicPr preferRelativeResize="0"/>
          <p:nvPr/>
        </p:nvPicPr>
        <p:blipFill>
          <a:blip r:embed="rId5">
            <a:alphaModFix/>
          </a:blip>
          <a:stretch>
            <a:fillRect/>
          </a:stretch>
        </p:blipFill>
        <p:spPr>
          <a:xfrm>
            <a:off x="832354" y="3461893"/>
            <a:ext cx="3278156" cy="636207"/>
          </a:xfrm>
          <a:prstGeom prst="rect">
            <a:avLst/>
          </a:prstGeom>
          <a:noFill/>
          <a:ln>
            <a:noFill/>
          </a:ln>
        </p:spPr>
      </p:pic>
      <p:sp>
        <p:nvSpPr>
          <p:cNvPr id="896" name="Google Shape;896;p75"/>
          <p:cNvSpPr txBox="1"/>
          <p:nvPr>
            <p:ph idx="1" type="body"/>
          </p:nvPr>
        </p:nvSpPr>
        <p:spPr>
          <a:xfrm>
            <a:off x="324000" y="606900"/>
            <a:ext cx="8237700" cy="3392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1)  </a:t>
            </a:r>
            <a:r>
              <a:rPr lang="en-GB"/>
              <a:t>By calculating the value of each side complete the inequality statement by placing a &lt; or &gt; between them.</a:t>
            </a:r>
            <a:endParaRPr/>
          </a:p>
          <a:p>
            <a:pPr indent="0" lvl="0" marL="0" rtl="0" algn="l">
              <a:spcBef>
                <a:spcPts val="1000"/>
              </a:spcBef>
              <a:spcAft>
                <a:spcPts val="0"/>
              </a:spcAft>
              <a:buNone/>
            </a:pPr>
            <a:r>
              <a:rPr lang="en-GB"/>
              <a:t>a)</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GB"/>
              <a:t>b)</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GB"/>
              <a:t>c)</a:t>
            </a:r>
            <a:endParaRPr/>
          </a:p>
        </p:txBody>
      </p:sp>
      <p:sp>
        <p:nvSpPr>
          <p:cNvPr id="897" name="Google Shape;897;p7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Addition and subtraction involving mixed numbers</a:t>
            </a:r>
            <a:endParaRPr/>
          </a:p>
          <a:p>
            <a:pPr indent="0" lvl="0" marL="0" rtl="0" algn="l">
              <a:spcBef>
                <a:spcPts val="1000"/>
              </a:spcBef>
              <a:spcAft>
                <a:spcPts val="1000"/>
              </a:spcAft>
              <a:buClr>
                <a:schemeClr val="dk1"/>
              </a:buClr>
              <a:buSzPts val="1100"/>
              <a:buFont typeface="Arial"/>
              <a:buNone/>
            </a:pPr>
            <a:r>
              <a:t/>
            </a:r>
            <a:endParaRPr/>
          </a:p>
        </p:txBody>
      </p:sp>
      <p:sp>
        <p:nvSpPr>
          <p:cNvPr id="898" name="Google Shape;898;p75"/>
          <p:cNvSpPr/>
          <p:nvPr/>
        </p:nvSpPr>
        <p:spPr>
          <a:xfrm>
            <a:off x="2422825" y="1515813"/>
            <a:ext cx="302400" cy="396900"/>
          </a:xfrm>
          <a:prstGeom prst="rect">
            <a:avLst/>
          </a:prstGeom>
          <a:solidFill>
            <a:schemeClr val="lt1"/>
          </a:solidFill>
          <a:ln cap="flat" cmpd="sng" w="28575">
            <a:solidFill>
              <a:schemeClr val="accent4"/>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99" name="Google Shape;899;p75"/>
          <p:cNvSpPr/>
          <p:nvPr/>
        </p:nvSpPr>
        <p:spPr>
          <a:xfrm>
            <a:off x="2392825" y="2536863"/>
            <a:ext cx="302400" cy="396900"/>
          </a:xfrm>
          <a:prstGeom prst="rect">
            <a:avLst/>
          </a:prstGeom>
          <a:solidFill>
            <a:schemeClr val="lt1"/>
          </a:solidFill>
          <a:ln cap="flat" cmpd="sng" w="28575">
            <a:solidFill>
              <a:schemeClr val="accent4"/>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00" name="Google Shape;900;p75"/>
          <p:cNvSpPr/>
          <p:nvPr/>
        </p:nvSpPr>
        <p:spPr>
          <a:xfrm>
            <a:off x="2336350" y="3581538"/>
            <a:ext cx="302400" cy="396900"/>
          </a:xfrm>
          <a:prstGeom prst="rect">
            <a:avLst/>
          </a:prstGeom>
          <a:solidFill>
            <a:schemeClr val="lt1"/>
          </a:solidFill>
          <a:ln cap="flat" cmpd="sng" w="28575">
            <a:solidFill>
              <a:schemeClr val="accent4"/>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p7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Addition and subtraction involving mixed numbers</a:t>
            </a:r>
            <a:endParaRPr/>
          </a:p>
        </p:txBody>
      </p:sp>
      <p:sp>
        <p:nvSpPr>
          <p:cNvPr id="906" name="Google Shape;906;p76"/>
          <p:cNvSpPr txBox="1"/>
          <p:nvPr/>
        </p:nvSpPr>
        <p:spPr>
          <a:xfrm>
            <a:off x="324000" y="1662300"/>
            <a:ext cx="3210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rgbClr val="000000"/>
                </a:solidFill>
                <a:latin typeface="Lexend"/>
                <a:ea typeface="Lexend"/>
                <a:cs typeface="Lexend"/>
                <a:sym typeface="Lexend"/>
              </a:rPr>
              <a:t>a)</a:t>
            </a:r>
            <a:endParaRPr sz="2000">
              <a:solidFill>
                <a:srgbClr val="000000"/>
              </a:solidFill>
              <a:latin typeface="Lexend"/>
              <a:ea typeface="Lexend"/>
              <a:cs typeface="Lexend"/>
              <a:sym typeface="Lexend"/>
            </a:endParaRPr>
          </a:p>
        </p:txBody>
      </p:sp>
      <p:sp>
        <p:nvSpPr>
          <p:cNvPr id="907" name="Google Shape;907;p76"/>
          <p:cNvSpPr txBox="1"/>
          <p:nvPr/>
        </p:nvSpPr>
        <p:spPr>
          <a:xfrm>
            <a:off x="324000" y="3247013"/>
            <a:ext cx="3210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Lexend"/>
                <a:ea typeface="Lexend"/>
                <a:cs typeface="Lexend"/>
                <a:sym typeface="Lexend"/>
              </a:rPr>
              <a:t>d</a:t>
            </a: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908" name="Google Shape;908;p76"/>
          <p:cNvSpPr txBox="1"/>
          <p:nvPr/>
        </p:nvSpPr>
        <p:spPr>
          <a:xfrm>
            <a:off x="3209100" y="1662300"/>
            <a:ext cx="3210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Lexend"/>
                <a:ea typeface="Lexend"/>
                <a:cs typeface="Lexend"/>
                <a:sym typeface="Lexend"/>
              </a:rPr>
              <a:t>b</a:t>
            </a: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909" name="Google Shape;909;p76"/>
          <p:cNvSpPr txBox="1"/>
          <p:nvPr/>
        </p:nvSpPr>
        <p:spPr>
          <a:xfrm>
            <a:off x="6094200" y="1662288"/>
            <a:ext cx="3210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Lexend"/>
                <a:ea typeface="Lexend"/>
                <a:cs typeface="Lexend"/>
                <a:sym typeface="Lexend"/>
              </a:rPr>
              <a:t>c</a:t>
            </a: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910" name="Google Shape;910;p76"/>
          <p:cNvSpPr txBox="1"/>
          <p:nvPr/>
        </p:nvSpPr>
        <p:spPr>
          <a:xfrm>
            <a:off x="3209100" y="3247025"/>
            <a:ext cx="3210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rgbClr val="000000"/>
                </a:solidFill>
                <a:latin typeface="Lexend"/>
                <a:ea typeface="Lexend"/>
                <a:cs typeface="Lexend"/>
                <a:sym typeface="Lexend"/>
              </a:rPr>
              <a:t>e)</a:t>
            </a:r>
            <a:endParaRPr sz="2000">
              <a:solidFill>
                <a:srgbClr val="000000"/>
              </a:solidFill>
              <a:latin typeface="Lexend"/>
              <a:ea typeface="Lexend"/>
              <a:cs typeface="Lexend"/>
              <a:sym typeface="Lexend"/>
            </a:endParaRPr>
          </a:p>
        </p:txBody>
      </p:sp>
      <p:sp>
        <p:nvSpPr>
          <p:cNvPr id="911" name="Google Shape;911;p76"/>
          <p:cNvSpPr txBox="1"/>
          <p:nvPr/>
        </p:nvSpPr>
        <p:spPr>
          <a:xfrm>
            <a:off x="6094200" y="3237638"/>
            <a:ext cx="3210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rgbClr val="000000"/>
                </a:solidFill>
                <a:latin typeface="Lexend"/>
                <a:ea typeface="Lexend"/>
                <a:cs typeface="Lexend"/>
                <a:sym typeface="Lexend"/>
              </a:rPr>
              <a:t>f)</a:t>
            </a:r>
            <a:endParaRPr sz="2000">
              <a:solidFill>
                <a:srgbClr val="000000"/>
              </a:solidFill>
              <a:latin typeface="Lexend"/>
              <a:ea typeface="Lexend"/>
              <a:cs typeface="Lexend"/>
              <a:sym typeface="Lexend"/>
            </a:endParaRPr>
          </a:p>
        </p:txBody>
      </p:sp>
      <p:grpSp>
        <p:nvGrpSpPr>
          <p:cNvPr id="912" name="Google Shape;912;p76"/>
          <p:cNvGrpSpPr/>
          <p:nvPr/>
        </p:nvGrpSpPr>
        <p:grpSpPr>
          <a:xfrm>
            <a:off x="3620150" y="1647189"/>
            <a:ext cx="1905600" cy="1287676"/>
            <a:chOff x="755813" y="3514087"/>
            <a:chExt cx="1905600" cy="1287676"/>
          </a:xfrm>
        </p:grpSpPr>
        <p:grpSp>
          <p:nvGrpSpPr>
            <p:cNvPr id="913" name="Google Shape;913;p76"/>
            <p:cNvGrpSpPr/>
            <p:nvPr/>
          </p:nvGrpSpPr>
          <p:grpSpPr>
            <a:xfrm>
              <a:off x="755813" y="4015437"/>
              <a:ext cx="1905600" cy="308700"/>
              <a:chOff x="837563" y="1497675"/>
              <a:chExt cx="1905600" cy="308700"/>
            </a:xfrm>
          </p:grpSpPr>
          <p:grpSp>
            <p:nvGrpSpPr>
              <p:cNvPr id="914" name="Google Shape;914;p76"/>
              <p:cNvGrpSpPr/>
              <p:nvPr/>
            </p:nvGrpSpPr>
            <p:grpSpPr>
              <a:xfrm>
                <a:off x="837563" y="1497675"/>
                <a:ext cx="1905600" cy="247500"/>
                <a:chOff x="837563" y="1497675"/>
                <a:chExt cx="1905600" cy="247500"/>
              </a:xfrm>
            </p:grpSpPr>
            <p:cxnSp>
              <p:nvCxnSpPr>
                <p:cNvPr id="915" name="Google Shape;915;p76"/>
                <p:cNvCxnSpPr/>
                <p:nvPr/>
              </p:nvCxnSpPr>
              <p:spPr>
                <a:xfrm>
                  <a:off x="837563" y="1615341"/>
                  <a:ext cx="1905600" cy="0"/>
                </a:xfrm>
                <a:prstGeom prst="straightConnector1">
                  <a:avLst/>
                </a:prstGeom>
                <a:noFill/>
                <a:ln cap="flat" cmpd="sng" w="9525">
                  <a:solidFill>
                    <a:srgbClr val="808080"/>
                  </a:solidFill>
                  <a:prstDash val="solid"/>
                  <a:round/>
                  <a:headEnd len="med" w="med" type="none"/>
                  <a:tailEnd len="med" w="med" type="none"/>
                </a:ln>
              </p:spPr>
            </p:cxnSp>
            <p:cxnSp>
              <p:nvCxnSpPr>
                <p:cNvPr id="916" name="Google Shape;916;p76"/>
                <p:cNvCxnSpPr/>
                <p:nvPr/>
              </p:nvCxnSpPr>
              <p:spPr>
                <a:xfrm>
                  <a:off x="1202650" y="1497675"/>
                  <a:ext cx="0" cy="247500"/>
                </a:xfrm>
                <a:prstGeom prst="straightConnector1">
                  <a:avLst/>
                </a:prstGeom>
                <a:noFill/>
                <a:ln cap="flat" cmpd="sng" w="9525">
                  <a:solidFill>
                    <a:srgbClr val="808080"/>
                  </a:solidFill>
                  <a:prstDash val="solid"/>
                  <a:round/>
                  <a:headEnd len="med" w="med" type="none"/>
                  <a:tailEnd len="med" w="med" type="none"/>
                </a:ln>
              </p:spPr>
            </p:cxnSp>
            <p:cxnSp>
              <p:nvCxnSpPr>
                <p:cNvPr id="917" name="Google Shape;917;p76"/>
                <p:cNvCxnSpPr/>
                <p:nvPr/>
              </p:nvCxnSpPr>
              <p:spPr>
                <a:xfrm>
                  <a:off x="2269450" y="1497675"/>
                  <a:ext cx="0" cy="247500"/>
                </a:xfrm>
                <a:prstGeom prst="straightConnector1">
                  <a:avLst/>
                </a:prstGeom>
                <a:noFill/>
                <a:ln cap="flat" cmpd="sng" w="9525">
                  <a:solidFill>
                    <a:srgbClr val="808080"/>
                  </a:solidFill>
                  <a:prstDash val="solid"/>
                  <a:round/>
                  <a:headEnd len="med" w="med" type="none"/>
                  <a:tailEnd len="med" w="med" type="none"/>
                </a:ln>
              </p:spPr>
            </p:cxnSp>
          </p:grpSp>
          <p:cxnSp>
            <p:nvCxnSpPr>
              <p:cNvPr id="918" name="Google Shape;918;p76"/>
              <p:cNvCxnSpPr/>
              <p:nvPr/>
            </p:nvCxnSpPr>
            <p:spPr>
              <a:xfrm>
                <a:off x="1204475" y="1806375"/>
                <a:ext cx="1068300" cy="0"/>
              </a:xfrm>
              <a:prstGeom prst="straightConnector1">
                <a:avLst/>
              </a:prstGeom>
              <a:noFill/>
              <a:ln cap="flat" cmpd="sng" w="9525">
                <a:solidFill>
                  <a:srgbClr val="808080"/>
                </a:solidFill>
                <a:prstDash val="solid"/>
                <a:round/>
                <a:headEnd len="med" w="med" type="triangle"/>
                <a:tailEnd len="med" w="med" type="triangle"/>
              </a:ln>
            </p:spPr>
          </p:cxnSp>
        </p:grpSp>
        <p:sp>
          <p:nvSpPr>
            <p:cNvPr id="919" name="Google Shape;919;p76"/>
            <p:cNvSpPr txBox="1"/>
            <p:nvPr/>
          </p:nvSpPr>
          <p:spPr>
            <a:xfrm>
              <a:off x="1041225" y="3641388"/>
              <a:ext cx="143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1\ \frac{2}{3}&quot;&gt;&lt;mn&gt;1&lt;/mn&gt;&lt;mtext&gt;&lt;/mtext&gt;&lt;mfrac&gt;&lt;mn&gt;2&lt;/mn&gt;&lt;mn&gt;3&lt;/mn&gt;&lt;/mfrac&gt;&lt;/math&gt;" id="920" name="Google Shape;920;p76" title="1 two thirds"/>
            <p:cNvPicPr preferRelativeResize="0"/>
            <p:nvPr/>
          </p:nvPicPr>
          <p:blipFill>
            <a:blip r:embed="rId3">
              <a:alphaModFix/>
            </a:blip>
            <a:stretch>
              <a:fillRect/>
            </a:stretch>
          </p:blipFill>
          <p:spPr>
            <a:xfrm>
              <a:off x="1526975" y="4330013"/>
              <a:ext cx="315639" cy="471751"/>
            </a:xfrm>
            <a:prstGeom prst="rect">
              <a:avLst/>
            </a:prstGeom>
            <a:noFill/>
            <a:ln>
              <a:noFill/>
            </a:ln>
          </p:spPr>
        </p:pic>
        <p:pic>
          <p:nvPicPr>
            <p:cNvPr descr="&lt;math xmlns=&quot;http://www.w3.org/1998/Math/MathML&quot; display=&quot;block&quot; data-is-equatio=&quot;1&quot; data-latex=&quot;2\ \frac{5}{12}&quot;&gt;&lt;mn&gt;2&lt;/mn&gt;&lt;mtext&gt;&lt;/mtext&gt;&lt;mfrac&gt;&lt;mn&gt;5&lt;/mn&gt;&lt;mn&gt;12&lt;/mn&gt;&lt;/mfrac&gt;&lt;/math&gt;" id="921" name="Google Shape;921;p76" title="2 5 over 12"/>
            <p:cNvPicPr preferRelativeResize="0"/>
            <p:nvPr/>
          </p:nvPicPr>
          <p:blipFill>
            <a:blip r:embed="rId4">
              <a:alphaModFix/>
            </a:blip>
            <a:stretch>
              <a:fillRect/>
            </a:stretch>
          </p:blipFill>
          <p:spPr>
            <a:xfrm>
              <a:off x="1974635" y="3514087"/>
              <a:ext cx="434428" cy="451388"/>
            </a:xfrm>
            <a:prstGeom prst="rect">
              <a:avLst/>
            </a:prstGeom>
            <a:noFill/>
            <a:ln>
              <a:noFill/>
            </a:ln>
          </p:spPr>
        </p:pic>
      </p:grpSp>
      <p:grpSp>
        <p:nvGrpSpPr>
          <p:cNvPr id="922" name="Google Shape;922;p76"/>
          <p:cNvGrpSpPr/>
          <p:nvPr/>
        </p:nvGrpSpPr>
        <p:grpSpPr>
          <a:xfrm>
            <a:off x="6585725" y="1685214"/>
            <a:ext cx="1933200" cy="1269451"/>
            <a:chOff x="6410650" y="964400"/>
            <a:chExt cx="1933200" cy="1269451"/>
          </a:xfrm>
        </p:grpSpPr>
        <p:grpSp>
          <p:nvGrpSpPr>
            <p:cNvPr id="923" name="Google Shape;923;p76"/>
            <p:cNvGrpSpPr/>
            <p:nvPr/>
          </p:nvGrpSpPr>
          <p:grpSpPr>
            <a:xfrm>
              <a:off x="6410650" y="1432438"/>
              <a:ext cx="1933200" cy="308700"/>
              <a:chOff x="809850" y="1497675"/>
              <a:chExt cx="1933200" cy="308700"/>
            </a:xfrm>
          </p:grpSpPr>
          <p:grpSp>
            <p:nvGrpSpPr>
              <p:cNvPr id="924" name="Google Shape;924;p76"/>
              <p:cNvGrpSpPr/>
              <p:nvPr/>
            </p:nvGrpSpPr>
            <p:grpSpPr>
              <a:xfrm>
                <a:off x="809850" y="1497675"/>
                <a:ext cx="1933200" cy="247500"/>
                <a:chOff x="809850" y="1497675"/>
                <a:chExt cx="1933200" cy="247500"/>
              </a:xfrm>
            </p:grpSpPr>
            <p:cxnSp>
              <p:nvCxnSpPr>
                <p:cNvPr id="925" name="Google Shape;925;p76"/>
                <p:cNvCxnSpPr/>
                <p:nvPr/>
              </p:nvCxnSpPr>
              <p:spPr>
                <a:xfrm>
                  <a:off x="809850" y="1615362"/>
                  <a:ext cx="1933200" cy="0"/>
                </a:xfrm>
                <a:prstGeom prst="straightConnector1">
                  <a:avLst/>
                </a:prstGeom>
                <a:noFill/>
                <a:ln cap="flat" cmpd="sng" w="9525">
                  <a:solidFill>
                    <a:srgbClr val="808080"/>
                  </a:solidFill>
                  <a:prstDash val="solid"/>
                  <a:round/>
                  <a:headEnd len="med" w="med" type="none"/>
                  <a:tailEnd len="med" w="med" type="none"/>
                </a:ln>
              </p:spPr>
            </p:cxnSp>
            <p:cxnSp>
              <p:nvCxnSpPr>
                <p:cNvPr id="926" name="Google Shape;926;p76"/>
                <p:cNvCxnSpPr/>
                <p:nvPr/>
              </p:nvCxnSpPr>
              <p:spPr>
                <a:xfrm>
                  <a:off x="1202650" y="1497675"/>
                  <a:ext cx="0" cy="247500"/>
                </a:xfrm>
                <a:prstGeom prst="straightConnector1">
                  <a:avLst/>
                </a:prstGeom>
                <a:noFill/>
                <a:ln cap="flat" cmpd="sng" w="9525">
                  <a:solidFill>
                    <a:srgbClr val="808080"/>
                  </a:solidFill>
                  <a:prstDash val="solid"/>
                  <a:round/>
                  <a:headEnd len="med" w="med" type="none"/>
                  <a:tailEnd len="med" w="med" type="none"/>
                </a:ln>
              </p:spPr>
            </p:cxnSp>
            <p:cxnSp>
              <p:nvCxnSpPr>
                <p:cNvPr id="927" name="Google Shape;927;p76"/>
                <p:cNvCxnSpPr/>
                <p:nvPr/>
              </p:nvCxnSpPr>
              <p:spPr>
                <a:xfrm>
                  <a:off x="2269450" y="1497675"/>
                  <a:ext cx="0" cy="247500"/>
                </a:xfrm>
                <a:prstGeom prst="straightConnector1">
                  <a:avLst/>
                </a:prstGeom>
                <a:noFill/>
                <a:ln cap="flat" cmpd="sng" w="9525">
                  <a:solidFill>
                    <a:srgbClr val="808080"/>
                  </a:solidFill>
                  <a:prstDash val="solid"/>
                  <a:round/>
                  <a:headEnd len="med" w="med" type="none"/>
                  <a:tailEnd len="med" w="med" type="none"/>
                </a:ln>
              </p:spPr>
            </p:cxnSp>
          </p:grpSp>
          <p:cxnSp>
            <p:nvCxnSpPr>
              <p:cNvPr id="928" name="Google Shape;928;p76"/>
              <p:cNvCxnSpPr/>
              <p:nvPr/>
            </p:nvCxnSpPr>
            <p:spPr>
              <a:xfrm>
                <a:off x="1204475" y="1806375"/>
                <a:ext cx="1068300" cy="0"/>
              </a:xfrm>
              <a:prstGeom prst="straightConnector1">
                <a:avLst/>
              </a:prstGeom>
              <a:noFill/>
              <a:ln cap="flat" cmpd="sng" w="9525">
                <a:solidFill>
                  <a:srgbClr val="808080"/>
                </a:solidFill>
                <a:prstDash val="solid"/>
                <a:round/>
                <a:headEnd len="med" w="med" type="triangle"/>
                <a:tailEnd len="med" w="med" type="triangle"/>
              </a:ln>
            </p:spPr>
          </p:cxnSp>
        </p:grpSp>
        <p:sp>
          <p:nvSpPr>
            <p:cNvPr id="929" name="Google Shape;929;p76"/>
            <p:cNvSpPr txBox="1"/>
            <p:nvPr/>
          </p:nvSpPr>
          <p:spPr>
            <a:xfrm>
              <a:off x="7797250" y="1142638"/>
              <a:ext cx="143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1\ \frac{2}{3}&quot;&gt;&lt;mn&gt;1&lt;/mn&gt;&lt;mtext&gt;&lt;/mtext&gt;&lt;mfrac&gt;&lt;mn&gt;2&lt;/mn&gt;&lt;mn&gt;3&lt;/mn&gt;&lt;/mfrac&gt;&lt;/math&gt;" id="930" name="Google Shape;930;p76" title="1 two thirds"/>
            <p:cNvPicPr preferRelativeResize="0"/>
            <p:nvPr/>
          </p:nvPicPr>
          <p:blipFill>
            <a:blip r:embed="rId3">
              <a:alphaModFix/>
            </a:blip>
            <a:stretch>
              <a:fillRect/>
            </a:stretch>
          </p:blipFill>
          <p:spPr>
            <a:xfrm>
              <a:off x="7243225" y="1762100"/>
              <a:ext cx="315639" cy="471751"/>
            </a:xfrm>
            <a:prstGeom prst="rect">
              <a:avLst/>
            </a:prstGeom>
            <a:noFill/>
            <a:ln>
              <a:noFill/>
            </a:ln>
          </p:spPr>
        </p:pic>
        <p:pic>
          <p:nvPicPr>
            <p:cNvPr descr="&lt;math xmlns=&quot;http://www.w3.org/1998/Math/MathML&quot; display=&quot;block&quot; data-is-equatio=&quot;1&quot; data-latex=&quot;2\ \frac{5}{12}&quot;&gt;&lt;mn&gt;2&lt;/mn&gt;&lt;mtext&gt;&lt;/mtext&gt;&lt;mfrac&gt;&lt;mn&gt;5&lt;/mn&gt;&lt;mn&gt;12&lt;/mn&gt;&lt;/mfrac&gt;&lt;/math&gt;" id="931" name="Google Shape;931;p76" title="2 5 over 12"/>
            <p:cNvPicPr preferRelativeResize="0"/>
            <p:nvPr/>
          </p:nvPicPr>
          <p:blipFill>
            <a:blip r:embed="rId4">
              <a:alphaModFix/>
            </a:blip>
            <a:stretch>
              <a:fillRect/>
            </a:stretch>
          </p:blipFill>
          <p:spPr>
            <a:xfrm>
              <a:off x="6583272" y="964400"/>
              <a:ext cx="434428" cy="451388"/>
            </a:xfrm>
            <a:prstGeom prst="rect">
              <a:avLst/>
            </a:prstGeom>
            <a:noFill/>
            <a:ln>
              <a:noFill/>
            </a:ln>
          </p:spPr>
        </p:pic>
      </p:grpSp>
      <p:grpSp>
        <p:nvGrpSpPr>
          <p:cNvPr id="932" name="Google Shape;932;p76"/>
          <p:cNvGrpSpPr/>
          <p:nvPr/>
        </p:nvGrpSpPr>
        <p:grpSpPr>
          <a:xfrm>
            <a:off x="3596150" y="3368813"/>
            <a:ext cx="1953600" cy="1341275"/>
            <a:chOff x="6390400" y="3471568"/>
            <a:chExt cx="1953600" cy="1341275"/>
          </a:xfrm>
        </p:grpSpPr>
        <p:grpSp>
          <p:nvGrpSpPr>
            <p:cNvPr id="933" name="Google Shape;933;p76"/>
            <p:cNvGrpSpPr/>
            <p:nvPr/>
          </p:nvGrpSpPr>
          <p:grpSpPr>
            <a:xfrm>
              <a:off x="6390400" y="4006050"/>
              <a:ext cx="1953600" cy="308700"/>
              <a:chOff x="789600" y="1497675"/>
              <a:chExt cx="1953600" cy="308700"/>
            </a:xfrm>
          </p:grpSpPr>
          <p:grpSp>
            <p:nvGrpSpPr>
              <p:cNvPr id="934" name="Google Shape;934;p76"/>
              <p:cNvGrpSpPr/>
              <p:nvPr/>
            </p:nvGrpSpPr>
            <p:grpSpPr>
              <a:xfrm>
                <a:off x="789600" y="1497675"/>
                <a:ext cx="1953600" cy="247500"/>
                <a:chOff x="789600" y="1497675"/>
                <a:chExt cx="1953600" cy="247500"/>
              </a:xfrm>
            </p:grpSpPr>
            <p:cxnSp>
              <p:nvCxnSpPr>
                <p:cNvPr id="935" name="Google Shape;935;p76"/>
                <p:cNvCxnSpPr/>
                <p:nvPr/>
              </p:nvCxnSpPr>
              <p:spPr>
                <a:xfrm>
                  <a:off x="789600" y="1615338"/>
                  <a:ext cx="1953600" cy="0"/>
                </a:xfrm>
                <a:prstGeom prst="straightConnector1">
                  <a:avLst/>
                </a:prstGeom>
                <a:noFill/>
                <a:ln cap="flat" cmpd="sng" w="9525">
                  <a:solidFill>
                    <a:srgbClr val="808080"/>
                  </a:solidFill>
                  <a:prstDash val="solid"/>
                  <a:round/>
                  <a:headEnd len="med" w="med" type="none"/>
                  <a:tailEnd len="med" w="med" type="none"/>
                </a:ln>
              </p:spPr>
            </p:cxnSp>
            <p:cxnSp>
              <p:nvCxnSpPr>
                <p:cNvPr id="936" name="Google Shape;936;p76"/>
                <p:cNvCxnSpPr/>
                <p:nvPr/>
              </p:nvCxnSpPr>
              <p:spPr>
                <a:xfrm>
                  <a:off x="1202650" y="1497675"/>
                  <a:ext cx="0" cy="247500"/>
                </a:xfrm>
                <a:prstGeom prst="straightConnector1">
                  <a:avLst/>
                </a:prstGeom>
                <a:noFill/>
                <a:ln cap="flat" cmpd="sng" w="9525">
                  <a:solidFill>
                    <a:srgbClr val="808080"/>
                  </a:solidFill>
                  <a:prstDash val="solid"/>
                  <a:round/>
                  <a:headEnd len="med" w="med" type="none"/>
                  <a:tailEnd len="med" w="med" type="none"/>
                </a:ln>
              </p:spPr>
            </p:cxnSp>
            <p:cxnSp>
              <p:nvCxnSpPr>
                <p:cNvPr id="937" name="Google Shape;937;p76"/>
                <p:cNvCxnSpPr/>
                <p:nvPr/>
              </p:nvCxnSpPr>
              <p:spPr>
                <a:xfrm>
                  <a:off x="2269450" y="1497675"/>
                  <a:ext cx="0" cy="247500"/>
                </a:xfrm>
                <a:prstGeom prst="straightConnector1">
                  <a:avLst/>
                </a:prstGeom>
                <a:noFill/>
                <a:ln cap="flat" cmpd="sng" w="9525">
                  <a:solidFill>
                    <a:srgbClr val="808080"/>
                  </a:solidFill>
                  <a:prstDash val="solid"/>
                  <a:round/>
                  <a:headEnd len="med" w="med" type="none"/>
                  <a:tailEnd len="med" w="med" type="none"/>
                </a:ln>
              </p:spPr>
            </p:cxnSp>
          </p:grpSp>
          <p:cxnSp>
            <p:nvCxnSpPr>
              <p:cNvPr id="938" name="Google Shape;938;p76"/>
              <p:cNvCxnSpPr/>
              <p:nvPr/>
            </p:nvCxnSpPr>
            <p:spPr>
              <a:xfrm>
                <a:off x="1204475" y="1806375"/>
                <a:ext cx="1068300" cy="0"/>
              </a:xfrm>
              <a:prstGeom prst="straightConnector1">
                <a:avLst/>
              </a:prstGeom>
              <a:noFill/>
              <a:ln cap="flat" cmpd="sng" w="9525">
                <a:solidFill>
                  <a:srgbClr val="808080"/>
                </a:solidFill>
                <a:prstDash val="solid"/>
                <a:round/>
                <a:headEnd len="med" w="med" type="triangle"/>
                <a:tailEnd len="med" w="med" type="triangle"/>
              </a:ln>
            </p:spPr>
          </p:cxnSp>
        </p:grpSp>
        <p:sp>
          <p:nvSpPr>
            <p:cNvPr id="939" name="Google Shape;939;p76"/>
            <p:cNvSpPr txBox="1"/>
            <p:nvPr/>
          </p:nvSpPr>
          <p:spPr>
            <a:xfrm>
              <a:off x="7797250" y="3688263"/>
              <a:ext cx="143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1\ \frac{5}{6}&quot;&gt;&lt;mn&gt;1&lt;/mn&gt;&lt;mtext&gt;&lt;/mtext&gt;&lt;mfrac&gt;&lt;mn&gt;5&lt;/mn&gt;&lt;mn&gt;6&lt;/mn&gt;&lt;/mfrac&gt;&lt;/math&gt;" id="940" name="Google Shape;940;p76" title="1 five sixths"/>
            <p:cNvPicPr preferRelativeResize="0"/>
            <p:nvPr/>
          </p:nvPicPr>
          <p:blipFill>
            <a:blip r:embed="rId5">
              <a:alphaModFix/>
            </a:blip>
            <a:stretch>
              <a:fillRect/>
            </a:stretch>
          </p:blipFill>
          <p:spPr>
            <a:xfrm>
              <a:off x="6634600" y="3471568"/>
              <a:ext cx="331778" cy="493895"/>
            </a:xfrm>
            <a:prstGeom prst="rect">
              <a:avLst/>
            </a:prstGeom>
            <a:noFill/>
            <a:ln>
              <a:noFill/>
            </a:ln>
          </p:spPr>
        </p:pic>
        <p:pic>
          <p:nvPicPr>
            <p:cNvPr descr="&lt;math xmlns=&quot;http://www.w3.org/1998/Math/MathML&quot; display=&quot;block&quot; data-is-equatio=&quot;1&quot; data-latex=&quot;3\ \frac{3}{4}&quot;&gt;&lt;mn&gt;3&lt;/mn&gt;&lt;mtext&gt;&lt;/mtext&gt;&lt;mfrac&gt;&lt;mn&gt;3&lt;/mn&gt;&lt;mn&gt;4&lt;/mn&gt;&lt;/mfrac&gt;&lt;/math&gt;" id="941" name="Google Shape;941;p76" title="3 three fourths"/>
            <p:cNvPicPr preferRelativeResize="0"/>
            <p:nvPr/>
          </p:nvPicPr>
          <p:blipFill>
            <a:blip r:embed="rId6">
              <a:alphaModFix/>
            </a:blip>
            <a:stretch>
              <a:fillRect/>
            </a:stretch>
          </p:blipFill>
          <p:spPr>
            <a:xfrm>
              <a:off x="7160046" y="4318947"/>
              <a:ext cx="349694" cy="493895"/>
            </a:xfrm>
            <a:prstGeom prst="rect">
              <a:avLst/>
            </a:prstGeom>
            <a:noFill/>
            <a:ln>
              <a:noFill/>
            </a:ln>
          </p:spPr>
        </p:pic>
      </p:grpSp>
      <p:grpSp>
        <p:nvGrpSpPr>
          <p:cNvPr id="942" name="Google Shape;942;p76"/>
          <p:cNvGrpSpPr/>
          <p:nvPr/>
        </p:nvGrpSpPr>
        <p:grpSpPr>
          <a:xfrm>
            <a:off x="6558413" y="3389987"/>
            <a:ext cx="1987800" cy="1335913"/>
            <a:chOff x="6355800" y="2206093"/>
            <a:chExt cx="1987800" cy="1335913"/>
          </a:xfrm>
        </p:grpSpPr>
        <p:grpSp>
          <p:nvGrpSpPr>
            <p:cNvPr id="943" name="Google Shape;943;p76"/>
            <p:cNvGrpSpPr/>
            <p:nvPr/>
          </p:nvGrpSpPr>
          <p:grpSpPr>
            <a:xfrm>
              <a:off x="6355800" y="2719244"/>
              <a:ext cx="1987800" cy="308700"/>
              <a:chOff x="755000" y="1497675"/>
              <a:chExt cx="1987800" cy="308700"/>
            </a:xfrm>
          </p:grpSpPr>
          <p:grpSp>
            <p:nvGrpSpPr>
              <p:cNvPr id="944" name="Google Shape;944;p76"/>
              <p:cNvGrpSpPr/>
              <p:nvPr/>
            </p:nvGrpSpPr>
            <p:grpSpPr>
              <a:xfrm>
                <a:off x="755000" y="1497675"/>
                <a:ext cx="1987800" cy="247500"/>
                <a:chOff x="755000" y="1497675"/>
                <a:chExt cx="1987800" cy="247500"/>
              </a:xfrm>
            </p:grpSpPr>
            <p:cxnSp>
              <p:nvCxnSpPr>
                <p:cNvPr id="945" name="Google Shape;945;p76"/>
                <p:cNvCxnSpPr/>
                <p:nvPr/>
              </p:nvCxnSpPr>
              <p:spPr>
                <a:xfrm>
                  <a:off x="755000" y="1615356"/>
                  <a:ext cx="1987800" cy="0"/>
                </a:xfrm>
                <a:prstGeom prst="straightConnector1">
                  <a:avLst/>
                </a:prstGeom>
                <a:noFill/>
                <a:ln cap="flat" cmpd="sng" w="9525">
                  <a:solidFill>
                    <a:srgbClr val="808080"/>
                  </a:solidFill>
                  <a:prstDash val="solid"/>
                  <a:round/>
                  <a:headEnd len="med" w="med" type="none"/>
                  <a:tailEnd len="med" w="med" type="none"/>
                </a:ln>
              </p:spPr>
            </p:cxnSp>
            <p:cxnSp>
              <p:nvCxnSpPr>
                <p:cNvPr id="946" name="Google Shape;946;p76"/>
                <p:cNvCxnSpPr/>
                <p:nvPr/>
              </p:nvCxnSpPr>
              <p:spPr>
                <a:xfrm>
                  <a:off x="1202650" y="1497675"/>
                  <a:ext cx="0" cy="247500"/>
                </a:xfrm>
                <a:prstGeom prst="straightConnector1">
                  <a:avLst/>
                </a:prstGeom>
                <a:noFill/>
                <a:ln cap="flat" cmpd="sng" w="9525">
                  <a:solidFill>
                    <a:srgbClr val="808080"/>
                  </a:solidFill>
                  <a:prstDash val="solid"/>
                  <a:round/>
                  <a:headEnd len="med" w="med" type="none"/>
                  <a:tailEnd len="med" w="med" type="none"/>
                </a:ln>
              </p:spPr>
            </p:cxnSp>
            <p:cxnSp>
              <p:nvCxnSpPr>
                <p:cNvPr id="947" name="Google Shape;947;p76"/>
                <p:cNvCxnSpPr/>
                <p:nvPr/>
              </p:nvCxnSpPr>
              <p:spPr>
                <a:xfrm>
                  <a:off x="2269450" y="1497675"/>
                  <a:ext cx="0" cy="247500"/>
                </a:xfrm>
                <a:prstGeom prst="straightConnector1">
                  <a:avLst/>
                </a:prstGeom>
                <a:noFill/>
                <a:ln cap="flat" cmpd="sng" w="9525">
                  <a:solidFill>
                    <a:srgbClr val="808080"/>
                  </a:solidFill>
                  <a:prstDash val="solid"/>
                  <a:round/>
                  <a:headEnd len="med" w="med" type="none"/>
                  <a:tailEnd len="med" w="med" type="none"/>
                </a:ln>
              </p:spPr>
            </p:cxnSp>
          </p:grpSp>
          <p:cxnSp>
            <p:nvCxnSpPr>
              <p:cNvPr id="948" name="Google Shape;948;p76"/>
              <p:cNvCxnSpPr/>
              <p:nvPr/>
            </p:nvCxnSpPr>
            <p:spPr>
              <a:xfrm>
                <a:off x="1204475" y="1806375"/>
                <a:ext cx="1068300" cy="0"/>
              </a:xfrm>
              <a:prstGeom prst="straightConnector1">
                <a:avLst/>
              </a:prstGeom>
              <a:noFill/>
              <a:ln cap="flat" cmpd="sng" w="9525">
                <a:solidFill>
                  <a:srgbClr val="808080"/>
                </a:solidFill>
                <a:prstDash val="solid"/>
                <a:round/>
                <a:headEnd len="med" w="med" type="triangle"/>
                <a:tailEnd len="med" w="med" type="triangle"/>
              </a:ln>
            </p:spPr>
          </p:cxnSp>
        </p:grpSp>
        <p:sp>
          <p:nvSpPr>
            <p:cNvPr id="949" name="Google Shape;949;p76"/>
            <p:cNvSpPr txBox="1"/>
            <p:nvPr/>
          </p:nvSpPr>
          <p:spPr>
            <a:xfrm>
              <a:off x="6728625" y="2437075"/>
              <a:ext cx="143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1\ \frac{5}{6}&quot;&gt;&lt;mn&gt;1&lt;/mn&gt;&lt;mtext&gt;&lt;/mtext&gt;&lt;mfrac&gt;&lt;mn&gt;5&lt;/mn&gt;&lt;mn&gt;6&lt;/mn&gt;&lt;/mfrac&gt;&lt;/math&gt;" id="950" name="Google Shape;950;p76" title="1 five sixths"/>
            <p:cNvPicPr preferRelativeResize="0"/>
            <p:nvPr/>
          </p:nvPicPr>
          <p:blipFill>
            <a:blip r:embed="rId5">
              <a:alphaModFix/>
            </a:blip>
            <a:stretch>
              <a:fillRect/>
            </a:stretch>
          </p:blipFill>
          <p:spPr>
            <a:xfrm>
              <a:off x="7703213" y="2206093"/>
              <a:ext cx="331778" cy="493895"/>
            </a:xfrm>
            <a:prstGeom prst="rect">
              <a:avLst/>
            </a:prstGeom>
            <a:noFill/>
            <a:ln>
              <a:noFill/>
            </a:ln>
          </p:spPr>
        </p:pic>
        <p:pic>
          <p:nvPicPr>
            <p:cNvPr descr="&lt;math xmlns=&quot;http://www.w3.org/1998/Math/MathML&quot; display=&quot;block&quot; data-is-equatio=&quot;1&quot; data-latex=&quot;3\ \frac{3}{4}&quot;&gt;&lt;mn&gt;3&lt;/mn&gt;&lt;mtext&gt;&lt;/mtext&gt;&lt;mfrac&gt;&lt;mn&gt;3&lt;/mn&gt;&lt;mn&gt;4&lt;/mn&gt;&lt;/mfrac&gt;&lt;/math&gt;" id="951" name="Google Shape;951;p76" title="3 three fourths"/>
            <p:cNvPicPr preferRelativeResize="0"/>
            <p:nvPr/>
          </p:nvPicPr>
          <p:blipFill>
            <a:blip r:embed="rId6">
              <a:alphaModFix/>
            </a:blip>
            <a:stretch>
              <a:fillRect/>
            </a:stretch>
          </p:blipFill>
          <p:spPr>
            <a:xfrm>
              <a:off x="7160046" y="3048110"/>
              <a:ext cx="349694" cy="493895"/>
            </a:xfrm>
            <a:prstGeom prst="rect">
              <a:avLst/>
            </a:prstGeom>
            <a:noFill/>
            <a:ln>
              <a:noFill/>
            </a:ln>
          </p:spPr>
        </p:pic>
      </p:grpSp>
      <p:sp>
        <p:nvSpPr>
          <p:cNvPr id="952" name="Google Shape;952;p76"/>
          <p:cNvSpPr txBox="1"/>
          <p:nvPr/>
        </p:nvSpPr>
        <p:spPr>
          <a:xfrm>
            <a:off x="324000" y="751100"/>
            <a:ext cx="8237700" cy="426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solidFill>
                  <a:srgbClr val="000000"/>
                </a:solidFill>
                <a:latin typeface="Lexend"/>
                <a:ea typeface="Lexend"/>
                <a:cs typeface="Lexend"/>
                <a:sym typeface="Lexend"/>
              </a:rPr>
              <a:t>2)  </a:t>
            </a:r>
            <a:r>
              <a:rPr lang="en-GB" sz="2000">
                <a:solidFill>
                  <a:schemeClr val="dk1"/>
                </a:solidFill>
                <a:latin typeface="Lexend"/>
                <a:ea typeface="Lexend"/>
                <a:cs typeface="Lexend"/>
                <a:sym typeface="Lexend"/>
              </a:rPr>
              <a:t>Find the missing value in each diagram.  Give your answer as a mixed number in its simplest form.</a:t>
            </a:r>
            <a:endParaRPr sz="2000">
              <a:solidFill>
                <a:schemeClr val="dk1"/>
              </a:solidFill>
              <a:latin typeface="Lexend"/>
              <a:ea typeface="Lexend"/>
              <a:cs typeface="Lexend"/>
              <a:sym typeface="Lexend"/>
            </a:endParaRPr>
          </a:p>
          <a:p>
            <a:pPr indent="0" lvl="0" marL="0" rtl="0" algn="l">
              <a:lnSpc>
                <a:spcPct val="115000"/>
              </a:lnSpc>
              <a:spcBef>
                <a:spcPts val="1000"/>
              </a:spcBef>
              <a:spcAft>
                <a:spcPts val="1000"/>
              </a:spcAft>
              <a:buNone/>
            </a:pPr>
            <a:r>
              <a:t/>
            </a:r>
            <a:endParaRPr sz="2000">
              <a:latin typeface="Lexend"/>
              <a:ea typeface="Lexend"/>
              <a:cs typeface="Lexend"/>
              <a:sym typeface="Lexend"/>
            </a:endParaRPr>
          </a:p>
        </p:txBody>
      </p:sp>
      <p:grpSp>
        <p:nvGrpSpPr>
          <p:cNvPr id="953" name="Google Shape;953;p76"/>
          <p:cNvGrpSpPr/>
          <p:nvPr/>
        </p:nvGrpSpPr>
        <p:grpSpPr>
          <a:xfrm>
            <a:off x="785525" y="3429307"/>
            <a:ext cx="1965000" cy="1258550"/>
            <a:chOff x="696200" y="961474"/>
            <a:chExt cx="1965000" cy="1258550"/>
          </a:xfrm>
        </p:grpSpPr>
        <p:grpSp>
          <p:nvGrpSpPr>
            <p:cNvPr id="954" name="Google Shape;954;p76"/>
            <p:cNvGrpSpPr/>
            <p:nvPr/>
          </p:nvGrpSpPr>
          <p:grpSpPr>
            <a:xfrm>
              <a:off x="696200" y="1441825"/>
              <a:ext cx="1965000" cy="308700"/>
              <a:chOff x="777950" y="1497675"/>
              <a:chExt cx="1965000" cy="308700"/>
            </a:xfrm>
          </p:grpSpPr>
          <p:grpSp>
            <p:nvGrpSpPr>
              <p:cNvPr id="955" name="Google Shape;955;p76"/>
              <p:cNvGrpSpPr/>
              <p:nvPr/>
            </p:nvGrpSpPr>
            <p:grpSpPr>
              <a:xfrm>
                <a:off x="777950" y="1497675"/>
                <a:ext cx="1965000" cy="247500"/>
                <a:chOff x="777950" y="1497675"/>
                <a:chExt cx="1965000" cy="247500"/>
              </a:xfrm>
            </p:grpSpPr>
            <p:cxnSp>
              <p:nvCxnSpPr>
                <p:cNvPr id="956" name="Google Shape;956;p76"/>
                <p:cNvCxnSpPr/>
                <p:nvPr/>
              </p:nvCxnSpPr>
              <p:spPr>
                <a:xfrm>
                  <a:off x="777950" y="1615350"/>
                  <a:ext cx="1965000" cy="0"/>
                </a:xfrm>
                <a:prstGeom prst="straightConnector1">
                  <a:avLst/>
                </a:prstGeom>
                <a:noFill/>
                <a:ln cap="flat" cmpd="sng" w="9525">
                  <a:solidFill>
                    <a:srgbClr val="808080"/>
                  </a:solidFill>
                  <a:prstDash val="solid"/>
                  <a:round/>
                  <a:headEnd len="med" w="med" type="none"/>
                  <a:tailEnd len="med" w="med" type="none"/>
                </a:ln>
              </p:spPr>
            </p:cxnSp>
            <p:cxnSp>
              <p:nvCxnSpPr>
                <p:cNvPr id="957" name="Google Shape;957;p76"/>
                <p:cNvCxnSpPr/>
                <p:nvPr/>
              </p:nvCxnSpPr>
              <p:spPr>
                <a:xfrm>
                  <a:off x="1202650" y="1497675"/>
                  <a:ext cx="0" cy="247500"/>
                </a:xfrm>
                <a:prstGeom prst="straightConnector1">
                  <a:avLst/>
                </a:prstGeom>
                <a:noFill/>
                <a:ln cap="flat" cmpd="sng" w="9525">
                  <a:solidFill>
                    <a:srgbClr val="808080"/>
                  </a:solidFill>
                  <a:prstDash val="solid"/>
                  <a:round/>
                  <a:headEnd len="med" w="med" type="none"/>
                  <a:tailEnd len="med" w="med" type="none"/>
                </a:ln>
              </p:spPr>
            </p:cxnSp>
            <p:cxnSp>
              <p:nvCxnSpPr>
                <p:cNvPr id="958" name="Google Shape;958;p76"/>
                <p:cNvCxnSpPr/>
                <p:nvPr/>
              </p:nvCxnSpPr>
              <p:spPr>
                <a:xfrm>
                  <a:off x="2269450" y="1497675"/>
                  <a:ext cx="0" cy="247500"/>
                </a:xfrm>
                <a:prstGeom prst="straightConnector1">
                  <a:avLst/>
                </a:prstGeom>
                <a:noFill/>
                <a:ln cap="flat" cmpd="sng" w="9525">
                  <a:solidFill>
                    <a:srgbClr val="808080"/>
                  </a:solidFill>
                  <a:prstDash val="solid"/>
                  <a:round/>
                  <a:headEnd len="med" w="med" type="none"/>
                  <a:tailEnd len="med" w="med" type="none"/>
                </a:ln>
              </p:spPr>
            </p:cxnSp>
          </p:grpSp>
          <p:cxnSp>
            <p:nvCxnSpPr>
              <p:cNvPr id="959" name="Google Shape;959;p76"/>
              <p:cNvCxnSpPr/>
              <p:nvPr/>
            </p:nvCxnSpPr>
            <p:spPr>
              <a:xfrm>
                <a:off x="1204475" y="1806375"/>
                <a:ext cx="1068300" cy="0"/>
              </a:xfrm>
              <a:prstGeom prst="straightConnector1">
                <a:avLst/>
              </a:prstGeom>
              <a:noFill/>
              <a:ln cap="flat" cmpd="sng" w="9525">
                <a:solidFill>
                  <a:srgbClr val="808080"/>
                </a:solidFill>
                <a:prstDash val="solid"/>
                <a:round/>
                <a:headEnd len="med" w="med" type="triangle"/>
                <a:tailEnd len="med" w="med" type="triangle"/>
              </a:ln>
            </p:spPr>
          </p:cxnSp>
        </p:grpSp>
        <p:sp>
          <p:nvSpPr>
            <p:cNvPr id="960" name="Google Shape;960;p76"/>
            <p:cNvSpPr txBox="1"/>
            <p:nvPr/>
          </p:nvSpPr>
          <p:spPr>
            <a:xfrm>
              <a:off x="1072200" y="1147338"/>
              <a:ext cx="143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1\ \frac{2}{5}&quot;&gt;&lt;mn&gt;1&lt;/mn&gt;&lt;mtext&gt;&lt;/mtext&gt;&lt;mfrac&gt;&lt;mn&gt;2&lt;/mn&gt;&lt;mn&gt;5&lt;/mn&gt;&lt;/mfrac&gt;&lt;/math&gt;" id="961" name="Google Shape;961;p76" title="1 two fifths"/>
            <p:cNvPicPr preferRelativeResize="0"/>
            <p:nvPr/>
          </p:nvPicPr>
          <p:blipFill>
            <a:blip r:embed="rId7">
              <a:alphaModFix/>
            </a:blip>
            <a:stretch>
              <a:fillRect/>
            </a:stretch>
          </p:blipFill>
          <p:spPr>
            <a:xfrm>
              <a:off x="1536775" y="1775958"/>
              <a:ext cx="296044" cy="444066"/>
            </a:xfrm>
            <a:prstGeom prst="rect">
              <a:avLst/>
            </a:prstGeom>
            <a:noFill/>
            <a:ln>
              <a:noFill/>
            </a:ln>
          </p:spPr>
        </p:pic>
        <p:pic>
          <p:nvPicPr>
            <p:cNvPr descr="&lt;math xmlns=&quot;http://www.w3.org/1998/Math/MathML&quot; display=&quot;block&quot; data-is-equatio=&quot;1&quot; data-latex=&quot;3\ \frac{3}{8}&quot;&gt;&lt;mn&gt;3&lt;/mn&gt;&lt;mtext&gt;&lt;/mtext&gt;&lt;mfrac&gt;&lt;mn&gt;3&lt;/mn&gt;&lt;mn&gt;8&lt;/mn&gt;&lt;/mfrac&gt;&lt;/math&gt;" id="962" name="Google Shape;962;p76" title="3 three eighths"/>
            <p:cNvPicPr preferRelativeResize="0"/>
            <p:nvPr/>
          </p:nvPicPr>
          <p:blipFill>
            <a:blip r:embed="rId8">
              <a:alphaModFix/>
            </a:blip>
            <a:stretch>
              <a:fillRect/>
            </a:stretch>
          </p:blipFill>
          <p:spPr>
            <a:xfrm>
              <a:off x="2030674" y="961474"/>
              <a:ext cx="322359" cy="457223"/>
            </a:xfrm>
            <a:prstGeom prst="rect">
              <a:avLst/>
            </a:prstGeom>
            <a:noFill/>
            <a:ln>
              <a:noFill/>
            </a:ln>
          </p:spPr>
        </p:pic>
      </p:grpSp>
      <p:grpSp>
        <p:nvGrpSpPr>
          <p:cNvPr id="963" name="Google Shape;963;p76"/>
          <p:cNvGrpSpPr/>
          <p:nvPr/>
        </p:nvGrpSpPr>
        <p:grpSpPr>
          <a:xfrm>
            <a:off x="794975" y="1680649"/>
            <a:ext cx="1946100" cy="1245700"/>
            <a:chOff x="715350" y="2271399"/>
            <a:chExt cx="1946100" cy="1245700"/>
          </a:xfrm>
        </p:grpSpPr>
        <p:grpSp>
          <p:nvGrpSpPr>
            <p:cNvPr id="964" name="Google Shape;964;p76"/>
            <p:cNvGrpSpPr/>
            <p:nvPr/>
          </p:nvGrpSpPr>
          <p:grpSpPr>
            <a:xfrm>
              <a:off x="715350" y="2728631"/>
              <a:ext cx="1946100" cy="308700"/>
              <a:chOff x="797100" y="1497675"/>
              <a:chExt cx="1946100" cy="308700"/>
            </a:xfrm>
          </p:grpSpPr>
          <p:grpSp>
            <p:nvGrpSpPr>
              <p:cNvPr id="965" name="Google Shape;965;p76"/>
              <p:cNvGrpSpPr/>
              <p:nvPr/>
            </p:nvGrpSpPr>
            <p:grpSpPr>
              <a:xfrm>
                <a:off x="797100" y="1497675"/>
                <a:ext cx="1946100" cy="247500"/>
                <a:chOff x="797100" y="1497675"/>
                <a:chExt cx="1946100" cy="247500"/>
              </a:xfrm>
            </p:grpSpPr>
            <p:cxnSp>
              <p:nvCxnSpPr>
                <p:cNvPr id="966" name="Google Shape;966;p76"/>
                <p:cNvCxnSpPr/>
                <p:nvPr/>
              </p:nvCxnSpPr>
              <p:spPr>
                <a:xfrm>
                  <a:off x="797100" y="1615344"/>
                  <a:ext cx="1946100" cy="0"/>
                </a:xfrm>
                <a:prstGeom prst="straightConnector1">
                  <a:avLst/>
                </a:prstGeom>
                <a:noFill/>
                <a:ln cap="flat" cmpd="sng" w="9525">
                  <a:solidFill>
                    <a:srgbClr val="808080"/>
                  </a:solidFill>
                  <a:prstDash val="solid"/>
                  <a:round/>
                  <a:headEnd len="med" w="med" type="none"/>
                  <a:tailEnd len="med" w="med" type="none"/>
                </a:ln>
              </p:spPr>
            </p:cxnSp>
            <p:cxnSp>
              <p:nvCxnSpPr>
                <p:cNvPr id="967" name="Google Shape;967;p76"/>
                <p:cNvCxnSpPr/>
                <p:nvPr/>
              </p:nvCxnSpPr>
              <p:spPr>
                <a:xfrm>
                  <a:off x="1202650" y="1497675"/>
                  <a:ext cx="0" cy="247500"/>
                </a:xfrm>
                <a:prstGeom prst="straightConnector1">
                  <a:avLst/>
                </a:prstGeom>
                <a:noFill/>
                <a:ln cap="flat" cmpd="sng" w="9525">
                  <a:solidFill>
                    <a:srgbClr val="808080"/>
                  </a:solidFill>
                  <a:prstDash val="solid"/>
                  <a:round/>
                  <a:headEnd len="med" w="med" type="none"/>
                  <a:tailEnd len="med" w="med" type="none"/>
                </a:ln>
              </p:spPr>
            </p:cxnSp>
            <p:cxnSp>
              <p:nvCxnSpPr>
                <p:cNvPr id="968" name="Google Shape;968;p76"/>
                <p:cNvCxnSpPr/>
                <p:nvPr/>
              </p:nvCxnSpPr>
              <p:spPr>
                <a:xfrm>
                  <a:off x="2269450" y="1497675"/>
                  <a:ext cx="0" cy="247500"/>
                </a:xfrm>
                <a:prstGeom prst="straightConnector1">
                  <a:avLst/>
                </a:prstGeom>
                <a:noFill/>
                <a:ln cap="flat" cmpd="sng" w="9525">
                  <a:solidFill>
                    <a:srgbClr val="808080"/>
                  </a:solidFill>
                  <a:prstDash val="solid"/>
                  <a:round/>
                  <a:headEnd len="med" w="med" type="none"/>
                  <a:tailEnd len="med" w="med" type="none"/>
                </a:ln>
              </p:spPr>
            </p:cxnSp>
          </p:grpSp>
          <p:cxnSp>
            <p:nvCxnSpPr>
              <p:cNvPr id="969" name="Google Shape;969;p76"/>
              <p:cNvCxnSpPr/>
              <p:nvPr/>
            </p:nvCxnSpPr>
            <p:spPr>
              <a:xfrm>
                <a:off x="1204475" y="1806375"/>
                <a:ext cx="1068300" cy="0"/>
              </a:xfrm>
              <a:prstGeom prst="straightConnector1">
                <a:avLst/>
              </a:prstGeom>
              <a:noFill/>
              <a:ln cap="flat" cmpd="sng" w="9525">
                <a:solidFill>
                  <a:srgbClr val="808080"/>
                </a:solidFill>
                <a:prstDash val="solid"/>
                <a:round/>
                <a:headEnd len="med" w="med" type="triangle"/>
                <a:tailEnd len="med" w="med" type="triangle"/>
              </a:ln>
            </p:spPr>
          </p:cxnSp>
        </p:grpSp>
        <p:sp>
          <p:nvSpPr>
            <p:cNvPr id="970" name="Google Shape;970;p76"/>
            <p:cNvSpPr txBox="1"/>
            <p:nvPr/>
          </p:nvSpPr>
          <p:spPr>
            <a:xfrm>
              <a:off x="2120000" y="2441763"/>
              <a:ext cx="143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3\ \frac{3}{8}&quot;&gt;&lt;mn&gt;3&lt;/mn&gt;&lt;mtext&gt;&lt;/mtext&gt;&lt;mfrac&gt;&lt;mn&gt;3&lt;/mn&gt;&lt;mn&gt;8&lt;/mn&gt;&lt;/mfrac&gt;&lt;/math&gt;" id="971" name="Google Shape;971;p76" title="3 three eighths"/>
            <p:cNvPicPr preferRelativeResize="0"/>
            <p:nvPr/>
          </p:nvPicPr>
          <p:blipFill>
            <a:blip r:embed="rId8">
              <a:alphaModFix/>
            </a:blip>
            <a:stretch>
              <a:fillRect/>
            </a:stretch>
          </p:blipFill>
          <p:spPr>
            <a:xfrm>
              <a:off x="956987" y="2271399"/>
              <a:ext cx="322359" cy="457223"/>
            </a:xfrm>
            <a:prstGeom prst="rect">
              <a:avLst/>
            </a:prstGeom>
            <a:noFill/>
            <a:ln>
              <a:noFill/>
            </a:ln>
          </p:spPr>
        </p:pic>
        <p:pic>
          <p:nvPicPr>
            <p:cNvPr descr="&lt;math xmlns=&quot;http://www.w3.org/1998/Math/MathML&quot; display=&quot;block&quot; data-is-equatio=&quot;1&quot; data-latex=&quot;1\ \frac{2}{5}&quot;&gt;&lt;mn&gt;1&lt;/mn&gt;&lt;mtext&gt;&lt;/mtext&gt;&lt;mfrac&gt;&lt;mn&gt;2&lt;/mn&gt;&lt;mn&gt;5&lt;/mn&gt;&lt;/mfrac&gt;&lt;/math&gt;" id="972" name="Google Shape;972;p76" title="1 two fifths"/>
            <p:cNvPicPr preferRelativeResize="0"/>
            <p:nvPr/>
          </p:nvPicPr>
          <p:blipFill>
            <a:blip r:embed="rId7">
              <a:alphaModFix/>
            </a:blip>
            <a:stretch>
              <a:fillRect/>
            </a:stretch>
          </p:blipFill>
          <p:spPr>
            <a:xfrm>
              <a:off x="1536775" y="3073033"/>
              <a:ext cx="296044" cy="444066"/>
            </a:xfrm>
            <a:prstGeom prst="rect">
              <a:avLst/>
            </a:prstGeom>
            <a:noFill/>
            <a:ln>
              <a:noFill/>
            </a:ln>
          </p:spPr>
        </p:pic>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77"/>
          <p:cNvSpPr txBox="1"/>
          <p:nvPr>
            <p:ph idx="1" type="body"/>
          </p:nvPr>
        </p:nvSpPr>
        <p:spPr>
          <a:xfrm>
            <a:off x="324000" y="606900"/>
            <a:ext cx="8237700" cy="3392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3</a:t>
            </a:r>
            <a:r>
              <a:rPr lang="en-GB"/>
              <a:t>)  Find the missing digits:</a:t>
            </a:r>
            <a:endParaRPr/>
          </a:p>
          <a:p>
            <a:pPr indent="0" lvl="0" marL="0" rtl="0" algn="l">
              <a:spcBef>
                <a:spcPts val="1000"/>
              </a:spcBef>
              <a:spcAft>
                <a:spcPts val="0"/>
              </a:spcAft>
              <a:buNone/>
            </a:pPr>
            <a:r>
              <a:rPr lang="en-GB"/>
              <a:t>a)</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GB"/>
              <a:t>b)</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GB"/>
              <a:t>c)</a:t>
            </a:r>
            <a:endParaRPr/>
          </a:p>
        </p:txBody>
      </p:sp>
      <p:sp>
        <p:nvSpPr>
          <p:cNvPr id="978" name="Google Shape;978;p7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Addition and subtraction involving mixed numbers</a:t>
            </a:r>
            <a:endParaRPr/>
          </a:p>
          <a:p>
            <a:pPr indent="0" lvl="0" marL="0" rtl="0" algn="l">
              <a:spcBef>
                <a:spcPts val="1000"/>
              </a:spcBef>
              <a:spcAft>
                <a:spcPts val="1000"/>
              </a:spcAft>
              <a:buClr>
                <a:schemeClr val="dk1"/>
              </a:buClr>
              <a:buSzPts val="1100"/>
              <a:buFont typeface="Arial"/>
              <a:buNone/>
            </a:pPr>
            <a:r>
              <a:t/>
            </a:r>
            <a:endParaRPr/>
          </a:p>
        </p:txBody>
      </p:sp>
      <p:pic>
        <p:nvPicPr>
          <p:cNvPr descr="&lt;math xmlns=&quot;http://www.w3.org/1998/Math/MathML&quot; display=&quot;block&quot; data-is-equatio=&quot;1&quot; data-latex=&quot;1\ \frac{5}{6}+2\ \frac{3}{4}=\ 4\ \frac{7}{12}&quot;&gt;&lt;mn&gt;1&lt;/mn&gt;&lt;mtext&gt;&lt;/mtext&gt;&lt;mfrac&gt;&lt;mn&gt;5&lt;/mn&gt;&lt;mn&gt;6&lt;/mn&gt;&lt;/mfrac&gt;&lt;mo&gt;+&lt;/mo&gt;&lt;mn&gt;2&lt;/mn&gt;&lt;mtext&gt;&lt;/mtext&gt;&lt;mfrac&gt;&lt;mn&gt;3&lt;/mn&gt;&lt;mn&gt;4&lt;/mn&gt;&lt;/mfrac&gt;&lt;mo&gt;=&lt;/mo&gt;&lt;mtext&gt;&lt;/mtext&gt;&lt;mn&gt;4&lt;/mn&gt;&lt;mtext&gt;&lt;/mtext&gt;&lt;mfrac&gt;&lt;mn&gt;7&lt;/mn&gt;&lt;mn&gt;12&lt;/mn&gt;&lt;/mfrac&gt;&lt;/math&gt;" id="979" name="Google Shape;979;p77" title="1 five sixths plus 2 three fourths equals 4 7 over 12"/>
          <p:cNvPicPr preferRelativeResize="0"/>
          <p:nvPr/>
        </p:nvPicPr>
        <p:blipFill>
          <a:blip r:embed="rId3">
            <a:alphaModFix/>
          </a:blip>
          <a:stretch>
            <a:fillRect/>
          </a:stretch>
        </p:blipFill>
        <p:spPr>
          <a:xfrm>
            <a:off x="786993" y="3121886"/>
            <a:ext cx="2159682" cy="581787"/>
          </a:xfrm>
          <a:prstGeom prst="rect">
            <a:avLst/>
          </a:prstGeom>
          <a:noFill/>
          <a:ln>
            <a:noFill/>
          </a:ln>
        </p:spPr>
      </p:pic>
      <p:pic>
        <p:nvPicPr>
          <p:cNvPr descr="&lt;math xmlns=&quot;http://www.w3.org/1998/Math/MathML&quot; display=&quot;block&quot; data-is-equatio=&quot;1&quot; data-latex=&quot;2\ \frac{2}{9}-1\ \frac{1}{6}=\ 1\ \frac{1}{18}&quot;&gt;&lt;mn&gt;2&lt;/mn&gt;&lt;mtext&gt;&lt;/mtext&gt;&lt;mfrac&gt;&lt;mn&gt;2&lt;/mn&gt;&lt;mn&gt;9&lt;/mn&gt;&lt;/mfrac&gt;&lt;mo&gt;−&lt;/mo&gt;&lt;mn&gt;1&lt;/mn&gt;&lt;mtext&gt;&lt;/mtext&gt;&lt;mfrac&gt;&lt;mn&gt;1&lt;/mn&gt;&lt;mn&gt;6&lt;/mn&gt;&lt;/mfrac&gt;&lt;mo&gt;=&lt;/mo&gt;&lt;mtext&gt;&lt;/mtext&gt;&lt;mn&gt;1&lt;/mn&gt;&lt;mtext&gt;&lt;/mtext&gt;&lt;mfrac&gt;&lt;mn&gt;1&lt;/mn&gt;&lt;mn&gt;18&lt;/mn&gt;&lt;/mfrac&gt;&lt;/math&gt;" id="980" name="Google Shape;980;p77" title="2 two ninths minus 1 one sixth equals 1 1 over 18"/>
          <p:cNvPicPr preferRelativeResize="0"/>
          <p:nvPr/>
        </p:nvPicPr>
        <p:blipFill>
          <a:blip r:embed="rId4">
            <a:alphaModFix/>
          </a:blip>
          <a:stretch>
            <a:fillRect/>
          </a:stretch>
        </p:blipFill>
        <p:spPr>
          <a:xfrm>
            <a:off x="786993" y="2104982"/>
            <a:ext cx="2230203" cy="595010"/>
          </a:xfrm>
          <a:prstGeom prst="rect">
            <a:avLst/>
          </a:prstGeom>
          <a:noFill/>
          <a:ln>
            <a:noFill/>
          </a:ln>
        </p:spPr>
      </p:pic>
      <p:pic>
        <p:nvPicPr>
          <p:cNvPr descr="&lt;math xmlns=&quot;http://www.w3.org/1998/Math/MathML&quot; display=&quot;block&quot; data-is-equatio=&quot;1&quot; data-latex=&quot;1\ \frac{2}{7}+2\ \frac{2}{3}=\ 3\ \frac{20}{21}&quot;&gt;&lt;mn&gt;1&lt;/mn&gt;&lt;mtext&gt;&lt;/mtext&gt;&lt;mfrac&gt;&lt;mn&gt;2&lt;/mn&gt;&lt;mn&gt;7&lt;/mn&gt;&lt;/mfrac&gt;&lt;mo&gt;+&lt;/mo&gt;&lt;mn&gt;2&lt;/mn&gt;&lt;mtext&gt;&lt;/mtext&gt;&lt;mfrac&gt;&lt;mn&gt;2&lt;/mn&gt;&lt;mn&gt;3&lt;/mn&gt;&lt;/mfrac&gt;&lt;mo&gt;=&lt;/mo&gt;&lt;mtext&gt;&lt;/mtext&gt;&lt;mn&gt;3&lt;/mn&gt;&lt;mtext&gt;&lt;/mtext&gt;&lt;mfrac&gt;&lt;mn&gt;20&lt;/mn&gt;&lt;mn&gt;21&lt;/mn&gt;&lt;/mfrac&gt;&lt;/math&gt;" id="981" name="Google Shape;981;p77" title="1 two sevenths plus 2 two thirds equals 3 20 over 21"/>
          <p:cNvPicPr preferRelativeResize="0"/>
          <p:nvPr/>
        </p:nvPicPr>
        <p:blipFill>
          <a:blip r:embed="rId5">
            <a:alphaModFix/>
          </a:blip>
          <a:stretch>
            <a:fillRect/>
          </a:stretch>
        </p:blipFill>
        <p:spPr>
          <a:xfrm>
            <a:off x="786993" y="1070449"/>
            <a:ext cx="2283093" cy="612640"/>
          </a:xfrm>
          <a:prstGeom prst="rect">
            <a:avLst/>
          </a:prstGeom>
          <a:noFill/>
          <a:ln>
            <a:noFill/>
          </a:ln>
        </p:spPr>
      </p:pic>
      <p:sp>
        <p:nvSpPr>
          <p:cNvPr id="982" name="Google Shape;982;p77"/>
          <p:cNvSpPr/>
          <p:nvPr/>
        </p:nvSpPr>
        <p:spPr>
          <a:xfrm>
            <a:off x="1777338" y="961850"/>
            <a:ext cx="302400" cy="396900"/>
          </a:xfrm>
          <a:prstGeom prst="rect">
            <a:avLst/>
          </a:prstGeom>
          <a:solidFill>
            <a:srgbClr val="FFFFFF"/>
          </a:solidFill>
          <a:ln cap="flat" cmpd="sng" w="28575">
            <a:solidFill>
              <a:srgbClr val="845AD9"/>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3" name="Google Shape;983;p77"/>
          <p:cNvSpPr/>
          <p:nvPr/>
        </p:nvSpPr>
        <p:spPr>
          <a:xfrm>
            <a:off x="1750888" y="1961550"/>
            <a:ext cx="302400" cy="396900"/>
          </a:xfrm>
          <a:prstGeom prst="rect">
            <a:avLst/>
          </a:prstGeom>
          <a:solidFill>
            <a:srgbClr val="FFFFFF"/>
          </a:solidFill>
          <a:ln cap="flat" cmpd="sng" w="28575">
            <a:solidFill>
              <a:srgbClr val="845AD9"/>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4" name="Google Shape;984;p77"/>
          <p:cNvSpPr/>
          <p:nvPr/>
        </p:nvSpPr>
        <p:spPr>
          <a:xfrm>
            <a:off x="963125" y="2989000"/>
            <a:ext cx="302400" cy="396900"/>
          </a:xfrm>
          <a:prstGeom prst="rect">
            <a:avLst/>
          </a:prstGeom>
          <a:solidFill>
            <a:srgbClr val="FFFFFF"/>
          </a:solidFill>
          <a:ln cap="flat" cmpd="sng" w="28575">
            <a:solidFill>
              <a:srgbClr val="845AD9"/>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8" name="Shape 988"/>
        <p:cNvGrpSpPr/>
        <p:nvPr/>
      </p:nvGrpSpPr>
      <p:grpSpPr>
        <a:xfrm>
          <a:off x="0" y="0"/>
          <a:ext cx="0" cy="0"/>
          <a:chOff x="0" y="0"/>
          <a:chExt cx="0" cy="0"/>
        </a:xfrm>
      </p:grpSpPr>
      <p:sp>
        <p:nvSpPr>
          <p:cNvPr id="989" name="Google Shape;989;p78"/>
          <p:cNvSpPr txBox="1"/>
          <p:nvPr>
            <p:ph idx="1" type="body"/>
          </p:nvPr>
        </p:nvSpPr>
        <p:spPr>
          <a:xfrm>
            <a:off x="324000" y="759300"/>
            <a:ext cx="8237700" cy="711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1)  </a:t>
            </a:r>
            <a:r>
              <a:rPr lang="en-GB"/>
              <a:t>By calculating the value of each side complete the inequality statement by placing a &lt; or &gt; between them.</a:t>
            </a:r>
            <a:endParaRPr sz="700"/>
          </a:p>
          <a:p>
            <a:pPr indent="0" lvl="0" marL="0" rtl="0" algn="l">
              <a:spcBef>
                <a:spcPts val="1000"/>
              </a:spcBef>
              <a:spcAft>
                <a:spcPts val="0"/>
              </a:spcAft>
              <a:buNone/>
            </a:pPr>
            <a:r>
              <a:rPr lang="en-GB"/>
              <a:t>a)</a:t>
            </a:r>
            <a:endParaRPr/>
          </a:p>
          <a:p>
            <a:pPr indent="0" lvl="0" marL="0" rtl="0" algn="l">
              <a:spcBef>
                <a:spcPts val="1000"/>
              </a:spcBef>
              <a:spcAft>
                <a:spcPts val="1000"/>
              </a:spcAft>
              <a:buNone/>
            </a:pPr>
            <a:r>
              <a:t/>
            </a:r>
            <a:endParaRPr/>
          </a:p>
        </p:txBody>
      </p:sp>
      <p:pic>
        <p:nvPicPr>
          <p:cNvPr descr="&lt;math xmlns=&quot;http://www.w3.org/1998/Math/MathML&quot; display=&quot;block&quot; data-is-equatio=&quot;1&quot; data-latex=&quot;4\ \frac{3}{4}+2\ \frac{1}{5}\ \ \ \ \ \ \ \ \ 3\ \frac{1}{2}+3\ \frac{2}{5}&quot;&gt;&lt;mn&gt;4&lt;/mn&gt;&lt;mtext&gt;&lt;/mtext&gt;&lt;mfrac&gt;&lt;mn&gt;3&lt;/mn&gt;&lt;mn&gt;4&lt;/mn&gt;&lt;/mfrac&gt;&lt;mo&gt;+&lt;/mo&gt;&lt;mn&gt;2&lt;/mn&gt;&lt;mtext&gt;&lt;/mtext&gt;&lt;mfrac&gt;&lt;mn&gt;1&lt;/mn&gt;&lt;mn&gt;5&lt;/mn&gt;&lt;/mfrac&gt;&lt;mtext&gt;&lt;/mtext&gt;&lt;mtext&gt;&lt;/mtext&gt;&lt;mtext&gt;&lt;/mtext&gt;&lt;mtext&gt;&lt;/mtext&gt;&lt;mtext&gt;&lt;/mtext&gt;&lt;mtext&gt;&lt;/mtext&gt;&lt;mtext&gt;&lt;/mtext&gt;&lt;mtext&gt;&lt;/mtext&gt;&lt;mtext&gt;&lt;/mtext&gt;&lt;mn&gt;3&lt;/mn&gt;&lt;mtext&gt;&lt;/mtext&gt;&lt;mfrac&gt;&lt;mn&gt;1&lt;/mn&gt;&lt;mn&gt;2&lt;/mn&gt;&lt;/mfrac&gt;&lt;mo&gt;+&lt;/mo&gt;&lt;mn&gt;3&lt;/mn&gt;&lt;mtext&gt;&lt;/mtext&gt;&lt;mfrac&gt;&lt;mn&gt;2&lt;/mn&gt;&lt;mn&gt;5&lt;/mn&gt;&lt;/mfrac&gt;&lt;/math&gt;" id="990" name="Google Shape;990;p78" title="4 three fourths plus 2 one fifth 3 one half plus 3 two fifths"/>
          <p:cNvPicPr preferRelativeResize="0"/>
          <p:nvPr/>
        </p:nvPicPr>
        <p:blipFill>
          <a:blip r:embed="rId3">
            <a:alphaModFix/>
          </a:blip>
          <a:stretch>
            <a:fillRect/>
          </a:stretch>
        </p:blipFill>
        <p:spPr>
          <a:xfrm>
            <a:off x="832354" y="1615050"/>
            <a:ext cx="3409282" cy="655634"/>
          </a:xfrm>
          <a:prstGeom prst="rect">
            <a:avLst/>
          </a:prstGeom>
          <a:noFill/>
          <a:ln>
            <a:noFill/>
          </a:ln>
        </p:spPr>
      </p:pic>
      <p:sp>
        <p:nvSpPr>
          <p:cNvPr id="991" name="Google Shape;991;p7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Addition and subtraction involving mixed numbers</a:t>
            </a:r>
            <a:endParaRPr/>
          </a:p>
        </p:txBody>
      </p:sp>
      <p:sp>
        <p:nvSpPr>
          <p:cNvPr id="992" name="Google Shape;992;p78"/>
          <p:cNvSpPr/>
          <p:nvPr/>
        </p:nvSpPr>
        <p:spPr>
          <a:xfrm>
            <a:off x="2379588" y="1744413"/>
            <a:ext cx="302400" cy="396900"/>
          </a:xfrm>
          <a:prstGeom prst="rect">
            <a:avLst/>
          </a:prstGeom>
          <a:solidFill>
            <a:srgbClr val="F3EEFB"/>
          </a:solidFill>
          <a:ln cap="flat" cmpd="sng" w="28575">
            <a:solidFill>
              <a:schemeClr val="accent4"/>
            </a:solidFill>
            <a:prstDash val="dash"/>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2400">
                <a:latin typeface="Kalam"/>
                <a:ea typeface="Kalam"/>
                <a:cs typeface="Kalam"/>
                <a:sym typeface="Kalam"/>
              </a:rPr>
              <a:t>&gt;</a:t>
            </a:r>
            <a:endParaRPr sz="2400">
              <a:latin typeface="Kalam"/>
              <a:ea typeface="Kalam"/>
              <a:cs typeface="Kalam"/>
              <a:sym typeface="Kalam"/>
            </a:endParaRPr>
          </a:p>
        </p:txBody>
      </p:sp>
      <p:sp>
        <p:nvSpPr>
          <p:cNvPr id="993" name="Google Shape;993;p78"/>
          <p:cNvSpPr txBox="1"/>
          <p:nvPr/>
        </p:nvSpPr>
        <p:spPr>
          <a:xfrm>
            <a:off x="273850" y="2522200"/>
            <a:ext cx="8546100" cy="85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4 + 2 = 6 and 3 + 3 = 6 so I just need to compare the fractional sum in each </a:t>
            </a:r>
            <a:r>
              <a:rPr lang="en-GB" sz="2200">
                <a:solidFill>
                  <a:schemeClr val="dk1"/>
                </a:solidFill>
                <a:latin typeface="Kalam"/>
                <a:ea typeface="Kalam"/>
                <a:cs typeface="Kalam"/>
                <a:sym typeface="Kalam"/>
              </a:rPr>
              <a:t>calculation.</a:t>
            </a:r>
            <a:endParaRPr sz="2200">
              <a:solidFill>
                <a:schemeClr val="dk1"/>
              </a:solidFill>
              <a:latin typeface="Kalam"/>
              <a:ea typeface="Kalam"/>
              <a:cs typeface="Kalam"/>
              <a:sym typeface="Kalam"/>
            </a:endParaRPr>
          </a:p>
        </p:txBody>
      </p:sp>
      <p:pic>
        <p:nvPicPr>
          <p:cNvPr descr="&lt;math xmlns=&quot;http://www.w3.org/1998/Math/MathML&quot; display=&quot;block&quot; data-is-equatio=&quot;1&quot; data-latex=&quot;\frac{3}{4}+\frac{1}{5}\ =\ \frac{15}{20}+\frac{4}{20}=\frac{19}{20}&quot;&gt;&lt;mfrac&gt;&lt;mn&gt;3&lt;/mn&gt;&lt;mn&gt;4&lt;/mn&gt;&lt;/mfrac&gt;&lt;mo&gt;+&lt;/mo&gt;&lt;mfrac&gt;&lt;mn&gt;1&lt;/mn&gt;&lt;mn&gt;5&lt;/mn&gt;&lt;/mfrac&gt;&lt;mtext&gt;&lt;/mtext&gt;&lt;mo&gt;=&lt;/mo&gt;&lt;mtext&gt;&lt;/mtext&gt;&lt;mfrac&gt;&lt;mn&gt;15&lt;/mn&gt;&lt;mn&gt;20&lt;/mn&gt;&lt;/mfrac&gt;&lt;mo&gt;+&lt;/mo&gt;&lt;mfrac&gt;&lt;mn&gt;4&lt;/mn&gt;&lt;mn&gt;20&lt;/mn&gt;&lt;/mfrac&gt;&lt;mo&gt;=&lt;/mo&gt;&lt;mfrac&gt;&lt;mn&gt;19&lt;/mn&gt;&lt;mn&gt;20&lt;/mn&gt;&lt;/mfrac&gt;&lt;/math&gt;" id="994" name="Google Shape;994;p78" title="three fourths plus one fifth equals 15 over 20 plus 4 over 20 equals 19 over 20"/>
          <p:cNvPicPr preferRelativeResize="0"/>
          <p:nvPr/>
        </p:nvPicPr>
        <p:blipFill>
          <a:blip r:embed="rId4">
            <a:alphaModFix/>
          </a:blip>
          <a:stretch>
            <a:fillRect/>
          </a:stretch>
        </p:blipFill>
        <p:spPr>
          <a:xfrm>
            <a:off x="324002" y="3541450"/>
            <a:ext cx="3219277" cy="625061"/>
          </a:xfrm>
          <a:prstGeom prst="rect">
            <a:avLst/>
          </a:prstGeom>
          <a:noFill/>
          <a:ln>
            <a:noFill/>
          </a:ln>
        </p:spPr>
      </p:pic>
      <p:pic>
        <p:nvPicPr>
          <p:cNvPr descr="&lt;math xmlns=&quot;http://www.w3.org/1998/Math/MathML&quot; display=&quot;block&quot; data-is-equatio=&quot;1&quot; data-latex=&quot;\frac{1}{2}+\frac{2}{5}\ =\ \frac{5}{10}+\frac{4}{10}=\frac{9}{10}=\frac{18}{20}&quot;&gt;&lt;mfrac&gt;&lt;mn&gt;1&lt;/mn&gt;&lt;mn&gt;2&lt;/mn&gt;&lt;/mfrac&gt;&lt;mo&gt;+&lt;/mo&gt;&lt;mfrac&gt;&lt;mn&gt;2&lt;/mn&gt;&lt;mn&gt;5&lt;/mn&gt;&lt;/mfrac&gt;&lt;mtext&gt;&lt;/mtext&gt;&lt;mo&gt;=&lt;/mo&gt;&lt;mtext&gt;&lt;/mtext&gt;&lt;mfrac&gt;&lt;mn&gt;5&lt;/mn&gt;&lt;mn&gt;10&lt;/mn&gt;&lt;/mfrac&gt;&lt;mo&gt;+&lt;/mo&gt;&lt;mfrac&gt;&lt;mn&gt;4&lt;/mn&gt;&lt;mn&gt;10&lt;/mn&gt;&lt;/mfrac&gt;&lt;mo&gt;=&lt;/mo&gt;&lt;mfrac&gt;&lt;mn&gt;9&lt;/mn&gt;&lt;mn&gt;10&lt;/mn&gt;&lt;/mfrac&gt;&lt;mo&gt;=&lt;/mo&gt;&lt;mfrac&gt;&lt;mn&gt;18&lt;/mn&gt;&lt;mn&gt;20&lt;/mn&gt;&lt;/mfrac&gt;&lt;/math&gt;" id="995" name="Google Shape;995;p78" title="one half plus two fifths equals five tenths plus four tenths equals nine tenths equals 18 over 20"/>
          <p:cNvPicPr preferRelativeResize="0"/>
          <p:nvPr/>
        </p:nvPicPr>
        <p:blipFill>
          <a:blip r:embed="rId5">
            <a:alphaModFix/>
          </a:blip>
          <a:stretch>
            <a:fillRect/>
          </a:stretch>
        </p:blipFill>
        <p:spPr>
          <a:xfrm>
            <a:off x="4743500" y="3541439"/>
            <a:ext cx="3985324" cy="625061"/>
          </a:xfrm>
          <a:prstGeom prst="rect">
            <a:avLst/>
          </a:prstGeom>
          <a:noFill/>
          <a:ln>
            <a:noFill/>
          </a:ln>
        </p:spPr>
      </p:pic>
      <p:sp>
        <p:nvSpPr>
          <p:cNvPr id="996" name="Google Shape;996;p78"/>
          <p:cNvSpPr/>
          <p:nvPr/>
        </p:nvSpPr>
        <p:spPr>
          <a:xfrm>
            <a:off x="2379588" y="1744093"/>
            <a:ext cx="302400" cy="396900"/>
          </a:xfrm>
          <a:prstGeom prst="rect">
            <a:avLst/>
          </a:prstGeom>
          <a:solidFill>
            <a:srgbClr val="F3EEFB"/>
          </a:solidFill>
          <a:ln cap="flat" cmpd="sng" w="28575">
            <a:solidFill>
              <a:schemeClr val="accent4"/>
            </a:solidFill>
            <a:prstDash val="dash"/>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t/>
            </a:r>
            <a:endParaRPr sz="24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9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p7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1)  </a:t>
            </a:r>
            <a:r>
              <a:rPr lang="en-GB"/>
              <a:t>By calculating the value of each side complete the inequality statement by placing a &lt; or &gt; between them.</a:t>
            </a:r>
            <a:endParaRPr/>
          </a:p>
          <a:p>
            <a:pPr indent="0" lvl="0" marL="0" rtl="0" algn="l">
              <a:spcBef>
                <a:spcPts val="1000"/>
              </a:spcBef>
              <a:spcAft>
                <a:spcPts val="0"/>
              </a:spcAft>
              <a:buNone/>
            </a:pPr>
            <a:r>
              <a:rPr lang="en-GB"/>
              <a:t>b)</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pic>
        <p:nvPicPr>
          <p:cNvPr descr="&lt;math xmlns=&quot;http://www.w3.org/1998/Math/MathML&quot; display=&quot;block&quot; data-is-equatio=&quot;1&quot; data-latex=&quot;4\ \frac{4}{5}-2\ \frac{3}{4}\ \ \ \ \ \ \ \ \ 3\ \frac{1}{2}-1\ \frac{2}{5}&quot;&gt;&lt;mn&gt;4&lt;/mn&gt;&lt;mtext&gt;&lt;/mtext&gt;&lt;mfrac&gt;&lt;mn&gt;4&lt;/mn&gt;&lt;mn&gt;5&lt;/mn&gt;&lt;/mfrac&gt;&lt;mo&gt;−&lt;/mo&gt;&lt;mn&gt;2&lt;/mn&gt;&lt;mtext&gt;&lt;/mtext&gt;&lt;mfrac&gt;&lt;mn&gt;3&lt;/mn&gt;&lt;mn&gt;4&lt;/mn&gt;&lt;/mfrac&gt;&lt;mtext&gt;&lt;/mtext&gt;&lt;mtext&gt;&lt;/mtext&gt;&lt;mtext&gt;&lt;/mtext&gt;&lt;mtext&gt;&lt;/mtext&gt;&lt;mtext&gt;&lt;/mtext&gt;&lt;mtext&gt;&lt;/mtext&gt;&lt;mtext&gt;&lt;/mtext&gt;&lt;mtext&gt;&lt;/mtext&gt;&lt;mtext&gt;&lt;/mtext&gt;&lt;mn&gt;3&lt;/mn&gt;&lt;mtext&gt;&lt;/mtext&gt;&lt;mfrac&gt;&lt;mn&gt;1&lt;/mn&gt;&lt;mn&gt;2&lt;/mn&gt;&lt;/mfrac&gt;&lt;mo&gt;−&lt;/mo&gt;&lt;mn&gt;1&lt;/mn&gt;&lt;mtext&gt;&lt;/mtext&gt;&lt;mfrac&gt;&lt;mn&gt;2&lt;/mn&gt;&lt;mn&gt;5&lt;/mn&gt;&lt;/mfrac&gt;&lt;/math&gt;" id="1002" name="Google Shape;1002;p79" title="4 four fifths minus 2 three fourths 3 one half minus 1 two fifths"/>
          <p:cNvPicPr preferRelativeResize="0"/>
          <p:nvPr/>
        </p:nvPicPr>
        <p:blipFill>
          <a:blip r:embed="rId3">
            <a:alphaModFix/>
          </a:blip>
          <a:stretch>
            <a:fillRect/>
          </a:stretch>
        </p:blipFill>
        <p:spPr>
          <a:xfrm>
            <a:off x="778779" y="1619988"/>
            <a:ext cx="3428708" cy="660490"/>
          </a:xfrm>
          <a:prstGeom prst="rect">
            <a:avLst/>
          </a:prstGeom>
          <a:noFill/>
          <a:ln>
            <a:noFill/>
          </a:ln>
        </p:spPr>
      </p:pic>
      <p:sp>
        <p:nvSpPr>
          <p:cNvPr id="1003" name="Google Shape;1003;p79"/>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Addition and subtraction involving mixed numbers</a:t>
            </a:r>
            <a:endParaRPr/>
          </a:p>
          <a:p>
            <a:pPr indent="0" lvl="0" marL="0" rtl="0" algn="l">
              <a:spcBef>
                <a:spcPts val="1000"/>
              </a:spcBef>
              <a:spcAft>
                <a:spcPts val="1000"/>
              </a:spcAft>
              <a:buClr>
                <a:schemeClr val="dk1"/>
              </a:buClr>
              <a:buSzPts val="1100"/>
              <a:buFont typeface="Arial"/>
              <a:buNone/>
            </a:pPr>
            <a:r>
              <a:t/>
            </a:r>
            <a:endParaRPr/>
          </a:p>
        </p:txBody>
      </p:sp>
      <p:sp>
        <p:nvSpPr>
          <p:cNvPr id="1004" name="Google Shape;1004;p79"/>
          <p:cNvSpPr/>
          <p:nvPr/>
        </p:nvSpPr>
        <p:spPr>
          <a:xfrm>
            <a:off x="2399688" y="1719413"/>
            <a:ext cx="302400" cy="396900"/>
          </a:xfrm>
          <a:prstGeom prst="rect">
            <a:avLst/>
          </a:prstGeom>
          <a:solidFill>
            <a:srgbClr val="F3EEFB"/>
          </a:solidFill>
          <a:ln cap="flat" cmpd="sng" w="28575">
            <a:solidFill>
              <a:schemeClr val="accent4"/>
            </a:solidFill>
            <a:prstDash val="dash"/>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2400">
                <a:latin typeface="Kalam"/>
                <a:ea typeface="Kalam"/>
                <a:cs typeface="Kalam"/>
                <a:sym typeface="Kalam"/>
              </a:rPr>
              <a:t>&lt;</a:t>
            </a:r>
            <a:endParaRPr sz="2400">
              <a:latin typeface="Kalam"/>
              <a:ea typeface="Kalam"/>
              <a:cs typeface="Kalam"/>
              <a:sym typeface="Kalam"/>
            </a:endParaRPr>
          </a:p>
        </p:txBody>
      </p:sp>
      <p:sp>
        <p:nvSpPr>
          <p:cNvPr id="1005" name="Google Shape;1005;p79"/>
          <p:cNvSpPr txBox="1"/>
          <p:nvPr/>
        </p:nvSpPr>
        <p:spPr>
          <a:xfrm>
            <a:off x="273850" y="2522200"/>
            <a:ext cx="8546100" cy="85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4 − 2 = 2 and 3 − 1 = 2 so I just need to subtract the fractional parts in each calculation.</a:t>
            </a:r>
            <a:endParaRPr sz="2200">
              <a:solidFill>
                <a:schemeClr val="dk1"/>
              </a:solidFill>
              <a:latin typeface="Kalam"/>
              <a:ea typeface="Kalam"/>
              <a:cs typeface="Kalam"/>
              <a:sym typeface="Kalam"/>
            </a:endParaRPr>
          </a:p>
        </p:txBody>
      </p:sp>
      <p:pic>
        <p:nvPicPr>
          <p:cNvPr descr="&lt;math xmlns=&quot;http://www.w3.org/1998/Math/MathML&quot; display=&quot;block&quot; data-is-equatio=&quot;1&quot; data-latex=&quot;\frac{4}{5}-\frac{3}{4}\ =\ \frac{16}{20}-\frac{15}{20}=\frac{1}{20}&quot;&gt;&lt;mfrac&gt;&lt;mn&gt;4&lt;/mn&gt;&lt;mn&gt;5&lt;/mn&gt;&lt;/mfrac&gt;&lt;mo&gt;−&lt;/mo&gt;&lt;mfrac&gt;&lt;mn&gt;3&lt;/mn&gt;&lt;mn&gt;4&lt;/mn&gt;&lt;/mfrac&gt;&lt;mtext&gt;&lt;/mtext&gt;&lt;mo&gt;=&lt;/mo&gt;&lt;mtext&gt;&lt;/mtext&gt;&lt;mfrac&gt;&lt;mn&gt;16&lt;/mn&gt;&lt;mn&gt;20&lt;/mn&gt;&lt;/mfrac&gt;&lt;mo&gt;−&lt;/mo&gt;&lt;mfrac&gt;&lt;mn&gt;15&lt;/mn&gt;&lt;mn&gt;20&lt;/mn&gt;&lt;/mfrac&gt;&lt;mo&gt;=&lt;/mo&gt;&lt;mfrac&gt;&lt;mn&gt;1&lt;/mn&gt;&lt;mn&gt;20&lt;/mn&gt;&lt;/mfrac&gt;&lt;/math&gt;" id="1006" name="Google Shape;1006;p79" title="four fifths minus three fourths equals 16 over 20 minus 15 over 20 equals 1 over 20"/>
          <p:cNvPicPr preferRelativeResize="0"/>
          <p:nvPr/>
        </p:nvPicPr>
        <p:blipFill>
          <a:blip r:embed="rId4">
            <a:alphaModFix/>
          </a:blip>
          <a:stretch>
            <a:fillRect/>
          </a:stretch>
        </p:blipFill>
        <p:spPr>
          <a:xfrm>
            <a:off x="368738" y="3469388"/>
            <a:ext cx="3199460" cy="621212"/>
          </a:xfrm>
          <a:prstGeom prst="rect">
            <a:avLst/>
          </a:prstGeom>
          <a:noFill/>
          <a:ln>
            <a:noFill/>
          </a:ln>
        </p:spPr>
      </p:pic>
      <p:pic>
        <p:nvPicPr>
          <p:cNvPr descr="&lt;math xmlns=&quot;http://www.w3.org/1998/Math/MathML&quot; display=&quot;block&quot; data-is-equatio=&quot;1&quot; data-latex=&quot;\frac{1}{2}-\frac{2}{5}\ =\ \frac{5}{10}-\frac{4}{10}=\frac{1}{10}=\frac{2}{20}&quot;&gt;&lt;mfrac&gt;&lt;mn&gt;1&lt;/mn&gt;&lt;mn&gt;2&lt;/mn&gt;&lt;/mfrac&gt;&lt;mo&gt;−&lt;/mo&gt;&lt;mfrac&gt;&lt;mn&gt;2&lt;/mn&gt;&lt;mn&gt;5&lt;/mn&gt;&lt;/mfrac&gt;&lt;mtext&gt;&lt;/mtext&gt;&lt;mo&gt;=&lt;/mo&gt;&lt;mtext&gt;&lt;/mtext&gt;&lt;mfrac&gt;&lt;mn&gt;5&lt;/mn&gt;&lt;mn&gt;10&lt;/mn&gt;&lt;/mfrac&gt;&lt;mo&gt;−&lt;/mo&gt;&lt;mfrac&gt;&lt;mn&gt;4&lt;/mn&gt;&lt;mn&gt;10&lt;/mn&gt;&lt;/mfrac&gt;&lt;mo&gt;=&lt;/mo&gt;&lt;mfrac&gt;&lt;mn&gt;1&lt;/mn&gt;&lt;mn&gt;10&lt;/mn&gt;&lt;/mfrac&gt;&lt;mo&gt;=&lt;/mo&gt;&lt;mfrac&gt;&lt;mn&gt;2&lt;/mn&gt;&lt;mn&gt;20&lt;/mn&gt;&lt;/mfrac&gt;&lt;/math&gt;" id="1007" name="Google Shape;1007;p79" title="one half minus two fifths equals five tenths minus four tenths equals one tenth equals 2 over 20"/>
          <p:cNvPicPr preferRelativeResize="0"/>
          <p:nvPr/>
        </p:nvPicPr>
        <p:blipFill>
          <a:blip r:embed="rId5">
            <a:alphaModFix/>
          </a:blip>
          <a:stretch>
            <a:fillRect/>
          </a:stretch>
        </p:blipFill>
        <p:spPr>
          <a:xfrm>
            <a:off x="4814471" y="3469400"/>
            <a:ext cx="3960792" cy="621212"/>
          </a:xfrm>
          <a:prstGeom prst="rect">
            <a:avLst/>
          </a:prstGeom>
          <a:noFill/>
          <a:ln>
            <a:noFill/>
          </a:ln>
        </p:spPr>
      </p:pic>
      <p:sp>
        <p:nvSpPr>
          <p:cNvPr id="1008" name="Google Shape;1008;p79"/>
          <p:cNvSpPr/>
          <p:nvPr/>
        </p:nvSpPr>
        <p:spPr>
          <a:xfrm>
            <a:off x="2398006" y="1723043"/>
            <a:ext cx="302400" cy="396900"/>
          </a:xfrm>
          <a:prstGeom prst="rect">
            <a:avLst/>
          </a:prstGeom>
          <a:solidFill>
            <a:srgbClr val="F3EEFB"/>
          </a:solidFill>
          <a:ln cap="flat" cmpd="sng" w="28575">
            <a:solidFill>
              <a:schemeClr val="accent4"/>
            </a:solidFill>
            <a:prstDash val="dash"/>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t/>
            </a:r>
            <a:endParaRPr sz="24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0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p80"/>
          <p:cNvSpPr txBox="1"/>
          <p:nvPr>
            <p:ph idx="1" type="body"/>
          </p:nvPr>
        </p:nvSpPr>
        <p:spPr>
          <a:xfrm>
            <a:off x="324000" y="759300"/>
            <a:ext cx="8237700" cy="751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1)  </a:t>
            </a:r>
            <a:r>
              <a:rPr lang="en-GB"/>
              <a:t>By calculating the value of each side complete the inequality statement by placing a &lt; or &gt; between them.</a:t>
            </a:r>
            <a:endParaRPr/>
          </a:p>
          <a:p>
            <a:pPr indent="0" lvl="0" marL="0" rtl="0" algn="l">
              <a:spcBef>
                <a:spcPts val="1000"/>
              </a:spcBef>
              <a:spcAft>
                <a:spcPts val="1000"/>
              </a:spcAft>
              <a:buNone/>
            </a:pPr>
            <a:r>
              <a:rPr lang="en-GB"/>
              <a:t>c)</a:t>
            </a:r>
            <a:endParaRPr/>
          </a:p>
        </p:txBody>
      </p:sp>
      <p:pic>
        <p:nvPicPr>
          <p:cNvPr descr="&lt;math xmlns=&quot;http://www.w3.org/1998/Math/MathML&quot; display=&quot;block&quot; data-is-equatio=&quot;1&quot; data-latex=&quot;1\ \frac{5}{8}+2\ \frac{3}{4}\ \ \ \ \ \ \ \ \ 2\ \frac{5}{6}+1\ \frac{1}{3}&quot;&gt;&lt;mn&gt;1&lt;/mn&gt;&lt;mtext&gt;&lt;/mtext&gt;&lt;mfrac&gt;&lt;mn&gt;5&lt;/mn&gt;&lt;mn&gt;8&lt;/mn&gt;&lt;/mfrac&gt;&lt;mo&gt;+&lt;/mo&gt;&lt;mn&gt;2&lt;/mn&gt;&lt;mtext&gt;&lt;/mtext&gt;&lt;mfrac&gt;&lt;mn&gt;3&lt;/mn&gt;&lt;mn&gt;4&lt;/mn&gt;&lt;/mfrac&gt;&lt;mtext&gt;&lt;/mtext&gt;&lt;mtext&gt;&lt;/mtext&gt;&lt;mtext&gt;&lt;/mtext&gt;&lt;mtext&gt;&lt;/mtext&gt;&lt;mtext&gt;&lt;/mtext&gt;&lt;mtext&gt;&lt;/mtext&gt;&lt;mtext&gt;&lt;/mtext&gt;&lt;mtext&gt;&lt;/mtext&gt;&lt;mtext&gt;&lt;/mtext&gt;&lt;mn&gt;2&lt;/mn&gt;&lt;mtext&gt;&lt;/mtext&gt;&lt;mfrac&gt;&lt;mn&gt;5&lt;/mn&gt;&lt;mn&gt;6&lt;/mn&gt;&lt;/mfrac&gt;&lt;mo&gt;+&lt;/mo&gt;&lt;mn&gt;1&lt;/mn&gt;&lt;mtext&gt;&lt;/mtext&gt;&lt;mfrac&gt;&lt;mn&gt;1&lt;/mn&gt;&lt;mn&gt;3&lt;/mn&gt;&lt;/mfrac&gt;&lt;/math&gt;" id="1014" name="Google Shape;1014;p80" title="1 five eighths plus 2 three fourths 2 five sixths plus 1 one third"/>
          <p:cNvPicPr preferRelativeResize="0"/>
          <p:nvPr/>
        </p:nvPicPr>
        <p:blipFill>
          <a:blip r:embed="rId3">
            <a:alphaModFix/>
          </a:blip>
          <a:stretch>
            <a:fillRect/>
          </a:stretch>
        </p:blipFill>
        <p:spPr>
          <a:xfrm>
            <a:off x="805579" y="1619993"/>
            <a:ext cx="3278156" cy="636207"/>
          </a:xfrm>
          <a:prstGeom prst="rect">
            <a:avLst/>
          </a:prstGeom>
          <a:noFill/>
          <a:ln>
            <a:noFill/>
          </a:ln>
        </p:spPr>
      </p:pic>
      <p:sp>
        <p:nvSpPr>
          <p:cNvPr id="1015" name="Google Shape;1015;p8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Addition and subtraction involving mixed numbers</a:t>
            </a:r>
            <a:endParaRPr/>
          </a:p>
          <a:p>
            <a:pPr indent="0" lvl="0" marL="0" rtl="0" algn="l">
              <a:spcBef>
                <a:spcPts val="1000"/>
              </a:spcBef>
              <a:spcAft>
                <a:spcPts val="1000"/>
              </a:spcAft>
              <a:buClr>
                <a:schemeClr val="dk1"/>
              </a:buClr>
              <a:buSzPts val="1100"/>
              <a:buFont typeface="Arial"/>
              <a:buNone/>
            </a:pPr>
            <a:r>
              <a:t/>
            </a:r>
            <a:endParaRPr/>
          </a:p>
        </p:txBody>
      </p:sp>
      <p:sp>
        <p:nvSpPr>
          <p:cNvPr id="1016" name="Google Shape;1016;p80"/>
          <p:cNvSpPr/>
          <p:nvPr/>
        </p:nvSpPr>
        <p:spPr>
          <a:xfrm>
            <a:off x="2352813" y="1739638"/>
            <a:ext cx="302400" cy="396900"/>
          </a:xfrm>
          <a:prstGeom prst="rect">
            <a:avLst/>
          </a:prstGeom>
          <a:solidFill>
            <a:srgbClr val="F3EEFB"/>
          </a:solidFill>
          <a:ln cap="flat" cmpd="sng" w="28575">
            <a:solidFill>
              <a:schemeClr val="accent4"/>
            </a:solidFill>
            <a:prstDash val="dash"/>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2400">
                <a:latin typeface="Kalam"/>
                <a:ea typeface="Kalam"/>
                <a:cs typeface="Kalam"/>
                <a:sym typeface="Kalam"/>
              </a:rPr>
              <a:t>&gt;</a:t>
            </a:r>
            <a:endParaRPr sz="2400">
              <a:latin typeface="Kalam"/>
              <a:ea typeface="Kalam"/>
              <a:cs typeface="Kalam"/>
              <a:sym typeface="Kalam"/>
            </a:endParaRPr>
          </a:p>
        </p:txBody>
      </p:sp>
      <p:pic>
        <p:nvPicPr>
          <p:cNvPr descr="&lt;math xmlns=&quot;http://www.w3.org/1998/Math/MathML&quot; display=&quot;block&quot; data-is-equatio=&quot;1&quot; data-latex=&quot;\frac{5}{8}+\frac{3}{4}\ =\ \frac{5}{8}+\frac{6}{8}=\frac{11}{8}=1\frac{3}{8}&quot;&gt;&lt;mfrac&gt;&lt;mn&gt;5&lt;/mn&gt;&lt;mn&gt;8&lt;/mn&gt;&lt;/mfrac&gt;&lt;mo&gt;+&lt;/mo&gt;&lt;mfrac&gt;&lt;mn&gt;3&lt;/mn&gt;&lt;mn&gt;4&lt;/mn&gt;&lt;/mfrac&gt;&lt;mtext&gt;&lt;/mtext&gt;&lt;mo&gt;=&lt;/mo&gt;&lt;mtext&gt;&lt;/mtext&gt;&lt;mfrac&gt;&lt;mn&gt;5&lt;/mn&gt;&lt;mn&gt;8&lt;/mn&gt;&lt;/mfrac&gt;&lt;mo&gt;+&lt;/mo&gt;&lt;mfrac&gt;&lt;mn&gt;6&lt;/mn&gt;&lt;mn&gt;8&lt;/mn&gt;&lt;/mfrac&gt;&lt;mo&gt;=&lt;/mo&gt;&lt;mfrac&gt;&lt;mn&gt;11&lt;/mn&gt;&lt;mn&gt;8&lt;/mn&gt;&lt;/mfrac&gt;&lt;mo&gt;=&lt;/mo&gt;&lt;mn&gt;1&lt;/mn&gt;&lt;mfrac&gt;&lt;mn&gt;3&lt;/mn&gt;&lt;mn&gt;8&lt;/mn&gt;&lt;/mfrac&gt;&lt;/math&gt;" id="1017" name="Google Shape;1017;p80" title="five eighths plus three fourths equals five eighths plus six eighths equals eleven eighths equals 1 and three eighths"/>
          <p:cNvPicPr preferRelativeResize="0"/>
          <p:nvPr/>
        </p:nvPicPr>
        <p:blipFill>
          <a:blip r:embed="rId4">
            <a:alphaModFix/>
          </a:blip>
          <a:stretch>
            <a:fillRect/>
          </a:stretch>
        </p:blipFill>
        <p:spPr>
          <a:xfrm>
            <a:off x="324000" y="3257562"/>
            <a:ext cx="4066445" cy="681953"/>
          </a:xfrm>
          <a:prstGeom prst="rect">
            <a:avLst/>
          </a:prstGeom>
          <a:noFill/>
          <a:ln>
            <a:noFill/>
          </a:ln>
        </p:spPr>
      </p:pic>
      <p:pic>
        <p:nvPicPr>
          <p:cNvPr descr="&lt;math xmlns=&quot;http://www.w3.org/1998/Math/MathML&quot; display=&quot;block&quot; data-is-equatio=&quot;1&quot; data-latex=&quot;\frac{5}{6}+\frac{1}{3}\ =\ \frac{5}{6}+\frac{2}{6}=\frac{7}{6}=1\frac{1}{6}&quot;&gt;&lt;mfrac&gt;&lt;mn&gt;5&lt;/mn&gt;&lt;mn&gt;6&lt;/mn&gt;&lt;/mfrac&gt;&lt;mo&gt;+&lt;/mo&gt;&lt;mfrac&gt;&lt;mn&gt;1&lt;/mn&gt;&lt;mn&gt;3&lt;/mn&gt;&lt;/mfrac&gt;&lt;mtext&gt;&lt;/mtext&gt;&lt;mo&gt;=&lt;/mo&gt;&lt;mtext&gt;&lt;/mtext&gt;&lt;mfrac&gt;&lt;mn&gt;5&lt;/mn&gt;&lt;mn&gt;6&lt;/mn&gt;&lt;/mfrac&gt;&lt;mo&gt;+&lt;/mo&gt;&lt;mfrac&gt;&lt;mn&gt;2&lt;/mn&gt;&lt;mn&gt;6&lt;/mn&gt;&lt;/mfrac&gt;&lt;mo&gt;=&lt;/mo&gt;&lt;mfrac&gt;&lt;mn&gt;7&lt;/mn&gt;&lt;mn&gt;6&lt;/mn&gt;&lt;/mfrac&gt;&lt;mo&gt;=&lt;/mo&gt;&lt;mn&gt;1&lt;/mn&gt;&lt;mfrac&gt;&lt;mn&gt;1&lt;/mn&gt;&lt;mn&gt;6&lt;/mn&gt;&lt;/mfrac&gt;&lt;/math&gt;" id="1018" name="Google Shape;1018;p80" title="five sixths plus one third equals five sixths plus two sixths equals seven sixths equals 1 and one sixth"/>
          <p:cNvPicPr preferRelativeResize="0"/>
          <p:nvPr/>
        </p:nvPicPr>
        <p:blipFill>
          <a:blip r:embed="rId5">
            <a:alphaModFix/>
          </a:blip>
          <a:stretch>
            <a:fillRect/>
          </a:stretch>
        </p:blipFill>
        <p:spPr>
          <a:xfrm>
            <a:off x="4924616" y="3257572"/>
            <a:ext cx="3895385" cy="681953"/>
          </a:xfrm>
          <a:prstGeom prst="rect">
            <a:avLst/>
          </a:prstGeom>
          <a:noFill/>
          <a:ln>
            <a:noFill/>
          </a:ln>
        </p:spPr>
      </p:pic>
      <p:cxnSp>
        <p:nvCxnSpPr>
          <p:cNvPr id="1019" name="Google Shape;1019;p80"/>
          <p:cNvCxnSpPr/>
          <p:nvPr/>
        </p:nvCxnSpPr>
        <p:spPr>
          <a:xfrm>
            <a:off x="4669100" y="3149825"/>
            <a:ext cx="0" cy="1193100"/>
          </a:xfrm>
          <a:prstGeom prst="straightConnector1">
            <a:avLst/>
          </a:prstGeom>
          <a:noFill/>
          <a:ln cap="flat" cmpd="sng" w="19050">
            <a:solidFill>
              <a:schemeClr val="accent4"/>
            </a:solidFill>
            <a:prstDash val="solid"/>
            <a:round/>
            <a:headEnd len="med" w="med" type="none"/>
            <a:tailEnd len="med" w="med" type="none"/>
          </a:ln>
        </p:spPr>
      </p:cxnSp>
      <p:pic>
        <p:nvPicPr>
          <p:cNvPr descr="&lt;math xmlns=&quot;http://www.w3.org/1998/Math/MathML&quot; display=&quot;block&quot; data-is-equatio=&quot;1&quot; data-latex=&quot;\frac{3}{8}=\frac{9}{24}&quot;&gt;&lt;mfrac&gt;&lt;mn&gt;3&lt;/mn&gt;&lt;mn&gt;8&lt;/mn&gt;&lt;/mfrac&gt;&lt;mo&gt;=&lt;/mo&gt;&lt;mfrac&gt;&lt;mn&gt;9&lt;/mn&gt;&lt;mn&gt;24&lt;/mn&gt;&lt;/mfrac&gt;&lt;/math&gt;" id="1020" name="Google Shape;1020;p80" title="three eighths equals 9 over 24"/>
          <p:cNvPicPr preferRelativeResize="0"/>
          <p:nvPr/>
        </p:nvPicPr>
        <p:blipFill>
          <a:blip r:embed="rId6">
            <a:alphaModFix/>
          </a:blip>
          <a:stretch>
            <a:fillRect/>
          </a:stretch>
        </p:blipFill>
        <p:spPr>
          <a:xfrm>
            <a:off x="1827350" y="4138425"/>
            <a:ext cx="1059762" cy="681975"/>
          </a:xfrm>
          <a:prstGeom prst="rect">
            <a:avLst/>
          </a:prstGeom>
          <a:noFill/>
          <a:ln>
            <a:noFill/>
          </a:ln>
        </p:spPr>
      </p:pic>
      <p:pic>
        <p:nvPicPr>
          <p:cNvPr descr="&lt;math xmlns=&quot;http://www.w3.org/1998/Math/MathML&quot; display=&quot;block&quot; data-is-equatio=&quot;1&quot; data-latex=&quot;\frac{1}{6}=\frac{4}{24}&quot;&gt;&lt;mfrac&gt;&lt;mn&gt;1&lt;/mn&gt;&lt;mn&gt;6&lt;/mn&gt;&lt;/mfrac&gt;&lt;mo&gt;=&lt;/mo&gt;&lt;mfrac&gt;&lt;mn&gt;4&lt;/mn&gt;&lt;mn&gt;24&lt;/mn&gt;&lt;/mfrac&gt;&lt;/math&gt;" id="1021" name="Google Shape;1021;p80" title="one sixth equals 4 over 24"/>
          <p:cNvPicPr preferRelativeResize="0"/>
          <p:nvPr/>
        </p:nvPicPr>
        <p:blipFill>
          <a:blip r:embed="rId7">
            <a:alphaModFix/>
          </a:blip>
          <a:stretch>
            <a:fillRect/>
          </a:stretch>
        </p:blipFill>
        <p:spPr>
          <a:xfrm>
            <a:off x="6354689" y="4145775"/>
            <a:ext cx="1035231" cy="667256"/>
          </a:xfrm>
          <a:prstGeom prst="rect">
            <a:avLst/>
          </a:prstGeom>
          <a:noFill/>
          <a:ln>
            <a:noFill/>
          </a:ln>
        </p:spPr>
      </p:pic>
      <p:sp>
        <p:nvSpPr>
          <p:cNvPr id="1022" name="Google Shape;1022;p80"/>
          <p:cNvSpPr txBox="1"/>
          <p:nvPr/>
        </p:nvSpPr>
        <p:spPr>
          <a:xfrm>
            <a:off x="273850" y="2369800"/>
            <a:ext cx="8546100" cy="85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1</a:t>
            </a:r>
            <a:r>
              <a:rPr lang="en-GB" sz="2200">
                <a:solidFill>
                  <a:schemeClr val="dk1"/>
                </a:solidFill>
                <a:latin typeface="Kalam"/>
                <a:ea typeface="Kalam"/>
                <a:cs typeface="Kalam"/>
                <a:sym typeface="Kalam"/>
              </a:rPr>
              <a:t> + 2 = 3 and 2 + 1 = 3 so I just need to compare the fractional sums.</a:t>
            </a:r>
            <a:endParaRPr sz="2200">
              <a:solidFill>
                <a:schemeClr val="dk1"/>
              </a:solidFill>
              <a:latin typeface="Kalam"/>
              <a:ea typeface="Kalam"/>
              <a:cs typeface="Kalam"/>
              <a:sym typeface="Kalam"/>
            </a:endParaRPr>
          </a:p>
        </p:txBody>
      </p:sp>
      <p:sp>
        <p:nvSpPr>
          <p:cNvPr id="1023" name="Google Shape;1023;p80"/>
          <p:cNvSpPr/>
          <p:nvPr/>
        </p:nvSpPr>
        <p:spPr>
          <a:xfrm>
            <a:off x="2353275" y="1738831"/>
            <a:ext cx="302400" cy="396900"/>
          </a:xfrm>
          <a:prstGeom prst="rect">
            <a:avLst/>
          </a:prstGeom>
          <a:solidFill>
            <a:srgbClr val="F3EEFB"/>
          </a:solidFill>
          <a:ln cap="flat" cmpd="sng" w="28575">
            <a:solidFill>
              <a:schemeClr val="accent4"/>
            </a:solidFill>
            <a:prstDash val="dash"/>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t/>
            </a:r>
            <a:endParaRPr sz="24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2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pic>
        <p:nvPicPr>
          <p:cNvPr descr="&lt;math xmlns=&quot;http://www.w3.org/1998/Math/MathML&quot; display=&quot;block&quot; data-is-equatio=&quot;1&quot; data-latex=&quot;4\ \frac{3}{4}+2\ \frac{1}{5}\ \ \ \ \ \ \ \ \ 3\ \frac{1}{2}+3\ \frac{2}{5}&quot;&gt;&lt;mn&gt;4&lt;/mn&gt;&lt;mtext&gt;&lt;/mtext&gt;&lt;mfrac&gt;&lt;mn&gt;3&lt;/mn&gt;&lt;mn&gt;4&lt;/mn&gt;&lt;/mfrac&gt;&lt;mo&gt;+&lt;/mo&gt;&lt;mn&gt;2&lt;/mn&gt;&lt;mtext&gt;&lt;/mtext&gt;&lt;mfrac&gt;&lt;mn&gt;1&lt;/mn&gt;&lt;mn&gt;5&lt;/mn&gt;&lt;/mfrac&gt;&lt;mtext&gt;&lt;/mtext&gt;&lt;mtext&gt;&lt;/mtext&gt;&lt;mtext&gt;&lt;/mtext&gt;&lt;mtext&gt;&lt;/mtext&gt;&lt;mtext&gt;&lt;/mtext&gt;&lt;mtext&gt;&lt;/mtext&gt;&lt;mtext&gt;&lt;/mtext&gt;&lt;mtext&gt;&lt;/mtext&gt;&lt;mtext&gt;&lt;/mtext&gt;&lt;mn&gt;3&lt;/mn&gt;&lt;mtext&gt;&lt;/mtext&gt;&lt;mfrac&gt;&lt;mn&gt;1&lt;/mn&gt;&lt;mn&gt;2&lt;/mn&gt;&lt;/mfrac&gt;&lt;mo&gt;+&lt;/mo&gt;&lt;mn&gt;3&lt;/mn&gt;&lt;mtext&gt;&lt;/mtext&gt;&lt;mfrac&gt;&lt;mn&gt;2&lt;/mn&gt;&lt;mn&gt;5&lt;/mn&gt;&lt;/mfrac&gt;&lt;/math&gt;" id="1028" name="Google Shape;1028;p81" title="4 three fourths plus 2 one fifth 3 one half plus 3 two fifths"/>
          <p:cNvPicPr preferRelativeResize="0"/>
          <p:nvPr/>
        </p:nvPicPr>
        <p:blipFill>
          <a:blip r:embed="rId3">
            <a:alphaModFix/>
          </a:blip>
          <a:stretch>
            <a:fillRect/>
          </a:stretch>
        </p:blipFill>
        <p:spPr>
          <a:xfrm>
            <a:off x="832354" y="1615050"/>
            <a:ext cx="3409282" cy="655634"/>
          </a:xfrm>
          <a:prstGeom prst="rect">
            <a:avLst/>
          </a:prstGeom>
          <a:noFill/>
          <a:ln>
            <a:noFill/>
          </a:ln>
        </p:spPr>
      </p:pic>
      <p:pic>
        <p:nvPicPr>
          <p:cNvPr descr="&lt;math xmlns=&quot;http://www.w3.org/1998/Math/MathML&quot; display=&quot;block&quot; data-is-equatio=&quot;1&quot; data-latex=&quot;4\ \frac{4}{5}-2\ \frac{3}{4}\ \ \ \ \ \ \ \ \ 3\ \frac{1}{2}-1\ \frac{2}{5}&quot;&gt;&lt;mn&gt;4&lt;/mn&gt;&lt;mtext&gt;&lt;/mtext&gt;&lt;mfrac&gt;&lt;mn&gt;4&lt;/mn&gt;&lt;mn&gt;5&lt;/mn&gt;&lt;/mfrac&gt;&lt;mo&gt;−&lt;/mo&gt;&lt;mn&gt;2&lt;/mn&gt;&lt;mtext&gt;&lt;/mtext&gt;&lt;mfrac&gt;&lt;mn&gt;3&lt;/mn&gt;&lt;mn&gt;4&lt;/mn&gt;&lt;/mfrac&gt;&lt;mtext&gt;&lt;/mtext&gt;&lt;mtext&gt;&lt;/mtext&gt;&lt;mtext&gt;&lt;/mtext&gt;&lt;mtext&gt;&lt;/mtext&gt;&lt;mtext&gt;&lt;/mtext&gt;&lt;mtext&gt;&lt;/mtext&gt;&lt;mtext&gt;&lt;/mtext&gt;&lt;mtext&gt;&lt;/mtext&gt;&lt;mtext&gt;&lt;/mtext&gt;&lt;mn&gt;3&lt;/mn&gt;&lt;mtext&gt;&lt;/mtext&gt;&lt;mfrac&gt;&lt;mn&gt;1&lt;/mn&gt;&lt;mn&gt;2&lt;/mn&gt;&lt;/mfrac&gt;&lt;mo&gt;−&lt;/mo&gt;&lt;mn&gt;1&lt;/mn&gt;&lt;mtext&gt;&lt;/mtext&gt;&lt;mfrac&gt;&lt;mn&gt;2&lt;/mn&gt;&lt;mn&gt;5&lt;/mn&gt;&lt;/mfrac&gt;&lt;/math&gt;" id="1029" name="Google Shape;1029;p81" title="4 four fifths minus 2 three fourths 3 one half minus 1 two fifths"/>
          <p:cNvPicPr preferRelativeResize="0"/>
          <p:nvPr/>
        </p:nvPicPr>
        <p:blipFill>
          <a:blip r:embed="rId4">
            <a:alphaModFix/>
          </a:blip>
          <a:stretch>
            <a:fillRect/>
          </a:stretch>
        </p:blipFill>
        <p:spPr>
          <a:xfrm>
            <a:off x="832354" y="2585663"/>
            <a:ext cx="3428708" cy="660490"/>
          </a:xfrm>
          <a:prstGeom prst="rect">
            <a:avLst/>
          </a:prstGeom>
          <a:noFill/>
          <a:ln>
            <a:noFill/>
          </a:ln>
        </p:spPr>
      </p:pic>
      <p:pic>
        <p:nvPicPr>
          <p:cNvPr descr="&lt;math xmlns=&quot;http://www.w3.org/1998/Math/MathML&quot; display=&quot;block&quot; data-is-equatio=&quot;1&quot; data-latex=&quot;1\ \frac{5}{8}+2\ \frac{3}{4}\ \ \ \ \ \ \ \ \ 2\ \frac{5}{6}+1\ \frac{1}{3}&quot;&gt;&lt;mn&gt;1&lt;/mn&gt;&lt;mtext&gt;&lt;/mtext&gt;&lt;mfrac&gt;&lt;mn&gt;5&lt;/mn&gt;&lt;mn&gt;8&lt;/mn&gt;&lt;/mfrac&gt;&lt;mo&gt;+&lt;/mo&gt;&lt;mn&gt;2&lt;/mn&gt;&lt;mtext&gt;&lt;/mtext&gt;&lt;mfrac&gt;&lt;mn&gt;3&lt;/mn&gt;&lt;mn&gt;4&lt;/mn&gt;&lt;/mfrac&gt;&lt;mtext&gt;&lt;/mtext&gt;&lt;mtext&gt;&lt;/mtext&gt;&lt;mtext&gt;&lt;/mtext&gt;&lt;mtext&gt;&lt;/mtext&gt;&lt;mtext&gt;&lt;/mtext&gt;&lt;mtext&gt;&lt;/mtext&gt;&lt;mtext&gt;&lt;/mtext&gt;&lt;mtext&gt;&lt;/mtext&gt;&lt;mtext&gt;&lt;/mtext&gt;&lt;mn&gt;2&lt;/mn&gt;&lt;mtext&gt;&lt;/mtext&gt;&lt;mfrac&gt;&lt;mn&gt;5&lt;/mn&gt;&lt;mn&gt;6&lt;/mn&gt;&lt;/mfrac&gt;&lt;mo&gt;+&lt;/mo&gt;&lt;mn&gt;1&lt;/mn&gt;&lt;mtext&gt;&lt;/mtext&gt;&lt;mfrac&gt;&lt;mn&gt;1&lt;/mn&gt;&lt;mn&gt;3&lt;/mn&gt;&lt;/mfrac&gt;&lt;/math&gt;" id="1030" name="Google Shape;1030;p81" title="1 five eighths plus 2 three fourths 2 five sixths plus 1 one third"/>
          <p:cNvPicPr preferRelativeResize="0"/>
          <p:nvPr/>
        </p:nvPicPr>
        <p:blipFill>
          <a:blip r:embed="rId5">
            <a:alphaModFix/>
          </a:blip>
          <a:stretch>
            <a:fillRect/>
          </a:stretch>
        </p:blipFill>
        <p:spPr>
          <a:xfrm>
            <a:off x="832354" y="3690493"/>
            <a:ext cx="3278156" cy="636207"/>
          </a:xfrm>
          <a:prstGeom prst="rect">
            <a:avLst/>
          </a:prstGeom>
          <a:noFill/>
          <a:ln>
            <a:noFill/>
          </a:ln>
        </p:spPr>
      </p:pic>
      <p:sp>
        <p:nvSpPr>
          <p:cNvPr id="1031" name="Google Shape;1031;p81"/>
          <p:cNvSpPr txBox="1"/>
          <p:nvPr>
            <p:ph idx="1" type="body"/>
          </p:nvPr>
        </p:nvSpPr>
        <p:spPr>
          <a:xfrm>
            <a:off x="324000" y="759300"/>
            <a:ext cx="8237700" cy="3020700"/>
          </a:xfrm>
          <a:prstGeom prst="rect">
            <a:avLst/>
          </a:prstGeom>
          <a:ln>
            <a:noFill/>
          </a:ln>
        </p:spPr>
        <p:txBody>
          <a:bodyPr anchorCtr="0" anchor="t" bIns="0" lIns="0" spcFirstLastPara="1" rIns="0" wrap="square" tIns="0">
            <a:noAutofit/>
          </a:bodyPr>
          <a:lstStyle/>
          <a:p>
            <a:pPr indent="0" lvl="0" marL="0" rtl="0" algn="l">
              <a:spcBef>
                <a:spcPts val="0"/>
              </a:spcBef>
              <a:spcAft>
                <a:spcPts val="0"/>
              </a:spcAft>
              <a:buNone/>
            </a:pPr>
            <a:r>
              <a:rPr lang="en-GB"/>
              <a:t>1)  </a:t>
            </a:r>
            <a:r>
              <a:rPr lang="en-GB"/>
              <a:t>By calculating the value of each side complete the inequality statement by placing a &lt; or &gt; between them.</a:t>
            </a:r>
            <a:endParaRPr/>
          </a:p>
          <a:p>
            <a:pPr indent="0" lvl="0" marL="0" rtl="0" algn="l">
              <a:lnSpc>
                <a:spcPct val="100000"/>
              </a:lnSpc>
              <a:spcBef>
                <a:spcPts val="1000"/>
              </a:spcBef>
              <a:spcAft>
                <a:spcPts val="0"/>
              </a:spcAft>
              <a:buNone/>
            </a:pPr>
            <a:r>
              <a:t/>
            </a:r>
            <a:endParaRPr sz="700"/>
          </a:p>
          <a:p>
            <a:pPr indent="0" lvl="0" marL="0" rtl="0" algn="l">
              <a:spcBef>
                <a:spcPts val="0"/>
              </a:spcBef>
              <a:spcAft>
                <a:spcPts val="0"/>
              </a:spcAft>
              <a:buNone/>
            </a:pPr>
            <a:r>
              <a:rPr lang="en-GB"/>
              <a:t>a)</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GB"/>
              <a:t>b)</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GB"/>
              <a:t>c)</a:t>
            </a:r>
            <a:endParaRPr/>
          </a:p>
        </p:txBody>
      </p:sp>
      <p:sp>
        <p:nvSpPr>
          <p:cNvPr id="1032" name="Google Shape;1032;p8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Addition and subtraction involving mixed numbers</a:t>
            </a:r>
            <a:endParaRPr/>
          </a:p>
          <a:p>
            <a:pPr indent="0" lvl="0" marL="0" rtl="0" algn="l">
              <a:spcBef>
                <a:spcPts val="1000"/>
              </a:spcBef>
              <a:spcAft>
                <a:spcPts val="1000"/>
              </a:spcAft>
              <a:buClr>
                <a:schemeClr val="dk1"/>
              </a:buClr>
              <a:buSzPts val="1100"/>
              <a:buFont typeface="Arial"/>
              <a:buNone/>
            </a:pPr>
            <a:r>
              <a:t/>
            </a:r>
            <a:endParaRPr/>
          </a:p>
        </p:txBody>
      </p:sp>
      <p:sp>
        <p:nvSpPr>
          <p:cNvPr id="1033" name="Google Shape;1033;p81"/>
          <p:cNvSpPr/>
          <p:nvPr/>
        </p:nvSpPr>
        <p:spPr>
          <a:xfrm>
            <a:off x="2379588" y="1744413"/>
            <a:ext cx="302400" cy="396900"/>
          </a:xfrm>
          <a:prstGeom prst="rect">
            <a:avLst/>
          </a:prstGeom>
          <a:solidFill>
            <a:srgbClr val="F3EE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400">
                <a:latin typeface="Kalam"/>
                <a:ea typeface="Kalam"/>
                <a:cs typeface="Kalam"/>
                <a:sym typeface="Kalam"/>
              </a:rPr>
              <a:t>&gt;</a:t>
            </a:r>
            <a:endParaRPr sz="2400">
              <a:latin typeface="Kalam"/>
              <a:ea typeface="Kalam"/>
              <a:cs typeface="Kalam"/>
              <a:sym typeface="Kalam"/>
            </a:endParaRPr>
          </a:p>
        </p:txBody>
      </p:sp>
      <p:sp>
        <p:nvSpPr>
          <p:cNvPr id="1034" name="Google Shape;1034;p81"/>
          <p:cNvSpPr/>
          <p:nvPr/>
        </p:nvSpPr>
        <p:spPr>
          <a:xfrm>
            <a:off x="2379588" y="2765463"/>
            <a:ext cx="302400" cy="396900"/>
          </a:xfrm>
          <a:prstGeom prst="rect">
            <a:avLst/>
          </a:prstGeom>
          <a:solidFill>
            <a:srgbClr val="F3EE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400">
                <a:latin typeface="Kalam"/>
                <a:ea typeface="Kalam"/>
                <a:cs typeface="Kalam"/>
                <a:sym typeface="Kalam"/>
              </a:rPr>
              <a:t>&lt;</a:t>
            </a:r>
            <a:endParaRPr sz="2400">
              <a:latin typeface="Kalam"/>
              <a:ea typeface="Kalam"/>
              <a:cs typeface="Kalam"/>
              <a:sym typeface="Kalam"/>
            </a:endParaRPr>
          </a:p>
        </p:txBody>
      </p:sp>
      <p:sp>
        <p:nvSpPr>
          <p:cNvPr id="1035" name="Google Shape;1035;p81"/>
          <p:cNvSpPr/>
          <p:nvPr/>
        </p:nvSpPr>
        <p:spPr>
          <a:xfrm>
            <a:off x="2379588" y="3810138"/>
            <a:ext cx="302400" cy="396900"/>
          </a:xfrm>
          <a:prstGeom prst="rect">
            <a:avLst/>
          </a:prstGeom>
          <a:solidFill>
            <a:srgbClr val="F3EE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400">
                <a:latin typeface="Kalam"/>
                <a:ea typeface="Kalam"/>
                <a:cs typeface="Kalam"/>
                <a:sym typeface="Kalam"/>
              </a:rPr>
              <a:t>&gt;</a:t>
            </a:r>
            <a:endParaRPr sz="2400">
              <a:latin typeface="Kalam"/>
              <a:ea typeface="Kalam"/>
              <a:cs typeface="Kalam"/>
              <a:sym typeface="Kalam"/>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p8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Addition and subtraction involving mixed numbers</a:t>
            </a:r>
            <a:endParaRPr/>
          </a:p>
        </p:txBody>
      </p:sp>
      <p:sp>
        <p:nvSpPr>
          <p:cNvPr id="1041" name="Google Shape;1041;p82"/>
          <p:cNvSpPr txBox="1"/>
          <p:nvPr/>
        </p:nvSpPr>
        <p:spPr>
          <a:xfrm>
            <a:off x="324000" y="1662300"/>
            <a:ext cx="3210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rgbClr val="000000"/>
                </a:solidFill>
                <a:latin typeface="Lexend"/>
                <a:ea typeface="Lexend"/>
                <a:cs typeface="Lexend"/>
                <a:sym typeface="Lexend"/>
              </a:rPr>
              <a:t>a)</a:t>
            </a:r>
            <a:endParaRPr sz="2000">
              <a:solidFill>
                <a:srgbClr val="000000"/>
              </a:solidFill>
              <a:latin typeface="Lexend"/>
              <a:ea typeface="Lexend"/>
              <a:cs typeface="Lexend"/>
              <a:sym typeface="Lexend"/>
            </a:endParaRPr>
          </a:p>
        </p:txBody>
      </p:sp>
      <p:sp>
        <p:nvSpPr>
          <p:cNvPr id="1042" name="Google Shape;1042;p82"/>
          <p:cNvSpPr txBox="1"/>
          <p:nvPr/>
        </p:nvSpPr>
        <p:spPr>
          <a:xfrm>
            <a:off x="324000" y="3247013"/>
            <a:ext cx="3210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Lexend"/>
                <a:ea typeface="Lexend"/>
                <a:cs typeface="Lexend"/>
                <a:sym typeface="Lexend"/>
              </a:rPr>
              <a:t>d</a:t>
            </a: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1043" name="Google Shape;1043;p82"/>
          <p:cNvSpPr txBox="1"/>
          <p:nvPr/>
        </p:nvSpPr>
        <p:spPr>
          <a:xfrm>
            <a:off x="3209100" y="1662300"/>
            <a:ext cx="3210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Lexend"/>
                <a:ea typeface="Lexend"/>
                <a:cs typeface="Lexend"/>
                <a:sym typeface="Lexend"/>
              </a:rPr>
              <a:t>b</a:t>
            </a: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1044" name="Google Shape;1044;p82"/>
          <p:cNvSpPr txBox="1"/>
          <p:nvPr/>
        </p:nvSpPr>
        <p:spPr>
          <a:xfrm>
            <a:off x="6094200" y="1662288"/>
            <a:ext cx="3210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Lexend"/>
                <a:ea typeface="Lexend"/>
                <a:cs typeface="Lexend"/>
                <a:sym typeface="Lexend"/>
              </a:rPr>
              <a:t>c</a:t>
            </a: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1045" name="Google Shape;1045;p82"/>
          <p:cNvSpPr txBox="1"/>
          <p:nvPr/>
        </p:nvSpPr>
        <p:spPr>
          <a:xfrm>
            <a:off x="3209100" y="3247025"/>
            <a:ext cx="3210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rgbClr val="000000"/>
                </a:solidFill>
                <a:latin typeface="Lexend"/>
                <a:ea typeface="Lexend"/>
                <a:cs typeface="Lexend"/>
                <a:sym typeface="Lexend"/>
              </a:rPr>
              <a:t>e)</a:t>
            </a:r>
            <a:endParaRPr sz="2000">
              <a:solidFill>
                <a:srgbClr val="000000"/>
              </a:solidFill>
              <a:latin typeface="Lexend"/>
              <a:ea typeface="Lexend"/>
              <a:cs typeface="Lexend"/>
              <a:sym typeface="Lexend"/>
            </a:endParaRPr>
          </a:p>
        </p:txBody>
      </p:sp>
      <p:sp>
        <p:nvSpPr>
          <p:cNvPr id="1046" name="Google Shape;1046;p82"/>
          <p:cNvSpPr txBox="1"/>
          <p:nvPr/>
        </p:nvSpPr>
        <p:spPr>
          <a:xfrm>
            <a:off x="6094200" y="3237638"/>
            <a:ext cx="3210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rgbClr val="000000"/>
                </a:solidFill>
                <a:latin typeface="Lexend"/>
                <a:ea typeface="Lexend"/>
                <a:cs typeface="Lexend"/>
                <a:sym typeface="Lexend"/>
              </a:rPr>
              <a:t>f)</a:t>
            </a:r>
            <a:endParaRPr sz="2000">
              <a:solidFill>
                <a:srgbClr val="000000"/>
              </a:solidFill>
              <a:latin typeface="Lexend"/>
              <a:ea typeface="Lexend"/>
              <a:cs typeface="Lexend"/>
              <a:sym typeface="Lexend"/>
            </a:endParaRPr>
          </a:p>
        </p:txBody>
      </p:sp>
      <p:grpSp>
        <p:nvGrpSpPr>
          <p:cNvPr id="1047" name="Google Shape;1047;p82"/>
          <p:cNvGrpSpPr/>
          <p:nvPr/>
        </p:nvGrpSpPr>
        <p:grpSpPr>
          <a:xfrm>
            <a:off x="3620150" y="1647189"/>
            <a:ext cx="1905600" cy="1287676"/>
            <a:chOff x="755813" y="3514087"/>
            <a:chExt cx="1905600" cy="1287676"/>
          </a:xfrm>
        </p:grpSpPr>
        <p:grpSp>
          <p:nvGrpSpPr>
            <p:cNvPr id="1048" name="Google Shape;1048;p82"/>
            <p:cNvGrpSpPr/>
            <p:nvPr/>
          </p:nvGrpSpPr>
          <p:grpSpPr>
            <a:xfrm>
              <a:off x="755813" y="4015437"/>
              <a:ext cx="1905600" cy="308700"/>
              <a:chOff x="837563" y="1497675"/>
              <a:chExt cx="1905600" cy="308700"/>
            </a:xfrm>
          </p:grpSpPr>
          <p:grpSp>
            <p:nvGrpSpPr>
              <p:cNvPr id="1049" name="Google Shape;1049;p82"/>
              <p:cNvGrpSpPr/>
              <p:nvPr/>
            </p:nvGrpSpPr>
            <p:grpSpPr>
              <a:xfrm>
                <a:off x="837563" y="1497675"/>
                <a:ext cx="1905600" cy="247500"/>
                <a:chOff x="837563" y="1497675"/>
                <a:chExt cx="1905600" cy="247500"/>
              </a:xfrm>
            </p:grpSpPr>
            <p:cxnSp>
              <p:nvCxnSpPr>
                <p:cNvPr id="1050" name="Google Shape;1050;p82"/>
                <p:cNvCxnSpPr/>
                <p:nvPr/>
              </p:nvCxnSpPr>
              <p:spPr>
                <a:xfrm>
                  <a:off x="837563" y="1615341"/>
                  <a:ext cx="1905600" cy="0"/>
                </a:xfrm>
                <a:prstGeom prst="straightConnector1">
                  <a:avLst/>
                </a:prstGeom>
                <a:noFill/>
                <a:ln cap="flat" cmpd="sng" w="9525">
                  <a:solidFill>
                    <a:srgbClr val="808080"/>
                  </a:solidFill>
                  <a:prstDash val="solid"/>
                  <a:round/>
                  <a:headEnd len="med" w="med" type="none"/>
                  <a:tailEnd len="med" w="med" type="none"/>
                </a:ln>
              </p:spPr>
            </p:cxnSp>
            <p:cxnSp>
              <p:nvCxnSpPr>
                <p:cNvPr id="1051" name="Google Shape;1051;p82"/>
                <p:cNvCxnSpPr/>
                <p:nvPr/>
              </p:nvCxnSpPr>
              <p:spPr>
                <a:xfrm>
                  <a:off x="1202650" y="1497675"/>
                  <a:ext cx="0" cy="247500"/>
                </a:xfrm>
                <a:prstGeom prst="straightConnector1">
                  <a:avLst/>
                </a:prstGeom>
                <a:noFill/>
                <a:ln cap="flat" cmpd="sng" w="9525">
                  <a:solidFill>
                    <a:srgbClr val="808080"/>
                  </a:solidFill>
                  <a:prstDash val="solid"/>
                  <a:round/>
                  <a:headEnd len="med" w="med" type="none"/>
                  <a:tailEnd len="med" w="med" type="none"/>
                </a:ln>
              </p:spPr>
            </p:cxnSp>
            <p:cxnSp>
              <p:nvCxnSpPr>
                <p:cNvPr id="1052" name="Google Shape;1052;p82"/>
                <p:cNvCxnSpPr/>
                <p:nvPr/>
              </p:nvCxnSpPr>
              <p:spPr>
                <a:xfrm>
                  <a:off x="2269450" y="1497675"/>
                  <a:ext cx="0" cy="247500"/>
                </a:xfrm>
                <a:prstGeom prst="straightConnector1">
                  <a:avLst/>
                </a:prstGeom>
                <a:noFill/>
                <a:ln cap="flat" cmpd="sng" w="9525">
                  <a:solidFill>
                    <a:srgbClr val="808080"/>
                  </a:solidFill>
                  <a:prstDash val="solid"/>
                  <a:round/>
                  <a:headEnd len="med" w="med" type="none"/>
                  <a:tailEnd len="med" w="med" type="none"/>
                </a:ln>
              </p:spPr>
            </p:cxnSp>
          </p:grpSp>
          <p:cxnSp>
            <p:nvCxnSpPr>
              <p:cNvPr id="1053" name="Google Shape;1053;p82"/>
              <p:cNvCxnSpPr/>
              <p:nvPr/>
            </p:nvCxnSpPr>
            <p:spPr>
              <a:xfrm>
                <a:off x="1204475" y="1806375"/>
                <a:ext cx="1068300" cy="0"/>
              </a:xfrm>
              <a:prstGeom prst="straightConnector1">
                <a:avLst/>
              </a:prstGeom>
              <a:noFill/>
              <a:ln cap="flat" cmpd="sng" w="9525">
                <a:solidFill>
                  <a:srgbClr val="808080"/>
                </a:solidFill>
                <a:prstDash val="solid"/>
                <a:round/>
                <a:headEnd len="med" w="med" type="triangle"/>
                <a:tailEnd len="med" w="med" type="triangle"/>
              </a:ln>
            </p:spPr>
          </p:cxnSp>
        </p:grpSp>
        <p:sp>
          <p:nvSpPr>
            <p:cNvPr id="1054" name="Google Shape;1054;p82"/>
            <p:cNvSpPr txBox="1"/>
            <p:nvPr/>
          </p:nvSpPr>
          <p:spPr>
            <a:xfrm>
              <a:off x="1041225" y="3641388"/>
              <a:ext cx="143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1\ \frac{2}{3}&quot;&gt;&lt;mn&gt;1&lt;/mn&gt;&lt;mtext&gt;&lt;/mtext&gt;&lt;mfrac&gt;&lt;mn&gt;2&lt;/mn&gt;&lt;mn&gt;3&lt;/mn&gt;&lt;/mfrac&gt;&lt;/math&gt;" id="1055" name="Google Shape;1055;p82" title="1 two thirds"/>
            <p:cNvPicPr preferRelativeResize="0"/>
            <p:nvPr/>
          </p:nvPicPr>
          <p:blipFill>
            <a:blip r:embed="rId3">
              <a:alphaModFix/>
            </a:blip>
            <a:stretch>
              <a:fillRect/>
            </a:stretch>
          </p:blipFill>
          <p:spPr>
            <a:xfrm>
              <a:off x="1526975" y="4330013"/>
              <a:ext cx="315639" cy="471751"/>
            </a:xfrm>
            <a:prstGeom prst="rect">
              <a:avLst/>
            </a:prstGeom>
            <a:noFill/>
            <a:ln>
              <a:noFill/>
            </a:ln>
          </p:spPr>
        </p:pic>
        <p:pic>
          <p:nvPicPr>
            <p:cNvPr descr="&lt;math xmlns=&quot;http://www.w3.org/1998/Math/MathML&quot; display=&quot;block&quot; data-is-equatio=&quot;1&quot; data-latex=&quot;2\ \frac{5}{12}&quot;&gt;&lt;mn&gt;2&lt;/mn&gt;&lt;mtext&gt;&lt;/mtext&gt;&lt;mfrac&gt;&lt;mn&gt;5&lt;/mn&gt;&lt;mn&gt;12&lt;/mn&gt;&lt;/mfrac&gt;&lt;/math&gt;" id="1056" name="Google Shape;1056;p82" title="2 5 over 12"/>
            <p:cNvPicPr preferRelativeResize="0"/>
            <p:nvPr/>
          </p:nvPicPr>
          <p:blipFill>
            <a:blip r:embed="rId4">
              <a:alphaModFix/>
            </a:blip>
            <a:stretch>
              <a:fillRect/>
            </a:stretch>
          </p:blipFill>
          <p:spPr>
            <a:xfrm>
              <a:off x="1974635" y="3514087"/>
              <a:ext cx="434428" cy="451388"/>
            </a:xfrm>
            <a:prstGeom prst="rect">
              <a:avLst/>
            </a:prstGeom>
            <a:noFill/>
            <a:ln>
              <a:noFill/>
            </a:ln>
          </p:spPr>
        </p:pic>
      </p:grpSp>
      <p:grpSp>
        <p:nvGrpSpPr>
          <p:cNvPr id="1057" name="Google Shape;1057;p82"/>
          <p:cNvGrpSpPr/>
          <p:nvPr/>
        </p:nvGrpSpPr>
        <p:grpSpPr>
          <a:xfrm>
            <a:off x="6585725" y="1685214"/>
            <a:ext cx="1933200" cy="1269451"/>
            <a:chOff x="6410650" y="964400"/>
            <a:chExt cx="1933200" cy="1269451"/>
          </a:xfrm>
        </p:grpSpPr>
        <p:grpSp>
          <p:nvGrpSpPr>
            <p:cNvPr id="1058" name="Google Shape;1058;p82"/>
            <p:cNvGrpSpPr/>
            <p:nvPr/>
          </p:nvGrpSpPr>
          <p:grpSpPr>
            <a:xfrm>
              <a:off x="6410650" y="1432438"/>
              <a:ext cx="1933200" cy="308700"/>
              <a:chOff x="809850" y="1497675"/>
              <a:chExt cx="1933200" cy="308700"/>
            </a:xfrm>
          </p:grpSpPr>
          <p:grpSp>
            <p:nvGrpSpPr>
              <p:cNvPr id="1059" name="Google Shape;1059;p82"/>
              <p:cNvGrpSpPr/>
              <p:nvPr/>
            </p:nvGrpSpPr>
            <p:grpSpPr>
              <a:xfrm>
                <a:off x="809850" y="1497675"/>
                <a:ext cx="1933200" cy="247500"/>
                <a:chOff x="809850" y="1497675"/>
                <a:chExt cx="1933200" cy="247500"/>
              </a:xfrm>
            </p:grpSpPr>
            <p:cxnSp>
              <p:nvCxnSpPr>
                <p:cNvPr id="1060" name="Google Shape;1060;p82"/>
                <p:cNvCxnSpPr/>
                <p:nvPr/>
              </p:nvCxnSpPr>
              <p:spPr>
                <a:xfrm>
                  <a:off x="809850" y="1615362"/>
                  <a:ext cx="1933200" cy="0"/>
                </a:xfrm>
                <a:prstGeom prst="straightConnector1">
                  <a:avLst/>
                </a:prstGeom>
                <a:noFill/>
                <a:ln cap="flat" cmpd="sng" w="9525">
                  <a:solidFill>
                    <a:srgbClr val="808080"/>
                  </a:solidFill>
                  <a:prstDash val="solid"/>
                  <a:round/>
                  <a:headEnd len="med" w="med" type="none"/>
                  <a:tailEnd len="med" w="med" type="none"/>
                </a:ln>
              </p:spPr>
            </p:cxnSp>
            <p:cxnSp>
              <p:nvCxnSpPr>
                <p:cNvPr id="1061" name="Google Shape;1061;p82"/>
                <p:cNvCxnSpPr/>
                <p:nvPr/>
              </p:nvCxnSpPr>
              <p:spPr>
                <a:xfrm>
                  <a:off x="1202650" y="1497675"/>
                  <a:ext cx="0" cy="247500"/>
                </a:xfrm>
                <a:prstGeom prst="straightConnector1">
                  <a:avLst/>
                </a:prstGeom>
                <a:noFill/>
                <a:ln cap="flat" cmpd="sng" w="9525">
                  <a:solidFill>
                    <a:srgbClr val="808080"/>
                  </a:solidFill>
                  <a:prstDash val="solid"/>
                  <a:round/>
                  <a:headEnd len="med" w="med" type="none"/>
                  <a:tailEnd len="med" w="med" type="none"/>
                </a:ln>
              </p:spPr>
            </p:cxnSp>
            <p:cxnSp>
              <p:nvCxnSpPr>
                <p:cNvPr id="1062" name="Google Shape;1062;p82"/>
                <p:cNvCxnSpPr/>
                <p:nvPr/>
              </p:nvCxnSpPr>
              <p:spPr>
                <a:xfrm>
                  <a:off x="2269450" y="1497675"/>
                  <a:ext cx="0" cy="247500"/>
                </a:xfrm>
                <a:prstGeom prst="straightConnector1">
                  <a:avLst/>
                </a:prstGeom>
                <a:noFill/>
                <a:ln cap="flat" cmpd="sng" w="9525">
                  <a:solidFill>
                    <a:srgbClr val="808080"/>
                  </a:solidFill>
                  <a:prstDash val="solid"/>
                  <a:round/>
                  <a:headEnd len="med" w="med" type="none"/>
                  <a:tailEnd len="med" w="med" type="none"/>
                </a:ln>
              </p:spPr>
            </p:cxnSp>
          </p:grpSp>
          <p:cxnSp>
            <p:nvCxnSpPr>
              <p:cNvPr id="1063" name="Google Shape;1063;p82"/>
              <p:cNvCxnSpPr/>
              <p:nvPr/>
            </p:nvCxnSpPr>
            <p:spPr>
              <a:xfrm>
                <a:off x="1204475" y="1806375"/>
                <a:ext cx="1068300" cy="0"/>
              </a:xfrm>
              <a:prstGeom prst="straightConnector1">
                <a:avLst/>
              </a:prstGeom>
              <a:noFill/>
              <a:ln cap="flat" cmpd="sng" w="9525">
                <a:solidFill>
                  <a:srgbClr val="808080"/>
                </a:solidFill>
                <a:prstDash val="solid"/>
                <a:round/>
                <a:headEnd len="med" w="med" type="triangle"/>
                <a:tailEnd len="med" w="med" type="triangle"/>
              </a:ln>
            </p:spPr>
          </p:cxnSp>
        </p:grpSp>
        <p:sp>
          <p:nvSpPr>
            <p:cNvPr id="1064" name="Google Shape;1064;p82"/>
            <p:cNvSpPr txBox="1"/>
            <p:nvPr/>
          </p:nvSpPr>
          <p:spPr>
            <a:xfrm>
              <a:off x="7797250" y="1142638"/>
              <a:ext cx="143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1\ \frac{2}{3}&quot;&gt;&lt;mn&gt;1&lt;/mn&gt;&lt;mtext&gt;&lt;/mtext&gt;&lt;mfrac&gt;&lt;mn&gt;2&lt;/mn&gt;&lt;mn&gt;3&lt;/mn&gt;&lt;/mfrac&gt;&lt;/math&gt;" id="1065" name="Google Shape;1065;p82" title="1 two thirds"/>
            <p:cNvPicPr preferRelativeResize="0"/>
            <p:nvPr/>
          </p:nvPicPr>
          <p:blipFill>
            <a:blip r:embed="rId3">
              <a:alphaModFix/>
            </a:blip>
            <a:stretch>
              <a:fillRect/>
            </a:stretch>
          </p:blipFill>
          <p:spPr>
            <a:xfrm>
              <a:off x="7243225" y="1762100"/>
              <a:ext cx="315639" cy="471751"/>
            </a:xfrm>
            <a:prstGeom prst="rect">
              <a:avLst/>
            </a:prstGeom>
            <a:noFill/>
            <a:ln>
              <a:noFill/>
            </a:ln>
          </p:spPr>
        </p:pic>
        <p:pic>
          <p:nvPicPr>
            <p:cNvPr descr="&lt;math xmlns=&quot;http://www.w3.org/1998/Math/MathML&quot; display=&quot;block&quot; data-is-equatio=&quot;1&quot; data-latex=&quot;2\ \frac{5}{12}&quot;&gt;&lt;mn&gt;2&lt;/mn&gt;&lt;mtext&gt;&lt;/mtext&gt;&lt;mfrac&gt;&lt;mn&gt;5&lt;/mn&gt;&lt;mn&gt;12&lt;/mn&gt;&lt;/mfrac&gt;&lt;/math&gt;" id="1066" name="Google Shape;1066;p82" title="2 5 over 12"/>
            <p:cNvPicPr preferRelativeResize="0"/>
            <p:nvPr/>
          </p:nvPicPr>
          <p:blipFill>
            <a:blip r:embed="rId4">
              <a:alphaModFix/>
            </a:blip>
            <a:stretch>
              <a:fillRect/>
            </a:stretch>
          </p:blipFill>
          <p:spPr>
            <a:xfrm>
              <a:off x="6583272" y="964400"/>
              <a:ext cx="434428" cy="451388"/>
            </a:xfrm>
            <a:prstGeom prst="rect">
              <a:avLst/>
            </a:prstGeom>
            <a:noFill/>
            <a:ln>
              <a:noFill/>
            </a:ln>
          </p:spPr>
        </p:pic>
      </p:grpSp>
      <p:grpSp>
        <p:nvGrpSpPr>
          <p:cNvPr id="1067" name="Google Shape;1067;p82"/>
          <p:cNvGrpSpPr/>
          <p:nvPr/>
        </p:nvGrpSpPr>
        <p:grpSpPr>
          <a:xfrm>
            <a:off x="3596150" y="3380846"/>
            <a:ext cx="1953600" cy="1341275"/>
            <a:chOff x="6390400" y="3471568"/>
            <a:chExt cx="1953600" cy="1341275"/>
          </a:xfrm>
        </p:grpSpPr>
        <p:grpSp>
          <p:nvGrpSpPr>
            <p:cNvPr id="1068" name="Google Shape;1068;p82"/>
            <p:cNvGrpSpPr/>
            <p:nvPr/>
          </p:nvGrpSpPr>
          <p:grpSpPr>
            <a:xfrm>
              <a:off x="6390400" y="4006050"/>
              <a:ext cx="1953600" cy="308700"/>
              <a:chOff x="789600" y="1497675"/>
              <a:chExt cx="1953600" cy="308700"/>
            </a:xfrm>
          </p:grpSpPr>
          <p:grpSp>
            <p:nvGrpSpPr>
              <p:cNvPr id="1069" name="Google Shape;1069;p82"/>
              <p:cNvGrpSpPr/>
              <p:nvPr/>
            </p:nvGrpSpPr>
            <p:grpSpPr>
              <a:xfrm>
                <a:off x="789600" y="1497675"/>
                <a:ext cx="1953600" cy="247500"/>
                <a:chOff x="789600" y="1497675"/>
                <a:chExt cx="1953600" cy="247500"/>
              </a:xfrm>
            </p:grpSpPr>
            <p:cxnSp>
              <p:nvCxnSpPr>
                <p:cNvPr id="1070" name="Google Shape;1070;p82"/>
                <p:cNvCxnSpPr/>
                <p:nvPr/>
              </p:nvCxnSpPr>
              <p:spPr>
                <a:xfrm>
                  <a:off x="789600" y="1615338"/>
                  <a:ext cx="1953600" cy="0"/>
                </a:xfrm>
                <a:prstGeom prst="straightConnector1">
                  <a:avLst/>
                </a:prstGeom>
                <a:noFill/>
                <a:ln cap="flat" cmpd="sng" w="9525">
                  <a:solidFill>
                    <a:srgbClr val="808080"/>
                  </a:solidFill>
                  <a:prstDash val="solid"/>
                  <a:round/>
                  <a:headEnd len="med" w="med" type="none"/>
                  <a:tailEnd len="med" w="med" type="none"/>
                </a:ln>
              </p:spPr>
            </p:cxnSp>
            <p:cxnSp>
              <p:nvCxnSpPr>
                <p:cNvPr id="1071" name="Google Shape;1071;p82"/>
                <p:cNvCxnSpPr/>
                <p:nvPr/>
              </p:nvCxnSpPr>
              <p:spPr>
                <a:xfrm>
                  <a:off x="1202650" y="1497675"/>
                  <a:ext cx="0" cy="247500"/>
                </a:xfrm>
                <a:prstGeom prst="straightConnector1">
                  <a:avLst/>
                </a:prstGeom>
                <a:noFill/>
                <a:ln cap="flat" cmpd="sng" w="9525">
                  <a:solidFill>
                    <a:srgbClr val="808080"/>
                  </a:solidFill>
                  <a:prstDash val="solid"/>
                  <a:round/>
                  <a:headEnd len="med" w="med" type="none"/>
                  <a:tailEnd len="med" w="med" type="none"/>
                </a:ln>
              </p:spPr>
            </p:cxnSp>
            <p:cxnSp>
              <p:nvCxnSpPr>
                <p:cNvPr id="1072" name="Google Shape;1072;p82"/>
                <p:cNvCxnSpPr/>
                <p:nvPr/>
              </p:nvCxnSpPr>
              <p:spPr>
                <a:xfrm>
                  <a:off x="2269450" y="1497675"/>
                  <a:ext cx="0" cy="247500"/>
                </a:xfrm>
                <a:prstGeom prst="straightConnector1">
                  <a:avLst/>
                </a:prstGeom>
                <a:noFill/>
                <a:ln cap="flat" cmpd="sng" w="9525">
                  <a:solidFill>
                    <a:srgbClr val="808080"/>
                  </a:solidFill>
                  <a:prstDash val="solid"/>
                  <a:round/>
                  <a:headEnd len="med" w="med" type="none"/>
                  <a:tailEnd len="med" w="med" type="none"/>
                </a:ln>
              </p:spPr>
            </p:cxnSp>
          </p:grpSp>
          <p:cxnSp>
            <p:nvCxnSpPr>
              <p:cNvPr id="1073" name="Google Shape;1073;p82"/>
              <p:cNvCxnSpPr/>
              <p:nvPr/>
            </p:nvCxnSpPr>
            <p:spPr>
              <a:xfrm>
                <a:off x="1204475" y="1806375"/>
                <a:ext cx="1068300" cy="0"/>
              </a:xfrm>
              <a:prstGeom prst="straightConnector1">
                <a:avLst/>
              </a:prstGeom>
              <a:noFill/>
              <a:ln cap="flat" cmpd="sng" w="9525">
                <a:solidFill>
                  <a:srgbClr val="808080"/>
                </a:solidFill>
                <a:prstDash val="solid"/>
                <a:round/>
                <a:headEnd len="med" w="med" type="triangle"/>
                <a:tailEnd len="med" w="med" type="triangle"/>
              </a:ln>
            </p:spPr>
          </p:cxnSp>
        </p:grpSp>
        <p:sp>
          <p:nvSpPr>
            <p:cNvPr id="1074" name="Google Shape;1074;p82"/>
            <p:cNvSpPr txBox="1"/>
            <p:nvPr/>
          </p:nvSpPr>
          <p:spPr>
            <a:xfrm>
              <a:off x="7797250" y="3688263"/>
              <a:ext cx="143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1\ \frac{5}{6}&quot;&gt;&lt;mn&gt;1&lt;/mn&gt;&lt;mtext&gt;&lt;/mtext&gt;&lt;mfrac&gt;&lt;mn&gt;5&lt;/mn&gt;&lt;mn&gt;6&lt;/mn&gt;&lt;/mfrac&gt;&lt;/math&gt;" id="1075" name="Google Shape;1075;p82" title="1 five sixths"/>
            <p:cNvPicPr preferRelativeResize="0"/>
            <p:nvPr/>
          </p:nvPicPr>
          <p:blipFill>
            <a:blip r:embed="rId5">
              <a:alphaModFix/>
            </a:blip>
            <a:stretch>
              <a:fillRect/>
            </a:stretch>
          </p:blipFill>
          <p:spPr>
            <a:xfrm>
              <a:off x="6634600" y="3471568"/>
              <a:ext cx="331778" cy="493895"/>
            </a:xfrm>
            <a:prstGeom prst="rect">
              <a:avLst/>
            </a:prstGeom>
            <a:noFill/>
            <a:ln>
              <a:noFill/>
            </a:ln>
          </p:spPr>
        </p:pic>
        <p:pic>
          <p:nvPicPr>
            <p:cNvPr descr="&lt;math xmlns=&quot;http://www.w3.org/1998/Math/MathML&quot; display=&quot;block&quot; data-is-equatio=&quot;1&quot; data-latex=&quot;3\ \frac{3}{4}&quot;&gt;&lt;mn&gt;3&lt;/mn&gt;&lt;mtext&gt;&lt;/mtext&gt;&lt;mfrac&gt;&lt;mn&gt;3&lt;/mn&gt;&lt;mn&gt;4&lt;/mn&gt;&lt;/mfrac&gt;&lt;/math&gt;" id="1076" name="Google Shape;1076;p82" title="3 three fourths"/>
            <p:cNvPicPr preferRelativeResize="0"/>
            <p:nvPr/>
          </p:nvPicPr>
          <p:blipFill>
            <a:blip r:embed="rId6">
              <a:alphaModFix/>
            </a:blip>
            <a:stretch>
              <a:fillRect/>
            </a:stretch>
          </p:blipFill>
          <p:spPr>
            <a:xfrm>
              <a:off x="7160046" y="4318947"/>
              <a:ext cx="349694" cy="493895"/>
            </a:xfrm>
            <a:prstGeom prst="rect">
              <a:avLst/>
            </a:prstGeom>
            <a:noFill/>
            <a:ln>
              <a:noFill/>
            </a:ln>
          </p:spPr>
        </p:pic>
      </p:grpSp>
      <p:grpSp>
        <p:nvGrpSpPr>
          <p:cNvPr id="1077" name="Google Shape;1077;p82"/>
          <p:cNvGrpSpPr/>
          <p:nvPr/>
        </p:nvGrpSpPr>
        <p:grpSpPr>
          <a:xfrm>
            <a:off x="6558413" y="3399459"/>
            <a:ext cx="1987800" cy="1335913"/>
            <a:chOff x="6355800" y="2206093"/>
            <a:chExt cx="1987800" cy="1335913"/>
          </a:xfrm>
        </p:grpSpPr>
        <p:grpSp>
          <p:nvGrpSpPr>
            <p:cNvPr id="1078" name="Google Shape;1078;p82"/>
            <p:cNvGrpSpPr/>
            <p:nvPr/>
          </p:nvGrpSpPr>
          <p:grpSpPr>
            <a:xfrm>
              <a:off x="6355800" y="2719244"/>
              <a:ext cx="1987800" cy="308700"/>
              <a:chOff x="755000" y="1497675"/>
              <a:chExt cx="1987800" cy="308700"/>
            </a:xfrm>
          </p:grpSpPr>
          <p:grpSp>
            <p:nvGrpSpPr>
              <p:cNvPr id="1079" name="Google Shape;1079;p82"/>
              <p:cNvGrpSpPr/>
              <p:nvPr/>
            </p:nvGrpSpPr>
            <p:grpSpPr>
              <a:xfrm>
                <a:off x="755000" y="1497675"/>
                <a:ext cx="1987800" cy="247500"/>
                <a:chOff x="755000" y="1497675"/>
                <a:chExt cx="1987800" cy="247500"/>
              </a:xfrm>
            </p:grpSpPr>
            <p:cxnSp>
              <p:nvCxnSpPr>
                <p:cNvPr id="1080" name="Google Shape;1080;p82"/>
                <p:cNvCxnSpPr/>
                <p:nvPr/>
              </p:nvCxnSpPr>
              <p:spPr>
                <a:xfrm>
                  <a:off x="755000" y="1615356"/>
                  <a:ext cx="1987800" cy="0"/>
                </a:xfrm>
                <a:prstGeom prst="straightConnector1">
                  <a:avLst/>
                </a:prstGeom>
                <a:noFill/>
                <a:ln cap="flat" cmpd="sng" w="9525">
                  <a:solidFill>
                    <a:srgbClr val="808080"/>
                  </a:solidFill>
                  <a:prstDash val="solid"/>
                  <a:round/>
                  <a:headEnd len="med" w="med" type="none"/>
                  <a:tailEnd len="med" w="med" type="none"/>
                </a:ln>
              </p:spPr>
            </p:cxnSp>
            <p:cxnSp>
              <p:nvCxnSpPr>
                <p:cNvPr id="1081" name="Google Shape;1081;p82"/>
                <p:cNvCxnSpPr/>
                <p:nvPr/>
              </p:nvCxnSpPr>
              <p:spPr>
                <a:xfrm>
                  <a:off x="1202650" y="1497675"/>
                  <a:ext cx="0" cy="247500"/>
                </a:xfrm>
                <a:prstGeom prst="straightConnector1">
                  <a:avLst/>
                </a:prstGeom>
                <a:noFill/>
                <a:ln cap="flat" cmpd="sng" w="9525">
                  <a:solidFill>
                    <a:srgbClr val="808080"/>
                  </a:solidFill>
                  <a:prstDash val="solid"/>
                  <a:round/>
                  <a:headEnd len="med" w="med" type="none"/>
                  <a:tailEnd len="med" w="med" type="none"/>
                </a:ln>
              </p:spPr>
            </p:cxnSp>
            <p:cxnSp>
              <p:nvCxnSpPr>
                <p:cNvPr id="1082" name="Google Shape;1082;p82"/>
                <p:cNvCxnSpPr/>
                <p:nvPr/>
              </p:nvCxnSpPr>
              <p:spPr>
                <a:xfrm>
                  <a:off x="2269450" y="1497675"/>
                  <a:ext cx="0" cy="247500"/>
                </a:xfrm>
                <a:prstGeom prst="straightConnector1">
                  <a:avLst/>
                </a:prstGeom>
                <a:noFill/>
                <a:ln cap="flat" cmpd="sng" w="9525">
                  <a:solidFill>
                    <a:srgbClr val="808080"/>
                  </a:solidFill>
                  <a:prstDash val="solid"/>
                  <a:round/>
                  <a:headEnd len="med" w="med" type="none"/>
                  <a:tailEnd len="med" w="med" type="none"/>
                </a:ln>
              </p:spPr>
            </p:cxnSp>
          </p:grpSp>
          <p:cxnSp>
            <p:nvCxnSpPr>
              <p:cNvPr id="1083" name="Google Shape;1083;p82"/>
              <p:cNvCxnSpPr/>
              <p:nvPr/>
            </p:nvCxnSpPr>
            <p:spPr>
              <a:xfrm>
                <a:off x="1204475" y="1806375"/>
                <a:ext cx="1068300" cy="0"/>
              </a:xfrm>
              <a:prstGeom prst="straightConnector1">
                <a:avLst/>
              </a:prstGeom>
              <a:noFill/>
              <a:ln cap="flat" cmpd="sng" w="9525">
                <a:solidFill>
                  <a:srgbClr val="808080"/>
                </a:solidFill>
                <a:prstDash val="solid"/>
                <a:round/>
                <a:headEnd len="med" w="med" type="triangle"/>
                <a:tailEnd len="med" w="med" type="triangle"/>
              </a:ln>
            </p:spPr>
          </p:cxnSp>
        </p:grpSp>
        <p:sp>
          <p:nvSpPr>
            <p:cNvPr id="1084" name="Google Shape;1084;p82"/>
            <p:cNvSpPr txBox="1"/>
            <p:nvPr/>
          </p:nvSpPr>
          <p:spPr>
            <a:xfrm>
              <a:off x="6728625" y="2437075"/>
              <a:ext cx="143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1\ \frac{5}{6}&quot;&gt;&lt;mn&gt;1&lt;/mn&gt;&lt;mtext&gt;&lt;/mtext&gt;&lt;mfrac&gt;&lt;mn&gt;5&lt;/mn&gt;&lt;mn&gt;6&lt;/mn&gt;&lt;/mfrac&gt;&lt;/math&gt;" id="1085" name="Google Shape;1085;p82" title="1 five sixths"/>
            <p:cNvPicPr preferRelativeResize="0"/>
            <p:nvPr/>
          </p:nvPicPr>
          <p:blipFill>
            <a:blip r:embed="rId5">
              <a:alphaModFix/>
            </a:blip>
            <a:stretch>
              <a:fillRect/>
            </a:stretch>
          </p:blipFill>
          <p:spPr>
            <a:xfrm>
              <a:off x="7703213" y="2206093"/>
              <a:ext cx="331778" cy="493895"/>
            </a:xfrm>
            <a:prstGeom prst="rect">
              <a:avLst/>
            </a:prstGeom>
            <a:noFill/>
            <a:ln>
              <a:noFill/>
            </a:ln>
          </p:spPr>
        </p:pic>
        <p:pic>
          <p:nvPicPr>
            <p:cNvPr descr="&lt;math xmlns=&quot;http://www.w3.org/1998/Math/MathML&quot; display=&quot;block&quot; data-is-equatio=&quot;1&quot; data-latex=&quot;3\ \frac{3}{4}&quot;&gt;&lt;mn&gt;3&lt;/mn&gt;&lt;mtext&gt;&lt;/mtext&gt;&lt;mfrac&gt;&lt;mn&gt;3&lt;/mn&gt;&lt;mn&gt;4&lt;/mn&gt;&lt;/mfrac&gt;&lt;/math&gt;" id="1086" name="Google Shape;1086;p82" title="3 three fourths"/>
            <p:cNvPicPr preferRelativeResize="0"/>
            <p:nvPr/>
          </p:nvPicPr>
          <p:blipFill>
            <a:blip r:embed="rId6">
              <a:alphaModFix/>
            </a:blip>
            <a:stretch>
              <a:fillRect/>
            </a:stretch>
          </p:blipFill>
          <p:spPr>
            <a:xfrm>
              <a:off x="7160046" y="3048110"/>
              <a:ext cx="349694" cy="493895"/>
            </a:xfrm>
            <a:prstGeom prst="rect">
              <a:avLst/>
            </a:prstGeom>
            <a:noFill/>
            <a:ln>
              <a:noFill/>
            </a:ln>
          </p:spPr>
        </p:pic>
      </p:grpSp>
      <p:sp>
        <p:nvSpPr>
          <p:cNvPr id="1087" name="Google Shape;1087;p82"/>
          <p:cNvSpPr txBox="1"/>
          <p:nvPr/>
        </p:nvSpPr>
        <p:spPr>
          <a:xfrm>
            <a:off x="324000" y="751100"/>
            <a:ext cx="8237700" cy="426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2)  Find the missing value in each diagram.  Give your answer as a mixed number in </a:t>
            </a:r>
            <a:r>
              <a:rPr lang="en-GB" sz="2000">
                <a:latin typeface="Lexend"/>
                <a:ea typeface="Lexend"/>
                <a:cs typeface="Lexend"/>
                <a:sym typeface="Lexend"/>
              </a:rPr>
              <a:t>its simplest form.</a:t>
            </a:r>
            <a:endParaRPr sz="2000">
              <a:solidFill>
                <a:srgbClr val="000000"/>
              </a:solidFill>
              <a:latin typeface="Lexend"/>
              <a:ea typeface="Lexend"/>
              <a:cs typeface="Lexend"/>
              <a:sym typeface="Lexend"/>
            </a:endParaRPr>
          </a:p>
        </p:txBody>
      </p:sp>
      <p:grpSp>
        <p:nvGrpSpPr>
          <p:cNvPr id="1088" name="Google Shape;1088;p82"/>
          <p:cNvGrpSpPr/>
          <p:nvPr/>
        </p:nvGrpSpPr>
        <p:grpSpPr>
          <a:xfrm>
            <a:off x="785525" y="3429307"/>
            <a:ext cx="1965000" cy="1258550"/>
            <a:chOff x="696200" y="961474"/>
            <a:chExt cx="1965000" cy="1258550"/>
          </a:xfrm>
        </p:grpSpPr>
        <p:grpSp>
          <p:nvGrpSpPr>
            <p:cNvPr id="1089" name="Google Shape;1089;p82"/>
            <p:cNvGrpSpPr/>
            <p:nvPr/>
          </p:nvGrpSpPr>
          <p:grpSpPr>
            <a:xfrm>
              <a:off x="696200" y="1441825"/>
              <a:ext cx="1965000" cy="308700"/>
              <a:chOff x="777950" y="1497675"/>
              <a:chExt cx="1965000" cy="308700"/>
            </a:xfrm>
          </p:grpSpPr>
          <p:grpSp>
            <p:nvGrpSpPr>
              <p:cNvPr id="1090" name="Google Shape;1090;p82"/>
              <p:cNvGrpSpPr/>
              <p:nvPr/>
            </p:nvGrpSpPr>
            <p:grpSpPr>
              <a:xfrm>
                <a:off x="777950" y="1497675"/>
                <a:ext cx="1965000" cy="247500"/>
                <a:chOff x="777950" y="1497675"/>
                <a:chExt cx="1965000" cy="247500"/>
              </a:xfrm>
            </p:grpSpPr>
            <p:cxnSp>
              <p:nvCxnSpPr>
                <p:cNvPr id="1091" name="Google Shape;1091;p82"/>
                <p:cNvCxnSpPr/>
                <p:nvPr/>
              </p:nvCxnSpPr>
              <p:spPr>
                <a:xfrm>
                  <a:off x="777950" y="1615350"/>
                  <a:ext cx="1965000" cy="0"/>
                </a:xfrm>
                <a:prstGeom prst="straightConnector1">
                  <a:avLst/>
                </a:prstGeom>
                <a:noFill/>
                <a:ln cap="flat" cmpd="sng" w="9525">
                  <a:solidFill>
                    <a:srgbClr val="808080"/>
                  </a:solidFill>
                  <a:prstDash val="solid"/>
                  <a:round/>
                  <a:headEnd len="med" w="med" type="none"/>
                  <a:tailEnd len="med" w="med" type="none"/>
                </a:ln>
              </p:spPr>
            </p:cxnSp>
            <p:cxnSp>
              <p:nvCxnSpPr>
                <p:cNvPr id="1092" name="Google Shape;1092;p82"/>
                <p:cNvCxnSpPr/>
                <p:nvPr/>
              </p:nvCxnSpPr>
              <p:spPr>
                <a:xfrm>
                  <a:off x="1202650" y="1497675"/>
                  <a:ext cx="0" cy="247500"/>
                </a:xfrm>
                <a:prstGeom prst="straightConnector1">
                  <a:avLst/>
                </a:prstGeom>
                <a:noFill/>
                <a:ln cap="flat" cmpd="sng" w="9525">
                  <a:solidFill>
                    <a:srgbClr val="808080"/>
                  </a:solidFill>
                  <a:prstDash val="solid"/>
                  <a:round/>
                  <a:headEnd len="med" w="med" type="none"/>
                  <a:tailEnd len="med" w="med" type="none"/>
                </a:ln>
              </p:spPr>
            </p:cxnSp>
            <p:cxnSp>
              <p:nvCxnSpPr>
                <p:cNvPr id="1093" name="Google Shape;1093;p82"/>
                <p:cNvCxnSpPr/>
                <p:nvPr/>
              </p:nvCxnSpPr>
              <p:spPr>
                <a:xfrm>
                  <a:off x="2269450" y="1497675"/>
                  <a:ext cx="0" cy="247500"/>
                </a:xfrm>
                <a:prstGeom prst="straightConnector1">
                  <a:avLst/>
                </a:prstGeom>
                <a:noFill/>
                <a:ln cap="flat" cmpd="sng" w="9525">
                  <a:solidFill>
                    <a:srgbClr val="808080"/>
                  </a:solidFill>
                  <a:prstDash val="solid"/>
                  <a:round/>
                  <a:headEnd len="med" w="med" type="none"/>
                  <a:tailEnd len="med" w="med" type="none"/>
                </a:ln>
              </p:spPr>
            </p:cxnSp>
          </p:grpSp>
          <p:cxnSp>
            <p:nvCxnSpPr>
              <p:cNvPr id="1094" name="Google Shape;1094;p82"/>
              <p:cNvCxnSpPr/>
              <p:nvPr/>
            </p:nvCxnSpPr>
            <p:spPr>
              <a:xfrm>
                <a:off x="1204475" y="1806375"/>
                <a:ext cx="1068300" cy="0"/>
              </a:xfrm>
              <a:prstGeom prst="straightConnector1">
                <a:avLst/>
              </a:prstGeom>
              <a:noFill/>
              <a:ln cap="flat" cmpd="sng" w="9525">
                <a:solidFill>
                  <a:srgbClr val="808080"/>
                </a:solidFill>
                <a:prstDash val="solid"/>
                <a:round/>
                <a:headEnd len="med" w="med" type="triangle"/>
                <a:tailEnd len="med" w="med" type="triangle"/>
              </a:ln>
            </p:spPr>
          </p:cxnSp>
        </p:grpSp>
        <p:sp>
          <p:nvSpPr>
            <p:cNvPr id="1095" name="Google Shape;1095;p82"/>
            <p:cNvSpPr txBox="1"/>
            <p:nvPr/>
          </p:nvSpPr>
          <p:spPr>
            <a:xfrm>
              <a:off x="1072200" y="1147338"/>
              <a:ext cx="143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1\ \frac{2}{5}&quot;&gt;&lt;mn&gt;1&lt;/mn&gt;&lt;mtext&gt;&lt;/mtext&gt;&lt;mfrac&gt;&lt;mn&gt;2&lt;/mn&gt;&lt;mn&gt;5&lt;/mn&gt;&lt;/mfrac&gt;&lt;/math&gt;" id="1096" name="Google Shape;1096;p82" title="1 two fifths"/>
            <p:cNvPicPr preferRelativeResize="0"/>
            <p:nvPr/>
          </p:nvPicPr>
          <p:blipFill>
            <a:blip r:embed="rId7">
              <a:alphaModFix/>
            </a:blip>
            <a:stretch>
              <a:fillRect/>
            </a:stretch>
          </p:blipFill>
          <p:spPr>
            <a:xfrm>
              <a:off x="1536775" y="1775958"/>
              <a:ext cx="296044" cy="444066"/>
            </a:xfrm>
            <a:prstGeom prst="rect">
              <a:avLst/>
            </a:prstGeom>
            <a:noFill/>
            <a:ln>
              <a:noFill/>
            </a:ln>
          </p:spPr>
        </p:pic>
        <p:pic>
          <p:nvPicPr>
            <p:cNvPr descr="&lt;math xmlns=&quot;http://www.w3.org/1998/Math/MathML&quot; display=&quot;block&quot; data-is-equatio=&quot;1&quot; data-latex=&quot;3\ \frac{3}{8}&quot;&gt;&lt;mn&gt;3&lt;/mn&gt;&lt;mtext&gt;&lt;/mtext&gt;&lt;mfrac&gt;&lt;mn&gt;3&lt;/mn&gt;&lt;mn&gt;8&lt;/mn&gt;&lt;/mfrac&gt;&lt;/math&gt;" id="1097" name="Google Shape;1097;p82" title="3 three eighths"/>
            <p:cNvPicPr preferRelativeResize="0"/>
            <p:nvPr/>
          </p:nvPicPr>
          <p:blipFill>
            <a:blip r:embed="rId8">
              <a:alphaModFix/>
            </a:blip>
            <a:stretch>
              <a:fillRect/>
            </a:stretch>
          </p:blipFill>
          <p:spPr>
            <a:xfrm>
              <a:off x="2030674" y="961474"/>
              <a:ext cx="322359" cy="457223"/>
            </a:xfrm>
            <a:prstGeom prst="rect">
              <a:avLst/>
            </a:prstGeom>
            <a:noFill/>
            <a:ln>
              <a:noFill/>
            </a:ln>
          </p:spPr>
        </p:pic>
      </p:grpSp>
      <p:grpSp>
        <p:nvGrpSpPr>
          <p:cNvPr id="1098" name="Google Shape;1098;p82"/>
          <p:cNvGrpSpPr/>
          <p:nvPr/>
        </p:nvGrpSpPr>
        <p:grpSpPr>
          <a:xfrm>
            <a:off x="794975" y="1680649"/>
            <a:ext cx="1946100" cy="1245700"/>
            <a:chOff x="715350" y="2271399"/>
            <a:chExt cx="1946100" cy="1245700"/>
          </a:xfrm>
        </p:grpSpPr>
        <p:grpSp>
          <p:nvGrpSpPr>
            <p:cNvPr id="1099" name="Google Shape;1099;p82"/>
            <p:cNvGrpSpPr/>
            <p:nvPr/>
          </p:nvGrpSpPr>
          <p:grpSpPr>
            <a:xfrm>
              <a:off x="715350" y="2728631"/>
              <a:ext cx="1946100" cy="308700"/>
              <a:chOff x="797100" y="1497675"/>
              <a:chExt cx="1946100" cy="308700"/>
            </a:xfrm>
          </p:grpSpPr>
          <p:grpSp>
            <p:nvGrpSpPr>
              <p:cNvPr id="1100" name="Google Shape;1100;p82"/>
              <p:cNvGrpSpPr/>
              <p:nvPr/>
            </p:nvGrpSpPr>
            <p:grpSpPr>
              <a:xfrm>
                <a:off x="797100" y="1497675"/>
                <a:ext cx="1946100" cy="247500"/>
                <a:chOff x="797100" y="1497675"/>
                <a:chExt cx="1946100" cy="247500"/>
              </a:xfrm>
            </p:grpSpPr>
            <p:cxnSp>
              <p:nvCxnSpPr>
                <p:cNvPr id="1101" name="Google Shape;1101;p82"/>
                <p:cNvCxnSpPr/>
                <p:nvPr/>
              </p:nvCxnSpPr>
              <p:spPr>
                <a:xfrm>
                  <a:off x="797100" y="1615344"/>
                  <a:ext cx="1946100" cy="0"/>
                </a:xfrm>
                <a:prstGeom prst="straightConnector1">
                  <a:avLst/>
                </a:prstGeom>
                <a:noFill/>
                <a:ln cap="flat" cmpd="sng" w="9525">
                  <a:solidFill>
                    <a:srgbClr val="808080"/>
                  </a:solidFill>
                  <a:prstDash val="solid"/>
                  <a:round/>
                  <a:headEnd len="med" w="med" type="none"/>
                  <a:tailEnd len="med" w="med" type="none"/>
                </a:ln>
              </p:spPr>
            </p:cxnSp>
            <p:cxnSp>
              <p:nvCxnSpPr>
                <p:cNvPr id="1102" name="Google Shape;1102;p82"/>
                <p:cNvCxnSpPr/>
                <p:nvPr/>
              </p:nvCxnSpPr>
              <p:spPr>
                <a:xfrm>
                  <a:off x="1202650" y="1497675"/>
                  <a:ext cx="0" cy="247500"/>
                </a:xfrm>
                <a:prstGeom prst="straightConnector1">
                  <a:avLst/>
                </a:prstGeom>
                <a:noFill/>
                <a:ln cap="flat" cmpd="sng" w="9525">
                  <a:solidFill>
                    <a:srgbClr val="808080"/>
                  </a:solidFill>
                  <a:prstDash val="solid"/>
                  <a:round/>
                  <a:headEnd len="med" w="med" type="none"/>
                  <a:tailEnd len="med" w="med" type="none"/>
                </a:ln>
              </p:spPr>
            </p:cxnSp>
            <p:cxnSp>
              <p:nvCxnSpPr>
                <p:cNvPr id="1103" name="Google Shape;1103;p82"/>
                <p:cNvCxnSpPr/>
                <p:nvPr/>
              </p:nvCxnSpPr>
              <p:spPr>
                <a:xfrm>
                  <a:off x="2269450" y="1497675"/>
                  <a:ext cx="0" cy="247500"/>
                </a:xfrm>
                <a:prstGeom prst="straightConnector1">
                  <a:avLst/>
                </a:prstGeom>
                <a:noFill/>
                <a:ln cap="flat" cmpd="sng" w="9525">
                  <a:solidFill>
                    <a:srgbClr val="808080"/>
                  </a:solidFill>
                  <a:prstDash val="solid"/>
                  <a:round/>
                  <a:headEnd len="med" w="med" type="none"/>
                  <a:tailEnd len="med" w="med" type="none"/>
                </a:ln>
              </p:spPr>
            </p:cxnSp>
          </p:grpSp>
          <p:cxnSp>
            <p:nvCxnSpPr>
              <p:cNvPr id="1104" name="Google Shape;1104;p82"/>
              <p:cNvCxnSpPr/>
              <p:nvPr/>
            </p:nvCxnSpPr>
            <p:spPr>
              <a:xfrm>
                <a:off x="1204475" y="1806375"/>
                <a:ext cx="1068300" cy="0"/>
              </a:xfrm>
              <a:prstGeom prst="straightConnector1">
                <a:avLst/>
              </a:prstGeom>
              <a:noFill/>
              <a:ln cap="flat" cmpd="sng" w="9525">
                <a:solidFill>
                  <a:srgbClr val="808080"/>
                </a:solidFill>
                <a:prstDash val="solid"/>
                <a:round/>
                <a:headEnd len="med" w="med" type="triangle"/>
                <a:tailEnd len="med" w="med" type="triangle"/>
              </a:ln>
            </p:spPr>
          </p:cxnSp>
        </p:grpSp>
        <p:sp>
          <p:nvSpPr>
            <p:cNvPr id="1105" name="Google Shape;1105;p82"/>
            <p:cNvSpPr txBox="1"/>
            <p:nvPr/>
          </p:nvSpPr>
          <p:spPr>
            <a:xfrm>
              <a:off x="2120000" y="2441763"/>
              <a:ext cx="143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3\ \frac{3}{8}&quot;&gt;&lt;mn&gt;3&lt;/mn&gt;&lt;mtext&gt;&lt;/mtext&gt;&lt;mfrac&gt;&lt;mn&gt;3&lt;/mn&gt;&lt;mn&gt;8&lt;/mn&gt;&lt;/mfrac&gt;&lt;/math&gt;" id="1106" name="Google Shape;1106;p82" title="3 three eighths"/>
            <p:cNvPicPr preferRelativeResize="0"/>
            <p:nvPr/>
          </p:nvPicPr>
          <p:blipFill>
            <a:blip r:embed="rId8">
              <a:alphaModFix/>
            </a:blip>
            <a:stretch>
              <a:fillRect/>
            </a:stretch>
          </p:blipFill>
          <p:spPr>
            <a:xfrm>
              <a:off x="956987" y="2271399"/>
              <a:ext cx="322359" cy="457223"/>
            </a:xfrm>
            <a:prstGeom prst="rect">
              <a:avLst/>
            </a:prstGeom>
            <a:noFill/>
            <a:ln>
              <a:noFill/>
            </a:ln>
          </p:spPr>
        </p:pic>
        <p:pic>
          <p:nvPicPr>
            <p:cNvPr descr="&lt;math xmlns=&quot;http://www.w3.org/1998/Math/MathML&quot; display=&quot;block&quot; data-is-equatio=&quot;1&quot; data-latex=&quot;1\ \frac{2}{5}&quot;&gt;&lt;mn&gt;1&lt;/mn&gt;&lt;mtext&gt;&lt;/mtext&gt;&lt;mfrac&gt;&lt;mn&gt;2&lt;/mn&gt;&lt;mn&gt;5&lt;/mn&gt;&lt;/mfrac&gt;&lt;/math&gt;" id="1107" name="Google Shape;1107;p82" title="1 two fifths"/>
            <p:cNvPicPr preferRelativeResize="0"/>
            <p:nvPr/>
          </p:nvPicPr>
          <p:blipFill>
            <a:blip r:embed="rId7">
              <a:alphaModFix/>
            </a:blip>
            <a:stretch>
              <a:fillRect/>
            </a:stretch>
          </p:blipFill>
          <p:spPr>
            <a:xfrm>
              <a:off x="1536775" y="3073033"/>
              <a:ext cx="296044" cy="444066"/>
            </a:xfrm>
            <a:prstGeom prst="rect">
              <a:avLst/>
            </a:prstGeom>
            <a:noFill/>
            <a:ln>
              <a:noFill/>
            </a:ln>
          </p:spPr>
        </p:pic>
      </p:grpSp>
      <p:sp>
        <p:nvSpPr>
          <p:cNvPr id="1108" name="Google Shape;1108;p82"/>
          <p:cNvSpPr/>
          <p:nvPr/>
        </p:nvSpPr>
        <p:spPr>
          <a:xfrm>
            <a:off x="1991575" y="1456625"/>
            <a:ext cx="568500" cy="647400"/>
          </a:xfrm>
          <a:prstGeom prst="roundRect">
            <a:avLst>
              <a:gd fmla="val 16667" name="adj"/>
            </a:avLst>
          </a:prstGeom>
          <a:solidFill>
            <a:srgbClr val="F3EEFB"/>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frac{191}{40}=4\frac{31}{40}&quot;&gt;&lt;mfrac&gt;&lt;mn&gt;191&lt;/mn&gt;&lt;mn&gt;40&lt;/mn&gt;&lt;/mfrac&gt;&lt;mo&gt;=&lt;/mo&gt;&lt;mn&gt;4&lt;/mn&gt;&lt;mfrac&gt;&lt;mn&gt;31&lt;/mn&gt;&lt;mn&gt;40&lt;/mn&gt;&lt;/mfrac&gt;&lt;/math&gt;" id="1109" name="Google Shape;1109;p82" title="191 over 40 equals 4 and 31 over 40"/>
          <p:cNvPicPr preferRelativeResize="0"/>
          <p:nvPr/>
        </p:nvPicPr>
        <p:blipFill rotWithShape="1">
          <a:blip r:embed="rId9">
            <a:alphaModFix/>
          </a:blip>
          <a:srcRect b="0" l="59703" r="0" t="0"/>
          <a:stretch/>
        </p:blipFill>
        <p:spPr>
          <a:xfrm>
            <a:off x="2033676" y="1559183"/>
            <a:ext cx="428425" cy="466192"/>
          </a:xfrm>
          <a:prstGeom prst="rect">
            <a:avLst/>
          </a:prstGeom>
          <a:noFill/>
          <a:ln>
            <a:noFill/>
          </a:ln>
        </p:spPr>
      </p:pic>
      <p:sp>
        <p:nvSpPr>
          <p:cNvPr id="1110" name="Google Shape;1110;p82"/>
          <p:cNvSpPr/>
          <p:nvPr/>
        </p:nvSpPr>
        <p:spPr>
          <a:xfrm>
            <a:off x="7761763" y="1456625"/>
            <a:ext cx="568500" cy="647400"/>
          </a:xfrm>
          <a:prstGeom prst="roundRect">
            <a:avLst>
              <a:gd fmla="val 16667" name="adj"/>
            </a:avLst>
          </a:prstGeom>
          <a:solidFill>
            <a:srgbClr val="F3EEFB"/>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11" name="Google Shape;1111;p82"/>
          <p:cNvSpPr/>
          <p:nvPr/>
        </p:nvSpPr>
        <p:spPr>
          <a:xfrm>
            <a:off x="3734675" y="1456625"/>
            <a:ext cx="568500" cy="647400"/>
          </a:xfrm>
          <a:prstGeom prst="roundRect">
            <a:avLst>
              <a:gd fmla="val 16667" name="adj"/>
            </a:avLst>
          </a:prstGeom>
          <a:solidFill>
            <a:srgbClr val="F3EEFB"/>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12" name="Google Shape;1112;p82"/>
          <p:cNvSpPr/>
          <p:nvPr/>
        </p:nvSpPr>
        <p:spPr>
          <a:xfrm>
            <a:off x="934325" y="3237650"/>
            <a:ext cx="568500" cy="647400"/>
          </a:xfrm>
          <a:prstGeom prst="roundRect">
            <a:avLst>
              <a:gd fmla="val 16667" name="adj"/>
            </a:avLst>
          </a:prstGeom>
          <a:solidFill>
            <a:srgbClr val="F3EEFB"/>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13" name="Google Shape;1113;p82"/>
          <p:cNvSpPr/>
          <p:nvPr/>
        </p:nvSpPr>
        <p:spPr>
          <a:xfrm>
            <a:off x="6647213" y="3228402"/>
            <a:ext cx="993600" cy="647400"/>
          </a:xfrm>
          <a:prstGeom prst="roundRect">
            <a:avLst>
              <a:gd fmla="val 16667" name="adj"/>
            </a:avLst>
          </a:prstGeom>
          <a:solidFill>
            <a:srgbClr val="F3EEFB"/>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14" name="Google Shape;1114;p82"/>
          <p:cNvSpPr/>
          <p:nvPr/>
        </p:nvSpPr>
        <p:spPr>
          <a:xfrm>
            <a:off x="4792375" y="3230542"/>
            <a:ext cx="568500" cy="647400"/>
          </a:xfrm>
          <a:prstGeom prst="roundRect">
            <a:avLst>
              <a:gd fmla="val 16667" name="adj"/>
            </a:avLst>
          </a:prstGeom>
          <a:solidFill>
            <a:srgbClr val="F3EEFB"/>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frac{79}{40}=1\frac{39}{40}&quot;&gt;&lt;mfrac&gt;&lt;mn&gt;79&lt;/mn&gt;&lt;mn&gt;40&lt;/mn&gt;&lt;/mfrac&gt;&lt;mo&gt;=&lt;/mo&gt;&lt;mn&gt;1&lt;/mn&gt;&lt;mfrac&gt;&lt;mn&gt;39&lt;/mn&gt;&lt;mn&gt;40&lt;/mn&gt;&lt;/mfrac&gt;&lt;/math&gt;" id="1115" name="Google Shape;1115;p82" title="79 over 40 equals 1 and 39 over 40"/>
          <p:cNvPicPr preferRelativeResize="0"/>
          <p:nvPr/>
        </p:nvPicPr>
        <p:blipFill rotWithShape="1">
          <a:blip r:embed="rId10">
            <a:alphaModFix/>
          </a:blip>
          <a:srcRect b="0" l="55179" r="0" t="0"/>
          <a:stretch/>
        </p:blipFill>
        <p:spPr>
          <a:xfrm>
            <a:off x="1009031" y="3353100"/>
            <a:ext cx="382575" cy="419275"/>
          </a:xfrm>
          <a:prstGeom prst="rect">
            <a:avLst/>
          </a:prstGeom>
          <a:noFill/>
          <a:ln>
            <a:noFill/>
          </a:ln>
        </p:spPr>
      </p:pic>
      <p:pic>
        <p:nvPicPr>
          <p:cNvPr descr="&lt;math xmlns=&quot;http://www.w3.org/1998/Math/MathML&quot; display=&quot;block&quot; data-is-equatio=&quot;1&quot; data-latex=&quot;\left(-\frac{23}{12}\right)=\left(-1\ \frac{11}{12}\right)&quot;&gt;&lt;mrow data-mjx-texclass=&quot;INNER&quot;&gt;&lt;mo data-mjx-texclass=&quot;OPEN&quot;&gt;(&lt;/mo&gt;&lt;mo&gt;−&lt;/mo&gt;&lt;mfrac&gt;&lt;mn&gt;23&lt;/mn&gt;&lt;mn&gt;12&lt;/mn&gt;&lt;/mfrac&gt;&lt;mo data-mjx-texclass=&quot;CLOSE&quot;&gt;)&lt;/mo&gt;&lt;/mrow&gt;&lt;mo&gt;=&lt;/mo&gt;&lt;mrow data-mjx-texclass=&quot;INNER&quot;&gt;&lt;mo data-mjx-texclass=&quot;OPEN&quot;&gt;(&lt;/mo&gt;&lt;mo&gt;−&lt;/mo&gt;&lt;mn&gt;1&lt;/mn&gt;&lt;mtext&gt;&lt;/mtext&gt;&lt;mfrac&gt;&lt;mn&gt;11&lt;/mn&gt;&lt;mn&gt;12&lt;/mn&gt;&lt;/mfrac&gt;&lt;mo data-mjx-texclass=&quot;CLOSE&quot;&gt;)&lt;/mo&gt;&lt;/mrow&gt;&lt;/math&gt;" id="1116" name="Google Shape;1116;p82" title="open paren negative 23 over 12 close paren equals open paren negative 1 11 over 12 close paren"/>
          <p:cNvPicPr preferRelativeResize="0"/>
          <p:nvPr/>
        </p:nvPicPr>
        <p:blipFill rotWithShape="1">
          <a:blip r:embed="rId11">
            <a:alphaModFix/>
          </a:blip>
          <a:srcRect b="0" l="50350" r="0" t="0"/>
          <a:stretch/>
        </p:blipFill>
        <p:spPr>
          <a:xfrm>
            <a:off x="6717227" y="3309402"/>
            <a:ext cx="853549" cy="488175"/>
          </a:xfrm>
          <a:prstGeom prst="rect">
            <a:avLst/>
          </a:prstGeom>
          <a:noFill/>
          <a:ln>
            <a:noFill/>
          </a:ln>
        </p:spPr>
      </p:pic>
      <p:pic>
        <p:nvPicPr>
          <p:cNvPr descr="&lt;math xmlns=&quot;http://www.w3.org/1998/Math/MathML&quot; display=&quot;block&quot; data-is-equatio=&quot;1&quot; data-latex=&quot;\frac{67}{12}=5\ \frac{7}{12}&quot;&gt;&lt;mfrac&gt;&lt;mn&gt;67&lt;/mn&gt;&lt;mn&gt;12&lt;/mn&gt;&lt;/mfrac&gt;&lt;mo&gt;=&lt;/mo&gt;&lt;mn&gt;5&lt;/mn&gt;&lt;mtext&gt;&lt;/mtext&gt;&lt;mfrac&gt;&lt;mn&gt;7&lt;/mn&gt;&lt;mn&gt;12&lt;/mn&gt;&lt;/mfrac&gt;&lt;/math&gt;" id="1117" name="Google Shape;1117;p82" title="67 over 12 equals 5 7 over 12"/>
          <p:cNvPicPr preferRelativeResize="0"/>
          <p:nvPr/>
        </p:nvPicPr>
        <p:blipFill rotWithShape="1">
          <a:blip r:embed="rId12">
            <a:alphaModFix/>
          </a:blip>
          <a:srcRect b="-10" l="51996" r="0" t="0"/>
          <a:stretch/>
        </p:blipFill>
        <p:spPr>
          <a:xfrm>
            <a:off x="4810895" y="3311909"/>
            <a:ext cx="506050" cy="484670"/>
          </a:xfrm>
          <a:prstGeom prst="rect">
            <a:avLst/>
          </a:prstGeom>
          <a:noFill/>
          <a:ln>
            <a:noFill/>
          </a:ln>
        </p:spPr>
      </p:pic>
      <p:pic>
        <p:nvPicPr>
          <p:cNvPr descr="&lt;math xmlns=&quot;http://www.w3.org/1998/Math/MathML&quot; display=&quot;block&quot; data-is-equatio=&quot;1&quot; data-latex=&quot;\frac{3}{4}&quot;&gt;&lt;mfrac&gt;&lt;mn&gt;3&lt;/mn&gt;&lt;mn&gt;4&lt;/mn&gt;&lt;/mfrac&gt;&lt;/math&gt;" id="1118" name="Google Shape;1118;p82" title="three fourths"/>
          <p:cNvPicPr preferRelativeResize="0"/>
          <p:nvPr/>
        </p:nvPicPr>
        <p:blipFill>
          <a:blip r:embed="rId13">
            <a:alphaModFix/>
          </a:blip>
          <a:stretch>
            <a:fillRect/>
          </a:stretch>
        </p:blipFill>
        <p:spPr>
          <a:xfrm>
            <a:off x="3942314" y="1536239"/>
            <a:ext cx="153217" cy="488175"/>
          </a:xfrm>
          <a:prstGeom prst="rect">
            <a:avLst/>
          </a:prstGeom>
          <a:noFill/>
          <a:ln>
            <a:noFill/>
          </a:ln>
        </p:spPr>
      </p:pic>
      <p:pic>
        <p:nvPicPr>
          <p:cNvPr descr="&lt;math xmlns=&quot;http://www.w3.org/1998/Math/MathML&quot; display=&quot;block&quot; data-is-equatio=&quot;1&quot; data-latex=&quot;\frac{49}{12}=4\ \frac{1}{12}&quot;&gt;&lt;mfrac&gt;&lt;mn&gt;49&lt;/mn&gt;&lt;mn&gt;12&lt;/mn&gt;&lt;/mfrac&gt;&lt;mo&gt;=&lt;/mo&gt;&lt;mn&gt;4&lt;/mn&gt;&lt;mtext&gt;&lt;/mtext&gt;&lt;mfrac&gt;&lt;mn&gt;1&lt;/mn&gt;&lt;mn&gt;12&lt;/mn&gt;&lt;/mfrac&gt;&lt;/math&gt;" id="1119" name="Google Shape;1119;p82" title="49 over 12 equals 4 1 over 12"/>
          <p:cNvPicPr preferRelativeResize="0"/>
          <p:nvPr/>
        </p:nvPicPr>
        <p:blipFill rotWithShape="1">
          <a:blip r:embed="rId14">
            <a:alphaModFix/>
          </a:blip>
          <a:srcRect b="0" l="52157" r="0" t="0"/>
          <a:stretch/>
        </p:blipFill>
        <p:spPr>
          <a:xfrm>
            <a:off x="7792948" y="1536250"/>
            <a:ext cx="506040" cy="488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p8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3)  Find the missing digits:</a:t>
            </a:r>
            <a:endParaRPr/>
          </a:p>
          <a:p>
            <a:pPr indent="0" lvl="0" marL="0" rtl="0" algn="l">
              <a:spcBef>
                <a:spcPts val="1000"/>
              </a:spcBef>
              <a:spcAft>
                <a:spcPts val="0"/>
              </a:spcAft>
              <a:buNone/>
            </a:pPr>
            <a:r>
              <a:rPr lang="en-GB"/>
              <a:t>a)</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GB"/>
              <a:t>b)</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GB"/>
              <a:t>c)</a:t>
            </a:r>
            <a:endParaRPr/>
          </a:p>
        </p:txBody>
      </p:sp>
      <p:sp>
        <p:nvSpPr>
          <p:cNvPr id="1125" name="Google Shape;1125;p8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Addition and subtraction involving mixed numbers</a:t>
            </a:r>
            <a:endParaRPr/>
          </a:p>
          <a:p>
            <a:pPr indent="0" lvl="0" marL="0" rtl="0" algn="l">
              <a:spcBef>
                <a:spcPts val="1000"/>
              </a:spcBef>
              <a:spcAft>
                <a:spcPts val="1000"/>
              </a:spcAft>
              <a:buClr>
                <a:schemeClr val="dk1"/>
              </a:buClr>
              <a:buSzPts val="1100"/>
              <a:buFont typeface="Arial"/>
              <a:buNone/>
            </a:pPr>
            <a:r>
              <a:t/>
            </a:r>
            <a:endParaRPr/>
          </a:p>
        </p:txBody>
      </p:sp>
      <p:pic>
        <p:nvPicPr>
          <p:cNvPr descr="&lt;math xmlns=&quot;http://www.w3.org/1998/Math/MathML&quot; display=&quot;block&quot; data-is-equatio=&quot;1&quot; data-latex=&quot;1\ \frac{5}{6}+2\ \frac{3}{4}=\ 4\ \frac{7}{12}&quot;&gt;&lt;mn&gt;1&lt;/mn&gt;&lt;mtext&gt;&lt;/mtext&gt;&lt;mfrac&gt;&lt;mn&gt;5&lt;/mn&gt;&lt;mn&gt;6&lt;/mn&gt;&lt;/mfrac&gt;&lt;mo&gt;+&lt;/mo&gt;&lt;mn&gt;2&lt;/mn&gt;&lt;mtext&gt;&lt;/mtext&gt;&lt;mfrac&gt;&lt;mn&gt;3&lt;/mn&gt;&lt;mn&gt;4&lt;/mn&gt;&lt;/mfrac&gt;&lt;mo&gt;=&lt;/mo&gt;&lt;mtext&gt;&lt;/mtext&gt;&lt;mn&gt;4&lt;/mn&gt;&lt;mtext&gt;&lt;/mtext&gt;&lt;mfrac&gt;&lt;mn&gt;7&lt;/mn&gt;&lt;mn&gt;12&lt;/mn&gt;&lt;/mfrac&gt;&lt;/math&gt;" id="1126" name="Google Shape;1126;p83" title="1 five sixths plus 2 three fourths equals 4 7 over 12"/>
          <p:cNvPicPr preferRelativeResize="0"/>
          <p:nvPr/>
        </p:nvPicPr>
        <p:blipFill>
          <a:blip r:embed="rId3">
            <a:alphaModFix/>
          </a:blip>
          <a:stretch>
            <a:fillRect/>
          </a:stretch>
        </p:blipFill>
        <p:spPr>
          <a:xfrm>
            <a:off x="786993" y="3274286"/>
            <a:ext cx="2159682" cy="581787"/>
          </a:xfrm>
          <a:prstGeom prst="rect">
            <a:avLst/>
          </a:prstGeom>
          <a:noFill/>
          <a:ln>
            <a:noFill/>
          </a:ln>
        </p:spPr>
      </p:pic>
      <p:pic>
        <p:nvPicPr>
          <p:cNvPr descr="&lt;math xmlns=&quot;http://www.w3.org/1998/Math/MathML&quot; display=&quot;block&quot; data-is-equatio=&quot;1&quot; data-latex=&quot;2\ \frac{2}{9}-1\ \frac{1}{6}=\ 1\ \frac{1}{18}&quot;&gt;&lt;mn&gt;2&lt;/mn&gt;&lt;mtext&gt;&lt;/mtext&gt;&lt;mfrac&gt;&lt;mn&gt;2&lt;/mn&gt;&lt;mn&gt;9&lt;/mn&gt;&lt;/mfrac&gt;&lt;mo&gt;−&lt;/mo&gt;&lt;mn&gt;1&lt;/mn&gt;&lt;mtext&gt;&lt;/mtext&gt;&lt;mfrac&gt;&lt;mn&gt;1&lt;/mn&gt;&lt;mn&gt;6&lt;/mn&gt;&lt;/mfrac&gt;&lt;mo&gt;=&lt;/mo&gt;&lt;mtext&gt;&lt;/mtext&gt;&lt;mn&gt;1&lt;/mn&gt;&lt;mtext&gt;&lt;/mtext&gt;&lt;mfrac&gt;&lt;mn&gt;1&lt;/mn&gt;&lt;mn&gt;18&lt;/mn&gt;&lt;/mfrac&gt;&lt;/math&gt;" id="1127" name="Google Shape;1127;p83" title="2 two ninths minus 1 one sixth equals 1 1 over 18"/>
          <p:cNvPicPr preferRelativeResize="0"/>
          <p:nvPr/>
        </p:nvPicPr>
        <p:blipFill>
          <a:blip r:embed="rId4">
            <a:alphaModFix/>
          </a:blip>
          <a:stretch>
            <a:fillRect/>
          </a:stretch>
        </p:blipFill>
        <p:spPr>
          <a:xfrm>
            <a:off x="786993" y="2257382"/>
            <a:ext cx="2230203" cy="595010"/>
          </a:xfrm>
          <a:prstGeom prst="rect">
            <a:avLst/>
          </a:prstGeom>
          <a:noFill/>
          <a:ln>
            <a:noFill/>
          </a:ln>
        </p:spPr>
      </p:pic>
      <p:pic>
        <p:nvPicPr>
          <p:cNvPr descr="&lt;math xmlns=&quot;http://www.w3.org/1998/Math/MathML&quot; display=&quot;block&quot; data-is-equatio=&quot;1&quot; data-latex=&quot;1\ \frac{2}{7}+2\ \frac{2}{3}=\ 3\ \frac{20}{21}&quot;&gt;&lt;mn&gt;1&lt;/mn&gt;&lt;mtext&gt;&lt;/mtext&gt;&lt;mfrac&gt;&lt;mn&gt;2&lt;/mn&gt;&lt;mn&gt;7&lt;/mn&gt;&lt;/mfrac&gt;&lt;mo&gt;+&lt;/mo&gt;&lt;mn&gt;2&lt;/mn&gt;&lt;mtext&gt;&lt;/mtext&gt;&lt;mfrac&gt;&lt;mn&gt;2&lt;/mn&gt;&lt;mn&gt;3&lt;/mn&gt;&lt;/mfrac&gt;&lt;mo&gt;=&lt;/mo&gt;&lt;mtext&gt;&lt;/mtext&gt;&lt;mn&gt;3&lt;/mn&gt;&lt;mtext&gt;&lt;/mtext&gt;&lt;mfrac&gt;&lt;mn&gt;20&lt;/mn&gt;&lt;mn&gt;21&lt;/mn&gt;&lt;/mfrac&gt;&lt;/math&gt;" id="1128" name="Google Shape;1128;p83" title="1 two sevenths plus 2 two thirds equals 3 20 over 21"/>
          <p:cNvPicPr preferRelativeResize="0"/>
          <p:nvPr/>
        </p:nvPicPr>
        <p:blipFill>
          <a:blip r:embed="rId5">
            <a:alphaModFix/>
          </a:blip>
          <a:stretch>
            <a:fillRect/>
          </a:stretch>
        </p:blipFill>
        <p:spPr>
          <a:xfrm>
            <a:off x="786993" y="1222849"/>
            <a:ext cx="2283093" cy="612640"/>
          </a:xfrm>
          <a:prstGeom prst="rect">
            <a:avLst/>
          </a:prstGeom>
          <a:noFill/>
          <a:ln>
            <a:noFill/>
          </a:ln>
        </p:spPr>
      </p:pic>
      <p:sp>
        <p:nvSpPr>
          <p:cNvPr id="1129" name="Google Shape;1129;p83"/>
          <p:cNvSpPr/>
          <p:nvPr/>
        </p:nvSpPr>
        <p:spPr>
          <a:xfrm>
            <a:off x="1777338" y="1114250"/>
            <a:ext cx="302400" cy="396900"/>
          </a:xfrm>
          <a:prstGeom prst="rect">
            <a:avLst/>
          </a:prstGeom>
          <a:no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30" name="Google Shape;1130;p83"/>
          <p:cNvSpPr/>
          <p:nvPr/>
        </p:nvSpPr>
        <p:spPr>
          <a:xfrm>
            <a:off x="1750888" y="2113950"/>
            <a:ext cx="302400" cy="396900"/>
          </a:xfrm>
          <a:prstGeom prst="rect">
            <a:avLst/>
          </a:prstGeom>
          <a:no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31" name="Google Shape;1131;p83"/>
          <p:cNvSpPr/>
          <p:nvPr/>
        </p:nvSpPr>
        <p:spPr>
          <a:xfrm>
            <a:off x="963125" y="3141400"/>
            <a:ext cx="302400" cy="396900"/>
          </a:xfrm>
          <a:prstGeom prst="rect">
            <a:avLst/>
          </a:prstGeom>
          <a:no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5" name="Shape 1135"/>
        <p:cNvGrpSpPr/>
        <p:nvPr/>
      </p:nvGrpSpPr>
      <p:grpSpPr>
        <a:xfrm>
          <a:off x="0" y="0"/>
          <a:ext cx="0" cy="0"/>
          <a:chOff x="0" y="0"/>
          <a:chExt cx="0" cy="0"/>
        </a:xfrm>
      </p:grpSpPr>
      <p:sp>
        <p:nvSpPr>
          <p:cNvPr id="1136" name="Google Shape;1136;p84"/>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Addition and subtraction involving mixed numbers</a:t>
            </a:r>
            <a:endParaRPr/>
          </a:p>
        </p:txBody>
      </p:sp>
      <p:sp>
        <p:nvSpPr>
          <p:cNvPr id="1137" name="Google Shape;1137;p84"/>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Efficient calculation strategies</a:t>
            </a:r>
            <a:endParaRPr/>
          </a:p>
        </p:txBody>
      </p:sp>
      <p:sp>
        <p:nvSpPr>
          <p:cNvPr id="1138" name="Google Shape;1138;p84"/>
          <p:cNvSpPr txBox="1"/>
          <p:nvPr>
            <p:ph idx="3" type="title"/>
          </p:nvPr>
        </p:nvSpPr>
        <p:spPr>
          <a:xfrm>
            <a:off x="324000" y="657600"/>
            <a:ext cx="7544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Securing understanding of addition and subtraction with fractions</a:t>
            </a:r>
            <a:endParaRPr/>
          </a:p>
        </p:txBody>
      </p:sp>
      <p:pic>
        <p:nvPicPr>
          <p:cNvPr id="1139" name="Google Shape;1139;p84"/>
          <p:cNvPicPr preferRelativeResize="0"/>
          <p:nvPr/>
        </p:nvPicPr>
        <p:blipFill>
          <a:blip r:embed="rId3">
            <a:alphaModFix/>
          </a:blip>
          <a:stretch>
            <a:fillRect/>
          </a:stretch>
        </p:blipFill>
        <p:spPr>
          <a:xfrm>
            <a:off x="421050" y="2988375"/>
            <a:ext cx="450575" cy="4467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3" name="Shape 1143"/>
        <p:cNvGrpSpPr/>
        <p:nvPr/>
      </p:nvGrpSpPr>
      <p:grpSpPr>
        <a:xfrm>
          <a:off x="0" y="0"/>
          <a:ext cx="0" cy="0"/>
          <a:chOff x="0" y="0"/>
          <a:chExt cx="0" cy="0"/>
        </a:xfrm>
      </p:grpSpPr>
      <p:sp>
        <p:nvSpPr>
          <p:cNvPr id="1144" name="Google Shape;1144;p8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Efficient calculation strategies</a:t>
            </a:r>
            <a:endParaRPr/>
          </a:p>
        </p:txBody>
      </p:sp>
      <p:sp>
        <p:nvSpPr>
          <p:cNvPr id="1145" name="Google Shape;1145;p85"/>
          <p:cNvSpPr txBox="1"/>
          <p:nvPr>
            <p:ph idx="1" type="body"/>
          </p:nvPr>
        </p:nvSpPr>
        <p:spPr>
          <a:xfrm>
            <a:off x="324000" y="759300"/>
            <a:ext cx="8237700" cy="44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How long did they spend on homework in total?</a:t>
            </a:r>
            <a:endParaRPr/>
          </a:p>
        </p:txBody>
      </p:sp>
      <p:pic>
        <p:nvPicPr>
          <p:cNvPr id="1146" name="Google Shape;1146;p85"/>
          <p:cNvPicPr preferRelativeResize="0"/>
          <p:nvPr/>
        </p:nvPicPr>
        <p:blipFill>
          <a:blip r:embed="rId3">
            <a:alphaModFix/>
          </a:blip>
          <a:stretch>
            <a:fillRect/>
          </a:stretch>
        </p:blipFill>
        <p:spPr>
          <a:xfrm>
            <a:off x="7461412" y="1822824"/>
            <a:ext cx="788350" cy="1016564"/>
          </a:xfrm>
          <a:prstGeom prst="rect">
            <a:avLst/>
          </a:prstGeom>
          <a:noFill/>
          <a:ln>
            <a:noFill/>
          </a:ln>
        </p:spPr>
      </p:pic>
      <p:sp>
        <p:nvSpPr>
          <p:cNvPr id="1147" name="Google Shape;1147;p85"/>
          <p:cNvSpPr txBox="1"/>
          <p:nvPr/>
        </p:nvSpPr>
        <p:spPr>
          <a:xfrm>
            <a:off x="7374075" y="2873525"/>
            <a:ext cx="963000" cy="242700"/>
          </a:xfrm>
          <a:prstGeom prst="rect">
            <a:avLst/>
          </a:prstGeom>
          <a:noFill/>
          <a:ln>
            <a:noFill/>
          </a:ln>
        </p:spPr>
        <p:txBody>
          <a:bodyPr anchorCtr="0" anchor="ctr" bIns="0" lIns="0" spcFirstLastPara="1" rIns="1800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Andeep</a:t>
            </a:r>
            <a:endParaRPr b="1" sz="1800">
              <a:latin typeface="Lexend"/>
              <a:ea typeface="Lexend"/>
              <a:cs typeface="Lexend"/>
              <a:sym typeface="Lexend"/>
            </a:endParaRPr>
          </a:p>
        </p:txBody>
      </p:sp>
      <p:sp>
        <p:nvSpPr>
          <p:cNvPr id="1148" name="Google Shape;1148;p85"/>
          <p:cNvSpPr txBox="1"/>
          <p:nvPr/>
        </p:nvSpPr>
        <p:spPr>
          <a:xfrm>
            <a:off x="486800" y="2873525"/>
            <a:ext cx="788400" cy="242700"/>
          </a:xfrm>
          <a:prstGeom prst="rect">
            <a:avLst/>
          </a:prstGeom>
          <a:noFill/>
          <a:ln>
            <a:noFill/>
          </a:ln>
        </p:spPr>
        <p:txBody>
          <a:bodyPr anchorCtr="0" anchor="ctr" bIns="0" lIns="0" spcFirstLastPara="1" rIns="1800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Laura</a:t>
            </a:r>
            <a:endParaRPr b="1" sz="1800">
              <a:latin typeface="Lexend"/>
              <a:ea typeface="Lexend"/>
              <a:cs typeface="Lexend"/>
              <a:sym typeface="Lexend"/>
            </a:endParaRPr>
          </a:p>
        </p:txBody>
      </p:sp>
      <p:pic>
        <p:nvPicPr>
          <p:cNvPr id="1149" name="Google Shape;1149;p85"/>
          <p:cNvPicPr preferRelativeResize="0"/>
          <p:nvPr/>
        </p:nvPicPr>
        <p:blipFill>
          <a:blip r:embed="rId4">
            <a:alphaModFix/>
          </a:blip>
          <a:stretch>
            <a:fillRect/>
          </a:stretch>
        </p:blipFill>
        <p:spPr>
          <a:xfrm>
            <a:off x="477127" y="1802152"/>
            <a:ext cx="807750" cy="1057915"/>
          </a:xfrm>
          <a:prstGeom prst="rect">
            <a:avLst/>
          </a:prstGeom>
          <a:noFill/>
          <a:ln>
            <a:noFill/>
          </a:ln>
        </p:spPr>
      </p:pic>
      <p:grpSp>
        <p:nvGrpSpPr>
          <p:cNvPr id="1150" name="Google Shape;1150;p85"/>
          <p:cNvGrpSpPr/>
          <p:nvPr/>
        </p:nvGrpSpPr>
        <p:grpSpPr>
          <a:xfrm>
            <a:off x="1302898" y="1105975"/>
            <a:ext cx="1955251" cy="1316250"/>
            <a:chOff x="1302898" y="2782375"/>
            <a:chExt cx="1955251" cy="1316250"/>
          </a:xfrm>
        </p:grpSpPr>
        <p:pic>
          <p:nvPicPr>
            <p:cNvPr id="1151" name="Google Shape;1151;p85"/>
            <p:cNvPicPr preferRelativeResize="0"/>
            <p:nvPr/>
          </p:nvPicPr>
          <p:blipFill rotWithShape="1">
            <a:blip r:embed="rId5">
              <a:alphaModFix/>
            </a:blip>
            <a:srcRect b="0" l="0" r="69082" t="56280"/>
            <a:stretch/>
          </p:blipFill>
          <p:spPr>
            <a:xfrm flipH="1">
              <a:off x="1302898" y="2782375"/>
              <a:ext cx="1955251" cy="1316250"/>
            </a:xfrm>
            <a:prstGeom prst="rect">
              <a:avLst/>
            </a:prstGeom>
            <a:noFill/>
            <a:ln>
              <a:noFill/>
            </a:ln>
          </p:spPr>
        </p:pic>
        <p:sp>
          <p:nvSpPr>
            <p:cNvPr id="1152" name="Google Shape;1152;p85"/>
            <p:cNvSpPr txBox="1"/>
            <p:nvPr/>
          </p:nvSpPr>
          <p:spPr>
            <a:xfrm>
              <a:off x="1424625" y="2960875"/>
              <a:ext cx="1457700" cy="77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latin typeface="Lexend"/>
                  <a:ea typeface="Lexend"/>
                  <a:cs typeface="Lexend"/>
                  <a:sym typeface="Lexend"/>
                </a:rPr>
                <a:t>I spent        hours </a:t>
              </a:r>
              <a:endParaRPr sz="2200">
                <a:latin typeface="Lexend"/>
                <a:ea typeface="Lexend"/>
                <a:cs typeface="Lexend"/>
                <a:sym typeface="Lexend"/>
              </a:endParaRPr>
            </a:p>
          </p:txBody>
        </p:sp>
        <p:pic>
          <p:nvPicPr>
            <p:cNvPr descr="&lt;math xmlns=&quot;http://www.w3.org/1998/Math/MathML&quot; display=&quot;block&quot; data-is-equatio=&quot;1&quot; data-latex=&quot;2\ \frac{3}{4}&quot;&gt;&lt;mn&gt;2&lt;/mn&gt;&lt;mtext&gt;&lt;/mtext&gt;&lt;mfrac&gt;&lt;mn&gt;3&lt;/mn&gt;&lt;mn&gt;4&lt;/mn&gt;&lt;/mfrac&gt;&lt;/math&gt;" id="1153" name="Google Shape;1153;p85" title="2 three fourths"/>
            <p:cNvPicPr preferRelativeResize="0"/>
            <p:nvPr/>
          </p:nvPicPr>
          <p:blipFill>
            <a:blip r:embed="rId6">
              <a:alphaModFix/>
            </a:blip>
            <a:stretch>
              <a:fillRect/>
            </a:stretch>
          </p:blipFill>
          <p:spPr>
            <a:xfrm>
              <a:off x="2590948" y="2982075"/>
              <a:ext cx="403258" cy="563749"/>
            </a:xfrm>
            <a:prstGeom prst="rect">
              <a:avLst/>
            </a:prstGeom>
            <a:noFill/>
            <a:ln>
              <a:noFill/>
            </a:ln>
          </p:spPr>
        </p:pic>
      </p:grpSp>
      <p:grpSp>
        <p:nvGrpSpPr>
          <p:cNvPr id="1154" name="Google Shape;1154;p85"/>
          <p:cNvGrpSpPr/>
          <p:nvPr/>
        </p:nvGrpSpPr>
        <p:grpSpPr>
          <a:xfrm>
            <a:off x="5495548" y="1130725"/>
            <a:ext cx="1955251" cy="1316250"/>
            <a:chOff x="3619398" y="3239575"/>
            <a:chExt cx="1955251" cy="1316250"/>
          </a:xfrm>
        </p:grpSpPr>
        <p:pic>
          <p:nvPicPr>
            <p:cNvPr id="1155" name="Google Shape;1155;p85"/>
            <p:cNvPicPr preferRelativeResize="0"/>
            <p:nvPr/>
          </p:nvPicPr>
          <p:blipFill rotWithShape="1">
            <a:blip r:embed="rId5">
              <a:alphaModFix/>
            </a:blip>
            <a:srcRect b="0" l="0" r="69082" t="56280"/>
            <a:stretch/>
          </p:blipFill>
          <p:spPr>
            <a:xfrm>
              <a:off x="3619398" y="3239575"/>
              <a:ext cx="1955251" cy="1316250"/>
            </a:xfrm>
            <a:prstGeom prst="rect">
              <a:avLst/>
            </a:prstGeom>
            <a:noFill/>
            <a:ln>
              <a:noFill/>
            </a:ln>
          </p:spPr>
        </p:pic>
        <p:sp>
          <p:nvSpPr>
            <p:cNvPr id="1156" name="Google Shape;1156;p85"/>
            <p:cNvSpPr txBox="1"/>
            <p:nvPr/>
          </p:nvSpPr>
          <p:spPr>
            <a:xfrm>
              <a:off x="3664925" y="3418075"/>
              <a:ext cx="1457700" cy="77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latin typeface="Lexend"/>
                  <a:ea typeface="Lexend"/>
                  <a:cs typeface="Lexend"/>
                  <a:sym typeface="Lexend"/>
                </a:rPr>
                <a:t>I spent       hours</a:t>
              </a:r>
              <a:endParaRPr sz="2200">
                <a:latin typeface="Lexend"/>
                <a:ea typeface="Lexend"/>
                <a:cs typeface="Lexend"/>
                <a:sym typeface="Lexend"/>
              </a:endParaRPr>
            </a:p>
          </p:txBody>
        </p:sp>
        <p:pic>
          <p:nvPicPr>
            <p:cNvPr descr="&lt;math xmlns=&quot;http://www.w3.org/1998/Math/MathML&quot; display=&quot;block&quot; data-is-equatio=&quot;1&quot; data-latex=&quot;3\ \frac{5}{12}&quot;&gt;&lt;mn&gt;3&lt;/mn&gt;&lt;mtext&gt;&lt;/mtext&gt;&lt;mfrac&gt;&lt;mn&gt;5&lt;/mn&gt;&lt;mn&gt;12&lt;/mn&gt;&lt;/mfrac&gt;&lt;/math&gt;" id="1157" name="Google Shape;1157;p85" title="3 5 over 12"/>
            <p:cNvPicPr preferRelativeResize="0"/>
            <p:nvPr/>
          </p:nvPicPr>
          <p:blipFill>
            <a:blip r:embed="rId7">
              <a:alphaModFix/>
            </a:blip>
            <a:stretch>
              <a:fillRect/>
            </a:stretch>
          </p:blipFill>
          <p:spPr>
            <a:xfrm>
              <a:off x="4811240" y="3418076"/>
              <a:ext cx="538300" cy="563749"/>
            </a:xfrm>
            <a:prstGeom prst="rect">
              <a:avLst/>
            </a:prstGeom>
            <a:noFill/>
            <a:ln>
              <a:noFill/>
            </a:ln>
          </p:spPr>
        </p:pic>
      </p:grpSp>
      <p:pic>
        <p:nvPicPr>
          <p:cNvPr descr="&lt;math xmlns=&quot;http://www.w3.org/1998/Math/MathML&quot; display=&quot;block&quot; data-is-equatio=&quot;1&quot; data-latex=&quot;2\ \frac{3}{4\ }+3\ \frac{5}{12}=\left(2\ +3\right)+\left(\frac{3}{4}+\frac{5}{12}\right)&quot;&gt;&lt;mn&gt;2&lt;/mn&gt;&lt;mtext&gt;&lt;/mtext&gt;&lt;mfrac&gt;&lt;mn&gt;3&lt;/mn&gt;&lt;mrow&gt;&lt;mn&gt;4&lt;/mn&gt;&lt;mtext&gt;&lt;/mtext&gt;&lt;/mrow&gt;&lt;/mfrac&gt;&lt;mo&gt;+&lt;/mo&gt;&lt;mn&gt;3&lt;/mn&gt;&lt;mtext&gt;&lt;/mtext&gt;&lt;mfrac&gt;&lt;mn&gt;5&lt;/mn&gt;&lt;mn&gt;12&lt;/mn&gt;&lt;/mfrac&gt;&lt;mo&gt;=&lt;/mo&gt;&lt;mrow data-mjx-texclass=&quot;INNER&quot;&gt;&lt;mo data-mjx-texclass=&quot;OPEN&quot;&gt;(&lt;/mo&gt;&lt;mn&gt;2&lt;/mn&gt;&lt;mtext&gt;&lt;/mtext&gt;&lt;mo&gt;+&lt;/mo&gt;&lt;mn&gt;3&lt;/mn&gt;&lt;mo data-mjx-texclass=&quot;CLOSE&quot;&gt;)&lt;/mo&gt;&lt;/mrow&gt;&lt;mo&gt;+&lt;/mo&gt;&lt;mrow data-mjx-texclass=&quot;INNER&quot;&gt;&lt;mo data-mjx-texclass=&quot;OPEN&quot;&gt;(&lt;/mo&gt;&lt;mfrac&gt;&lt;mn&gt;3&lt;/mn&gt;&lt;mn&gt;4&lt;/mn&gt;&lt;/mfrac&gt;&lt;mo&gt;+&lt;/mo&gt;&lt;mfrac&gt;&lt;mn&gt;5&lt;/mn&gt;&lt;mn&gt;12&lt;/mn&gt;&lt;/mfrac&gt;&lt;mo data-mjx-texclass=&quot;CLOSE&quot;&gt;)&lt;/mo&gt;&lt;/mrow&gt;&lt;/math&gt;" id="1158" name="Google Shape;1158;p85" title="2 3 over 4 plus 3 5 over 12 equals open paren 2 positive 3 close paren plus open paren three fourths plus 5 over 12 close paren"/>
          <p:cNvPicPr preferRelativeResize="0"/>
          <p:nvPr/>
        </p:nvPicPr>
        <p:blipFill rotWithShape="1">
          <a:blip r:embed="rId8">
            <a:alphaModFix/>
          </a:blip>
          <a:srcRect b="0" l="41741" r="0" t="0"/>
          <a:stretch/>
        </p:blipFill>
        <p:spPr>
          <a:xfrm>
            <a:off x="4216295" y="3240000"/>
            <a:ext cx="2509225" cy="704150"/>
          </a:xfrm>
          <a:prstGeom prst="rect">
            <a:avLst/>
          </a:prstGeom>
          <a:noFill/>
          <a:ln>
            <a:noFill/>
          </a:ln>
        </p:spPr>
      </p:pic>
      <p:sp>
        <p:nvSpPr>
          <p:cNvPr id="1159" name="Google Shape;1159;p85"/>
          <p:cNvSpPr txBox="1"/>
          <p:nvPr>
            <p:ph idx="1" type="body"/>
          </p:nvPr>
        </p:nvSpPr>
        <p:spPr>
          <a:xfrm>
            <a:off x="324000" y="4048725"/>
            <a:ext cx="3045600" cy="44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Are these </a:t>
            </a:r>
            <a:r>
              <a:rPr lang="en-GB"/>
              <a:t>equivalent</a:t>
            </a:r>
            <a:r>
              <a:rPr lang="en-GB"/>
              <a:t>?</a:t>
            </a:r>
            <a:endParaRPr/>
          </a:p>
        </p:txBody>
      </p:sp>
      <p:pic>
        <p:nvPicPr>
          <p:cNvPr descr="&lt;math xmlns=&quot;http://www.w3.org/1998/Math/MathML&quot; display=&quot;block&quot; data-is-equatio=&quot;1&quot; data-latex=&quot;2\ \frac{3}{4\ }+3\ \frac{5}{12}=\left(2\ +3\right)+\left(\frac{3}{4}+\frac{5}{12}\right)&quot;&gt;&lt;mn&gt;2&lt;/mn&gt;&lt;mtext&gt;&lt;/mtext&gt;&lt;mfrac&gt;&lt;mn&gt;3&lt;/mn&gt;&lt;mrow&gt;&lt;mn&gt;4&lt;/mn&gt;&lt;mtext&gt;&lt;/mtext&gt;&lt;/mrow&gt;&lt;/mfrac&gt;&lt;mo&gt;+&lt;/mo&gt;&lt;mn&gt;3&lt;/mn&gt;&lt;mtext&gt;&lt;/mtext&gt;&lt;mfrac&gt;&lt;mn&gt;5&lt;/mn&gt;&lt;mn&gt;12&lt;/mn&gt;&lt;/mfrac&gt;&lt;mo&gt;=&lt;/mo&gt;&lt;mrow data-mjx-texclass=&quot;INNER&quot;&gt;&lt;mo data-mjx-texclass=&quot;OPEN&quot;&gt;(&lt;/mo&gt;&lt;mn&gt;2&lt;/mn&gt;&lt;mtext&gt;&lt;/mtext&gt;&lt;mo&gt;+&lt;/mo&gt;&lt;mn&gt;3&lt;/mn&gt;&lt;mo data-mjx-texclass=&quot;CLOSE&quot;&gt;)&lt;/mo&gt;&lt;/mrow&gt;&lt;mo&gt;+&lt;/mo&gt;&lt;mrow data-mjx-texclass=&quot;INNER&quot;&gt;&lt;mo data-mjx-texclass=&quot;OPEN&quot;&gt;(&lt;/mo&gt;&lt;mfrac&gt;&lt;mn&gt;3&lt;/mn&gt;&lt;mn&gt;4&lt;/mn&gt;&lt;/mfrac&gt;&lt;mo&gt;+&lt;/mo&gt;&lt;mfrac&gt;&lt;mn&gt;5&lt;/mn&gt;&lt;mn&gt;12&lt;/mn&gt;&lt;/mfrac&gt;&lt;mo data-mjx-texclass=&quot;CLOSE&quot;&gt;)&lt;/mo&gt;&lt;/mrow&gt;&lt;/math&gt;" id="1160" name="Google Shape;1160;p85" title="2 3 over 4 plus 3 5 over 12 equals open paren 2 positive 3 close paren plus open paren three fourths plus 5 over 12 close paren"/>
          <p:cNvPicPr preferRelativeResize="0"/>
          <p:nvPr/>
        </p:nvPicPr>
        <p:blipFill rotWithShape="1">
          <a:blip r:embed="rId8">
            <a:alphaModFix/>
          </a:blip>
          <a:srcRect b="0" l="0" r="65700" t="0"/>
          <a:stretch/>
        </p:blipFill>
        <p:spPr>
          <a:xfrm>
            <a:off x="2270942" y="3240000"/>
            <a:ext cx="1477275" cy="704150"/>
          </a:xfrm>
          <a:prstGeom prst="rect">
            <a:avLst/>
          </a:prstGeom>
          <a:noFill/>
          <a:ln>
            <a:noFill/>
          </a:ln>
        </p:spPr>
      </p:pic>
      <p:sp>
        <p:nvSpPr>
          <p:cNvPr id="1161" name="Google Shape;1161;p85"/>
          <p:cNvSpPr txBox="1"/>
          <p:nvPr>
            <p:ph idx="1" type="body"/>
          </p:nvPr>
        </p:nvSpPr>
        <p:spPr>
          <a:xfrm>
            <a:off x="324000" y="4455000"/>
            <a:ext cx="4741800" cy="44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Kalam"/>
                <a:ea typeface="Kalam"/>
                <a:cs typeface="Kalam"/>
                <a:sym typeface="Kalam"/>
              </a:rPr>
              <a:t>Yes, as they use the commutative law. </a:t>
            </a:r>
            <a:endParaRPr>
              <a:latin typeface="Kalam"/>
              <a:ea typeface="Kalam"/>
              <a:cs typeface="Kalam"/>
              <a:sym typeface="Kalam"/>
            </a:endParaRPr>
          </a:p>
        </p:txBody>
      </p:sp>
      <p:sp>
        <p:nvSpPr>
          <p:cNvPr id="1162" name="Google Shape;1162;p85"/>
          <p:cNvSpPr txBox="1"/>
          <p:nvPr/>
        </p:nvSpPr>
        <p:spPr>
          <a:xfrm>
            <a:off x="3875163" y="3470725"/>
            <a:ext cx="214200" cy="242700"/>
          </a:xfrm>
          <a:prstGeom prst="rect">
            <a:avLst/>
          </a:prstGeom>
          <a:noFill/>
          <a:ln>
            <a:noFill/>
          </a:ln>
        </p:spPr>
        <p:txBody>
          <a:bodyPr anchorCtr="0" anchor="ctr" bIns="0" lIns="0" spcFirstLastPara="1" rIns="18000" wrap="square" tIns="0">
            <a:noAutofit/>
          </a:bodyPr>
          <a:lstStyle/>
          <a:p>
            <a:pPr indent="0" lvl="0" marL="0" rtl="0" algn="ctr">
              <a:lnSpc>
                <a:spcPct val="115000"/>
              </a:lnSpc>
              <a:spcBef>
                <a:spcPts val="0"/>
              </a:spcBef>
              <a:spcAft>
                <a:spcPts val="0"/>
              </a:spcAft>
              <a:buNone/>
            </a:pPr>
            <a:r>
              <a:rPr lang="en-GB" sz="2200">
                <a:latin typeface="Lexend"/>
                <a:ea typeface="Lexend"/>
                <a:cs typeface="Lexend"/>
                <a:sym typeface="Lexend"/>
              </a:rPr>
              <a:t>=</a:t>
            </a:r>
            <a:endParaRPr b="1" sz="22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6" name="Shape 1166"/>
        <p:cNvGrpSpPr/>
        <p:nvPr/>
      </p:nvGrpSpPr>
      <p:grpSpPr>
        <a:xfrm>
          <a:off x="0" y="0"/>
          <a:ext cx="0" cy="0"/>
          <a:chOff x="0" y="0"/>
          <a:chExt cx="0" cy="0"/>
        </a:xfrm>
      </p:grpSpPr>
      <p:sp>
        <p:nvSpPr>
          <p:cNvPr id="1167" name="Google Shape;1167;p86"/>
          <p:cNvSpPr/>
          <p:nvPr/>
        </p:nvSpPr>
        <p:spPr>
          <a:xfrm>
            <a:off x="3653000" y="2729736"/>
            <a:ext cx="396600" cy="6135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8" name="Google Shape;1168;p86"/>
          <p:cNvSpPr/>
          <p:nvPr/>
        </p:nvSpPr>
        <p:spPr>
          <a:xfrm>
            <a:off x="3671450" y="3472984"/>
            <a:ext cx="396600" cy="6135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9" name="Google Shape;1169;p86"/>
          <p:cNvSpPr/>
          <p:nvPr/>
        </p:nvSpPr>
        <p:spPr>
          <a:xfrm>
            <a:off x="3657325" y="4182409"/>
            <a:ext cx="520800" cy="6135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70" name="Google Shape;1170;p86"/>
          <p:cNvSpPr/>
          <p:nvPr/>
        </p:nvSpPr>
        <p:spPr>
          <a:xfrm>
            <a:off x="2191700" y="1398900"/>
            <a:ext cx="844200" cy="3204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71" name="Google Shape;1171;p86"/>
          <p:cNvSpPr/>
          <p:nvPr/>
        </p:nvSpPr>
        <p:spPr>
          <a:xfrm>
            <a:off x="2482885" y="2193885"/>
            <a:ext cx="270000" cy="3204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72" name="Google Shape;1172;p86"/>
          <p:cNvSpPr/>
          <p:nvPr/>
        </p:nvSpPr>
        <p:spPr>
          <a:xfrm>
            <a:off x="3305425" y="1155850"/>
            <a:ext cx="1201200" cy="7938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73" name="Google Shape;1173;p86"/>
          <p:cNvSpPr/>
          <p:nvPr/>
        </p:nvSpPr>
        <p:spPr>
          <a:xfrm>
            <a:off x="3303125" y="2010300"/>
            <a:ext cx="1099500" cy="6276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74" name="Google Shape;1174;p8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Efficient calculation strategies</a:t>
            </a:r>
            <a:endParaRPr/>
          </a:p>
        </p:txBody>
      </p:sp>
      <p:pic>
        <p:nvPicPr>
          <p:cNvPr id="1175" name="Google Shape;1175;p86"/>
          <p:cNvPicPr preferRelativeResize="0"/>
          <p:nvPr/>
        </p:nvPicPr>
        <p:blipFill>
          <a:blip r:embed="rId3">
            <a:alphaModFix/>
          </a:blip>
          <a:stretch>
            <a:fillRect/>
          </a:stretch>
        </p:blipFill>
        <p:spPr>
          <a:xfrm>
            <a:off x="2553207" y="2250663"/>
            <a:ext cx="118766" cy="196228"/>
          </a:xfrm>
          <a:prstGeom prst="rect">
            <a:avLst/>
          </a:prstGeom>
          <a:noFill/>
          <a:ln>
            <a:noFill/>
          </a:ln>
        </p:spPr>
      </p:pic>
      <p:pic>
        <p:nvPicPr>
          <p:cNvPr descr="&lt;math xmlns=&quot;http://www.w3.org/1998/Math/MathML&quot; display=&quot;block&quot; data-is-equatio=&quot;1&quot; data-latex=&quot;\frac{9}{12}+\frac{5}{12}=\frac{14}{12}=\frac{7}{6}=1\frac{1}{6}&quot;&gt;&lt;mfrac&gt;&lt;mn&gt;9&lt;/mn&gt;&lt;mn&gt;12&lt;/mn&gt;&lt;/mfrac&gt;&lt;mo&gt;+&lt;/mo&gt;&lt;mfrac&gt;&lt;mn&gt;5&lt;/mn&gt;&lt;mn&gt;12&lt;/mn&gt;&lt;/mfrac&gt;&lt;mo&gt;=&lt;/mo&gt;&lt;mfrac&gt;&lt;mn&gt;14&lt;/mn&gt;&lt;mn&gt;12&lt;/mn&gt;&lt;/mfrac&gt;&lt;mo&gt;=&lt;/mo&gt;&lt;mfrac&gt;&lt;mn&gt;7&lt;/mn&gt;&lt;mn&gt;6&lt;/mn&gt;&lt;/mfrac&gt;&lt;mo&gt;=&lt;/mo&gt;&lt;mn&gt;1&lt;/mn&gt;&lt;mfrac&gt;&lt;mn&gt;1&lt;/mn&gt;&lt;mn&gt;6&lt;/mn&gt;&lt;/mfrac&gt;&lt;/math&gt;" id="1176" name="Google Shape;1176;p86" title="9 over 12 plus 5 over 12 equals 14 over 12 equals seven sixths equals 1 and one sixth"/>
          <p:cNvPicPr preferRelativeResize="0"/>
          <p:nvPr/>
        </p:nvPicPr>
        <p:blipFill rotWithShape="1">
          <a:blip r:embed="rId4">
            <a:alphaModFix/>
          </a:blip>
          <a:srcRect b="0" l="0" r="65455" t="0"/>
          <a:stretch/>
        </p:blipFill>
        <p:spPr>
          <a:xfrm>
            <a:off x="3374694" y="2045919"/>
            <a:ext cx="990096" cy="546712"/>
          </a:xfrm>
          <a:prstGeom prst="rect">
            <a:avLst/>
          </a:prstGeom>
          <a:noFill/>
          <a:ln>
            <a:noFill/>
          </a:ln>
        </p:spPr>
      </p:pic>
      <p:pic>
        <p:nvPicPr>
          <p:cNvPr descr="&lt;math xmlns=&quot;http://www.w3.org/1998/Math/MathML&quot; display=&quot;block&quot; data-is-equatio=&quot;1&quot; data-latex=&quot;\frac{9}{12}+\frac{5}{12}=\frac{14}{12}=\frac{7}{6}=1\frac{1}{6}&quot;&gt;&lt;mfrac&gt;&lt;mn&gt;9&lt;/mn&gt;&lt;mn&gt;12&lt;/mn&gt;&lt;/mfrac&gt;&lt;mo&gt;+&lt;/mo&gt;&lt;mfrac&gt;&lt;mn&gt;5&lt;/mn&gt;&lt;mn&gt;12&lt;/mn&gt;&lt;/mfrac&gt;&lt;mo&gt;=&lt;/mo&gt;&lt;mfrac&gt;&lt;mn&gt;14&lt;/mn&gt;&lt;mn&gt;12&lt;/mn&gt;&lt;/mfrac&gt;&lt;mo&gt;=&lt;/mo&gt;&lt;mfrac&gt;&lt;mn&gt;7&lt;/mn&gt;&lt;mn&gt;6&lt;/mn&gt;&lt;/mfrac&gt;&lt;mo&gt;=&lt;/mo&gt;&lt;mn&gt;1&lt;/mn&gt;&lt;mfrac&gt;&lt;mn&gt;1&lt;/mn&gt;&lt;mn&gt;6&lt;/mn&gt;&lt;/mfrac&gt;&lt;/math&gt;" id="1177" name="Google Shape;1177;p86" title="9 over 12 plus 5 over 12 equals 14 over 12 equals seven sixths equals 1 and one sixth"/>
          <p:cNvPicPr preferRelativeResize="0"/>
          <p:nvPr/>
        </p:nvPicPr>
        <p:blipFill rotWithShape="1">
          <a:blip r:embed="rId4">
            <a:alphaModFix/>
          </a:blip>
          <a:srcRect b="0" l="12906" r="78698" t="0"/>
          <a:stretch/>
        </p:blipFill>
        <p:spPr>
          <a:xfrm>
            <a:off x="3018436" y="2085402"/>
            <a:ext cx="240607" cy="546712"/>
          </a:xfrm>
          <a:prstGeom prst="rect">
            <a:avLst/>
          </a:prstGeom>
          <a:noFill/>
          <a:ln>
            <a:noFill/>
          </a:ln>
        </p:spPr>
      </p:pic>
      <p:sp>
        <p:nvSpPr>
          <p:cNvPr id="1178" name="Google Shape;1178;p86"/>
          <p:cNvSpPr txBox="1"/>
          <p:nvPr>
            <p:ph idx="1" type="body"/>
          </p:nvPr>
        </p:nvSpPr>
        <p:spPr>
          <a:xfrm>
            <a:off x="324000" y="606900"/>
            <a:ext cx="8237700" cy="731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We can find the sum of the integers and fractions separately and then find the sum of those.</a:t>
            </a:r>
            <a:endParaRPr sz="1800"/>
          </a:p>
        </p:txBody>
      </p:sp>
      <p:pic>
        <p:nvPicPr>
          <p:cNvPr descr="&lt;math xmlns=&quot;http://www.w3.org/1998/Math/MathML&quot; display=&quot;block&quot; data-is-equatio=&quot;1&quot; data-latex=&quot;2\ \frac{3}{4\ }+3\ \frac{5}{12}=\left(2\ +3\right)+\left(\frac{3}{4}+\frac{5}{12}\right)&quot;&gt;&lt;mn&gt;2&lt;/mn&gt;&lt;mtext&gt;&lt;/mtext&gt;&lt;mfrac&gt;&lt;mn&gt;3&lt;/mn&gt;&lt;mrow&gt;&lt;mn&gt;4&lt;/mn&gt;&lt;mtext&gt;&lt;/mtext&gt;&lt;/mrow&gt;&lt;/mfrac&gt;&lt;mo&gt;+&lt;/mo&gt;&lt;mn&gt;3&lt;/mn&gt;&lt;mtext&gt;&lt;/mtext&gt;&lt;mfrac&gt;&lt;mn&gt;5&lt;/mn&gt;&lt;mn&gt;12&lt;/mn&gt;&lt;/mfrac&gt;&lt;mo&gt;=&lt;/mo&gt;&lt;mrow data-mjx-texclass=&quot;INNER&quot;&gt;&lt;mo data-mjx-texclass=&quot;OPEN&quot;&gt;(&lt;/mo&gt;&lt;mn&gt;2&lt;/mn&gt;&lt;mtext&gt;&lt;/mtext&gt;&lt;mo&gt;+&lt;/mo&gt;&lt;mn&gt;3&lt;/mn&gt;&lt;mo data-mjx-texclass=&quot;CLOSE&quot;&gt;)&lt;/mo&gt;&lt;/mrow&gt;&lt;mo&gt;+&lt;/mo&gt;&lt;mrow data-mjx-texclass=&quot;INNER&quot;&gt;&lt;mo data-mjx-texclass=&quot;OPEN&quot;&gt;(&lt;/mo&gt;&lt;mfrac&gt;&lt;mn&gt;3&lt;/mn&gt;&lt;mn&gt;4&lt;/mn&gt;&lt;/mfrac&gt;&lt;mo&gt;+&lt;/mo&gt;&lt;mfrac&gt;&lt;mn&gt;5&lt;/mn&gt;&lt;mn&gt;12&lt;/mn&gt;&lt;/mfrac&gt;&lt;mo data-mjx-texclass=&quot;CLOSE&quot;&gt;)&lt;/mo&gt;&lt;/mrow&gt;&lt;/math&gt;" id="1179" name="Google Shape;1179;p86" title="2 3 over 4 plus 3 5 over 12 equals open paren 2 positive 3 close paren plus open paren three fourths plus 5 over 12 close paren"/>
          <p:cNvPicPr preferRelativeResize="0"/>
          <p:nvPr/>
        </p:nvPicPr>
        <p:blipFill rotWithShape="1">
          <a:blip r:embed="rId5">
            <a:alphaModFix/>
          </a:blip>
          <a:srcRect b="0" l="41741" r="0" t="0"/>
          <a:stretch/>
        </p:blipFill>
        <p:spPr>
          <a:xfrm>
            <a:off x="2234888" y="1239000"/>
            <a:ext cx="2236062" cy="627494"/>
          </a:xfrm>
          <a:prstGeom prst="rect">
            <a:avLst/>
          </a:prstGeom>
          <a:noFill/>
          <a:ln>
            <a:noFill/>
          </a:ln>
        </p:spPr>
      </p:pic>
      <p:pic>
        <p:nvPicPr>
          <p:cNvPr descr="&lt;math xmlns=&quot;http://www.w3.org/1998/Math/MathML&quot; display=&quot;block&quot; data-is-equatio=&quot;1&quot; data-latex=&quot;2\ \frac{3}{4\ }+3\ \frac{5}{12}=\left(2\ +3\right)+\left(\frac{3}{4}+\frac{5}{12}\right)&quot;&gt;&lt;mn&gt;2&lt;/mn&gt;&lt;mtext&gt;&lt;/mtext&gt;&lt;mfrac&gt;&lt;mn&gt;3&lt;/mn&gt;&lt;mrow&gt;&lt;mn&gt;4&lt;/mn&gt;&lt;mtext&gt;&lt;/mtext&gt;&lt;/mrow&gt;&lt;/mfrac&gt;&lt;mo&gt;+&lt;/mo&gt;&lt;mn&gt;3&lt;/mn&gt;&lt;mtext&gt;&lt;/mtext&gt;&lt;mfrac&gt;&lt;mn&gt;5&lt;/mn&gt;&lt;mn&gt;12&lt;/mn&gt;&lt;/mfrac&gt;&lt;mo&gt;=&lt;/mo&gt;&lt;mrow data-mjx-texclass=&quot;INNER&quot;&gt;&lt;mo data-mjx-texclass=&quot;OPEN&quot;&gt;(&lt;/mo&gt;&lt;mn&gt;2&lt;/mn&gt;&lt;mtext&gt;&lt;/mtext&gt;&lt;mo&gt;+&lt;/mo&gt;&lt;mn&gt;3&lt;/mn&gt;&lt;mo data-mjx-texclass=&quot;CLOSE&quot;&gt;)&lt;/mo&gt;&lt;/mrow&gt;&lt;mo&gt;+&lt;/mo&gt;&lt;mrow data-mjx-texclass=&quot;INNER&quot;&gt;&lt;mo data-mjx-texclass=&quot;OPEN&quot;&gt;(&lt;/mo&gt;&lt;mfrac&gt;&lt;mn&gt;3&lt;/mn&gt;&lt;mn&gt;4&lt;/mn&gt;&lt;/mfrac&gt;&lt;mo&gt;+&lt;/mo&gt;&lt;mfrac&gt;&lt;mn&gt;5&lt;/mn&gt;&lt;mn&gt;12&lt;/mn&gt;&lt;/mfrac&gt;&lt;mo data-mjx-texclass=&quot;CLOSE&quot;&gt;)&lt;/mo&gt;&lt;/mrow&gt;&lt;/math&gt;" id="1180" name="Google Shape;1180;p86" title="2 3 over 4 plus 3 5 over 12 equals open paren 2 positive 3 close paren plus open paren three fourths plus 5 over 12 close paren"/>
          <p:cNvPicPr preferRelativeResize="0"/>
          <p:nvPr/>
        </p:nvPicPr>
        <p:blipFill rotWithShape="1">
          <a:blip r:embed="rId5">
            <a:alphaModFix/>
          </a:blip>
          <a:srcRect b="0" l="0" r="65700" t="0"/>
          <a:stretch/>
        </p:blipFill>
        <p:spPr>
          <a:xfrm>
            <a:off x="552599" y="1239000"/>
            <a:ext cx="1316454" cy="627494"/>
          </a:xfrm>
          <a:prstGeom prst="rect">
            <a:avLst/>
          </a:prstGeom>
          <a:noFill/>
          <a:ln>
            <a:noFill/>
          </a:ln>
        </p:spPr>
      </p:pic>
      <p:sp>
        <p:nvSpPr>
          <p:cNvPr id="1181" name="Google Shape;1181;p86"/>
          <p:cNvSpPr txBox="1"/>
          <p:nvPr/>
        </p:nvSpPr>
        <p:spPr>
          <a:xfrm>
            <a:off x="1895274" y="1393525"/>
            <a:ext cx="214200" cy="242700"/>
          </a:xfrm>
          <a:prstGeom prst="rect">
            <a:avLst/>
          </a:prstGeom>
          <a:noFill/>
          <a:ln>
            <a:noFill/>
          </a:ln>
        </p:spPr>
        <p:txBody>
          <a:bodyPr anchorCtr="0" anchor="ctr" bIns="0" lIns="0" spcFirstLastPara="1" rIns="18000" wrap="square" tIns="0">
            <a:noAutofit/>
          </a:bodyPr>
          <a:lstStyle/>
          <a:p>
            <a:pPr indent="0" lvl="0" marL="0" rtl="0" algn="ctr">
              <a:lnSpc>
                <a:spcPct val="115000"/>
              </a:lnSpc>
              <a:spcBef>
                <a:spcPts val="0"/>
              </a:spcBef>
              <a:spcAft>
                <a:spcPts val="0"/>
              </a:spcAft>
              <a:buNone/>
            </a:pPr>
            <a:r>
              <a:rPr lang="en-GB" sz="2200">
                <a:latin typeface="Lexend"/>
                <a:ea typeface="Lexend"/>
                <a:cs typeface="Lexend"/>
                <a:sym typeface="Lexend"/>
              </a:rPr>
              <a:t>=</a:t>
            </a:r>
            <a:endParaRPr b="1" sz="2200">
              <a:latin typeface="Lexend"/>
              <a:ea typeface="Lexend"/>
              <a:cs typeface="Lexend"/>
              <a:sym typeface="Lexend"/>
            </a:endParaRPr>
          </a:p>
        </p:txBody>
      </p:sp>
      <p:pic>
        <p:nvPicPr>
          <p:cNvPr descr="&lt;math xmlns=&quot;http://www.w3.org/1998/Math/MathML&quot; display=&quot;block&quot; data-is-equatio=&quot;1&quot; data-latex=&quot;\frac{9}{12}+\frac{5}{12}=\frac{14}{12}=\frac{7}{6}=1\frac{1}{6}&quot;&gt;&lt;mfrac&gt;&lt;mn&gt;9&lt;/mn&gt;&lt;mn&gt;12&lt;/mn&gt;&lt;/mfrac&gt;&lt;mo&gt;+&lt;/mo&gt;&lt;mfrac&gt;&lt;mn&gt;5&lt;/mn&gt;&lt;mn&gt;12&lt;/mn&gt;&lt;/mfrac&gt;&lt;mo&gt;=&lt;/mo&gt;&lt;mfrac&gt;&lt;mn&gt;14&lt;/mn&gt;&lt;mn&gt;12&lt;/mn&gt;&lt;/mfrac&gt;&lt;mo&gt;=&lt;/mo&gt;&lt;mfrac&gt;&lt;mn&gt;7&lt;/mn&gt;&lt;mn&gt;6&lt;/mn&gt;&lt;/mfrac&gt;&lt;mo&gt;=&lt;/mo&gt;&lt;mn&gt;1&lt;/mn&gt;&lt;mfrac&gt;&lt;mn&gt;1&lt;/mn&gt;&lt;mn&gt;6&lt;/mn&gt;&lt;/mfrac&gt;&lt;/math&gt;" id="1182" name="Google Shape;1182;p86" title="9 over 12 plus 5 over 12 equals 14 over 12 equals seven sixths equals 1 and one sixth"/>
          <p:cNvPicPr preferRelativeResize="0"/>
          <p:nvPr/>
        </p:nvPicPr>
        <p:blipFill rotWithShape="1">
          <a:blip r:embed="rId4">
            <a:alphaModFix/>
          </a:blip>
          <a:srcRect b="0" l="68509" r="22364" t="0"/>
          <a:stretch/>
        </p:blipFill>
        <p:spPr>
          <a:xfrm>
            <a:off x="3738970" y="3498196"/>
            <a:ext cx="261548" cy="546712"/>
          </a:xfrm>
          <a:prstGeom prst="rect">
            <a:avLst/>
          </a:prstGeom>
          <a:noFill/>
          <a:ln>
            <a:noFill/>
          </a:ln>
        </p:spPr>
      </p:pic>
      <p:pic>
        <p:nvPicPr>
          <p:cNvPr descr="&lt;math xmlns=&quot;http://www.w3.org/1998/Math/MathML&quot; display=&quot;block&quot; data-is-equatio=&quot;1&quot; data-latex=&quot;5\ +\frac{9}{12}+\frac{5}{12}&quot;&gt;&lt;mn&gt;5&lt;/mn&gt;&lt;mtext&gt;&lt;/mtext&gt;&lt;mo&gt;+&lt;/mo&gt;&lt;mfrac&gt;&lt;mn&gt;9&lt;/mn&gt;&lt;mn&gt;12&lt;/mn&gt;&lt;/mfrac&gt;&lt;mo&gt;+&lt;/mo&gt;&lt;mfrac&gt;&lt;mn&gt;5&lt;/mn&gt;&lt;mn&gt;12&lt;/mn&gt;&lt;/mfrac&gt;&lt;/math&gt;" id="1183" name="Google Shape;1183;p86" title="5 positive 9 over 12 plus 5 over 12"/>
          <p:cNvPicPr preferRelativeResize="0"/>
          <p:nvPr/>
        </p:nvPicPr>
        <p:blipFill rotWithShape="1">
          <a:blip r:embed="rId6">
            <a:alphaModFix/>
          </a:blip>
          <a:srcRect b="0" l="0" r="69759" t="0"/>
          <a:stretch/>
        </p:blipFill>
        <p:spPr>
          <a:xfrm>
            <a:off x="2774099" y="2795103"/>
            <a:ext cx="433226" cy="529269"/>
          </a:xfrm>
          <a:prstGeom prst="rect">
            <a:avLst/>
          </a:prstGeom>
          <a:noFill/>
          <a:ln>
            <a:noFill/>
          </a:ln>
        </p:spPr>
      </p:pic>
      <p:pic>
        <p:nvPicPr>
          <p:cNvPr descr="&lt;math xmlns=&quot;http://www.w3.org/1998/Math/MathML&quot; display=&quot;block&quot; data-is-equatio=&quot;1&quot; data-latex=&quot;\frac{9}{12}+\frac{5}{12}=\frac{14}{12}=\frac{7}{6}=1\frac{1}{6}&quot;&gt;&lt;mfrac&gt;&lt;mn&gt;9&lt;/mn&gt;&lt;mn&gt;12&lt;/mn&gt;&lt;/mfrac&gt;&lt;mo&gt;+&lt;/mo&gt;&lt;mfrac&gt;&lt;mn&gt;5&lt;/mn&gt;&lt;mn&gt;12&lt;/mn&gt;&lt;/mfrac&gt;&lt;mo&gt;=&lt;/mo&gt;&lt;mfrac&gt;&lt;mn&gt;14&lt;/mn&gt;&lt;mn&gt;12&lt;/mn&gt;&lt;/mfrac&gt;&lt;mo&gt;=&lt;/mo&gt;&lt;mfrac&gt;&lt;mn&gt;7&lt;/mn&gt;&lt;mn&gt;6&lt;/mn&gt;&lt;/mfrac&gt;&lt;mo&gt;=&lt;/mo&gt;&lt;mn&gt;1&lt;/mn&gt;&lt;mfrac&gt;&lt;mn&gt;1&lt;/mn&gt;&lt;mn&gt;6&lt;/mn&gt;&lt;/mfrac&gt;&lt;/math&gt;" id="1184" name="Google Shape;1184;p86" title="9 over 12 plus 5 over 12 equals 14 over 12 equals seven sixths equals 1 and one sixth"/>
          <p:cNvPicPr preferRelativeResize="0"/>
          <p:nvPr/>
        </p:nvPicPr>
        <p:blipFill rotWithShape="1">
          <a:blip r:embed="rId4">
            <a:alphaModFix/>
          </a:blip>
          <a:srcRect b="0" l="45325" r="40839" t="0"/>
          <a:stretch/>
        </p:blipFill>
        <p:spPr>
          <a:xfrm>
            <a:off x="3657354" y="2772058"/>
            <a:ext cx="396533" cy="546712"/>
          </a:xfrm>
          <a:prstGeom prst="rect">
            <a:avLst/>
          </a:prstGeom>
          <a:noFill/>
          <a:ln>
            <a:noFill/>
          </a:ln>
        </p:spPr>
      </p:pic>
      <p:pic>
        <p:nvPicPr>
          <p:cNvPr descr="&lt;math xmlns=&quot;http://www.w3.org/1998/Math/MathML&quot; display=&quot;block&quot; data-is-equatio=&quot;1&quot; data-latex=&quot;5\ +\frac{9}{12}+\frac{5}{12}&quot;&gt;&lt;mn&gt;5&lt;/mn&gt;&lt;mtext&gt;&lt;/mtext&gt;&lt;mo&gt;+&lt;/mo&gt;&lt;mfrac&gt;&lt;mn&gt;9&lt;/mn&gt;&lt;mn&gt;12&lt;/mn&gt;&lt;/mfrac&gt;&lt;mo&gt;+&lt;/mo&gt;&lt;mfrac&gt;&lt;mn&gt;5&lt;/mn&gt;&lt;mn&gt;12&lt;/mn&gt;&lt;/mfrac&gt;&lt;/math&gt;" id="1185" name="Google Shape;1185;p86" title="5 positive 9 over 12 plus 5 over 12"/>
          <p:cNvPicPr preferRelativeResize="0"/>
          <p:nvPr/>
        </p:nvPicPr>
        <p:blipFill rotWithShape="1">
          <a:blip r:embed="rId6">
            <a:alphaModFix/>
          </a:blip>
          <a:srcRect b="0" l="0" r="69759" t="0"/>
          <a:stretch/>
        </p:blipFill>
        <p:spPr>
          <a:xfrm>
            <a:off x="2774099" y="3542053"/>
            <a:ext cx="433226" cy="529269"/>
          </a:xfrm>
          <a:prstGeom prst="rect">
            <a:avLst/>
          </a:prstGeom>
          <a:noFill/>
          <a:ln>
            <a:noFill/>
          </a:ln>
        </p:spPr>
      </p:pic>
      <p:pic>
        <p:nvPicPr>
          <p:cNvPr descr="&lt;math xmlns=&quot;http://www.w3.org/1998/Math/MathML&quot; display=&quot;block&quot; data-is-equatio=&quot;1&quot; data-latex=&quot;1\ \frac{1}{6}&quot;&gt;&lt;mn&gt;1&lt;/mn&gt;&lt;mtext&gt;&lt;/mtext&gt;&lt;mfrac&gt;&lt;mn&gt;1&lt;/mn&gt;&lt;mn&gt;6&lt;/mn&gt;&lt;/mfrac&gt;&lt;/math&gt;" id="1186" name="Google Shape;1186;p86" title="1 one sixth"/>
          <p:cNvPicPr preferRelativeResize="0"/>
          <p:nvPr/>
        </p:nvPicPr>
        <p:blipFill>
          <a:blip r:embed="rId7">
            <a:alphaModFix/>
          </a:blip>
          <a:stretch>
            <a:fillRect/>
          </a:stretch>
        </p:blipFill>
        <p:spPr>
          <a:xfrm>
            <a:off x="3738975" y="4224334"/>
            <a:ext cx="364467" cy="546700"/>
          </a:xfrm>
          <a:prstGeom prst="rect">
            <a:avLst/>
          </a:prstGeom>
          <a:noFill/>
          <a:ln>
            <a:noFill/>
          </a:ln>
        </p:spPr>
      </p:pic>
      <p:pic>
        <p:nvPicPr>
          <p:cNvPr descr="&lt;math xmlns=&quot;http://www.w3.org/1998/Math/MathML&quot; display=&quot;block&quot; data-is-equatio=&quot;1&quot; data-latex=&quot;=6\ \frac{1}{6}&quot;&gt;&lt;mo&gt;=&lt;/mo&gt;&lt;mn&gt;6&lt;/mn&gt;&lt;mtext&gt;&lt;/mtext&gt;&lt;mfrac&gt;&lt;mn&gt;1&lt;/mn&gt;&lt;mn&gt;6&lt;/mn&gt;&lt;/mfrac&gt;&lt;/math&gt;" id="1187" name="Google Shape;1187;p86" title="equals 6 one sixth"/>
          <p:cNvPicPr preferRelativeResize="0"/>
          <p:nvPr/>
        </p:nvPicPr>
        <p:blipFill>
          <a:blip r:embed="rId8">
            <a:alphaModFix/>
          </a:blip>
          <a:stretch>
            <a:fillRect/>
          </a:stretch>
        </p:blipFill>
        <p:spPr>
          <a:xfrm>
            <a:off x="4402500" y="4182409"/>
            <a:ext cx="615527" cy="529275"/>
          </a:xfrm>
          <a:prstGeom prst="rect">
            <a:avLst/>
          </a:prstGeom>
          <a:noFill/>
          <a:ln>
            <a:noFill/>
          </a:ln>
        </p:spPr>
      </p:pic>
      <p:pic>
        <p:nvPicPr>
          <p:cNvPr descr="&lt;math xmlns=&quot;http://www.w3.org/1998/Math/MathML&quot; display=&quot;block&quot; data-is-equatio=&quot;1&quot; data-latex=&quot;5\ +\frac{9}{12}+\frac{5}{12}&quot;&gt;&lt;mn&gt;5&lt;/mn&gt;&lt;mtext&gt;&lt;/mtext&gt;&lt;mo&gt;+&lt;/mo&gt;&lt;mfrac&gt;&lt;mn&gt;9&lt;/mn&gt;&lt;mn&gt;12&lt;/mn&gt;&lt;/mfrac&gt;&lt;mo&gt;+&lt;/mo&gt;&lt;mfrac&gt;&lt;mn&gt;5&lt;/mn&gt;&lt;mn&gt;12&lt;/mn&gt;&lt;/mfrac&gt;&lt;/math&gt;" id="1188" name="Google Shape;1188;p86" title="5 positive 9 over 12 plus 5 over 12"/>
          <p:cNvPicPr preferRelativeResize="0"/>
          <p:nvPr/>
        </p:nvPicPr>
        <p:blipFill rotWithShape="1">
          <a:blip r:embed="rId6">
            <a:alphaModFix/>
          </a:blip>
          <a:srcRect b="0" l="0" r="69759" t="0"/>
          <a:stretch/>
        </p:blipFill>
        <p:spPr>
          <a:xfrm>
            <a:off x="2786740" y="4242717"/>
            <a:ext cx="433226" cy="52926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17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17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3"/>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17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17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5"/>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16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17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8"/>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16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16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7"/>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16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16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p8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Efficient calculation strategies</a:t>
            </a:r>
            <a:endParaRPr/>
          </a:p>
        </p:txBody>
      </p:sp>
      <p:sp>
        <p:nvSpPr>
          <p:cNvPr id="1194" name="Google Shape;1194;p87"/>
          <p:cNvSpPr txBox="1"/>
          <p:nvPr>
            <p:ph idx="1" type="body"/>
          </p:nvPr>
        </p:nvSpPr>
        <p:spPr>
          <a:xfrm>
            <a:off x="324000" y="6069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Let’s go back to this problem</a:t>
            </a:r>
            <a:endParaRPr/>
          </a:p>
        </p:txBody>
      </p:sp>
      <p:pic>
        <p:nvPicPr>
          <p:cNvPr id="1195" name="Google Shape;1195;p87"/>
          <p:cNvPicPr preferRelativeResize="0"/>
          <p:nvPr/>
        </p:nvPicPr>
        <p:blipFill>
          <a:blip r:embed="rId3">
            <a:alphaModFix/>
          </a:blip>
          <a:stretch>
            <a:fillRect/>
          </a:stretch>
        </p:blipFill>
        <p:spPr>
          <a:xfrm>
            <a:off x="7461412" y="1604173"/>
            <a:ext cx="788350" cy="1016564"/>
          </a:xfrm>
          <a:prstGeom prst="rect">
            <a:avLst/>
          </a:prstGeom>
          <a:noFill/>
          <a:ln>
            <a:noFill/>
          </a:ln>
        </p:spPr>
      </p:pic>
      <p:sp>
        <p:nvSpPr>
          <p:cNvPr id="1196" name="Google Shape;1196;p87"/>
          <p:cNvSpPr txBox="1"/>
          <p:nvPr/>
        </p:nvSpPr>
        <p:spPr>
          <a:xfrm>
            <a:off x="7374075" y="2614287"/>
            <a:ext cx="963000" cy="242700"/>
          </a:xfrm>
          <a:prstGeom prst="rect">
            <a:avLst/>
          </a:prstGeom>
          <a:noFill/>
          <a:ln>
            <a:noFill/>
          </a:ln>
        </p:spPr>
        <p:txBody>
          <a:bodyPr anchorCtr="0" anchor="ctr" bIns="0" lIns="0" spcFirstLastPara="1" rIns="1800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Andeep</a:t>
            </a:r>
            <a:endParaRPr b="1" sz="1800">
              <a:latin typeface="Lexend"/>
              <a:ea typeface="Lexend"/>
              <a:cs typeface="Lexend"/>
              <a:sym typeface="Lexend"/>
            </a:endParaRPr>
          </a:p>
        </p:txBody>
      </p:sp>
      <p:sp>
        <p:nvSpPr>
          <p:cNvPr id="1197" name="Google Shape;1197;p87"/>
          <p:cNvSpPr txBox="1"/>
          <p:nvPr/>
        </p:nvSpPr>
        <p:spPr>
          <a:xfrm>
            <a:off x="486800" y="2614287"/>
            <a:ext cx="788400" cy="242700"/>
          </a:xfrm>
          <a:prstGeom prst="rect">
            <a:avLst/>
          </a:prstGeom>
          <a:noFill/>
          <a:ln>
            <a:noFill/>
          </a:ln>
        </p:spPr>
        <p:txBody>
          <a:bodyPr anchorCtr="0" anchor="ctr" bIns="0" lIns="0" spcFirstLastPara="1" rIns="1800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Laura</a:t>
            </a:r>
            <a:endParaRPr b="1" sz="1800">
              <a:latin typeface="Lexend"/>
              <a:ea typeface="Lexend"/>
              <a:cs typeface="Lexend"/>
              <a:sym typeface="Lexend"/>
            </a:endParaRPr>
          </a:p>
        </p:txBody>
      </p:sp>
      <p:pic>
        <p:nvPicPr>
          <p:cNvPr id="1198" name="Google Shape;1198;p87"/>
          <p:cNvPicPr preferRelativeResize="0"/>
          <p:nvPr/>
        </p:nvPicPr>
        <p:blipFill>
          <a:blip r:embed="rId4">
            <a:alphaModFix/>
          </a:blip>
          <a:stretch>
            <a:fillRect/>
          </a:stretch>
        </p:blipFill>
        <p:spPr>
          <a:xfrm>
            <a:off x="477127" y="1583501"/>
            <a:ext cx="807750" cy="1057915"/>
          </a:xfrm>
          <a:prstGeom prst="rect">
            <a:avLst/>
          </a:prstGeom>
          <a:noFill/>
          <a:ln>
            <a:noFill/>
          </a:ln>
        </p:spPr>
      </p:pic>
      <p:grpSp>
        <p:nvGrpSpPr>
          <p:cNvPr id="1199" name="Google Shape;1199;p87"/>
          <p:cNvGrpSpPr/>
          <p:nvPr/>
        </p:nvGrpSpPr>
        <p:grpSpPr>
          <a:xfrm>
            <a:off x="1302898" y="887324"/>
            <a:ext cx="1955251" cy="1316250"/>
            <a:chOff x="1302898" y="2782375"/>
            <a:chExt cx="1955251" cy="1316250"/>
          </a:xfrm>
        </p:grpSpPr>
        <p:pic>
          <p:nvPicPr>
            <p:cNvPr id="1200" name="Google Shape;1200;p87"/>
            <p:cNvPicPr preferRelativeResize="0"/>
            <p:nvPr/>
          </p:nvPicPr>
          <p:blipFill rotWithShape="1">
            <a:blip r:embed="rId5">
              <a:alphaModFix/>
            </a:blip>
            <a:srcRect b="0" l="0" r="69082" t="56280"/>
            <a:stretch/>
          </p:blipFill>
          <p:spPr>
            <a:xfrm flipH="1">
              <a:off x="1302898" y="2782375"/>
              <a:ext cx="1955251" cy="1316250"/>
            </a:xfrm>
            <a:prstGeom prst="rect">
              <a:avLst/>
            </a:prstGeom>
            <a:noFill/>
            <a:ln>
              <a:noFill/>
            </a:ln>
          </p:spPr>
        </p:pic>
        <p:sp>
          <p:nvSpPr>
            <p:cNvPr id="1201" name="Google Shape;1201;p87"/>
            <p:cNvSpPr txBox="1"/>
            <p:nvPr/>
          </p:nvSpPr>
          <p:spPr>
            <a:xfrm>
              <a:off x="1424625" y="2960875"/>
              <a:ext cx="1457700" cy="77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latin typeface="Lexend"/>
                  <a:ea typeface="Lexend"/>
                  <a:cs typeface="Lexend"/>
                  <a:sym typeface="Lexend"/>
                </a:rPr>
                <a:t>I spent        hours </a:t>
              </a:r>
              <a:endParaRPr sz="2200">
                <a:latin typeface="Lexend"/>
                <a:ea typeface="Lexend"/>
                <a:cs typeface="Lexend"/>
                <a:sym typeface="Lexend"/>
              </a:endParaRPr>
            </a:p>
          </p:txBody>
        </p:sp>
        <p:pic>
          <p:nvPicPr>
            <p:cNvPr descr="&lt;math xmlns=&quot;http://www.w3.org/1998/Math/MathML&quot; display=&quot;block&quot; data-is-equatio=&quot;1&quot; data-latex=&quot;2\ \frac{3}{4}&quot;&gt;&lt;mn&gt;2&lt;/mn&gt;&lt;mtext&gt;&lt;/mtext&gt;&lt;mfrac&gt;&lt;mn&gt;3&lt;/mn&gt;&lt;mn&gt;4&lt;/mn&gt;&lt;/mfrac&gt;&lt;/math&gt;" id="1202" name="Google Shape;1202;p87" title="2 three fourths"/>
            <p:cNvPicPr preferRelativeResize="0"/>
            <p:nvPr/>
          </p:nvPicPr>
          <p:blipFill>
            <a:blip r:embed="rId6">
              <a:alphaModFix/>
            </a:blip>
            <a:stretch>
              <a:fillRect/>
            </a:stretch>
          </p:blipFill>
          <p:spPr>
            <a:xfrm>
              <a:off x="2590948" y="2982075"/>
              <a:ext cx="403258" cy="563749"/>
            </a:xfrm>
            <a:prstGeom prst="rect">
              <a:avLst/>
            </a:prstGeom>
            <a:noFill/>
            <a:ln>
              <a:noFill/>
            </a:ln>
          </p:spPr>
        </p:pic>
      </p:grpSp>
      <p:grpSp>
        <p:nvGrpSpPr>
          <p:cNvPr id="1203" name="Google Shape;1203;p87"/>
          <p:cNvGrpSpPr/>
          <p:nvPr/>
        </p:nvGrpSpPr>
        <p:grpSpPr>
          <a:xfrm>
            <a:off x="5495548" y="912074"/>
            <a:ext cx="1955251" cy="1316250"/>
            <a:chOff x="3619398" y="3239575"/>
            <a:chExt cx="1955251" cy="1316250"/>
          </a:xfrm>
        </p:grpSpPr>
        <p:pic>
          <p:nvPicPr>
            <p:cNvPr id="1204" name="Google Shape;1204;p87"/>
            <p:cNvPicPr preferRelativeResize="0"/>
            <p:nvPr/>
          </p:nvPicPr>
          <p:blipFill rotWithShape="1">
            <a:blip r:embed="rId5">
              <a:alphaModFix/>
            </a:blip>
            <a:srcRect b="0" l="0" r="69082" t="56280"/>
            <a:stretch/>
          </p:blipFill>
          <p:spPr>
            <a:xfrm>
              <a:off x="3619398" y="3239575"/>
              <a:ext cx="1955251" cy="1316250"/>
            </a:xfrm>
            <a:prstGeom prst="rect">
              <a:avLst/>
            </a:prstGeom>
            <a:noFill/>
            <a:ln>
              <a:noFill/>
            </a:ln>
          </p:spPr>
        </p:pic>
        <p:sp>
          <p:nvSpPr>
            <p:cNvPr id="1205" name="Google Shape;1205;p87"/>
            <p:cNvSpPr txBox="1"/>
            <p:nvPr/>
          </p:nvSpPr>
          <p:spPr>
            <a:xfrm>
              <a:off x="3664925" y="3418075"/>
              <a:ext cx="1457700" cy="77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latin typeface="Lexend"/>
                  <a:ea typeface="Lexend"/>
                  <a:cs typeface="Lexend"/>
                  <a:sym typeface="Lexend"/>
                </a:rPr>
                <a:t>I spent       hours</a:t>
              </a:r>
              <a:endParaRPr sz="2200">
                <a:latin typeface="Lexend"/>
                <a:ea typeface="Lexend"/>
                <a:cs typeface="Lexend"/>
                <a:sym typeface="Lexend"/>
              </a:endParaRPr>
            </a:p>
          </p:txBody>
        </p:sp>
        <p:pic>
          <p:nvPicPr>
            <p:cNvPr descr="&lt;math xmlns=&quot;http://www.w3.org/1998/Math/MathML&quot; display=&quot;block&quot; data-is-equatio=&quot;1&quot; data-latex=&quot;3\ \frac{5}{12}&quot;&gt;&lt;mn&gt;3&lt;/mn&gt;&lt;mtext&gt;&lt;/mtext&gt;&lt;mfrac&gt;&lt;mn&gt;5&lt;/mn&gt;&lt;mn&gt;12&lt;/mn&gt;&lt;/mfrac&gt;&lt;/math&gt;" id="1206" name="Google Shape;1206;p87" title="3 5 over 12"/>
            <p:cNvPicPr preferRelativeResize="0"/>
            <p:nvPr/>
          </p:nvPicPr>
          <p:blipFill>
            <a:blip r:embed="rId7">
              <a:alphaModFix/>
            </a:blip>
            <a:stretch>
              <a:fillRect/>
            </a:stretch>
          </p:blipFill>
          <p:spPr>
            <a:xfrm>
              <a:off x="4811240" y="3418076"/>
              <a:ext cx="538300" cy="563749"/>
            </a:xfrm>
            <a:prstGeom prst="rect">
              <a:avLst/>
            </a:prstGeom>
            <a:noFill/>
            <a:ln>
              <a:noFill/>
            </a:ln>
          </p:spPr>
        </p:pic>
      </p:grpSp>
      <p:sp>
        <p:nvSpPr>
          <p:cNvPr id="1207" name="Google Shape;1207;p87"/>
          <p:cNvSpPr txBox="1"/>
          <p:nvPr>
            <p:ph idx="1" type="body"/>
          </p:nvPr>
        </p:nvSpPr>
        <p:spPr>
          <a:xfrm>
            <a:off x="324000" y="2896125"/>
            <a:ext cx="7428000" cy="330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How much longer did Andeep spend on his homework?</a:t>
            </a:r>
            <a:endParaRPr/>
          </a:p>
        </p:txBody>
      </p:sp>
      <p:pic>
        <p:nvPicPr>
          <p:cNvPr descr="&lt;math xmlns=&quot;http://www.w3.org/1998/Math/MathML&quot; display=&quot;block&quot; data-is-equatio=&quot;1&quot; data-latex=&quot;3\ \frac{5}{12}-2\ \frac{3}{4}\ \ \ \ \left(3-2\right)+\left(\frac{5}{12}-\frac{3}{4}\right)&quot;&gt;&lt;mn&gt;3&lt;/mn&gt;&lt;mtext&gt;&lt;/mtext&gt;&lt;mfrac&gt;&lt;mn&gt;5&lt;/mn&gt;&lt;mn&gt;12&lt;/mn&gt;&lt;/mfrac&gt;&lt;mo&gt;−&lt;/mo&gt;&lt;mn&gt;2&lt;/mn&gt;&lt;mtext&gt;&lt;/mtext&gt;&lt;mfrac&gt;&lt;mn&gt;3&lt;/mn&gt;&lt;mn&gt;4&lt;/mn&gt;&lt;/mfrac&gt;&lt;mtext&gt;&lt;/mtext&gt;&lt;mtext&gt;&lt;/mtext&gt;&lt;mtext&gt;&lt;/mtext&gt;&lt;mtext&gt;&lt;/mtext&gt;&lt;mrow data-mjx-texclass=&quot;INNER&quot;&gt;&lt;mo data-mjx-texclass=&quot;OPEN&quot;&gt;(&lt;/mo&gt;&lt;mn&gt;3&lt;/mn&gt;&lt;mo&gt;−&lt;/mo&gt;&lt;mn&gt;2&lt;/mn&gt;&lt;mo data-mjx-texclass=&quot;CLOSE&quot;&gt;)&lt;/mo&gt;&lt;/mrow&gt;&lt;mo&gt;+&lt;/mo&gt;&lt;mrow data-mjx-texclass=&quot;INNER&quot;&gt;&lt;mo data-mjx-texclass=&quot;OPEN&quot;&gt;(&lt;/mo&gt;&lt;mfrac&gt;&lt;mn&gt;5&lt;/mn&gt;&lt;mn&gt;12&lt;/mn&gt;&lt;/mfrac&gt;&lt;mo&gt;−&lt;/mo&gt;&lt;mfrac&gt;&lt;mn&gt;3&lt;/mn&gt;&lt;mn&gt;4&lt;/mn&gt;&lt;/mfrac&gt;&lt;mo data-mjx-texclass=&quot;CLOSE&quot;&gt;)&lt;/mo&gt;&lt;/mrow&gt;&lt;/math&gt;" id="1208" name="Google Shape;1208;p87" title="3 5 over 12 minus 2 three fourths open paren 3 minus 2 close paren plus open paren 5 over 12 minus three fourths close paren"/>
          <p:cNvPicPr preferRelativeResize="0"/>
          <p:nvPr/>
        </p:nvPicPr>
        <p:blipFill rotWithShape="1">
          <a:blip r:embed="rId8">
            <a:alphaModFix/>
          </a:blip>
          <a:srcRect b="0" l="0" r="63931" t="0"/>
          <a:stretch/>
        </p:blipFill>
        <p:spPr>
          <a:xfrm>
            <a:off x="1957617" y="3275500"/>
            <a:ext cx="1704124" cy="803900"/>
          </a:xfrm>
          <a:prstGeom prst="rect">
            <a:avLst/>
          </a:prstGeom>
          <a:noFill/>
          <a:ln>
            <a:noFill/>
          </a:ln>
        </p:spPr>
      </p:pic>
      <p:pic>
        <p:nvPicPr>
          <p:cNvPr descr="&lt;math xmlns=&quot;http://www.w3.org/1998/Math/MathML&quot; display=&quot;block&quot; data-is-equatio=&quot;1&quot; data-latex=&quot;3\ \frac{5}{12}-2\ \frac{3}{4}\ \ \ \ \left(3-2\right)+\left(\frac{5}{12}-\frac{3}{4}\right)&quot;&gt;&lt;mn&gt;3&lt;/mn&gt;&lt;mtext&gt;&lt;/mtext&gt;&lt;mfrac&gt;&lt;mn&gt;5&lt;/mn&gt;&lt;mn&gt;12&lt;/mn&gt;&lt;/mfrac&gt;&lt;mo&gt;−&lt;/mo&gt;&lt;mn&gt;2&lt;/mn&gt;&lt;mtext&gt;&lt;/mtext&gt;&lt;mfrac&gt;&lt;mn&gt;3&lt;/mn&gt;&lt;mn&gt;4&lt;/mn&gt;&lt;/mfrac&gt;&lt;mtext&gt;&lt;/mtext&gt;&lt;mtext&gt;&lt;/mtext&gt;&lt;mtext&gt;&lt;/mtext&gt;&lt;mtext&gt;&lt;/mtext&gt;&lt;mrow data-mjx-texclass=&quot;INNER&quot;&gt;&lt;mo data-mjx-texclass=&quot;OPEN&quot;&gt;(&lt;/mo&gt;&lt;mn&gt;3&lt;/mn&gt;&lt;mo&gt;−&lt;/mo&gt;&lt;mn&gt;2&lt;/mn&gt;&lt;mo data-mjx-texclass=&quot;CLOSE&quot;&gt;)&lt;/mo&gt;&lt;/mrow&gt;&lt;mo&gt;+&lt;/mo&gt;&lt;mrow data-mjx-texclass=&quot;INNER&quot;&gt;&lt;mo data-mjx-texclass=&quot;OPEN&quot;&gt;(&lt;/mo&gt;&lt;mfrac&gt;&lt;mn&gt;5&lt;/mn&gt;&lt;mn&gt;12&lt;/mn&gt;&lt;/mfrac&gt;&lt;mo&gt;−&lt;/mo&gt;&lt;mfrac&gt;&lt;mn&gt;3&lt;/mn&gt;&lt;mn&gt;4&lt;/mn&gt;&lt;/mfrac&gt;&lt;mo data-mjx-texclass=&quot;CLOSE&quot;&gt;)&lt;/mo&gt;&lt;/mrow&gt;&lt;/math&gt;" id="1209" name="Google Shape;1209;p87" title="3 5 over 12 minus 2 three fourths open paren 3 minus 2 close paren plus open paren 5 over 12 minus three fourths close paren"/>
          <p:cNvPicPr preferRelativeResize="0"/>
          <p:nvPr/>
        </p:nvPicPr>
        <p:blipFill rotWithShape="1">
          <a:blip r:embed="rId8">
            <a:alphaModFix/>
          </a:blip>
          <a:srcRect b="0" l="39154" r="0" t="0"/>
          <a:stretch/>
        </p:blipFill>
        <p:spPr>
          <a:xfrm>
            <a:off x="4419588" y="3229475"/>
            <a:ext cx="2874738" cy="803900"/>
          </a:xfrm>
          <a:prstGeom prst="rect">
            <a:avLst/>
          </a:prstGeom>
          <a:noFill/>
          <a:ln>
            <a:noFill/>
          </a:ln>
        </p:spPr>
      </p:pic>
      <p:sp>
        <p:nvSpPr>
          <p:cNvPr id="1210" name="Google Shape;1210;p87"/>
          <p:cNvSpPr txBox="1"/>
          <p:nvPr>
            <p:ph idx="1" type="body"/>
          </p:nvPr>
        </p:nvSpPr>
        <p:spPr>
          <a:xfrm>
            <a:off x="324000" y="4089312"/>
            <a:ext cx="3045600" cy="44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Are these equivalent?</a:t>
            </a:r>
            <a:endParaRPr/>
          </a:p>
        </p:txBody>
      </p:sp>
      <p:sp>
        <p:nvSpPr>
          <p:cNvPr id="1211" name="Google Shape;1211;p87"/>
          <p:cNvSpPr txBox="1"/>
          <p:nvPr>
            <p:ph idx="1" type="body"/>
          </p:nvPr>
        </p:nvSpPr>
        <p:spPr>
          <a:xfrm>
            <a:off x="324000" y="4477092"/>
            <a:ext cx="4741800" cy="44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Kalam"/>
                <a:ea typeface="Kalam"/>
                <a:cs typeface="Kalam"/>
                <a:sym typeface="Kalam"/>
              </a:rPr>
              <a:t>Yes, as they use the commutative law. </a:t>
            </a:r>
            <a:endParaRPr>
              <a:latin typeface="Kalam"/>
              <a:ea typeface="Kalam"/>
              <a:cs typeface="Kalam"/>
              <a:sym typeface="Kalam"/>
            </a:endParaRPr>
          </a:p>
        </p:txBody>
      </p:sp>
      <p:sp>
        <p:nvSpPr>
          <p:cNvPr id="1212" name="Google Shape;1212;p87"/>
          <p:cNvSpPr txBox="1"/>
          <p:nvPr/>
        </p:nvSpPr>
        <p:spPr>
          <a:xfrm>
            <a:off x="3875163" y="3470725"/>
            <a:ext cx="214200" cy="242700"/>
          </a:xfrm>
          <a:prstGeom prst="rect">
            <a:avLst/>
          </a:prstGeom>
          <a:noFill/>
          <a:ln>
            <a:noFill/>
          </a:ln>
        </p:spPr>
        <p:txBody>
          <a:bodyPr anchorCtr="0" anchor="ctr" bIns="0" lIns="0" spcFirstLastPara="1" rIns="18000" wrap="square" tIns="0">
            <a:noAutofit/>
          </a:bodyPr>
          <a:lstStyle/>
          <a:p>
            <a:pPr indent="0" lvl="0" marL="0" rtl="0" algn="ctr">
              <a:lnSpc>
                <a:spcPct val="115000"/>
              </a:lnSpc>
              <a:spcBef>
                <a:spcPts val="0"/>
              </a:spcBef>
              <a:spcAft>
                <a:spcPts val="0"/>
              </a:spcAft>
              <a:buNone/>
            </a:pPr>
            <a:r>
              <a:rPr lang="en-GB" sz="2200">
                <a:latin typeface="Lexend"/>
                <a:ea typeface="Lexend"/>
                <a:cs typeface="Lexend"/>
                <a:sym typeface="Lexend"/>
              </a:rPr>
              <a:t>=</a:t>
            </a:r>
            <a:endParaRPr b="1" sz="22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6" name="Shape 1216"/>
        <p:cNvGrpSpPr/>
        <p:nvPr/>
      </p:nvGrpSpPr>
      <p:grpSpPr>
        <a:xfrm>
          <a:off x="0" y="0"/>
          <a:ext cx="0" cy="0"/>
          <a:chOff x="0" y="0"/>
          <a:chExt cx="0" cy="0"/>
        </a:xfrm>
      </p:grpSpPr>
      <p:sp>
        <p:nvSpPr>
          <p:cNvPr id="1217" name="Google Shape;1217;p88"/>
          <p:cNvSpPr/>
          <p:nvPr/>
        </p:nvSpPr>
        <p:spPr>
          <a:xfrm>
            <a:off x="3828925" y="3354625"/>
            <a:ext cx="995100" cy="7938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18" name="Google Shape;1218;p88"/>
          <p:cNvSpPr/>
          <p:nvPr/>
        </p:nvSpPr>
        <p:spPr>
          <a:xfrm>
            <a:off x="3696600" y="2468450"/>
            <a:ext cx="1181100" cy="7938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frac{5}{12}-\frac{9}{12}=\left(-\frac{4}{12}\right)&quot;&gt;&lt;mfrac&gt;&lt;mn&gt;5&lt;/mn&gt;&lt;mn&gt;12&lt;/mn&gt;&lt;/mfrac&gt;&lt;mo&gt;−&lt;/mo&gt;&lt;mfrac&gt;&lt;mn&gt;9&lt;/mn&gt;&lt;mn&gt;12&lt;/mn&gt;&lt;/mfrac&gt;&lt;mo&gt;=&lt;/mo&gt;&lt;mrow data-mjx-texclass=&quot;INNER&quot;&gt;&lt;mo data-mjx-texclass=&quot;OPEN&quot;&gt;(&lt;/mo&gt;&lt;mo&gt;−&lt;/mo&gt;&lt;mfrac&gt;&lt;mn&gt;4&lt;/mn&gt;&lt;mn&gt;12&lt;/mn&gt;&lt;/mfrac&gt;&lt;mo data-mjx-texclass=&quot;CLOSE&quot;&gt;)&lt;/mo&gt;&lt;/mrow&gt;&lt;/math&gt;" id="1219" name="Google Shape;1219;p88" title="5 over 12 minus 9 over 12 equals open paren negative 4 over 12 close paren"/>
          <p:cNvPicPr preferRelativeResize="0"/>
          <p:nvPr/>
        </p:nvPicPr>
        <p:blipFill rotWithShape="1">
          <a:blip r:embed="rId3">
            <a:alphaModFix/>
          </a:blip>
          <a:srcRect b="0" l="0" r="52741" t="0"/>
          <a:stretch/>
        </p:blipFill>
        <p:spPr>
          <a:xfrm>
            <a:off x="3734100" y="2491150"/>
            <a:ext cx="1181099" cy="742000"/>
          </a:xfrm>
          <a:prstGeom prst="rect">
            <a:avLst/>
          </a:prstGeom>
          <a:noFill/>
          <a:ln>
            <a:noFill/>
          </a:ln>
        </p:spPr>
      </p:pic>
      <p:sp>
        <p:nvSpPr>
          <p:cNvPr id="1220" name="Google Shape;1220;p88"/>
          <p:cNvSpPr/>
          <p:nvPr/>
        </p:nvSpPr>
        <p:spPr>
          <a:xfrm>
            <a:off x="2501575" y="2705150"/>
            <a:ext cx="270000" cy="3204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3\ \frac{5}{12}-2\ \frac{3}{4}\ \ \ \ \left(3-2\right)+\left(\frac{5}{12}-\frac{3}{4}\right)&quot;&gt;&lt;mn&gt;3&lt;/mn&gt;&lt;mtext&gt;&lt;/mtext&gt;&lt;mfrac&gt;&lt;mn&gt;5&lt;/mn&gt;&lt;mn&gt;12&lt;/mn&gt;&lt;/mfrac&gt;&lt;mo&gt;−&lt;/mo&gt;&lt;mn&gt;2&lt;/mn&gt;&lt;mtext&gt;&lt;/mtext&gt;&lt;mfrac&gt;&lt;mn&gt;3&lt;/mn&gt;&lt;mn&gt;4&lt;/mn&gt;&lt;/mfrac&gt;&lt;mtext&gt;&lt;/mtext&gt;&lt;mtext&gt;&lt;/mtext&gt;&lt;mtext&gt;&lt;/mtext&gt;&lt;mtext&gt;&lt;/mtext&gt;&lt;mrow data-mjx-texclass=&quot;INNER&quot;&gt;&lt;mo data-mjx-texclass=&quot;OPEN&quot;&gt;(&lt;/mo&gt;&lt;mn&gt;3&lt;/mn&gt;&lt;mo&gt;−&lt;/mo&gt;&lt;mn&gt;2&lt;/mn&gt;&lt;mo data-mjx-texclass=&quot;CLOSE&quot;&gt;)&lt;/mo&gt;&lt;/mrow&gt;&lt;mo&gt;+&lt;/mo&gt;&lt;mrow data-mjx-texclass=&quot;INNER&quot;&gt;&lt;mo data-mjx-texclass=&quot;OPEN&quot;&gt;(&lt;/mo&gt;&lt;mfrac&gt;&lt;mn&gt;5&lt;/mn&gt;&lt;mn&gt;12&lt;/mn&gt;&lt;/mfrac&gt;&lt;mo&gt;−&lt;/mo&gt;&lt;mfrac&gt;&lt;mn&gt;3&lt;/mn&gt;&lt;mn&gt;4&lt;/mn&gt;&lt;/mfrac&gt;&lt;mo data-mjx-texclass=&quot;CLOSE&quot;&gt;)&lt;/mo&gt;&lt;/mrow&gt;&lt;/math&gt;" id="1221" name="Google Shape;1221;p88" title="3 5 over 12 minus 2 three fourths open paren 3 minus 2 close paren plus open paren 5 over 12 minus three fourths close paren"/>
          <p:cNvPicPr preferRelativeResize="0"/>
          <p:nvPr/>
        </p:nvPicPr>
        <p:blipFill rotWithShape="1">
          <a:blip r:embed="rId4">
            <a:alphaModFix/>
          </a:blip>
          <a:srcRect b="0" l="39154" r="0" t="0"/>
          <a:stretch/>
        </p:blipFill>
        <p:spPr>
          <a:xfrm>
            <a:off x="2100163" y="1572000"/>
            <a:ext cx="2874738" cy="803900"/>
          </a:xfrm>
          <a:prstGeom prst="rect">
            <a:avLst/>
          </a:prstGeom>
          <a:noFill/>
          <a:ln>
            <a:noFill/>
          </a:ln>
        </p:spPr>
      </p:pic>
      <p:sp>
        <p:nvSpPr>
          <p:cNvPr id="1222" name="Google Shape;1222;p8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Efficient calculation strategies</a:t>
            </a:r>
            <a:endParaRPr/>
          </a:p>
        </p:txBody>
      </p:sp>
      <p:pic>
        <p:nvPicPr>
          <p:cNvPr descr="&lt;math xmlns=&quot;http://www.w3.org/1998/Math/MathML&quot; display=&quot;block&quot; data-is-equatio=&quot;1&quot; data-latex=&quot;\frac{9}{12}+\frac{5}{12}=\frac{14}{12}=\frac{7}{6}=1\frac{1}{6}&quot;&gt;&lt;mfrac&gt;&lt;mn&gt;9&lt;/mn&gt;&lt;mn&gt;12&lt;/mn&gt;&lt;/mfrac&gt;&lt;mo&gt;+&lt;/mo&gt;&lt;mfrac&gt;&lt;mn&gt;5&lt;/mn&gt;&lt;mn&gt;12&lt;/mn&gt;&lt;/mfrac&gt;&lt;mo&gt;=&lt;/mo&gt;&lt;mfrac&gt;&lt;mn&gt;14&lt;/mn&gt;&lt;mn&gt;12&lt;/mn&gt;&lt;/mfrac&gt;&lt;mo&gt;=&lt;/mo&gt;&lt;mfrac&gt;&lt;mn&gt;7&lt;/mn&gt;&lt;mn&gt;6&lt;/mn&gt;&lt;/mfrac&gt;&lt;mo&gt;=&lt;/mo&gt;&lt;mn&gt;1&lt;/mn&gt;&lt;mfrac&gt;&lt;mn&gt;1&lt;/mn&gt;&lt;mn&gt;6&lt;/mn&gt;&lt;/mfrac&gt;&lt;/math&gt;" id="1223" name="Google Shape;1223;p88" title="9 over 12 plus 5 over 12 equals 14 over 12 equals seven sixths equals 1 and one sixth"/>
          <p:cNvPicPr preferRelativeResize="0"/>
          <p:nvPr/>
        </p:nvPicPr>
        <p:blipFill rotWithShape="1">
          <a:blip r:embed="rId5">
            <a:alphaModFix/>
          </a:blip>
          <a:srcRect b="0" l="12906" r="78698" t="0"/>
          <a:stretch/>
        </p:blipFill>
        <p:spPr>
          <a:xfrm>
            <a:off x="3091063" y="2569800"/>
            <a:ext cx="269999" cy="613500"/>
          </a:xfrm>
          <a:prstGeom prst="rect">
            <a:avLst/>
          </a:prstGeom>
          <a:noFill/>
          <a:ln>
            <a:noFill/>
          </a:ln>
        </p:spPr>
      </p:pic>
      <p:sp>
        <p:nvSpPr>
          <p:cNvPr id="1224" name="Google Shape;1224;p88"/>
          <p:cNvSpPr txBox="1"/>
          <p:nvPr>
            <p:ph idx="1" type="body"/>
          </p:nvPr>
        </p:nvSpPr>
        <p:spPr>
          <a:xfrm>
            <a:off x="324000" y="759300"/>
            <a:ext cx="8237700" cy="731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We can find the difference of the integers and fractions separately and then find the sum of those.</a:t>
            </a:r>
            <a:endParaRPr/>
          </a:p>
        </p:txBody>
      </p:sp>
      <p:sp>
        <p:nvSpPr>
          <p:cNvPr id="1225" name="Google Shape;1225;p88"/>
          <p:cNvSpPr txBox="1"/>
          <p:nvPr/>
        </p:nvSpPr>
        <p:spPr>
          <a:xfrm>
            <a:off x="1916463" y="1850725"/>
            <a:ext cx="214200" cy="242700"/>
          </a:xfrm>
          <a:prstGeom prst="rect">
            <a:avLst/>
          </a:prstGeom>
          <a:noFill/>
          <a:ln>
            <a:noFill/>
          </a:ln>
        </p:spPr>
        <p:txBody>
          <a:bodyPr anchorCtr="0" anchor="ctr" bIns="0" lIns="0" spcFirstLastPara="1" rIns="18000" wrap="square" tIns="0">
            <a:noAutofit/>
          </a:bodyPr>
          <a:lstStyle/>
          <a:p>
            <a:pPr indent="0" lvl="0" marL="0" rtl="0" algn="ctr">
              <a:lnSpc>
                <a:spcPct val="115000"/>
              </a:lnSpc>
              <a:spcBef>
                <a:spcPts val="0"/>
              </a:spcBef>
              <a:spcAft>
                <a:spcPts val="0"/>
              </a:spcAft>
              <a:buNone/>
            </a:pPr>
            <a:r>
              <a:rPr lang="en-GB" sz="2200">
                <a:latin typeface="Lexend"/>
                <a:ea typeface="Lexend"/>
                <a:cs typeface="Lexend"/>
                <a:sym typeface="Lexend"/>
              </a:rPr>
              <a:t>=</a:t>
            </a:r>
            <a:endParaRPr b="1" sz="2200">
              <a:latin typeface="Lexend"/>
              <a:ea typeface="Lexend"/>
              <a:cs typeface="Lexend"/>
              <a:sym typeface="Lexend"/>
            </a:endParaRPr>
          </a:p>
        </p:txBody>
      </p:sp>
      <p:sp>
        <p:nvSpPr>
          <p:cNvPr id="1226" name="Google Shape;1226;p88"/>
          <p:cNvSpPr/>
          <p:nvPr/>
        </p:nvSpPr>
        <p:spPr>
          <a:xfrm>
            <a:off x="2160925" y="1806375"/>
            <a:ext cx="951300" cy="3204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27" name="Google Shape;1227;p88"/>
          <p:cNvSpPr/>
          <p:nvPr/>
        </p:nvSpPr>
        <p:spPr>
          <a:xfrm>
            <a:off x="3483325" y="1582275"/>
            <a:ext cx="1526700" cy="7938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3\ \frac{5}{12}-2\ \frac{3}{4}\ \ \ \ \left(3-2\right)+\left(\frac{5}{12}-\frac{3}{4}\right)&quot;&gt;&lt;mn&gt;3&lt;/mn&gt;&lt;mtext&gt;&lt;/mtext&gt;&lt;mfrac&gt;&lt;mn&gt;5&lt;/mn&gt;&lt;mn&gt;12&lt;/mn&gt;&lt;/mfrac&gt;&lt;mo&gt;−&lt;/mo&gt;&lt;mn&gt;2&lt;/mn&gt;&lt;mtext&gt;&lt;/mtext&gt;&lt;mfrac&gt;&lt;mn&gt;3&lt;/mn&gt;&lt;mn&gt;4&lt;/mn&gt;&lt;/mfrac&gt;&lt;mtext&gt;&lt;/mtext&gt;&lt;mtext&gt;&lt;/mtext&gt;&lt;mtext&gt;&lt;/mtext&gt;&lt;mtext&gt;&lt;/mtext&gt;&lt;mrow data-mjx-texclass=&quot;INNER&quot;&gt;&lt;mo data-mjx-texclass=&quot;OPEN&quot;&gt;(&lt;/mo&gt;&lt;mn&gt;3&lt;/mn&gt;&lt;mo&gt;−&lt;/mo&gt;&lt;mn&gt;2&lt;/mn&gt;&lt;mo data-mjx-texclass=&quot;CLOSE&quot;&gt;)&lt;/mo&gt;&lt;/mrow&gt;&lt;mo&gt;+&lt;/mo&gt;&lt;mrow data-mjx-texclass=&quot;INNER&quot;&gt;&lt;mo data-mjx-texclass=&quot;OPEN&quot;&gt;(&lt;/mo&gt;&lt;mfrac&gt;&lt;mn&gt;5&lt;/mn&gt;&lt;mn&gt;12&lt;/mn&gt;&lt;/mfrac&gt;&lt;mo&gt;−&lt;/mo&gt;&lt;mfrac&gt;&lt;mn&gt;3&lt;/mn&gt;&lt;mn&gt;4&lt;/mn&gt;&lt;/mfrac&gt;&lt;mo data-mjx-texclass=&quot;CLOSE&quot;&gt;)&lt;/mo&gt;&lt;/mrow&gt;&lt;/math&gt;" id="1228" name="Google Shape;1228;p88" title="3 5 over 12 minus 2 three fourths open paren 3 minus 2 close paren plus open paren 5 over 12 minus three fourths close paren"/>
          <p:cNvPicPr preferRelativeResize="0"/>
          <p:nvPr/>
        </p:nvPicPr>
        <p:blipFill rotWithShape="1">
          <a:blip r:embed="rId4">
            <a:alphaModFix/>
          </a:blip>
          <a:srcRect b="0" l="0" r="63931" t="0"/>
          <a:stretch/>
        </p:blipFill>
        <p:spPr>
          <a:xfrm>
            <a:off x="323992" y="1618025"/>
            <a:ext cx="1704124" cy="803900"/>
          </a:xfrm>
          <a:prstGeom prst="rect">
            <a:avLst/>
          </a:prstGeom>
          <a:noFill/>
          <a:ln>
            <a:noFill/>
          </a:ln>
        </p:spPr>
      </p:pic>
      <p:pic>
        <p:nvPicPr>
          <p:cNvPr descr="&lt;math xmlns=&quot;http://www.w3.org/1998/Math/MathML&quot; display=&quot;block&quot; data-is-equatio=&quot;1&quot; data-latex=&quot;3\ \frac{5}{12}-2\ \frac{3}{4}\ \ \ \ \left(3-2\right)+\left(\frac{5}{12}-\frac{3}{4}\right)&quot;&gt;&lt;mn&gt;3&lt;/mn&gt;&lt;mtext&gt;&lt;/mtext&gt;&lt;mfrac&gt;&lt;mn&gt;5&lt;/mn&gt;&lt;mn&gt;12&lt;/mn&gt;&lt;/mfrac&gt;&lt;mo&gt;−&lt;/mo&gt;&lt;mn&gt;2&lt;/mn&gt;&lt;mtext&gt;&lt;/mtext&gt;&lt;mfrac&gt;&lt;mn&gt;3&lt;/mn&gt;&lt;mn&gt;4&lt;/mn&gt;&lt;/mfrac&gt;&lt;mtext&gt;&lt;/mtext&gt;&lt;mtext&gt;&lt;/mtext&gt;&lt;mtext&gt;&lt;/mtext&gt;&lt;mtext&gt;&lt;/mtext&gt;&lt;mrow data-mjx-texclass=&quot;INNER&quot;&gt;&lt;mo data-mjx-texclass=&quot;OPEN&quot;&gt;(&lt;/mo&gt;&lt;mn&gt;3&lt;/mn&gt;&lt;mo&gt;−&lt;/mo&gt;&lt;mn&gt;2&lt;/mn&gt;&lt;mo data-mjx-texclass=&quot;CLOSE&quot;&gt;)&lt;/mo&gt;&lt;/mrow&gt;&lt;mo&gt;+&lt;/mo&gt;&lt;mrow data-mjx-texclass=&quot;INNER&quot;&gt;&lt;mo data-mjx-texclass=&quot;OPEN&quot;&gt;(&lt;/mo&gt;&lt;mfrac&gt;&lt;mn&gt;5&lt;/mn&gt;&lt;mn&gt;12&lt;/mn&gt;&lt;/mfrac&gt;&lt;mo&gt;−&lt;/mo&gt;&lt;mfrac&gt;&lt;mn&gt;3&lt;/mn&gt;&lt;mn&gt;4&lt;/mn&gt;&lt;/mfrac&gt;&lt;mo data-mjx-texclass=&quot;CLOSE&quot;&gt;)&lt;/mo&gt;&lt;/mrow&gt;&lt;/math&gt;" id="1229" name="Google Shape;1229;p88" title="3 5 over 12 minus 2 three fourths open paren 3 minus 2 close paren plus open paren 5 over 12 minus three fourths close paren"/>
          <p:cNvPicPr preferRelativeResize="0"/>
          <p:nvPr/>
        </p:nvPicPr>
        <p:blipFill rotWithShape="1">
          <a:blip r:embed="rId4">
            <a:alphaModFix/>
          </a:blip>
          <a:srcRect b="1251" l="6149" r="91050" t="54363"/>
          <a:stretch/>
        </p:blipFill>
        <p:spPr>
          <a:xfrm>
            <a:off x="2560262" y="2700750"/>
            <a:ext cx="132276" cy="356800"/>
          </a:xfrm>
          <a:prstGeom prst="rect">
            <a:avLst/>
          </a:prstGeom>
          <a:noFill/>
          <a:ln>
            <a:noFill/>
          </a:ln>
        </p:spPr>
      </p:pic>
      <p:pic>
        <p:nvPicPr>
          <p:cNvPr descr="&lt;math xmlns=&quot;http://www.w3.org/1998/Math/MathML&quot; display=&quot;block&quot; data-is-equatio=&quot;1&quot; data-latex=&quot;\frac{9}{12}+\frac{5}{12}=\frac{14}{12}=\frac{7}{6}=1\frac{1}{6}&quot;&gt;&lt;mfrac&gt;&lt;mn&gt;9&lt;/mn&gt;&lt;mn&gt;12&lt;/mn&gt;&lt;/mfrac&gt;&lt;mo&gt;+&lt;/mo&gt;&lt;mfrac&gt;&lt;mn&gt;5&lt;/mn&gt;&lt;mn&gt;12&lt;/mn&gt;&lt;/mfrac&gt;&lt;mo&gt;=&lt;/mo&gt;&lt;mfrac&gt;&lt;mn&gt;14&lt;/mn&gt;&lt;mn&gt;12&lt;/mn&gt;&lt;/mfrac&gt;&lt;mo&gt;=&lt;/mo&gt;&lt;mfrac&gt;&lt;mn&gt;7&lt;/mn&gt;&lt;mn&gt;6&lt;/mn&gt;&lt;/mfrac&gt;&lt;mo&gt;=&lt;/mo&gt;&lt;mn&gt;1&lt;/mn&gt;&lt;mfrac&gt;&lt;mn&gt;1&lt;/mn&gt;&lt;mn&gt;6&lt;/mn&gt;&lt;/mfrac&gt;&lt;/math&gt;" id="1230" name="Google Shape;1230;p88" title="9 over 12 plus 5 over 12 equals 14 over 12 equals seven sixths equals 1 and one sixth"/>
          <p:cNvPicPr preferRelativeResize="0"/>
          <p:nvPr/>
        </p:nvPicPr>
        <p:blipFill rotWithShape="1">
          <a:blip r:embed="rId5">
            <a:alphaModFix/>
          </a:blip>
          <a:srcRect b="0" l="12906" r="78698" t="0"/>
          <a:stretch/>
        </p:blipFill>
        <p:spPr>
          <a:xfrm>
            <a:off x="3091063" y="3408000"/>
            <a:ext cx="269999" cy="613500"/>
          </a:xfrm>
          <a:prstGeom prst="rect">
            <a:avLst/>
          </a:prstGeom>
          <a:noFill/>
          <a:ln>
            <a:noFill/>
          </a:ln>
        </p:spPr>
      </p:pic>
      <p:pic>
        <p:nvPicPr>
          <p:cNvPr descr="&lt;math xmlns=&quot;http://www.w3.org/1998/Math/MathML&quot; display=&quot;block&quot; data-is-equatio=&quot;1&quot; data-latex=&quot;3\ \frac{5}{12}-2\ \frac{3}{4}\ \ \ \ \left(3-2\right)+\left(\frac{5}{12}-\frac{3}{4}\right)&quot;&gt;&lt;mn&gt;3&lt;/mn&gt;&lt;mtext&gt;&lt;/mtext&gt;&lt;mfrac&gt;&lt;mn&gt;5&lt;/mn&gt;&lt;mn&gt;12&lt;/mn&gt;&lt;/mfrac&gt;&lt;mo&gt;−&lt;/mo&gt;&lt;mn&gt;2&lt;/mn&gt;&lt;mtext&gt;&lt;/mtext&gt;&lt;mfrac&gt;&lt;mn&gt;3&lt;/mn&gt;&lt;mn&gt;4&lt;/mn&gt;&lt;/mfrac&gt;&lt;mtext&gt;&lt;/mtext&gt;&lt;mtext&gt;&lt;/mtext&gt;&lt;mtext&gt;&lt;/mtext&gt;&lt;mtext&gt;&lt;/mtext&gt;&lt;mrow data-mjx-texclass=&quot;INNER&quot;&gt;&lt;mo data-mjx-texclass=&quot;OPEN&quot;&gt;(&lt;/mo&gt;&lt;mn&gt;3&lt;/mn&gt;&lt;mo&gt;−&lt;/mo&gt;&lt;mn&gt;2&lt;/mn&gt;&lt;mo data-mjx-texclass=&quot;CLOSE&quot;&gt;)&lt;/mo&gt;&lt;/mrow&gt;&lt;mo&gt;+&lt;/mo&gt;&lt;mrow data-mjx-texclass=&quot;INNER&quot;&gt;&lt;mo data-mjx-texclass=&quot;OPEN&quot;&gt;(&lt;/mo&gt;&lt;mfrac&gt;&lt;mn&gt;5&lt;/mn&gt;&lt;mn&gt;12&lt;/mn&gt;&lt;/mfrac&gt;&lt;mo&gt;−&lt;/mo&gt;&lt;mfrac&gt;&lt;mn&gt;3&lt;/mn&gt;&lt;mn&gt;4&lt;/mn&gt;&lt;/mfrac&gt;&lt;mo data-mjx-texclass=&quot;CLOSE&quot;&gt;)&lt;/mo&gt;&lt;/mrow&gt;&lt;/math&gt;" id="1231" name="Google Shape;1231;p88" title="3 5 over 12 minus 2 three fourths open paren 3 minus 2 close paren plus open paren 5 over 12 minus three fourths close paren"/>
          <p:cNvPicPr preferRelativeResize="0"/>
          <p:nvPr/>
        </p:nvPicPr>
        <p:blipFill rotWithShape="1">
          <a:blip r:embed="rId4">
            <a:alphaModFix/>
          </a:blip>
          <a:srcRect b="1251" l="6149" r="91050" t="54363"/>
          <a:stretch/>
        </p:blipFill>
        <p:spPr>
          <a:xfrm>
            <a:off x="2560262" y="3538950"/>
            <a:ext cx="132276" cy="356800"/>
          </a:xfrm>
          <a:prstGeom prst="rect">
            <a:avLst/>
          </a:prstGeom>
          <a:noFill/>
          <a:ln>
            <a:noFill/>
          </a:ln>
        </p:spPr>
      </p:pic>
      <p:pic>
        <p:nvPicPr>
          <p:cNvPr descr="&lt;math xmlns=&quot;http://www.w3.org/1998/Math/MathML&quot; display=&quot;block&quot; data-is-equatio=&quot;1&quot; data-latex=&quot;\left(-\frac{4}{12}\right)&quot;&gt;&lt;mrow data-mjx-texclass=&quot;INNER&quot;&gt;&lt;mo data-mjx-texclass=&quot;OPEN&quot;&gt;(&lt;/mo&gt;&lt;mo&gt;−&lt;/mo&gt;&lt;mfrac&gt;&lt;mn&gt;4&lt;/mn&gt;&lt;mn&gt;12&lt;/mn&gt;&lt;/mfrac&gt;&lt;mo data-mjx-texclass=&quot;CLOSE&quot;&gt;)&lt;/mo&gt;&lt;/mrow&gt;&lt;/math&gt;" id="1232" name="Google Shape;1232;p88" title="open paren negative 4 over 12 close paren"/>
          <p:cNvPicPr preferRelativeResize="0"/>
          <p:nvPr/>
        </p:nvPicPr>
        <p:blipFill>
          <a:blip r:embed="rId6">
            <a:alphaModFix/>
          </a:blip>
          <a:stretch>
            <a:fillRect/>
          </a:stretch>
        </p:blipFill>
        <p:spPr>
          <a:xfrm>
            <a:off x="3896863" y="3408000"/>
            <a:ext cx="855575" cy="660950"/>
          </a:xfrm>
          <a:prstGeom prst="rect">
            <a:avLst/>
          </a:prstGeom>
          <a:noFill/>
          <a:ln>
            <a:noFill/>
          </a:ln>
        </p:spPr>
      </p:pic>
      <p:pic>
        <p:nvPicPr>
          <p:cNvPr descr="&lt;math xmlns=&quot;http://www.w3.org/1998/Math/MathML&quot; display=&quot;block&quot; data-is-equatio=&quot;1&quot; data-latex=&quot;=\frac{8}{12}=\frac{2}{3}&quot;&gt;&lt;mo&gt;=&lt;/mo&gt;&lt;mfrac&gt;&lt;mn&gt;8&lt;/mn&gt;&lt;mn&gt;12&lt;/mn&gt;&lt;/mfrac&gt;&lt;mo&gt;=&lt;/mo&gt;&lt;mfrac&gt;&lt;mn&gt;2&lt;/mn&gt;&lt;mn&gt;3&lt;/mn&gt;&lt;/mfrac&gt;&lt;/math&gt;" id="1233" name="Google Shape;1233;p88" title="equals 8 over 12 equals two thirds"/>
          <p:cNvPicPr preferRelativeResize="0"/>
          <p:nvPr/>
        </p:nvPicPr>
        <p:blipFill>
          <a:blip r:embed="rId7">
            <a:alphaModFix/>
          </a:blip>
          <a:stretch>
            <a:fillRect/>
          </a:stretch>
        </p:blipFill>
        <p:spPr>
          <a:xfrm>
            <a:off x="5103525" y="3444775"/>
            <a:ext cx="1262302" cy="613500"/>
          </a:xfrm>
          <a:prstGeom prst="rect">
            <a:avLst/>
          </a:prstGeom>
          <a:noFill/>
          <a:ln>
            <a:noFill/>
          </a:ln>
        </p:spPr>
      </p:pic>
      <p:sp>
        <p:nvSpPr>
          <p:cNvPr id="1234" name="Google Shape;1234;p88"/>
          <p:cNvSpPr/>
          <p:nvPr/>
        </p:nvSpPr>
        <p:spPr>
          <a:xfrm>
            <a:off x="5777850" y="3321600"/>
            <a:ext cx="678000" cy="863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7"/>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22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22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22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21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3"/>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21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21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3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8" name="Shape 1238"/>
        <p:cNvGrpSpPr/>
        <p:nvPr/>
      </p:nvGrpSpPr>
      <p:grpSpPr>
        <a:xfrm>
          <a:off x="0" y="0"/>
          <a:ext cx="0" cy="0"/>
          <a:chOff x="0" y="0"/>
          <a:chExt cx="0" cy="0"/>
        </a:xfrm>
      </p:grpSpPr>
      <p:sp>
        <p:nvSpPr>
          <p:cNvPr id="1239" name="Google Shape;1239;p8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Efficient calculation strategies</a:t>
            </a:r>
            <a:endParaRPr/>
          </a:p>
        </p:txBody>
      </p:sp>
      <p:sp>
        <p:nvSpPr>
          <p:cNvPr id="1240" name="Google Shape;1240;p89"/>
          <p:cNvSpPr txBox="1"/>
          <p:nvPr>
            <p:ph idx="1" type="body"/>
          </p:nvPr>
        </p:nvSpPr>
        <p:spPr>
          <a:xfrm>
            <a:off x="324000" y="759300"/>
            <a:ext cx="8237700" cy="365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Identify the correct and most efficient step in each in each column. </a:t>
            </a:r>
            <a:endParaRPr/>
          </a:p>
        </p:txBody>
      </p:sp>
      <p:pic>
        <p:nvPicPr>
          <p:cNvPr descr="&lt;math xmlns=&quot;http://www.w3.org/1998/Math/MathML&quot; display=&quot;block&quot; data-is-equatio=&quot;1&quot; data-latex=&quot;3\ \frac{1}{8}-1\ \frac{5}{6}&quot;&gt;&lt;mn&gt;3&lt;/mn&gt;&lt;mtext&gt;&lt;/mtext&gt;&lt;mfrac&gt;&lt;mn&gt;1&lt;/mn&gt;&lt;mn&gt;8&lt;/mn&gt;&lt;/mfrac&gt;&lt;mo&gt;−&lt;/mo&gt;&lt;mn&gt;1&lt;/mn&gt;&lt;mtext&gt;&lt;/mtext&gt;&lt;mfrac&gt;&lt;mn&gt;5&lt;/mn&gt;&lt;mn&gt;6&lt;/mn&gt;&lt;/mfrac&gt;&lt;/math&gt;" id="1241" name="Google Shape;1241;p89" title="3 one eighth minus 1 five sixths"/>
          <p:cNvPicPr preferRelativeResize="0"/>
          <p:nvPr/>
        </p:nvPicPr>
        <p:blipFill>
          <a:blip r:embed="rId3">
            <a:alphaModFix/>
          </a:blip>
          <a:stretch>
            <a:fillRect/>
          </a:stretch>
        </p:blipFill>
        <p:spPr>
          <a:xfrm>
            <a:off x="441025" y="1655337"/>
            <a:ext cx="1025950" cy="507167"/>
          </a:xfrm>
          <a:prstGeom prst="rect">
            <a:avLst/>
          </a:prstGeom>
          <a:noFill/>
          <a:ln>
            <a:noFill/>
          </a:ln>
        </p:spPr>
      </p:pic>
      <p:pic>
        <p:nvPicPr>
          <p:cNvPr descr="&lt;math xmlns=&quot;http://www.w3.org/1998/Math/MathML&quot; display=&quot;block&quot; data-is-equatio=&quot;1&quot; data-latex=&quot;2\ +\left(\frac{3}{24}-\frac{20}{24}\right)&quot;&gt;&lt;mn&gt;2&lt;/mn&gt;&lt;mtext&gt;&lt;/mtext&gt;&lt;mo&gt;+&lt;/mo&gt;&lt;mrow data-mjx-texclass=&quot;INNER&quot;&gt;&lt;mo data-mjx-texclass=&quot;OPEN&quot;&gt;(&lt;/mo&gt;&lt;mfrac&gt;&lt;mn&gt;3&lt;/mn&gt;&lt;mn&gt;24&lt;/mn&gt;&lt;/mfrac&gt;&lt;mo&gt;−&lt;/mo&gt;&lt;mfrac&gt;&lt;mn&gt;20&lt;/mn&gt;&lt;mn&gt;24&lt;/mn&gt;&lt;/mfrac&gt;&lt;mo data-mjx-texclass=&quot;CLOSE&quot;&gt;)&lt;/mo&gt;&lt;/mrow&gt;&lt;/math&gt;" id="1242" name="Google Shape;1242;p89" title="2 positive open paren 3 over 24 minus 20 over 24 close paren"/>
          <p:cNvPicPr preferRelativeResize="0"/>
          <p:nvPr/>
        </p:nvPicPr>
        <p:blipFill>
          <a:blip r:embed="rId4">
            <a:alphaModFix/>
          </a:blip>
          <a:stretch>
            <a:fillRect/>
          </a:stretch>
        </p:blipFill>
        <p:spPr>
          <a:xfrm>
            <a:off x="2446984" y="3780003"/>
            <a:ext cx="1788638" cy="631054"/>
          </a:xfrm>
          <a:prstGeom prst="rect">
            <a:avLst/>
          </a:prstGeom>
          <a:noFill/>
          <a:ln>
            <a:noFill/>
          </a:ln>
        </p:spPr>
      </p:pic>
      <p:pic>
        <p:nvPicPr>
          <p:cNvPr descr="&lt;math xmlns=&quot;http://www.w3.org/1998/Math/MathML&quot; display=&quot;block&quot; data-is-equatio=&quot;1&quot; data-latex=&quot;2\ -\left(\frac{3}{24}-\frac{20}{24}\right)&quot;&gt;&lt;mn&gt;2&lt;/mn&gt;&lt;mtext&gt;&lt;/mtext&gt;&lt;mo&gt;−&lt;/mo&gt;&lt;mrow data-mjx-texclass=&quot;INNER&quot;&gt;&lt;mo data-mjx-texclass=&quot;OPEN&quot;&gt;(&lt;/mo&gt;&lt;mfrac&gt;&lt;mn&gt;3&lt;/mn&gt;&lt;mn&gt;24&lt;/mn&gt;&lt;/mfrac&gt;&lt;mo&gt;−&lt;/mo&gt;&lt;mfrac&gt;&lt;mn&gt;20&lt;/mn&gt;&lt;mn&gt;24&lt;/mn&gt;&lt;/mfrac&gt;&lt;mo data-mjx-texclass=&quot;CLOSE&quot;&gt;)&lt;/mo&gt;&lt;/mrow&gt;&lt;/math&gt;" id="1243" name="Google Shape;1243;p89" title="2 negative open paren 3 over 24 minus 20 over 24 close paren"/>
          <p:cNvPicPr preferRelativeResize="0"/>
          <p:nvPr/>
        </p:nvPicPr>
        <p:blipFill>
          <a:blip r:embed="rId5">
            <a:alphaModFix/>
          </a:blip>
          <a:stretch>
            <a:fillRect/>
          </a:stretch>
        </p:blipFill>
        <p:spPr>
          <a:xfrm>
            <a:off x="2446984" y="1609277"/>
            <a:ext cx="1788638" cy="631055"/>
          </a:xfrm>
          <a:prstGeom prst="rect">
            <a:avLst/>
          </a:prstGeom>
          <a:noFill/>
          <a:ln>
            <a:noFill/>
          </a:ln>
        </p:spPr>
      </p:pic>
      <p:pic>
        <p:nvPicPr>
          <p:cNvPr descr="&lt;math xmlns=&quot;http://www.w3.org/1998/Math/MathML&quot; display=&quot;block&quot; data-is-equatio=&quot;1&quot; data-latex=&quot;1\ \frac{7}{24}&quot;&gt;&lt;mn&gt;1&lt;/mn&gt;&lt;mtext&gt;&lt;/mtext&gt;&lt;mfrac&gt;&lt;mn&gt;7&lt;/mn&gt;&lt;mn&gt;24&lt;/mn&gt;&lt;/mfrac&gt;&lt;/math&gt;" id="1244" name="Google Shape;1244;p89" title="1 7 over 24"/>
          <p:cNvPicPr preferRelativeResize="0"/>
          <p:nvPr/>
        </p:nvPicPr>
        <p:blipFill>
          <a:blip r:embed="rId6">
            <a:alphaModFix/>
          </a:blip>
          <a:stretch>
            <a:fillRect/>
          </a:stretch>
        </p:blipFill>
        <p:spPr>
          <a:xfrm>
            <a:off x="7336367" y="3776852"/>
            <a:ext cx="487810" cy="526524"/>
          </a:xfrm>
          <a:prstGeom prst="rect">
            <a:avLst/>
          </a:prstGeom>
          <a:noFill/>
          <a:ln>
            <a:noFill/>
          </a:ln>
        </p:spPr>
      </p:pic>
      <p:sp>
        <p:nvSpPr>
          <p:cNvPr id="1245" name="Google Shape;1245;p89"/>
          <p:cNvSpPr txBox="1"/>
          <p:nvPr/>
        </p:nvSpPr>
        <p:spPr>
          <a:xfrm>
            <a:off x="2033750" y="1639367"/>
            <a:ext cx="356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A</a:t>
            </a:r>
            <a:endParaRPr sz="2200">
              <a:solidFill>
                <a:schemeClr val="dk1"/>
              </a:solidFill>
              <a:latin typeface="Lexend"/>
              <a:ea typeface="Lexend"/>
              <a:cs typeface="Lexend"/>
              <a:sym typeface="Lexend"/>
            </a:endParaRPr>
          </a:p>
        </p:txBody>
      </p:sp>
      <p:sp>
        <p:nvSpPr>
          <p:cNvPr id="1246" name="Google Shape;1246;p89"/>
          <p:cNvSpPr txBox="1"/>
          <p:nvPr/>
        </p:nvSpPr>
        <p:spPr>
          <a:xfrm>
            <a:off x="2033750" y="2673954"/>
            <a:ext cx="356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B</a:t>
            </a:r>
            <a:endParaRPr sz="2200">
              <a:solidFill>
                <a:schemeClr val="dk1"/>
              </a:solidFill>
              <a:latin typeface="Lexend"/>
              <a:ea typeface="Lexend"/>
              <a:cs typeface="Lexend"/>
              <a:sym typeface="Lexend"/>
            </a:endParaRPr>
          </a:p>
        </p:txBody>
      </p:sp>
      <p:sp>
        <p:nvSpPr>
          <p:cNvPr id="1247" name="Google Shape;1247;p89"/>
          <p:cNvSpPr txBox="1"/>
          <p:nvPr/>
        </p:nvSpPr>
        <p:spPr>
          <a:xfrm>
            <a:off x="4642875" y="1639367"/>
            <a:ext cx="356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A</a:t>
            </a:r>
            <a:endParaRPr sz="2200">
              <a:solidFill>
                <a:schemeClr val="dk1"/>
              </a:solidFill>
              <a:latin typeface="Lexend"/>
              <a:ea typeface="Lexend"/>
              <a:cs typeface="Lexend"/>
              <a:sym typeface="Lexend"/>
            </a:endParaRPr>
          </a:p>
        </p:txBody>
      </p:sp>
      <p:sp>
        <p:nvSpPr>
          <p:cNvPr id="1248" name="Google Shape;1248;p89"/>
          <p:cNvSpPr txBox="1"/>
          <p:nvPr/>
        </p:nvSpPr>
        <p:spPr>
          <a:xfrm>
            <a:off x="4642875" y="2673954"/>
            <a:ext cx="356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B</a:t>
            </a:r>
            <a:endParaRPr sz="2200">
              <a:solidFill>
                <a:schemeClr val="dk1"/>
              </a:solidFill>
              <a:latin typeface="Lexend"/>
              <a:ea typeface="Lexend"/>
              <a:cs typeface="Lexend"/>
              <a:sym typeface="Lexend"/>
            </a:endParaRPr>
          </a:p>
        </p:txBody>
      </p:sp>
      <p:sp>
        <p:nvSpPr>
          <p:cNvPr id="1249" name="Google Shape;1249;p89"/>
          <p:cNvSpPr txBox="1"/>
          <p:nvPr/>
        </p:nvSpPr>
        <p:spPr>
          <a:xfrm>
            <a:off x="6830175" y="1639367"/>
            <a:ext cx="356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A</a:t>
            </a:r>
            <a:endParaRPr sz="2200">
              <a:solidFill>
                <a:schemeClr val="dk1"/>
              </a:solidFill>
              <a:latin typeface="Lexend"/>
              <a:ea typeface="Lexend"/>
              <a:cs typeface="Lexend"/>
              <a:sym typeface="Lexend"/>
            </a:endParaRPr>
          </a:p>
        </p:txBody>
      </p:sp>
      <p:sp>
        <p:nvSpPr>
          <p:cNvPr id="1250" name="Google Shape;1250;p89"/>
          <p:cNvSpPr txBox="1"/>
          <p:nvPr/>
        </p:nvSpPr>
        <p:spPr>
          <a:xfrm>
            <a:off x="6830175" y="2673954"/>
            <a:ext cx="356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B</a:t>
            </a:r>
            <a:endParaRPr sz="22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2\ +\left(\frac{6}{48}-\frac{40}{48}\right)&quot;&gt;&lt;mn&gt;2&lt;/mn&gt;&lt;mtext&gt;&lt;/mtext&gt;&lt;mo&gt;+&lt;/mo&gt;&lt;mrow data-mjx-texclass=&quot;INNER&quot;&gt;&lt;mo data-mjx-texclass=&quot;OPEN&quot;&gt;(&lt;/mo&gt;&lt;mfrac&gt;&lt;mn&gt;6&lt;/mn&gt;&lt;mn&gt;48&lt;/mn&gt;&lt;/mfrac&gt;&lt;mo&gt;−&lt;/mo&gt;&lt;mfrac&gt;&lt;mn&gt;40&lt;/mn&gt;&lt;mn&gt;48&lt;/mn&gt;&lt;/mfrac&gt;&lt;mo data-mjx-texclass=&quot;CLOSE&quot;&gt;)&lt;/mo&gt;&lt;/mrow&gt;&lt;/math&gt;" id="1251" name="Google Shape;1251;p89" title="2 positive open paren 6 over 48 minus 40 over 48 close paren"/>
          <p:cNvPicPr preferRelativeResize="0"/>
          <p:nvPr/>
        </p:nvPicPr>
        <p:blipFill>
          <a:blip r:embed="rId7">
            <a:alphaModFix/>
          </a:blip>
          <a:stretch>
            <a:fillRect/>
          </a:stretch>
        </p:blipFill>
        <p:spPr>
          <a:xfrm>
            <a:off x="2496699" y="2638425"/>
            <a:ext cx="1738922" cy="613500"/>
          </a:xfrm>
          <a:prstGeom prst="rect">
            <a:avLst/>
          </a:prstGeom>
          <a:noFill/>
          <a:ln>
            <a:noFill/>
          </a:ln>
        </p:spPr>
      </p:pic>
      <p:pic>
        <p:nvPicPr>
          <p:cNvPr descr="&lt;math xmlns=&quot;http://www.w3.org/1998/Math/MathML&quot; display=&quot;block&quot; data-is-equatio=&quot;1&quot; data-latex=&quot;2\ +\left(-\frac{34}{48}\right)&quot;&gt;&lt;mn&gt;2&lt;/mn&gt;&lt;mtext&gt;&lt;/mtext&gt;&lt;mo&gt;+&lt;/mo&gt;&lt;mrow data-mjx-texclass=&quot;INNER&quot;&gt;&lt;mo data-mjx-texclass=&quot;OPEN&quot;&gt;(&lt;/mo&gt;&lt;mo&gt;−&lt;/mo&gt;&lt;mfrac&gt;&lt;mn&gt;34&lt;/mn&gt;&lt;mn&gt;48&lt;/mn&gt;&lt;/mfrac&gt;&lt;mo data-mjx-texclass=&quot;CLOSE&quot;&gt;)&lt;/mo&gt;&lt;/mrow&gt;&lt;/math&gt;" id="1252" name="Google Shape;1252;p89" title="2 positive open paren negative 34 over 48 close paren"/>
          <p:cNvPicPr preferRelativeResize="0"/>
          <p:nvPr/>
        </p:nvPicPr>
        <p:blipFill>
          <a:blip r:embed="rId8">
            <a:alphaModFix/>
          </a:blip>
          <a:stretch>
            <a:fillRect/>
          </a:stretch>
        </p:blipFill>
        <p:spPr>
          <a:xfrm>
            <a:off x="5058988" y="1618049"/>
            <a:ext cx="1294764" cy="613500"/>
          </a:xfrm>
          <a:prstGeom prst="rect">
            <a:avLst/>
          </a:prstGeom>
          <a:noFill/>
          <a:ln>
            <a:noFill/>
          </a:ln>
        </p:spPr>
      </p:pic>
      <p:pic>
        <p:nvPicPr>
          <p:cNvPr descr="&lt;math xmlns=&quot;http://www.w3.org/1998/Math/MathML&quot; display=&quot;block&quot; data-is-equatio=&quot;1&quot; data-latex=&quot;\left(-\frac{18}{24}\right)&quot;&gt;&lt;mrow data-mjx-texclass=&quot;INNER&quot;&gt;&lt;mo data-mjx-texclass=&quot;OPEN&quot;&gt;(&lt;/mo&gt;&lt;mo&gt;−&lt;/mo&gt;&lt;mfrac&gt;&lt;mn&gt;18&lt;/mn&gt;&lt;mn&gt;24&lt;/mn&gt;&lt;/mfrac&gt;&lt;mo data-mjx-texclass=&quot;CLOSE&quot;&gt;)&lt;/mo&gt;&lt;/mrow&gt;&lt;/math&gt;" id="1253" name="Google Shape;1253;p89" title="open paren negative 18 over 24 close paren"/>
          <p:cNvPicPr preferRelativeResize="0"/>
          <p:nvPr/>
        </p:nvPicPr>
        <p:blipFill>
          <a:blip r:embed="rId9">
            <a:alphaModFix/>
          </a:blip>
          <a:stretch>
            <a:fillRect/>
          </a:stretch>
        </p:blipFill>
        <p:spPr>
          <a:xfrm>
            <a:off x="7194815" y="2724902"/>
            <a:ext cx="813735" cy="628607"/>
          </a:xfrm>
          <a:prstGeom prst="rect">
            <a:avLst/>
          </a:prstGeom>
          <a:noFill/>
          <a:ln>
            <a:noFill/>
          </a:ln>
        </p:spPr>
      </p:pic>
      <p:pic>
        <p:nvPicPr>
          <p:cNvPr descr="&lt;math xmlns=&quot;http://www.w3.org/1998/Math/MathML&quot; display=&quot;block&quot; data-is-equatio=&quot;1&quot; data-latex=&quot;\frac{22}{24}&quot;&gt;&lt;mfrac&gt;&lt;mn&gt;22&lt;/mn&gt;&lt;mn&gt;24&lt;/mn&gt;&lt;/mfrac&gt;&lt;/math&gt;" id="1254" name="Google Shape;1254;p89" title="22 over 24"/>
          <p:cNvPicPr preferRelativeResize="0"/>
          <p:nvPr/>
        </p:nvPicPr>
        <p:blipFill>
          <a:blip r:embed="rId10">
            <a:alphaModFix/>
          </a:blip>
          <a:stretch>
            <a:fillRect/>
          </a:stretch>
        </p:blipFill>
        <p:spPr>
          <a:xfrm>
            <a:off x="7349472" y="1628857"/>
            <a:ext cx="293099" cy="528338"/>
          </a:xfrm>
          <a:prstGeom prst="rect">
            <a:avLst/>
          </a:prstGeom>
          <a:noFill/>
          <a:ln>
            <a:noFill/>
          </a:ln>
        </p:spPr>
      </p:pic>
      <p:sp>
        <p:nvSpPr>
          <p:cNvPr id="1255" name="Google Shape;1255;p89"/>
          <p:cNvSpPr txBox="1"/>
          <p:nvPr/>
        </p:nvSpPr>
        <p:spPr>
          <a:xfrm>
            <a:off x="2033750" y="3822371"/>
            <a:ext cx="356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C</a:t>
            </a:r>
            <a:endParaRPr sz="2200">
              <a:solidFill>
                <a:schemeClr val="dk1"/>
              </a:solidFill>
              <a:latin typeface="Lexend"/>
              <a:ea typeface="Lexend"/>
              <a:cs typeface="Lexend"/>
              <a:sym typeface="Lexend"/>
            </a:endParaRPr>
          </a:p>
        </p:txBody>
      </p:sp>
      <p:sp>
        <p:nvSpPr>
          <p:cNvPr id="1256" name="Google Shape;1256;p89"/>
          <p:cNvSpPr txBox="1"/>
          <p:nvPr/>
        </p:nvSpPr>
        <p:spPr>
          <a:xfrm>
            <a:off x="4642875" y="3805934"/>
            <a:ext cx="356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C</a:t>
            </a:r>
            <a:endParaRPr sz="2200">
              <a:solidFill>
                <a:schemeClr val="dk1"/>
              </a:solidFill>
              <a:latin typeface="Lexend"/>
              <a:ea typeface="Lexend"/>
              <a:cs typeface="Lexend"/>
              <a:sym typeface="Lexend"/>
            </a:endParaRPr>
          </a:p>
        </p:txBody>
      </p:sp>
      <p:sp>
        <p:nvSpPr>
          <p:cNvPr id="1257" name="Google Shape;1257;p89"/>
          <p:cNvSpPr txBox="1"/>
          <p:nvPr/>
        </p:nvSpPr>
        <p:spPr>
          <a:xfrm>
            <a:off x="6830175" y="3822738"/>
            <a:ext cx="356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C</a:t>
            </a:r>
            <a:endParaRPr sz="2200">
              <a:solidFill>
                <a:schemeClr val="dk1"/>
              </a:solidFill>
              <a:latin typeface="Lexend"/>
              <a:ea typeface="Lexend"/>
              <a:cs typeface="Lexend"/>
              <a:sym typeface="Lexend"/>
            </a:endParaRPr>
          </a:p>
        </p:txBody>
      </p:sp>
      <p:sp>
        <p:nvSpPr>
          <p:cNvPr id="1258" name="Google Shape;1258;p89"/>
          <p:cNvSpPr/>
          <p:nvPr/>
        </p:nvSpPr>
        <p:spPr>
          <a:xfrm>
            <a:off x="1990450" y="3607650"/>
            <a:ext cx="2401200" cy="953400"/>
          </a:xfrm>
          <a:prstGeom prst="ellipse">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59" name="Google Shape;1259;p89"/>
          <p:cNvSpPr/>
          <p:nvPr/>
        </p:nvSpPr>
        <p:spPr>
          <a:xfrm>
            <a:off x="4553513" y="2494388"/>
            <a:ext cx="1992600" cy="953400"/>
          </a:xfrm>
          <a:prstGeom prst="ellipse">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60" name="Google Shape;1260;p89"/>
          <p:cNvSpPr/>
          <p:nvPr/>
        </p:nvSpPr>
        <p:spPr>
          <a:xfrm>
            <a:off x="6777500" y="3590825"/>
            <a:ext cx="1507500" cy="953400"/>
          </a:xfrm>
          <a:prstGeom prst="ellipse">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61" name="Google Shape;1261;p89"/>
          <p:cNvCxnSpPr/>
          <p:nvPr/>
        </p:nvCxnSpPr>
        <p:spPr>
          <a:xfrm>
            <a:off x="4465625" y="1531400"/>
            <a:ext cx="0" cy="2959200"/>
          </a:xfrm>
          <a:prstGeom prst="straightConnector1">
            <a:avLst/>
          </a:prstGeom>
          <a:noFill/>
          <a:ln cap="flat" cmpd="sng" w="28575">
            <a:solidFill>
              <a:schemeClr val="accent5"/>
            </a:solidFill>
            <a:prstDash val="solid"/>
            <a:round/>
            <a:headEnd len="med" w="med" type="none"/>
            <a:tailEnd len="med" w="med" type="none"/>
          </a:ln>
        </p:spPr>
      </p:cxnSp>
      <p:cxnSp>
        <p:nvCxnSpPr>
          <p:cNvPr id="1262" name="Google Shape;1262;p89"/>
          <p:cNvCxnSpPr/>
          <p:nvPr/>
        </p:nvCxnSpPr>
        <p:spPr>
          <a:xfrm>
            <a:off x="6634000" y="1531400"/>
            <a:ext cx="0" cy="2959200"/>
          </a:xfrm>
          <a:prstGeom prst="straightConnector1">
            <a:avLst/>
          </a:prstGeom>
          <a:noFill/>
          <a:ln cap="flat" cmpd="sng" w="28575">
            <a:solidFill>
              <a:schemeClr val="accent5"/>
            </a:solidFill>
            <a:prstDash val="solid"/>
            <a:round/>
            <a:headEnd len="med" w="med" type="none"/>
            <a:tailEnd len="med" w="med" type="none"/>
          </a:ln>
        </p:spPr>
      </p:cxnSp>
      <p:pic>
        <p:nvPicPr>
          <p:cNvPr descr="&lt;math xmlns=&quot;http://www.w3.org/1998/Math/MathML&quot; display=&quot;block&quot; data-is-equatio=&quot;1&quot; data-latex=&quot;2\ +\left(-\frac{17}{24}\right)&quot;&gt;&lt;mn&gt;2&lt;/mn&gt;&lt;mtext&gt;&lt;/mtext&gt;&lt;mo&gt;+&lt;/mo&gt;&lt;mrow data-mjx-texclass=&quot;INNER&quot;&gt;&lt;mo data-mjx-texclass=&quot;OPEN&quot;&gt;(&lt;/mo&gt;&lt;mo&gt;−&lt;/mo&gt;&lt;mfrac&gt;&lt;mn&gt;17&lt;/mn&gt;&lt;mn&gt;24&lt;/mn&gt;&lt;/mfrac&gt;&lt;mo data-mjx-texclass=&quot;CLOSE&quot;&gt;)&lt;/mo&gt;&lt;/mrow&gt;&lt;/math&gt;" id="1263" name="Google Shape;1263;p89" title="2 positive open paren negative 17 over 24 close paren"/>
          <p:cNvPicPr preferRelativeResize="0"/>
          <p:nvPr/>
        </p:nvPicPr>
        <p:blipFill>
          <a:blip r:embed="rId11">
            <a:alphaModFix/>
          </a:blip>
          <a:stretch>
            <a:fillRect/>
          </a:stretch>
        </p:blipFill>
        <p:spPr>
          <a:xfrm>
            <a:off x="5023457" y="2677217"/>
            <a:ext cx="1266409" cy="600082"/>
          </a:xfrm>
          <a:prstGeom prst="rect">
            <a:avLst/>
          </a:prstGeom>
          <a:noFill/>
          <a:ln>
            <a:noFill/>
          </a:ln>
        </p:spPr>
      </p:pic>
      <p:pic>
        <p:nvPicPr>
          <p:cNvPr descr="&lt;math xmlns=&quot;http://www.w3.org/1998/Math/MathML&quot; display=&quot;block&quot; data-is-equatio=&quot;1&quot; data-latex=&quot;2\ -\left(-\frac{17}{24}\right)&quot;&gt;&lt;mn&gt;2&lt;/mn&gt;&lt;mtext&gt;&lt;/mtext&gt;&lt;mo&gt;−&lt;/mo&gt;&lt;mrow data-mjx-texclass=&quot;INNER&quot;&gt;&lt;mo data-mjx-texclass=&quot;OPEN&quot;&gt;(&lt;/mo&gt;&lt;mo&gt;−&lt;/mo&gt;&lt;mfrac&gt;&lt;mn&gt;17&lt;/mn&gt;&lt;mn&gt;24&lt;/mn&gt;&lt;/mfrac&gt;&lt;mo data-mjx-texclass=&quot;CLOSE&quot;&gt;)&lt;/mo&gt;&lt;/mrow&gt;&lt;/math&gt;" id="1264" name="Google Shape;1264;p89" title="2 negative open paren negative 17 over 24 close paren"/>
          <p:cNvPicPr preferRelativeResize="0"/>
          <p:nvPr/>
        </p:nvPicPr>
        <p:blipFill>
          <a:blip r:embed="rId12">
            <a:alphaModFix/>
          </a:blip>
          <a:stretch>
            <a:fillRect/>
          </a:stretch>
        </p:blipFill>
        <p:spPr>
          <a:xfrm>
            <a:off x="5015499" y="3779589"/>
            <a:ext cx="1266409" cy="60008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8" name="Shape 1268"/>
        <p:cNvGrpSpPr/>
        <p:nvPr/>
      </p:nvGrpSpPr>
      <p:grpSpPr>
        <a:xfrm>
          <a:off x="0" y="0"/>
          <a:ext cx="0" cy="0"/>
          <a:chOff x="0" y="0"/>
          <a:chExt cx="0" cy="0"/>
        </a:xfrm>
      </p:grpSpPr>
      <p:sp>
        <p:nvSpPr>
          <p:cNvPr id="1269" name="Google Shape;1269;p9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Efficient calculation strategies</a:t>
            </a:r>
            <a:endParaRPr/>
          </a:p>
        </p:txBody>
      </p:sp>
      <p:pic>
        <p:nvPicPr>
          <p:cNvPr descr="&lt;math xmlns=&quot;http://www.w3.org/1998/Math/MathML&quot; display=&quot;block&quot; data-is-equatio=&quot;1&quot; data-latex=&quot;\frac{2}{7}+\frac{3}{21}&quot;&gt;&lt;mfrac&gt;&lt;mn&gt;2&lt;/mn&gt;&lt;mn&gt;7&lt;/mn&gt;&lt;/mfrac&gt;&lt;mo&gt;+&lt;/mo&gt;&lt;mfrac&gt;&lt;mn&gt;3&lt;/mn&gt;&lt;mn&gt;21&lt;/mn&gt;&lt;/mfrac&gt;&lt;/math&gt;" id="1270" name="Google Shape;1270;p90" title="two sevenths plus 3 over 21"/>
          <p:cNvPicPr preferRelativeResize="0"/>
          <p:nvPr/>
        </p:nvPicPr>
        <p:blipFill>
          <a:blip r:embed="rId3">
            <a:alphaModFix/>
          </a:blip>
          <a:stretch>
            <a:fillRect/>
          </a:stretch>
        </p:blipFill>
        <p:spPr>
          <a:xfrm>
            <a:off x="849375" y="1110198"/>
            <a:ext cx="884200" cy="583800"/>
          </a:xfrm>
          <a:prstGeom prst="rect">
            <a:avLst/>
          </a:prstGeom>
          <a:noFill/>
          <a:ln>
            <a:noFill/>
          </a:ln>
        </p:spPr>
      </p:pic>
      <p:pic>
        <p:nvPicPr>
          <p:cNvPr id="1271" name="Google Shape;1271;p90"/>
          <p:cNvPicPr preferRelativeResize="0"/>
          <p:nvPr/>
        </p:nvPicPr>
        <p:blipFill>
          <a:blip r:embed="rId4">
            <a:alphaModFix/>
          </a:blip>
          <a:stretch>
            <a:fillRect/>
          </a:stretch>
        </p:blipFill>
        <p:spPr>
          <a:xfrm>
            <a:off x="7461412" y="3499224"/>
            <a:ext cx="788350" cy="1016564"/>
          </a:xfrm>
          <a:prstGeom prst="rect">
            <a:avLst/>
          </a:prstGeom>
          <a:noFill/>
          <a:ln>
            <a:noFill/>
          </a:ln>
        </p:spPr>
      </p:pic>
      <p:sp>
        <p:nvSpPr>
          <p:cNvPr id="1272" name="Google Shape;1272;p90"/>
          <p:cNvSpPr txBox="1"/>
          <p:nvPr/>
        </p:nvSpPr>
        <p:spPr>
          <a:xfrm>
            <a:off x="7374075" y="4549925"/>
            <a:ext cx="963000" cy="242700"/>
          </a:xfrm>
          <a:prstGeom prst="rect">
            <a:avLst/>
          </a:prstGeom>
          <a:noFill/>
          <a:ln>
            <a:noFill/>
          </a:ln>
        </p:spPr>
        <p:txBody>
          <a:bodyPr anchorCtr="0" anchor="ctr" bIns="0" lIns="0" spcFirstLastPara="1" rIns="1800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Andeep</a:t>
            </a:r>
            <a:endParaRPr b="1" sz="1800">
              <a:latin typeface="Lexend"/>
              <a:ea typeface="Lexend"/>
              <a:cs typeface="Lexend"/>
              <a:sym typeface="Lexend"/>
            </a:endParaRPr>
          </a:p>
        </p:txBody>
      </p:sp>
      <p:sp>
        <p:nvSpPr>
          <p:cNvPr id="1273" name="Google Shape;1273;p90"/>
          <p:cNvSpPr txBox="1"/>
          <p:nvPr/>
        </p:nvSpPr>
        <p:spPr>
          <a:xfrm>
            <a:off x="486800" y="4549925"/>
            <a:ext cx="788400" cy="242700"/>
          </a:xfrm>
          <a:prstGeom prst="rect">
            <a:avLst/>
          </a:prstGeom>
          <a:noFill/>
          <a:ln>
            <a:noFill/>
          </a:ln>
        </p:spPr>
        <p:txBody>
          <a:bodyPr anchorCtr="0" anchor="ctr" bIns="0" lIns="0" spcFirstLastPara="1" rIns="1800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Laura</a:t>
            </a:r>
            <a:endParaRPr b="1" sz="1800">
              <a:latin typeface="Lexend"/>
              <a:ea typeface="Lexend"/>
              <a:cs typeface="Lexend"/>
              <a:sym typeface="Lexend"/>
            </a:endParaRPr>
          </a:p>
        </p:txBody>
      </p:sp>
      <p:pic>
        <p:nvPicPr>
          <p:cNvPr id="1274" name="Google Shape;1274;p90"/>
          <p:cNvPicPr preferRelativeResize="0"/>
          <p:nvPr/>
        </p:nvPicPr>
        <p:blipFill>
          <a:blip r:embed="rId5">
            <a:alphaModFix/>
          </a:blip>
          <a:stretch>
            <a:fillRect/>
          </a:stretch>
        </p:blipFill>
        <p:spPr>
          <a:xfrm>
            <a:off x="477127" y="3478552"/>
            <a:ext cx="807750" cy="1057915"/>
          </a:xfrm>
          <a:prstGeom prst="rect">
            <a:avLst/>
          </a:prstGeom>
          <a:noFill/>
          <a:ln>
            <a:noFill/>
          </a:ln>
        </p:spPr>
      </p:pic>
      <p:sp>
        <p:nvSpPr>
          <p:cNvPr id="1275" name="Google Shape;1275;p90"/>
          <p:cNvSpPr txBox="1"/>
          <p:nvPr>
            <p:ph idx="1" type="body"/>
          </p:nvPr>
        </p:nvSpPr>
        <p:spPr>
          <a:xfrm>
            <a:off x="324000" y="606900"/>
            <a:ext cx="8237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Laura and Andeep are </a:t>
            </a:r>
            <a:r>
              <a:rPr lang="en-GB"/>
              <a:t>working</a:t>
            </a:r>
            <a:r>
              <a:rPr lang="en-GB"/>
              <a:t> out the answer to:</a:t>
            </a:r>
            <a:endParaRPr/>
          </a:p>
        </p:txBody>
      </p:sp>
      <p:pic>
        <p:nvPicPr>
          <p:cNvPr descr="&lt;math xmlns=&quot;http://www.w3.org/1998/Math/MathML&quot; display=&quot;block&quot; data-is-equatio=&quot;1&quot; data-latex=&quot;\frac{2}{7}+\frac{3}{21}=\frac{2}{7}+\frac{1}{7}=\frac{3}{7}&quot;&gt;&lt;mfrac&gt;&lt;mn&gt;2&lt;/mn&gt;&lt;mn&gt;7&lt;/mn&gt;&lt;/mfrac&gt;&lt;mo&gt;+&lt;/mo&gt;&lt;mfrac&gt;&lt;mn&gt;3&lt;/mn&gt;&lt;mn&gt;21&lt;/mn&gt;&lt;/mfrac&gt;&lt;mo&gt;=&lt;/mo&gt;&lt;mfrac&gt;&lt;mn&gt;2&lt;/mn&gt;&lt;mn&gt;7&lt;/mn&gt;&lt;/mfrac&gt;&lt;mo&gt;+&lt;/mo&gt;&lt;mfrac&gt;&lt;mn&gt;1&lt;/mn&gt;&lt;mn&gt;7&lt;/mn&gt;&lt;/mfrac&gt;&lt;mo&gt;=&lt;/mo&gt;&lt;mfrac&gt;&lt;mn&gt;3&lt;/mn&gt;&lt;mn&gt;7&lt;/mn&gt;&lt;/mfrac&gt;&lt;/math&gt;" id="1276" name="Google Shape;1276;p90" title="two sevenths plus 3 over 21 equals two sevenths plus one seventh equals three sevenths"/>
          <p:cNvPicPr preferRelativeResize="0"/>
          <p:nvPr/>
        </p:nvPicPr>
        <p:blipFill>
          <a:blip r:embed="rId6">
            <a:alphaModFix/>
          </a:blip>
          <a:stretch>
            <a:fillRect/>
          </a:stretch>
        </p:blipFill>
        <p:spPr>
          <a:xfrm>
            <a:off x="578686" y="2706764"/>
            <a:ext cx="2357511" cy="522208"/>
          </a:xfrm>
          <a:prstGeom prst="rect">
            <a:avLst/>
          </a:prstGeom>
          <a:noFill/>
          <a:ln>
            <a:noFill/>
          </a:ln>
        </p:spPr>
      </p:pic>
      <p:pic>
        <p:nvPicPr>
          <p:cNvPr descr="&lt;math xmlns=&quot;http://www.w3.org/1998/Math/MathML&quot; display=&quot;block&quot; data-is-equatio=&quot;1&quot; data-latex=&quot;\frac{2}{7}+\frac{3}{21}=\frac{6}{21}+\frac{3}{21}=\frac{9}{21}=\frac{3}{7}&quot;&gt;&lt;mfrac&gt;&lt;mn&gt;2&lt;/mn&gt;&lt;mn&gt;7&lt;/mn&gt;&lt;/mfrac&gt;&lt;mo&gt;+&lt;/mo&gt;&lt;mfrac&gt;&lt;mn&gt;3&lt;/mn&gt;&lt;mn&gt;21&lt;/mn&gt;&lt;/mfrac&gt;&lt;mo&gt;=&lt;/mo&gt;&lt;mfrac&gt;&lt;mn&gt;6&lt;/mn&gt;&lt;mn&gt;21&lt;/mn&gt;&lt;/mfrac&gt;&lt;mo&gt;+&lt;/mo&gt;&lt;mfrac&gt;&lt;mn&gt;3&lt;/mn&gt;&lt;mn&gt;21&lt;/mn&gt;&lt;/mfrac&gt;&lt;mo&gt;=&lt;/mo&gt;&lt;mfrac&gt;&lt;mn&gt;9&lt;/mn&gt;&lt;mn&gt;21&lt;/mn&gt;&lt;/mfrac&gt;&lt;mo&gt;=&lt;/mo&gt;&lt;mfrac&gt;&lt;mn&gt;3&lt;/mn&gt;&lt;mn&gt;7&lt;/mn&gt;&lt;/mfrac&gt;&lt;/math&gt;" id="1277" name="Google Shape;1277;p90" title="two sevenths plus 3 over 21 equals 6 over 21 plus 3 over 21 equals 9 over 21 equals three sevenths"/>
          <p:cNvPicPr preferRelativeResize="0"/>
          <p:nvPr/>
        </p:nvPicPr>
        <p:blipFill>
          <a:blip r:embed="rId7">
            <a:alphaModFix/>
          </a:blip>
          <a:stretch>
            <a:fillRect/>
          </a:stretch>
        </p:blipFill>
        <p:spPr>
          <a:xfrm>
            <a:off x="4855125" y="2693256"/>
            <a:ext cx="3354087" cy="535720"/>
          </a:xfrm>
          <a:prstGeom prst="rect">
            <a:avLst/>
          </a:prstGeom>
          <a:noFill/>
          <a:ln>
            <a:noFill/>
          </a:ln>
        </p:spPr>
      </p:pic>
      <p:sp>
        <p:nvSpPr>
          <p:cNvPr id="1278" name="Google Shape;1278;p90"/>
          <p:cNvSpPr txBox="1"/>
          <p:nvPr>
            <p:ph idx="1" type="body"/>
          </p:nvPr>
        </p:nvSpPr>
        <p:spPr>
          <a:xfrm>
            <a:off x="324000" y="1828025"/>
            <a:ext cx="8496000" cy="69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What is the same and </a:t>
            </a:r>
            <a:r>
              <a:rPr lang="en-GB"/>
              <a:t>what</a:t>
            </a:r>
            <a:r>
              <a:rPr lang="en-GB"/>
              <a:t> is different about their calculations?</a:t>
            </a:r>
            <a:endParaRPr/>
          </a:p>
        </p:txBody>
      </p:sp>
      <p:grpSp>
        <p:nvGrpSpPr>
          <p:cNvPr id="1279" name="Google Shape;1279;p90"/>
          <p:cNvGrpSpPr/>
          <p:nvPr/>
        </p:nvGrpSpPr>
        <p:grpSpPr>
          <a:xfrm>
            <a:off x="1545350" y="3478550"/>
            <a:ext cx="5828700" cy="544150"/>
            <a:chOff x="1545350" y="3478550"/>
            <a:chExt cx="5828700" cy="544150"/>
          </a:xfrm>
        </p:grpSpPr>
        <p:sp>
          <p:nvSpPr>
            <p:cNvPr id="1280" name="Google Shape;1280;p90"/>
            <p:cNvSpPr txBox="1"/>
            <p:nvPr/>
          </p:nvSpPr>
          <p:spPr>
            <a:xfrm>
              <a:off x="1545350" y="3780000"/>
              <a:ext cx="5828700" cy="242700"/>
            </a:xfrm>
            <a:prstGeom prst="rect">
              <a:avLst/>
            </a:prstGeom>
            <a:noFill/>
            <a:ln>
              <a:noFill/>
            </a:ln>
          </p:spPr>
          <p:txBody>
            <a:bodyPr anchorCtr="0" anchor="ctr" bIns="0" lIns="0" spcFirstLastPara="1" rIns="18000" wrap="square" tIns="0">
              <a:noAutofit/>
            </a:bodyPr>
            <a:lstStyle/>
            <a:p>
              <a:pPr indent="0" lvl="0" marL="0" rtl="0" algn="l">
                <a:lnSpc>
                  <a:spcPct val="115000"/>
                </a:lnSpc>
                <a:spcBef>
                  <a:spcPts val="0"/>
                </a:spcBef>
                <a:spcAft>
                  <a:spcPts val="0"/>
                </a:spcAft>
                <a:buNone/>
              </a:pPr>
              <a:r>
                <a:rPr lang="en-GB" sz="2200">
                  <a:latin typeface="Kalam"/>
                  <a:ea typeface="Kalam"/>
                  <a:cs typeface="Kalam"/>
                  <a:sym typeface="Kalam"/>
                </a:rPr>
                <a:t>Laura noticed that     can be simplified to      before calculating.</a:t>
              </a:r>
              <a:endParaRPr b="1" sz="2200">
                <a:latin typeface="Kalam"/>
                <a:ea typeface="Kalam"/>
                <a:cs typeface="Kalam"/>
                <a:sym typeface="Kalam"/>
              </a:endParaRPr>
            </a:p>
          </p:txBody>
        </p:sp>
        <p:pic>
          <p:nvPicPr>
            <p:cNvPr descr="&lt;math xmlns=&quot;http://www.w3.org/1998/Math/MathML&quot; display=&quot;block&quot; data-is-equatio=&quot;1&quot; data-latex=&quot;\frac{3}{21}&quot;&gt;&lt;mfrac&gt;&lt;mn&gt;3&lt;/mn&gt;&lt;mn&gt;21&lt;/mn&gt;&lt;/mfrac&gt;&lt;/math&gt;" id="1281" name="Google Shape;1281;p90" title="3 over 21"/>
            <p:cNvPicPr preferRelativeResize="0"/>
            <p:nvPr/>
          </p:nvPicPr>
          <p:blipFill>
            <a:blip r:embed="rId8">
              <a:alphaModFix/>
            </a:blip>
            <a:stretch>
              <a:fillRect/>
            </a:stretch>
          </p:blipFill>
          <p:spPr>
            <a:xfrm>
              <a:off x="3853235" y="3478550"/>
              <a:ext cx="297192" cy="535723"/>
            </a:xfrm>
            <a:prstGeom prst="rect">
              <a:avLst/>
            </a:prstGeom>
            <a:noFill/>
            <a:ln>
              <a:noFill/>
            </a:ln>
          </p:spPr>
        </p:pic>
        <p:pic>
          <p:nvPicPr>
            <p:cNvPr descr="&lt;math xmlns=&quot;http://www.w3.org/1998/Math/MathML&quot; display=&quot;block&quot; data-is-equatio=&quot;1&quot; data-latex=&quot;\frac{1}{7}&quot;&gt;&lt;mfrac&gt;&lt;mn&gt;1&lt;/mn&gt;&lt;mn&gt;7&lt;/mn&gt;&lt;/mfrac&gt;&lt;/math&gt;" id="1282" name="Google Shape;1282;p90" title="one seventh"/>
            <p:cNvPicPr preferRelativeResize="0"/>
            <p:nvPr/>
          </p:nvPicPr>
          <p:blipFill>
            <a:blip r:embed="rId9">
              <a:alphaModFix/>
            </a:blip>
            <a:stretch>
              <a:fillRect/>
            </a:stretch>
          </p:blipFill>
          <p:spPr>
            <a:xfrm>
              <a:off x="6718778" y="3478550"/>
              <a:ext cx="163054" cy="535725"/>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6" name="Shape 1286"/>
        <p:cNvGrpSpPr/>
        <p:nvPr/>
      </p:nvGrpSpPr>
      <p:grpSpPr>
        <a:xfrm>
          <a:off x="0" y="0"/>
          <a:ext cx="0" cy="0"/>
          <a:chOff x="0" y="0"/>
          <a:chExt cx="0" cy="0"/>
        </a:xfrm>
      </p:grpSpPr>
      <p:sp>
        <p:nvSpPr>
          <p:cNvPr id="1287" name="Google Shape;1287;p9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Efficient calculation strategies</a:t>
            </a:r>
            <a:endParaRPr/>
          </a:p>
        </p:txBody>
      </p:sp>
      <p:sp>
        <p:nvSpPr>
          <p:cNvPr id="1288" name="Google Shape;1288;p91"/>
          <p:cNvSpPr txBox="1"/>
          <p:nvPr>
            <p:ph idx="1" type="body"/>
          </p:nvPr>
        </p:nvSpPr>
        <p:spPr>
          <a:xfrm>
            <a:off x="324000" y="759300"/>
            <a:ext cx="8237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Sort the following into the most efficient method.</a:t>
            </a:r>
            <a:endParaRPr/>
          </a:p>
        </p:txBody>
      </p:sp>
      <p:sp>
        <p:nvSpPr>
          <p:cNvPr id="1289" name="Google Shape;1289;p91"/>
          <p:cNvSpPr/>
          <p:nvPr/>
        </p:nvSpPr>
        <p:spPr>
          <a:xfrm>
            <a:off x="802575" y="2579675"/>
            <a:ext cx="2724900" cy="2187600"/>
          </a:xfrm>
          <a:prstGeom prst="rect">
            <a:avLst/>
          </a:prstGeom>
          <a:noFill/>
          <a:ln cap="flat" cmpd="sng" w="38100">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Simplify first </a:t>
            </a:r>
            <a:endParaRPr sz="2200">
              <a:latin typeface="Lexend"/>
              <a:ea typeface="Lexend"/>
              <a:cs typeface="Lexend"/>
              <a:sym typeface="Lexend"/>
            </a:endParaRPr>
          </a:p>
        </p:txBody>
      </p:sp>
      <p:sp>
        <p:nvSpPr>
          <p:cNvPr id="1290" name="Google Shape;1290;p91"/>
          <p:cNvSpPr/>
          <p:nvPr/>
        </p:nvSpPr>
        <p:spPr>
          <a:xfrm>
            <a:off x="5579525" y="2579675"/>
            <a:ext cx="2724900" cy="2187600"/>
          </a:xfrm>
          <a:prstGeom prst="rect">
            <a:avLst/>
          </a:prstGeom>
          <a:noFill/>
          <a:ln cap="flat" cmpd="sng" w="38100">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LCM</a:t>
            </a:r>
            <a:r>
              <a:rPr lang="en-GB" sz="2200">
                <a:latin typeface="Lexend"/>
                <a:ea typeface="Lexend"/>
                <a:cs typeface="Lexend"/>
                <a:sym typeface="Lexend"/>
              </a:rPr>
              <a:t> </a:t>
            </a:r>
            <a:endParaRPr sz="2200">
              <a:latin typeface="Lexend"/>
              <a:ea typeface="Lexend"/>
              <a:cs typeface="Lexend"/>
              <a:sym typeface="Lexend"/>
            </a:endParaRPr>
          </a:p>
        </p:txBody>
      </p:sp>
      <p:pic>
        <p:nvPicPr>
          <p:cNvPr descr="&lt;math xmlns=&quot;http://www.w3.org/1998/Math/MathML&quot; display=&quot;block&quot; data-is-equatio=&quot;1&quot; data-latex=&quot;\frac{1}{7}+\frac{3}{8}&quot;&gt;&lt;mfrac&gt;&lt;mn&gt;1&lt;/mn&gt;&lt;mn&gt;7&lt;/mn&gt;&lt;/mfrac&gt;&lt;mo&gt;+&lt;/mo&gt;&lt;mfrac&gt;&lt;mn&gt;3&lt;/mn&gt;&lt;mn&gt;8&lt;/mn&gt;&lt;/mfrac&gt;&lt;/math&gt;" id="1291" name="Google Shape;1291;p91" title="one seventh plus three eighths"/>
          <p:cNvPicPr preferRelativeResize="0"/>
          <p:nvPr/>
        </p:nvPicPr>
        <p:blipFill>
          <a:blip r:embed="rId3">
            <a:alphaModFix/>
          </a:blip>
          <a:stretch>
            <a:fillRect/>
          </a:stretch>
        </p:blipFill>
        <p:spPr>
          <a:xfrm>
            <a:off x="569575" y="1497825"/>
            <a:ext cx="619492" cy="492054"/>
          </a:xfrm>
          <a:prstGeom prst="rect">
            <a:avLst/>
          </a:prstGeom>
          <a:noFill/>
          <a:ln>
            <a:noFill/>
          </a:ln>
        </p:spPr>
      </p:pic>
      <p:pic>
        <p:nvPicPr>
          <p:cNvPr descr="&lt;math xmlns=&quot;http://www.w3.org/1998/Math/MathML&quot; display=&quot;block&quot; data-is-equatio=&quot;1&quot; data-latex=&quot;\frac{5}{8}-\frac{6}{24}&quot;&gt;&lt;mfrac&gt;&lt;mn&gt;5&lt;/mn&gt;&lt;mn&gt;8&lt;/mn&gt;&lt;/mfrac&gt;&lt;mo&gt;−&lt;/mo&gt;&lt;mfrac&gt;&lt;mn&gt;6&lt;/mn&gt;&lt;mn&gt;24&lt;/mn&gt;&lt;/mfrac&gt;&lt;/math&gt;" id="1292" name="Google Shape;1292;p91" title="five eighths minus 6 over 24"/>
          <p:cNvPicPr preferRelativeResize="0"/>
          <p:nvPr/>
        </p:nvPicPr>
        <p:blipFill>
          <a:blip r:embed="rId4">
            <a:alphaModFix/>
          </a:blip>
          <a:stretch>
            <a:fillRect/>
          </a:stretch>
        </p:blipFill>
        <p:spPr>
          <a:xfrm>
            <a:off x="569575" y="1497825"/>
            <a:ext cx="736258" cy="492054"/>
          </a:xfrm>
          <a:prstGeom prst="rect">
            <a:avLst/>
          </a:prstGeom>
          <a:noFill/>
          <a:ln>
            <a:noFill/>
          </a:ln>
        </p:spPr>
      </p:pic>
      <p:pic>
        <p:nvPicPr>
          <p:cNvPr descr="&lt;math xmlns=&quot;http://www.w3.org/1998/Math/MathML&quot; display=&quot;block&quot; data-is-equatio=&quot;1&quot; data-latex=&quot;\frac{5}{10}+\frac{7}{12}&quot;&gt;&lt;mfrac&gt;&lt;mn&gt;5&lt;/mn&gt;&lt;mn&gt;10&lt;/mn&gt;&lt;/mfrac&gt;&lt;mo&gt;+&lt;/mo&gt;&lt;mfrac&gt;&lt;mn&gt;7&lt;/mn&gt;&lt;mn&gt;12&lt;/mn&gt;&lt;/mfrac&gt;&lt;/math&gt;" id="1293" name="Google Shape;1293;p91" title="five tenths plus 7 over 12"/>
          <p:cNvPicPr preferRelativeResize="0"/>
          <p:nvPr/>
        </p:nvPicPr>
        <p:blipFill>
          <a:blip r:embed="rId5">
            <a:alphaModFix/>
          </a:blip>
          <a:stretch>
            <a:fillRect/>
          </a:stretch>
        </p:blipFill>
        <p:spPr>
          <a:xfrm>
            <a:off x="569575" y="1497825"/>
            <a:ext cx="857475" cy="492053"/>
          </a:xfrm>
          <a:prstGeom prst="rect">
            <a:avLst/>
          </a:prstGeom>
          <a:noFill/>
          <a:ln>
            <a:noFill/>
          </a:ln>
        </p:spPr>
      </p:pic>
      <p:pic>
        <p:nvPicPr>
          <p:cNvPr descr="&lt;math xmlns=&quot;http://www.w3.org/1998/Math/MathML&quot; display=&quot;block&quot; data-is-equatio=&quot;1&quot; data-latex=&quot;\frac{2}{5}-\frac{5}{12}&quot;&gt;&lt;mfrac&gt;&lt;mn&gt;2&lt;/mn&gt;&lt;mn&gt;5&lt;/mn&gt;&lt;/mfrac&gt;&lt;mo&gt;−&lt;/mo&gt;&lt;mfrac&gt;&lt;mn&gt;5&lt;/mn&gt;&lt;mn&gt;12&lt;/mn&gt;&lt;/mfrac&gt;&lt;/math&gt;" id="1294" name="Google Shape;1294;p91" title="two fifths minus 5 over 12"/>
          <p:cNvPicPr preferRelativeResize="0"/>
          <p:nvPr/>
        </p:nvPicPr>
        <p:blipFill>
          <a:blip r:embed="rId6">
            <a:alphaModFix/>
          </a:blip>
          <a:stretch>
            <a:fillRect/>
          </a:stretch>
        </p:blipFill>
        <p:spPr>
          <a:xfrm>
            <a:off x="569575" y="1497825"/>
            <a:ext cx="719523" cy="482117"/>
          </a:xfrm>
          <a:prstGeom prst="rect">
            <a:avLst/>
          </a:prstGeom>
          <a:noFill/>
          <a:ln>
            <a:noFill/>
          </a:ln>
        </p:spPr>
      </p:pic>
      <p:pic>
        <p:nvPicPr>
          <p:cNvPr descr="&lt;math xmlns=&quot;http://www.w3.org/1998/Math/MathML&quot; display=&quot;block&quot; data-is-equatio=&quot;1&quot; data-latex=&quot;\frac{19}{3}+\frac{9}{2}&quot;&gt;&lt;mfrac&gt;&lt;mn&gt;19&lt;/mn&gt;&lt;mn&gt;3&lt;/mn&gt;&lt;/mfrac&gt;&lt;mo&gt;+&lt;/mo&gt;&lt;mfrac&gt;&lt;mn&gt;9&lt;/mn&gt;&lt;mn&gt;2&lt;/mn&gt;&lt;/mfrac&gt;&lt;/math&gt;" id="1295" name="Google Shape;1295;p91" title="nineteen thirds plus nine halves"/>
          <p:cNvPicPr preferRelativeResize="0"/>
          <p:nvPr/>
        </p:nvPicPr>
        <p:blipFill>
          <a:blip r:embed="rId7">
            <a:alphaModFix/>
          </a:blip>
          <a:stretch>
            <a:fillRect/>
          </a:stretch>
        </p:blipFill>
        <p:spPr>
          <a:xfrm>
            <a:off x="569575" y="1497825"/>
            <a:ext cx="739850" cy="492054"/>
          </a:xfrm>
          <a:prstGeom prst="rect">
            <a:avLst/>
          </a:prstGeom>
          <a:noFill/>
          <a:ln>
            <a:noFill/>
          </a:ln>
        </p:spPr>
      </p:pic>
      <p:pic>
        <p:nvPicPr>
          <p:cNvPr descr="&lt;math xmlns=&quot;http://www.w3.org/1998/Math/MathML&quot; display=&quot;block&quot; data-is-equatio=&quot;1&quot; data-latex=&quot;\frac{1}{7}+\frac{3}{8}&quot;&gt;&lt;mfrac&gt;&lt;mn&gt;1&lt;/mn&gt;&lt;mn&gt;7&lt;/mn&gt;&lt;/mfrac&gt;&lt;mo&gt;+&lt;/mo&gt;&lt;mfrac&gt;&lt;mn&gt;3&lt;/mn&gt;&lt;mn&gt;8&lt;/mn&gt;&lt;/mfrac&gt;&lt;/math&gt;" id="1296" name="Google Shape;1296;p91" title="one seventh plus three eighths"/>
          <p:cNvPicPr preferRelativeResize="0"/>
          <p:nvPr/>
        </p:nvPicPr>
        <p:blipFill>
          <a:blip r:embed="rId3">
            <a:alphaModFix/>
          </a:blip>
          <a:stretch>
            <a:fillRect/>
          </a:stretch>
        </p:blipFill>
        <p:spPr>
          <a:xfrm>
            <a:off x="5810111" y="3194834"/>
            <a:ext cx="619492" cy="492054"/>
          </a:xfrm>
          <a:prstGeom prst="rect">
            <a:avLst/>
          </a:prstGeom>
          <a:noFill/>
          <a:ln>
            <a:noFill/>
          </a:ln>
        </p:spPr>
      </p:pic>
      <p:pic>
        <p:nvPicPr>
          <p:cNvPr descr="&lt;math xmlns=&quot;http://www.w3.org/1998/Math/MathML&quot; display=&quot;block&quot; data-is-equatio=&quot;1&quot; data-latex=&quot;\frac{5}{8}-\frac{6}{24}&quot;&gt;&lt;mfrac&gt;&lt;mn&gt;5&lt;/mn&gt;&lt;mn&gt;8&lt;/mn&gt;&lt;/mfrac&gt;&lt;mo&gt;−&lt;/mo&gt;&lt;mfrac&gt;&lt;mn&gt;6&lt;/mn&gt;&lt;mn&gt;24&lt;/mn&gt;&lt;/mfrac&gt;&lt;/math&gt;" id="1297" name="Google Shape;1297;p91" title="five eighths minus 6 over 24"/>
          <p:cNvPicPr preferRelativeResize="0"/>
          <p:nvPr/>
        </p:nvPicPr>
        <p:blipFill>
          <a:blip r:embed="rId4">
            <a:alphaModFix/>
          </a:blip>
          <a:stretch>
            <a:fillRect/>
          </a:stretch>
        </p:blipFill>
        <p:spPr>
          <a:xfrm>
            <a:off x="984249" y="3271134"/>
            <a:ext cx="736258" cy="492054"/>
          </a:xfrm>
          <a:prstGeom prst="rect">
            <a:avLst/>
          </a:prstGeom>
          <a:noFill/>
          <a:ln>
            <a:noFill/>
          </a:ln>
        </p:spPr>
      </p:pic>
      <p:pic>
        <p:nvPicPr>
          <p:cNvPr descr="&lt;math xmlns=&quot;http://www.w3.org/1998/Math/MathML&quot; display=&quot;block&quot; data-is-equatio=&quot;1&quot; data-latex=&quot;\frac{5}{10}+\frac{7}{12}&quot;&gt;&lt;mfrac&gt;&lt;mn&gt;5&lt;/mn&gt;&lt;mn&gt;10&lt;/mn&gt;&lt;/mfrac&gt;&lt;mo&gt;+&lt;/mo&gt;&lt;mfrac&gt;&lt;mn&gt;7&lt;/mn&gt;&lt;mn&gt;12&lt;/mn&gt;&lt;/mfrac&gt;&lt;/math&gt;" id="1298" name="Google Shape;1298;p91" title="five tenths plus 7 over 12"/>
          <p:cNvPicPr preferRelativeResize="0"/>
          <p:nvPr/>
        </p:nvPicPr>
        <p:blipFill>
          <a:blip r:embed="rId5">
            <a:alphaModFix/>
          </a:blip>
          <a:stretch>
            <a:fillRect/>
          </a:stretch>
        </p:blipFill>
        <p:spPr>
          <a:xfrm>
            <a:off x="2520133" y="3271134"/>
            <a:ext cx="857475" cy="492053"/>
          </a:xfrm>
          <a:prstGeom prst="rect">
            <a:avLst/>
          </a:prstGeom>
          <a:noFill/>
          <a:ln>
            <a:noFill/>
          </a:ln>
        </p:spPr>
      </p:pic>
      <p:pic>
        <p:nvPicPr>
          <p:cNvPr descr="&lt;math xmlns=&quot;http://www.w3.org/1998/Math/MathML&quot; display=&quot;block&quot; data-is-equatio=&quot;1&quot; data-latex=&quot;\frac{2}{5}-\frac{5}{12}&quot;&gt;&lt;mfrac&gt;&lt;mn&gt;2&lt;/mn&gt;&lt;mn&gt;5&lt;/mn&gt;&lt;/mfrac&gt;&lt;mo&gt;−&lt;/mo&gt;&lt;mfrac&gt;&lt;mn&gt;5&lt;/mn&gt;&lt;mn&gt;12&lt;/mn&gt;&lt;/mfrac&gt;&lt;/math&gt;" id="1299" name="Google Shape;1299;p91" title="two fifths minus 5 over 12"/>
          <p:cNvPicPr preferRelativeResize="0"/>
          <p:nvPr/>
        </p:nvPicPr>
        <p:blipFill>
          <a:blip r:embed="rId6">
            <a:alphaModFix/>
          </a:blip>
          <a:stretch>
            <a:fillRect/>
          </a:stretch>
        </p:blipFill>
        <p:spPr>
          <a:xfrm>
            <a:off x="7295227" y="3199797"/>
            <a:ext cx="719523" cy="482117"/>
          </a:xfrm>
          <a:prstGeom prst="rect">
            <a:avLst/>
          </a:prstGeom>
          <a:noFill/>
          <a:ln>
            <a:noFill/>
          </a:ln>
        </p:spPr>
      </p:pic>
      <p:pic>
        <p:nvPicPr>
          <p:cNvPr descr="&lt;math xmlns=&quot;http://www.w3.org/1998/Math/MathML&quot; display=&quot;block&quot; data-is-equatio=&quot;1&quot; data-latex=&quot;\frac{19}{3}+\frac{9}{2}&quot;&gt;&lt;mfrac&gt;&lt;mn&gt;19&lt;/mn&gt;&lt;mn&gt;3&lt;/mn&gt;&lt;/mfrac&gt;&lt;mo&gt;+&lt;/mo&gt;&lt;mfrac&gt;&lt;mn&gt;9&lt;/mn&gt;&lt;mn&gt;2&lt;/mn&gt;&lt;/mfrac&gt;&lt;/math&gt;" id="1300" name="Google Shape;1300;p91" title="nineteen thirds plus nine halves"/>
          <p:cNvPicPr preferRelativeResize="0"/>
          <p:nvPr/>
        </p:nvPicPr>
        <p:blipFill>
          <a:blip r:embed="rId7">
            <a:alphaModFix/>
          </a:blip>
          <a:stretch>
            <a:fillRect/>
          </a:stretch>
        </p:blipFill>
        <p:spPr>
          <a:xfrm>
            <a:off x="1795089" y="4046346"/>
            <a:ext cx="739850" cy="49205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6"/>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29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7"/>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29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8"/>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29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29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29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4" name="Shape 1304"/>
        <p:cNvGrpSpPr/>
        <p:nvPr/>
      </p:nvGrpSpPr>
      <p:grpSpPr>
        <a:xfrm>
          <a:off x="0" y="0"/>
          <a:ext cx="0" cy="0"/>
          <a:chOff x="0" y="0"/>
          <a:chExt cx="0" cy="0"/>
        </a:xfrm>
      </p:grpSpPr>
      <p:pic>
        <p:nvPicPr>
          <p:cNvPr descr="&lt;math xmlns=&quot;http://www.w3.org/1998/Math/MathML&quot; display=&quot;block&quot; data-is-equatio=&quot;1&quot; data-latex=&quot;\frac{51}{3}-\frac{29}{4}&quot;&gt;&lt;mfrac&gt;&lt;mn&gt;51&lt;/mn&gt;&lt;mn&gt;3&lt;/mn&gt;&lt;/mfrac&gt;&lt;mo&gt;−&lt;/mo&gt;&lt;mfrac&gt;&lt;mn&gt;29&lt;/mn&gt;&lt;mn&gt;4&lt;/mn&gt;&lt;/mfrac&gt;&lt;/math&gt;" id="1305" name="Google Shape;1305;p92" title="51 over 3 minus 29 over 4"/>
          <p:cNvPicPr preferRelativeResize="0"/>
          <p:nvPr/>
        </p:nvPicPr>
        <p:blipFill>
          <a:blip r:embed="rId3">
            <a:alphaModFix/>
          </a:blip>
          <a:stretch>
            <a:fillRect/>
          </a:stretch>
        </p:blipFill>
        <p:spPr>
          <a:xfrm>
            <a:off x="3441642" y="1464542"/>
            <a:ext cx="873075" cy="503697"/>
          </a:xfrm>
          <a:prstGeom prst="rect">
            <a:avLst/>
          </a:prstGeom>
          <a:noFill/>
          <a:ln>
            <a:noFill/>
          </a:ln>
        </p:spPr>
      </p:pic>
      <p:sp>
        <p:nvSpPr>
          <p:cNvPr id="1306" name="Google Shape;1306;p9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Efficient calculation strategies</a:t>
            </a:r>
            <a:endParaRPr/>
          </a:p>
        </p:txBody>
      </p:sp>
      <p:sp>
        <p:nvSpPr>
          <p:cNvPr id="1307" name="Google Shape;1307;p92"/>
          <p:cNvSpPr txBox="1"/>
          <p:nvPr/>
        </p:nvSpPr>
        <p:spPr>
          <a:xfrm>
            <a:off x="5545800" y="1409700"/>
            <a:ext cx="415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g)</a:t>
            </a:r>
            <a:endParaRPr sz="1800">
              <a:solidFill>
                <a:schemeClr val="dk1"/>
              </a:solidFill>
              <a:latin typeface="Lexend"/>
              <a:ea typeface="Lexend"/>
              <a:cs typeface="Lexend"/>
              <a:sym typeface="Lexend"/>
            </a:endParaRPr>
          </a:p>
        </p:txBody>
      </p:sp>
      <p:sp>
        <p:nvSpPr>
          <p:cNvPr id="1308" name="Google Shape;1308;p92"/>
          <p:cNvSpPr txBox="1"/>
          <p:nvPr/>
        </p:nvSpPr>
        <p:spPr>
          <a:xfrm>
            <a:off x="324000" y="1409700"/>
            <a:ext cx="415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3\ \frac{1}{4}+3\ \frac{1}{4}+3\ \frac{1}{4}&quot;&gt;&lt;mn&gt;3&lt;/mn&gt;&lt;mtext&gt;&lt;/mtext&gt;&lt;mfrac&gt;&lt;mn&gt;1&lt;/mn&gt;&lt;mn&gt;4&lt;/mn&gt;&lt;/mfrac&gt;&lt;mo&gt;+&lt;/mo&gt;&lt;mn&gt;3&lt;/mn&gt;&lt;mtext&gt;&lt;/mtext&gt;&lt;mfrac&gt;&lt;mn&gt;1&lt;/mn&gt;&lt;mn&gt;4&lt;/mn&gt;&lt;/mfrac&gt;&lt;mo&gt;+&lt;/mo&gt;&lt;mn&gt;3&lt;/mn&gt;&lt;mtext&gt;&lt;/mtext&gt;&lt;mfrac&gt;&lt;mn&gt;1&lt;/mn&gt;&lt;mn&gt;4&lt;/mn&gt;&lt;/mfrac&gt;&lt;/math&gt;" id="1309" name="Google Shape;1309;p92" title="3 one fourth plus 3 one fourth plus 3 one fourth"/>
          <p:cNvPicPr preferRelativeResize="0"/>
          <p:nvPr/>
        </p:nvPicPr>
        <p:blipFill>
          <a:blip r:embed="rId4">
            <a:alphaModFix/>
          </a:blip>
          <a:stretch>
            <a:fillRect/>
          </a:stretch>
        </p:blipFill>
        <p:spPr>
          <a:xfrm>
            <a:off x="718574" y="1468214"/>
            <a:ext cx="1691305" cy="503712"/>
          </a:xfrm>
          <a:prstGeom prst="rect">
            <a:avLst/>
          </a:prstGeom>
          <a:noFill/>
          <a:ln>
            <a:noFill/>
          </a:ln>
        </p:spPr>
      </p:pic>
      <p:pic>
        <p:nvPicPr>
          <p:cNvPr descr="&lt;math xmlns=&quot;http://www.w3.org/1998/Math/MathML&quot; display=&quot;block&quot; data-is-equatio=&quot;1&quot; data-latex=&quot;\ 5\ \frac{5}{20}+3\ \frac{4}{5}&quot;&gt;&lt;mtext&gt;&lt;/mtext&gt;&lt;mn&gt;5&lt;/mn&gt;&lt;mtext&gt;&lt;/mtext&gt;&lt;mfrac&gt;&lt;mn&gt;5&lt;/mn&gt;&lt;mn&gt;20&lt;/mn&gt;&lt;/mfrac&gt;&lt;mo&gt;+&lt;/mo&gt;&lt;mn&gt;3&lt;/mn&gt;&lt;mtext&gt;&lt;/mtext&gt;&lt;mfrac&gt;&lt;mn&gt;4&lt;/mn&gt;&lt;mn&gt;5&lt;/mn&gt;&lt;/mfrac&gt;&lt;/math&gt;" id="1310" name="Google Shape;1310;p92" title="5 5 over 20 plus 3 four fifths"/>
          <p:cNvPicPr preferRelativeResize="0"/>
          <p:nvPr/>
        </p:nvPicPr>
        <p:blipFill>
          <a:blip r:embed="rId5">
            <a:alphaModFix/>
          </a:blip>
          <a:stretch>
            <a:fillRect/>
          </a:stretch>
        </p:blipFill>
        <p:spPr>
          <a:xfrm>
            <a:off x="720862" y="2688524"/>
            <a:ext cx="1099348" cy="489005"/>
          </a:xfrm>
          <a:prstGeom prst="rect">
            <a:avLst/>
          </a:prstGeom>
          <a:noFill/>
          <a:ln>
            <a:noFill/>
          </a:ln>
        </p:spPr>
      </p:pic>
      <p:pic>
        <p:nvPicPr>
          <p:cNvPr descr="&lt;math xmlns=&quot;http://www.w3.org/1998/Math/MathML&quot; display=&quot;block&quot; data-is-equatio=&quot;1&quot; data-latex=&quot;10\ \frac{1}{6}-\frac{1}{2}&quot;&gt;&lt;mn&gt;10&lt;/mn&gt;&lt;mtext&gt;&lt;/mtext&gt;&lt;mfrac&gt;&lt;mn&gt;1&lt;/mn&gt;&lt;mn&gt;6&lt;/mn&gt;&lt;/mfrac&gt;&lt;mo&gt;−&lt;/mo&gt;&lt;mfrac&gt;&lt;mn&gt;1&lt;/mn&gt;&lt;mn&gt;2&lt;/mn&gt;&lt;/mfrac&gt;&lt;/math&gt;" id="1311" name="Google Shape;1311;p92" title="10 one sixth minus one half"/>
          <p:cNvPicPr preferRelativeResize="0"/>
          <p:nvPr/>
        </p:nvPicPr>
        <p:blipFill>
          <a:blip r:embed="rId6">
            <a:alphaModFix/>
          </a:blip>
          <a:stretch>
            <a:fillRect/>
          </a:stretch>
        </p:blipFill>
        <p:spPr>
          <a:xfrm>
            <a:off x="684820" y="3787976"/>
            <a:ext cx="926541" cy="496359"/>
          </a:xfrm>
          <a:prstGeom prst="rect">
            <a:avLst/>
          </a:prstGeom>
          <a:noFill/>
          <a:ln>
            <a:noFill/>
          </a:ln>
        </p:spPr>
      </p:pic>
      <p:pic>
        <p:nvPicPr>
          <p:cNvPr descr="&lt;math xmlns=&quot;http://www.w3.org/1998/Math/MathML&quot; display=&quot;block&quot; data-is-equatio=&quot;1&quot; data-latex=&quot;12\ \frac{1}{5}-2\ \frac{9}{20}&quot;&gt;&lt;mn&gt;12&lt;/mn&gt;&lt;mtext&gt;&lt;/mtext&gt;&lt;mfrac&gt;&lt;mn&gt;1&lt;/mn&gt;&lt;mn&gt;5&lt;/mn&gt;&lt;/mfrac&gt;&lt;mo&gt;−&lt;/mo&gt;&lt;mn&gt;2&lt;/mn&gt;&lt;mtext&gt;&lt;/mtext&gt;&lt;mfrac&gt;&lt;mn&gt;9&lt;/mn&gt;&lt;mn&gt;20&lt;/mn&gt;&lt;/mfrac&gt;&lt;/math&gt;" id="1312" name="Google Shape;1312;p92" title="12 one fifth minus 2 9 over 20"/>
          <p:cNvPicPr preferRelativeResize="0"/>
          <p:nvPr/>
        </p:nvPicPr>
        <p:blipFill>
          <a:blip r:embed="rId7">
            <a:alphaModFix/>
          </a:blip>
          <a:stretch>
            <a:fillRect/>
          </a:stretch>
        </p:blipFill>
        <p:spPr>
          <a:xfrm>
            <a:off x="3446931" y="2684850"/>
            <a:ext cx="1224358" cy="496359"/>
          </a:xfrm>
          <a:prstGeom prst="rect">
            <a:avLst/>
          </a:prstGeom>
          <a:noFill/>
          <a:ln>
            <a:noFill/>
          </a:ln>
        </p:spPr>
      </p:pic>
      <p:pic>
        <p:nvPicPr>
          <p:cNvPr descr="&lt;math xmlns=&quot;http://www.w3.org/1998/Math/MathML&quot; display=&quot;block&quot; data-is-equatio=&quot;1&quot; data-latex=&quot;2\ \frac{1}{4\ }+5\ \frac{1}{2}+1\ \frac{3}{4}&quot;&gt;&lt;mn&gt;2&lt;/mn&gt;&lt;mtext&gt;&lt;/mtext&gt;&lt;mfrac&gt;&lt;mn&gt;1&lt;/mn&gt;&lt;mrow&gt;&lt;mn&gt;4&lt;/mn&gt;&lt;mtext&gt;&lt;/mtext&gt;&lt;/mrow&gt;&lt;/mfrac&gt;&lt;mo&gt;+&lt;/mo&gt;&lt;mn&gt;5&lt;/mn&gt;&lt;mtext&gt;&lt;/mtext&gt;&lt;mfrac&gt;&lt;mn&gt;1&lt;/mn&gt;&lt;mn&gt;2&lt;/mn&gt;&lt;/mfrac&gt;&lt;mo&gt;+&lt;/mo&gt;&lt;mn&gt;1&lt;/mn&gt;&lt;mtext&gt;&lt;/mtext&gt;&lt;mfrac&gt;&lt;mn&gt;3&lt;/mn&gt;&lt;mn&gt;4&lt;/mn&gt;&lt;/mfrac&gt;&lt;/math&gt;" id="1313" name="Google Shape;1313;p92" title="2 1 over 4 plus 5 one half plus 1 three fourths"/>
          <p:cNvPicPr preferRelativeResize="0"/>
          <p:nvPr/>
        </p:nvPicPr>
        <p:blipFill>
          <a:blip r:embed="rId8">
            <a:alphaModFix/>
          </a:blip>
          <a:stretch>
            <a:fillRect/>
          </a:stretch>
        </p:blipFill>
        <p:spPr>
          <a:xfrm>
            <a:off x="3441251" y="3787962"/>
            <a:ext cx="1757486" cy="503712"/>
          </a:xfrm>
          <a:prstGeom prst="rect">
            <a:avLst/>
          </a:prstGeom>
          <a:noFill/>
          <a:ln>
            <a:noFill/>
          </a:ln>
        </p:spPr>
      </p:pic>
      <p:pic>
        <p:nvPicPr>
          <p:cNvPr descr="&lt;math xmlns=&quot;http://www.w3.org/1998/Math/MathML&quot; display=&quot;block&quot; data-is-equatio=&quot;1&quot; data-latex=&quot;\frac{90}{5}-\ 7\ \frac{3}{4}&quot;&gt;&lt;mfrac&gt;&lt;mn&gt;90&lt;/mn&gt;&lt;mn&gt;5&lt;/mn&gt;&lt;/mfrac&gt;&lt;mo&gt;−&lt;/mo&gt;&lt;mtext&gt;&lt;/mtext&gt;&lt;mn&gt;7&lt;/mn&gt;&lt;mtext&gt;&lt;/mtext&gt;&lt;mfrac&gt;&lt;mn&gt;3&lt;/mn&gt;&lt;mn&gt;4&lt;/mn&gt;&lt;/mfrac&gt;&lt;/math&gt;" id="1314" name="Google Shape;1314;p92" title="90 over 5 minus 7 three fourths"/>
          <p:cNvPicPr preferRelativeResize="0"/>
          <p:nvPr/>
        </p:nvPicPr>
        <p:blipFill>
          <a:blip r:embed="rId9">
            <a:alphaModFix/>
          </a:blip>
          <a:stretch>
            <a:fillRect/>
          </a:stretch>
        </p:blipFill>
        <p:spPr>
          <a:xfrm>
            <a:off x="6097986" y="1468214"/>
            <a:ext cx="985369" cy="496359"/>
          </a:xfrm>
          <a:prstGeom prst="rect">
            <a:avLst/>
          </a:prstGeom>
          <a:noFill/>
          <a:ln>
            <a:noFill/>
          </a:ln>
        </p:spPr>
      </p:pic>
      <p:pic>
        <p:nvPicPr>
          <p:cNvPr descr="&lt;math xmlns=&quot;http://www.w3.org/1998/Math/MathML&quot; display=&quot;block&quot; data-is-equatio=&quot;1&quot; data-latex=&quot;7\ \frac{1}{6}-3\ \frac{1}{4}+5\ \frac{2}{3}&quot;&gt;&lt;mn&gt;7&lt;/mn&gt;&lt;mtext&gt;&lt;/mtext&gt;&lt;mfrac&gt;&lt;mn&gt;1&lt;/mn&gt;&lt;mn&gt;6&lt;/mn&gt;&lt;/mfrac&gt;&lt;mo&gt;−&lt;/mo&gt;&lt;mn&gt;3&lt;/mn&gt;&lt;mtext&gt;&lt;/mtext&gt;&lt;mfrac&gt;&lt;mn&gt;1&lt;/mn&gt;&lt;mn&gt;4&lt;/mn&gt;&lt;/mfrac&gt;&lt;mo&gt;+&lt;/mo&gt;&lt;mn&gt;5&lt;/mn&gt;&lt;mtext&gt;&lt;/mtext&gt;&lt;mfrac&gt;&lt;mn&gt;2&lt;/mn&gt;&lt;mn&gt;3&lt;/mn&gt;&lt;/mfrac&gt;&lt;/math&gt;" id="1315" name="Google Shape;1315;p92" title="7 one sixth minus 3 one fourth plus 5 two thirds"/>
          <p:cNvPicPr preferRelativeResize="0"/>
          <p:nvPr/>
        </p:nvPicPr>
        <p:blipFill>
          <a:blip r:embed="rId10">
            <a:alphaModFix/>
          </a:blip>
          <a:stretch>
            <a:fillRect/>
          </a:stretch>
        </p:blipFill>
        <p:spPr>
          <a:xfrm>
            <a:off x="6097973" y="2203632"/>
            <a:ext cx="1658214" cy="496359"/>
          </a:xfrm>
          <a:prstGeom prst="rect">
            <a:avLst/>
          </a:prstGeom>
          <a:noFill/>
          <a:ln>
            <a:noFill/>
          </a:ln>
        </p:spPr>
      </p:pic>
      <p:sp>
        <p:nvSpPr>
          <p:cNvPr id="1316" name="Google Shape;1316;p92"/>
          <p:cNvSpPr txBox="1"/>
          <p:nvPr/>
        </p:nvSpPr>
        <p:spPr>
          <a:xfrm>
            <a:off x="5545800" y="2313213"/>
            <a:ext cx="415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h</a:t>
            </a: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317" name="Google Shape;1317;p92"/>
          <p:cNvSpPr txBox="1"/>
          <p:nvPr/>
        </p:nvSpPr>
        <p:spPr>
          <a:xfrm>
            <a:off x="3016666" y="1409700"/>
            <a:ext cx="415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d</a:t>
            </a: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318" name="Google Shape;1318;p92"/>
          <p:cNvSpPr txBox="1"/>
          <p:nvPr/>
        </p:nvSpPr>
        <p:spPr>
          <a:xfrm>
            <a:off x="324000" y="2651913"/>
            <a:ext cx="415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1319" name="Google Shape;1319;p92"/>
          <p:cNvSpPr txBox="1"/>
          <p:nvPr/>
        </p:nvSpPr>
        <p:spPr>
          <a:xfrm>
            <a:off x="324000" y="3787963"/>
            <a:ext cx="415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c</a:t>
            </a: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320" name="Google Shape;1320;p92"/>
          <p:cNvSpPr txBox="1"/>
          <p:nvPr/>
        </p:nvSpPr>
        <p:spPr>
          <a:xfrm>
            <a:off x="3006341" y="2656338"/>
            <a:ext cx="415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e)</a:t>
            </a:r>
            <a:endParaRPr sz="1800">
              <a:solidFill>
                <a:schemeClr val="dk1"/>
              </a:solidFill>
              <a:latin typeface="Lexend"/>
              <a:ea typeface="Lexend"/>
              <a:cs typeface="Lexend"/>
              <a:sym typeface="Lexend"/>
            </a:endParaRPr>
          </a:p>
        </p:txBody>
      </p:sp>
      <p:sp>
        <p:nvSpPr>
          <p:cNvPr id="1321" name="Google Shape;1321;p92"/>
          <p:cNvSpPr txBox="1"/>
          <p:nvPr/>
        </p:nvSpPr>
        <p:spPr>
          <a:xfrm>
            <a:off x="3016666" y="3796825"/>
            <a:ext cx="415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f</a:t>
            </a: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pic>
        <p:nvPicPr>
          <p:cNvPr id="1322" name="Google Shape;1322;p92"/>
          <p:cNvPicPr preferRelativeResize="0"/>
          <p:nvPr/>
        </p:nvPicPr>
        <p:blipFill>
          <a:blip r:embed="rId11">
            <a:alphaModFix/>
          </a:blip>
          <a:stretch>
            <a:fillRect/>
          </a:stretch>
        </p:blipFill>
        <p:spPr>
          <a:xfrm>
            <a:off x="324000" y="812100"/>
            <a:ext cx="4051773" cy="476400"/>
          </a:xfrm>
          <a:prstGeom prst="rect">
            <a:avLst/>
          </a:prstGeom>
          <a:noFill/>
          <a:ln>
            <a:noFill/>
          </a:ln>
        </p:spPr>
      </p:pic>
      <p:pic>
        <p:nvPicPr>
          <p:cNvPr id="1323" name="Google Shape;1323;p92"/>
          <p:cNvPicPr preferRelativeResize="0"/>
          <p:nvPr/>
        </p:nvPicPr>
        <p:blipFill>
          <a:blip r:embed="rId12">
            <a:alphaModFix/>
          </a:blip>
          <a:stretch>
            <a:fillRect/>
          </a:stretch>
        </p:blipFill>
        <p:spPr>
          <a:xfrm>
            <a:off x="5545800" y="3013148"/>
            <a:ext cx="3232475" cy="14098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7" name="Shape 1327"/>
        <p:cNvGrpSpPr/>
        <p:nvPr/>
      </p:nvGrpSpPr>
      <p:grpSpPr>
        <a:xfrm>
          <a:off x="0" y="0"/>
          <a:ext cx="0" cy="0"/>
          <a:chOff x="0" y="0"/>
          <a:chExt cx="0" cy="0"/>
        </a:xfrm>
      </p:grpSpPr>
      <p:pic>
        <p:nvPicPr>
          <p:cNvPr descr="&lt;math xmlns=&quot;http://www.w3.org/1998/Math/MathML&quot; display=&quot;block&quot; data-is-equatio=&quot;1&quot; data-latex=&quot;\frac{51}{3}-\frac{29}{4}&quot;&gt;&lt;mfrac&gt;&lt;mn&gt;51&lt;/mn&gt;&lt;mn&gt;3&lt;/mn&gt;&lt;/mfrac&gt;&lt;mo&gt;−&lt;/mo&gt;&lt;mfrac&gt;&lt;mn&gt;29&lt;/mn&gt;&lt;mn&gt;4&lt;/mn&gt;&lt;/mfrac&gt;&lt;/math&gt;" id="1328" name="Google Shape;1328;p93" title="51 over 3 minus 29 over 4"/>
          <p:cNvPicPr preferRelativeResize="0"/>
          <p:nvPr/>
        </p:nvPicPr>
        <p:blipFill>
          <a:blip r:embed="rId3">
            <a:alphaModFix/>
          </a:blip>
          <a:stretch>
            <a:fillRect/>
          </a:stretch>
        </p:blipFill>
        <p:spPr>
          <a:xfrm>
            <a:off x="3289242" y="1464542"/>
            <a:ext cx="873075" cy="503697"/>
          </a:xfrm>
          <a:prstGeom prst="rect">
            <a:avLst/>
          </a:prstGeom>
          <a:noFill/>
          <a:ln>
            <a:noFill/>
          </a:ln>
        </p:spPr>
      </p:pic>
      <p:sp>
        <p:nvSpPr>
          <p:cNvPr id="1329" name="Google Shape;1329;p9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Efficient calculation strategies</a:t>
            </a:r>
            <a:endParaRPr/>
          </a:p>
        </p:txBody>
      </p:sp>
      <p:sp>
        <p:nvSpPr>
          <p:cNvPr id="1330" name="Google Shape;1330;p93"/>
          <p:cNvSpPr txBox="1"/>
          <p:nvPr/>
        </p:nvSpPr>
        <p:spPr>
          <a:xfrm>
            <a:off x="5469600" y="1409700"/>
            <a:ext cx="415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g)</a:t>
            </a:r>
            <a:endParaRPr sz="1800">
              <a:solidFill>
                <a:schemeClr val="dk1"/>
              </a:solidFill>
              <a:latin typeface="Lexend"/>
              <a:ea typeface="Lexend"/>
              <a:cs typeface="Lexend"/>
              <a:sym typeface="Lexend"/>
            </a:endParaRPr>
          </a:p>
        </p:txBody>
      </p:sp>
      <p:sp>
        <p:nvSpPr>
          <p:cNvPr id="1331" name="Google Shape;1331;p93"/>
          <p:cNvSpPr txBox="1"/>
          <p:nvPr/>
        </p:nvSpPr>
        <p:spPr>
          <a:xfrm>
            <a:off x="324000" y="1409700"/>
            <a:ext cx="415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3\ \frac{1}{4}+3\ \frac{1}{4}+3\ \frac{1}{4}&quot;&gt;&lt;mn&gt;3&lt;/mn&gt;&lt;mtext&gt;&lt;/mtext&gt;&lt;mfrac&gt;&lt;mn&gt;1&lt;/mn&gt;&lt;mn&gt;4&lt;/mn&gt;&lt;/mfrac&gt;&lt;mo&gt;+&lt;/mo&gt;&lt;mn&gt;3&lt;/mn&gt;&lt;mtext&gt;&lt;/mtext&gt;&lt;mfrac&gt;&lt;mn&gt;1&lt;/mn&gt;&lt;mn&gt;4&lt;/mn&gt;&lt;/mfrac&gt;&lt;mo&gt;+&lt;/mo&gt;&lt;mn&gt;3&lt;/mn&gt;&lt;mtext&gt;&lt;/mtext&gt;&lt;mfrac&gt;&lt;mn&gt;1&lt;/mn&gt;&lt;mn&gt;4&lt;/mn&gt;&lt;/mfrac&gt;&lt;/math&gt;" id="1332" name="Google Shape;1332;p93" title="3 one fourth plus 3 one fourth plus 3 one fourth"/>
          <p:cNvPicPr preferRelativeResize="0"/>
          <p:nvPr/>
        </p:nvPicPr>
        <p:blipFill>
          <a:blip r:embed="rId4">
            <a:alphaModFix/>
          </a:blip>
          <a:stretch>
            <a:fillRect/>
          </a:stretch>
        </p:blipFill>
        <p:spPr>
          <a:xfrm>
            <a:off x="718574" y="1468214"/>
            <a:ext cx="1691305" cy="503712"/>
          </a:xfrm>
          <a:prstGeom prst="rect">
            <a:avLst/>
          </a:prstGeom>
          <a:noFill/>
          <a:ln>
            <a:noFill/>
          </a:ln>
        </p:spPr>
      </p:pic>
      <p:pic>
        <p:nvPicPr>
          <p:cNvPr descr="&lt;math xmlns=&quot;http://www.w3.org/1998/Math/MathML&quot; display=&quot;block&quot; data-is-equatio=&quot;1&quot; data-latex=&quot;\ 5\ \frac{5}{20}+3\ \frac{4}{5}&quot;&gt;&lt;mtext&gt;&lt;/mtext&gt;&lt;mn&gt;5&lt;/mn&gt;&lt;mtext&gt;&lt;/mtext&gt;&lt;mfrac&gt;&lt;mn&gt;5&lt;/mn&gt;&lt;mn&gt;20&lt;/mn&gt;&lt;/mfrac&gt;&lt;mo&gt;+&lt;/mo&gt;&lt;mn&gt;3&lt;/mn&gt;&lt;mtext&gt;&lt;/mtext&gt;&lt;mfrac&gt;&lt;mn&gt;4&lt;/mn&gt;&lt;mn&gt;5&lt;/mn&gt;&lt;/mfrac&gt;&lt;/math&gt;" id="1333" name="Google Shape;1333;p93" title="5 5 over 20 plus 3 four fifths"/>
          <p:cNvPicPr preferRelativeResize="0"/>
          <p:nvPr/>
        </p:nvPicPr>
        <p:blipFill>
          <a:blip r:embed="rId5">
            <a:alphaModFix/>
          </a:blip>
          <a:stretch>
            <a:fillRect/>
          </a:stretch>
        </p:blipFill>
        <p:spPr>
          <a:xfrm>
            <a:off x="720862" y="2688524"/>
            <a:ext cx="1099348" cy="489005"/>
          </a:xfrm>
          <a:prstGeom prst="rect">
            <a:avLst/>
          </a:prstGeom>
          <a:noFill/>
          <a:ln>
            <a:noFill/>
          </a:ln>
        </p:spPr>
      </p:pic>
      <p:pic>
        <p:nvPicPr>
          <p:cNvPr descr="&lt;math xmlns=&quot;http://www.w3.org/1998/Math/MathML&quot; display=&quot;block&quot; data-is-equatio=&quot;1&quot; data-latex=&quot;10\ \frac{1}{6}-\frac{1}{2}&quot;&gt;&lt;mn&gt;10&lt;/mn&gt;&lt;mtext&gt;&lt;/mtext&gt;&lt;mfrac&gt;&lt;mn&gt;1&lt;/mn&gt;&lt;mn&gt;6&lt;/mn&gt;&lt;/mfrac&gt;&lt;mo&gt;−&lt;/mo&gt;&lt;mfrac&gt;&lt;mn&gt;1&lt;/mn&gt;&lt;mn&gt;2&lt;/mn&gt;&lt;/mfrac&gt;&lt;/math&gt;" id="1334" name="Google Shape;1334;p93" title="10 one sixth minus one half"/>
          <p:cNvPicPr preferRelativeResize="0"/>
          <p:nvPr/>
        </p:nvPicPr>
        <p:blipFill>
          <a:blip r:embed="rId6">
            <a:alphaModFix/>
          </a:blip>
          <a:stretch>
            <a:fillRect/>
          </a:stretch>
        </p:blipFill>
        <p:spPr>
          <a:xfrm>
            <a:off x="684820" y="3790196"/>
            <a:ext cx="926541" cy="496359"/>
          </a:xfrm>
          <a:prstGeom prst="rect">
            <a:avLst/>
          </a:prstGeom>
          <a:noFill/>
          <a:ln>
            <a:noFill/>
          </a:ln>
        </p:spPr>
      </p:pic>
      <p:pic>
        <p:nvPicPr>
          <p:cNvPr descr="&lt;math xmlns=&quot;http://www.w3.org/1998/Math/MathML&quot; display=&quot;block&quot; data-is-equatio=&quot;1&quot; data-latex=&quot;12\ \frac{1}{5}-2\ \frac{9}{20}&quot;&gt;&lt;mn&gt;12&lt;/mn&gt;&lt;mtext&gt;&lt;/mtext&gt;&lt;mfrac&gt;&lt;mn&gt;1&lt;/mn&gt;&lt;mn&gt;5&lt;/mn&gt;&lt;/mfrac&gt;&lt;mo&gt;−&lt;/mo&gt;&lt;mn&gt;2&lt;/mn&gt;&lt;mtext&gt;&lt;/mtext&gt;&lt;mfrac&gt;&lt;mn&gt;9&lt;/mn&gt;&lt;mn&gt;20&lt;/mn&gt;&lt;/mfrac&gt;&lt;/math&gt;" id="1335" name="Google Shape;1335;p93" title="12 one fifth minus 2 9 over 20"/>
          <p:cNvPicPr preferRelativeResize="0"/>
          <p:nvPr/>
        </p:nvPicPr>
        <p:blipFill>
          <a:blip r:embed="rId7">
            <a:alphaModFix/>
          </a:blip>
          <a:stretch>
            <a:fillRect/>
          </a:stretch>
        </p:blipFill>
        <p:spPr>
          <a:xfrm>
            <a:off x="3294531" y="2684850"/>
            <a:ext cx="1224358" cy="496359"/>
          </a:xfrm>
          <a:prstGeom prst="rect">
            <a:avLst/>
          </a:prstGeom>
          <a:noFill/>
          <a:ln>
            <a:noFill/>
          </a:ln>
        </p:spPr>
      </p:pic>
      <p:pic>
        <p:nvPicPr>
          <p:cNvPr descr="&lt;math xmlns=&quot;http://www.w3.org/1998/Math/MathML&quot; display=&quot;block&quot; data-is-equatio=&quot;1&quot; data-latex=&quot;2\ \frac{1}{4\ }+5\ \frac{1}{2}+1\ \frac{3}{4}&quot;&gt;&lt;mn&gt;2&lt;/mn&gt;&lt;mtext&gt;&lt;/mtext&gt;&lt;mfrac&gt;&lt;mn&gt;1&lt;/mn&gt;&lt;mrow&gt;&lt;mn&gt;4&lt;/mn&gt;&lt;mtext&gt;&lt;/mtext&gt;&lt;/mrow&gt;&lt;/mfrac&gt;&lt;mo&gt;+&lt;/mo&gt;&lt;mn&gt;5&lt;/mn&gt;&lt;mtext&gt;&lt;/mtext&gt;&lt;mfrac&gt;&lt;mn&gt;1&lt;/mn&gt;&lt;mn&gt;2&lt;/mn&gt;&lt;/mfrac&gt;&lt;mo&gt;+&lt;/mo&gt;&lt;mn&gt;1&lt;/mn&gt;&lt;mtext&gt;&lt;/mtext&gt;&lt;mfrac&gt;&lt;mn&gt;3&lt;/mn&gt;&lt;mn&gt;4&lt;/mn&gt;&lt;/mfrac&gt;&lt;/math&gt;" id="1336" name="Google Shape;1336;p93" title="2 1 over 4 plus 5 one half plus 1 three fourths"/>
          <p:cNvPicPr preferRelativeResize="0"/>
          <p:nvPr/>
        </p:nvPicPr>
        <p:blipFill>
          <a:blip r:embed="rId8">
            <a:alphaModFix/>
          </a:blip>
          <a:stretch>
            <a:fillRect/>
          </a:stretch>
        </p:blipFill>
        <p:spPr>
          <a:xfrm>
            <a:off x="3288851" y="3790181"/>
            <a:ext cx="1757486" cy="503712"/>
          </a:xfrm>
          <a:prstGeom prst="rect">
            <a:avLst/>
          </a:prstGeom>
          <a:noFill/>
          <a:ln>
            <a:noFill/>
          </a:ln>
        </p:spPr>
      </p:pic>
      <p:pic>
        <p:nvPicPr>
          <p:cNvPr descr="&lt;math xmlns=&quot;http://www.w3.org/1998/Math/MathML&quot; display=&quot;block&quot; data-is-equatio=&quot;1&quot; data-latex=&quot;\frac{90}{5}-\ 7\ \frac{3}{4}&quot;&gt;&lt;mfrac&gt;&lt;mn&gt;90&lt;/mn&gt;&lt;mn&gt;5&lt;/mn&gt;&lt;/mfrac&gt;&lt;mo&gt;−&lt;/mo&gt;&lt;mtext&gt;&lt;/mtext&gt;&lt;mn&gt;7&lt;/mn&gt;&lt;mtext&gt;&lt;/mtext&gt;&lt;mfrac&gt;&lt;mn&gt;3&lt;/mn&gt;&lt;mn&gt;4&lt;/mn&gt;&lt;/mfrac&gt;&lt;/math&gt;" id="1337" name="Google Shape;1337;p93" title="90 over 5 minus 7 three fourths"/>
          <p:cNvPicPr preferRelativeResize="0"/>
          <p:nvPr/>
        </p:nvPicPr>
        <p:blipFill>
          <a:blip r:embed="rId9">
            <a:alphaModFix/>
          </a:blip>
          <a:stretch>
            <a:fillRect/>
          </a:stretch>
        </p:blipFill>
        <p:spPr>
          <a:xfrm>
            <a:off x="6021786" y="1468214"/>
            <a:ext cx="985369" cy="496359"/>
          </a:xfrm>
          <a:prstGeom prst="rect">
            <a:avLst/>
          </a:prstGeom>
          <a:noFill/>
          <a:ln>
            <a:noFill/>
          </a:ln>
        </p:spPr>
      </p:pic>
      <p:pic>
        <p:nvPicPr>
          <p:cNvPr descr="&lt;math xmlns=&quot;http://www.w3.org/1998/Math/MathML&quot; display=&quot;block&quot; data-is-equatio=&quot;1&quot; data-latex=&quot;7\ \frac{1}{6}-3\ \frac{1}{4}+5\ \frac{2}{3}&quot;&gt;&lt;mn&gt;7&lt;/mn&gt;&lt;mtext&gt;&lt;/mtext&gt;&lt;mfrac&gt;&lt;mn&gt;1&lt;/mn&gt;&lt;mn&gt;6&lt;/mn&gt;&lt;/mfrac&gt;&lt;mo&gt;−&lt;/mo&gt;&lt;mn&gt;3&lt;/mn&gt;&lt;mtext&gt;&lt;/mtext&gt;&lt;mfrac&gt;&lt;mn&gt;1&lt;/mn&gt;&lt;mn&gt;4&lt;/mn&gt;&lt;/mfrac&gt;&lt;mo&gt;+&lt;/mo&gt;&lt;mn&gt;5&lt;/mn&gt;&lt;mtext&gt;&lt;/mtext&gt;&lt;mfrac&gt;&lt;mn&gt;2&lt;/mn&gt;&lt;mn&gt;3&lt;/mn&gt;&lt;/mfrac&gt;&lt;/math&gt;" id="1338" name="Google Shape;1338;p93" title="7 one sixth minus 3 one fourth plus 5 two thirds"/>
          <p:cNvPicPr preferRelativeResize="0"/>
          <p:nvPr/>
        </p:nvPicPr>
        <p:blipFill>
          <a:blip r:embed="rId10">
            <a:alphaModFix/>
          </a:blip>
          <a:stretch>
            <a:fillRect/>
          </a:stretch>
        </p:blipFill>
        <p:spPr>
          <a:xfrm>
            <a:off x="6021773" y="2203632"/>
            <a:ext cx="1658214" cy="496359"/>
          </a:xfrm>
          <a:prstGeom prst="rect">
            <a:avLst/>
          </a:prstGeom>
          <a:noFill/>
          <a:ln>
            <a:noFill/>
          </a:ln>
        </p:spPr>
      </p:pic>
      <p:sp>
        <p:nvSpPr>
          <p:cNvPr id="1339" name="Google Shape;1339;p93"/>
          <p:cNvSpPr txBox="1"/>
          <p:nvPr/>
        </p:nvSpPr>
        <p:spPr>
          <a:xfrm>
            <a:off x="5469600" y="2313213"/>
            <a:ext cx="415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h)</a:t>
            </a:r>
            <a:endParaRPr sz="1800">
              <a:solidFill>
                <a:schemeClr val="dk1"/>
              </a:solidFill>
              <a:latin typeface="Lexend"/>
              <a:ea typeface="Lexend"/>
              <a:cs typeface="Lexend"/>
              <a:sym typeface="Lexend"/>
            </a:endParaRPr>
          </a:p>
        </p:txBody>
      </p:sp>
      <p:sp>
        <p:nvSpPr>
          <p:cNvPr id="1340" name="Google Shape;1340;p93"/>
          <p:cNvSpPr txBox="1"/>
          <p:nvPr/>
        </p:nvSpPr>
        <p:spPr>
          <a:xfrm>
            <a:off x="2864266" y="1409700"/>
            <a:ext cx="415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d)</a:t>
            </a:r>
            <a:endParaRPr sz="1800">
              <a:solidFill>
                <a:schemeClr val="dk1"/>
              </a:solidFill>
              <a:latin typeface="Lexend"/>
              <a:ea typeface="Lexend"/>
              <a:cs typeface="Lexend"/>
              <a:sym typeface="Lexend"/>
            </a:endParaRPr>
          </a:p>
        </p:txBody>
      </p:sp>
      <p:sp>
        <p:nvSpPr>
          <p:cNvPr id="1341" name="Google Shape;1341;p93"/>
          <p:cNvSpPr txBox="1"/>
          <p:nvPr/>
        </p:nvSpPr>
        <p:spPr>
          <a:xfrm>
            <a:off x="324000" y="2651913"/>
            <a:ext cx="415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1342" name="Google Shape;1342;p93"/>
          <p:cNvSpPr txBox="1"/>
          <p:nvPr/>
        </p:nvSpPr>
        <p:spPr>
          <a:xfrm>
            <a:off x="324000" y="3790182"/>
            <a:ext cx="415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c)</a:t>
            </a:r>
            <a:endParaRPr sz="1800">
              <a:solidFill>
                <a:schemeClr val="dk1"/>
              </a:solidFill>
              <a:latin typeface="Lexend"/>
              <a:ea typeface="Lexend"/>
              <a:cs typeface="Lexend"/>
              <a:sym typeface="Lexend"/>
            </a:endParaRPr>
          </a:p>
        </p:txBody>
      </p:sp>
      <p:sp>
        <p:nvSpPr>
          <p:cNvPr id="1343" name="Google Shape;1343;p93"/>
          <p:cNvSpPr txBox="1"/>
          <p:nvPr/>
        </p:nvSpPr>
        <p:spPr>
          <a:xfrm>
            <a:off x="2853941" y="2656338"/>
            <a:ext cx="415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e)</a:t>
            </a:r>
            <a:endParaRPr sz="1800">
              <a:solidFill>
                <a:schemeClr val="dk1"/>
              </a:solidFill>
              <a:latin typeface="Lexend"/>
              <a:ea typeface="Lexend"/>
              <a:cs typeface="Lexend"/>
              <a:sym typeface="Lexend"/>
            </a:endParaRPr>
          </a:p>
        </p:txBody>
      </p:sp>
      <p:sp>
        <p:nvSpPr>
          <p:cNvPr id="1344" name="Google Shape;1344;p93"/>
          <p:cNvSpPr txBox="1"/>
          <p:nvPr/>
        </p:nvSpPr>
        <p:spPr>
          <a:xfrm>
            <a:off x="2864266" y="3799045"/>
            <a:ext cx="415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f)</a:t>
            </a:r>
            <a:endParaRPr sz="1800">
              <a:solidFill>
                <a:schemeClr val="dk1"/>
              </a:solidFill>
              <a:latin typeface="Lexend"/>
              <a:ea typeface="Lexend"/>
              <a:cs typeface="Lexend"/>
              <a:sym typeface="Lexend"/>
            </a:endParaRPr>
          </a:p>
        </p:txBody>
      </p:sp>
      <p:sp>
        <p:nvSpPr>
          <p:cNvPr id="1345" name="Google Shape;1345;p93"/>
          <p:cNvSpPr txBox="1"/>
          <p:nvPr/>
        </p:nvSpPr>
        <p:spPr>
          <a:xfrm>
            <a:off x="5469600" y="2880888"/>
            <a:ext cx="415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i)</a:t>
            </a:r>
            <a:endParaRPr sz="1800">
              <a:solidFill>
                <a:schemeClr val="dk1"/>
              </a:solidFill>
              <a:latin typeface="Lexend"/>
              <a:ea typeface="Lexend"/>
              <a:cs typeface="Lexend"/>
              <a:sym typeface="Lexend"/>
            </a:endParaRPr>
          </a:p>
        </p:txBody>
      </p:sp>
      <p:pic>
        <p:nvPicPr>
          <p:cNvPr id="1346" name="Google Shape;1346;p93"/>
          <p:cNvPicPr preferRelativeResize="0"/>
          <p:nvPr/>
        </p:nvPicPr>
        <p:blipFill>
          <a:blip r:embed="rId11">
            <a:alphaModFix/>
          </a:blip>
          <a:stretch>
            <a:fillRect/>
          </a:stretch>
        </p:blipFill>
        <p:spPr>
          <a:xfrm>
            <a:off x="2450546" y="1552825"/>
            <a:ext cx="396000" cy="419100"/>
          </a:xfrm>
          <a:prstGeom prst="rect">
            <a:avLst/>
          </a:prstGeom>
          <a:noFill/>
          <a:ln>
            <a:noFill/>
          </a:ln>
        </p:spPr>
      </p:pic>
      <p:pic>
        <p:nvPicPr>
          <p:cNvPr id="1347" name="Google Shape;1347;p93"/>
          <p:cNvPicPr preferRelativeResize="0"/>
          <p:nvPr/>
        </p:nvPicPr>
        <p:blipFill>
          <a:blip r:embed="rId11">
            <a:alphaModFix/>
          </a:blip>
          <a:stretch>
            <a:fillRect/>
          </a:stretch>
        </p:blipFill>
        <p:spPr>
          <a:xfrm>
            <a:off x="4312133" y="1506850"/>
            <a:ext cx="396000" cy="419100"/>
          </a:xfrm>
          <a:prstGeom prst="rect">
            <a:avLst/>
          </a:prstGeom>
          <a:noFill/>
          <a:ln>
            <a:noFill/>
          </a:ln>
        </p:spPr>
      </p:pic>
      <p:pic>
        <p:nvPicPr>
          <p:cNvPr id="1348" name="Google Shape;1348;p93"/>
          <p:cNvPicPr preferRelativeResize="0"/>
          <p:nvPr/>
        </p:nvPicPr>
        <p:blipFill>
          <a:blip r:embed="rId11">
            <a:alphaModFix/>
          </a:blip>
          <a:stretch>
            <a:fillRect/>
          </a:stretch>
        </p:blipFill>
        <p:spPr>
          <a:xfrm>
            <a:off x="4620583" y="2723475"/>
            <a:ext cx="396000" cy="419100"/>
          </a:xfrm>
          <a:prstGeom prst="rect">
            <a:avLst/>
          </a:prstGeom>
          <a:noFill/>
          <a:ln>
            <a:noFill/>
          </a:ln>
        </p:spPr>
      </p:pic>
      <p:grpSp>
        <p:nvGrpSpPr>
          <p:cNvPr id="1349" name="Google Shape;1349;p93"/>
          <p:cNvGrpSpPr/>
          <p:nvPr/>
        </p:nvGrpSpPr>
        <p:grpSpPr>
          <a:xfrm>
            <a:off x="2005750" y="2651925"/>
            <a:ext cx="694200" cy="620400"/>
            <a:chOff x="2005750" y="2651925"/>
            <a:chExt cx="694200" cy="620400"/>
          </a:xfrm>
        </p:grpSpPr>
        <p:sp>
          <p:nvSpPr>
            <p:cNvPr id="1350" name="Google Shape;1350;p93"/>
            <p:cNvSpPr/>
            <p:nvPr/>
          </p:nvSpPr>
          <p:spPr>
            <a:xfrm>
              <a:off x="2005750" y="2651925"/>
              <a:ext cx="694200" cy="620400"/>
            </a:xfrm>
            <a:prstGeom prst="roundRect">
              <a:avLst>
                <a:gd fmla="val 16667" name="adj"/>
              </a:avLst>
            </a:prstGeom>
            <a:solidFill>
              <a:srgbClr val="E6F2F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9\ \frac{1}{20}\ \ \ +\frac{7}{10}&quot;&gt;&lt;mn&gt;9&lt;/mn&gt;&lt;mtext&gt;&lt;/mtext&gt;&lt;mfrac&gt;&lt;mn&gt;1&lt;/mn&gt;&lt;mn&gt;20&lt;/mn&gt;&lt;/mfrac&gt;&lt;mtext&gt;&lt;/mtext&gt;&lt;mtext&gt;&lt;/mtext&gt;&lt;mtext&gt;&lt;/mtext&gt;&lt;mo&gt;+&lt;/mo&gt;&lt;mfrac&gt;&lt;mn&gt;7&lt;/mn&gt;&lt;mn&gt;10&lt;/mn&gt;&lt;/mfrac&gt;&lt;/math&gt;" id="1351" name="Google Shape;1351;p93" title="9 1 over 20 positive seven tenths"/>
            <p:cNvPicPr preferRelativeResize="0"/>
            <p:nvPr/>
          </p:nvPicPr>
          <p:blipFill rotWithShape="1">
            <a:blip r:embed="rId12">
              <a:alphaModFix/>
            </a:blip>
            <a:srcRect b="0" l="55492" r="0" t="0"/>
            <a:stretch/>
          </p:blipFill>
          <p:spPr>
            <a:xfrm>
              <a:off x="2033472" y="2688263"/>
              <a:ext cx="546250" cy="489525"/>
            </a:xfrm>
            <a:prstGeom prst="rect">
              <a:avLst/>
            </a:prstGeom>
            <a:noFill/>
            <a:ln>
              <a:noFill/>
            </a:ln>
          </p:spPr>
        </p:pic>
      </p:grpSp>
      <p:grpSp>
        <p:nvGrpSpPr>
          <p:cNvPr id="1352" name="Google Shape;1352;p93"/>
          <p:cNvGrpSpPr/>
          <p:nvPr/>
        </p:nvGrpSpPr>
        <p:grpSpPr>
          <a:xfrm>
            <a:off x="1958038" y="3728625"/>
            <a:ext cx="695662" cy="620400"/>
            <a:chOff x="1958038" y="3728625"/>
            <a:chExt cx="695662" cy="620400"/>
          </a:xfrm>
        </p:grpSpPr>
        <p:sp>
          <p:nvSpPr>
            <p:cNvPr id="1353" name="Google Shape;1353;p93"/>
            <p:cNvSpPr/>
            <p:nvPr/>
          </p:nvSpPr>
          <p:spPr>
            <a:xfrm>
              <a:off x="1959500" y="3728625"/>
              <a:ext cx="694200" cy="620400"/>
            </a:xfrm>
            <a:prstGeom prst="roundRect">
              <a:avLst>
                <a:gd fmla="val 16667" name="adj"/>
              </a:avLst>
            </a:prstGeom>
            <a:solidFill>
              <a:srgbClr val="E6F2F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9\ \frac{2}{3}\ \ \ +\frac{1}{12}&quot;&gt;&lt;mn&gt;9&lt;/mn&gt;&lt;mtext&gt;&lt;/mtext&gt;&lt;mfrac&gt;&lt;mn&gt;2&lt;/mn&gt;&lt;mn&gt;3&lt;/mn&gt;&lt;/mfrac&gt;&lt;mtext&gt;&lt;/mtext&gt;&lt;mtext&gt;&lt;/mtext&gt;&lt;mtext&gt;&lt;/mtext&gt;&lt;mo&gt;+&lt;/mo&gt;&lt;mfrac&gt;&lt;mn&gt;1&lt;/mn&gt;&lt;mn&gt;12&lt;/mn&gt;&lt;/mfrac&gt;&lt;/math&gt;" id="1354" name="Google Shape;1354;p93" title="9 two thirds positive 1 over 12"/>
            <p:cNvPicPr preferRelativeResize="0"/>
            <p:nvPr/>
          </p:nvPicPr>
          <p:blipFill rotWithShape="1">
            <a:blip r:embed="rId13">
              <a:alphaModFix/>
            </a:blip>
            <a:srcRect b="0" l="51057" r="0" t="0"/>
            <a:stretch/>
          </p:blipFill>
          <p:spPr>
            <a:xfrm>
              <a:off x="1958038" y="3779463"/>
              <a:ext cx="582475" cy="525150"/>
            </a:xfrm>
            <a:prstGeom prst="rect">
              <a:avLst/>
            </a:prstGeom>
            <a:noFill/>
            <a:ln>
              <a:noFill/>
            </a:ln>
          </p:spPr>
        </p:pic>
      </p:grpSp>
      <p:grpSp>
        <p:nvGrpSpPr>
          <p:cNvPr id="1355" name="Google Shape;1355;p93"/>
          <p:cNvGrpSpPr/>
          <p:nvPr/>
        </p:nvGrpSpPr>
        <p:grpSpPr>
          <a:xfrm>
            <a:off x="5128141" y="3728625"/>
            <a:ext cx="650604" cy="620400"/>
            <a:chOff x="5317375" y="3728625"/>
            <a:chExt cx="694200" cy="620400"/>
          </a:xfrm>
        </p:grpSpPr>
        <p:sp>
          <p:nvSpPr>
            <p:cNvPr id="1356" name="Google Shape;1356;p93"/>
            <p:cNvSpPr/>
            <p:nvPr/>
          </p:nvSpPr>
          <p:spPr>
            <a:xfrm>
              <a:off x="5317375" y="3728625"/>
              <a:ext cx="694200" cy="620400"/>
            </a:xfrm>
            <a:prstGeom prst="roundRect">
              <a:avLst>
                <a:gd fmla="val 16667" name="adj"/>
              </a:avLst>
            </a:prstGeom>
            <a:solidFill>
              <a:srgbClr val="E6F2F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9\ \frac{1}{2}\ \ \ +\frac{1}{4}&quot;&gt;&lt;mn&gt;9&lt;/mn&gt;&lt;mtext&gt;&lt;/mtext&gt;&lt;mfrac&gt;&lt;mn&gt;1&lt;/mn&gt;&lt;mn&gt;2&lt;/mn&gt;&lt;/mfrac&gt;&lt;mtext&gt;&lt;/mtext&gt;&lt;mtext&gt;&lt;/mtext&gt;&lt;mtext&gt;&lt;/mtext&gt;&lt;mo&gt;+&lt;/mo&gt;&lt;mfrac&gt;&lt;mn&gt;1&lt;/mn&gt;&lt;mn&gt;4&lt;/mn&gt;&lt;/mfrac&gt;&lt;/math&gt;" id="1357" name="Google Shape;1357;p93" title="9 one half positive one fourth"/>
            <p:cNvPicPr preferRelativeResize="0"/>
            <p:nvPr/>
          </p:nvPicPr>
          <p:blipFill rotWithShape="1">
            <a:blip r:embed="rId14">
              <a:alphaModFix/>
            </a:blip>
            <a:srcRect b="0" l="58258" r="0" t="0"/>
            <a:stretch/>
          </p:blipFill>
          <p:spPr>
            <a:xfrm>
              <a:off x="5440564" y="3774975"/>
              <a:ext cx="447800" cy="526800"/>
            </a:xfrm>
            <a:prstGeom prst="rect">
              <a:avLst/>
            </a:prstGeom>
            <a:noFill/>
            <a:ln>
              <a:noFill/>
            </a:ln>
          </p:spPr>
        </p:pic>
      </p:grpSp>
      <p:grpSp>
        <p:nvGrpSpPr>
          <p:cNvPr id="1358" name="Google Shape;1358;p93"/>
          <p:cNvGrpSpPr/>
          <p:nvPr/>
        </p:nvGrpSpPr>
        <p:grpSpPr>
          <a:xfrm>
            <a:off x="7816950" y="1351625"/>
            <a:ext cx="694200" cy="620400"/>
            <a:chOff x="8121750" y="1351625"/>
            <a:chExt cx="694200" cy="620400"/>
          </a:xfrm>
        </p:grpSpPr>
        <p:sp>
          <p:nvSpPr>
            <p:cNvPr id="1359" name="Google Shape;1359;p93"/>
            <p:cNvSpPr/>
            <p:nvPr/>
          </p:nvSpPr>
          <p:spPr>
            <a:xfrm>
              <a:off x="8121750" y="1351625"/>
              <a:ext cx="694200" cy="620400"/>
            </a:xfrm>
            <a:prstGeom prst="roundRect">
              <a:avLst>
                <a:gd fmla="val 16667" name="adj"/>
              </a:avLst>
            </a:prstGeom>
            <a:solidFill>
              <a:srgbClr val="E6F2F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10\ \frac{1}{4}\ \ \ -\frac{1}{2}&quot;&gt;&lt;mn&gt;10&lt;/mn&gt;&lt;mtext&gt;&lt;/mtext&gt;&lt;mfrac&gt;&lt;mn&gt;1&lt;/mn&gt;&lt;mn&gt;4&lt;/mn&gt;&lt;/mfrac&gt;&lt;mtext&gt;&lt;/mtext&gt;&lt;mtext&gt;&lt;/mtext&gt;&lt;mtext&gt;&lt;/mtext&gt;&lt;mo&gt;−&lt;/mo&gt;&lt;mfrac&gt;&lt;mn&gt;1&lt;/mn&gt;&lt;mn&gt;2&lt;/mn&gt;&lt;/mfrac&gt;&lt;/math&gt;" id="1360" name="Google Shape;1360;p93" title="10 one fourth negative one half"/>
            <p:cNvPicPr preferRelativeResize="0"/>
            <p:nvPr/>
          </p:nvPicPr>
          <p:blipFill rotWithShape="1">
            <a:blip r:embed="rId15">
              <a:alphaModFix/>
            </a:blip>
            <a:srcRect b="0" l="62066" r="0" t="0"/>
            <a:stretch/>
          </p:blipFill>
          <p:spPr>
            <a:xfrm>
              <a:off x="8244950" y="1413150"/>
              <a:ext cx="447800" cy="526775"/>
            </a:xfrm>
            <a:prstGeom prst="rect">
              <a:avLst/>
            </a:prstGeom>
            <a:noFill/>
            <a:ln>
              <a:noFill/>
            </a:ln>
          </p:spPr>
        </p:pic>
      </p:grpSp>
      <p:grpSp>
        <p:nvGrpSpPr>
          <p:cNvPr id="1361" name="Google Shape;1361;p93"/>
          <p:cNvGrpSpPr/>
          <p:nvPr/>
        </p:nvGrpSpPr>
        <p:grpSpPr>
          <a:xfrm>
            <a:off x="7816950" y="2160000"/>
            <a:ext cx="694200" cy="620400"/>
            <a:chOff x="8121750" y="2160000"/>
            <a:chExt cx="694200" cy="620400"/>
          </a:xfrm>
        </p:grpSpPr>
        <p:sp>
          <p:nvSpPr>
            <p:cNvPr id="1362" name="Google Shape;1362;p93"/>
            <p:cNvSpPr/>
            <p:nvPr/>
          </p:nvSpPr>
          <p:spPr>
            <a:xfrm>
              <a:off x="8121750" y="2160000"/>
              <a:ext cx="694200" cy="620400"/>
            </a:xfrm>
            <a:prstGeom prst="roundRect">
              <a:avLst>
                <a:gd fmla="val 16667" name="adj"/>
              </a:avLst>
            </a:prstGeom>
            <a:solidFill>
              <a:srgbClr val="E6F2F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9\ \frac{7}{12}\ \ \ +\frac{1}{6}&quot;&gt;&lt;mn&gt;9&lt;/mn&gt;&lt;mtext&gt;&lt;/mtext&gt;&lt;mfrac&gt;&lt;mn&gt;7&lt;/mn&gt;&lt;mn&gt;12&lt;/mn&gt;&lt;/mfrac&gt;&lt;mtext&gt;&lt;/mtext&gt;&lt;mtext&gt;&lt;/mtext&gt;&lt;mtext&gt;&lt;/mtext&gt;&lt;mo&gt;+&lt;/mo&gt;&lt;mfrac&gt;&lt;mn&gt;1&lt;/mn&gt;&lt;mn&gt;6&lt;/mn&gt;&lt;/mfrac&gt;&lt;/math&gt;" id="1363" name="Google Shape;1363;p93" title="9 7 over 12 positive one sixth"/>
            <p:cNvPicPr preferRelativeResize="0"/>
            <p:nvPr/>
          </p:nvPicPr>
          <p:blipFill rotWithShape="1">
            <a:blip r:embed="rId16">
              <a:alphaModFix/>
            </a:blip>
            <a:srcRect b="0" l="62188" r="0" t="0"/>
            <a:stretch/>
          </p:blipFill>
          <p:spPr>
            <a:xfrm>
              <a:off x="8244953" y="2208725"/>
              <a:ext cx="447800" cy="522950"/>
            </a:xfrm>
            <a:prstGeom prst="rect">
              <a:avLst/>
            </a:prstGeom>
            <a:noFill/>
            <a:ln>
              <a:noFill/>
            </a:ln>
          </p:spPr>
        </p:pic>
      </p:grpSp>
      <p:sp>
        <p:nvSpPr>
          <p:cNvPr id="1364" name="Google Shape;1364;p93"/>
          <p:cNvSpPr/>
          <p:nvPr/>
        </p:nvSpPr>
        <p:spPr>
          <a:xfrm>
            <a:off x="5320023" y="2817217"/>
            <a:ext cx="396000" cy="4275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365" name="Google Shape;1365;p93"/>
          <p:cNvPicPr preferRelativeResize="0"/>
          <p:nvPr/>
        </p:nvPicPr>
        <p:blipFill>
          <a:blip r:embed="rId17">
            <a:alphaModFix/>
          </a:blip>
          <a:stretch>
            <a:fillRect/>
          </a:stretch>
        </p:blipFill>
        <p:spPr>
          <a:xfrm>
            <a:off x="324000" y="771000"/>
            <a:ext cx="4069224" cy="476725"/>
          </a:xfrm>
          <a:prstGeom prst="rect">
            <a:avLst/>
          </a:prstGeom>
          <a:noFill/>
          <a:ln>
            <a:noFill/>
          </a:ln>
        </p:spPr>
      </p:pic>
      <p:pic>
        <p:nvPicPr>
          <p:cNvPr id="1366" name="Google Shape;1366;p93"/>
          <p:cNvPicPr preferRelativeResize="0"/>
          <p:nvPr/>
        </p:nvPicPr>
        <p:blipFill>
          <a:blip r:embed="rId18">
            <a:alphaModFix/>
          </a:blip>
          <a:stretch>
            <a:fillRect/>
          </a:stretch>
        </p:blipFill>
        <p:spPr>
          <a:xfrm>
            <a:off x="5884800" y="2889376"/>
            <a:ext cx="2935200" cy="14157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0" name="Shape 1370"/>
        <p:cNvGrpSpPr/>
        <p:nvPr/>
      </p:nvGrpSpPr>
      <p:grpSpPr>
        <a:xfrm>
          <a:off x="0" y="0"/>
          <a:ext cx="0" cy="0"/>
          <a:chOff x="0" y="0"/>
          <a:chExt cx="0" cy="0"/>
        </a:xfrm>
      </p:grpSpPr>
      <p:sp>
        <p:nvSpPr>
          <p:cNvPr id="1371" name="Google Shape;1371;p94"/>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One method for adding and subtracting mixed numbers is to convert the mixed numbers to improper fractions and find a common denominator.</a:t>
            </a:r>
            <a:endParaRPr sz="2000"/>
          </a:p>
          <a:p>
            <a:pPr indent="0" lvl="0" marL="0" rtl="0" algn="l">
              <a:spcBef>
                <a:spcPts val="1000"/>
              </a:spcBef>
              <a:spcAft>
                <a:spcPts val="0"/>
              </a:spcAft>
              <a:buNone/>
            </a:pPr>
            <a:r>
              <a:rPr lang="en-GB" sz="2000"/>
              <a:t>E.g.</a:t>
            </a:r>
            <a:endParaRPr sz="2000"/>
          </a:p>
          <a:p>
            <a:pPr indent="0" lvl="0" marL="0" rtl="0" algn="l">
              <a:spcBef>
                <a:spcPts val="1000"/>
              </a:spcBef>
              <a:spcAft>
                <a:spcPts val="0"/>
              </a:spcAft>
              <a:buNone/>
            </a:pPr>
            <a:r>
              <a:t/>
            </a:r>
            <a:endParaRPr sz="700"/>
          </a:p>
          <a:p>
            <a:pPr indent="0" lvl="0" marL="0" rtl="0" algn="l">
              <a:spcBef>
                <a:spcPts val="0"/>
              </a:spcBef>
              <a:spcAft>
                <a:spcPts val="0"/>
              </a:spcAft>
              <a:buNone/>
            </a:pPr>
            <a:r>
              <a:rPr lang="en-GB" sz="2000"/>
              <a:t>Converting to improper fractions is not always the most </a:t>
            </a:r>
            <a:r>
              <a:rPr lang="en-GB" sz="2000"/>
              <a:t>efficient</a:t>
            </a:r>
            <a:r>
              <a:rPr lang="en-GB" sz="2000"/>
              <a:t> way of adding and subtracting mixed numbers.</a:t>
            </a:r>
            <a:endParaRPr sz="2000"/>
          </a:p>
          <a:p>
            <a:pPr indent="0" lvl="0" marL="0" rtl="0" algn="l">
              <a:spcBef>
                <a:spcPts val="1000"/>
              </a:spcBef>
              <a:spcAft>
                <a:spcPts val="0"/>
              </a:spcAft>
              <a:buNone/>
            </a:pPr>
            <a:r>
              <a:rPr lang="en-GB" sz="2000"/>
              <a:t>An alternative method is to deal with the integers and fractions separately. </a:t>
            </a:r>
            <a:endParaRPr sz="2000"/>
          </a:p>
          <a:p>
            <a:pPr indent="0" lvl="0" marL="0" rtl="0" algn="l">
              <a:spcBef>
                <a:spcPts val="1000"/>
              </a:spcBef>
              <a:spcAft>
                <a:spcPts val="1000"/>
              </a:spcAft>
              <a:buNone/>
            </a:pPr>
            <a:r>
              <a:rPr lang="en-GB" sz="2000"/>
              <a:t>E.g. </a:t>
            </a:r>
            <a:endParaRPr sz="2000"/>
          </a:p>
        </p:txBody>
      </p:sp>
      <p:sp>
        <p:nvSpPr>
          <p:cNvPr id="1372" name="Google Shape;1372;p94"/>
          <p:cNvSpPr txBox="1"/>
          <p:nvPr>
            <p:ph type="title"/>
          </p:nvPr>
        </p:nvSpPr>
        <p:spPr>
          <a:xfrm>
            <a:off x="1684800" y="157525"/>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Securing understanding of addition and subtraction with fractions</a:t>
            </a:r>
            <a:endParaRPr/>
          </a:p>
        </p:txBody>
      </p:sp>
      <p:pic>
        <p:nvPicPr>
          <p:cNvPr descr="&lt;math xmlns=&quot;http://www.w3.org/1998/Math/MathML&quot; display=&quot;block&quot; data-is-equatio=&quot;1&quot; data-latex=&quot;3\ \frac{1}{2}-1\ \frac{5}{6}=\frac{7}{2}-\frac{11}{6}=\frac{21}{6}-\frac{11}{6}=\frac{10}{6}=\frac{5}{3}=\frac{3}{3}+\frac{2}{3}=1\ \frac{2}{3}&quot;&gt;&lt;mn&gt;3&lt;/mn&gt;&lt;mtext&gt;&lt;/mtext&gt;&lt;mfrac&gt;&lt;mn&gt;1&lt;/mn&gt;&lt;mn&gt;2&lt;/mn&gt;&lt;/mfrac&gt;&lt;mo&gt;−&lt;/mo&gt;&lt;mn&gt;1&lt;/mn&gt;&lt;mtext&gt;&lt;/mtext&gt;&lt;mfrac&gt;&lt;mn&gt;5&lt;/mn&gt;&lt;mn&gt;6&lt;/mn&gt;&lt;/mfrac&gt;&lt;mo&gt;=&lt;/mo&gt;&lt;mfrac&gt;&lt;mn&gt;7&lt;/mn&gt;&lt;mn&gt;2&lt;/mn&gt;&lt;/mfrac&gt;&lt;mo&gt;−&lt;/mo&gt;&lt;mfrac&gt;&lt;mn&gt;11&lt;/mn&gt;&lt;mn&gt;6&lt;/mn&gt;&lt;/mfrac&gt;&lt;mo&gt;=&lt;/mo&gt;&lt;mfrac&gt;&lt;mn&gt;21&lt;/mn&gt;&lt;mn&gt;6&lt;/mn&gt;&lt;/mfrac&gt;&lt;mo&gt;−&lt;/mo&gt;&lt;mfrac&gt;&lt;mn&gt;11&lt;/mn&gt;&lt;mn&gt;6&lt;/mn&gt;&lt;/mfrac&gt;&lt;mo&gt;=&lt;/mo&gt;&lt;mfrac&gt;&lt;mn&gt;10&lt;/mn&gt;&lt;mn&gt;6&lt;/mn&gt;&lt;/mfrac&gt;&lt;mo&gt;=&lt;/mo&gt;&lt;mfrac&gt;&lt;mn&gt;5&lt;/mn&gt;&lt;mn&gt;3&lt;/mn&gt;&lt;/mfrac&gt;&lt;mo&gt;=&lt;/mo&gt;&lt;mfrac&gt;&lt;mn&gt;3&lt;/mn&gt;&lt;mn&gt;3&lt;/mn&gt;&lt;/mfrac&gt;&lt;mo&gt;+&lt;/mo&gt;&lt;mfrac&gt;&lt;mn&gt;2&lt;/mn&gt;&lt;mn&gt;3&lt;/mn&gt;&lt;/mfrac&gt;&lt;mo&gt;=&lt;/mo&gt;&lt;mn&gt;1&lt;/mn&gt;&lt;mtext&gt;&lt;/mtext&gt;&lt;mfrac&gt;&lt;mn&gt;2&lt;/mn&gt;&lt;mn&gt;3&lt;/mn&gt;&lt;/mfrac&gt;&lt;/math&gt;" id="1373" name="Google Shape;1373;p94" title="3 one half minus 1 five sixths equals seven halves minus eleven sixths equals 21 over 6 minus eleven sixths equals ten sixths equals five thirds equals three thirds plus two thirds equals 1 two thirds"/>
          <p:cNvPicPr preferRelativeResize="0"/>
          <p:nvPr/>
        </p:nvPicPr>
        <p:blipFill rotWithShape="1">
          <a:blip r:embed="rId3">
            <a:alphaModFix/>
          </a:blip>
          <a:srcRect b="0" l="0" r="64173" t="0"/>
          <a:stretch/>
        </p:blipFill>
        <p:spPr>
          <a:xfrm>
            <a:off x="876350" y="2249523"/>
            <a:ext cx="2268825" cy="517575"/>
          </a:xfrm>
          <a:prstGeom prst="rect">
            <a:avLst/>
          </a:prstGeom>
          <a:noFill/>
          <a:ln>
            <a:noFill/>
          </a:ln>
        </p:spPr>
      </p:pic>
      <p:pic>
        <p:nvPicPr>
          <p:cNvPr descr="&lt;math xmlns=&quot;http://www.w3.org/1998/Math/MathML&quot; display=&quot;block&quot; data-is-equatio=&quot;1&quot; data-latex=&quot;3\ \frac{5}{12}-2\ \frac{3}{4}\ \ \ \ \left(3-2\right)+\left(\frac{5}{12}-\frac{3}{4}\right)&quot;&gt;&lt;mn&gt;3&lt;/mn&gt;&lt;mtext&gt;&lt;/mtext&gt;&lt;mfrac&gt;&lt;mn&gt;5&lt;/mn&gt;&lt;mn&gt;12&lt;/mn&gt;&lt;/mfrac&gt;&lt;mo&gt;−&lt;/mo&gt;&lt;mn&gt;2&lt;/mn&gt;&lt;mtext&gt;&lt;/mtext&gt;&lt;mfrac&gt;&lt;mn&gt;3&lt;/mn&gt;&lt;mn&gt;4&lt;/mn&gt;&lt;/mfrac&gt;&lt;mtext&gt;&lt;/mtext&gt;&lt;mtext&gt;&lt;/mtext&gt;&lt;mtext&gt;&lt;/mtext&gt;&lt;mtext&gt;&lt;/mtext&gt;&lt;mrow data-mjx-texclass=&quot;INNER&quot;&gt;&lt;mo data-mjx-texclass=&quot;OPEN&quot;&gt;(&lt;/mo&gt;&lt;mn&gt;3&lt;/mn&gt;&lt;mo&gt;−&lt;/mo&gt;&lt;mn&gt;2&lt;/mn&gt;&lt;mo data-mjx-texclass=&quot;CLOSE&quot;&gt;)&lt;/mo&gt;&lt;/mrow&gt;&lt;mo&gt;+&lt;/mo&gt;&lt;mrow data-mjx-texclass=&quot;INNER&quot;&gt;&lt;mo data-mjx-texclass=&quot;OPEN&quot;&gt;(&lt;/mo&gt;&lt;mfrac&gt;&lt;mn&gt;5&lt;/mn&gt;&lt;mn&gt;12&lt;/mn&gt;&lt;/mfrac&gt;&lt;mo&gt;−&lt;/mo&gt;&lt;mfrac&gt;&lt;mn&gt;3&lt;/mn&gt;&lt;mn&gt;4&lt;/mn&gt;&lt;/mfrac&gt;&lt;mo data-mjx-texclass=&quot;CLOSE&quot;&gt;)&lt;/mo&gt;&lt;/mrow&gt;&lt;/math&gt;" id="1374" name="Google Shape;1374;p94" title="3 5 over 12 minus 2 three fourths open paren 3 minus 2 close paren plus open paren 5 over 12 minus three fourths close paren"/>
          <p:cNvPicPr preferRelativeResize="0"/>
          <p:nvPr/>
        </p:nvPicPr>
        <p:blipFill rotWithShape="1">
          <a:blip r:embed="rId4">
            <a:alphaModFix/>
          </a:blip>
          <a:srcRect b="0" l="0" r="63931" t="0"/>
          <a:stretch/>
        </p:blipFill>
        <p:spPr>
          <a:xfrm>
            <a:off x="961775" y="4314803"/>
            <a:ext cx="1130581" cy="533340"/>
          </a:xfrm>
          <a:prstGeom prst="rect">
            <a:avLst/>
          </a:prstGeom>
          <a:noFill/>
          <a:ln>
            <a:noFill/>
          </a:ln>
        </p:spPr>
      </p:pic>
      <p:pic>
        <p:nvPicPr>
          <p:cNvPr descr="&lt;math xmlns=&quot;http://www.w3.org/1998/Math/MathML&quot; display=&quot;block&quot; data-is-equatio=&quot;1&quot; data-latex=&quot;3\ \frac{5}{12}-2\ \frac{3}{4}\ \ \ \ \left(3-2\right)+\left(\frac{5}{12}-\frac{3}{4}\right)&quot;&gt;&lt;mn&gt;3&lt;/mn&gt;&lt;mtext&gt;&lt;/mtext&gt;&lt;mfrac&gt;&lt;mn&gt;5&lt;/mn&gt;&lt;mn&gt;12&lt;/mn&gt;&lt;/mfrac&gt;&lt;mo&gt;−&lt;/mo&gt;&lt;mn&gt;2&lt;/mn&gt;&lt;mtext&gt;&lt;/mtext&gt;&lt;mfrac&gt;&lt;mn&gt;3&lt;/mn&gt;&lt;mn&gt;4&lt;/mn&gt;&lt;/mfrac&gt;&lt;mtext&gt;&lt;/mtext&gt;&lt;mtext&gt;&lt;/mtext&gt;&lt;mtext&gt;&lt;/mtext&gt;&lt;mtext&gt;&lt;/mtext&gt;&lt;mrow data-mjx-texclass=&quot;INNER&quot;&gt;&lt;mo data-mjx-texclass=&quot;OPEN&quot;&gt;(&lt;/mo&gt;&lt;mn&gt;3&lt;/mn&gt;&lt;mo&gt;−&lt;/mo&gt;&lt;mn&gt;2&lt;/mn&gt;&lt;mo data-mjx-texclass=&quot;CLOSE&quot;&gt;)&lt;/mo&gt;&lt;/mrow&gt;&lt;mo&gt;+&lt;/mo&gt;&lt;mrow data-mjx-texclass=&quot;INNER&quot;&gt;&lt;mo data-mjx-texclass=&quot;OPEN&quot;&gt;(&lt;/mo&gt;&lt;mfrac&gt;&lt;mn&gt;5&lt;/mn&gt;&lt;mn&gt;12&lt;/mn&gt;&lt;/mfrac&gt;&lt;mo&gt;−&lt;/mo&gt;&lt;mfrac&gt;&lt;mn&gt;3&lt;/mn&gt;&lt;mn&gt;4&lt;/mn&gt;&lt;/mfrac&gt;&lt;mo data-mjx-texclass=&quot;CLOSE&quot;&gt;)&lt;/mo&gt;&lt;/mrow&gt;&lt;/math&gt;" id="1375" name="Google Shape;1375;p94" title="3 5 over 12 minus 2 three fourths open paren 3 minus 2 close paren plus open paren 5 over 12 minus three fourths close paren"/>
          <p:cNvPicPr preferRelativeResize="0"/>
          <p:nvPr/>
        </p:nvPicPr>
        <p:blipFill rotWithShape="1">
          <a:blip r:embed="rId4">
            <a:alphaModFix/>
          </a:blip>
          <a:srcRect b="0" l="39154" r="0" t="0"/>
          <a:stretch/>
        </p:blipFill>
        <p:spPr>
          <a:xfrm>
            <a:off x="2595140" y="4284268"/>
            <a:ext cx="1907210" cy="533340"/>
          </a:xfrm>
          <a:prstGeom prst="rect">
            <a:avLst/>
          </a:prstGeom>
          <a:noFill/>
          <a:ln>
            <a:noFill/>
          </a:ln>
        </p:spPr>
      </p:pic>
      <p:sp>
        <p:nvSpPr>
          <p:cNvPr id="1376" name="Google Shape;1376;p94"/>
          <p:cNvSpPr txBox="1"/>
          <p:nvPr/>
        </p:nvSpPr>
        <p:spPr>
          <a:xfrm>
            <a:off x="2233948" y="4444323"/>
            <a:ext cx="142200" cy="161100"/>
          </a:xfrm>
          <a:prstGeom prst="rect">
            <a:avLst/>
          </a:prstGeom>
          <a:noFill/>
          <a:ln>
            <a:noFill/>
          </a:ln>
        </p:spPr>
        <p:txBody>
          <a:bodyPr anchorCtr="0" anchor="ctr" bIns="0" lIns="0" spcFirstLastPara="1" rIns="18000" wrap="square" tIns="0">
            <a:noAutofit/>
          </a:bodyPr>
          <a:lstStyle/>
          <a:p>
            <a:pPr indent="0" lvl="0" marL="0" rtl="0" algn="ctr">
              <a:lnSpc>
                <a:spcPct val="115000"/>
              </a:lnSpc>
              <a:spcBef>
                <a:spcPts val="0"/>
              </a:spcBef>
              <a:spcAft>
                <a:spcPts val="0"/>
              </a:spcAft>
              <a:buNone/>
            </a:pPr>
            <a:r>
              <a:rPr lang="en-GB" sz="2200">
                <a:latin typeface="Lexend"/>
                <a:ea typeface="Lexend"/>
                <a:cs typeface="Lexend"/>
                <a:sym typeface="Lexend"/>
              </a:rPr>
              <a:t>=</a:t>
            </a:r>
            <a:endParaRPr b="1" sz="2200">
              <a:latin typeface="Lexend"/>
              <a:ea typeface="Lexend"/>
              <a:cs typeface="Lexend"/>
              <a:sym typeface="Lexen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0" name="Shape 1380"/>
        <p:cNvGrpSpPr/>
        <p:nvPr/>
      </p:nvGrpSpPr>
      <p:grpSpPr>
        <a:xfrm>
          <a:off x="0" y="0"/>
          <a:ext cx="0" cy="0"/>
          <a:chOff x="0" y="0"/>
          <a:chExt cx="0" cy="0"/>
        </a:xfrm>
      </p:grpSpPr>
      <p:sp>
        <p:nvSpPr>
          <p:cNvPr id="1381" name="Google Shape;1381;p95"/>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2023.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a:t>
            </a:r>
            <a:r>
              <a:rPr lang="en-GB"/>
              <a:t>Mathematics in Education and Industry</a:t>
            </a:r>
            <a:r>
              <a:rPr lang="en-GB"/>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382" name="Google Shape;1382;p95"/>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