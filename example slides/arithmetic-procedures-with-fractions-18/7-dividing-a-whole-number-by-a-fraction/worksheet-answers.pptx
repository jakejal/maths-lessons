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A5C7D62-A0B8-4FE1-A36E-C3D75986365A}">
  <a:tblStyle styleId="{BA5C7D62-A0B8-4FE1-A36E-C3D75986365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a3dff8ff15_0_74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a3dff8ff15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15.png"/><Relationship Id="rId13" Type="http://schemas.openxmlformats.org/officeDocument/2006/relationships/image" Target="../media/image10.png"/><Relationship Id="rId1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9" Type="http://schemas.openxmlformats.org/officeDocument/2006/relationships/image" Target="../media/image8.png"/><Relationship Id="rId15" Type="http://schemas.openxmlformats.org/officeDocument/2006/relationships/image" Target="../media/image13.png"/><Relationship Id="rId14" Type="http://schemas.openxmlformats.org/officeDocument/2006/relationships/image" Target="../media/image21.png"/><Relationship Id="rId17" Type="http://schemas.openxmlformats.org/officeDocument/2006/relationships/image" Target="../media/image22.png"/><Relationship Id="rId16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Relationship Id="rId18" Type="http://schemas.openxmlformats.org/officeDocument/2006/relationships/image" Target="../media/image23.png"/><Relationship Id="rId7" Type="http://schemas.openxmlformats.org/officeDocument/2006/relationships/image" Target="../media/image20.png"/><Relationship Id="rId8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34.png"/><Relationship Id="rId10" Type="http://schemas.openxmlformats.org/officeDocument/2006/relationships/image" Target="../media/image32.png"/><Relationship Id="rId13" Type="http://schemas.openxmlformats.org/officeDocument/2006/relationships/image" Target="../media/image36.png"/><Relationship Id="rId12" Type="http://schemas.openxmlformats.org/officeDocument/2006/relationships/image" Target="../media/image31.png"/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27.png"/></Relationships>
</file>

<file path=ppt/slides/_rels/slide3.xml.rels><?xml version="1.0" encoding="UTF-8" standalone="yes"?><Relationships xmlns="http://schemas.openxmlformats.org/package/2006/relationships"><Relationship Id="rId10" Type="http://schemas.openxmlformats.org/officeDocument/2006/relationships/image" Target="../media/image41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5" Type="http://schemas.openxmlformats.org/officeDocument/2006/relationships/image" Target="../media/image38.png"/><Relationship Id="rId6" Type="http://schemas.openxmlformats.org/officeDocument/2006/relationships/image" Target="../media/image33.png"/><Relationship Id="rId7" Type="http://schemas.openxmlformats.org/officeDocument/2006/relationships/image" Target="../media/image37.png"/><Relationship Id="rId8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a whole number by a fraction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3515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Making sense of dividing by a fraction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741614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bar models to show the division of the following.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2133135"/>
            <a:ext cx="46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sp>
        <p:nvSpPr>
          <p:cNvPr id="176" name="Google Shape;176;p20"/>
          <p:cNvSpPr txBox="1"/>
          <p:nvPr/>
        </p:nvSpPr>
        <p:spPr>
          <a:xfrm>
            <a:off x="2767021" y="2133135"/>
            <a:ext cx="46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4\ \div\frac{1}{3}\ =\ 12\ \ \ \ \ \ 2\div\frac{2}{5}=5\ \ \ \ \ \ 6\div\frac{3}{4}=8&quot;&gt;&lt;mn&gt;4&lt;/mn&gt;&lt;mtext&gt;&lt;/mtext&gt;&lt;mo&gt;÷&lt;/mo&gt;&lt;mfrac&gt;&lt;mn&gt;1&lt;/mn&gt;&lt;mn&gt;3&lt;/mn&gt;&lt;/mfrac&gt;&lt;mtext&gt;&lt;/mtext&gt;&lt;mo&gt;=&lt;/mo&gt;&lt;mtext&gt;&lt;/mtext&gt;&lt;mn&gt;12&lt;/mn&gt;&lt;mtext&gt;&lt;/mtext&gt;&lt;mtext&gt;&lt;/mtext&gt;&lt;mtext&gt;&lt;/mtext&gt;&lt;mtext&gt;&lt;/mtext&gt;&lt;mtext&gt;&lt;/mtext&gt;&lt;mtext&gt;&lt;/mtext&gt;&lt;mn&gt;2&lt;/mn&gt;&lt;mo&gt;÷&lt;/mo&gt;&lt;mfrac&gt;&lt;mn&gt;2&lt;/mn&gt;&lt;mn&gt;5&lt;/mn&gt;&lt;/mfrac&gt;&lt;mo&gt;=&lt;/mo&gt;&lt;mn&gt;5&lt;/mn&gt;&lt;mtext&gt;&lt;/mtext&gt;&lt;mtext&gt;&lt;/mtext&gt;&lt;mtext&gt;&lt;/mtext&gt;&lt;mtext&gt;&lt;/mtext&gt;&lt;mtext&gt;&lt;/mtext&gt;&lt;mtext&gt;&lt;/mtext&gt;&lt;mn&gt;6&lt;/mn&gt;&lt;mo&gt;÷&lt;/mo&gt;&lt;mfrac&gt;&lt;mn&gt;3&lt;/mn&gt;&lt;mn&gt;4&lt;/mn&gt;&lt;/mfrac&gt;&lt;mo&gt;=&lt;/mo&gt;&lt;mn&gt;8&lt;/mn&gt;&lt;/math&gt;" id="177" name="Google Shape;177;p20" title="4 division sign one third equals 12 2 divided by two fifths equals 5 6 divided by three fourths equals 8"/>
          <p:cNvPicPr preferRelativeResize="0"/>
          <p:nvPr/>
        </p:nvPicPr>
        <p:blipFill rotWithShape="1">
          <a:blip r:embed="rId3">
            <a:alphaModFix/>
          </a:blip>
          <a:srcRect b="-9493" l="40045" r="31874" t="0"/>
          <a:stretch/>
        </p:blipFill>
        <p:spPr>
          <a:xfrm>
            <a:off x="3160934" y="2108689"/>
            <a:ext cx="1148026" cy="56423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4455895" y="2133135"/>
            <a:ext cx="46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4\ \div\frac{1}{3}\ =\ 12\ \ \ \ \ \ 2\div\frac{2}{5}=5\ \ \ \ \ \ 6\div\frac{3}{4}=8&quot;&gt;&lt;mn&gt;4&lt;/mn&gt;&lt;mtext&gt;&lt;/mtext&gt;&lt;mo&gt;÷&lt;/mo&gt;&lt;mfrac&gt;&lt;mn&gt;1&lt;/mn&gt;&lt;mn&gt;3&lt;/mn&gt;&lt;/mfrac&gt;&lt;mtext&gt;&lt;/mtext&gt;&lt;mo&gt;=&lt;/mo&gt;&lt;mtext&gt;&lt;/mtext&gt;&lt;mn&gt;12&lt;/mn&gt;&lt;mtext&gt;&lt;/mtext&gt;&lt;mtext&gt;&lt;/mtext&gt;&lt;mtext&gt;&lt;/mtext&gt;&lt;mtext&gt;&lt;/mtext&gt;&lt;mtext&gt;&lt;/mtext&gt;&lt;mtext&gt;&lt;/mtext&gt;&lt;mn&gt;2&lt;/mn&gt;&lt;mo&gt;÷&lt;/mo&gt;&lt;mfrac&gt;&lt;mn&gt;2&lt;/mn&gt;&lt;mn&gt;5&lt;/mn&gt;&lt;/mfrac&gt;&lt;mo&gt;=&lt;/mo&gt;&lt;mn&gt;5&lt;/mn&gt;&lt;mtext&gt;&lt;/mtext&gt;&lt;mtext&gt;&lt;/mtext&gt;&lt;mtext&gt;&lt;/mtext&gt;&lt;mtext&gt;&lt;/mtext&gt;&lt;mtext&gt;&lt;/mtext&gt;&lt;mtext&gt;&lt;/mtext&gt;&lt;mn&gt;6&lt;/mn&gt;&lt;mo&gt;÷&lt;/mo&gt;&lt;mfrac&gt;&lt;mn&gt;3&lt;/mn&gt;&lt;mn&gt;4&lt;/mn&gt;&lt;/mfrac&gt;&lt;mo&gt;=&lt;/mo&gt;&lt;mn&gt;8&lt;/mn&gt;&lt;/math&gt;" id="179" name="Google Shape;179;p20" title="4 division sign one third equals 12 2 divided by two fifths equals 5 6 divided by three fourths equals 8"/>
          <p:cNvPicPr preferRelativeResize="0"/>
          <p:nvPr/>
        </p:nvPicPr>
        <p:blipFill rotWithShape="1">
          <a:blip r:embed="rId3">
            <a:alphaModFix/>
          </a:blip>
          <a:srcRect b="-4741" l="74023" r="-3421" t="-4751"/>
          <a:stretch/>
        </p:blipFill>
        <p:spPr>
          <a:xfrm>
            <a:off x="4807519" y="2049300"/>
            <a:ext cx="1201882" cy="5642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 \div\frac{1}{3}\ =\ 9\ \ &quot;&gt;&lt;mn&gt;3&lt;/mn&gt;&lt;mtext&gt;&lt;/mtext&gt;&lt;mo&gt;÷&lt;/mo&gt;&lt;mfrac&gt;&lt;mn&gt;1&lt;/mn&gt;&lt;mn&gt;3&lt;/mn&gt;&lt;/mfrac&gt;&lt;mtext&gt;&lt;/mtext&gt;&lt;mo&gt;=&lt;/mo&gt;&lt;mtext&gt;&lt;/mtext&gt;&lt;mn&gt;9&lt;/mn&gt;&lt;mtext&gt;&lt;/mtext&gt;&lt;mtext&gt;&lt;/mtext&gt;&lt;/math&gt;" id="180" name="Google Shape;180;p20" title="3 division sign one third equals 9"/>
          <p:cNvPicPr preferRelativeResize="0"/>
          <p:nvPr/>
        </p:nvPicPr>
        <p:blipFill rotWithShape="1">
          <a:blip r:embed="rId4">
            <a:alphaModFix/>
          </a:blip>
          <a:srcRect b="0" l="0" r="-11148" t="0"/>
          <a:stretch/>
        </p:blipFill>
        <p:spPr>
          <a:xfrm>
            <a:off x="842337" y="2108689"/>
            <a:ext cx="1448346" cy="564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000" y="2930775"/>
            <a:ext cx="6090600" cy="11574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 \div\frac{3}{4}\ \ \ \ \ 6\ \times\frac{4}{3}\ \ \ \ \ \ \frac{24}{3}=8&quot;&gt;&lt;mn&gt;6&lt;/mn&gt;&lt;mtext&gt;&lt;/mtext&gt;&lt;mo&gt;÷&lt;/mo&gt;&lt;mfrac&gt;&lt;mn&gt;3&lt;/mn&gt;&lt;mn&gt;4&lt;/mn&gt;&lt;/mfrac&gt;&lt;mtext&gt;&lt;/mtext&gt;&lt;mtext&gt;&lt;/mtext&gt;&lt;mtext&gt;&lt;/mtext&gt;&lt;mtext&gt;&lt;/mtext&gt;&lt;mtext&gt;&lt;/mtext&gt;&lt;mn&gt;6&lt;/mn&gt;&lt;mtext&gt;&lt;/mtext&gt;&lt;mo&gt;×&lt;/mo&gt;&lt;mfrac&gt;&lt;mn&gt;4&lt;/mn&gt;&lt;mn&gt;3&lt;/mn&gt;&lt;/mfrac&gt;&lt;mtext&gt;&lt;/mtext&gt;&lt;mtext&gt;&lt;/mtext&gt;&lt;mtext&gt;&lt;/mtext&gt;&lt;mtext&gt;&lt;/mtext&gt;&lt;mtext&gt;&lt;/mtext&gt;&lt;mtext&gt;&lt;/mtext&gt;&lt;mfrac&gt;&lt;mn&gt;24&lt;/mn&gt;&lt;mn&gt;3&lt;/mn&gt;&lt;/mfrac&gt;&lt;mo&gt;=&lt;/mo&gt;&lt;mn&gt;8&lt;/mn&gt;&lt;/math&gt;" id="182" name="Google Shape;182;p20" title="6 division sign three fourths 6 times four thirds 24 over 3 equals 8"/>
          <p:cNvPicPr preferRelativeResize="0"/>
          <p:nvPr/>
        </p:nvPicPr>
        <p:blipFill rotWithShape="1">
          <a:blip r:embed="rId6">
            <a:alphaModFix/>
          </a:blip>
          <a:srcRect b="-6889" l="93983" r="-43" t="-11482"/>
          <a:stretch/>
        </p:blipFill>
        <p:spPr>
          <a:xfrm>
            <a:off x="5355339" y="5770247"/>
            <a:ext cx="134972" cy="494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\ \div\frac{3}{4}\ \ \ \ \ 12\ \times\frac{4}{3}\ \ \ \ \ \ \frac{48}{3}=16&quot;&gt;&lt;mn&gt;12&lt;/mn&gt;&lt;mtext&gt;&lt;/mtext&gt;&lt;mo&gt;÷&lt;/mo&gt;&lt;mfrac&gt;&lt;mn&gt;3&lt;/mn&gt;&lt;mn&gt;4&lt;/mn&gt;&lt;/mfrac&gt;&lt;mtext&gt;&lt;/mtext&gt;&lt;mtext&gt;&lt;/mtext&gt;&lt;mtext&gt;&lt;/mtext&gt;&lt;mtext&gt;&lt;/mtext&gt;&lt;mtext&gt;&lt;/mtext&gt;&lt;mn&gt;12&lt;/mn&gt;&lt;mtext&gt;&lt;/mtext&gt;&lt;mo&gt;×&lt;/mo&gt;&lt;mfrac&gt;&lt;mn&gt;4&lt;/mn&gt;&lt;mn&gt;3&lt;/mn&gt;&lt;/mfrac&gt;&lt;mtext&gt;&lt;/mtext&gt;&lt;mtext&gt;&lt;/mtext&gt;&lt;mtext&gt;&lt;/mtext&gt;&lt;mtext&gt;&lt;/mtext&gt;&lt;mtext&gt;&lt;/mtext&gt;&lt;mtext&gt;&lt;/mtext&gt;&lt;mfrac&gt;&lt;mn&gt;48&lt;/mn&gt;&lt;mn&gt;3&lt;/mn&gt;&lt;/mfrac&gt;&lt;mo&gt;=&lt;/mo&gt;&lt;mn&gt;16&lt;/mn&gt;&lt;/math&gt;" id="183" name="Google Shape;183;p20" title="12 division sign three fourths 12 times four thirds 48 over 3 equals 16"/>
          <p:cNvPicPr preferRelativeResize="0"/>
          <p:nvPr/>
        </p:nvPicPr>
        <p:blipFill rotWithShape="1">
          <a:blip r:embed="rId7">
            <a:alphaModFix/>
          </a:blip>
          <a:srcRect b="-4241" l="93154" r="-1927" t="-4241"/>
          <a:stretch/>
        </p:blipFill>
        <p:spPr>
          <a:xfrm>
            <a:off x="5348000" y="5265504"/>
            <a:ext cx="220771" cy="4528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2}=6&quot;&gt;&lt;mfrac&gt;&lt;mn&gt;12&lt;/mn&gt;&lt;mn&gt;2&lt;/mn&gt;&lt;/mfrac&gt;&lt;mo&gt;=&lt;/mo&gt;&lt;mn&gt;6&lt;/mn&gt;&lt;/math&gt;" id="184" name="Google Shape;184;p20" title="twelve halves equals 6"/>
          <p:cNvPicPr preferRelativeResize="0"/>
          <p:nvPr/>
        </p:nvPicPr>
        <p:blipFill rotWithShape="1">
          <a:blip r:embed="rId8">
            <a:alphaModFix/>
          </a:blip>
          <a:srcRect b="0" l="77579" r="-2" t="0"/>
          <a:stretch/>
        </p:blipFill>
        <p:spPr>
          <a:xfrm>
            <a:off x="5355340" y="6397434"/>
            <a:ext cx="134972" cy="418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\ &quot;&gt;&lt;mn&gt;12&lt;/mn&gt;&lt;mtext&gt;&lt;/mtext&gt;&lt;/math&gt;" id="185" name="Google Shape;185;p20" title="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36979" y="4870155"/>
            <a:ext cx="185917" cy="1454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 \frac{12}{3}\div\frac{2}{3}\ &quot;&gt;&lt;mtext&gt;&lt;/mtext&gt;&lt;mfrac&gt;&lt;mn&gt;12&lt;/mn&gt;&lt;mn&gt;3&lt;/mn&gt;&lt;/mfrac&gt;&lt;mo&gt;÷&lt;/mo&gt;&lt;mfrac&gt;&lt;mn&gt;2&lt;/mn&gt;&lt;mn&gt;3&lt;/mn&gt;&lt;/mfrac&gt;&lt;mtext&gt;&lt;/mtext&gt;&lt;/math&gt;" id="186" name="Google Shape;186;p20" title="twelve thirds divided by two third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473173" y="5304979"/>
            <a:ext cx="562610" cy="3910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 \frac{24}{4}\div\frac{3}{4}\ &quot;&gt;&lt;mtext&gt;&lt;/mtext&gt;&lt;mfrac&gt;&lt;mn&gt;24&lt;/mn&gt;&lt;mn&gt;4&lt;/mn&gt;&lt;/mfrac&gt;&lt;mo&gt;÷&lt;/mo&gt;&lt;mfrac&gt;&lt;mn&gt;3&lt;/mn&gt;&lt;mn&gt;4&lt;/mn&gt;&lt;/mfrac&gt;&lt;mtext&gt;&lt;/mtext&gt;&lt;/math&gt;" id="187" name="Google Shape;187;p20" title="24 over 4 divided by three fourth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462474" y="6428716"/>
            <a:ext cx="559797" cy="385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 \frac{48}{4}\div\frac{3}{4}\ &quot;&gt;&lt;mtext&gt;&lt;/mtext&gt;&lt;mfrac&gt;&lt;mn&gt;48&lt;/mn&gt;&lt;mn&gt;4&lt;/mn&gt;&lt;/mfrac&gt;&lt;mo&gt;÷&lt;/mo&gt;&lt;mfrac&gt;&lt;mn&gt;3&lt;/mn&gt;&lt;mn&gt;4&lt;/mn&gt;&lt;/mfrac&gt;&lt;mtext&gt;&lt;/mtext&gt;&lt;/math&gt;" id="188" name="Google Shape;188;p20" title="48 over 4 divided by three fourths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478354" y="4750212"/>
            <a:ext cx="559797" cy="385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 \frac{24}{3}\div\frac{2}{3}\ &quot;&gt;&lt;mtext&gt;&lt;/mtext&gt;&lt;mfrac&gt;&lt;mn&gt;24&lt;/mn&gt;&lt;mn&gt;3&lt;/mn&gt;&lt;/mfrac&gt;&lt;mo&gt;÷&lt;/mo&gt;&lt;mfrac&gt;&lt;mn&gt;2&lt;/mn&gt;&lt;mn&gt;3&lt;/mn&gt;&lt;/mfrac&gt;&lt;mtext&gt;&lt;/mtext&gt;&lt;/math&gt;" id="189" name="Google Shape;189;p20" title="24 over 3 divided by two thirds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458886" y="5841961"/>
            <a:ext cx="566970" cy="3910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\ \div\frac{2}{3}\ \ \ \ \ 4\ \times\frac{3}{2}\ \ \ \ \ \ \frac{12}{6}=2&quot;&gt;&lt;mn&gt;4&lt;/mn&gt;&lt;mtext&gt;&lt;/mtext&gt;&lt;mo&gt;÷&lt;/mo&gt;&lt;mfrac&gt;&lt;mn&gt;2&lt;/mn&gt;&lt;mn&gt;3&lt;/mn&gt;&lt;/mfrac&gt;&lt;mtext&gt;&lt;/mtext&gt;&lt;mtext&gt;&lt;/mtext&gt;&lt;mtext&gt;&lt;/mtext&gt;&lt;mtext&gt;&lt;/mtext&gt;&lt;mtext&gt;&lt;/mtext&gt;&lt;mn&gt;4&lt;/mn&gt;&lt;mtext&gt;&lt;/mtext&gt;&lt;mo&gt;×&lt;/mo&gt;&lt;mfrac&gt;&lt;mn&gt;3&lt;/mn&gt;&lt;mn&gt;2&lt;/mn&gt;&lt;/mfrac&gt;&lt;mtext&gt;&lt;/mtext&gt;&lt;mtext&gt;&lt;/mtext&gt;&lt;mtext&gt;&lt;/mtext&gt;&lt;mtext&gt;&lt;/mtext&gt;&lt;mtext&gt;&lt;/mtext&gt;&lt;mtext&gt;&lt;/mtext&gt;&lt;mfrac&gt;&lt;mn&gt;12&lt;/mn&gt;&lt;mn&gt;6&lt;/mn&gt;&lt;/mfrac&gt;&lt;mo&gt;=&lt;/mo&gt;&lt;mn&gt;2&lt;/mn&gt;&lt;/math&gt;" id="190" name="Google Shape;190;p20" title="4 division sign two thirds 4 times three halves twelve sixths equals 2"/>
          <p:cNvPicPr preferRelativeResize="0"/>
          <p:nvPr/>
        </p:nvPicPr>
        <p:blipFill rotWithShape="1">
          <a:blip r:embed="rId14">
            <a:alphaModFix/>
          </a:blip>
          <a:srcRect b="0" l="0" r="70530" t="0"/>
          <a:stretch/>
        </p:blipFill>
        <p:spPr>
          <a:xfrm>
            <a:off x="1861938" y="4794842"/>
            <a:ext cx="591155" cy="3756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 \div\frac{3}{4}\ \ \ \ \ 6\ \times\frac{4}{3}\ \ \ \ \ \ \frac{24}{3}=8&quot;&gt;&lt;mn&gt;6&lt;/mn&gt;&lt;mtext&gt;&lt;/mtext&gt;&lt;mo&gt;÷&lt;/mo&gt;&lt;mfrac&gt;&lt;mn&gt;3&lt;/mn&gt;&lt;mn&gt;4&lt;/mn&gt;&lt;/mfrac&gt;&lt;mtext&gt;&lt;/mtext&gt;&lt;mtext&gt;&lt;/mtext&gt;&lt;mtext&gt;&lt;/mtext&gt;&lt;mtext&gt;&lt;/mtext&gt;&lt;mtext&gt;&lt;/mtext&gt;&lt;mn&gt;6&lt;/mn&gt;&lt;mtext&gt;&lt;/mtext&gt;&lt;mo&gt;×&lt;/mo&gt;&lt;mfrac&gt;&lt;mn&gt;4&lt;/mn&gt;&lt;mn&gt;3&lt;/mn&gt;&lt;/mfrac&gt;&lt;mtext&gt;&lt;/mtext&gt;&lt;mtext&gt;&lt;/mtext&gt;&lt;mtext&gt;&lt;/mtext&gt;&lt;mtext&gt;&lt;/mtext&gt;&lt;mtext&gt;&lt;/mtext&gt;&lt;mtext&gt;&lt;/mtext&gt;&lt;mfrac&gt;&lt;mn&gt;24&lt;/mn&gt;&lt;mn&gt;3&lt;/mn&gt;&lt;/mfrac&gt;&lt;mo&gt;=&lt;/mo&gt;&lt;mn&gt;8&lt;/mn&gt;&lt;/math&gt;" id="191" name="Google Shape;191;p20" title="6 division sign three fourths 6 times four thirds 24 over 3 equals 8"/>
          <p:cNvPicPr preferRelativeResize="0"/>
          <p:nvPr/>
        </p:nvPicPr>
        <p:blipFill rotWithShape="1">
          <a:blip r:embed="rId6">
            <a:alphaModFix/>
          </a:blip>
          <a:srcRect b="0" l="0" r="74204" t="0"/>
          <a:stretch/>
        </p:blipFill>
        <p:spPr>
          <a:xfrm>
            <a:off x="1856074" y="5309793"/>
            <a:ext cx="536113" cy="3895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\ \div\frac{3}{4}\ \ \ \ \ 12\ \times\frac{4}{3}\ \ \ \ \ \ \frac{48}{3}=16&quot;&gt;&lt;mn&gt;12&lt;/mn&gt;&lt;mtext&gt;&lt;/mtext&gt;&lt;mo&gt;÷&lt;/mo&gt;&lt;mfrac&gt;&lt;mn&gt;3&lt;/mn&gt;&lt;mn&gt;4&lt;/mn&gt;&lt;/mfrac&gt;&lt;mtext&gt;&lt;/mtext&gt;&lt;mtext&gt;&lt;/mtext&gt;&lt;mtext&gt;&lt;/mtext&gt;&lt;mtext&gt;&lt;/mtext&gt;&lt;mtext&gt;&lt;/mtext&gt;&lt;mn&gt;12&lt;/mn&gt;&lt;mtext&gt;&lt;/mtext&gt;&lt;mo&gt;×&lt;/mo&gt;&lt;mfrac&gt;&lt;mn&gt;4&lt;/mn&gt;&lt;mn&gt;3&lt;/mn&gt;&lt;/mfrac&gt;&lt;mtext&gt;&lt;/mtext&gt;&lt;mtext&gt;&lt;/mtext&gt;&lt;mtext&gt;&lt;/mtext&gt;&lt;mtext&gt;&lt;/mtext&gt;&lt;mtext&gt;&lt;/mtext&gt;&lt;mtext&gt;&lt;/mtext&gt;&lt;mfrac&gt;&lt;mn&gt;48&lt;/mn&gt;&lt;mn&gt;3&lt;/mn&gt;&lt;/mfrac&gt;&lt;mo&gt;=&lt;/mo&gt;&lt;mn&gt;16&lt;/mn&gt;&lt;/math&gt;" id="192" name="Google Shape;192;p20" title="12 division sign three fourths 12 times four thirds 48 over 3 equals 16"/>
          <p:cNvPicPr preferRelativeResize="0"/>
          <p:nvPr/>
        </p:nvPicPr>
        <p:blipFill rotWithShape="1">
          <a:blip r:embed="rId7">
            <a:alphaModFix/>
          </a:blip>
          <a:srcRect b="0" l="0" r="74825" t="0"/>
          <a:stretch/>
        </p:blipFill>
        <p:spPr>
          <a:xfrm>
            <a:off x="1806889" y="5845192"/>
            <a:ext cx="591157" cy="3895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 8\div\frac{2}{3}\ &quot;&gt;&lt;mtext&gt;&lt;/mtext&gt;&lt;mn&gt;8&lt;/mn&gt;&lt;mo&gt;÷&lt;/mo&gt;&lt;mfrac&gt;&lt;mn&gt;2&lt;/mn&gt;&lt;mn&gt;3&lt;/mn&gt;&lt;/mfrac&gt;&lt;mtext&gt;&lt;/mtext&gt;&lt;/math&gt;" id="193" name="Google Shape;193;p20" title="8 divided by two thirds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891470" y="6411143"/>
            <a:ext cx="443812" cy="416828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468000" y="4372225"/>
            <a:ext cx="66240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Match the question with the calculation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5114553" y="4719775"/>
            <a:ext cx="652200" cy="461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5114553" y="5251672"/>
            <a:ext cx="652200" cy="461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5121786" y="5802861"/>
            <a:ext cx="652200" cy="461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5121786" y="6375318"/>
            <a:ext cx="652200" cy="461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1786025" y="4738206"/>
            <a:ext cx="623100" cy="461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1786025" y="5275632"/>
            <a:ext cx="623100" cy="461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1791002" y="5812182"/>
            <a:ext cx="623100" cy="461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3442748" y="4724906"/>
            <a:ext cx="623100" cy="461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3442932" y="5263922"/>
            <a:ext cx="623100" cy="461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1791002" y="6390815"/>
            <a:ext cx="623100" cy="461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3442932" y="5814882"/>
            <a:ext cx="623100" cy="461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3442932" y="6383429"/>
            <a:ext cx="623100" cy="461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7" name="Google Shape;207;p20"/>
          <p:cNvCxnSpPr>
            <a:stCxn id="199" idx="3"/>
            <a:endCxn id="203" idx="1"/>
          </p:cNvCxnSpPr>
          <p:nvPr/>
        </p:nvCxnSpPr>
        <p:spPr>
          <a:xfrm>
            <a:off x="2409125" y="4968756"/>
            <a:ext cx="1033800" cy="525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20"/>
          <p:cNvCxnSpPr>
            <a:stCxn id="203" idx="3"/>
            <a:endCxn id="198" idx="1"/>
          </p:cNvCxnSpPr>
          <p:nvPr/>
        </p:nvCxnSpPr>
        <p:spPr>
          <a:xfrm>
            <a:off x="4066032" y="5494472"/>
            <a:ext cx="1055700" cy="1111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20"/>
          <p:cNvCxnSpPr>
            <a:stCxn id="200" idx="3"/>
            <a:endCxn id="206" idx="1"/>
          </p:cNvCxnSpPr>
          <p:nvPr/>
        </p:nvCxnSpPr>
        <p:spPr>
          <a:xfrm>
            <a:off x="2409125" y="5506182"/>
            <a:ext cx="1033800" cy="1107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20"/>
          <p:cNvCxnSpPr>
            <a:stCxn id="206" idx="3"/>
            <a:endCxn id="197" idx="1"/>
          </p:cNvCxnSpPr>
          <p:nvPr/>
        </p:nvCxnSpPr>
        <p:spPr>
          <a:xfrm flipH="1" rot="10800000">
            <a:off x="4066032" y="6033479"/>
            <a:ext cx="1055700" cy="580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20"/>
          <p:cNvCxnSpPr>
            <a:stCxn id="202" idx="1"/>
            <a:endCxn id="201" idx="3"/>
          </p:cNvCxnSpPr>
          <p:nvPr/>
        </p:nvCxnSpPr>
        <p:spPr>
          <a:xfrm flipH="1">
            <a:off x="2414048" y="4955456"/>
            <a:ext cx="1028700" cy="1087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20"/>
          <p:cNvCxnSpPr>
            <a:stCxn id="202" idx="3"/>
            <a:endCxn id="196" idx="1"/>
          </p:cNvCxnSpPr>
          <p:nvPr/>
        </p:nvCxnSpPr>
        <p:spPr>
          <a:xfrm>
            <a:off x="4065848" y="4955456"/>
            <a:ext cx="1048800" cy="526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0"/>
          <p:cNvCxnSpPr>
            <a:stCxn id="204" idx="3"/>
            <a:endCxn id="205" idx="1"/>
          </p:cNvCxnSpPr>
          <p:nvPr/>
        </p:nvCxnSpPr>
        <p:spPr>
          <a:xfrm flipH="1" rot="10800000">
            <a:off x="2414102" y="6045365"/>
            <a:ext cx="1028700" cy="576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0"/>
          <p:cNvCxnSpPr>
            <a:stCxn id="195" idx="1"/>
            <a:endCxn id="205" idx="3"/>
          </p:cNvCxnSpPr>
          <p:nvPr/>
        </p:nvCxnSpPr>
        <p:spPr>
          <a:xfrm flipH="1">
            <a:off x="4066053" y="4950325"/>
            <a:ext cx="1048500" cy="1095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20"/>
          <p:cNvSpPr txBox="1"/>
          <p:nvPr/>
        </p:nvSpPr>
        <p:spPr>
          <a:xfrm>
            <a:off x="471250" y="700805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Circle the following divisions which give an answer of four.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3\div\frac{3}{4}=4\ \ \ \ \ \ \ \ \ 5\div\frac{4}{5}=4\ \ \ \ \ \ 12\ \div\frac{1}{3}=4\ \ \ \ \ 4\div\frac{4}{4}=4&quot;&gt;&lt;mn&gt;3&lt;/mn&gt;&lt;mo&gt;÷&lt;/mo&gt;&lt;mfrac&gt;&lt;mn&gt;3&lt;/mn&gt;&lt;mn&gt;4&lt;/mn&gt;&lt;/mfrac&gt;&lt;mo&gt;=&lt;/mo&gt;&lt;mn&gt;4&lt;/mn&gt;&lt;mtext&gt;&lt;/mtext&gt;&lt;mtext&gt;&lt;/mtext&gt;&lt;mtext&gt;&lt;/mtext&gt;&lt;mtext&gt;&lt;/mtext&gt;&lt;mtext&gt;&lt;/mtext&gt;&lt;mtext&gt;&lt;/mtext&gt;&lt;mtext&gt;&lt;/mtext&gt;&lt;mtext&gt;&lt;/mtext&gt;&lt;mtext&gt;&lt;/mtext&gt;&lt;mn&gt;5&lt;/mn&gt;&lt;mo&gt;÷&lt;/mo&gt;&lt;mfrac&gt;&lt;mn&gt;4&lt;/mn&gt;&lt;mn&gt;5&lt;/mn&gt;&lt;/mfrac&gt;&lt;mo&gt;=&lt;/mo&gt;&lt;mn&gt;4&lt;/mn&gt;&lt;mtext&gt;&lt;/mtext&gt;&lt;mtext&gt;&lt;/mtext&gt;&lt;mtext&gt;&lt;/mtext&gt;&lt;mtext&gt;&lt;/mtext&gt;&lt;mtext&gt;&lt;/mtext&gt;&lt;mtext&gt;&lt;/mtext&gt;&lt;mn&gt;12&lt;/mn&gt;&lt;mtext&gt;&lt;/mtext&gt;&lt;mo&gt;÷&lt;/mo&gt;&lt;mfrac&gt;&lt;mn&gt;1&lt;/mn&gt;&lt;mn&gt;3&lt;/mn&gt;&lt;/mfrac&gt;&lt;mo&gt;=&lt;/mo&gt;&lt;mn&gt;4&lt;/mn&gt;&lt;mtext&gt;&lt;/mtext&gt;&lt;mtext&gt;&lt;/mtext&gt;&lt;mtext&gt;&lt;/mtext&gt;&lt;mtext&gt;&lt;/mtext&gt;&lt;mtext&gt;&lt;/mtext&gt;&lt;mn&gt;4&lt;/mn&gt;&lt;mo&gt;÷&lt;/mo&gt;&lt;mfrac&gt;&lt;mn&gt;4&lt;/mn&gt;&lt;mn&gt;4&lt;/mn&gt;&lt;/mfrac&gt;&lt;mo&gt;=&lt;/mo&gt;&lt;mn&gt;4&lt;/mn&gt;&lt;/math&gt;" id="216" name="Google Shape;216;p20" title="3 divided by three fourths equals 4 5 divided by four fifths equals 4 12 division sign one third equals 4 4 divided by four fourths equals 4"/>
          <p:cNvPicPr preferRelativeResize="0"/>
          <p:nvPr/>
        </p:nvPicPr>
        <p:blipFill rotWithShape="1">
          <a:blip r:embed="rId16">
            <a:alphaModFix/>
          </a:blip>
          <a:srcRect b="0" l="0" r="89243" t="0"/>
          <a:stretch/>
        </p:blipFill>
        <p:spPr>
          <a:xfrm>
            <a:off x="622203" y="7513640"/>
            <a:ext cx="815030" cy="713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\div\frac{2}{3}\ \ \ \ \ \ \ \ 4\div\frac{2}{5}\ \ \ \ \ \ \ \ \ 8\div\frac{1}{4}\ &quot;&gt;&lt;mn&gt;12&lt;/mn&gt;&lt;mo&gt;÷&lt;/mo&gt;&lt;mfrac&gt;&lt;mn&gt;2&lt;/mn&gt;&lt;mn&gt;3&lt;/mn&gt;&lt;/mfrac&gt;&lt;mtext&gt;&lt;/mtext&gt;&lt;mtext&gt;&lt;/mtext&gt;&lt;mtext&gt;&lt;/mtext&gt;&lt;mtext&gt;&lt;/mtext&gt;&lt;mtext&gt;&lt;/mtext&gt;&lt;mtext&gt;&lt;/mtext&gt;&lt;mtext&gt;&lt;/mtext&gt;&lt;mtext&gt;&lt;/mtext&gt;&lt;mn&gt;4&lt;/mn&gt;&lt;mo&gt;÷&lt;/mo&gt;&lt;mfrac&gt;&lt;mn&gt;2&lt;/mn&gt;&lt;mn&gt;5&lt;/mn&gt;&lt;/mfrac&gt;&lt;mtext&gt;&lt;/mtext&gt;&lt;mtext&gt;&lt;/mtext&gt;&lt;mtext&gt;&lt;/mtext&gt;&lt;mtext&gt;&lt;/mtext&gt;&lt;mtext&gt;&lt;/mtext&gt;&lt;mtext&gt;&lt;/mtext&gt;&lt;mtext&gt;&lt;/mtext&gt;&lt;mtext&gt;&lt;/mtext&gt;&lt;mtext&gt;&lt;/mtext&gt;&lt;mn&gt;8&lt;/mn&gt;&lt;mo&gt;÷&lt;/mo&gt;&lt;mfrac&gt;&lt;mn&gt;1&lt;/mn&gt;&lt;mn&gt;4&lt;/mn&gt;&lt;/mfrac&gt;&lt;mtext&gt;&lt;/mtext&gt;&lt;/math&gt;" id="217" name="Google Shape;217;p20" title="12 divided by two thirds 4 divided by two fifths 8 divided by one fourth"/>
          <p:cNvPicPr preferRelativeResize="0"/>
          <p:nvPr/>
        </p:nvPicPr>
        <p:blipFill rotWithShape="1">
          <a:blip r:embed="rId17">
            <a:alphaModFix/>
          </a:blip>
          <a:srcRect b="0" l="0" r="73052" t="0"/>
          <a:stretch/>
        </p:blipFill>
        <p:spPr>
          <a:xfrm>
            <a:off x="1317257" y="8796228"/>
            <a:ext cx="1075486" cy="713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\div\frac{2}{3}\ \ \ \ \ \ \ \ 4\div\frac{2}{5}\ \ \ \ \ \ \ \ \ 8\div\frac{1}{4}\ &quot;&gt;&lt;mn&gt;12&lt;/mn&gt;&lt;mo&gt;÷&lt;/mo&gt;&lt;mfrac&gt;&lt;mn&gt;2&lt;/mn&gt;&lt;mn&gt;3&lt;/mn&gt;&lt;/mfrac&gt;&lt;mtext&gt;&lt;/mtext&gt;&lt;mtext&gt;&lt;/mtext&gt;&lt;mtext&gt;&lt;/mtext&gt;&lt;mtext&gt;&lt;/mtext&gt;&lt;mtext&gt;&lt;/mtext&gt;&lt;mtext&gt;&lt;/mtext&gt;&lt;mtext&gt;&lt;/mtext&gt;&lt;mtext&gt;&lt;/mtext&gt;&lt;mn&gt;4&lt;/mn&gt;&lt;mo&gt;÷&lt;/mo&gt;&lt;mfrac&gt;&lt;mn&gt;2&lt;/mn&gt;&lt;mn&gt;5&lt;/mn&gt;&lt;/mfrac&gt;&lt;mtext&gt;&lt;/mtext&gt;&lt;mtext&gt;&lt;/mtext&gt;&lt;mtext&gt;&lt;/mtext&gt;&lt;mtext&gt;&lt;/mtext&gt;&lt;mtext&gt;&lt;/mtext&gt;&lt;mtext&gt;&lt;/mtext&gt;&lt;mtext&gt;&lt;/mtext&gt;&lt;mtext&gt;&lt;/mtext&gt;&lt;mtext&gt;&lt;/mtext&gt;&lt;mn&gt;8&lt;/mn&gt;&lt;mo&gt;÷&lt;/mo&gt;&lt;mfrac&gt;&lt;mn&gt;1&lt;/mn&gt;&lt;mn&gt;4&lt;/mn&gt;&lt;/mfrac&gt;&lt;mtext&gt;&lt;/mtext&gt;&lt;/math&gt;" id="218" name="Google Shape;218;p20" title="12 divided by two thirds 4 divided by two fifths 8 divided by one fourth"/>
          <p:cNvPicPr preferRelativeResize="0"/>
          <p:nvPr/>
        </p:nvPicPr>
        <p:blipFill rotWithShape="1">
          <a:blip r:embed="rId17">
            <a:alphaModFix/>
          </a:blip>
          <a:srcRect b="0" l="36884" r="34482" t="0"/>
          <a:stretch/>
        </p:blipFill>
        <p:spPr>
          <a:xfrm>
            <a:off x="4093681" y="7360780"/>
            <a:ext cx="1142713" cy="713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\div\frac{2}{3}\ \ \ \ \ \ \ \ 4\div\frac{2}{5}\ \ \ \ \ \ \ \ \ 8\div\frac{1}{4}\ &quot;&gt;&lt;mn&gt;12&lt;/mn&gt;&lt;mo&gt;÷&lt;/mo&gt;&lt;mfrac&gt;&lt;mn&gt;2&lt;/mn&gt;&lt;mn&gt;3&lt;/mn&gt;&lt;/mfrac&gt;&lt;mtext&gt;&lt;/mtext&gt;&lt;mtext&gt;&lt;/mtext&gt;&lt;mtext&gt;&lt;/mtext&gt;&lt;mtext&gt;&lt;/mtext&gt;&lt;mtext&gt;&lt;/mtext&gt;&lt;mtext&gt;&lt;/mtext&gt;&lt;mtext&gt;&lt;/mtext&gt;&lt;mtext&gt;&lt;/mtext&gt;&lt;mn&gt;4&lt;/mn&gt;&lt;mo&gt;÷&lt;/mo&gt;&lt;mfrac&gt;&lt;mn&gt;2&lt;/mn&gt;&lt;mn&gt;5&lt;/mn&gt;&lt;/mfrac&gt;&lt;mtext&gt;&lt;/mtext&gt;&lt;mtext&gt;&lt;/mtext&gt;&lt;mtext&gt;&lt;/mtext&gt;&lt;mtext&gt;&lt;/mtext&gt;&lt;mtext&gt;&lt;/mtext&gt;&lt;mtext&gt;&lt;/mtext&gt;&lt;mtext&gt;&lt;/mtext&gt;&lt;mtext&gt;&lt;/mtext&gt;&lt;mtext&gt;&lt;/mtext&gt;&lt;mn&gt;8&lt;/mn&gt;&lt;mo&gt;÷&lt;/mo&gt;&lt;mfrac&gt;&lt;mn&gt;1&lt;/mn&gt;&lt;mn&gt;4&lt;/mn&gt;&lt;/mfrac&gt;&lt;mtext&gt;&lt;/mtext&gt;&lt;/math&gt;" id="219" name="Google Shape;219;p20" title="12 divided by two thirds 4 divided by two fifths 8 divided by one fourth"/>
          <p:cNvPicPr preferRelativeResize="0"/>
          <p:nvPr/>
        </p:nvPicPr>
        <p:blipFill rotWithShape="1">
          <a:blip r:embed="rId17">
            <a:alphaModFix/>
          </a:blip>
          <a:srcRect b="0" l="78725" r="-7358" t="0"/>
          <a:stretch/>
        </p:blipFill>
        <p:spPr>
          <a:xfrm>
            <a:off x="5581289" y="8664540"/>
            <a:ext cx="1142713" cy="713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div\frac{3}{4}=4\ \ \ \ \ \ \ \ \ 5\div\frac{4}{5}=4\ \ \ \ \ \ 12\ \div\frac{1}{3}=4\ \ \ \ \ 4\div\frac{4}{4}=4&quot;&gt;&lt;mn&gt;3&lt;/mn&gt;&lt;mo&gt;÷&lt;/mo&gt;&lt;mfrac&gt;&lt;mn&gt;3&lt;/mn&gt;&lt;mn&gt;4&lt;/mn&gt;&lt;/mfrac&gt;&lt;mo&gt;=&lt;/mo&gt;&lt;mn&gt;4&lt;/mn&gt;&lt;mtext&gt;&lt;/mtext&gt;&lt;mtext&gt;&lt;/mtext&gt;&lt;mtext&gt;&lt;/mtext&gt;&lt;mtext&gt;&lt;/mtext&gt;&lt;mtext&gt;&lt;/mtext&gt;&lt;mtext&gt;&lt;/mtext&gt;&lt;mtext&gt;&lt;/mtext&gt;&lt;mtext&gt;&lt;/mtext&gt;&lt;mtext&gt;&lt;/mtext&gt;&lt;mn&gt;5&lt;/mn&gt;&lt;mo&gt;÷&lt;/mo&gt;&lt;mfrac&gt;&lt;mn&gt;4&lt;/mn&gt;&lt;mn&gt;5&lt;/mn&gt;&lt;/mfrac&gt;&lt;mo&gt;=&lt;/mo&gt;&lt;mn&gt;4&lt;/mn&gt;&lt;mtext&gt;&lt;/mtext&gt;&lt;mtext&gt;&lt;/mtext&gt;&lt;mtext&gt;&lt;/mtext&gt;&lt;mtext&gt;&lt;/mtext&gt;&lt;mtext&gt;&lt;/mtext&gt;&lt;mtext&gt;&lt;/mtext&gt;&lt;mn&gt;12&lt;/mn&gt;&lt;mtext&gt;&lt;/mtext&gt;&lt;mo&gt;÷&lt;/mo&gt;&lt;mfrac&gt;&lt;mn&gt;1&lt;/mn&gt;&lt;mn&gt;3&lt;/mn&gt;&lt;/mfrac&gt;&lt;mo&gt;=&lt;/mo&gt;&lt;mn&gt;4&lt;/mn&gt;&lt;mtext&gt;&lt;/mtext&gt;&lt;mtext&gt;&lt;/mtext&gt;&lt;mtext&gt;&lt;/mtext&gt;&lt;mtext&gt;&lt;/mtext&gt;&lt;mtext&gt;&lt;/mtext&gt;&lt;mn&gt;4&lt;/mn&gt;&lt;mo&gt;÷&lt;/mo&gt;&lt;mfrac&gt;&lt;mn&gt;4&lt;/mn&gt;&lt;mn&gt;4&lt;/mn&gt;&lt;/mfrac&gt;&lt;mo&gt;=&lt;/mo&gt;&lt;mn&gt;4&lt;/mn&gt;&lt;/math&gt;" id="220" name="Google Shape;220;p20" title="3 divided by three fourths equals 4 5 divided by four fifths equals 4 12 division sign one third equals 4 4 divided by four fourths equals 4"/>
          <p:cNvPicPr preferRelativeResize="0"/>
          <p:nvPr/>
        </p:nvPicPr>
        <p:blipFill rotWithShape="1">
          <a:blip r:embed="rId16">
            <a:alphaModFix/>
          </a:blip>
          <a:srcRect b="-2679" l="27319" r="59701" t="2679"/>
          <a:stretch/>
        </p:blipFill>
        <p:spPr>
          <a:xfrm>
            <a:off x="2347963" y="7513651"/>
            <a:ext cx="983382" cy="7135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div\frac{3}{4}=4\ \ \ \ \ \ \ \ \ 5\div\frac{4}{5}=4\ \ \ \ \ \ 12\ \div\frac{1}{3}=4\ \ \ \ \ 4\div\frac{4}{4}=4&quot;&gt;&lt;mn&gt;3&lt;/mn&gt;&lt;mo&gt;÷&lt;/mo&gt;&lt;mfrac&gt;&lt;mn&gt;3&lt;/mn&gt;&lt;mn&gt;4&lt;/mn&gt;&lt;/mfrac&gt;&lt;mo&gt;=&lt;/mo&gt;&lt;mn&gt;4&lt;/mn&gt;&lt;mtext&gt;&lt;/mtext&gt;&lt;mtext&gt;&lt;/mtext&gt;&lt;mtext&gt;&lt;/mtext&gt;&lt;mtext&gt;&lt;/mtext&gt;&lt;mtext&gt;&lt;/mtext&gt;&lt;mtext&gt;&lt;/mtext&gt;&lt;mtext&gt;&lt;/mtext&gt;&lt;mtext&gt;&lt;/mtext&gt;&lt;mtext&gt;&lt;/mtext&gt;&lt;mn&gt;5&lt;/mn&gt;&lt;mo&gt;÷&lt;/mo&gt;&lt;mfrac&gt;&lt;mn&gt;4&lt;/mn&gt;&lt;mn&gt;5&lt;/mn&gt;&lt;/mfrac&gt;&lt;mo&gt;=&lt;/mo&gt;&lt;mn&gt;4&lt;/mn&gt;&lt;mtext&gt;&lt;/mtext&gt;&lt;mtext&gt;&lt;/mtext&gt;&lt;mtext&gt;&lt;/mtext&gt;&lt;mtext&gt;&lt;/mtext&gt;&lt;mtext&gt;&lt;/mtext&gt;&lt;mtext&gt;&lt;/mtext&gt;&lt;mn&gt;12&lt;/mn&gt;&lt;mtext&gt;&lt;/mtext&gt;&lt;mo&gt;÷&lt;/mo&gt;&lt;mfrac&gt;&lt;mn&gt;1&lt;/mn&gt;&lt;mn&gt;3&lt;/mn&gt;&lt;/mfrac&gt;&lt;mo&gt;=&lt;/mo&gt;&lt;mn&gt;4&lt;/mn&gt;&lt;mtext&gt;&lt;/mtext&gt;&lt;mtext&gt;&lt;/mtext&gt;&lt;mtext&gt;&lt;/mtext&gt;&lt;mtext&gt;&lt;/mtext&gt;&lt;mtext&gt;&lt;/mtext&gt;&lt;mn&gt;4&lt;/mn&gt;&lt;mo&gt;÷&lt;/mo&gt;&lt;mfrac&gt;&lt;mn&gt;4&lt;/mn&gt;&lt;mn&gt;4&lt;/mn&gt;&lt;/mfrac&gt;&lt;mo&gt;=&lt;/mo&gt;&lt;mn&gt;4&lt;/mn&gt;&lt;/math&gt;" id="221" name="Google Shape;221;p20" title="3 divided by three fourths equals 4 5 divided by four fifths equals 4 12 division sign one third equals 4 4 divided by four fourths equals 4"/>
          <p:cNvPicPr preferRelativeResize="0"/>
          <p:nvPr/>
        </p:nvPicPr>
        <p:blipFill rotWithShape="1">
          <a:blip r:embed="rId16">
            <a:alphaModFix/>
          </a:blip>
          <a:srcRect b="0" l="78115" r="7690" t="0"/>
          <a:stretch/>
        </p:blipFill>
        <p:spPr>
          <a:xfrm>
            <a:off x="5786904" y="7532799"/>
            <a:ext cx="1075488" cy="713598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/>
          <p:nvPr/>
        </p:nvSpPr>
        <p:spPr>
          <a:xfrm>
            <a:off x="471250" y="7287125"/>
            <a:ext cx="1142700" cy="11157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3527633" y="8595257"/>
            <a:ext cx="1142700" cy="11157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5952430" y="7331817"/>
            <a:ext cx="1142700" cy="11157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2\div\frac{3}{1}\ \ \ \ \ \ \ &quot;&gt;&lt;mn&gt;12&lt;/mn&gt;&lt;mo&gt;÷&lt;/mo&gt;&lt;mfrac&gt;&lt;mn&gt;3&lt;/mn&gt;&lt;mn&gt;1&lt;/mn&gt;&lt;/mfrac&gt;&lt;mtext&gt;&lt;/mtext&gt;&lt;mtext&gt;&lt;/mtext&gt;&lt;mtext&gt;&lt;/mtext&gt;&lt;mtext&gt;&lt;/mtext&gt;&lt;mtext&gt;&lt;/mtext&gt;&lt;mtext&gt;&lt;/mtext&gt;&lt;mtext&gt;&lt;/mtext&gt;&lt;/math&gt;" id="225" name="Google Shape;225;p20" title="12 divided by three oneths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3576161" y="8796240"/>
            <a:ext cx="916734" cy="713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2\ \div\frac{3}{5}=3\frac{1}{3}\ \ \ \ \ \ 3\ \div\frac{4}{5}=\ 3\frac{3}{4}\ \ 1\div\frac{2}{5}=2\frac{1}{2}&quot;&gt;&lt;mn&gt;2&lt;/mn&gt;&lt;mtext&gt;&lt;/mtext&gt;&lt;mo&gt;÷&lt;/mo&gt;&lt;mfrac&gt;&lt;mn&gt;3&lt;/mn&gt;&lt;mn&gt;5&lt;/mn&gt;&lt;/mfrac&gt;&lt;mo&gt;=&lt;/mo&gt;&lt;mn&gt;3&lt;/mn&gt;&lt;mfrac&gt;&lt;mn&gt;1&lt;/mn&gt;&lt;mn&gt;3&lt;/mn&gt;&lt;/mfrac&gt;&lt;mtext&gt;&lt;/mtext&gt;&lt;mtext&gt;&lt;/mtext&gt;&lt;mtext&gt;&lt;/mtext&gt;&lt;mtext&gt;&lt;/mtext&gt;&lt;mtext&gt;&lt;/mtext&gt;&lt;mtext&gt;&lt;/mtext&gt;&lt;mn&gt;3&lt;/mn&gt;&lt;mtext&gt;&lt;/mtext&gt;&lt;mo&gt;÷&lt;/mo&gt;&lt;mfrac&gt;&lt;mn&gt;4&lt;/mn&gt;&lt;mn&gt;5&lt;/mn&gt;&lt;/mfrac&gt;&lt;mo&gt;=&lt;/mo&gt;&lt;mtext&gt;&lt;/mtext&gt;&lt;mn&gt;3&lt;/mn&gt;&lt;mfrac&gt;&lt;mn&gt;3&lt;/mn&gt;&lt;mn&gt;4&lt;/mn&gt;&lt;/mfrac&gt;&lt;mtext&gt;&lt;/mtext&gt;&lt;mtext&gt;&lt;/mtext&gt;&lt;mn&gt;1&lt;/mn&gt;&lt;mo&gt;÷&lt;/mo&gt;&lt;mfrac&gt;&lt;mn&gt;2&lt;/mn&gt;&lt;mn&gt;5&lt;/mn&gt;&lt;/mfrac&gt;&lt;mo&gt;=&lt;/mo&gt;&lt;mn&gt;2&lt;/mn&gt;&lt;mfrac&gt;&lt;mn&gt;1&lt;/mn&gt;&lt;mn&gt;2&lt;/mn&gt;&lt;/mfrac&gt;&lt;/math&gt;" id="230" name="Google Shape;230;p21" title="2 division sign three fifths equals 3 and one third 3 division sign four fifths equals 3 and three fourths 1 divided by two fifths equals 2 and one half"/>
          <p:cNvPicPr preferRelativeResize="0"/>
          <p:nvPr/>
        </p:nvPicPr>
        <p:blipFill rotWithShape="1">
          <a:blip r:embed="rId3">
            <a:alphaModFix/>
          </a:blip>
          <a:srcRect b="-6867" l="70658" r="-2086" t="-17094"/>
          <a:stretch/>
        </p:blipFill>
        <p:spPr>
          <a:xfrm>
            <a:off x="3369443" y="6019811"/>
            <a:ext cx="1150149" cy="53974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Dividing a whole number by a fraction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468000" y="720000"/>
            <a:ext cx="66240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Put the following in ascending order, smallest to largest.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3\div\frac{1}{4}=12\ \ \ \ \ \ 10\div\frac{2}{3}=15\ \ \ \ 10\div\frac{2}{5}=25\ \ \ \ 3\div\frac{1}{10}=30&quot;&gt;&lt;mn&gt;3&lt;/mn&gt;&lt;mo&gt;÷&lt;/mo&gt;&lt;mfrac&gt;&lt;mn&gt;1&lt;/mn&gt;&lt;mn&gt;4&lt;/mn&gt;&lt;/mfrac&gt;&lt;mo&gt;=&lt;/mo&gt;&lt;mn&gt;12&lt;/mn&gt;&lt;mtext&gt;&lt;/mtext&gt;&lt;mtext&gt;&lt;/mtext&gt;&lt;mtext&gt;&lt;/mtext&gt;&lt;mtext&gt;&lt;/mtext&gt;&lt;mtext&gt;&lt;/mtext&gt;&lt;mtext&gt;&lt;/mtext&gt;&lt;mn&gt;10&lt;/mn&gt;&lt;mo&gt;÷&lt;/mo&gt;&lt;mfrac&gt;&lt;mn&gt;2&lt;/mn&gt;&lt;mn&gt;3&lt;/mn&gt;&lt;/mfrac&gt;&lt;mo&gt;=&lt;/mo&gt;&lt;mn&gt;15&lt;/mn&gt;&lt;mtext&gt;&lt;/mtext&gt;&lt;mtext&gt;&lt;/mtext&gt;&lt;mtext&gt;&lt;/mtext&gt;&lt;mtext&gt;&lt;/mtext&gt;&lt;mn&gt;10&lt;/mn&gt;&lt;mo&gt;÷&lt;/mo&gt;&lt;mfrac&gt;&lt;mn&gt;2&lt;/mn&gt;&lt;mn&gt;5&lt;/mn&gt;&lt;/mfrac&gt;&lt;mo&gt;=&lt;/mo&gt;&lt;mn&gt;25&lt;/mn&gt;&lt;mtext&gt;&lt;/mtext&gt;&lt;mtext&gt;&lt;/mtext&gt;&lt;mtext&gt;&lt;/mtext&gt;&lt;mtext&gt;&lt;/mtext&gt;&lt;mn&gt;3&lt;/mn&gt;&lt;mo&gt;÷&lt;/mo&gt;&lt;mfrac&gt;&lt;mn&gt;1&lt;/mn&gt;&lt;mn&gt;10&lt;/mn&gt;&lt;/mfrac&gt;&lt;mo&gt;=&lt;/mo&gt;&lt;mn&gt;30&lt;/mn&gt;&lt;/math&gt;" id="233" name="Google Shape;233;p21" title="3 divided by one fourth equals 12 10 divided by two thirds equals 15 10 divided by two fifths equals 25 3 divided by one tenth equals 30"/>
          <p:cNvPicPr preferRelativeResize="0"/>
          <p:nvPr/>
        </p:nvPicPr>
        <p:blipFill rotWithShape="1">
          <a:blip r:embed="rId4">
            <a:alphaModFix/>
          </a:blip>
          <a:srcRect b="0" l="-972" r="89364" t="0"/>
          <a:stretch/>
        </p:blipFill>
        <p:spPr>
          <a:xfrm>
            <a:off x="4213511" y="1159508"/>
            <a:ext cx="712111" cy="5462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div\frac{1}{4}=12\ \ \ \ \ \ 10\div\frac{2}{3}=15\ \ \ \ 10\div\frac{2}{5}=25\ \ \ \ 3\div\frac{1}{10}=30&quot;&gt;&lt;mn&gt;3&lt;/mn&gt;&lt;mo&gt;÷&lt;/mo&gt;&lt;mfrac&gt;&lt;mn&gt;1&lt;/mn&gt;&lt;mn&gt;4&lt;/mn&gt;&lt;/mfrac&gt;&lt;mo&gt;=&lt;/mo&gt;&lt;mn&gt;12&lt;/mn&gt;&lt;mtext&gt;&lt;/mtext&gt;&lt;mtext&gt;&lt;/mtext&gt;&lt;mtext&gt;&lt;/mtext&gt;&lt;mtext&gt;&lt;/mtext&gt;&lt;mtext&gt;&lt;/mtext&gt;&lt;mtext&gt;&lt;/mtext&gt;&lt;mn&gt;10&lt;/mn&gt;&lt;mo&gt;÷&lt;/mo&gt;&lt;mfrac&gt;&lt;mn&gt;2&lt;/mn&gt;&lt;mn&gt;3&lt;/mn&gt;&lt;/mfrac&gt;&lt;mo&gt;=&lt;/mo&gt;&lt;mn&gt;15&lt;/mn&gt;&lt;mtext&gt;&lt;/mtext&gt;&lt;mtext&gt;&lt;/mtext&gt;&lt;mtext&gt;&lt;/mtext&gt;&lt;mtext&gt;&lt;/mtext&gt;&lt;mn&gt;10&lt;/mn&gt;&lt;mo&gt;÷&lt;/mo&gt;&lt;mfrac&gt;&lt;mn&gt;2&lt;/mn&gt;&lt;mn&gt;5&lt;/mn&gt;&lt;/mfrac&gt;&lt;mo&gt;=&lt;/mo&gt;&lt;mn&gt;25&lt;/mn&gt;&lt;mtext&gt;&lt;/mtext&gt;&lt;mtext&gt;&lt;/mtext&gt;&lt;mtext&gt;&lt;/mtext&gt;&lt;mtext&gt;&lt;/mtext&gt;&lt;mn&gt;3&lt;/mn&gt;&lt;mo&gt;÷&lt;/mo&gt;&lt;mfrac&gt;&lt;mn&gt;1&lt;/mn&gt;&lt;mn&gt;10&lt;/mn&gt;&lt;/mfrac&gt;&lt;mo&gt;=&lt;/mo&gt;&lt;mn&gt;30&lt;/mn&gt;&lt;/math&gt;" id="234" name="Google Shape;234;p21" title="3 divided by one fourth equals 12 10 divided by two thirds equals 15 10 divided by two fifths equals 25 3 divided by one tenth equals 30"/>
          <p:cNvPicPr preferRelativeResize="0"/>
          <p:nvPr/>
        </p:nvPicPr>
        <p:blipFill rotWithShape="1">
          <a:blip r:embed="rId4">
            <a:alphaModFix/>
          </a:blip>
          <a:srcRect b="0" l="25391" r="60451" t="0"/>
          <a:stretch/>
        </p:blipFill>
        <p:spPr>
          <a:xfrm>
            <a:off x="5840810" y="1159508"/>
            <a:ext cx="868505" cy="5462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div\frac{1}{4}=12\ \ \ \ \ \ 10\div\frac{2}{3}=15\ \ \ \ 10\div\frac{2}{5}=25\ \ \ \ 3\div\frac{1}{10}=30&quot;&gt;&lt;mn&gt;3&lt;/mn&gt;&lt;mo&gt;÷&lt;/mo&gt;&lt;mfrac&gt;&lt;mn&gt;1&lt;/mn&gt;&lt;mn&gt;4&lt;/mn&gt;&lt;/mfrac&gt;&lt;mo&gt;=&lt;/mo&gt;&lt;mn&gt;12&lt;/mn&gt;&lt;mtext&gt;&lt;/mtext&gt;&lt;mtext&gt;&lt;/mtext&gt;&lt;mtext&gt;&lt;/mtext&gt;&lt;mtext&gt;&lt;/mtext&gt;&lt;mtext&gt;&lt;/mtext&gt;&lt;mtext&gt;&lt;/mtext&gt;&lt;mn&gt;10&lt;/mn&gt;&lt;mo&gt;÷&lt;/mo&gt;&lt;mfrac&gt;&lt;mn&gt;2&lt;/mn&gt;&lt;mn&gt;3&lt;/mn&gt;&lt;/mfrac&gt;&lt;mo&gt;=&lt;/mo&gt;&lt;mn&gt;15&lt;/mn&gt;&lt;mtext&gt;&lt;/mtext&gt;&lt;mtext&gt;&lt;/mtext&gt;&lt;mtext&gt;&lt;/mtext&gt;&lt;mtext&gt;&lt;/mtext&gt;&lt;mn&gt;10&lt;/mn&gt;&lt;mo&gt;÷&lt;/mo&gt;&lt;mfrac&gt;&lt;mn&gt;2&lt;/mn&gt;&lt;mn&gt;5&lt;/mn&gt;&lt;/mfrac&gt;&lt;mo&gt;=&lt;/mo&gt;&lt;mn&gt;25&lt;/mn&gt;&lt;mtext&gt;&lt;/mtext&gt;&lt;mtext&gt;&lt;/mtext&gt;&lt;mtext&gt;&lt;/mtext&gt;&lt;mtext&gt;&lt;/mtext&gt;&lt;mn&gt;3&lt;/mn&gt;&lt;mo&gt;÷&lt;/mo&gt;&lt;mfrac&gt;&lt;mn&gt;1&lt;/mn&gt;&lt;mn&gt;10&lt;/mn&gt;&lt;/mfrac&gt;&lt;mo&gt;=&lt;/mo&gt;&lt;mn&gt;30&lt;/mn&gt;&lt;/math&gt;" id="235" name="Google Shape;235;p21" title="3 divided by one fourth equals 12 10 divided by two thirds equals 15 10 divided by two fifths equals 25 3 divided by one tenth equals 30"/>
          <p:cNvPicPr preferRelativeResize="0"/>
          <p:nvPr/>
        </p:nvPicPr>
        <p:blipFill rotWithShape="1">
          <a:blip r:embed="rId4">
            <a:alphaModFix/>
          </a:blip>
          <a:srcRect b="0" l="51643" r="34777" t="0"/>
          <a:stretch/>
        </p:blipFill>
        <p:spPr>
          <a:xfrm>
            <a:off x="2496042" y="1159508"/>
            <a:ext cx="833065" cy="5462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div\frac{1}{4}=12\ \ \ \ \ \ 10\div\frac{2}{3}=15\ \ \ \ 10\div\frac{2}{5}=25\ \ \ \ 3\div\frac{1}{10}=30&quot;&gt;&lt;mn&gt;3&lt;/mn&gt;&lt;mo&gt;÷&lt;/mo&gt;&lt;mfrac&gt;&lt;mn&gt;1&lt;/mn&gt;&lt;mn&gt;4&lt;/mn&gt;&lt;/mfrac&gt;&lt;mo&gt;=&lt;/mo&gt;&lt;mn&gt;12&lt;/mn&gt;&lt;mtext&gt;&lt;/mtext&gt;&lt;mtext&gt;&lt;/mtext&gt;&lt;mtext&gt;&lt;/mtext&gt;&lt;mtext&gt;&lt;/mtext&gt;&lt;mtext&gt;&lt;/mtext&gt;&lt;mtext&gt;&lt;/mtext&gt;&lt;mn&gt;10&lt;/mn&gt;&lt;mo&gt;÷&lt;/mo&gt;&lt;mfrac&gt;&lt;mn&gt;2&lt;/mn&gt;&lt;mn&gt;3&lt;/mn&gt;&lt;/mfrac&gt;&lt;mo&gt;=&lt;/mo&gt;&lt;mn&gt;15&lt;/mn&gt;&lt;mtext&gt;&lt;/mtext&gt;&lt;mtext&gt;&lt;/mtext&gt;&lt;mtext&gt;&lt;/mtext&gt;&lt;mtext&gt;&lt;/mtext&gt;&lt;mn&gt;10&lt;/mn&gt;&lt;mo&gt;÷&lt;/mo&gt;&lt;mfrac&gt;&lt;mn&gt;2&lt;/mn&gt;&lt;mn&gt;5&lt;/mn&gt;&lt;/mfrac&gt;&lt;mo&gt;=&lt;/mo&gt;&lt;mn&gt;25&lt;/mn&gt;&lt;mtext&gt;&lt;/mtext&gt;&lt;mtext&gt;&lt;/mtext&gt;&lt;mtext&gt;&lt;/mtext&gt;&lt;mtext&gt;&lt;/mtext&gt;&lt;mn&gt;3&lt;/mn&gt;&lt;mo&gt;÷&lt;/mo&gt;&lt;mfrac&gt;&lt;mn&gt;1&lt;/mn&gt;&lt;mn&gt;10&lt;/mn&gt;&lt;/mfrac&gt;&lt;mo&gt;=&lt;/mo&gt;&lt;mn&gt;30&lt;/mn&gt;&lt;/math&gt;" id="236" name="Google Shape;236;p21" title="3 divided by one fourth equals 12 10 divided by two thirds equals 15 10 divided by two fifths equals 25 3 divided by one tenth equals 30"/>
          <p:cNvPicPr preferRelativeResize="0"/>
          <p:nvPr/>
        </p:nvPicPr>
        <p:blipFill rotWithShape="1">
          <a:blip r:embed="rId4">
            <a:alphaModFix/>
          </a:blip>
          <a:srcRect b="0" l="77979" r="8441" t="0"/>
          <a:stretch/>
        </p:blipFill>
        <p:spPr>
          <a:xfrm>
            <a:off x="901858" y="1159508"/>
            <a:ext cx="833065" cy="5462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div\frac{1}{4}=12\ \ \ \ \ \ 10\div\frac{2}{3}=15\ \ \ \ 10\div\frac{2}{5}=25\ \ \ \ 3\div\frac{1}{10}=30&quot;&gt;&lt;mn&gt;3&lt;/mn&gt;&lt;mo&gt;÷&lt;/mo&gt;&lt;mfrac&gt;&lt;mn&gt;1&lt;/mn&gt;&lt;mn&gt;4&lt;/mn&gt;&lt;/mfrac&gt;&lt;mo&gt;=&lt;/mo&gt;&lt;mn&gt;12&lt;/mn&gt;&lt;mtext&gt;&lt;/mtext&gt;&lt;mtext&gt;&lt;/mtext&gt;&lt;mtext&gt;&lt;/mtext&gt;&lt;mtext&gt;&lt;/mtext&gt;&lt;mtext&gt;&lt;/mtext&gt;&lt;mtext&gt;&lt;/mtext&gt;&lt;mn&gt;10&lt;/mn&gt;&lt;mo&gt;÷&lt;/mo&gt;&lt;mfrac&gt;&lt;mn&gt;2&lt;/mn&gt;&lt;mn&gt;3&lt;/mn&gt;&lt;/mfrac&gt;&lt;mo&gt;=&lt;/mo&gt;&lt;mn&gt;15&lt;/mn&gt;&lt;mtext&gt;&lt;/mtext&gt;&lt;mtext&gt;&lt;/mtext&gt;&lt;mtext&gt;&lt;/mtext&gt;&lt;mtext&gt;&lt;/mtext&gt;&lt;mn&gt;10&lt;/mn&gt;&lt;mo&gt;÷&lt;/mo&gt;&lt;mfrac&gt;&lt;mn&gt;2&lt;/mn&gt;&lt;mn&gt;5&lt;/mn&gt;&lt;/mfrac&gt;&lt;mo&gt;=&lt;/mo&gt;&lt;mn&gt;25&lt;/mn&gt;&lt;mtext&gt;&lt;/mtext&gt;&lt;mtext&gt;&lt;/mtext&gt;&lt;mtext&gt;&lt;/mtext&gt;&lt;mtext&gt;&lt;/mtext&gt;&lt;mn&gt;3&lt;/mn&gt;&lt;mo&gt;÷&lt;/mo&gt;&lt;mfrac&gt;&lt;mn&gt;1&lt;/mn&gt;&lt;mn&gt;10&lt;/mn&gt;&lt;/mfrac&gt;&lt;mo&gt;=&lt;/mo&gt;&lt;mn&gt;30&lt;/mn&gt;&lt;/math&gt;" id="237" name="Google Shape;237;p21" title="3 divided by one fourth equals 12 10 divided by two thirds equals 15 10 divided by two fifths equals 25 3 divided by one tenth equals 30"/>
          <p:cNvPicPr preferRelativeResize="0"/>
          <p:nvPr/>
        </p:nvPicPr>
        <p:blipFill rotWithShape="1">
          <a:blip r:embed="rId4">
            <a:alphaModFix/>
          </a:blip>
          <a:srcRect b="0" l="0" r="89852" t="0"/>
          <a:stretch/>
        </p:blipFill>
        <p:spPr>
          <a:xfrm>
            <a:off x="812767" y="2940678"/>
            <a:ext cx="622492" cy="5462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div\frac{1}{4}=12\ \ \ \ \ \ 10\div\frac{2}{3}=15\ \ \ \ 10\div\frac{2}{5}=25\ \ \ \ 3\div\frac{1}{10}=30&quot;&gt;&lt;mn&gt;3&lt;/mn&gt;&lt;mo&gt;÷&lt;/mo&gt;&lt;mfrac&gt;&lt;mn&gt;1&lt;/mn&gt;&lt;mn&gt;4&lt;/mn&gt;&lt;/mfrac&gt;&lt;mo&gt;=&lt;/mo&gt;&lt;mn&gt;12&lt;/mn&gt;&lt;mtext&gt;&lt;/mtext&gt;&lt;mtext&gt;&lt;/mtext&gt;&lt;mtext&gt;&lt;/mtext&gt;&lt;mtext&gt;&lt;/mtext&gt;&lt;mtext&gt;&lt;/mtext&gt;&lt;mtext&gt;&lt;/mtext&gt;&lt;mn&gt;10&lt;/mn&gt;&lt;mo&gt;÷&lt;/mo&gt;&lt;mfrac&gt;&lt;mn&gt;2&lt;/mn&gt;&lt;mn&gt;3&lt;/mn&gt;&lt;/mfrac&gt;&lt;mo&gt;=&lt;/mo&gt;&lt;mn&gt;15&lt;/mn&gt;&lt;mtext&gt;&lt;/mtext&gt;&lt;mtext&gt;&lt;/mtext&gt;&lt;mtext&gt;&lt;/mtext&gt;&lt;mtext&gt;&lt;/mtext&gt;&lt;mn&gt;10&lt;/mn&gt;&lt;mo&gt;÷&lt;/mo&gt;&lt;mfrac&gt;&lt;mn&gt;2&lt;/mn&gt;&lt;mn&gt;5&lt;/mn&gt;&lt;/mfrac&gt;&lt;mo&gt;=&lt;/mo&gt;&lt;mn&gt;25&lt;/mn&gt;&lt;mtext&gt;&lt;/mtext&gt;&lt;mtext&gt;&lt;/mtext&gt;&lt;mtext&gt;&lt;/mtext&gt;&lt;mtext&gt;&lt;/mtext&gt;&lt;mn&gt;3&lt;/mn&gt;&lt;mo&gt;÷&lt;/mo&gt;&lt;mfrac&gt;&lt;mn&gt;1&lt;/mn&gt;&lt;mn&gt;10&lt;/mn&gt;&lt;/mfrac&gt;&lt;mo&gt;=&lt;/mo&gt;&lt;mn&gt;30&lt;/mn&gt;&lt;/math&gt;" id="238" name="Google Shape;238;p21" title="3 divided by one fourth equals 12 10 divided by two thirds equals 15 10 divided by two fifths equals 25 3 divided by one tenth equals 30"/>
          <p:cNvPicPr preferRelativeResize="0"/>
          <p:nvPr/>
        </p:nvPicPr>
        <p:blipFill rotWithShape="1">
          <a:blip r:embed="rId4">
            <a:alphaModFix/>
          </a:blip>
          <a:srcRect b="0" l="25390" r="61029" t="0"/>
          <a:stretch/>
        </p:blipFill>
        <p:spPr>
          <a:xfrm>
            <a:off x="2278637" y="2951186"/>
            <a:ext cx="833072" cy="5462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div\frac{1}{4}=12\ \ \ \ \ \ 10\div\frac{2}{3}=15\ \ \ \ 10\div\frac{2}{5}=25\ \ \ \ 3\div\frac{1}{10}=30&quot;&gt;&lt;mn&gt;3&lt;/mn&gt;&lt;mo&gt;÷&lt;/mo&gt;&lt;mfrac&gt;&lt;mn&gt;1&lt;/mn&gt;&lt;mn&gt;4&lt;/mn&gt;&lt;/mfrac&gt;&lt;mo&gt;=&lt;/mo&gt;&lt;mn&gt;12&lt;/mn&gt;&lt;mtext&gt;&lt;/mtext&gt;&lt;mtext&gt;&lt;/mtext&gt;&lt;mtext&gt;&lt;/mtext&gt;&lt;mtext&gt;&lt;/mtext&gt;&lt;mtext&gt;&lt;/mtext&gt;&lt;mtext&gt;&lt;/mtext&gt;&lt;mn&gt;10&lt;/mn&gt;&lt;mo&gt;÷&lt;/mo&gt;&lt;mfrac&gt;&lt;mn&gt;2&lt;/mn&gt;&lt;mn&gt;3&lt;/mn&gt;&lt;/mfrac&gt;&lt;mo&gt;=&lt;/mo&gt;&lt;mn&gt;15&lt;/mn&gt;&lt;mtext&gt;&lt;/mtext&gt;&lt;mtext&gt;&lt;/mtext&gt;&lt;mtext&gt;&lt;/mtext&gt;&lt;mtext&gt;&lt;/mtext&gt;&lt;mn&gt;10&lt;/mn&gt;&lt;mo&gt;÷&lt;/mo&gt;&lt;mfrac&gt;&lt;mn&gt;2&lt;/mn&gt;&lt;mn&gt;5&lt;/mn&gt;&lt;/mfrac&gt;&lt;mo&gt;=&lt;/mo&gt;&lt;mn&gt;25&lt;/mn&gt;&lt;mtext&gt;&lt;/mtext&gt;&lt;mtext&gt;&lt;/mtext&gt;&lt;mtext&gt;&lt;/mtext&gt;&lt;mtext&gt;&lt;/mtext&gt;&lt;mn&gt;3&lt;/mn&gt;&lt;mo&gt;÷&lt;/mo&gt;&lt;mfrac&gt;&lt;mn&gt;1&lt;/mn&gt;&lt;mn&gt;10&lt;/mn&gt;&lt;/mfrac&gt;&lt;mo&gt;=&lt;/mo&gt;&lt;mn&gt;30&lt;/mn&gt;&lt;/math&gt;" id="239" name="Google Shape;239;p21" title="3 divided by one fourth equals 12 10 divided by two thirds equals 15 10 divided by two fifths equals 25 3 divided by one tenth equals 30"/>
          <p:cNvPicPr preferRelativeResize="0"/>
          <p:nvPr/>
        </p:nvPicPr>
        <p:blipFill rotWithShape="1">
          <a:blip r:embed="rId4">
            <a:alphaModFix/>
          </a:blip>
          <a:srcRect b="0" l="51644" r="34775" t="0"/>
          <a:stretch/>
        </p:blipFill>
        <p:spPr>
          <a:xfrm>
            <a:off x="3850092" y="2951186"/>
            <a:ext cx="833065" cy="5462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div\frac{1}{4}=12\ \ \ \ \ \ 10\div\frac{2}{3}=15\ \ \ \ 10\div\frac{2}{5}=25\ \ \ \ 3\div\frac{1}{10}=30&quot;&gt;&lt;mn&gt;3&lt;/mn&gt;&lt;mo&gt;÷&lt;/mo&gt;&lt;mfrac&gt;&lt;mn&gt;1&lt;/mn&gt;&lt;mn&gt;4&lt;/mn&gt;&lt;/mfrac&gt;&lt;mo&gt;=&lt;/mo&gt;&lt;mn&gt;12&lt;/mn&gt;&lt;mtext&gt;&lt;/mtext&gt;&lt;mtext&gt;&lt;/mtext&gt;&lt;mtext&gt;&lt;/mtext&gt;&lt;mtext&gt;&lt;/mtext&gt;&lt;mtext&gt;&lt;/mtext&gt;&lt;mtext&gt;&lt;/mtext&gt;&lt;mn&gt;10&lt;/mn&gt;&lt;mo&gt;÷&lt;/mo&gt;&lt;mfrac&gt;&lt;mn&gt;2&lt;/mn&gt;&lt;mn&gt;3&lt;/mn&gt;&lt;/mfrac&gt;&lt;mo&gt;=&lt;/mo&gt;&lt;mn&gt;15&lt;/mn&gt;&lt;mtext&gt;&lt;/mtext&gt;&lt;mtext&gt;&lt;/mtext&gt;&lt;mtext&gt;&lt;/mtext&gt;&lt;mtext&gt;&lt;/mtext&gt;&lt;mn&gt;10&lt;/mn&gt;&lt;mo&gt;÷&lt;/mo&gt;&lt;mfrac&gt;&lt;mn&gt;2&lt;/mn&gt;&lt;mn&gt;5&lt;/mn&gt;&lt;/mfrac&gt;&lt;mo&gt;=&lt;/mo&gt;&lt;mn&gt;25&lt;/mn&gt;&lt;mtext&gt;&lt;/mtext&gt;&lt;mtext&gt;&lt;/mtext&gt;&lt;mtext&gt;&lt;/mtext&gt;&lt;mtext&gt;&lt;/mtext&gt;&lt;mn&gt;3&lt;/mn&gt;&lt;mo&gt;÷&lt;/mo&gt;&lt;mfrac&gt;&lt;mn&gt;1&lt;/mn&gt;&lt;mn&gt;10&lt;/mn&gt;&lt;/mfrac&gt;&lt;mo&gt;=&lt;/mo&gt;&lt;mn&gt;30&lt;/mn&gt;&lt;/math&gt;" id="240" name="Google Shape;240;p21" title="3 divided by one fourth equals 12 10 divided by two thirds equals 15 10 divided by two fifths equals 25 3 divided by one tenth equals 30"/>
          <p:cNvPicPr preferRelativeResize="0"/>
          <p:nvPr/>
        </p:nvPicPr>
        <p:blipFill rotWithShape="1">
          <a:blip r:embed="rId4">
            <a:alphaModFix/>
          </a:blip>
          <a:srcRect b="0" l="77978" r="9391" t="0"/>
          <a:stretch/>
        </p:blipFill>
        <p:spPr>
          <a:xfrm>
            <a:off x="5451703" y="2951186"/>
            <a:ext cx="774812" cy="546286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/>
          <p:nvPr/>
        </p:nvSpPr>
        <p:spPr>
          <a:xfrm>
            <a:off x="470613" y="1036654"/>
            <a:ext cx="1695471" cy="1593734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0}{10}\div\frac{1}{10}=30\ \ \ \ \ \ \frac{50}{5}\div\frac{2}{10}=25\ \ \ \ \ \frac{12}{4}\div\frac{1}{4}=12\ \ \ \ \ \frac{30}{10}\div\frac{2}{3}=15&quot;&gt;&lt;mfrac&gt;&lt;mn&gt;30&lt;/mn&gt;&lt;mn&gt;10&lt;/mn&gt;&lt;/mfrac&gt;&lt;mo&gt;÷&lt;/mo&gt;&lt;mfrac&gt;&lt;mn&gt;1&lt;/mn&gt;&lt;mn&gt;10&lt;/mn&gt;&lt;/mfrac&gt;&lt;mo&gt;=&lt;/mo&gt;&lt;mn&gt;30&lt;/mn&gt;&lt;mtext&gt;&lt;/mtext&gt;&lt;mtext&gt;&lt;/mtext&gt;&lt;mtext&gt;&lt;/mtext&gt;&lt;mtext&gt;&lt;/mtext&gt;&lt;mtext&gt;&lt;/mtext&gt;&lt;mtext&gt;&lt;/mtext&gt;&lt;mfrac&gt;&lt;mn&gt;50&lt;/mn&gt;&lt;mn&gt;5&lt;/mn&gt;&lt;/mfrac&gt;&lt;mo&gt;÷&lt;/mo&gt;&lt;mfrac&gt;&lt;mn&gt;2&lt;/mn&gt;&lt;mn&gt;10&lt;/mn&gt;&lt;/mfrac&gt;&lt;mo&gt;=&lt;/mo&gt;&lt;mn&gt;25&lt;/mn&gt;&lt;mtext&gt;&lt;/mtext&gt;&lt;mtext&gt;&lt;/mtext&gt;&lt;mtext&gt;&lt;/mtext&gt;&lt;mtext&gt;&lt;/mtext&gt;&lt;mtext&gt;&lt;/mtext&gt;&lt;mfrac&gt;&lt;mn&gt;12&lt;/mn&gt;&lt;mn&gt;4&lt;/mn&gt;&lt;/mfrac&gt;&lt;mo&gt;÷&lt;/mo&gt;&lt;mfrac&gt;&lt;mn&gt;1&lt;/mn&gt;&lt;mn&gt;4&lt;/mn&gt;&lt;/mfrac&gt;&lt;mo&gt;=&lt;/mo&gt;&lt;mn&gt;12&lt;/mn&gt;&lt;mtext&gt;&lt;/mtext&gt;&lt;mtext&gt;&lt;/mtext&gt;&lt;mtext&gt;&lt;/mtext&gt;&lt;mtext&gt;&lt;/mtext&gt;&lt;mtext&gt;&lt;/mtext&gt;&lt;mfrac&gt;&lt;mn&gt;30&lt;/mn&gt;&lt;mn&gt;10&lt;/mn&gt;&lt;/mfrac&gt;&lt;mo&gt;÷&lt;/mo&gt;&lt;mfrac&gt;&lt;mn&gt;2&lt;/mn&gt;&lt;mn&gt;3&lt;/mn&gt;&lt;/mfrac&gt;&lt;mo&gt;=&lt;/mo&gt;&lt;mn&gt;15&lt;/mn&gt;&lt;/math&gt;" id="242" name="Google Shape;242;p21" title="30 over 10 divided by one tenth equals 30 50 over 5 divided by two tenths equals 25 twelve fourths divided by one fourth equals 12 30 over 10 divided by two thirds equals 15"/>
          <p:cNvPicPr preferRelativeResize="0"/>
          <p:nvPr/>
        </p:nvPicPr>
        <p:blipFill rotWithShape="1">
          <a:blip r:embed="rId5">
            <a:alphaModFix/>
          </a:blip>
          <a:srcRect b="0" l="0" r="76493" t="0"/>
          <a:stretch/>
        </p:blipFill>
        <p:spPr>
          <a:xfrm>
            <a:off x="578273" y="1862989"/>
            <a:ext cx="1480149" cy="495041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1"/>
          <p:cNvSpPr/>
          <p:nvPr/>
        </p:nvSpPr>
        <p:spPr>
          <a:xfrm>
            <a:off x="3795522" y="1036654"/>
            <a:ext cx="1649419" cy="1593734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0}{10}\div\frac{1}{10}=30\ \ \ \ \ \ \frac{50}{5}\div\frac{2}{10}=25\ \ \ \ \ \frac{12}{4}\div\frac{1}{4}=12\ \ \ \ \ \frac{30}{10}\div\frac{2}{3}=15&quot;&gt;&lt;mfrac&gt;&lt;mn&gt;30&lt;/mn&gt;&lt;mn&gt;10&lt;/mn&gt;&lt;/mfrac&gt;&lt;mo&gt;÷&lt;/mo&gt;&lt;mfrac&gt;&lt;mn&gt;1&lt;/mn&gt;&lt;mn&gt;10&lt;/mn&gt;&lt;/mfrac&gt;&lt;mo&gt;=&lt;/mo&gt;&lt;mn&gt;30&lt;/mn&gt;&lt;mtext&gt;&lt;/mtext&gt;&lt;mtext&gt;&lt;/mtext&gt;&lt;mtext&gt;&lt;/mtext&gt;&lt;mtext&gt;&lt;/mtext&gt;&lt;mtext&gt;&lt;/mtext&gt;&lt;mtext&gt;&lt;/mtext&gt;&lt;mfrac&gt;&lt;mn&gt;50&lt;/mn&gt;&lt;mn&gt;5&lt;/mn&gt;&lt;/mfrac&gt;&lt;mo&gt;÷&lt;/mo&gt;&lt;mfrac&gt;&lt;mn&gt;2&lt;/mn&gt;&lt;mn&gt;10&lt;/mn&gt;&lt;/mfrac&gt;&lt;mo&gt;=&lt;/mo&gt;&lt;mn&gt;25&lt;/mn&gt;&lt;mtext&gt;&lt;/mtext&gt;&lt;mtext&gt;&lt;/mtext&gt;&lt;mtext&gt;&lt;/mtext&gt;&lt;mtext&gt;&lt;/mtext&gt;&lt;mtext&gt;&lt;/mtext&gt;&lt;mfrac&gt;&lt;mn&gt;12&lt;/mn&gt;&lt;mn&gt;4&lt;/mn&gt;&lt;/mfrac&gt;&lt;mo&gt;÷&lt;/mo&gt;&lt;mfrac&gt;&lt;mn&gt;1&lt;/mn&gt;&lt;mn&gt;4&lt;/mn&gt;&lt;/mfrac&gt;&lt;mo&gt;=&lt;/mo&gt;&lt;mn&gt;12&lt;/mn&gt;&lt;mtext&gt;&lt;/mtext&gt;&lt;mtext&gt;&lt;/mtext&gt;&lt;mtext&gt;&lt;/mtext&gt;&lt;mtext&gt;&lt;/mtext&gt;&lt;mtext&gt;&lt;/mtext&gt;&lt;mfrac&gt;&lt;mn&gt;30&lt;/mn&gt;&lt;mn&gt;10&lt;/mn&gt;&lt;/mfrac&gt;&lt;mo&gt;÷&lt;/mo&gt;&lt;mfrac&gt;&lt;mn&gt;2&lt;/mn&gt;&lt;mn&gt;3&lt;/mn&gt;&lt;/mfrac&gt;&lt;mo&gt;=&lt;/mo&gt;&lt;mn&gt;15&lt;/mn&gt;&lt;/math&gt;" id="244" name="Google Shape;244;p21" title="30 over 10 divided by one tenth equals 30 50 over 5 divided by two tenths equals 25 twelve fourths divided by one fourth equals 12 30 over 10 divided by two thirds equals 15"/>
          <p:cNvPicPr preferRelativeResize="0"/>
          <p:nvPr/>
        </p:nvPicPr>
        <p:blipFill rotWithShape="1">
          <a:blip r:embed="rId5">
            <a:alphaModFix/>
          </a:blip>
          <a:srcRect b="0" l="54092" r="24825" t="0"/>
          <a:stretch/>
        </p:blipFill>
        <p:spPr>
          <a:xfrm>
            <a:off x="3992969" y="1862989"/>
            <a:ext cx="1327564" cy="495041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/>
          <p:nvPr/>
        </p:nvSpPr>
        <p:spPr>
          <a:xfrm>
            <a:off x="2185575" y="1036654"/>
            <a:ext cx="1609946" cy="1593734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0}{10}\div\frac{1}{10}=30\ \ \ \ \ \ \frac{50}{5}\div\frac{2}{5}=25\ \ \ \ \ \frac{12}{4}\div\frac{1}{4}=12\ \ \ \ \ \frac{30}{3}\div\frac{2}{3}=15&quot;&gt;&lt;mfrac&gt;&lt;mn&gt;30&lt;/mn&gt;&lt;mn&gt;10&lt;/mn&gt;&lt;/mfrac&gt;&lt;mo&gt;÷&lt;/mo&gt;&lt;mfrac&gt;&lt;mn&gt;1&lt;/mn&gt;&lt;mn&gt;10&lt;/mn&gt;&lt;/mfrac&gt;&lt;mo&gt;=&lt;/mo&gt;&lt;mn&gt;30&lt;/mn&gt;&lt;mtext&gt;&lt;/mtext&gt;&lt;mtext&gt;&lt;/mtext&gt;&lt;mtext&gt;&lt;/mtext&gt;&lt;mtext&gt;&lt;/mtext&gt;&lt;mtext&gt;&lt;/mtext&gt;&lt;mtext&gt;&lt;/mtext&gt;&lt;mfrac&gt;&lt;mn&gt;50&lt;/mn&gt;&lt;mn&gt;5&lt;/mn&gt;&lt;/mfrac&gt;&lt;mo&gt;÷&lt;/mo&gt;&lt;mfrac&gt;&lt;mn&gt;2&lt;/mn&gt;&lt;mn&gt;5&lt;/mn&gt;&lt;/mfrac&gt;&lt;mo&gt;=&lt;/mo&gt;&lt;mn&gt;25&lt;/mn&gt;&lt;mtext&gt;&lt;/mtext&gt;&lt;mtext&gt;&lt;/mtext&gt;&lt;mtext&gt;&lt;/mtext&gt;&lt;mtext&gt;&lt;/mtext&gt;&lt;mtext&gt;&lt;/mtext&gt;&lt;mfrac&gt;&lt;mn&gt;12&lt;/mn&gt;&lt;mn&gt;4&lt;/mn&gt;&lt;/mfrac&gt;&lt;mo&gt;÷&lt;/mo&gt;&lt;mfrac&gt;&lt;mn&gt;1&lt;/mn&gt;&lt;mn&gt;4&lt;/mn&gt;&lt;/mfrac&gt;&lt;mo&gt;=&lt;/mo&gt;&lt;mn&gt;12&lt;/mn&gt;&lt;mtext&gt;&lt;/mtext&gt;&lt;mtext&gt;&lt;/mtext&gt;&lt;mtext&gt;&lt;/mtext&gt;&lt;mtext&gt;&lt;/mtext&gt;&lt;mtext&gt;&lt;/mtext&gt;&lt;mfrac&gt;&lt;mn&gt;30&lt;/mn&gt;&lt;mn&gt;3&lt;/mn&gt;&lt;/mfrac&gt;&lt;mo&gt;÷&lt;/mo&gt;&lt;mfrac&gt;&lt;mn&gt;2&lt;/mn&gt;&lt;mn&gt;3&lt;/mn&gt;&lt;/mfrac&gt;&lt;mo&gt;=&lt;/mo&gt;&lt;mn&gt;15&lt;/mn&gt;&lt;/math&gt;" id="246" name="Google Shape;246;p21" title="30 over 10 divided by one tenth equals 30 50 over 5 divided by two fifths equals 25 twelve fourths divided by one fourth equals 12 30 over 3 divided by two thirds equals 15"/>
          <p:cNvPicPr preferRelativeResize="0"/>
          <p:nvPr/>
        </p:nvPicPr>
        <p:blipFill rotWithShape="1">
          <a:blip r:embed="rId6">
            <a:alphaModFix/>
          </a:blip>
          <a:srcRect b="0" l="27583" r="49878" t="0"/>
          <a:stretch/>
        </p:blipFill>
        <p:spPr>
          <a:xfrm>
            <a:off x="2238199" y="1856645"/>
            <a:ext cx="1485223" cy="528151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/>
          <p:cNvSpPr/>
          <p:nvPr/>
        </p:nvSpPr>
        <p:spPr>
          <a:xfrm>
            <a:off x="5444941" y="1036654"/>
            <a:ext cx="1649419" cy="1593734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0}{10}\div\frac{1}{10}=30\ \ \ \ \ \ \frac{50}{5}\div\frac{2}{5}=25\ \ \ \ \ \frac{12}{4}\div\frac{1}{4}=12\ \ \ \ \ \frac{30}{3}\div\frac{2}{3}=15&quot;&gt;&lt;mfrac&gt;&lt;mn&gt;30&lt;/mn&gt;&lt;mn&gt;10&lt;/mn&gt;&lt;/mfrac&gt;&lt;mo&gt;÷&lt;/mo&gt;&lt;mfrac&gt;&lt;mn&gt;1&lt;/mn&gt;&lt;mn&gt;10&lt;/mn&gt;&lt;/mfrac&gt;&lt;mo&gt;=&lt;/mo&gt;&lt;mn&gt;30&lt;/mn&gt;&lt;mtext&gt;&lt;/mtext&gt;&lt;mtext&gt;&lt;/mtext&gt;&lt;mtext&gt;&lt;/mtext&gt;&lt;mtext&gt;&lt;/mtext&gt;&lt;mtext&gt;&lt;/mtext&gt;&lt;mtext&gt;&lt;/mtext&gt;&lt;mfrac&gt;&lt;mn&gt;50&lt;/mn&gt;&lt;mn&gt;5&lt;/mn&gt;&lt;/mfrac&gt;&lt;mo&gt;÷&lt;/mo&gt;&lt;mfrac&gt;&lt;mn&gt;2&lt;/mn&gt;&lt;mn&gt;5&lt;/mn&gt;&lt;/mfrac&gt;&lt;mo&gt;=&lt;/mo&gt;&lt;mn&gt;25&lt;/mn&gt;&lt;mtext&gt;&lt;/mtext&gt;&lt;mtext&gt;&lt;/mtext&gt;&lt;mtext&gt;&lt;/mtext&gt;&lt;mtext&gt;&lt;/mtext&gt;&lt;mtext&gt;&lt;/mtext&gt;&lt;mfrac&gt;&lt;mn&gt;12&lt;/mn&gt;&lt;mn&gt;4&lt;/mn&gt;&lt;/mfrac&gt;&lt;mo&gt;÷&lt;/mo&gt;&lt;mfrac&gt;&lt;mn&gt;1&lt;/mn&gt;&lt;mn&gt;4&lt;/mn&gt;&lt;/mfrac&gt;&lt;mo&gt;=&lt;/mo&gt;&lt;mn&gt;12&lt;/mn&gt;&lt;mtext&gt;&lt;/mtext&gt;&lt;mtext&gt;&lt;/mtext&gt;&lt;mtext&gt;&lt;/mtext&gt;&lt;mtext&gt;&lt;/mtext&gt;&lt;mtext&gt;&lt;/mtext&gt;&lt;mfrac&gt;&lt;mn&gt;30&lt;/mn&gt;&lt;mn&gt;3&lt;/mn&gt;&lt;/mfrac&gt;&lt;mo&gt;÷&lt;/mo&gt;&lt;mfrac&gt;&lt;mn&gt;2&lt;/mn&gt;&lt;mn&gt;3&lt;/mn&gt;&lt;/mfrac&gt;&lt;mo&gt;=&lt;/mo&gt;&lt;mn&gt;15&lt;/mn&gt;&lt;/math&gt;" id="248" name="Google Shape;248;p21" title="30 over 10 divided by one tenth equals 30 50 over 5 divided by two fifths equals 25 twelve fourths divided by one fourth equals 12 30 over 3 divided by two thirds equals 15"/>
          <p:cNvPicPr preferRelativeResize="0"/>
          <p:nvPr/>
        </p:nvPicPr>
        <p:blipFill rotWithShape="1">
          <a:blip r:embed="rId6">
            <a:alphaModFix/>
          </a:blip>
          <a:srcRect b="0" l="79410" r="0" t="0"/>
          <a:stretch/>
        </p:blipFill>
        <p:spPr>
          <a:xfrm>
            <a:off x="5596418" y="1856645"/>
            <a:ext cx="1356836" cy="5281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9" name="Google Shape;249;p21"/>
          <p:cNvCxnSpPr/>
          <p:nvPr/>
        </p:nvCxnSpPr>
        <p:spPr>
          <a:xfrm>
            <a:off x="474757" y="3660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" name="Google Shape;250;p21"/>
          <p:cNvSpPr txBox="1"/>
          <p:nvPr/>
        </p:nvSpPr>
        <p:spPr>
          <a:xfrm>
            <a:off x="468000" y="4240450"/>
            <a:ext cx="2521200" cy="19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the bar models, work out the answers to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468000" y="3835025"/>
            <a:ext cx="6610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Deepening understanding of dividing by a fraction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3112084" y="4274125"/>
            <a:ext cx="2883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3112084" y="5216640"/>
            <a:ext cx="2883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3112084" y="6172322"/>
            <a:ext cx="2883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\ \div\frac{3}{5}=3\frac{1}{3}\ \ \ \ \ \ 3\ \div\frac{4}{5}=\ 3\frac{3}{4}\ \ 1\div\frac{2}{5}=2\frac{1}{2}&quot;&gt;&lt;mn&gt;2&lt;/mn&gt;&lt;mtext&gt;&lt;/mtext&gt;&lt;mo&gt;÷&lt;/mo&gt;&lt;mfrac&gt;&lt;mn&gt;3&lt;/mn&gt;&lt;mn&gt;5&lt;/mn&gt;&lt;/mfrac&gt;&lt;mo&gt;=&lt;/mo&gt;&lt;mn&gt;3&lt;/mn&gt;&lt;mfrac&gt;&lt;mn&gt;1&lt;/mn&gt;&lt;mn&gt;3&lt;/mn&gt;&lt;/mfrac&gt;&lt;mtext&gt;&lt;/mtext&gt;&lt;mtext&gt;&lt;/mtext&gt;&lt;mtext&gt;&lt;/mtext&gt;&lt;mtext&gt;&lt;/mtext&gt;&lt;mtext&gt;&lt;/mtext&gt;&lt;mtext&gt;&lt;/mtext&gt;&lt;mn&gt;3&lt;/mn&gt;&lt;mtext&gt;&lt;/mtext&gt;&lt;mo&gt;÷&lt;/mo&gt;&lt;mfrac&gt;&lt;mn&gt;4&lt;/mn&gt;&lt;mn&gt;5&lt;/mn&gt;&lt;/mfrac&gt;&lt;mo&gt;=&lt;/mo&gt;&lt;mtext&gt;&lt;/mtext&gt;&lt;mn&gt;3&lt;/mn&gt;&lt;mfrac&gt;&lt;mn&gt;3&lt;/mn&gt;&lt;mn&gt;4&lt;/mn&gt;&lt;/mfrac&gt;&lt;mtext&gt;&lt;/mtext&gt;&lt;mtext&gt;&lt;/mtext&gt;&lt;mn&gt;1&lt;/mn&gt;&lt;mo&gt;÷&lt;/mo&gt;&lt;mfrac&gt;&lt;mn&gt;2&lt;/mn&gt;&lt;mn&gt;5&lt;/mn&gt;&lt;/mfrac&gt;&lt;mo&gt;=&lt;/mo&gt;&lt;mn&gt;2&lt;/mn&gt;&lt;mfrac&gt;&lt;mn&gt;1&lt;/mn&gt;&lt;mn&gt;2&lt;/mn&gt;&lt;/mfrac&gt;&lt;/math&gt;" id="255" name="Google Shape;255;p21" title="2 division sign three fifths equals 3 and one third 3 division sign four fifths equals 3 and three fourths 1 divided by two fifths equals 2 and one half"/>
          <p:cNvPicPr preferRelativeResize="0"/>
          <p:nvPr/>
        </p:nvPicPr>
        <p:blipFill rotWithShape="1">
          <a:blip r:embed="rId3">
            <a:alphaModFix/>
          </a:blip>
          <a:srcRect b="0" l="0" r="69292" t="0"/>
          <a:stretch/>
        </p:blipFill>
        <p:spPr>
          <a:xfrm>
            <a:off x="3473529" y="4240450"/>
            <a:ext cx="1123780" cy="4354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 \div\frac{3}{5}=3\frac{1}{3}\ \ \ \ \ \ 3\ \div\frac{4}{5}=\ 3\frac{3}{4}\ \ 1\div\frac{2}{5}=2\frac{1}{2}&quot;&gt;&lt;mn&gt;2&lt;/mn&gt;&lt;mtext&gt;&lt;/mtext&gt;&lt;mo&gt;÷&lt;/mo&gt;&lt;mfrac&gt;&lt;mn&gt;3&lt;/mn&gt;&lt;mn&gt;5&lt;/mn&gt;&lt;/mfrac&gt;&lt;mo&gt;=&lt;/mo&gt;&lt;mn&gt;3&lt;/mn&gt;&lt;mfrac&gt;&lt;mn&gt;1&lt;/mn&gt;&lt;mn&gt;3&lt;/mn&gt;&lt;/mfrac&gt;&lt;mtext&gt;&lt;/mtext&gt;&lt;mtext&gt;&lt;/mtext&gt;&lt;mtext&gt;&lt;/mtext&gt;&lt;mtext&gt;&lt;/mtext&gt;&lt;mtext&gt;&lt;/mtext&gt;&lt;mtext&gt;&lt;/mtext&gt;&lt;mn&gt;3&lt;/mn&gt;&lt;mtext&gt;&lt;/mtext&gt;&lt;mo&gt;÷&lt;/mo&gt;&lt;mfrac&gt;&lt;mn&gt;4&lt;/mn&gt;&lt;mn&gt;5&lt;/mn&gt;&lt;/mfrac&gt;&lt;mo&gt;=&lt;/mo&gt;&lt;mtext&gt;&lt;/mtext&gt;&lt;mn&gt;3&lt;/mn&gt;&lt;mfrac&gt;&lt;mn&gt;3&lt;/mn&gt;&lt;mn&gt;4&lt;/mn&gt;&lt;/mfrac&gt;&lt;mtext&gt;&lt;/mtext&gt;&lt;mtext&gt;&lt;/mtext&gt;&lt;mn&gt;1&lt;/mn&gt;&lt;mo&gt;÷&lt;/mo&gt;&lt;mfrac&gt;&lt;mn&gt;2&lt;/mn&gt;&lt;mn&gt;5&lt;/mn&gt;&lt;/mfrac&gt;&lt;mo&gt;=&lt;/mo&gt;&lt;mn&gt;2&lt;/mn&gt;&lt;mfrac&gt;&lt;mn&gt;1&lt;/mn&gt;&lt;mn&gt;2&lt;/mn&gt;&lt;/mfrac&gt;&lt;/math&gt;" id="256" name="Google Shape;256;p21" title="2 division sign three fifths equals 3 and one third 3 division sign four fifths equals 3 and three fourths 1 divided by two fifths equals 2 and one half"/>
          <p:cNvPicPr preferRelativeResize="0"/>
          <p:nvPr/>
        </p:nvPicPr>
        <p:blipFill rotWithShape="1">
          <a:blip r:embed="rId3">
            <a:alphaModFix/>
          </a:blip>
          <a:srcRect b="-6867" l="36180" r="30555" t="-17094"/>
          <a:stretch/>
        </p:blipFill>
        <p:spPr>
          <a:xfrm>
            <a:off x="3338171" y="5058870"/>
            <a:ext cx="1217306" cy="539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72013" y="4094139"/>
            <a:ext cx="2181225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1"/>
          <p:cNvSpPr txBox="1"/>
          <p:nvPr/>
        </p:nvSpPr>
        <p:spPr>
          <a:xfrm>
            <a:off x="468075" y="6906900"/>
            <a:ext cx="53727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Izzy and Laura have done the following bar models for a question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Both have made an error with their bar model.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Explain where they have made their mistake.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4514924" y="7600725"/>
            <a:ext cx="243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Izzy “The answer is 9”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3\ \div\frac{2}{7}=10\frac{1}{2}&quot;&gt;&lt;mn&gt;3&lt;/mn&gt;&lt;mtext&gt;&lt;/mtext&gt;&lt;mo&gt;÷&lt;/mo&gt;&lt;mfrac&gt;&lt;mn&gt;2&lt;/mn&gt;&lt;mn&gt;7&lt;/mn&gt;&lt;/mfrac&gt;&lt;mo&gt;=&lt;/mo&gt;&lt;mn&gt;10&lt;/mn&gt;&lt;mfrac&gt;&lt;mn&gt;1&lt;/mn&gt;&lt;mn&gt;2&lt;/mn&gt;&lt;/mfrac&gt;&lt;/math&gt;" id="260" name="Google Shape;260;p21" title="3 division sign two sevenths equals 10 and one half"/>
          <p:cNvPicPr preferRelativeResize="0"/>
          <p:nvPr/>
        </p:nvPicPr>
        <p:blipFill rotWithShape="1">
          <a:blip r:embed="rId8">
            <a:alphaModFix/>
          </a:blip>
          <a:srcRect b="0" l="0" r="51333" t="0"/>
          <a:stretch/>
        </p:blipFill>
        <p:spPr>
          <a:xfrm>
            <a:off x="5625803" y="6800453"/>
            <a:ext cx="572600" cy="435311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1"/>
          <p:cNvSpPr txBox="1"/>
          <p:nvPr/>
        </p:nvSpPr>
        <p:spPr>
          <a:xfrm>
            <a:off x="468064" y="7855289"/>
            <a:ext cx="34560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Izzy has divided each 1 into sixths rather than sevenths.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Izzy has calculated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3\div\frac{2}{6}=9&quot;&gt;&lt;mn&gt;3&lt;/mn&gt;&lt;mo&gt;÷&lt;/mo&gt;&lt;mfrac&gt;&lt;mn&gt;2&lt;/mn&gt;&lt;mn&gt;6&lt;/mn&gt;&lt;/mfrac&gt;&lt;mo&gt;=&lt;/mo&gt;&lt;mn&gt;9&lt;/mn&gt;&lt;/math&gt;" id="262" name="Google Shape;262;p21" title="3 divided by two sixths equals 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973747" y="8207885"/>
            <a:ext cx="1015380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140000" y="7898983"/>
            <a:ext cx="2438400" cy="8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1"/>
          <p:cNvSpPr txBox="1"/>
          <p:nvPr/>
        </p:nvSpPr>
        <p:spPr>
          <a:xfrm>
            <a:off x="468075" y="8969808"/>
            <a:ext cx="34560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Laura started to correctly use a unit to be    , but then incorrectly changed the unit to be     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3\ \div\frac{2}{7}=10\frac{1}{2}&quot;&gt;&lt;mn&gt;3&lt;/mn&gt;&lt;mtext&gt;&lt;/mtext&gt;&lt;mo&gt;÷&lt;/mo&gt;&lt;mfrac&gt;&lt;mn&gt;2&lt;/mn&gt;&lt;mn&gt;7&lt;/mn&gt;&lt;/mfrac&gt;&lt;mo&gt;=&lt;/mo&gt;&lt;mn&gt;10&lt;/mn&gt;&lt;mfrac&gt;&lt;mn&gt;1&lt;/mn&gt;&lt;mn&gt;2&lt;/mn&gt;&lt;/mfrac&gt;&lt;/math&gt;" id="265" name="Google Shape;265;p21" title="3 division sign two sevenths equals 10 and one half"/>
          <p:cNvPicPr preferRelativeResize="0"/>
          <p:nvPr/>
        </p:nvPicPr>
        <p:blipFill rotWithShape="1">
          <a:blip r:embed="rId8">
            <a:alphaModFix/>
          </a:blip>
          <a:srcRect b="0" l="30305" r="51333" t="0"/>
          <a:stretch/>
        </p:blipFill>
        <p:spPr>
          <a:xfrm>
            <a:off x="3321687" y="8857308"/>
            <a:ext cx="196623" cy="39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7}&quot;&gt;&lt;mfrac&gt;&lt;mn&gt;7&lt;/mn&gt;&lt;mn&gt;7&lt;/mn&gt;&lt;/mfrac&gt;&lt;/math&gt;" id="266" name="Google Shape;266;p21" title="seven seventh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081838" y="9144933"/>
            <a:ext cx="145175" cy="4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1"/>
          <p:cNvSpPr txBox="1"/>
          <p:nvPr/>
        </p:nvSpPr>
        <p:spPr>
          <a:xfrm>
            <a:off x="4140000" y="8794883"/>
            <a:ext cx="295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Laura “The answer is           ”         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10\frac{1}{7}&quot;&gt;&lt;mn&gt;10&lt;/mn&gt;&lt;mfrac&gt;&lt;mn&gt;1&lt;/mn&gt;&lt;mn&gt;7&lt;/mn&gt;&lt;/mfrac&gt;&lt;/math&gt;" id="268" name="Google Shape;268;p21" title="10 and one seventh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840775" y="8783233"/>
            <a:ext cx="288300" cy="361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952275" y="9147496"/>
            <a:ext cx="3124200" cy="8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6" name="Google Shape;276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a whole number by a fraction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79" name="Google Shape;279;p22"/>
          <p:cNvSpPr txBox="1"/>
          <p:nvPr/>
        </p:nvSpPr>
        <p:spPr>
          <a:xfrm>
            <a:off x="468000" y="720000"/>
            <a:ext cx="6624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Amend a bar model to help work out the correct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2"/>
          <p:cNvSpPr txBox="1"/>
          <p:nvPr/>
        </p:nvSpPr>
        <p:spPr>
          <a:xfrm>
            <a:off x="468000" y="1047588"/>
            <a:ext cx="30000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Changing Laura’s so there is a consistency of units, the answer is seen to be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3\ \div\frac{2}{7}=10\frac{1}{2}&quot;&gt;&lt;mn&gt;3&lt;/mn&gt;&lt;mtext&gt;&lt;/mtext&gt;&lt;mo&gt;÷&lt;/mo&gt;&lt;mfrac&gt;&lt;mn&gt;2&lt;/mn&gt;&lt;mn&gt;7&lt;/mn&gt;&lt;/mfrac&gt;&lt;mo&gt;=&lt;/mo&gt;&lt;mn&gt;10&lt;/mn&gt;&lt;mfrac&gt;&lt;mn&gt;1&lt;/mn&gt;&lt;mn&gt;2&lt;/mn&gt;&lt;/mfrac&gt;&lt;/math&gt;" id="281" name="Google Shape;281;p22" title="3 division sign two sevenths equals 10 and one half"/>
          <p:cNvPicPr preferRelativeResize="0"/>
          <p:nvPr/>
        </p:nvPicPr>
        <p:blipFill rotWithShape="1">
          <a:blip r:embed="rId3">
            <a:alphaModFix/>
          </a:blip>
          <a:srcRect b="0" l="0" r="-8026" t="0"/>
          <a:stretch/>
        </p:blipFill>
        <p:spPr>
          <a:xfrm>
            <a:off x="884400" y="1629300"/>
            <a:ext cx="1527600" cy="52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2"/>
          <p:cNvSpPr txBox="1"/>
          <p:nvPr/>
        </p:nvSpPr>
        <p:spPr>
          <a:xfrm>
            <a:off x="468000" y="2690425"/>
            <a:ext cx="32178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Using squared paper, draw your own bar models to work out the answers to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5\ \div\frac{2}{3}=7\frac{1}{2}\ \ \ \ \ \ \ \ \ \ \ 7\div\frac{2}{3}=10\frac{1}{2}\ \ \ \ \ \ \ \ \ \ \ \ \ 4\div\frac{9}{10}=4\frac{4}{9}&quot;&gt;&lt;mn&gt;5&lt;/mn&gt;&lt;mtext&gt;&lt;/mtext&gt;&lt;mo&gt;÷&lt;/mo&gt;&lt;mfrac&gt;&lt;mn&gt;2&lt;/mn&gt;&lt;mn&gt;3&lt;/mn&gt;&lt;/mfrac&gt;&lt;mo&gt;=&lt;/mo&gt;&lt;mn&gt;7&lt;/mn&gt;&lt;mfrac&gt;&lt;mn&gt;1&lt;/mn&gt;&lt;mn&gt;2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n&gt;7&lt;/mn&gt;&lt;mo&gt;÷&lt;/mo&gt;&lt;mfrac&gt;&lt;mn&gt;2&lt;/mn&gt;&lt;mn&gt;3&lt;/mn&gt;&lt;/mfrac&gt;&lt;mo&gt;=&lt;/mo&gt;&lt;mn&gt;10&lt;/mn&gt;&lt;mfrac&gt;&lt;mn&gt;1&lt;/mn&gt;&lt;mn&gt;2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n&gt;4&lt;/mn&gt;&lt;mo&gt;÷&lt;/mo&gt;&lt;mfrac&gt;&lt;mn&gt;9&lt;/mn&gt;&lt;mn&gt;10&lt;/mn&gt;&lt;/mfrac&gt;&lt;mo&gt;=&lt;/mo&gt;&lt;mn&gt;4&lt;/mn&gt;&lt;mfrac&gt;&lt;mn&gt;4&lt;/mn&gt;&lt;mn&gt;9&lt;/mn&gt;&lt;/mfrac&gt;&lt;/math&gt;" id="283" name="Google Shape;283;p22" title="5 division sign two thirds equals 7 and one half 7 divided by two thirds equals 10 and one half 4 divided by nine tenths equals 4 and four ninths"/>
          <p:cNvPicPr preferRelativeResize="0"/>
          <p:nvPr/>
        </p:nvPicPr>
        <p:blipFill rotWithShape="1">
          <a:blip r:embed="rId4">
            <a:alphaModFix/>
          </a:blip>
          <a:srcRect b="0" l="0" r="74697" t="0"/>
          <a:stretch/>
        </p:blipFill>
        <p:spPr>
          <a:xfrm>
            <a:off x="782915" y="3458997"/>
            <a:ext cx="1188607" cy="44459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4" name="Google Shape;284;p22"/>
          <p:cNvGraphicFramePr/>
          <p:nvPr/>
        </p:nvGraphicFramePr>
        <p:xfrm>
          <a:off x="2200375" y="3290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{BA5C7D62-A0B8-4FE1-A36E-C3D75986365A}</a:tableStyleId>
              </a:tblPr>
              <a:tblGrid>
                <a:gridCol w="633975"/>
                <a:gridCol w="633975"/>
                <a:gridCol w="633975"/>
                <a:gridCol w="633975"/>
                <a:gridCol w="633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85" name="Google Shape;285;p22"/>
          <p:cNvGraphicFramePr/>
          <p:nvPr/>
        </p:nvGraphicFramePr>
        <p:xfrm>
          <a:off x="2200375" y="3694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{BA5C7D62-A0B8-4FE1-A36E-C3D75986365A}</a:tableStyleId>
              </a:tblPr>
              <a:tblGrid>
                <a:gridCol w="211300"/>
                <a:gridCol w="211300"/>
                <a:gridCol w="211300"/>
                <a:gridCol w="211300"/>
                <a:gridCol w="211300"/>
                <a:gridCol w="211300"/>
                <a:gridCol w="211300"/>
                <a:gridCol w="211300"/>
                <a:gridCol w="211300"/>
                <a:gridCol w="211300"/>
                <a:gridCol w="211300"/>
                <a:gridCol w="211300"/>
                <a:gridCol w="211300"/>
                <a:gridCol w="211300"/>
                <a:gridCol w="211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86" name="Google Shape;286;p22"/>
          <p:cNvGraphicFramePr/>
          <p:nvPr/>
        </p:nvGraphicFramePr>
        <p:xfrm>
          <a:off x="2200375" y="408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{BA5C7D62-A0B8-4FE1-A36E-C3D75986365A}</a:tableStyleId>
              </a:tblPr>
              <a:tblGrid>
                <a:gridCol w="211300"/>
                <a:gridCol w="2113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7\div\frac{3}{4}=9\frac{1}{3}\ \ \ \ \ \ \ \ \ \ \ \ \ 4\div\frac{9}{10}=4\frac{4}{9}&quot;&gt;&lt;mn&gt;7&lt;/mn&gt;&lt;mo&gt;÷&lt;/mo&gt;&lt;mfrac&gt;&lt;mn&gt;3&lt;/mn&gt;&lt;mn&gt;4&lt;/mn&gt;&lt;/mfrac&gt;&lt;mo&gt;=&lt;/mo&gt;&lt;mn&gt;9&lt;/mn&gt;&lt;mfrac&gt;&lt;mn&gt;1&lt;/mn&gt;&lt;mn&gt;3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n&gt;4&lt;/mn&gt;&lt;mo&gt;÷&lt;/mo&gt;&lt;mfrac&gt;&lt;mn&gt;9&lt;/mn&gt;&lt;mn&gt;10&lt;/mn&gt;&lt;/mfrac&gt;&lt;mo&gt;=&lt;/mo&gt;&lt;mn&gt;4&lt;/mn&gt;&lt;mfrac&gt;&lt;mn&gt;4&lt;/mn&gt;&lt;mn&gt;9&lt;/mn&gt;&lt;/mfrac&gt;&lt;/math&gt;" id="287" name="Google Shape;287;p22" title="7 divided by three fourths equals 9 and one third 4 divided by nine tenths equals 4 and four ninths"/>
          <p:cNvPicPr preferRelativeResize="0"/>
          <p:nvPr/>
        </p:nvPicPr>
        <p:blipFill rotWithShape="1">
          <a:blip r:embed="rId5">
            <a:alphaModFix/>
          </a:blip>
          <a:srcRect b="0" l="0" r="59836" t="0"/>
          <a:stretch/>
        </p:blipFill>
        <p:spPr>
          <a:xfrm>
            <a:off x="782915" y="5027444"/>
            <a:ext cx="1188608" cy="4547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 \div\frac{3}{5}=8\frac{1}{5}&quot;&gt;&lt;mn&gt;5&lt;/mn&gt;&lt;mtext&gt;&lt;/mtext&gt;&lt;mo&gt;÷&lt;/mo&gt;&lt;mfrac&gt;&lt;mn&gt;3&lt;/mn&gt;&lt;mn&gt;5&lt;/mn&gt;&lt;/mfrac&gt;&lt;mo&gt;=&lt;/mo&gt;&lt;mn&gt;8&lt;/mn&gt;&lt;mfrac&gt;&lt;mn&gt;1&lt;/mn&gt;&lt;mn&gt;5&lt;/mn&gt;&lt;/mfrac&gt;&lt;/math&gt;" id="288" name="Google Shape;288;p22" title="5 division sign three fifths equals 8 and one fifth"/>
          <p:cNvPicPr preferRelativeResize="0"/>
          <p:nvPr/>
        </p:nvPicPr>
        <p:blipFill rotWithShape="1">
          <a:blip r:embed="rId6">
            <a:alphaModFix/>
          </a:blip>
          <a:srcRect b="0" l="0" r="25037" t="0"/>
          <a:stretch/>
        </p:blipFill>
        <p:spPr>
          <a:xfrm>
            <a:off x="725450" y="6265890"/>
            <a:ext cx="830792" cy="4547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9" name="Google Shape;289;p22"/>
          <p:cNvGraphicFramePr/>
          <p:nvPr/>
        </p:nvGraphicFramePr>
        <p:xfrm>
          <a:off x="2624387" y="408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{BA5C7D62-A0B8-4FE1-A36E-C3D75986365A}</a:tableStyleId>
              </a:tblPr>
              <a:tblGrid>
                <a:gridCol w="211300"/>
                <a:gridCol w="2113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90" name="Google Shape;290;p22"/>
          <p:cNvGraphicFramePr/>
          <p:nvPr/>
        </p:nvGraphicFramePr>
        <p:xfrm>
          <a:off x="3041894" y="408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{BA5C7D62-A0B8-4FE1-A36E-C3D75986365A}</a:tableStyleId>
              </a:tblPr>
              <a:tblGrid>
                <a:gridCol w="211300"/>
                <a:gridCol w="2113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91" name="Google Shape;291;p22"/>
          <p:cNvGraphicFramePr/>
          <p:nvPr/>
        </p:nvGraphicFramePr>
        <p:xfrm>
          <a:off x="3475862" y="408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{BA5C7D62-A0B8-4FE1-A36E-C3D75986365A}</a:tableStyleId>
              </a:tblPr>
              <a:tblGrid>
                <a:gridCol w="211300"/>
                <a:gridCol w="2113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92" name="Google Shape;292;p22"/>
          <p:cNvGraphicFramePr/>
          <p:nvPr/>
        </p:nvGraphicFramePr>
        <p:xfrm>
          <a:off x="3896688" y="408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{BA5C7D62-A0B8-4FE1-A36E-C3D75986365A}</a:tableStyleId>
              </a:tblPr>
              <a:tblGrid>
                <a:gridCol w="211300"/>
                <a:gridCol w="2113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93" name="Google Shape;293;p22"/>
          <p:cNvGraphicFramePr/>
          <p:nvPr/>
        </p:nvGraphicFramePr>
        <p:xfrm>
          <a:off x="4314195" y="408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{BA5C7D62-A0B8-4FE1-A36E-C3D75986365A}</a:tableStyleId>
              </a:tblPr>
              <a:tblGrid>
                <a:gridCol w="211300"/>
                <a:gridCol w="2113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94" name="Google Shape;294;p22"/>
          <p:cNvGraphicFramePr/>
          <p:nvPr/>
        </p:nvGraphicFramePr>
        <p:xfrm>
          <a:off x="4728383" y="408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{BA5C7D62-A0B8-4FE1-A36E-C3D75986365A}</a:tableStyleId>
              </a:tblPr>
              <a:tblGrid>
                <a:gridCol w="211300"/>
                <a:gridCol w="2113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graphicFrame>
        <p:nvGraphicFramePr>
          <p:cNvPr id="295" name="Google Shape;295;p22"/>
          <p:cNvGraphicFramePr/>
          <p:nvPr/>
        </p:nvGraphicFramePr>
        <p:xfrm>
          <a:off x="5159069" y="40843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{BA5C7D62-A0B8-4FE1-A36E-C3D75986365A}</a:tableStyleId>
              </a:tblPr>
              <a:tblGrid>
                <a:gridCol w="211300"/>
                <a:gridCol w="211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6" name="Google Shape;296;p22"/>
          <p:cNvSpPr txBox="1"/>
          <p:nvPr/>
        </p:nvSpPr>
        <p:spPr>
          <a:xfrm>
            <a:off x="5215575" y="4092663"/>
            <a:ext cx="30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U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5\ \div\frac{3}{5}=8\frac{1}{3}&quot;&gt;&lt;mn&gt;5&lt;/mn&gt;&lt;mtext&gt;&lt;/mtext&gt;&lt;mo&gt;÷&lt;/mo&gt;&lt;mfrac&gt;&lt;mn&gt;3&lt;/mn&gt;&lt;mn&gt;5&lt;/mn&gt;&lt;/mfrac&gt;&lt;mo&gt;=&lt;/mo&gt;&lt;mn&gt;8&lt;/mn&gt;&lt;mfrac&gt;&lt;mn&gt;1&lt;/mn&gt;&lt;mn&gt;3&lt;/mn&gt;&lt;/mfrac&gt;&lt;/math&gt;" id="297" name="Google Shape;297;p22" title="5 division sign three fifths equals 8 and one third"/>
          <p:cNvPicPr preferRelativeResize="0"/>
          <p:nvPr/>
        </p:nvPicPr>
        <p:blipFill rotWithShape="1">
          <a:blip r:embed="rId7">
            <a:alphaModFix/>
          </a:blip>
          <a:srcRect b="0" l="70171" r="0" t="0"/>
          <a:stretch/>
        </p:blipFill>
        <p:spPr>
          <a:xfrm>
            <a:off x="1560980" y="6239649"/>
            <a:ext cx="368751" cy="507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98200" y="1335899"/>
            <a:ext cx="3887077" cy="122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189700" y="4567050"/>
            <a:ext cx="4782602" cy="1252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219775" y="5917724"/>
            <a:ext cx="3424532" cy="122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