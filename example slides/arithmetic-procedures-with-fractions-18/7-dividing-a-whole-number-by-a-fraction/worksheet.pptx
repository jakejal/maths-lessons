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062CB5-24E5-473E-B994-A4BD7CA3F58F}">
  <a:tblStyle styleId="{C5062CB5-24E5-473E-B994-A4BD7CA3F5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a3de66960c_0_4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a3de6696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7.png"/><Relationship Id="rId13" Type="http://schemas.openxmlformats.org/officeDocument/2006/relationships/image" Target="../media/image16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15" Type="http://schemas.openxmlformats.org/officeDocument/2006/relationships/image" Target="../media/image23.png"/><Relationship Id="rId14" Type="http://schemas.openxmlformats.org/officeDocument/2006/relationships/image" Target="../media/image17.png"/><Relationship Id="rId17" Type="http://schemas.openxmlformats.org/officeDocument/2006/relationships/image" Target="../media/image24.png"/><Relationship Id="rId16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18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351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Making sense of dividing by a fraction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41614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bar models to show the division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133135"/>
            <a:ext cx="4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66" name="Google Shape;166;p20"/>
          <p:cNvSpPr txBox="1"/>
          <p:nvPr/>
        </p:nvSpPr>
        <p:spPr>
          <a:xfrm>
            <a:off x="2767021" y="2133135"/>
            <a:ext cx="4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67" name="Google Shape;167;p20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9493" l="40044" r="42440" t="0"/>
          <a:stretch/>
        </p:blipFill>
        <p:spPr>
          <a:xfrm>
            <a:off x="3160928" y="2108700"/>
            <a:ext cx="716049" cy="5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455895" y="2133135"/>
            <a:ext cx="4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69" name="Google Shape;169;p20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4741" l="74023" r="8461" t="-4751"/>
          <a:stretch/>
        </p:blipFill>
        <p:spPr>
          <a:xfrm>
            <a:off x="4807522" y="2049300"/>
            <a:ext cx="716049" cy="56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div\frac{1}{3}\ =\ 9\ \ &quot;&gt;&lt;mn&gt;3&lt;/mn&gt;&lt;mtext&gt;&lt;/mtext&gt;&lt;mo&gt;÷&lt;/mo&gt;&lt;mfrac&gt;&lt;mn&gt;1&lt;/mn&gt;&lt;mn&gt;3&lt;/mn&gt;&lt;/mfrac&gt;&lt;mtext&gt;&lt;/mtext&gt;&lt;mo&gt;=&lt;/mo&gt;&lt;mtext&gt;&lt;/mtext&gt;&lt;mn&gt;9&lt;/mn&gt;&lt;mtext&gt;&lt;/mtext&gt;&lt;mtext&gt;&lt;/mtext&gt;&lt;/math&gt;" id="170" name="Google Shape;170;p20" title="3 division sign one third equals 9"/>
          <p:cNvPicPr preferRelativeResize="0"/>
          <p:nvPr/>
        </p:nvPicPr>
        <p:blipFill rotWithShape="1">
          <a:blip r:embed="rId4">
            <a:alphaModFix/>
          </a:blip>
          <a:srcRect b="0" l="0" r="37453" t="0"/>
          <a:stretch/>
        </p:blipFill>
        <p:spPr>
          <a:xfrm>
            <a:off x="842331" y="2108700"/>
            <a:ext cx="815025" cy="56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71" name="Google Shape;171;p20" title="6 division sign three fourths 6 times four thirds 24 over 3 equals 8"/>
          <p:cNvPicPr preferRelativeResize="0"/>
          <p:nvPr/>
        </p:nvPicPr>
        <p:blipFill rotWithShape="1">
          <a:blip r:embed="rId5">
            <a:alphaModFix/>
          </a:blip>
          <a:srcRect b="-6889" l="93983" r="-43" t="-11482"/>
          <a:stretch/>
        </p:blipFill>
        <p:spPr>
          <a:xfrm>
            <a:off x="5355339" y="5770247"/>
            <a:ext cx="134972" cy="494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72" name="Google Shape;172;p20" title="12 division sign three fourths 12 times four thirds 48 over 3 equals 16"/>
          <p:cNvPicPr preferRelativeResize="0"/>
          <p:nvPr/>
        </p:nvPicPr>
        <p:blipFill rotWithShape="1">
          <a:blip r:embed="rId6">
            <a:alphaModFix/>
          </a:blip>
          <a:srcRect b="-4241" l="93154" r="-1927" t="-4241"/>
          <a:stretch/>
        </p:blipFill>
        <p:spPr>
          <a:xfrm>
            <a:off x="5348000" y="5265504"/>
            <a:ext cx="220771" cy="452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2}=6&quot;&gt;&lt;mfrac&gt;&lt;mn&gt;12&lt;/mn&gt;&lt;mn&gt;2&lt;/mn&gt;&lt;/mfrac&gt;&lt;mo&gt;=&lt;/mo&gt;&lt;mn&gt;6&lt;/mn&gt;&lt;/math&gt;" id="173" name="Google Shape;173;p20" title="twelve halves equals 6"/>
          <p:cNvPicPr preferRelativeResize="0"/>
          <p:nvPr/>
        </p:nvPicPr>
        <p:blipFill rotWithShape="1">
          <a:blip r:embed="rId7">
            <a:alphaModFix/>
          </a:blip>
          <a:srcRect b="0" l="77579" r="-2" t="0"/>
          <a:stretch/>
        </p:blipFill>
        <p:spPr>
          <a:xfrm>
            <a:off x="5355340" y="6397434"/>
            <a:ext cx="134972" cy="418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&quot;&gt;&lt;mn&gt;12&lt;/mn&gt;&lt;mtext&gt;&lt;/mtext&gt;&lt;/math&gt;" id="174" name="Google Shape;174;p20" title="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36979" y="4870155"/>
            <a:ext cx="185917" cy="145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12}{3}\div\frac{2}{3}\ &quot;&gt;&lt;mtext&gt;&lt;/mtext&gt;&lt;mfrac&gt;&lt;mn&gt;12&lt;/mn&gt;&lt;mn&gt;3&lt;/mn&gt;&lt;/mfrac&gt;&lt;mo&gt;÷&lt;/mo&gt;&lt;mfrac&gt;&lt;mn&gt;2&lt;/mn&gt;&lt;mn&gt;3&lt;/mn&gt;&lt;/mfrac&gt;&lt;mtext&gt;&lt;/mtext&gt;&lt;/math&gt;" id="175" name="Google Shape;175;p20" title="twelve thirds divided by 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73173" y="5304979"/>
            <a:ext cx="562610" cy="391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4}\div\frac{3}{4}\ &quot;&gt;&lt;mtext&gt;&lt;/mtext&gt;&lt;mfrac&gt;&lt;mn&gt;24&lt;/mn&gt;&lt;mn&gt;4&lt;/mn&gt;&lt;/mfrac&gt;&lt;mo&gt;÷&lt;/mo&gt;&lt;mfrac&gt;&lt;mn&gt;3&lt;/mn&gt;&lt;mn&gt;4&lt;/mn&gt;&lt;/mfrac&gt;&lt;mtext&gt;&lt;/mtext&gt;&lt;/math&gt;" id="176" name="Google Shape;176;p20" title="24 over 4 divided by three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62474" y="6428716"/>
            <a:ext cx="559797" cy="385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48}{4}\div\frac{3}{4}\ &quot;&gt;&lt;mtext&gt;&lt;/mtext&gt;&lt;mfrac&gt;&lt;mn&gt;48&lt;/mn&gt;&lt;mn&gt;4&lt;/mn&gt;&lt;/mfrac&gt;&lt;mo&gt;÷&lt;/mo&gt;&lt;mfrac&gt;&lt;mn&gt;3&lt;/mn&gt;&lt;mn&gt;4&lt;/mn&gt;&lt;/mfrac&gt;&lt;mtext&gt;&lt;/mtext&gt;&lt;/math&gt;" id="177" name="Google Shape;177;p20" title="48 over 4 divided by three four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78354" y="4750212"/>
            <a:ext cx="559797" cy="385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3}\div\frac{2}{3}\ &quot;&gt;&lt;mtext&gt;&lt;/mtext&gt;&lt;mfrac&gt;&lt;mn&gt;24&lt;/mn&gt;&lt;mn&gt;3&lt;/mn&gt;&lt;/mfrac&gt;&lt;mo&gt;÷&lt;/mo&gt;&lt;mfrac&gt;&lt;mn&gt;2&lt;/mn&gt;&lt;mn&gt;3&lt;/mn&gt;&lt;/mfrac&gt;&lt;mtext&gt;&lt;/mtext&gt;&lt;/math&gt;" id="178" name="Google Shape;178;p20" title="24 over 3 divided by two third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58886" y="5841961"/>
            <a:ext cx="566970" cy="391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div\frac{2}{3}\ \ \ \ \ 4\ \times\frac{3}{2}\ \ \ \ \ \ \frac{12}{6}=2&quot;&gt;&lt;mn&gt;4&lt;/mn&gt;&lt;mtext&gt;&lt;/mtext&gt;&lt;mo&gt;÷&lt;/mo&gt;&lt;mfrac&gt;&lt;mn&gt;2&lt;/mn&gt;&lt;mn&gt;3&lt;/mn&gt;&lt;/mfrac&gt;&lt;mtext&gt;&lt;/mtext&gt;&lt;mtext&gt;&lt;/mtext&gt;&lt;mtext&gt;&lt;/mtext&gt;&lt;mtext&gt;&lt;/mtext&gt;&lt;mtext&gt;&lt;/mtext&gt;&lt;mn&gt;4&lt;/mn&gt;&lt;mtext&gt;&lt;/mtext&gt;&lt;mo&gt;×&lt;/mo&gt;&lt;mfrac&gt;&lt;mn&gt;3&lt;/mn&gt;&lt;mn&gt;2&lt;/mn&gt;&lt;/mfrac&gt;&lt;mtext&gt;&lt;/mtext&gt;&lt;mtext&gt;&lt;/mtext&gt;&lt;mtext&gt;&lt;/mtext&gt;&lt;mtext&gt;&lt;/mtext&gt;&lt;mtext&gt;&lt;/mtext&gt;&lt;mtext&gt;&lt;/mtext&gt;&lt;mfrac&gt;&lt;mn&gt;12&lt;/mn&gt;&lt;mn&gt;6&lt;/mn&gt;&lt;/mfrac&gt;&lt;mo&gt;=&lt;/mo&gt;&lt;mn&gt;2&lt;/mn&gt;&lt;/math&gt;" id="179" name="Google Shape;179;p20" title="4 division sign two thirds 4 times three halves twelve sixths equals 2"/>
          <p:cNvPicPr preferRelativeResize="0"/>
          <p:nvPr/>
        </p:nvPicPr>
        <p:blipFill rotWithShape="1">
          <a:blip r:embed="rId13">
            <a:alphaModFix/>
          </a:blip>
          <a:srcRect b="0" l="0" r="70530" t="0"/>
          <a:stretch/>
        </p:blipFill>
        <p:spPr>
          <a:xfrm>
            <a:off x="1861938" y="4794842"/>
            <a:ext cx="591155" cy="37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80" name="Google Shape;180;p20" title="6 division sign three fourths 6 times four thirds 24 over 3 equals 8"/>
          <p:cNvPicPr preferRelativeResize="0"/>
          <p:nvPr/>
        </p:nvPicPr>
        <p:blipFill rotWithShape="1">
          <a:blip r:embed="rId5">
            <a:alphaModFix/>
          </a:blip>
          <a:srcRect b="0" l="0" r="74204" t="0"/>
          <a:stretch/>
        </p:blipFill>
        <p:spPr>
          <a:xfrm>
            <a:off x="1856074" y="5309793"/>
            <a:ext cx="536113" cy="389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81" name="Google Shape;181;p20" title="12 division sign three fourths 12 times four thirds 48 over 3 equals 16"/>
          <p:cNvPicPr preferRelativeResize="0"/>
          <p:nvPr/>
        </p:nvPicPr>
        <p:blipFill rotWithShape="1">
          <a:blip r:embed="rId6">
            <a:alphaModFix/>
          </a:blip>
          <a:srcRect b="0" l="0" r="74825" t="0"/>
          <a:stretch/>
        </p:blipFill>
        <p:spPr>
          <a:xfrm>
            <a:off x="1806889" y="5845192"/>
            <a:ext cx="591157" cy="389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8\div\frac{2}{3}\ &quot;&gt;&lt;mtext&gt;&lt;/mtext&gt;&lt;mn&gt;8&lt;/mn&gt;&lt;mo&gt;÷&lt;/mo&gt;&lt;mfrac&gt;&lt;mn&gt;2&lt;/mn&gt;&lt;mn&gt;3&lt;/mn&gt;&lt;/mfrac&gt;&lt;mtext&gt;&lt;/mtext&gt;&lt;/math&gt;" id="182" name="Google Shape;182;p20" title="8 divided by two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91470" y="6411143"/>
            <a:ext cx="443812" cy="41682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8000" y="4372225"/>
            <a:ext cx="66240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question with the calculation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114553" y="4719775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114553" y="5251672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121786" y="5802861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121786" y="6375318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786025" y="4738206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786025" y="527563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791002" y="581218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442748" y="4724906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442932" y="526392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791002" y="6390815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442932" y="581488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442932" y="6383429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1250" y="7008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Circle the following divisions which give an answer of four.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197" name="Google Shape;197;p20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15">
            <a:alphaModFix/>
          </a:blip>
          <a:srcRect b="0" l="0" r="89243" t="0"/>
          <a:stretch/>
        </p:blipFill>
        <p:spPr>
          <a:xfrm>
            <a:off x="622203" y="7513640"/>
            <a:ext cx="815030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198" name="Google Shape;198;p20" title="12 divided by two thirds 4 divided by two fifths 8 divided by one fourth"/>
          <p:cNvPicPr preferRelativeResize="0"/>
          <p:nvPr/>
        </p:nvPicPr>
        <p:blipFill rotWithShape="1">
          <a:blip r:embed="rId16">
            <a:alphaModFix/>
          </a:blip>
          <a:srcRect b="0" l="0" r="73052" t="0"/>
          <a:stretch/>
        </p:blipFill>
        <p:spPr>
          <a:xfrm>
            <a:off x="1317257" y="8796228"/>
            <a:ext cx="1075486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199" name="Google Shape;199;p20" title="12 divided by two thirds 4 divided by two fifths 8 divided by one fourth"/>
          <p:cNvPicPr preferRelativeResize="0"/>
          <p:nvPr/>
        </p:nvPicPr>
        <p:blipFill rotWithShape="1">
          <a:blip r:embed="rId16">
            <a:alphaModFix/>
          </a:blip>
          <a:srcRect b="0" l="36884" r="34482" t="0"/>
          <a:stretch/>
        </p:blipFill>
        <p:spPr>
          <a:xfrm>
            <a:off x="4093681" y="7360780"/>
            <a:ext cx="1142713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200" name="Google Shape;200;p20" title="12 divided by two thirds 4 divided by two fifths 8 divided by one fourth"/>
          <p:cNvPicPr preferRelativeResize="0"/>
          <p:nvPr/>
        </p:nvPicPr>
        <p:blipFill rotWithShape="1">
          <a:blip r:embed="rId16">
            <a:alphaModFix/>
          </a:blip>
          <a:srcRect b="0" l="78725" r="-7358" t="0"/>
          <a:stretch/>
        </p:blipFill>
        <p:spPr>
          <a:xfrm>
            <a:off x="5581289" y="8664540"/>
            <a:ext cx="1142713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01" name="Google Shape;201;p20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15">
            <a:alphaModFix/>
          </a:blip>
          <a:srcRect b="-2679" l="27319" r="59701" t="2679"/>
          <a:stretch/>
        </p:blipFill>
        <p:spPr>
          <a:xfrm>
            <a:off x="2347963" y="7513651"/>
            <a:ext cx="983382" cy="713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02" name="Google Shape;202;p20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15">
            <a:alphaModFix/>
          </a:blip>
          <a:srcRect b="0" l="78115" r="7690" t="0"/>
          <a:stretch/>
        </p:blipFill>
        <p:spPr>
          <a:xfrm>
            <a:off x="5786904" y="7532799"/>
            <a:ext cx="1075488" cy="713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3}{1}\ \ \ \ \ \ \ &quot;&gt;&lt;mn&gt;12&lt;/mn&gt;&lt;mo&gt;÷&lt;/mo&gt;&lt;mfrac&gt;&lt;mn&gt;3&lt;/mn&gt;&lt;mn&gt;1&lt;/mn&gt;&lt;/mfrac&gt;&lt;mtext&gt;&lt;/mtext&gt;&lt;mtext&gt;&lt;/mtext&gt;&lt;mtext&gt;&lt;/mtext&gt;&lt;mtext&gt;&lt;/mtext&gt;&lt;mtext&gt;&lt;/mtext&gt;&lt;mtext&gt;&lt;/mtext&gt;&lt;mtext&gt;&lt;/mtext&gt;&lt;/math&gt;" id="203" name="Google Shape;203;p20" title="12 divided by three oneth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576161" y="8796240"/>
            <a:ext cx="916734" cy="71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1250" y="3016776"/>
            <a:ext cx="6624001" cy="834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2975" y="9177561"/>
            <a:ext cx="31051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3500" y="7903463"/>
            <a:ext cx="24193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Dividing a whole number by a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12" name="Google Shape;212;p2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5">
            <a:alphaModFix/>
          </a:blip>
          <a:srcRect b="-6867" l="70660" r="12494" t="-17094"/>
          <a:stretch/>
        </p:blipFill>
        <p:spPr>
          <a:xfrm>
            <a:off x="3369459" y="5883504"/>
            <a:ext cx="616466" cy="5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468000" y="720000"/>
            <a:ext cx="66240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Put the following in ascending order,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14" name="Google Shape;214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6">
            <a:alphaModFix/>
          </a:blip>
          <a:srcRect b="0" l="-972" r="89364" t="0"/>
          <a:stretch/>
        </p:blipFill>
        <p:spPr>
          <a:xfrm>
            <a:off x="4213511" y="1159508"/>
            <a:ext cx="712111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15" name="Google Shape;215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6">
            <a:alphaModFix/>
          </a:blip>
          <a:srcRect b="0" l="25391" r="60451" t="0"/>
          <a:stretch/>
        </p:blipFill>
        <p:spPr>
          <a:xfrm>
            <a:off x="5840810" y="1159508"/>
            <a:ext cx="868505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16" name="Google Shape;216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6">
            <a:alphaModFix/>
          </a:blip>
          <a:srcRect b="0" l="51643" r="34777" t="0"/>
          <a:stretch/>
        </p:blipFill>
        <p:spPr>
          <a:xfrm>
            <a:off x="2496042" y="1159508"/>
            <a:ext cx="833065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17" name="Google Shape;217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6">
            <a:alphaModFix/>
          </a:blip>
          <a:srcRect b="0" l="77979" r="8441" t="0"/>
          <a:stretch/>
        </p:blipFill>
        <p:spPr>
          <a:xfrm>
            <a:off x="901858" y="1159508"/>
            <a:ext cx="833065" cy="5462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21"/>
          <p:cNvCxnSpPr/>
          <p:nvPr/>
        </p:nvCxnSpPr>
        <p:spPr>
          <a:xfrm>
            <a:off x="474757" y="3660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1"/>
          <p:cNvSpPr txBox="1"/>
          <p:nvPr/>
        </p:nvSpPr>
        <p:spPr>
          <a:xfrm>
            <a:off x="468000" y="4240450"/>
            <a:ext cx="2507700" cy="19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bar models, work out the answers to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38350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Deepening understanding of dividing by a fraction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112084" y="4274125"/>
            <a:ext cx="288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112084" y="5216640"/>
            <a:ext cx="288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112084" y="6036022"/>
            <a:ext cx="288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4" name="Google Shape;224;p2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5">
            <a:alphaModFix/>
          </a:blip>
          <a:srcRect b="0" l="0" r="84353" t="0"/>
          <a:stretch/>
        </p:blipFill>
        <p:spPr>
          <a:xfrm>
            <a:off x="3473537" y="4240455"/>
            <a:ext cx="572592" cy="435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5" name="Google Shape;225;p2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5">
            <a:alphaModFix/>
          </a:blip>
          <a:srcRect b="-6867" l="36180" r="46119" t="-17094"/>
          <a:stretch/>
        </p:blipFill>
        <p:spPr>
          <a:xfrm>
            <a:off x="3338170" y="5058870"/>
            <a:ext cx="647761" cy="5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468075" y="6906900"/>
            <a:ext cx="5372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 and Laura have done the following bar models for a question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Both have made an error with their bar model.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Explain where they have made their mistake.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514924" y="7600725"/>
            <a:ext cx="243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“The answer is 9”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28" name="Google Shape;228;p21" title="3 division sign two sevenths equals 10 and one half"/>
          <p:cNvPicPr preferRelativeResize="0"/>
          <p:nvPr/>
        </p:nvPicPr>
        <p:blipFill rotWithShape="1">
          <a:blip r:embed="rId7">
            <a:alphaModFix/>
          </a:blip>
          <a:srcRect b="0" l="0" r="51333" t="0"/>
          <a:stretch/>
        </p:blipFill>
        <p:spPr>
          <a:xfrm>
            <a:off x="5625803" y="6800453"/>
            <a:ext cx="572600" cy="43531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4140000" y="8794883"/>
            <a:ext cx="295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“The answer is           ”        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10\frac{1}{7}&quot;&gt;&lt;mn&gt;10&lt;/mn&gt;&lt;mfrac&gt;&lt;mn&gt;1&lt;/mn&gt;&lt;mn&gt;7&lt;/mn&gt;&lt;/mfrac&gt;&lt;/math&gt;" id="230" name="Google Shape;230;p21" title="10 and one seven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0775" y="8783233"/>
            <a:ext cx="288300" cy="36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44075" y="4282225"/>
            <a:ext cx="2343300" cy="23189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466825" y="2508500"/>
            <a:ext cx="6610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your own questions which, when dividing an integer by a proper fraction, give the answer of 10.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</p:txBody>
      </p:sp>
      <p:sp>
        <p:nvSpPr>
          <p:cNvPr id="240" name="Google Shape;240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68000" y="720000"/>
            <a:ext cx="6624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Amend a bar model to help work out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388" y="1452753"/>
            <a:ext cx="3152775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468000" y="2690425"/>
            <a:ext cx="32178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squared paper, draw your own bar models to work out the answers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 \div\frac{2}{3}=7\frac{1}{2}\ \ \ \ \ \ \ \ \ \ \ 7\div\frac{2}{3}=10\frac{1}{2}\ \ \ \ \ \ \ \ \ \ \ \ \ 4\div\frac{9}{10}=4\frac{4}{9}&quot;&gt;&lt;mn&gt;5&lt;/mn&gt;&lt;mtext&gt;&lt;/mtext&gt;&lt;mo&gt;÷&lt;/mo&gt;&lt;mfrac&gt;&lt;mn&gt;2&lt;/mn&gt;&lt;mn&gt;3&lt;/mn&gt;&lt;/mfrac&gt;&lt;mo&gt;=&lt;/mo&gt;&lt;mn&gt;7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7&lt;/mn&gt;&lt;mo&gt;÷&lt;/mo&gt;&lt;mfrac&gt;&lt;mn&gt;2&lt;/mn&gt;&lt;mn&gt;3&lt;/mn&gt;&lt;/mfrac&gt;&lt;mo&gt;=&lt;/mo&gt;&lt;mn&gt;10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45" name="Google Shape;245;p22" title="5 division sign two thirds equals 7 and one half 7 divided by two thirds equals 10 and one half 4 divided by nine tenths equals 4 and four ninths"/>
          <p:cNvPicPr preferRelativeResize="0"/>
          <p:nvPr/>
        </p:nvPicPr>
        <p:blipFill rotWithShape="1">
          <a:blip r:embed="rId4">
            <a:alphaModFix/>
          </a:blip>
          <a:srcRect b="0" l="0" r="83612" t="0"/>
          <a:stretch/>
        </p:blipFill>
        <p:spPr>
          <a:xfrm>
            <a:off x="786405" y="3453908"/>
            <a:ext cx="769840" cy="444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div\frac{3}{4}=9\frac{1}{3}\ \ \ \ \ \ \ \ \ \ \ \ \ 4\div\frac{9}{10}=4\frac{4}{9}&quot;&gt;&lt;mn&gt;7&lt;/mn&gt;&lt;mo&gt;÷&lt;/mo&gt;&lt;mfrac&gt;&lt;mn&gt;3&lt;/mn&gt;&lt;mn&gt;4&lt;/mn&gt;&lt;/mfrac&gt;&lt;mo&gt;=&lt;/mo&gt;&lt;mn&gt;9&lt;/mn&gt;&lt;mfrac&gt;&lt;mn&gt;1&lt;/mn&gt;&lt;mn&gt;3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46" name="Google Shape;246;p22" title="7 divided by three fourths equals 9 and one third 4 divided by nine tenths equals 4 and four ninths"/>
          <p:cNvPicPr preferRelativeResize="0"/>
          <p:nvPr/>
        </p:nvPicPr>
        <p:blipFill rotWithShape="1">
          <a:blip r:embed="rId5">
            <a:alphaModFix/>
          </a:blip>
          <a:srcRect b="0" l="0" r="73986" t="0"/>
          <a:stretch/>
        </p:blipFill>
        <p:spPr>
          <a:xfrm>
            <a:off x="786405" y="5022345"/>
            <a:ext cx="769839" cy="454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div\frac{3}{5}=8\frac{1}{5}&quot;&gt;&lt;mn&gt;5&lt;/mn&gt;&lt;mtext&gt;&lt;/mtext&gt;&lt;mo&gt;÷&lt;/mo&gt;&lt;mfrac&gt;&lt;mn&gt;3&lt;/mn&gt;&lt;mn&gt;5&lt;/mn&gt;&lt;/mfrac&gt;&lt;mo&gt;=&lt;/mo&gt;&lt;mn&gt;8&lt;/mn&gt;&lt;mfrac&gt;&lt;mn&gt;1&lt;/mn&gt;&lt;mn&gt;5&lt;/mn&gt;&lt;/mfrac&gt;&lt;/math&gt;" id="247" name="Google Shape;247;p22" title="5 division sign three fifths equals 8 and one fifth"/>
          <p:cNvPicPr preferRelativeResize="0"/>
          <p:nvPr/>
        </p:nvPicPr>
        <p:blipFill rotWithShape="1">
          <a:blip r:embed="rId6">
            <a:alphaModFix/>
          </a:blip>
          <a:srcRect b="0" l="0" r="25037" t="0"/>
          <a:stretch/>
        </p:blipFill>
        <p:spPr>
          <a:xfrm>
            <a:off x="725450" y="6265890"/>
            <a:ext cx="830792" cy="4547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p22"/>
          <p:cNvGraphicFramePr/>
          <p:nvPr/>
        </p:nvGraphicFramePr>
        <p:xfrm>
          <a:off x="3598088" y="485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{C5062CB5-24E5-473E-B994-A4BD7CA3F58F}</a:tableStyleId>
              </a:tblPr>
              <a:tblGrid>
                <a:gridCol w="1358375"/>
                <a:gridCol w="1358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9" name="Google Shape;249;p22"/>
          <p:cNvGraphicFramePr/>
          <p:nvPr/>
        </p:nvGraphicFramePr>
        <p:xfrm>
          <a:off x="3592112" y="5810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{C5062CB5-24E5-473E-B994-A4BD7CA3F58F}</a:tableStyleId>
              </a:tblPr>
              <a:tblGrid>
                <a:gridCol w="905575"/>
                <a:gridCol w="905575"/>
                <a:gridCol w="905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0" name="Google Shape;250;p22"/>
          <p:cNvGraphicFramePr/>
          <p:nvPr/>
        </p:nvGraphicFramePr>
        <p:xfrm>
          <a:off x="3612076" y="6751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{C5062CB5-24E5-473E-B994-A4BD7CA3F58F}</a:tableStyleId>
              </a:tblPr>
              <a:tblGrid>
                <a:gridCol w="738250"/>
                <a:gridCol w="738250"/>
                <a:gridCol w="73825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51" name="Google Shape;251;p22"/>
          <p:cNvGraphicFramePr/>
          <p:nvPr/>
        </p:nvGraphicFramePr>
        <p:xfrm>
          <a:off x="3612076" y="714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{C5062CB5-24E5-473E-B994-A4BD7CA3F58F}</a:tableStyleId>
              </a:tblPr>
              <a:tblGrid>
                <a:gridCol w="442950"/>
                <a:gridCol w="442950"/>
                <a:gridCol w="442950"/>
                <a:gridCol w="442950"/>
                <a:gridCol w="44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2" name="Google Shape;252;p22"/>
          <p:cNvGraphicFramePr/>
          <p:nvPr/>
        </p:nvGraphicFramePr>
        <p:xfrm>
          <a:off x="3598088" y="52467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{C5062CB5-24E5-473E-B994-A4BD7CA3F58F}</a:tableStyleId>
              </a:tblPr>
              <a:tblGrid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</a:tblGrid>
              <a:tr h="27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3" name="Google Shape;253;p22"/>
          <p:cNvGraphicFramePr/>
          <p:nvPr/>
        </p:nvGraphicFramePr>
        <p:xfrm>
          <a:off x="3592112" y="6199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{C5062CB5-24E5-473E-B994-A4BD7CA3F58F}</a:tableStyleId>
              </a:tblPr>
              <a:tblGrid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