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a3c9a969ed_0_5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a3c9a969e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0" Type="http://schemas.openxmlformats.org/officeDocument/2006/relationships/image" Target="../media/image20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63540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and securing dividing a fraction by a whole number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52250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Contexts for dividing fractions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19425"/>
            <a:ext cx="66105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pizza is split into 12 equal pieces. A teacher takes 2 pieces and the remaining is given equally between 2 students. What fraction of the whole pizza does each student receive?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2297725"/>
            <a:ext cx="43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Removing 2 pieces means there are 10 pieces left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2623008"/>
            <a:ext cx="525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Dividing these 10 pieces by 2 means each person gets 5 pieces each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2978580"/>
            <a:ext cx="525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means each person receives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2}&quot;&gt;&lt;mfrac&gt;&lt;mn&gt;5&lt;/mn&gt;&lt;mn&gt;12&lt;/mn&gt;&lt;/mfrac&gt;&lt;/math&gt;" id="178" name="Google Shape;178;p20" title="5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1875" y="2975706"/>
            <a:ext cx="202694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468000" y="3754300"/>
            <a:ext cx="6610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There are 14 crayons in a box. Two are lost and the rest are shared equally between a table of 4 students. What fraction of the full crayon box does each student receive?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4246675"/>
            <a:ext cx="342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Removing 2 crayons means there are 12 left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4550088"/>
            <a:ext cx="41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Dividing these 12 pieces by 4 means each person gets 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4859950"/>
            <a:ext cx="41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means each person receives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4}&quot;&gt;&lt;mfrac&gt;&lt;mn&gt;3&lt;/mn&gt;&lt;mn&gt;14&lt;/mn&gt;&lt;/mfrac&gt;&lt;/math&gt;" id="183" name="Google Shape;183;p20" title="3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9453" y="4859950"/>
            <a:ext cx="202700" cy="3654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468000" y="5497850"/>
            <a:ext cx="6610500" cy="1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chocolate bar has 24 equal pieces. The teacher eats 6 pieces and shares the rest between 3 students. The teacher says, everyone has had the same fraction of the chocolate bar. Is the teacher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8000" y="6174900"/>
            <a:ext cx="45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Removing 6 pieces means there are 18 pieces left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68000" y="6451125"/>
            <a:ext cx="555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Dividing these 18 pieces by 3 means each person gets 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6835550"/>
            <a:ext cx="574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means that they all received the same fraction,    or    of the chocolate bar.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6}{18}\ \frac{1}{4}&quot;&gt;&lt;mfrac&gt;&lt;mn&gt;6&lt;/mn&gt;&lt;mn&gt;18&lt;/mn&gt;&lt;/mfrac&gt;&lt;mtext&gt;&lt;/mtext&gt;&lt;mfrac&gt;&lt;mn&gt;1&lt;/mn&gt;&lt;mn&gt;4&lt;/mn&gt;&lt;/mfrac&gt;&lt;/math&gt;" id="188" name="Google Shape;188;p20" title="6 over 18 one fourth"/>
          <p:cNvPicPr preferRelativeResize="0"/>
          <p:nvPr/>
        </p:nvPicPr>
        <p:blipFill rotWithShape="1">
          <a:blip r:embed="rId5">
            <a:alphaModFix/>
          </a:blip>
          <a:srcRect b="0" l="66162" r="0" t="0"/>
          <a:stretch/>
        </p:blipFill>
        <p:spPr>
          <a:xfrm>
            <a:off x="4304123" y="6772091"/>
            <a:ext cx="133428" cy="3653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468000" y="7670350"/>
            <a:ext cx="66105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 pizza is cut into 4 equal pieces. There are 6 people who need to share the pizza equally.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should the pizza be cut so everyone receives an equal piece? What fraction does each person receive?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68000" y="8324575"/>
            <a:ext cx="510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Cut each ¼ into 3 pieces</a:t>
            </a:r>
            <a:endParaRPr sz="1200"/>
          </a:p>
        </p:txBody>
      </p:sp>
      <p:sp>
        <p:nvSpPr>
          <p:cNvPr id="191" name="Google Shape;191;p20"/>
          <p:cNvSpPr txBox="1"/>
          <p:nvPr/>
        </p:nvSpPr>
        <p:spPr>
          <a:xfrm>
            <a:off x="468000" y="8630330"/>
            <a:ext cx="510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means there are 12 pieces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68000" y="8966852"/>
            <a:ext cx="510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Each person then gets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12}\ \ \frac{1}{6}&quot;&gt;&lt;mfrac&gt;&lt;mn&gt;2&lt;/mn&gt;&lt;mn&gt;12&lt;/mn&gt;&lt;/mfrac&gt;&lt;mtext&gt;&lt;/mtext&gt;&lt;mtext&gt;&lt;/mtext&gt;&lt;mfrac&gt;&lt;mn&gt;1&lt;/mn&gt;&lt;mn&gt;6&lt;/mn&gt;&lt;/mfrac&gt;&lt;/math&gt;" id="193" name="Google Shape;193;p20" title="2 over 12 one sixth"/>
          <p:cNvPicPr preferRelativeResize="0"/>
          <p:nvPr/>
        </p:nvPicPr>
        <p:blipFill rotWithShape="1">
          <a:blip r:embed="rId6">
            <a:alphaModFix/>
          </a:blip>
          <a:srcRect b="0" l="0" r="44720" t="0"/>
          <a:stretch/>
        </p:blipFill>
        <p:spPr>
          <a:xfrm>
            <a:off x="2111880" y="8967506"/>
            <a:ext cx="272438" cy="41323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468000" y="9318518"/>
            <a:ext cx="510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Which is the same as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12}\ \ \frac{1}{6}&quot;&gt;&lt;mfrac&gt;&lt;mn&gt;2&lt;/mn&gt;&lt;mn&gt;12&lt;/mn&gt;&lt;/mfrac&gt;&lt;mtext&gt;&lt;/mtext&gt;&lt;mtext&gt;&lt;/mtext&gt;&lt;mfrac&gt;&lt;mn&gt;1&lt;/mn&gt;&lt;mn&gt;6&lt;/mn&gt;&lt;/mfrac&gt;&lt;/math&gt;" id="195" name="Google Shape;195;p20" title="2 over 12 one sixth"/>
          <p:cNvPicPr preferRelativeResize="0"/>
          <p:nvPr/>
        </p:nvPicPr>
        <p:blipFill rotWithShape="1">
          <a:blip r:embed="rId6">
            <a:alphaModFix/>
          </a:blip>
          <a:srcRect b="0" l="66188" r="0" t="0"/>
          <a:stretch/>
        </p:blipFill>
        <p:spPr>
          <a:xfrm>
            <a:off x="1917049" y="9299878"/>
            <a:ext cx="166634" cy="41323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6 over 24 one fourth&#10;&#10;&lt;math xmlns=&quot;http://www.w3.org/1998/Math/MathML&quot; display=&quot;block&quot; data-is-equatio=&quot;1&quot; data-latex=&quot;\frac{6}{24}\ \frac{1}{4}&quot;&gt;&lt;mfrac&gt;&lt;mn&gt;6&lt;/mn&gt;&lt;mn&gt;24&lt;/mn&gt;&lt;/mfrac&gt;&lt;mtext&gt;&lt;/mtext&gt;&lt;mfrac&gt;&lt;mn&gt;1&lt;/mn&gt;&lt;mn&gt;4&lt;/mn&gt;&lt;/mfrac&gt;&lt;/math&gt;" id="197" name="Google Shape;197;p20"/>
          <p:cNvPicPr preferRelativeResize="0"/>
          <p:nvPr/>
        </p:nvPicPr>
        <p:blipFill rotWithShape="1">
          <a:blip r:embed="rId7">
            <a:alphaModFix/>
          </a:blip>
          <a:srcRect b="0" l="0" r="44249" t="0"/>
          <a:stretch/>
        </p:blipFill>
        <p:spPr>
          <a:xfrm>
            <a:off x="3928355" y="6772175"/>
            <a:ext cx="221625" cy="3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dividing a fraction by a whole number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2773461" y="2038724"/>
            <a:ext cx="763500" cy="64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8000" y="1048000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questions and answers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57200" y="667397"/>
            <a:ext cx="6634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Dividing any fraction by a whole number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06" name="Google Shape;206;p21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0" r="85452" t="0"/>
          <a:stretch/>
        </p:blipFill>
        <p:spPr>
          <a:xfrm>
            <a:off x="2811674" y="1469392"/>
            <a:ext cx="686999" cy="464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07" name="Google Shape;207;p21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36314" r="49138" t="0"/>
          <a:stretch/>
        </p:blipFill>
        <p:spPr>
          <a:xfrm>
            <a:off x="2811674" y="2129483"/>
            <a:ext cx="686999" cy="464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08" name="Google Shape;208;p21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73231" r="12221" t="0"/>
          <a:stretch/>
        </p:blipFill>
        <p:spPr>
          <a:xfrm>
            <a:off x="2811674" y="2789574"/>
            <a:ext cx="686999" cy="464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09" name="Google Shape;209;p21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19073" r="66379" t="0"/>
          <a:stretch/>
        </p:blipFill>
        <p:spPr>
          <a:xfrm>
            <a:off x="4027913" y="2125816"/>
            <a:ext cx="686999" cy="464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10" name="Google Shape;210;p21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55602" r="29849" t="0"/>
          <a:stretch/>
        </p:blipFill>
        <p:spPr>
          <a:xfrm>
            <a:off x="4027913" y="1403196"/>
            <a:ext cx="686999" cy="464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11" name="Google Shape;211;p21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93696" r="-8243" t="0"/>
          <a:stretch/>
        </p:blipFill>
        <p:spPr>
          <a:xfrm>
            <a:off x="4108513" y="2789574"/>
            <a:ext cx="686999" cy="46473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/>
          <p:nvPr/>
        </p:nvSpPr>
        <p:spPr>
          <a:xfrm>
            <a:off x="2773461" y="1348100"/>
            <a:ext cx="763500" cy="64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2773461" y="2729362"/>
            <a:ext cx="763500" cy="64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3913367" y="1348100"/>
            <a:ext cx="763500" cy="64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3913367" y="2068837"/>
            <a:ext cx="763500" cy="64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913367" y="2752629"/>
            <a:ext cx="763500" cy="646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" name="Google Shape;217;p21"/>
          <p:cNvCxnSpPr>
            <a:stCxn id="212" idx="3"/>
            <a:endCxn id="215" idx="1"/>
          </p:cNvCxnSpPr>
          <p:nvPr/>
        </p:nvCxnSpPr>
        <p:spPr>
          <a:xfrm>
            <a:off x="3536961" y="1671200"/>
            <a:ext cx="376500" cy="7206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1"/>
          <p:cNvCxnSpPr>
            <a:endCxn id="214" idx="1"/>
          </p:cNvCxnSpPr>
          <p:nvPr/>
        </p:nvCxnSpPr>
        <p:spPr>
          <a:xfrm flipH="1" rot="10800000">
            <a:off x="3536867" y="1671200"/>
            <a:ext cx="376500" cy="6822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1"/>
          <p:cNvCxnSpPr>
            <a:endCxn id="216" idx="1"/>
          </p:cNvCxnSpPr>
          <p:nvPr/>
        </p:nvCxnSpPr>
        <p:spPr>
          <a:xfrm>
            <a:off x="3536867" y="3035829"/>
            <a:ext cx="376500" cy="399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" name="Google Shape;220;p21"/>
          <p:cNvSpPr txBox="1"/>
          <p:nvPr/>
        </p:nvSpPr>
        <p:spPr>
          <a:xfrm>
            <a:off x="468000" y="3629450"/>
            <a:ext cx="6634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answers to the following. You can draw bar models if needed.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2250" y="3938253"/>
            <a:ext cx="4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22" name="Google Shape;222;p21"/>
          <p:cNvSpPr txBox="1"/>
          <p:nvPr/>
        </p:nvSpPr>
        <p:spPr>
          <a:xfrm>
            <a:off x="3805897" y="3938253"/>
            <a:ext cx="4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23" name="Google Shape;223;p21"/>
          <p:cNvSpPr txBox="1"/>
          <p:nvPr/>
        </p:nvSpPr>
        <p:spPr>
          <a:xfrm>
            <a:off x="462250" y="4710488"/>
            <a:ext cx="4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24" name="Google Shape;224;p21"/>
          <p:cNvSpPr txBox="1"/>
          <p:nvPr/>
        </p:nvSpPr>
        <p:spPr>
          <a:xfrm>
            <a:off x="3805897" y="4710488"/>
            <a:ext cx="4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25" name="Google Shape;225;p21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4">
            <a:alphaModFix/>
          </a:blip>
          <a:srcRect b="0" l="0" r="85121" t="0"/>
          <a:stretch/>
        </p:blipFill>
        <p:spPr>
          <a:xfrm>
            <a:off x="821820" y="4014453"/>
            <a:ext cx="803676" cy="390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26" name="Google Shape;226;p21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4">
            <a:alphaModFix/>
          </a:blip>
          <a:srcRect b="0" l="27792" r="56221" t="0"/>
          <a:stretch/>
        </p:blipFill>
        <p:spPr>
          <a:xfrm>
            <a:off x="785160" y="4767593"/>
            <a:ext cx="863548" cy="3957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27" name="Google Shape;227;p21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4">
            <a:alphaModFix/>
          </a:blip>
          <a:srcRect b="0" l="53505" r="28494" t="0"/>
          <a:stretch/>
        </p:blipFill>
        <p:spPr>
          <a:xfrm>
            <a:off x="3982273" y="4004750"/>
            <a:ext cx="972313" cy="3904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28" name="Google Shape;228;p21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4">
            <a:alphaModFix/>
          </a:blip>
          <a:srcRect b="0" l="80826" r="5342" t="0"/>
          <a:stretch/>
        </p:blipFill>
        <p:spPr>
          <a:xfrm>
            <a:off x="4187981" y="4772021"/>
            <a:ext cx="747096" cy="391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29" name="Google Shape;229;p21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4">
            <a:alphaModFix/>
          </a:blip>
          <a:srcRect b="0" l="0" r="76522" t="0"/>
          <a:stretch/>
        </p:blipFill>
        <p:spPr>
          <a:xfrm>
            <a:off x="821820" y="4014453"/>
            <a:ext cx="1268189" cy="390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30" name="Google Shape;230;p21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4">
            <a:alphaModFix/>
          </a:blip>
          <a:srcRect b="0" l="27792" r="48729" t="0"/>
          <a:stretch/>
        </p:blipFill>
        <p:spPr>
          <a:xfrm>
            <a:off x="785160" y="4767593"/>
            <a:ext cx="1268189" cy="390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31" name="Google Shape;231;p21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4">
            <a:alphaModFix/>
          </a:blip>
          <a:srcRect b="0" l="53505" r="22369" t="0"/>
          <a:stretch/>
        </p:blipFill>
        <p:spPr>
          <a:xfrm>
            <a:off x="3982273" y="4004750"/>
            <a:ext cx="1303174" cy="3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32" name="Google Shape;232;p21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4">
            <a:alphaModFix/>
          </a:blip>
          <a:srcRect b="0" l="80825" r="-2285" t="0"/>
          <a:stretch/>
        </p:blipFill>
        <p:spPr>
          <a:xfrm>
            <a:off x="4187976" y="4772021"/>
            <a:ext cx="1159173" cy="39059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5596800"/>
            <a:ext cx="66240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has used equivalent fractions to work out his answer but has spilt ink all over his work. Can you identify what his missing numbers were?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68000" y="6355576"/>
            <a:ext cx="43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36" name="Google Shape;236;p21"/>
          <p:cNvSpPr txBox="1"/>
          <p:nvPr/>
        </p:nvSpPr>
        <p:spPr>
          <a:xfrm>
            <a:off x="4046014" y="6355576"/>
            <a:ext cx="43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3}{4}\div2\ =\ \frac{3\times2}{2\times2}\div2\ \\&amp;#13;&amp;#10;\ \ \ \ \ \ \ \ \ \ \ =\ \frac{6}{4}\div2=\frac{3}{4}\\&amp;#13;&amp;#10;\\&amp;#13;&amp;#10;\\&amp;#13;&amp;#10;\ \ \ \ \ \end{array}&quot;&gt;&lt;mtable columnalign=&quot;left&quot; columnspacing=&quot;1em&quot; rowspacing=&quot;4pt&quot;&gt;&lt;mtr&gt;&lt;mtd&gt;&lt;mfrac&gt;&lt;mn&gt;3&lt;/mn&gt;&lt;mn&gt;4&lt;/mn&gt;&lt;/mfrac&gt;&lt;mo&gt;÷&lt;/mo&gt;&lt;mn&gt;2&lt;/mn&gt;&lt;mtext&gt;&lt;/mtext&gt;&lt;mo&gt;=&lt;/mo&gt;&lt;mtext&gt;&lt;/mtext&gt;&lt;mfrac&gt;&lt;mrow&gt;&lt;mn&gt;3&lt;/mn&gt;&lt;mo&gt;×&lt;/mo&gt;&lt;mn&gt;2&lt;/mn&gt;&lt;/mrow&gt;&lt;mrow&gt;&lt;mn&gt;2&lt;/mn&gt;&lt;mo&gt;×&lt;/mo&gt;&lt;mn&gt;2&lt;/mn&gt;&lt;/mrow&gt;&lt;/mfrac&gt;&lt;mo&gt;÷&lt;/mo&gt;&lt;mn&gt;2&lt;/mn&gt;&lt;mtext&gt;&lt;/mtext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frac&gt;&lt;mn&gt;6&lt;/mn&gt;&lt;mn&gt;4&lt;/mn&gt;&lt;/mfrac&gt;&lt;mo&gt;÷&lt;/mo&gt;&lt;mn&gt;2&lt;/mn&gt;&lt;mo&gt;=&lt;/mo&gt;&lt;mfrac&gt;&lt;mn&gt;3&lt;/mn&gt;&lt;mn&gt;4&lt;/mn&gt;&lt;/mfrac&gt;&lt;/mtd&gt;&lt;/mtr&gt;&lt;mtr&gt;&lt;mtd/&gt;&lt;/mtr&gt;&lt;mtr&gt;&lt;mtd/&gt;&lt;/mtr&gt;&lt;mtr&gt;&lt;mtd&gt;&lt;mtext&gt;&lt;/mtext&gt;&lt;mtext&gt;&lt;/mtext&gt;&lt;mtext&gt;&lt;/mtext&gt;&lt;mtext&gt;&lt;/mtext&gt;&lt;mtext&gt;&lt;/mtext&gt;&lt;/mtd&gt;&lt;/mtr&gt;&lt;/mtable&gt;&lt;/math&gt;" id="237" name="Google Shape;237;p21" title="5 lines Line 1: three fourths divided by 2 equals the fraction with numerator 3 times 2 and denominator 2 times 2 divided by 2 Line 2: equals six fourths divided by 2 equals three fourths Line 3: blank Line 4: blank"/>
          <p:cNvPicPr preferRelativeResize="0"/>
          <p:nvPr/>
        </p:nvPicPr>
        <p:blipFill rotWithShape="1">
          <a:blip r:embed="rId5">
            <a:alphaModFix/>
          </a:blip>
          <a:srcRect b="-18933" l="30000" r="20526" t="52616"/>
          <a:stretch/>
        </p:blipFill>
        <p:spPr>
          <a:xfrm>
            <a:off x="1404609" y="6819781"/>
            <a:ext cx="937980" cy="484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4}\div2\ =\ \frac{3\times2}{2\times2}\div2\ \\&amp;#13;&amp;#10;\ \ \ \ \ \ \ \ \ \ \ =\ \frac{6}{4}\div2=\frac{3}{4}\\&amp;#13;&amp;#10;\\&amp;#13;&amp;#10;\\&amp;#13;&amp;#10;\ \ \ \ \ \end{array}&quot;&gt;&lt;mtable columnalign=&quot;left&quot; columnspacing=&quot;1em&quot; rowspacing=&quot;4pt&quot;&gt;&lt;mtr&gt;&lt;mtd&gt;&lt;mfrac&gt;&lt;mn&gt;3&lt;/mn&gt;&lt;mn&gt;4&lt;/mn&gt;&lt;/mfrac&gt;&lt;mo&gt;÷&lt;/mo&gt;&lt;mn&gt;2&lt;/mn&gt;&lt;mtext&gt;&lt;/mtext&gt;&lt;mo&gt;=&lt;/mo&gt;&lt;mtext&gt;&lt;/mtext&gt;&lt;mfrac&gt;&lt;mrow&gt;&lt;mn&gt;3&lt;/mn&gt;&lt;mo&gt;×&lt;/mo&gt;&lt;mn&gt;2&lt;/mn&gt;&lt;/mrow&gt;&lt;mrow&gt;&lt;mn&gt;2&lt;/mn&gt;&lt;mo&gt;×&lt;/mo&gt;&lt;mn&gt;2&lt;/mn&gt;&lt;/mrow&gt;&lt;/mfrac&gt;&lt;mo&gt;÷&lt;/mo&gt;&lt;mn&gt;2&lt;/mn&gt;&lt;mtext&gt;&lt;/mtext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frac&gt;&lt;mn&gt;6&lt;/mn&gt;&lt;mn&gt;4&lt;/mn&gt;&lt;/mfrac&gt;&lt;mo&gt;÷&lt;/mo&gt;&lt;mn&gt;2&lt;/mn&gt;&lt;mo&gt;=&lt;/mo&gt;&lt;mfrac&gt;&lt;mn&gt;3&lt;/mn&gt;&lt;mn&gt;4&lt;/mn&gt;&lt;/mfrac&gt;&lt;/mtd&gt;&lt;/mtr&gt;&lt;mtr&gt;&lt;mtd/&gt;&lt;/mtr&gt;&lt;mtr&gt;&lt;mtd/&gt;&lt;/mtr&gt;&lt;mtr&gt;&lt;mtd&gt;&lt;mtext&gt;&lt;/mtext&gt;&lt;mtext&gt;&lt;/mtext&gt;&lt;mtext&gt;&lt;/mtext&gt;&lt;mtext&gt;&lt;/mtext&gt;&lt;mtext&gt;&lt;/mtext&gt;&lt;/mtd&gt;&lt;/mtr&gt;&lt;/mtable&gt;&lt;/math&gt;" id="238" name="Google Shape;238;p21" title="5 lines Line 1: three fourths divided by 2 equals the fraction with numerator 3 times 2 and denominator 2 times 2 divided by 2 Line 2: equals six fourths divided by 2 equals three fourths Line 3: blank Line 4: blank"/>
          <p:cNvPicPr preferRelativeResize="0"/>
          <p:nvPr/>
        </p:nvPicPr>
        <p:blipFill rotWithShape="1">
          <a:blip r:embed="rId5">
            <a:alphaModFix/>
          </a:blip>
          <a:srcRect b="-18933" l="79867" r="-3024" t="52616"/>
          <a:stretch/>
        </p:blipFill>
        <p:spPr>
          <a:xfrm>
            <a:off x="1497600" y="7283949"/>
            <a:ext cx="439055" cy="4756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4\ =\ \frac{5\times4}{8\times4}\div4\ =\ \frac{20}{32}\div4\ =\ \frac{5}{32}&quot;&gt;&lt;mfrac&gt;&lt;mn&gt;5&lt;/mn&gt;&lt;mn&gt;8&lt;/mn&gt;&lt;/mfrac&gt;&lt;mo&gt;÷&lt;/mo&gt;&lt;mn&gt;4&lt;/mn&gt;&lt;mtext&gt;&lt;/mtext&gt;&lt;mo&gt;=&lt;/mo&gt;&lt;mtext&gt;&lt;/mtext&gt;&lt;mfrac&gt;&lt;mrow&gt;&lt;mn&gt;5&lt;/mn&gt;&lt;mo&gt;×&lt;/mo&gt;&lt;mn&gt;4&lt;/mn&gt;&lt;/mrow&gt;&lt;mrow&gt;&lt;mn&gt;8&lt;/mn&gt;&lt;mo&gt;×&lt;/mo&gt;&lt;mn&gt;4&lt;/mn&gt;&lt;/mrow&gt;&lt;/mfrac&gt;&lt;mo&gt;÷&lt;/mo&gt;&lt;mn&gt;4&lt;/mn&gt;&lt;mtext&gt;&lt;/mtext&gt;&lt;mo&gt;=&lt;/mo&gt;&lt;mtext&gt;&lt;/mtext&gt;&lt;mfrac&gt;&lt;mn&gt;20&lt;/mn&gt;&lt;mn&gt;32&lt;/mn&gt;&lt;/mfrac&gt;&lt;mo&gt;÷&lt;/mo&gt;&lt;mn&gt;4&lt;/mn&gt;&lt;mtext&gt;&lt;/mtext&gt;&lt;mo&gt;=&lt;/mo&gt;&lt;mtext&gt;&lt;/mtext&gt;&lt;mfrac&gt;&lt;mn&gt;5&lt;/mn&gt;&lt;mn&gt;32&lt;/mn&gt;&lt;/mfrac&gt;&lt;/math&gt;" id="239" name="Google Shape;239;p21" title="five eighths divided by 4 equals the fraction with numerator 5 times 4 and denominator 8 times 4 divided by 4 equals 20 over 32 divided by 4 equals 5 over 32"/>
          <p:cNvPicPr preferRelativeResize="0"/>
          <p:nvPr/>
        </p:nvPicPr>
        <p:blipFill rotWithShape="1">
          <a:blip r:embed="rId6">
            <a:alphaModFix/>
          </a:blip>
          <a:srcRect b="0" l="0" r="46941" t="0"/>
          <a:stretch/>
        </p:blipFill>
        <p:spPr>
          <a:xfrm>
            <a:off x="4582148" y="6411736"/>
            <a:ext cx="1430818" cy="365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4\ =\ \frac{5\times4}{8\times4}\div4\ =\ \frac{20}{32}\div4\ =\ \frac{5}{32}&quot;&gt;&lt;mfrac&gt;&lt;mn&gt;5&lt;/mn&gt;&lt;mn&gt;8&lt;/mn&gt;&lt;/mfrac&gt;&lt;mo&gt;÷&lt;/mo&gt;&lt;mn&gt;4&lt;/mn&gt;&lt;mtext&gt;&lt;/mtext&gt;&lt;mo&gt;=&lt;/mo&gt;&lt;mtext&gt;&lt;/mtext&gt;&lt;mfrac&gt;&lt;mrow&gt;&lt;mn&gt;5&lt;/mn&gt;&lt;mo&gt;×&lt;/mo&gt;&lt;mn&gt;4&lt;/mn&gt;&lt;/mrow&gt;&lt;mrow&gt;&lt;mn&gt;8&lt;/mn&gt;&lt;mo&gt;×&lt;/mo&gt;&lt;mn&gt;4&lt;/mn&gt;&lt;/mrow&gt;&lt;/mfrac&gt;&lt;mo&gt;÷&lt;/mo&gt;&lt;mn&gt;4&lt;/mn&gt;&lt;mtext&gt;&lt;/mtext&gt;&lt;mo&gt;=&lt;/mo&gt;&lt;mtext&gt;&lt;/mtext&gt;&lt;mfrac&gt;&lt;mn&gt;20&lt;/mn&gt;&lt;mn&gt;32&lt;/mn&gt;&lt;/mfrac&gt;&lt;mo&gt;÷&lt;/mo&gt;&lt;mn&gt;4&lt;/mn&gt;&lt;mtext&gt;&lt;/mtext&gt;&lt;mo&gt;=&lt;/mo&gt;&lt;mtext&gt;&lt;/mtext&gt;&lt;mfrac&gt;&lt;mn&gt;5&lt;/mn&gt;&lt;mn&gt;32&lt;/mn&gt;&lt;/mfrac&gt;&lt;/math&gt;" id="240" name="Google Shape;240;p21" title="five eighths divided by 4 equals the fraction with numerator 5 times 4 and denominator 8 times 4 divided by 4 equals 20 over 32 divided by 4 equals 5 over 32"/>
          <p:cNvPicPr preferRelativeResize="0"/>
          <p:nvPr/>
        </p:nvPicPr>
        <p:blipFill rotWithShape="1">
          <a:blip r:embed="rId6">
            <a:alphaModFix/>
          </a:blip>
          <a:srcRect b="0" l="53060" r="16784" t="0"/>
          <a:stretch/>
        </p:blipFill>
        <p:spPr>
          <a:xfrm>
            <a:off x="5040000" y="6924042"/>
            <a:ext cx="813172" cy="35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4\ =\ \frac{5\times4}{8\times4}\div4\ =\ \frac{20}{32}\div4\ =\ \frac{5}{32}&quot;&gt;&lt;mfrac&gt;&lt;mn&gt;5&lt;/mn&gt;&lt;mn&gt;8&lt;/mn&gt;&lt;/mfrac&gt;&lt;mo&gt;÷&lt;/mo&gt;&lt;mn&gt;4&lt;/mn&gt;&lt;mtext&gt;&lt;/mtext&gt;&lt;mo&gt;=&lt;/mo&gt;&lt;mtext&gt;&lt;/mtext&gt;&lt;mfrac&gt;&lt;mrow&gt;&lt;mn&gt;5&lt;/mn&gt;&lt;mo&gt;×&lt;/mo&gt;&lt;mn&gt;4&lt;/mn&gt;&lt;/mrow&gt;&lt;mrow&gt;&lt;mn&gt;8&lt;/mn&gt;&lt;mo&gt;×&lt;/mo&gt;&lt;mn&gt;4&lt;/mn&gt;&lt;/mrow&gt;&lt;/mfrac&gt;&lt;mo&gt;÷&lt;/mo&gt;&lt;mn&gt;4&lt;/mn&gt;&lt;mtext&gt;&lt;/mtext&gt;&lt;mo&gt;=&lt;/mo&gt;&lt;mtext&gt;&lt;/mtext&gt;&lt;mfrac&gt;&lt;mn&gt;20&lt;/mn&gt;&lt;mn&gt;32&lt;/mn&gt;&lt;/mfrac&gt;&lt;mo&gt;÷&lt;/mo&gt;&lt;mn&gt;4&lt;/mn&gt;&lt;mtext&gt;&lt;/mtext&gt;&lt;mo&gt;=&lt;/mo&gt;&lt;mtext&gt;&lt;/mtext&gt;&lt;mfrac&gt;&lt;mn&gt;5&lt;/mn&gt;&lt;mn&gt;32&lt;/mn&gt;&lt;/mfrac&gt;&lt;/math&gt;" id="241" name="Google Shape;241;p21" title="five eighths divided by 4 equals the fraction with numerator 5 times 4 and denominator 8 times 4 divided by 4 equals 20 over 32 divided by 4 equals 5 over 32"/>
          <p:cNvPicPr preferRelativeResize="0"/>
          <p:nvPr/>
        </p:nvPicPr>
        <p:blipFill rotWithShape="1">
          <a:blip r:embed="rId6">
            <a:alphaModFix/>
          </a:blip>
          <a:srcRect b="0" l="81961" r="-12116" t="0"/>
          <a:stretch/>
        </p:blipFill>
        <p:spPr>
          <a:xfrm>
            <a:off x="5029200" y="7360130"/>
            <a:ext cx="813172" cy="35355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468000" y="7858950"/>
            <a:ext cx="662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Work out the answers to the following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iving your answer in its simplest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68000" y="8238177"/>
            <a:ext cx="43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44" name="Google Shape;244;p21"/>
          <p:cNvSpPr txBox="1"/>
          <p:nvPr/>
        </p:nvSpPr>
        <p:spPr>
          <a:xfrm>
            <a:off x="468000" y="8775245"/>
            <a:ext cx="43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45" name="Google Shape;245;p21"/>
          <p:cNvSpPr txBox="1"/>
          <p:nvPr/>
        </p:nvSpPr>
        <p:spPr>
          <a:xfrm>
            <a:off x="468000" y="9388312"/>
            <a:ext cx="43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5}{9}\div4\ =\ \frac{5\times4}{9\times4}\div4\ =\ \frac{20}{36}\div4\ =\ \frac{5}{36}&quot;&gt;&lt;mfrac&gt;&lt;mn&gt;5&lt;/mn&gt;&lt;mn&gt;9&lt;/mn&gt;&lt;/mfrac&gt;&lt;mo&gt;÷&lt;/mo&gt;&lt;mn&gt;4&lt;/mn&gt;&lt;mtext&gt;&lt;/mtext&gt;&lt;mo&gt;=&lt;/mo&gt;&lt;mtext&gt;&lt;/mtext&gt;&lt;mfrac&gt;&lt;mrow&gt;&lt;mn&gt;5&lt;/mn&gt;&lt;mo&gt;×&lt;/mo&gt;&lt;mn&gt;4&lt;/mn&gt;&lt;/mrow&gt;&lt;mrow&gt;&lt;mn&gt;9&lt;/mn&gt;&lt;mo&gt;×&lt;/mo&gt;&lt;mn&gt;4&lt;/mn&gt;&lt;/mrow&gt;&lt;/mfrac&gt;&lt;mo&gt;÷&lt;/mo&gt;&lt;mn&gt;4&lt;/mn&gt;&lt;mtext&gt;&lt;/mtext&gt;&lt;mo&gt;=&lt;/mo&gt;&lt;mtext&gt;&lt;/mtext&gt;&lt;mfrac&gt;&lt;mn&gt;20&lt;/mn&gt;&lt;mn&gt;36&lt;/mn&gt;&lt;/mfrac&gt;&lt;mo&gt;÷&lt;/mo&gt;&lt;mn&gt;4&lt;/mn&gt;&lt;mtext&gt;&lt;/mtext&gt;&lt;mo&gt;=&lt;/mo&gt;&lt;mtext&gt;&lt;/mtext&gt;&lt;mfrac&gt;&lt;mn&gt;5&lt;/mn&gt;&lt;mn&gt;36&lt;/mn&gt;&lt;/mfrac&gt;&lt;/math&gt;" id="246" name="Google Shape;246;p21" title="five ninths divided by 4 equals the fraction with numerator 5 times 4 and denominator 9 times 4 divided by 4 equals 20 over 36 divided by 4 equals 5 over 36"/>
          <p:cNvPicPr preferRelativeResize="0"/>
          <p:nvPr/>
        </p:nvPicPr>
        <p:blipFill rotWithShape="1">
          <a:blip r:embed="rId7">
            <a:alphaModFix/>
          </a:blip>
          <a:srcRect b="0" l="0" r="76894" t="0"/>
          <a:stretch/>
        </p:blipFill>
        <p:spPr>
          <a:xfrm>
            <a:off x="941125" y="8203507"/>
            <a:ext cx="680821" cy="398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1}\div5\ =\ \frac{6\times5}{11\times5}\div5\ =\ \frac{30}{55}\div5\ =\ \frac{6}{55}&quot;&gt;&lt;mfrac&gt;&lt;mn&gt;6&lt;/mn&gt;&lt;mn&gt;11&lt;/mn&gt;&lt;/mfrac&gt;&lt;mo&gt;÷&lt;/mo&gt;&lt;mn&gt;5&lt;/mn&gt;&lt;mtext&gt;&lt;/mtext&gt;&lt;mo&gt;=&lt;/mo&gt;&lt;mtext&gt;&lt;/mtext&gt;&lt;mfrac&gt;&lt;mrow&gt;&lt;mn&gt;6&lt;/mn&gt;&lt;mo&gt;×&lt;/mo&gt;&lt;mn&gt;5&lt;/mn&gt;&lt;/mrow&gt;&lt;mrow&gt;&lt;mn&gt;11&lt;/mn&gt;&lt;mo&gt;×&lt;/mo&gt;&lt;mn&gt;5&lt;/mn&gt;&lt;/mrow&gt;&lt;/mfrac&gt;&lt;mo&gt;÷&lt;/mo&gt;&lt;mn&gt;5&lt;/mn&gt;&lt;mtext&gt;&lt;/mtext&gt;&lt;mo&gt;=&lt;/mo&gt;&lt;mtext&gt;&lt;/mtext&gt;&lt;mfrac&gt;&lt;mn&gt;30&lt;/mn&gt;&lt;mn&gt;55&lt;/mn&gt;&lt;/mfrac&gt;&lt;mo&gt;÷&lt;/mo&gt;&lt;mn&gt;5&lt;/mn&gt;&lt;mtext&gt;&lt;/mtext&gt;&lt;mo&gt;=&lt;/mo&gt;&lt;mtext&gt;&lt;/mtext&gt;&lt;mfrac&gt;&lt;mn&gt;6&lt;/mn&gt;&lt;mn&gt;55&lt;/mn&gt;&lt;/mfrac&gt;&lt;/math&gt;" id="247" name="Google Shape;247;p21" title="6 over 11 divided by 5 equals the fraction with numerator 6 times 5 and denominator 11 times 5 divided by 5 equals 30 over 55 divided by 5 equals 6 over 55"/>
          <p:cNvPicPr preferRelativeResize="0"/>
          <p:nvPr/>
        </p:nvPicPr>
        <p:blipFill rotWithShape="1">
          <a:blip r:embed="rId8">
            <a:alphaModFix/>
          </a:blip>
          <a:srcRect b="0" l="0" r="74291" t="0"/>
          <a:stretch/>
        </p:blipFill>
        <p:spPr>
          <a:xfrm>
            <a:off x="858780" y="8789869"/>
            <a:ext cx="807500" cy="398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3}\div4\ =\ \frac{10\times2}{13\times2}\div4\ =\ \frac{20}{26}\div4\ =\ \frac{5}{26}&quot;&gt;&lt;mfrac&gt;&lt;mn&gt;10&lt;/mn&gt;&lt;mn&gt;13&lt;/mn&gt;&lt;/mfrac&gt;&lt;mo&gt;÷&lt;/mo&gt;&lt;mn&gt;4&lt;/mn&gt;&lt;mtext&gt;&lt;/mtext&gt;&lt;mo&gt;=&lt;/mo&gt;&lt;mtext&gt;&lt;/mtext&gt;&lt;mfrac&gt;&lt;mrow&gt;&lt;mn&gt;10&lt;/mn&gt;&lt;mo&gt;×&lt;/mo&gt;&lt;mn&gt;2&lt;/mn&gt;&lt;/mrow&gt;&lt;mrow&gt;&lt;mn&gt;13&lt;/mn&gt;&lt;mo&gt;×&lt;/mo&gt;&lt;mn&gt;2&lt;/mn&gt;&lt;/mrow&gt;&lt;/mfrac&gt;&lt;mo&gt;÷&lt;/mo&gt;&lt;mn&gt;4&lt;/mn&gt;&lt;mtext&gt;&lt;/mtext&gt;&lt;mo&gt;=&lt;/mo&gt;&lt;mtext&gt;&lt;/mtext&gt;&lt;mfrac&gt;&lt;mn&gt;20&lt;/mn&gt;&lt;mn&gt;26&lt;/mn&gt;&lt;/mfrac&gt;&lt;mo&gt;÷&lt;/mo&gt;&lt;mn&gt;4&lt;/mn&gt;&lt;mtext&gt;&lt;/mtext&gt;&lt;mo&gt;=&lt;/mo&gt;&lt;mtext&gt;&lt;/mtext&gt;&lt;mfrac&gt;&lt;mn&gt;5&lt;/mn&gt;&lt;mn&gt;26&lt;/mn&gt;&lt;/mfrac&gt;&lt;/math&gt;" id="248" name="Google Shape;248;p21" title="10 over 13 divided by 4 equals the fraction with numerator 10 times 2 and denominator 13 times 2 divided by 4 equals 20 over 26 divided by 4 equals 5 over 26"/>
          <p:cNvPicPr preferRelativeResize="0"/>
          <p:nvPr/>
        </p:nvPicPr>
        <p:blipFill rotWithShape="1">
          <a:blip r:embed="rId9">
            <a:alphaModFix/>
          </a:blip>
          <a:srcRect b="0" l="0" r="75024" t="0"/>
          <a:stretch/>
        </p:blipFill>
        <p:spPr>
          <a:xfrm>
            <a:off x="858742" y="9376231"/>
            <a:ext cx="784508" cy="398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9}\div4\ =\ \frac{5\times4}{9\times4}\div4\ =\ \frac{20}{36}\div4\ =\ \frac{5}{36}&quot;&gt;&lt;mfrac&gt;&lt;mn&gt;5&lt;/mn&gt;&lt;mn&gt;9&lt;/mn&gt;&lt;/mfrac&gt;&lt;mo&gt;÷&lt;/mo&gt;&lt;mn&gt;4&lt;/mn&gt;&lt;mtext&gt;&lt;/mtext&gt;&lt;mo&gt;=&lt;/mo&gt;&lt;mtext&gt;&lt;/mtext&gt;&lt;mfrac&gt;&lt;mrow&gt;&lt;mn&gt;5&lt;/mn&gt;&lt;mo&gt;×&lt;/mo&gt;&lt;mn&gt;4&lt;/mn&gt;&lt;/mrow&gt;&lt;mrow&gt;&lt;mn&gt;9&lt;/mn&gt;&lt;mo&gt;×&lt;/mo&gt;&lt;mn&gt;4&lt;/mn&gt;&lt;/mrow&gt;&lt;/mfrac&gt;&lt;mo&gt;÷&lt;/mo&gt;&lt;mn&gt;4&lt;/mn&gt;&lt;mtext&gt;&lt;/mtext&gt;&lt;mo&gt;=&lt;/mo&gt;&lt;mtext&gt;&lt;/mtext&gt;&lt;mfrac&gt;&lt;mn&gt;20&lt;/mn&gt;&lt;mn&gt;36&lt;/mn&gt;&lt;/mfrac&gt;&lt;mo&gt;÷&lt;/mo&gt;&lt;mn&gt;4&lt;/mn&gt;&lt;mtext&gt;&lt;/mtext&gt;&lt;mo&gt;=&lt;/mo&gt;&lt;mtext&gt;&lt;/mtext&gt;&lt;mfrac&gt;&lt;mn&gt;5&lt;/mn&gt;&lt;mn&gt;36&lt;/mn&gt;&lt;/mfrac&gt;&lt;/math&gt;" id="249" name="Google Shape;249;p21" title="five ninths divided by 4 equals the fraction with numerator 5 times 4 and denominator 9 times 4 divided by 4 equals 20 over 36 divided by 4 equals 5 over 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1125" y="8203500"/>
            <a:ext cx="2946579" cy="398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1}\div5\ =\ \frac{6\times5}{11\times5}\div5\ =\ \frac{30}{55}\div5\ =\ \frac{6}{55}&quot;&gt;&lt;mfrac&gt;&lt;mn&gt;6&lt;/mn&gt;&lt;mn&gt;11&lt;/mn&gt;&lt;/mfrac&gt;&lt;mo&gt;÷&lt;/mo&gt;&lt;mn&gt;5&lt;/mn&gt;&lt;mtext&gt;&lt;/mtext&gt;&lt;mo&gt;=&lt;/mo&gt;&lt;mtext&gt;&lt;/mtext&gt;&lt;mfrac&gt;&lt;mrow&gt;&lt;mn&gt;6&lt;/mn&gt;&lt;mo&gt;×&lt;/mo&gt;&lt;mn&gt;5&lt;/mn&gt;&lt;/mrow&gt;&lt;mrow&gt;&lt;mn&gt;11&lt;/mn&gt;&lt;mo&gt;×&lt;/mo&gt;&lt;mn&gt;5&lt;/mn&gt;&lt;/mrow&gt;&lt;/mfrac&gt;&lt;mo&gt;÷&lt;/mo&gt;&lt;mn&gt;5&lt;/mn&gt;&lt;mtext&gt;&lt;/mtext&gt;&lt;mo&gt;=&lt;/mo&gt;&lt;mtext&gt;&lt;/mtext&gt;&lt;mfrac&gt;&lt;mn&gt;30&lt;/mn&gt;&lt;mn&gt;55&lt;/mn&gt;&lt;/mfrac&gt;&lt;mo&gt;÷&lt;/mo&gt;&lt;mn&gt;5&lt;/mn&gt;&lt;mtext&gt;&lt;/mtext&gt;&lt;mo&gt;=&lt;/mo&gt;&lt;mtext&gt;&lt;/mtext&gt;&lt;mfrac&gt;&lt;mn&gt;6&lt;/mn&gt;&lt;mn&gt;55&lt;/mn&gt;&lt;/mfrac&gt;&lt;/math&gt;" id="250" name="Google Shape;250;p21" title="6 over 11 divided by 5 equals the fraction with numerator 6 times 5 and denominator 11 times 5 divided by 5 equals 30 over 55 divided by 5 equals 6 over 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8780" y="8789860"/>
            <a:ext cx="3141016" cy="397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3}\div4\ =\ \frac{10\times2}{13\times2}\div4\ =\ \frac{20}{26}\div4\ =\ \frac{5}{26}&quot;&gt;&lt;mfrac&gt;&lt;mn&gt;10&lt;/mn&gt;&lt;mn&gt;13&lt;/mn&gt;&lt;/mfrac&gt;&lt;mo&gt;÷&lt;/mo&gt;&lt;mn&gt;4&lt;/mn&gt;&lt;mtext&gt;&lt;/mtext&gt;&lt;mo&gt;=&lt;/mo&gt;&lt;mtext&gt;&lt;/mtext&gt;&lt;mfrac&gt;&lt;mrow&gt;&lt;mn&gt;10&lt;/mn&gt;&lt;mo&gt;×&lt;/mo&gt;&lt;mn&gt;2&lt;/mn&gt;&lt;/mrow&gt;&lt;mrow&gt;&lt;mn&gt;13&lt;/mn&gt;&lt;mo&gt;×&lt;/mo&gt;&lt;mn&gt;2&lt;/mn&gt;&lt;/mrow&gt;&lt;/mfrac&gt;&lt;mo&gt;÷&lt;/mo&gt;&lt;mn&gt;4&lt;/mn&gt;&lt;mtext&gt;&lt;/mtext&gt;&lt;mo&gt;=&lt;/mo&gt;&lt;mtext&gt;&lt;/mtext&gt;&lt;mfrac&gt;&lt;mn&gt;20&lt;/mn&gt;&lt;mn&gt;26&lt;/mn&gt;&lt;/mfrac&gt;&lt;mo&gt;÷&lt;/mo&gt;&lt;mn&gt;4&lt;/mn&gt;&lt;mtext&gt;&lt;/mtext&gt;&lt;mo&gt;=&lt;/mo&gt;&lt;mtext&gt;&lt;/mtext&gt;&lt;mfrac&gt;&lt;mn&gt;5&lt;/mn&gt;&lt;mn&gt;26&lt;/mn&gt;&lt;/mfrac&gt;&lt;/math&gt;" id="251" name="Google Shape;251;p21" title="10 over 13 divided by 4 equals the fraction with numerator 10 times 2 and denominator 13 times 2 divided by 4 equals 20 over 26 divided by 4 equals 5 over 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8742" y="9376231"/>
            <a:ext cx="3141081" cy="39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pic>
        <p:nvPicPr>
          <p:cNvPr descr="5 lines Line 1: three halves divided by 2 equals the fraction with numerator 3 times 2 and denominator 2 times 2 divided by 2 Line 2: equals six fourths divided by 2 equals three fourths Line 3: blank Line 4: blank&#10;&#10;&lt;math xmlns=&quot;http://www.w3.org/1998/Math/MathML&quot; display=&quot;block&quot; data-is-equatio=&quot;1&quot; data-latex=&quot;\begin{array}{l}\frac{3}{2}\div2\ =\ \frac{3\times2}{2\times2}\div2\ \\&amp;#13;&amp;#10;\ \ \ \ \ \ \ \ \ \ \ =\ \frac{6}{4}\div2=\frac{3}{4}\\&amp;#13;&amp;#10;\\&amp;#13;&amp;#10;\\&amp;#13;&amp;#10;\ \ \ \ \ \end{array}&quot;&gt;&lt;mtable columnalign=&quot;left&quot; columnspacing=&quot;1em&quot; rowspacing=&quot;4pt&quot;&gt;&lt;mtr&gt;&lt;mtd&gt;&lt;mfrac&gt;&lt;mn&gt;3&lt;/mn&gt;&lt;mn&gt;2&lt;/mn&gt;&lt;/mfrac&gt;&lt;mo&gt;÷&lt;/mo&gt;&lt;mn&gt;2&lt;/mn&gt;&lt;mtext&gt;&lt;/mtext&gt;&lt;mo&gt;=&lt;/mo&gt;&lt;mtext&gt;&lt;/mtext&gt;&lt;mfrac&gt;&lt;mrow&gt;&lt;mn&gt;3&lt;/mn&gt;&lt;mo&gt;×&lt;/mo&gt;&lt;mn&gt;2&lt;/mn&gt;&lt;/mrow&gt;&lt;mrow&gt;&lt;mn&gt;2&lt;/mn&gt;&lt;mo&gt;×&lt;/mo&gt;&lt;mn&gt;2&lt;/mn&gt;&lt;/mrow&gt;&lt;/mfrac&gt;&lt;mo&gt;÷&lt;/mo&gt;&lt;mn&gt;2&lt;/mn&gt;&lt;mtext&gt;&lt;/mtext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frac&gt;&lt;mn&gt;6&lt;/mn&gt;&lt;mn&gt;4&lt;/mn&gt;&lt;/mfrac&gt;&lt;mo&gt;÷&lt;/mo&gt;&lt;mn&gt;2&lt;/mn&gt;&lt;mo&gt;=&lt;/mo&gt;&lt;mfrac&gt;&lt;mn&gt;3&lt;/mn&gt;&lt;mn&gt;4&lt;/mn&gt;&lt;/mfrac&gt;&lt;/mtd&gt;&lt;/mtr&gt;&lt;mtr&gt;&lt;mtd/&gt;&lt;/mtr&gt;&lt;mtr&gt;&lt;mtd/&gt;&lt;/mtr&gt;&lt;mtr&gt;&lt;mtd&gt;&lt;mtext&gt;&lt;/mtext&gt;&lt;mtext&gt;&lt;/mtext&gt;&lt;mtext&gt;&lt;/mtext&gt;&lt;mtext&gt;&lt;/mtext&gt;&lt;mtext&gt;&lt;/mtext&gt;&lt;/mtd&gt;&lt;/mtr&gt;&lt;/mtable&gt;&lt;/math&gt;" id="253" name="Google Shape;253;p21"/>
          <p:cNvPicPr preferRelativeResize="0"/>
          <p:nvPr/>
        </p:nvPicPr>
        <p:blipFill rotWithShape="1">
          <a:blip r:embed="rId10">
            <a:alphaModFix/>
          </a:blip>
          <a:srcRect b="49718" l="0" r="0" t="0"/>
          <a:stretch/>
        </p:blipFill>
        <p:spPr>
          <a:xfrm>
            <a:off x="868450" y="6395625"/>
            <a:ext cx="1908166" cy="3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