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a3dac4b877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a3dac4b8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0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6354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dividing a fraction by a whole number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5225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Contexts for dividing fractions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19425"/>
            <a:ext cx="66105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pizza is split into 12 equal pieces. A teacher takes 2 pieces and the remaining is given equally between 2 students. What fraction of the whole pizza does each student receive?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839900"/>
            <a:ext cx="661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There are 14 crayons in a box. Two are lost and the rest are shared equally between a table of 4 students. What fraction of the full crayon box does each student receive?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3973850"/>
            <a:ext cx="66105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chocolate bar has 24 equal pieces. The teacher eats 6 pieces and shares the rest between 3 students. The teacher says, everyone has had the same fraction of the chocolate bar. Is the teacher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8000" y="5308150"/>
            <a:ext cx="66105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pizza is cut into 4 equal pieces. There are 6 people who need to share the pizza equally.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should the pizza be cut so everyone receives an equal piece? What fraction does each person receive?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457207" y="6912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0"/>
          <p:cNvSpPr/>
          <p:nvPr/>
        </p:nvSpPr>
        <p:spPr>
          <a:xfrm>
            <a:off x="2773461" y="8439524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744880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questions and answers.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57200" y="7068197"/>
            <a:ext cx="6634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Dividing any fraction by a whole number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172" name="Google Shape;172;p20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0" r="85452" t="0"/>
          <a:stretch/>
        </p:blipFill>
        <p:spPr>
          <a:xfrm>
            <a:off x="2811674" y="7870192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173" name="Google Shape;173;p20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36314" r="49138" t="0"/>
          <a:stretch/>
        </p:blipFill>
        <p:spPr>
          <a:xfrm>
            <a:off x="2811674" y="8530283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174" name="Google Shape;174;p20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73231" r="12221" t="0"/>
          <a:stretch/>
        </p:blipFill>
        <p:spPr>
          <a:xfrm>
            <a:off x="2811674" y="9190374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175" name="Google Shape;175;p20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19073" r="66379" t="0"/>
          <a:stretch/>
        </p:blipFill>
        <p:spPr>
          <a:xfrm>
            <a:off x="4027913" y="8526616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176" name="Google Shape;176;p20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55602" r="29849" t="0"/>
          <a:stretch/>
        </p:blipFill>
        <p:spPr>
          <a:xfrm>
            <a:off x="4027913" y="7803996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177" name="Google Shape;177;p20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93696" r="-8243" t="0"/>
          <a:stretch/>
        </p:blipFill>
        <p:spPr>
          <a:xfrm>
            <a:off x="4108513" y="9190374"/>
            <a:ext cx="686999" cy="46473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2773461" y="7748900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773461" y="9130162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913367" y="7748900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913367" y="8469637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913367" y="9153429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dividing a fraction by a whole number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657650"/>
            <a:ext cx="6634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answers to the following. You can draw bar models if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needed.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62250" y="1042653"/>
            <a:ext cx="4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90" name="Google Shape;190;p21"/>
          <p:cNvSpPr txBox="1"/>
          <p:nvPr/>
        </p:nvSpPr>
        <p:spPr>
          <a:xfrm>
            <a:off x="3805897" y="1042653"/>
            <a:ext cx="4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91" name="Google Shape;191;p21"/>
          <p:cNvSpPr txBox="1"/>
          <p:nvPr/>
        </p:nvSpPr>
        <p:spPr>
          <a:xfrm>
            <a:off x="462250" y="2500688"/>
            <a:ext cx="4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192" name="Google Shape;192;p21"/>
          <p:cNvSpPr txBox="1"/>
          <p:nvPr/>
        </p:nvSpPr>
        <p:spPr>
          <a:xfrm>
            <a:off x="3805897" y="2500688"/>
            <a:ext cx="4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193" name="Google Shape;193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0" r="85121" t="0"/>
          <a:stretch/>
        </p:blipFill>
        <p:spPr>
          <a:xfrm>
            <a:off x="821820" y="1042653"/>
            <a:ext cx="1148112" cy="556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194" name="Google Shape;194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27792" r="56221" t="0"/>
          <a:stretch/>
        </p:blipFill>
        <p:spPr>
          <a:xfrm>
            <a:off x="785160" y="2405393"/>
            <a:ext cx="1233637" cy="556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195" name="Google Shape;195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53505" r="28494" t="0"/>
          <a:stretch/>
        </p:blipFill>
        <p:spPr>
          <a:xfrm>
            <a:off x="3982273" y="1032950"/>
            <a:ext cx="1389015" cy="556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196" name="Google Shape;196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80826" r="5342" t="0"/>
          <a:stretch/>
        </p:blipFill>
        <p:spPr>
          <a:xfrm>
            <a:off x="4187981" y="2409821"/>
            <a:ext cx="1067278" cy="55645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3920400"/>
            <a:ext cx="66240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has used equivalent fractions to work out his answer but has spilt ink all over his work. Can you identify what his missing numbers were?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4679176"/>
            <a:ext cx="43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00" name="Google Shape;200;p21"/>
          <p:cNvSpPr txBox="1"/>
          <p:nvPr/>
        </p:nvSpPr>
        <p:spPr>
          <a:xfrm>
            <a:off x="4046014" y="4679176"/>
            <a:ext cx="43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3}{4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4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01" name="Google Shape;201;p21" title="5 lines Line 1: three fourths divided by 2 equals the fraction with numerator 3 times 2 and denominator 2 times 2 divided by 2 Line 2: equals six fourths divided by 2 equals three fourths Line 3: blank Line 4: blank"/>
          <p:cNvPicPr preferRelativeResize="0"/>
          <p:nvPr/>
        </p:nvPicPr>
        <p:blipFill rotWithShape="1">
          <a:blip r:embed="rId4">
            <a:alphaModFix/>
          </a:blip>
          <a:srcRect b="-18933" l="30000" r="20526" t="52616"/>
          <a:stretch/>
        </p:blipFill>
        <p:spPr>
          <a:xfrm>
            <a:off x="1633209" y="5371981"/>
            <a:ext cx="1339973" cy="691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4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02" name="Google Shape;202;p21" title="5 lines Line 1: three fourths divided by 2 equals the fraction with numerator 3 times 2 and denominator 2 times 2 divided by 2 Line 2: equals six fourths divided by 2 equals three fourths Line 3: blank Line 4: blank"/>
          <p:cNvPicPr preferRelativeResize="0"/>
          <p:nvPr/>
        </p:nvPicPr>
        <p:blipFill rotWithShape="1">
          <a:blip r:embed="rId4">
            <a:alphaModFix/>
          </a:blip>
          <a:srcRect b="-18933" l="79867" r="-3024" t="52616"/>
          <a:stretch/>
        </p:blipFill>
        <p:spPr>
          <a:xfrm>
            <a:off x="1758811" y="6064749"/>
            <a:ext cx="627221" cy="691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03" name="Google Shape;203;p2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5">
            <a:alphaModFix/>
          </a:blip>
          <a:srcRect b="0" l="0" r="46941" t="0"/>
          <a:stretch/>
        </p:blipFill>
        <p:spPr>
          <a:xfrm>
            <a:off x="4582148" y="4735336"/>
            <a:ext cx="2044026" cy="521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04" name="Google Shape;204;p2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5">
            <a:alphaModFix/>
          </a:blip>
          <a:srcRect b="0" l="53060" r="16784" t="0"/>
          <a:stretch/>
        </p:blipFill>
        <p:spPr>
          <a:xfrm>
            <a:off x="5226405" y="5400042"/>
            <a:ext cx="1161673" cy="521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05" name="Google Shape;205;p2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5">
            <a:alphaModFix/>
          </a:blip>
          <a:srcRect b="0" l="81961" r="-12116" t="0"/>
          <a:stretch/>
        </p:blipFill>
        <p:spPr>
          <a:xfrm>
            <a:off x="5190776" y="6064730"/>
            <a:ext cx="1161673" cy="521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2421" y="4448400"/>
            <a:ext cx="627221" cy="50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163690">
            <a:off x="1973860" y="5458427"/>
            <a:ext cx="484506" cy="459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26944">
            <a:off x="5475770" y="4651390"/>
            <a:ext cx="748489" cy="68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26944">
            <a:off x="5433005" y="5945184"/>
            <a:ext cx="748489" cy="68912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68000" y="7249350"/>
            <a:ext cx="66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Work out the answers to the following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iving your answer in its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7628577"/>
            <a:ext cx="43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8394245"/>
            <a:ext cx="43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9235912"/>
            <a:ext cx="43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5}{9}\div4\ =\ \frac{5\times4}{9\times4}\div4\ =\ \frac{20}{36}\div4\ =\ \frac{5}{36}&quot;&gt;&lt;mfrac&gt;&lt;mn&gt;5&lt;/mn&gt;&lt;mn&gt;9&lt;/mn&gt;&lt;/mfrac&gt;&lt;mo&gt;÷&lt;/mo&gt;&lt;mn&gt;4&lt;/mn&gt;&lt;mtext&gt;&lt;/mtext&gt;&lt;mo&gt;=&lt;/mo&gt;&lt;mtext&gt;&lt;/mtext&gt;&lt;mfrac&gt;&lt;mrow&gt;&lt;mn&gt;5&lt;/mn&gt;&lt;mo&gt;×&lt;/mo&gt;&lt;mn&gt;4&lt;/mn&gt;&lt;/mrow&gt;&lt;mrow&gt;&lt;mn&gt;9&lt;/mn&gt;&lt;mo&gt;×&lt;/mo&gt;&lt;mn&gt;4&lt;/mn&gt;&lt;/mrow&gt;&lt;/mfrac&gt;&lt;mo&gt;÷&lt;/mo&gt;&lt;mn&gt;4&lt;/mn&gt;&lt;mtext&gt;&lt;/mtext&gt;&lt;mo&gt;=&lt;/mo&gt;&lt;mtext&gt;&lt;/mtext&gt;&lt;mfrac&gt;&lt;mn&gt;20&lt;/mn&gt;&lt;mn&gt;36&lt;/mn&gt;&lt;/mfrac&gt;&lt;mo&gt;÷&lt;/mo&gt;&lt;mn&gt;4&lt;/mn&gt;&lt;mtext&gt;&lt;/mtext&gt;&lt;mo&gt;=&lt;/mo&gt;&lt;mtext&gt;&lt;/mtext&gt;&lt;mfrac&gt;&lt;mn&gt;5&lt;/mn&gt;&lt;mn&gt;36&lt;/mn&gt;&lt;/mfrac&gt;&lt;/math&gt;" id="214" name="Google Shape;214;p21" title="five ninths divided by 4 equals the fraction with numerator 5 times 4 and denominator 9 times 4 divided by 4 equals 20 over 36 divided by 4 equals 5 over 36"/>
          <p:cNvPicPr preferRelativeResize="0"/>
          <p:nvPr/>
        </p:nvPicPr>
        <p:blipFill rotWithShape="1">
          <a:blip r:embed="rId7">
            <a:alphaModFix/>
          </a:blip>
          <a:srcRect b="0" l="0" r="76894" t="0"/>
          <a:stretch/>
        </p:blipFill>
        <p:spPr>
          <a:xfrm>
            <a:off x="941125" y="7593907"/>
            <a:ext cx="972602" cy="569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div5\ =\ \frac{6\times5}{11\times5}\div5\ =\ \frac{30}{55}\div5\ =\ \frac{6}{55}&quot;&gt;&lt;mfrac&gt;&lt;mn&gt;6&lt;/mn&gt;&lt;mn&gt;11&lt;/mn&gt;&lt;/mfrac&gt;&lt;mo&gt;÷&lt;/mo&gt;&lt;mn&gt;5&lt;/mn&gt;&lt;mtext&gt;&lt;/mtext&gt;&lt;mo&gt;=&lt;/mo&gt;&lt;mtext&gt;&lt;/mtext&gt;&lt;mfrac&gt;&lt;mrow&gt;&lt;mn&gt;6&lt;/mn&gt;&lt;mo&gt;×&lt;/mo&gt;&lt;mn&gt;5&lt;/mn&gt;&lt;/mrow&gt;&lt;mrow&gt;&lt;mn&gt;11&lt;/mn&gt;&lt;mo&gt;×&lt;/mo&gt;&lt;mn&gt;5&lt;/mn&gt;&lt;/mrow&gt;&lt;/mfrac&gt;&lt;mo&gt;÷&lt;/mo&gt;&lt;mn&gt;5&lt;/mn&gt;&lt;mtext&gt;&lt;/mtext&gt;&lt;mo&gt;=&lt;/mo&gt;&lt;mtext&gt;&lt;/mtext&gt;&lt;mfrac&gt;&lt;mn&gt;30&lt;/mn&gt;&lt;mn&gt;55&lt;/mn&gt;&lt;/mfrac&gt;&lt;mo&gt;÷&lt;/mo&gt;&lt;mn&gt;5&lt;/mn&gt;&lt;mtext&gt;&lt;/mtext&gt;&lt;mo&gt;=&lt;/mo&gt;&lt;mtext&gt;&lt;/mtext&gt;&lt;mfrac&gt;&lt;mn&gt;6&lt;/mn&gt;&lt;mn&gt;55&lt;/mn&gt;&lt;/mfrac&gt;&lt;/math&gt;" id="215" name="Google Shape;215;p21" title="6 over 11 divided by 5 equals the fraction with numerator 6 times 5 and denominator 11 times 5 divided by 5 equals 30 over 55 divided by 5 equals 6 over 55"/>
          <p:cNvPicPr preferRelativeResize="0"/>
          <p:nvPr/>
        </p:nvPicPr>
        <p:blipFill rotWithShape="1">
          <a:blip r:embed="rId8">
            <a:alphaModFix/>
          </a:blip>
          <a:srcRect b="0" l="0" r="74291" t="0"/>
          <a:stretch/>
        </p:blipFill>
        <p:spPr>
          <a:xfrm>
            <a:off x="858780" y="8408869"/>
            <a:ext cx="1153573" cy="569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div4\ =\ \frac{10\times2}{13\times2}\div4\ =\ \frac{20}{26}\div4\ =\ \frac{5}{26}&quot;&gt;&lt;mfrac&gt;&lt;mn&gt;10&lt;/mn&gt;&lt;mn&gt;13&lt;/mn&gt;&lt;/mfrac&gt;&lt;mo&gt;÷&lt;/mo&gt;&lt;mn&gt;4&lt;/mn&gt;&lt;mtext&gt;&lt;/mtext&gt;&lt;mo&gt;=&lt;/mo&gt;&lt;mtext&gt;&lt;/mtext&gt;&lt;mfrac&gt;&lt;mrow&gt;&lt;mn&gt;10&lt;/mn&gt;&lt;mo&gt;×&lt;/mo&gt;&lt;mn&gt;2&lt;/mn&gt;&lt;/mrow&gt;&lt;mrow&gt;&lt;mn&gt;13&lt;/mn&gt;&lt;mo&gt;×&lt;/mo&gt;&lt;mn&gt;2&lt;/mn&gt;&lt;/mrow&gt;&lt;/mfrac&gt;&lt;mo&gt;÷&lt;/mo&gt;&lt;mn&gt;4&lt;/mn&gt;&lt;mtext&gt;&lt;/mtext&gt;&lt;mo&gt;=&lt;/mo&gt;&lt;mtext&gt;&lt;/mtext&gt;&lt;mfrac&gt;&lt;mn&gt;20&lt;/mn&gt;&lt;mn&gt;26&lt;/mn&gt;&lt;/mfrac&gt;&lt;mo&gt;÷&lt;/mo&gt;&lt;mn&gt;4&lt;/mn&gt;&lt;mtext&gt;&lt;/mtext&gt;&lt;mo&gt;=&lt;/mo&gt;&lt;mtext&gt;&lt;/mtext&gt;&lt;mfrac&gt;&lt;mn&gt;5&lt;/mn&gt;&lt;mn&gt;26&lt;/mn&gt;&lt;/mfrac&gt;&lt;/math&gt;" id="216" name="Google Shape;216;p21" title="10 over 13 divided by 4 equals the fraction with numerator 10 times 2 and denominator 13 times 2 divided by 4 equals 20 over 26 divided by 4 equals 5 over 26"/>
          <p:cNvPicPr preferRelativeResize="0"/>
          <p:nvPr/>
        </p:nvPicPr>
        <p:blipFill rotWithShape="1">
          <a:blip r:embed="rId9">
            <a:alphaModFix/>
          </a:blip>
          <a:srcRect b="0" l="0" r="75024" t="0"/>
          <a:stretch/>
        </p:blipFill>
        <p:spPr>
          <a:xfrm>
            <a:off x="858742" y="9223831"/>
            <a:ext cx="1120727" cy="569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\div4\ =\ \frac{5\times4}{9\times4}\div4\ =\ \frac{20}{36}\div4\ =\ \frac{5}{36}&quot;&gt;&lt;mfrac&gt;&lt;mn&gt;5&lt;/mn&gt;&lt;mn&gt;9&lt;/mn&gt;&lt;/mfrac&gt;&lt;mo&gt;÷&lt;/mo&gt;&lt;mn&gt;4&lt;/mn&gt;&lt;mtext&gt;&lt;/mtext&gt;&lt;mo&gt;=&lt;/mo&gt;&lt;mtext&gt;&lt;/mtext&gt;&lt;mfrac&gt;&lt;mrow&gt;&lt;mn&gt;5&lt;/mn&gt;&lt;mo&gt;×&lt;/mo&gt;&lt;mn&gt;4&lt;/mn&gt;&lt;/mrow&gt;&lt;mrow&gt;&lt;mn&gt;9&lt;/mn&gt;&lt;mo&gt;×&lt;/mo&gt;&lt;mn&gt;4&lt;/mn&gt;&lt;/mrow&gt;&lt;/mfrac&gt;&lt;mo&gt;÷&lt;/mo&gt;&lt;mn&gt;4&lt;/mn&gt;&lt;mtext&gt;&lt;/mtext&gt;&lt;mo&gt;=&lt;/mo&gt;&lt;mtext&gt;&lt;/mtext&gt;&lt;mfrac&gt;&lt;mn&gt;20&lt;/mn&gt;&lt;mn&gt;36&lt;/mn&gt;&lt;/mfrac&gt;&lt;mo&gt;÷&lt;/mo&gt;&lt;mn&gt;4&lt;/mn&gt;&lt;mtext&gt;&lt;/mtext&gt;&lt;mo&gt;=&lt;/mo&gt;&lt;mtext&gt;&lt;/mtext&gt;&lt;mfrac&gt;&lt;mn&gt;5&lt;/mn&gt;&lt;mn&gt;36&lt;/mn&gt;&lt;/mfrac&gt;&lt;/math&gt;" id="217" name="Google Shape;217;p21" title="five ninths divided by 4 equals the fraction with numerator 5 times 4 and denominator 9 times 4 divided by 4 equals 20 over 36 divided by 4 equals 5 over 36"/>
          <p:cNvPicPr preferRelativeResize="0"/>
          <p:nvPr/>
        </p:nvPicPr>
        <p:blipFill rotWithShape="1">
          <a:blip r:embed="rId7">
            <a:alphaModFix/>
          </a:blip>
          <a:srcRect b="0" l="0" r="76894" t="0"/>
          <a:stretch/>
        </p:blipFill>
        <p:spPr>
          <a:xfrm>
            <a:off x="941125" y="7593900"/>
            <a:ext cx="972600" cy="56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div5\ =\ \frac{6\times5}{11\times5}\div5\ =\ \frac{30}{55}\div5\ =\ \frac{6}{55}&quot;&gt;&lt;mfrac&gt;&lt;mn&gt;6&lt;/mn&gt;&lt;mn&gt;11&lt;/mn&gt;&lt;/mfrac&gt;&lt;mo&gt;÷&lt;/mo&gt;&lt;mn&gt;5&lt;/mn&gt;&lt;mtext&gt;&lt;/mtext&gt;&lt;mo&gt;=&lt;/mo&gt;&lt;mtext&gt;&lt;/mtext&gt;&lt;mfrac&gt;&lt;mrow&gt;&lt;mn&gt;6&lt;/mn&gt;&lt;mo&gt;×&lt;/mo&gt;&lt;mn&gt;5&lt;/mn&gt;&lt;/mrow&gt;&lt;mrow&gt;&lt;mn&gt;11&lt;/mn&gt;&lt;mo&gt;×&lt;/mo&gt;&lt;mn&gt;5&lt;/mn&gt;&lt;/mrow&gt;&lt;/mfrac&gt;&lt;mo&gt;÷&lt;/mo&gt;&lt;mn&gt;5&lt;/mn&gt;&lt;mtext&gt;&lt;/mtext&gt;&lt;mo&gt;=&lt;/mo&gt;&lt;mtext&gt;&lt;/mtext&gt;&lt;mfrac&gt;&lt;mn&gt;30&lt;/mn&gt;&lt;mn&gt;55&lt;/mn&gt;&lt;/mfrac&gt;&lt;mo&gt;÷&lt;/mo&gt;&lt;mn&gt;5&lt;/mn&gt;&lt;mtext&gt;&lt;/mtext&gt;&lt;mo&gt;=&lt;/mo&gt;&lt;mtext&gt;&lt;/mtext&gt;&lt;mfrac&gt;&lt;mn&gt;6&lt;/mn&gt;&lt;mn&gt;55&lt;/mn&gt;&lt;/mfrac&gt;&lt;/math&gt;" id="218" name="Google Shape;218;p21" title="6 over 11 divided by 5 equals the fraction with numerator 6 times 5 and denominator 11 times 5 divided by 5 equals 30 over 55 divided by 5 equals 6 over 55"/>
          <p:cNvPicPr preferRelativeResize="0"/>
          <p:nvPr/>
        </p:nvPicPr>
        <p:blipFill rotWithShape="1">
          <a:blip r:embed="rId8">
            <a:alphaModFix/>
          </a:blip>
          <a:srcRect b="0" l="0" r="72952" t="0"/>
          <a:stretch/>
        </p:blipFill>
        <p:spPr>
          <a:xfrm>
            <a:off x="858778" y="8408850"/>
            <a:ext cx="1213649" cy="56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div4\ =\ \frac{10\times2}{13\times2}\div4\ =\ \frac{20}{26}\div4\ =\ \frac{5}{26}&quot;&gt;&lt;mfrac&gt;&lt;mn&gt;10&lt;/mn&gt;&lt;mn&gt;13&lt;/mn&gt;&lt;/mfrac&gt;&lt;mo&gt;÷&lt;/mo&gt;&lt;mn&gt;4&lt;/mn&gt;&lt;mtext&gt;&lt;/mtext&gt;&lt;mo&gt;=&lt;/mo&gt;&lt;mtext&gt;&lt;/mtext&gt;&lt;mfrac&gt;&lt;mrow&gt;&lt;mn&gt;10&lt;/mn&gt;&lt;mo&gt;×&lt;/mo&gt;&lt;mn&gt;2&lt;/mn&gt;&lt;/mrow&gt;&lt;mrow&gt;&lt;mn&gt;13&lt;/mn&gt;&lt;mo&gt;×&lt;/mo&gt;&lt;mn&gt;2&lt;/mn&gt;&lt;/mrow&gt;&lt;/mfrac&gt;&lt;mo&gt;÷&lt;/mo&gt;&lt;mn&gt;4&lt;/mn&gt;&lt;mtext&gt;&lt;/mtext&gt;&lt;mo&gt;=&lt;/mo&gt;&lt;mtext&gt;&lt;/mtext&gt;&lt;mfrac&gt;&lt;mn&gt;20&lt;/mn&gt;&lt;mn&gt;26&lt;/mn&gt;&lt;/mfrac&gt;&lt;mo&gt;÷&lt;/mo&gt;&lt;mn&gt;4&lt;/mn&gt;&lt;mtext&gt;&lt;/mtext&gt;&lt;mo&gt;=&lt;/mo&gt;&lt;mtext&gt;&lt;/mtext&gt;&lt;mfrac&gt;&lt;mn&gt;5&lt;/mn&gt;&lt;mn&gt;26&lt;/mn&gt;&lt;/mfrac&gt;&lt;/math&gt;" id="219" name="Google Shape;219;p21" title="10 over 13 divided by 4 equals the fraction with numerator 10 times 2 and denominator 13 times 2 divided by 4 equals 20 over 26 divided by 4 equals 5 over 26"/>
          <p:cNvPicPr preferRelativeResize="0"/>
          <p:nvPr/>
        </p:nvPicPr>
        <p:blipFill rotWithShape="1">
          <a:blip r:embed="rId9">
            <a:alphaModFix/>
          </a:blip>
          <a:srcRect b="0" l="0" r="74111" t="0"/>
          <a:stretch/>
        </p:blipFill>
        <p:spPr>
          <a:xfrm>
            <a:off x="858744" y="9223825"/>
            <a:ext cx="1161675" cy="5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descr="5 lines Line 1: three halves divided by 2 equals the fraction with numerator 3 times 2 and denominator 2 times 2 divided by 2 Line 2: equals six fourths divided by 2 equals three fourths Line 3: blank Line 4: blank&#10;&#10;&lt;math xmlns=&quot;http://www.w3.org/1998/Math/MathML&quot; display=&quot;block&quot; data-is-equatio=&quot;1&quot; data-latex=&quot;\begin{array}{l}\frac{3}{2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2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21" name="Google Shape;221;p21"/>
          <p:cNvPicPr preferRelativeResize="0"/>
          <p:nvPr/>
        </p:nvPicPr>
        <p:blipFill rotWithShape="1">
          <a:blip r:embed="rId10">
            <a:alphaModFix/>
          </a:blip>
          <a:srcRect b="49718" l="0" r="0" t="0"/>
          <a:stretch/>
        </p:blipFill>
        <p:spPr>
          <a:xfrm>
            <a:off x="868450" y="4719225"/>
            <a:ext cx="2703387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