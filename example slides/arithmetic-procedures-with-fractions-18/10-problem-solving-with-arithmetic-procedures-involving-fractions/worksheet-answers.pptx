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34a22a0d0_0_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34a22a0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5899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Problem solving with arithmetic procedures involving fractions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82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problems involving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5303051" y="2519204"/>
            <a:ext cx="1791517" cy="881970"/>
            <a:chOff x="5570074" y="753300"/>
            <a:chExt cx="2449101" cy="1205700"/>
          </a:xfrm>
        </p:grpSpPr>
        <p:sp>
          <p:nvSpPr>
            <p:cNvPr id="175" name="Google Shape;175;p20"/>
            <p:cNvSpPr/>
            <p:nvPr/>
          </p:nvSpPr>
          <p:spPr>
            <a:xfrm>
              <a:off x="6359275" y="753300"/>
              <a:ext cx="1659900" cy="65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Flower bed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6" name="Google Shape;176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0" r="51526" t="0"/>
            <a:stretch/>
          </p:blipFill>
          <p:spPr>
            <a:xfrm>
              <a:off x="7089401" y="1476025"/>
              <a:ext cx="382175" cy="4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7" name="Google Shape;177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52055" r="-7527" t="0"/>
            <a:stretch/>
          </p:blipFill>
          <p:spPr>
            <a:xfrm>
              <a:off x="5570074" y="928825"/>
              <a:ext cx="437350" cy="46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5897275" y="920700"/>
              <a:ext cx="4374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7345075" y="1454100"/>
              <a:ext cx="4374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</p:grpSp>
      <p:pic>
        <p:nvPicPr>
          <p:cNvPr descr="&lt;math xmlns=&quot;http://www.w3.org/1998/Math/MathML&quot; display=&quot;block&quot; data-is-equatio=&quot;1&quot; data-latex=&quot;\begin{array}{l}3\frac{2}{3}\times2\frac{3}{5}\\&amp;#13;&amp;#10;\frac{11}{3}\times\frac{13}{5}=\ \frac{143}{15}=9\frac{8}{15}\end{array}&quot;&gt;&lt;mtable columnalign=&quot;left&quot; columnspacing=&quot;1em&quot; rowspacing=&quot;4pt&quot;&gt;&lt;mtr&gt;&lt;mtd&gt;&lt;mn&gt;3&lt;/mn&gt;&lt;mfrac&gt;&lt;mn&gt;2&lt;/mn&gt;&lt;mn&gt;3&lt;/mn&gt;&lt;/mfrac&gt;&lt;mo&gt;×&lt;/mo&gt;&lt;mn&gt;2&lt;/mn&gt;&lt;mfrac&gt;&lt;mn&gt;3&lt;/mn&gt;&lt;mn&gt;5&lt;/mn&gt;&lt;/mfrac&gt;&lt;/mtd&gt;&lt;/mtr&gt;&lt;mtr&gt;&lt;mtd&gt;&lt;mfrac&gt;&lt;mn&gt;11&lt;/mn&gt;&lt;mn&gt;3&lt;/mn&gt;&lt;/mfrac&gt;&lt;mo&gt;×&lt;/mo&gt;&lt;mfrac&gt;&lt;mn&gt;13&lt;/mn&gt;&lt;mn&gt;5&lt;/mn&gt;&lt;/mfrac&gt;&lt;mo&gt;=&lt;/mo&gt;&lt;mtext&gt;&lt;/mtext&gt;&lt;mfrac&gt;&lt;mn&gt;143&lt;/mn&gt;&lt;mn&gt;15&lt;/mn&gt;&lt;/mfrac&gt;&lt;mo&gt;=&lt;/mo&gt;&lt;mn&gt;9&lt;/mn&gt;&lt;mfrac&gt;&lt;mn&gt;8&lt;/mn&gt;&lt;mn&gt;15&lt;/mn&gt;&lt;/mfrac&gt;&lt;/mtd&gt;&lt;/mtr&gt;&lt;/mtable&gt;&lt;/math&gt;" id="180" name="Google Shape;180;p20" title="2 lines Line 1: 3 and two thirds times 2 and three fifths Line 2: eleven thirds times thirteen fifths equals 143 over 15 equals 9 and 8 over 15"/>
          <p:cNvPicPr preferRelativeResize="0"/>
          <p:nvPr/>
        </p:nvPicPr>
        <p:blipFill rotWithShape="1">
          <a:blip r:embed="rId4">
            <a:alphaModFix/>
          </a:blip>
          <a:srcRect b="51278" l="0" r="0" t="0"/>
          <a:stretch/>
        </p:blipFill>
        <p:spPr>
          <a:xfrm>
            <a:off x="468000" y="2601012"/>
            <a:ext cx="2327600" cy="40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359587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needs to buy 10 bags each costing £5.70 so it will cost Jacob £57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\frac{2}{3}\times2\frac{3}{5}\\&amp;#13;&amp;#10;\frac{11}{3}\times\frac{13}{5}=\ \frac{143}{15}=9\frac{8}{15}\end{array}&quot;&gt;&lt;mtable columnalign=&quot;left&quot; columnspacing=&quot;1em&quot; rowspacing=&quot;4pt&quot;&gt;&lt;mtr&gt;&lt;mtd&gt;&lt;mn&gt;3&lt;/mn&gt;&lt;mfrac&gt;&lt;mn&gt;2&lt;/mn&gt;&lt;mn&gt;3&lt;/mn&gt;&lt;/mfrac&gt;&lt;mo&gt;×&lt;/mo&gt;&lt;mn&gt;2&lt;/mn&gt;&lt;mfrac&gt;&lt;mn&gt;3&lt;/mn&gt;&lt;mn&gt;5&lt;/mn&gt;&lt;/mfrac&gt;&lt;/mtd&gt;&lt;/mtr&gt;&lt;mtr&gt;&lt;mtd&gt;&lt;mfrac&gt;&lt;mn&gt;11&lt;/mn&gt;&lt;mn&gt;3&lt;/mn&gt;&lt;/mfrac&gt;&lt;mo&gt;×&lt;/mo&gt;&lt;mfrac&gt;&lt;mn&gt;13&lt;/mn&gt;&lt;mn&gt;5&lt;/mn&gt;&lt;/mfrac&gt;&lt;mo&gt;=&lt;/mo&gt;&lt;mtext&gt;&lt;/mtext&gt;&lt;mfrac&gt;&lt;mn&gt;143&lt;/mn&gt;&lt;mn&gt;15&lt;/mn&gt;&lt;/mfrac&gt;&lt;mo&gt;=&lt;/mo&gt;&lt;mn&gt;9&lt;/mn&gt;&lt;mfrac&gt;&lt;mn&gt;8&lt;/mn&gt;&lt;mn&gt;15&lt;/mn&gt;&lt;/mfrac&gt;&lt;/mtd&gt;&lt;/mtr&gt;&lt;/mtable&gt;&lt;/math&gt;" id="182" name="Google Shape;182;p20" title="2 lines Line 1: 3 and two thirds times 2 and three fifths Line 2: eleven thirds times thirteen fifths equals 143 over 15 equals 9 and 8 over 15"/>
          <p:cNvPicPr preferRelativeResize="0"/>
          <p:nvPr/>
        </p:nvPicPr>
        <p:blipFill rotWithShape="1">
          <a:blip r:embed="rId4">
            <a:alphaModFix/>
          </a:blip>
          <a:srcRect b="180" l="0" r="51131" t="51098"/>
          <a:stretch/>
        </p:blipFill>
        <p:spPr>
          <a:xfrm>
            <a:off x="468000" y="3074983"/>
            <a:ext cx="1137467" cy="40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frac{2}{3}\times2\frac{3}{5}\\&amp;#13;&amp;#10;\frac{11}{3}\times\frac{13}{5}=\ \frac{143}{15}=9\frac{8}{15}\end{array}&quot;&gt;&lt;mtable columnalign=&quot;left&quot; columnspacing=&quot;1em&quot; rowspacing=&quot;4pt&quot;&gt;&lt;mtr&gt;&lt;mtd&gt;&lt;mn&gt;3&lt;/mn&gt;&lt;mfrac&gt;&lt;mn&gt;2&lt;/mn&gt;&lt;mn&gt;3&lt;/mn&gt;&lt;/mfrac&gt;&lt;mo&gt;×&lt;/mo&gt;&lt;mn&gt;2&lt;/mn&gt;&lt;mfrac&gt;&lt;mn&gt;3&lt;/mn&gt;&lt;mn&gt;5&lt;/mn&gt;&lt;/mfrac&gt;&lt;/mtd&gt;&lt;/mtr&gt;&lt;mtr&gt;&lt;mtd&gt;&lt;mfrac&gt;&lt;mn&gt;11&lt;/mn&gt;&lt;mn&gt;3&lt;/mn&gt;&lt;/mfrac&gt;&lt;mo&gt;×&lt;/mo&gt;&lt;mfrac&gt;&lt;mn&gt;13&lt;/mn&gt;&lt;mn&gt;5&lt;/mn&gt;&lt;/mfrac&gt;&lt;mo&gt;=&lt;/mo&gt;&lt;mtext&gt;&lt;/mtext&gt;&lt;mfrac&gt;&lt;mn&gt;143&lt;/mn&gt;&lt;mn&gt;15&lt;/mn&gt;&lt;/mfrac&gt;&lt;mo&gt;=&lt;/mo&gt;&lt;mn&gt;9&lt;/mn&gt;&lt;mfrac&gt;&lt;mn&gt;8&lt;/mn&gt;&lt;mn&gt;15&lt;/mn&gt;&lt;/mfrac&gt;&lt;/mtd&gt;&lt;/mtr&gt;&lt;/mtable&gt;&lt;/math&gt;" id="183" name="Google Shape;183;p20" title="2 lines Line 1: 3 and two thirds times 2 and three fifths Line 2: eleven thirds times thirteen fifths equals 143 over 15 equals 9 and 8 over 15"/>
          <p:cNvPicPr preferRelativeResize="0"/>
          <p:nvPr/>
        </p:nvPicPr>
        <p:blipFill rotWithShape="1">
          <a:blip r:embed="rId4">
            <a:alphaModFix/>
          </a:blip>
          <a:srcRect b="180" l="50439" r="-3713" t="51098"/>
          <a:stretch/>
        </p:blipFill>
        <p:spPr>
          <a:xfrm>
            <a:off x="1605463" y="3074983"/>
            <a:ext cx="1239952" cy="408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0"/>
          <p:cNvGrpSpPr/>
          <p:nvPr/>
        </p:nvGrpSpPr>
        <p:grpSpPr>
          <a:xfrm>
            <a:off x="5266688" y="5513366"/>
            <a:ext cx="1825315" cy="891557"/>
            <a:chOff x="5570074" y="753300"/>
            <a:chExt cx="2449101" cy="1196400"/>
          </a:xfrm>
        </p:grpSpPr>
        <p:sp>
          <p:nvSpPr>
            <p:cNvPr id="185" name="Google Shape;185;p20"/>
            <p:cNvSpPr/>
            <p:nvPr/>
          </p:nvSpPr>
          <p:spPr>
            <a:xfrm>
              <a:off x="6359275" y="753300"/>
              <a:ext cx="1659900" cy="65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Flower bed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86" name="Google Shape;186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0" r="51526" t="0"/>
            <a:stretch/>
          </p:blipFill>
          <p:spPr>
            <a:xfrm>
              <a:off x="7089401" y="1476025"/>
              <a:ext cx="382175" cy="4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87" name="Google Shape;187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52055" r="-7527" t="0"/>
            <a:stretch/>
          </p:blipFill>
          <p:spPr>
            <a:xfrm>
              <a:off x="5570074" y="928825"/>
              <a:ext cx="437350" cy="46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5897275" y="920700"/>
              <a:ext cx="4374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7345075" y="1454100"/>
              <a:ext cx="4374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</p:grpSp>
      <p:sp>
        <p:nvSpPr>
          <p:cNvPr id="190" name="Google Shape;190;p20"/>
          <p:cNvSpPr txBox="1"/>
          <p:nvPr/>
        </p:nvSpPr>
        <p:spPr>
          <a:xfrm>
            <a:off x="468000" y="4879575"/>
            <a:ext cx="66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Jacob also needs to put a metal edging around the plot. The edging is sold in 1 m lengths for £3.42 per metre. How much will it cost Jacob to put the edging around the flower bed?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3\frac{2}{3}+2\frac{3}{5}+3\frac{2}{3}+2\frac{3}{5}\ =\ \\&amp;#13;&amp;#10;3\ +\ 2\ +\ 3\ +\ 2\ =10\\&amp;#13;&amp;#10;\frac{2}{3}+\frac{3}{5}+\frac{2}{3}+\frac{3}{5}=\\&amp;#13;&amp;#10;\frac{10}{15}+\frac{9}{15}+\frac{10}{15}+\frac{9}{15}=\frac{38}{15}=2\frac{8}{15}\\&amp;#13;&amp;#10;10\ +\ 2\frac{8}{15}=12\frac{8}{15}\end{array}&quot;&gt;&lt;mtable columnalign=&quot;left&quot; columnspacing=&quot;1em&quot; rowspacing=&quot;4pt&quot;&gt;&lt;mtr&gt;&lt;mtd&gt;&lt;mn&gt;3&lt;/mn&gt;&lt;mfrac&gt;&lt;mn&gt;2&lt;/mn&gt;&lt;mn&gt;3&lt;/mn&gt;&lt;/mfrac&gt;&lt;mo&gt;+&lt;/mo&gt;&lt;mn&gt;2&lt;/mn&gt;&lt;mfrac&gt;&lt;mn&gt;3&lt;/mn&gt;&lt;mn&gt;5&lt;/mn&gt;&lt;/mfrac&gt;&lt;mo&gt;+&lt;/mo&gt;&lt;mn&gt;3&lt;/mn&gt;&lt;mfrac&gt;&lt;mn&gt;2&lt;/mn&gt;&lt;mn&gt;3&lt;/mn&gt;&lt;/mfrac&gt;&lt;mo&gt;+&lt;/mo&gt;&lt;mn&gt;2&lt;/mn&gt;&lt;mfrac&gt;&lt;mn&gt;3&lt;/mn&gt;&lt;mn&gt;5&lt;/mn&gt;&lt;/mfrac&gt;&lt;mtext&gt;&lt;/mtext&gt;&lt;mo&gt;=&lt;/mo&gt;&lt;mtext&gt;&lt;/mtext&gt;&lt;/mtd&gt;&lt;/mtr&gt;&lt;mtr&gt;&lt;mtd&gt;&lt;mn&gt;3&lt;/mn&gt;&lt;mtext&gt;&lt;/mtext&gt;&lt;mo&gt;+&lt;/mo&gt;&lt;mtext&gt;&lt;/mtext&gt;&lt;mn&gt;2&lt;/mn&gt;&lt;mtext&gt;&lt;/mtext&gt;&lt;mo&gt;+&lt;/mo&gt;&lt;mtext&gt;&lt;/mtext&gt;&lt;mn&gt;3&lt;/mn&gt;&lt;mtext&gt;&lt;/mtext&gt;&lt;mo&gt;+&lt;/mo&gt;&lt;mtext&gt;&lt;/mtext&gt;&lt;mn&gt;2&lt;/mn&gt;&lt;mtext&gt;&lt;/mtext&gt;&lt;mo&gt;=&lt;/mo&gt;&lt;mn&gt;10&lt;/mn&gt;&lt;/mtd&gt;&lt;/mtr&gt;&lt;mtr&gt;&lt;mtd&gt;&lt;mfrac&gt;&lt;mn&gt;2&lt;/mn&gt;&lt;mn&gt;3&lt;/mn&gt;&lt;/mfrac&gt;&lt;mo&gt;+&lt;/mo&gt;&lt;mfrac&gt;&lt;mn&gt;3&lt;/mn&gt;&lt;mn&gt;5&lt;/mn&gt;&lt;/mfrac&gt;&lt;mo&gt;+&lt;/mo&gt;&lt;mfrac&gt;&lt;mn&gt;2&lt;/mn&gt;&lt;mn&gt;3&lt;/mn&gt;&lt;/mfrac&gt;&lt;mo&gt;+&lt;/mo&gt;&lt;mfrac&gt;&lt;mn&gt;3&lt;/mn&gt;&lt;mn&gt;5&lt;/mn&gt;&lt;/mfrac&gt;&lt;mo&gt;=&lt;/mo&gt;&lt;/mtd&gt;&lt;/mtr&gt;&lt;mtr&gt;&lt;mtd&gt;&lt;mfrac&gt;&lt;mn&gt;10&lt;/mn&gt;&lt;mn&gt;15&lt;/mn&gt;&lt;/mfrac&gt;&lt;mo&gt;+&lt;/mo&gt;&lt;mfrac&gt;&lt;mn&gt;9&lt;/mn&gt;&lt;mn&gt;15&lt;/mn&gt;&lt;/mfrac&gt;&lt;mo&gt;+&lt;/mo&gt;&lt;mfrac&gt;&lt;mn&gt;10&lt;/mn&gt;&lt;mn&gt;15&lt;/mn&gt;&lt;/mfrac&gt;&lt;mo&gt;+&lt;/mo&gt;&lt;mfrac&gt;&lt;mn&gt;9&lt;/mn&gt;&lt;mn&gt;15&lt;/mn&gt;&lt;/mfrac&gt;&lt;mo&gt;=&lt;/mo&gt;&lt;mfrac&gt;&lt;mn&gt;38&lt;/mn&gt;&lt;mn&gt;15&lt;/mn&gt;&lt;/mfrac&gt;&lt;mo&gt;=&lt;/mo&gt;&lt;mn&gt;2&lt;/mn&gt;&lt;mfrac&gt;&lt;mn&gt;8&lt;/mn&gt;&lt;mn&gt;15&lt;/mn&gt;&lt;/mfrac&gt;&lt;/mtd&gt;&lt;/mtr&gt;&lt;mtr&gt;&lt;mtd&gt;&lt;mn&gt;10&lt;/mn&gt;&lt;mtext&gt;&lt;/mtext&gt;&lt;mo&gt;+&lt;/mo&gt;&lt;mtext&gt;&lt;/mtext&gt;&lt;mn&gt;2&lt;/mn&gt;&lt;mfrac&gt;&lt;mn&gt;8&lt;/mn&gt;&lt;mn&gt;15&lt;/mn&gt;&lt;/mfrac&gt;&lt;mo&gt;=&lt;/mo&gt;&lt;mn&gt;12&lt;/mn&gt;&lt;mfrac&gt;&lt;mn&gt;8&lt;/mn&gt;&lt;mn&gt;15&lt;/mn&gt;&lt;/mfrac&gt;&lt;/mtd&gt;&lt;/mtr&gt;&lt;/mtable&gt;&lt;/math&gt;" id="191" name="Google Shape;191;p20" title="5 lines Line 1: 3 and two thirds plus 2 and three fifths plus 3 and two thirds plus 2 and three fifths equals Line 2: 3 plus 2 plus 3 plus 2 equals 10 Line 3: two thirds plus three fifths plus two thirds plus three fifths equals Line 4: 10 over 15 plus 9 over 15 plus 10 over 15 plus 9 over 15 equals 38 over 15 equals 2 and 8 over 15 Line 5: 10 plus 2 and 8 over 15 equals 12 and 8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5652325"/>
            <a:ext cx="2703737" cy="173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68000" y="8049188"/>
            <a:ext cx="390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needs to buy 13 m of fencing at £3.42 a metre.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3\ \times3.42\ =\ 10\ \times3.42+2\times3.42+1\times3.42\\&amp;#13;&amp;#10;34.20\ +\ 6.84\ +\ 3.42\ =\ 44.46\end{array}&quot;&gt;&lt;mtable columnalign=&quot;left&quot; columnspacing=&quot;1em&quot; rowspacing=&quot;4pt&quot;&gt;&lt;mtr&gt;&lt;mtd&gt;&lt;mn&gt;13&lt;/mn&gt;&lt;mtext&gt;&lt;/mtext&gt;&lt;mo&gt;×&lt;/mo&gt;&lt;mn&gt;3.42&lt;/mn&gt;&lt;mtext&gt;&lt;/mtext&gt;&lt;mo&gt;=&lt;/mo&gt;&lt;mtext&gt;&lt;/mtext&gt;&lt;mn&gt;10&lt;/mn&gt;&lt;mtext&gt;&lt;/mtext&gt;&lt;mo&gt;×&lt;/mo&gt;&lt;mn&gt;3.42&lt;/mn&gt;&lt;mo&gt;+&lt;/mo&gt;&lt;mn&gt;2&lt;/mn&gt;&lt;mo&gt;×&lt;/mo&gt;&lt;mn&gt;3.42&lt;/mn&gt;&lt;mo&gt;+&lt;/mo&gt;&lt;mn&gt;1&lt;/mn&gt;&lt;mo&gt;×&lt;/mo&gt;&lt;mn&gt;3.42&lt;/mn&gt;&lt;/mtd&gt;&lt;/mtr&gt;&lt;mtr&gt;&lt;mtd&gt;&lt;mn&gt;34.20&lt;/mn&gt;&lt;mtext&gt;&lt;/mtext&gt;&lt;mo&gt;+&lt;/mo&gt;&lt;mtext&gt;&lt;/mtext&gt;&lt;mn&gt;6.84&lt;/mn&gt;&lt;mtext&gt;&lt;/mtext&gt;&lt;mo&gt;+&lt;/mo&gt;&lt;mtext&gt;&lt;/mtext&gt;&lt;mn&gt;3.42&lt;/mn&gt;&lt;mtext&gt;&lt;/mtext&gt;&lt;mo&gt;=&lt;/mo&gt;&lt;mtext&gt;&lt;/mtext&gt;&lt;mn&gt;44.46&lt;/mn&gt;&lt;/mtd&gt;&lt;/mtr&gt;&lt;/mtable&gt;&lt;/math&gt;" id="193" name="Google Shape;193;p20" title="2 lines Line 1: 13 times 3.42 equals 10 times 3.42 plus 2 times 3.42 plus 1 times 3.42 Line 2: 34.20 plus 6.84 plus 3.42 equals 44.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7462737"/>
            <a:ext cx="3789485" cy="4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140000" y="80491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total is £44.46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1920475"/>
            <a:ext cx="6624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96" name="Google Shape;196;p20" title="3 and two thirds 2 and three fifths"/>
          <p:cNvPicPr preferRelativeResize="0"/>
          <p:nvPr/>
        </p:nvPicPr>
        <p:blipFill rotWithShape="1">
          <a:blip r:embed="rId3">
            <a:alphaModFix/>
          </a:blip>
          <a:srcRect b="0" l="0" r="61453" t="0"/>
          <a:stretch/>
        </p:blipFill>
        <p:spPr>
          <a:xfrm>
            <a:off x="3416624" y="1827000"/>
            <a:ext cx="22239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97" name="Google Shape;197;p20" title="3 and two thirds 2 and three fifths"/>
          <p:cNvPicPr preferRelativeResize="0"/>
          <p:nvPr/>
        </p:nvPicPr>
        <p:blipFill rotWithShape="1">
          <a:blip r:embed="rId3">
            <a:alphaModFix/>
          </a:blip>
          <a:srcRect b="0" l="58517" r="-27288" t="0"/>
          <a:stretch/>
        </p:blipFill>
        <p:spPr>
          <a:xfrm>
            <a:off x="4647313" y="1827000"/>
            <a:ext cx="396808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68000" y="2149075"/>
            <a:ext cx="66240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lowers in the plot, but needs to buy the compost. The compost bags each cover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cost £5.70 per bag. How much will it cost Jacob?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83300" y="1920475"/>
            <a:ext cx="666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rectangular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797700" y="1920475"/>
            <a:ext cx="666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flower bed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606400" y="1920475"/>
            <a:ext cx="6695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915425" y="1920475"/>
            <a:ext cx="6538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674375" y="1920475"/>
            <a:ext cx="5932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 and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179100" y="1920475"/>
            <a:ext cx="5580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938050" y="1920475"/>
            <a:ext cx="4973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m. Jacob wants to plant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arithmetic procedures involving fractions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7141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following question, do not use a calculator and show all your working out.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2079150" y="2026700"/>
            <a:ext cx="50130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water does each teacher have to share?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Teacher A     litre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Teacher B and C each have 3 litres.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water do the students in each group get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three students in Teacher A’s group?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student gets  litre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30208" y="1651497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14811" y="2577030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730208" y="3510262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216" name="Google Shape;216;p21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456" y="2347750"/>
            <a:ext cx="115925" cy="36933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68000" y="4144663"/>
            <a:ext cx="662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six students in Teacher B’s group?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     There are five students in Teacher C’s group?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student gets     litre each.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div5=\ \frac{3}{5}&quot;&gt;&lt;mn&gt;3&lt;/mn&gt;&lt;mtext&gt;&lt;/mtext&gt;&lt;mo&gt;÷&lt;/mo&gt;&lt;mn&gt;5&lt;/mn&gt;&lt;mo&gt;=&lt;/mo&gt;&lt;mtext&gt;&lt;/mtext&gt;&lt;mfrac&gt;&lt;mn&gt;3&lt;/mn&gt;&lt;mn&gt;5&lt;/mn&gt;&lt;/mfrac&gt;&lt;/math&gt;" id="218" name="Google Shape;218;p21" title="3 division sign 5 equals three fifths"/>
          <p:cNvPicPr preferRelativeResize="0"/>
          <p:nvPr/>
        </p:nvPicPr>
        <p:blipFill rotWithShape="1">
          <a:blip r:embed="rId4">
            <a:alphaModFix/>
          </a:blip>
          <a:srcRect b="0" l="74868" r="0" t="0"/>
          <a:stretch/>
        </p:blipFill>
        <p:spPr>
          <a:xfrm>
            <a:off x="2178000" y="5198400"/>
            <a:ext cx="177469" cy="3287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1"/>
          <p:cNvCxnSpPr/>
          <p:nvPr/>
        </p:nvCxnSpPr>
        <p:spPr>
          <a:xfrm>
            <a:off x="474757" y="5606621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1"/>
          <p:cNvSpPr txBox="1"/>
          <p:nvPr/>
        </p:nvSpPr>
        <p:spPr>
          <a:xfrm>
            <a:off x="468000" y="57913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calculator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752637" y="6200528"/>
            <a:ext cx="4346100" cy="1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is restoring some old picture frames.  She wants to cover the frame in gold leaf.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area of the frame.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Gold leaf costs £12.84 per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How much will it cost Aisha to gold leaf the picture frame?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1059161" y="6573836"/>
            <a:ext cx="1417279" cy="1016403"/>
            <a:chOff x="481750" y="1180175"/>
            <a:chExt cx="2132850" cy="1529575"/>
          </a:xfrm>
        </p:grpSpPr>
        <p:sp>
          <p:nvSpPr>
            <p:cNvPr id="223" name="Google Shape;223;p21"/>
            <p:cNvSpPr/>
            <p:nvPr/>
          </p:nvSpPr>
          <p:spPr>
            <a:xfrm>
              <a:off x="484900" y="1185300"/>
              <a:ext cx="2129700" cy="15147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832150" y="1432200"/>
              <a:ext cx="1435200" cy="1020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5" name="Google Shape;225;p21"/>
            <p:cNvCxnSpPr/>
            <p:nvPr/>
          </p:nvCxnSpPr>
          <p:spPr>
            <a:xfrm>
              <a:off x="496025" y="1188725"/>
              <a:ext cx="331800" cy="241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21"/>
            <p:cNvCxnSpPr/>
            <p:nvPr/>
          </p:nvCxnSpPr>
          <p:spPr>
            <a:xfrm>
              <a:off x="2267350" y="2450850"/>
              <a:ext cx="331800" cy="241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>
              <a:off x="481750" y="2450850"/>
              <a:ext cx="350400" cy="2589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21"/>
            <p:cNvCxnSpPr/>
            <p:nvPr/>
          </p:nvCxnSpPr>
          <p:spPr>
            <a:xfrm flipH="1">
              <a:off x="2258050" y="1180175"/>
              <a:ext cx="350400" cy="2589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9" name="Google Shape;229;p21"/>
          <p:cNvSpPr txBox="1"/>
          <p:nvPr/>
        </p:nvSpPr>
        <p:spPr>
          <a:xfrm>
            <a:off x="1818899" y="6160536"/>
            <a:ext cx="1217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75877" y="690137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>
            <a:off x="1046056" y="6494670"/>
            <a:ext cx="141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969385" y="6573806"/>
            <a:ext cx="0" cy="995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1314404" y="6805358"/>
            <a:ext cx="928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4" name="Google Shape;234;p21"/>
          <p:cNvCxnSpPr/>
          <p:nvPr/>
        </p:nvCxnSpPr>
        <p:spPr>
          <a:xfrm>
            <a:off x="2377269" y="6754835"/>
            <a:ext cx="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35" name="Google Shape;235;p21" title="2 lines Line 1: 2 and three fifths 1 and three fourths Line 2: four sevenths 1 and two thirds"/>
          <p:cNvPicPr preferRelativeResize="0"/>
          <p:nvPr/>
        </p:nvPicPr>
        <p:blipFill rotWithShape="1">
          <a:blip r:embed="rId5">
            <a:alphaModFix/>
          </a:blip>
          <a:srcRect b="50002" l="0" r="52534" t="0"/>
          <a:stretch/>
        </p:blipFill>
        <p:spPr>
          <a:xfrm>
            <a:off x="1560568" y="6128550"/>
            <a:ext cx="308163" cy="36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36" name="Google Shape;236;p21" title="2 lines Line 1: 2 and three fifths 1 and three fourths Line 2: four sevenths 1 and two thirds"/>
          <p:cNvPicPr preferRelativeResize="0"/>
          <p:nvPr/>
        </p:nvPicPr>
        <p:blipFill rotWithShape="1">
          <a:blip r:embed="rId5">
            <a:alphaModFix/>
          </a:blip>
          <a:srcRect b="50002" l="59398" r="-6863" t="0"/>
          <a:stretch/>
        </p:blipFill>
        <p:spPr>
          <a:xfrm>
            <a:off x="474750" y="6958424"/>
            <a:ext cx="308163" cy="36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37" name="Google Shape;237;p21" title="2 lines Line 1: 2 and three fifths 1 and three fourths Line 2: four sevenths 1 and two thirds"/>
          <p:cNvPicPr preferRelativeResize="0"/>
          <p:nvPr/>
        </p:nvPicPr>
        <p:blipFill rotWithShape="1">
          <a:blip r:embed="rId5">
            <a:alphaModFix/>
          </a:blip>
          <a:srcRect b="-8072" l="-10494" r="63029" t="49953"/>
          <a:stretch/>
        </p:blipFill>
        <p:spPr>
          <a:xfrm>
            <a:off x="1795492" y="6958415"/>
            <a:ext cx="308163" cy="425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38" name="Google Shape;238;p21" title="2 lines Line 1: 2 and three fifths 1 and three fourths Line 2: four sevenths 1 and two thirds"/>
          <p:cNvPicPr preferRelativeResize="0"/>
          <p:nvPr/>
        </p:nvPicPr>
        <p:blipFill rotWithShape="1">
          <a:blip r:embed="rId5">
            <a:alphaModFix/>
          </a:blip>
          <a:srcRect b="-8072" l="42044" r="10489" t="49953"/>
          <a:stretch/>
        </p:blipFill>
        <p:spPr>
          <a:xfrm>
            <a:off x="1413128" y="6769713"/>
            <a:ext cx="265099" cy="36612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570033" y="672849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930671" y="693916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left(2\frac{3}{5}\times1\frac{3}{4}\right)-\left(1\frac{2}{3}\times\frac{4}{7}\right)=\ \frac{1511}{420}=3\frac{251}{420}\\&amp;#13;&amp;#10;\end{array}&quot;&gt;&lt;mtable columnalign=&quot;left&quot; columnspacing=&quot;1em&quot; rowspacing=&quot;4pt&quot;&gt;&lt;mtr&gt;&lt;mtd&gt;&lt;mrow data-mjx-texclass=&quot;INNER&quot;&gt;&lt;mo data-mjx-texclass=&quot;OPEN&quot;&gt;(&lt;/mo&gt;&lt;mn&gt;2&lt;/mn&gt;&lt;mfrac&gt;&lt;mn&gt;3&lt;/mn&gt;&lt;mn&gt;5&lt;/mn&gt;&lt;/mfrac&gt;&lt;mo&gt;×&lt;/mo&gt;&lt;mn&gt;1&lt;/mn&gt;&lt;mfrac&gt;&lt;mn&gt;3&lt;/mn&gt;&lt;mn&gt;4&lt;/mn&gt;&lt;/mfrac&gt;&lt;mo data-mjx-texclass=&quot;CLOSE&quot;&gt;)&lt;/mo&gt;&lt;/mrow&gt;&lt;mo&gt;−&lt;/mo&gt;&lt;mrow data-mjx-texclass=&quot;INNER&quot;&gt;&lt;mo data-mjx-texclass=&quot;OPEN&quot;&gt;(&lt;/mo&gt;&lt;mn&gt;1&lt;/mn&gt;&lt;mfrac&gt;&lt;mn&gt;2&lt;/mn&gt;&lt;mn&gt;3&lt;/mn&gt;&lt;/mfrac&gt;&lt;mo&gt;×&lt;/mo&gt;&lt;mfrac&gt;&lt;mn&gt;4&lt;/mn&gt;&lt;mn&gt;7&lt;/mn&gt;&lt;/mfrac&gt;&lt;mo data-mjx-texclass=&quot;CLOSE&quot;&gt;)&lt;/mo&gt;&lt;/mrow&gt;&lt;mo&gt;=&lt;/mo&gt;&lt;mtext&gt;&lt;/mtext&gt;&lt;mfrac&gt;&lt;mn&gt;1511&lt;/mn&gt;&lt;mn&gt;420&lt;/mn&gt;&lt;/mfrac&gt;&lt;mo&gt;=&lt;/mo&gt;&lt;mn&gt;3&lt;/mn&gt;&lt;mfrac&gt;&lt;mn&gt;251&lt;/mn&gt;&lt;mn&gt;420&lt;/mn&gt;&lt;/mfrac&gt;&lt;/mtd&gt;&lt;/mtr&gt;&lt;/mtable&gt;&lt;/math&gt;" id="241" name="Google Shape;241;p21" title="1 lines Line 1: open paren 2 and three fifths times 1 and three fourths close paren minus open paren 1 and two thirds times four sevenths close paren equals 1511 over 420 equals 3 and 251 over 4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190" y="8172500"/>
            <a:ext cx="3451616" cy="30573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31977" y="8537752"/>
            <a:ext cx="60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4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sheets are needed. The total cost is 4 × £12.84 = £51.36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div3\ =\ \frac{1}{2}&quot;&gt;&lt;mfrac&gt;&lt;mn&gt;3&lt;/mn&gt;&lt;mn&gt;2&lt;/mn&gt;&lt;/mfrac&gt;&lt;mo&gt;÷&lt;/mo&gt;&lt;mn&gt;3&lt;/mn&gt;&lt;mtext&gt;&lt;/mtext&gt;&lt;mo&gt;=&lt;/mo&gt;&lt;mtext&gt;&lt;/mtext&gt;&lt;mfrac&gt;&lt;mn&gt;1&lt;/mn&gt;&lt;mn&gt;2&lt;/mn&gt;&lt;/mfrac&gt;&lt;/math&gt;" id="243" name="Google Shape;243;p21" title="three halves divided by 3 equal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1443" y="3627067"/>
            <a:ext cx="671847" cy="29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div3\ =\ \frac{1}{2}&quot;&gt;&lt;mfrac&gt;&lt;mn&gt;3&lt;/mn&gt;&lt;mn&gt;2&lt;/mn&gt;&lt;/mfrac&gt;&lt;mo&gt;÷&lt;/mo&gt;&lt;mn&gt;3&lt;/mn&gt;&lt;mtext&gt;&lt;/mtext&gt;&lt;mo&gt;=&lt;/mo&gt;&lt;mtext&gt;&lt;/mtext&gt;&lt;mfrac&gt;&lt;mn&gt;1&lt;/mn&gt;&lt;mn&gt;2&lt;/mn&gt;&lt;/mfrac&gt;&lt;/math&gt;" id="244" name="Google Shape;244;p21" title="three halves divided by 3 equals one half"/>
          <p:cNvPicPr preferRelativeResize="0"/>
          <p:nvPr/>
        </p:nvPicPr>
        <p:blipFill rotWithShape="1">
          <a:blip r:embed="rId7">
            <a:alphaModFix/>
          </a:blip>
          <a:srcRect b="0" l="85344" r="0" t="0"/>
          <a:stretch/>
        </p:blipFill>
        <p:spPr>
          <a:xfrm>
            <a:off x="3268800" y="3956400"/>
            <a:ext cx="93538" cy="277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div3\ =\ \frac{1}{2}&quot;&gt;&lt;mfrac&gt;&lt;mn&gt;3&lt;/mn&gt;&lt;mn&gt;2&lt;/mn&gt;&lt;/mfrac&gt;&lt;mo&gt;÷&lt;/mo&gt;&lt;mn&gt;3&lt;/mn&gt;&lt;mtext&gt;&lt;/mtext&gt;&lt;mo&gt;=&lt;/mo&gt;&lt;mtext&gt;&lt;/mtext&gt;&lt;mfrac&gt;&lt;mn&gt;1&lt;/mn&gt;&lt;mn&gt;2&lt;/mn&gt;&lt;/mfrac&gt;&lt;/math&gt;" id="245" name="Google Shape;245;p21" title="three halves divided by 3 equals one half"/>
          <p:cNvPicPr preferRelativeResize="0"/>
          <p:nvPr/>
        </p:nvPicPr>
        <p:blipFill rotWithShape="1">
          <a:blip r:embed="rId7">
            <a:alphaModFix/>
          </a:blip>
          <a:srcRect b="0" l="85344" r="0" t="0"/>
          <a:stretch/>
        </p:blipFill>
        <p:spPr>
          <a:xfrm>
            <a:off x="2178000" y="4484675"/>
            <a:ext cx="98460" cy="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2079150" y="1210200"/>
            <a:ext cx="5013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48" name="Google Shape;248;p21" title="three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51350" y="1078011"/>
            <a:ext cx="11592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2079150" y="1438800"/>
            <a:ext cx="5013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have a different number of water bottles to give to the students in their groups. Each student gets an equal share.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412000" y="1210200"/>
            <a:ext cx="506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bottle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899225" y="1210200"/>
            <a:ext cx="4726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contains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738725" y="1210200"/>
            <a:ext cx="403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 of water. On a school trip, three teachers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83925" y="44639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student gets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2242600" y="4463950"/>
            <a:ext cx="169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litre each.</a:t>
            </a:r>
            <a:endParaRPr/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7060" y="1142309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43557" y="1142309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4127" y="2040921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0624" y="2040921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3781" y="2040921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10278" y="2040921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4127" y="2889127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0624" y="2889127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3781" y="2889127"/>
            <a:ext cx="351249" cy="5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10278" y="2889127"/>
            <a:ext cx="351249" cy="5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0" name="Google Shape;270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arithmetic procedures involving fractions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00" y="850041"/>
            <a:ext cx="2875762" cy="273335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4381222" y="2438968"/>
            <a:ext cx="27108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1\frac{3}{4}+2\ \frac{2}{5},\ 2\ \frac{2}{5}\right)\ =\ \left(4\frac{3}{20,}2\ \frac{2}{5}\right)&quot;&gt;&lt;mrow data-mjx-texclass=&quot;INNER&quot;&gt;&lt;mo data-mjx-texclass=&quot;OPEN&quot;&gt;(&lt;/mo&gt;&lt;mn&gt;1&lt;/mn&gt;&lt;mfrac&gt;&lt;mn&gt;3&lt;/mn&gt;&lt;mn&gt;4&lt;/mn&gt;&lt;/mfrac&gt;&lt;mo&gt;+&lt;/mo&gt;&lt;mn&gt;2&lt;/mn&gt;&lt;mtext&gt;&lt;/mtext&gt;&lt;mfrac&gt;&lt;mn&gt;2&lt;/mn&gt;&lt;mn&gt;5&lt;/mn&gt;&lt;/mfrac&gt;&lt;mo&gt;,&lt;/mo&gt;&lt;mtext&gt;&lt;/mtext&gt;&lt;mn&gt;2&lt;/mn&gt;&lt;mtext&gt;&lt;/mtext&gt;&lt;mfrac&gt;&lt;mn&gt;2&lt;/mn&gt;&lt;mn&gt;5&lt;/mn&gt;&lt;/mfrac&gt;&lt;mo data-mjx-texclass=&quot;CLOSE&quot;&gt;)&lt;/mo&gt;&lt;/mrow&gt;&lt;mtext&gt;&lt;/mtext&gt;&lt;mo&gt;=&lt;/mo&gt;&lt;mtext&gt;&lt;/mtext&gt;&lt;mrow data-mjx-texclass=&quot;INNER&quot;&gt;&lt;mo data-mjx-texclass=&quot;OPEN&quot;&gt;(&lt;/mo&gt;&lt;mn&gt;4&lt;/mn&gt;&lt;mfrac&gt;&lt;mn&gt;3&lt;/mn&gt;&lt;mrow&gt;&lt;mn&gt;20&lt;/mn&gt;&lt;mo&gt;,&lt;/mo&gt;&lt;/mrow&gt;&lt;/mfrac&gt;&lt;mn&gt;2&lt;/mn&gt;&lt;mtext&gt;&lt;/mtext&gt;&lt;mfrac&gt;&lt;mn&gt;2&lt;/mn&gt;&lt;mn&gt;5&lt;/mn&gt;&lt;/mfrac&gt;&lt;mo data-mjx-texclass=&quot;CLOSE&quot;&gt;)&lt;/mo&gt;&lt;/mrow&gt;&lt;/math&gt;" id="275" name="Google Shape;275;p22" title="open paren 1 and three fourths plus 2 two fifths comma 2 two fifths close paren equals open paren 4 the fraction with numerator 3 and denominator 20 comma 2 two fifths close paren"/>
          <p:cNvPicPr preferRelativeResize="0"/>
          <p:nvPr/>
        </p:nvPicPr>
        <p:blipFill rotWithShape="1">
          <a:blip r:embed="rId4">
            <a:alphaModFix/>
          </a:blip>
          <a:srcRect b="0" l="65483" r="0" t="0"/>
          <a:stretch/>
        </p:blipFill>
        <p:spPr>
          <a:xfrm>
            <a:off x="4588699" y="2438968"/>
            <a:ext cx="795988" cy="385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\frac{3}{4}+2\ \frac{2}{5},\ 2\ \frac{2}{5}\right)\ =\ \left(4\frac{3}{20,}2\ \frac{2}{5}\right)&quot;&gt;&lt;mrow data-mjx-texclass=&quot;INNER&quot;&gt;&lt;mo data-mjx-texclass=&quot;OPEN&quot;&gt;(&lt;/mo&gt;&lt;mn&gt;1&lt;/mn&gt;&lt;mfrac&gt;&lt;mn&gt;3&lt;/mn&gt;&lt;mn&gt;4&lt;/mn&gt;&lt;/mfrac&gt;&lt;mo&gt;+&lt;/mo&gt;&lt;mn&gt;2&lt;/mn&gt;&lt;mtext&gt;&lt;/mtext&gt;&lt;mfrac&gt;&lt;mn&gt;2&lt;/mn&gt;&lt;mn&gt;5&lt;/mn&gt;&lt;/mfrac&gt;&lt;mo&gt;,&lt;/mo&gt;&lt;mtext&gt;&lt;/mtext&gt;&lt;mn&gt;2&lt;/mn&gt;&lt;mtext&gt;&lt;/mtext&gt;&lt;mfrac&gt;&lt;mn&gt;2&lt;/mn&gt;&lt;mn&gt;5&lt;/mn&gt;&lt;/mfrac&gt;&lt;mo data-mjx-texclass=&quot;CLOSE&quot;&gt;)&lt;/mo&gt;&lt;/mrow&gt;&lt;mtext&gt;&lt;/mtext&gt;&lt;mo&gt;=&lt;/mo&gt;&lt;mtext&gt;&lt;/mtext&gt;&lt;mrow data-mjx-texclass=&quot;INNER&quot;&gt;&lt;mo data-mjx-texclass=&quot;OPEN&quot;&gt;(&lt;/mo&gt;&lt;mn&gt;4&lt;/mn&gt;&lt;mfrac&gt;&lt;mn&gt;3&lt;/mn&gt;&lt;mrow&gt;&lt;mn&gt;20&lt;/mn&gt;&lt;mo&gt;,&lt;/mo&gt;&lt;/mrow&gt;&lt;/mfrac&gt;&lt;mn&gt;2&lt;/mn&gt;&lt;mtext&gt;&lt;/mtext&gt;&lt;mfrac&gt;&lt;mn&gt;2&lt;/mn&gt;&lt;mn&gt;5&lt;/mn&gt;&lt;/mfrac&gt;&lt;mo data-mjx-texclass=&quot;CLOSE&quot;&gt;)&lt;/mo&gt;&lt;/mrow&gt;&lt;/math&gt;" id="276" name="Google Shape;276;p22" title="open paren 1 and three fourths plus 2 two fifths comma 2 two fifths close paren equals open paren 4 the fraction with numerator 3 and denominator 20 comma 2 two fifths close paren"/>
          <p:cNvPicPr preferRelativeResize="0"/>
          <p:nvPr/>
        </p:nvPicPr>
        <p:blipFill rotWithShape="1">
          <a:blip r:embed="rId4">
            <a:alphaModFix/>
          </a:blip>
          <a:srcRect b="0" l="65293" r="0" t="0"/>
          <a:stretch/>
        </p:blipFill>
        <p:spPr>
          <a:xfrm>
            <a:off x="2067544" y="2216717"/>
            <a:ext cx="667336" cy="3214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2"/>
          <p:cNvCxnSpPr/>
          <p:nvPr/>
        </p:nvCxnSpPr>
        <p:spPr>
          <a:xfrm>
            <a:off x="1189320" y="2494557"/>
            <a:ext cx="756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+\ 2\frac{2}{5}&quot;&gt;&lt;mo&gt;+&lt;/mo&gt;&lt;mtext&gt;&lt;/mtext&gt;&lt;mn&gt;2&lt;/mn&gt;&lt;mfrac&gt;&lt;mn&gt;2&lt;/mn&gt;&lt;mn&gt;5&lt;/mn&gt;&lt;/mfrac&gt;&lt;/math&gt;" id="278" name="Google Shape;278;p22" title="plus 2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297" y="2538164"/>
            <a:ext cx="330982" cy="3214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22"/>
          <p:cNvCxnSpPr/>
          <p:nvPr/>
        </p:nvCxnSpPr>
        <p:spPr>
          <a:xfrm rot="10800000">
            <a:off x="1070061" y="1613849"/>
            <a:ext cx="0" cy="7293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+\ 2\frac{2}{5}&quot;&gt;&lt;mo&gt;+&lt;/mo&gt;&lt;mtext&gt;&lt;/mtext&gt;&lt;mn&gt;2&lt;/mn&gt;&lt;mfrac&gt;&lt;mn&gt;2&lt;/mn&gt;&lt;mn&gt;5&lt;/mn&gt;&lt;/mfrac&gt;&lt;/math&gt;" id="280" name="Google Shape;280;p22" title="plus 2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987" y="1780545"/>
            <a:ext cx="330982" cy="32144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4381222" y="2880094"/>
            <a:ext cx="38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381222" y="3233166"/>
            <a:ext cx="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 4\frac{3}{20},\ 4\frac{4}{5}\right)&quot;&gt;&lt;mrow data-mjx-texclass=&quot;INNER&quot;&gt;&lt;mo data-mjx-texclass=&quot;OPEN&quot;&gt;(&lt;/mo&gt;&lt;mtext&gt;&lt;/mtext&gt;&lt;mn&gt;4&lt;/mn&gt;&lt;mfrac&gt;&lt;mn&gt;3&lt;/mn&gt;&lt;mn&gt;20&lt;/mn&gt;&lt;/mfrac&gt;&lt;mo&gt;,&lt;/mo&gt;&lt;mtext&gt;&lt;/mtext&gt;&lt;mn&gt;4&lt;/mn&gt;&lt;mfrac&gt;&lt;mn&gt;4&lt;/mn&gt;&lt;mn&gt;5&lt;/mn&gt;&lt;/mfrac&gt;&lt;mo data-mjx-texclass=&quot;CLOSE&quot;&gt;)&lt;/mo&gt;&lt;/mrow&gt;&lt;/math&gt;" id="283" name="Google Shape;283;p22" title="open paren 4 and 3 over 20 comma 4 and four fifths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3218" y="1156926"/>
            <a:ext cx="795987" cy="371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 4\frac{3}{20},\ 4\frac{4}{5}\right)&quot;&gt;&lt;mrow data-mjx-texclass=&quot;INNER&quot;&gt;&lt;mo data-mjx-texclass=&quot;OPEN&quot;&gt;(&lt;/mo&gt;&lt;mtext&gt;&lt;/mtext&gt;&lt;mn&gt;4&lt;/mn&gt;&lt;mfrac&gt;&lt;mn&gt;3&lt;/mn&gt;&lt;mn&gt;20&lt;/mn&gt;&lt;/mfrac&gt;&lt;mo&gt;,&lt;/mo&gt;&lt;mtext&gt;&lt;/mtext&gt;&lt;mn&gt;4&lt;/mn&gt;&lt;mfrac&gt;&lt;mn&gt;4&lt;/mn&gt;&lt;mn&gt;5&lt;/mn&gt;&lt;/mfrac&gt;&lt;mo data-mjx-texclass=&quot;CLOSE&quot;&gt;)&lt;/mo&gt;&lt;/mrow&gt;&lt;/math&gt;" id="284" name="Google Shape;284;p22" title="open paren 4 and 3 over 20 comma 4 and four fifths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4295" y="3317372"/>
            <a:ext cx="795987" cy="3717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2"/>
          <p:cNvCxnSpPr/>
          <p:nvPr/>
        </p:nvCxnSpPr>
        <p:spPr>
          <a:xfrm rot="10800000">
            <a:off x="2070681" y="1613849"/>
            <a:ext cx="0" cy="7293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+\ 2\frac{2}{5}&quot;&gt;&lt;mo&gt;+&lt;/mo&gt;&lt;mtext&gt;&lt;/mtext&gt;&lt;mn&gt;2&lt;/mn&gt;&lt;mfrac&gt;&lt;mn&gt;2&lt;/mn&gt;&lt;mn&gt;5&lt;/mn&gt;&lt;/mfrac&gt;&lt;/math&gt;" id="286" name="Google Shape;286;p22" title="plus 2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737" y="1780545"/>
            <a:ext cx="330982" cy="321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\frac{3}{4},\ 4\frac{4}{5}\right)&quot;&gt;&lt;mrow data-mjx-texclass=&quot;INNER&quot;&gt;&lt;mo data-mjx-texclass=&quot;OPEN&quot;&gt;(&lt;/mo&gt;&lt;mn&gt;1&lt;/mn&gt;&lt;mfrac&gt;&lt;mn&gt;3&lt;/mn&gt;&lt;mn&gt;4&lt;/mn&gt;&lt;/mfrac&gt;&lt;mo&gt;,&lt;/mo&gt;&lt;mtext&gt;&lt;/mtext&gt;&lt;mn&gt;4&lt;/mn&gt;&lt;mfrac&gt;&lt;mn&gt;4&lt;/mn&gt;&lt;mn&gt;5&lt;/mn&gt;&lt;/mfrac&gt;&lt;mo data-mjx-texclass=&quot;CLOSE&quot;&gt;)&lt;/mo&gt;&lt;/mrow&gt;&lt;/math&gt;" id="287" name="Google Shape;287;p22" title="open paren 1 and three fourths comma 4 and four fifths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9890" y="2878185"/>
            <a:ext cx="704797" cy="385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\frac{3}{4},\ 4\frac{4}{5}\right)&quot;&gt;&lt;mrow data-mjx-texclass=&quot;INNER&quot;&gt;&lt;mo data-mjx-texclass=&quot;OPEN&quot;&gt;(&lt;/mo&gt;&lt;mn&gt;1&lt;/mn&gt;&lt;mfrac&gt;&lt;mn&gt;3&lt;/mn&gt;&lt;mn&gt;4&lt;/mn&gt;&lt;/mfrac&gt;&lt;mo&gt;,&lt;/mo&gt;&lt;mtext&gt;&lt;/mtext&gt;&lt;mn&gt;4&lt;/mn&gt;&lt;mfrac&gt;&lt;mn&gt;4&lt;/mn&gt;&lt;mn&gt;5&lt;/mn&gt;&lt;/mfrac&gt;&lt;mo data-mjx-texclass=&quot;CLOSE&quot;&gt;)&lt;/mo&gt;&lt;/mrow&gt;&lt;/math&gt;" id="288" name="Google Shape;288;p22" title="open paren 1 and three fourths comma 4 and four fifths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309" y="1150055"/>
            <a:ext cx="704797" cy="385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3446475" y="735075"/>
            <a:ext cx="6042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1\frac{3}{4},\ 2\frac{2}{5}\right)&quot;&gt;&lt;mrow data-mjx-texclass=&quot;INNER&quot;&gt;&lt;mo data-mjx-texclass=&quot;OPEN&quot;&gt;(&lt;/mo&gt;&lt;mn&gt;1&lt;/mn&gt;&lt;mfrac&gt;&lt;mn&gt;3&lt;/mn&gt;&lt;mn&gt;4&lt;/mn&gt;&lt;/mfrac&gt;&lt;mo&gt;,&lt;/mo&gt;&lt;mtext&gt;&lt;/mtext&gt;&lt;mn&gt;2&lt;/mn&gt;&lt;mfrac&gt;&lt;mn&gt;2&lt;/mn&gt;&lt;mn&gt;5&lt;/mn&gt;&lt;/mfrac&gt;&lt;mo data-mjx-texclass=&quot;CLOSE&quot;&gt;)&lt;/mo&gt;&lt;/mrow&gt;&lt;/math&gt;" id="290" name="Google Shape;290;p22" title="open paren 1 and three fourths comma 2 and two fifths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7796" y="1226210"/>
            <a:ext cx="704815" cy="385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\frac{3}{4},\ 2\frac{2}{5}\right)&quot;&gt;&lt;mrow data-mjx-texclass=&quot;INNER&quot;&gt;&lt;mo data-mjx-texclass=&quot;OPEN&quot;&gt;(&lt;/mo&gt;&lt;mn&gt;1&lt;/mn&gt;&lt;mfrac&gt;&lt;mn&gt;3&lt;/mn&gt;&lt;mn&gt;4&lt;/mn&gt;&lt;/mfrac&gt;&lt;mo&gt;,&lt;/mo&gt;&lt;mtext&gt;&lt;/mtext&gt;&lt;mn&gt;2&lt;/mn&gt;&lt;mfrac&gt;&lt;mn&gt;2&lt;/mn&gt;&lt;mn&gt;5&lt;/mn&gt;&lt;/mfrac&gt;&lt;mo data-mjx-texclass=&quot;CLOSE&quot;&gt;)&lt;/mo&gt;&lt;/mrow&gt;&lt;/math&gt;" id="291" name="Google Shape;291;p22" title="open paren 1 and three fourths comma 2 and two fifths close paren"/>
          <p:cNvPicPr preferRelativeResize="0"/>
          <p:nvPr/>
        </p:nvPicPr>
        <p:blipFill rotWithShape="1">
          <a:blip r:embed="rId8">
            <a:alphaModFix/>
          </a:blip>
          <a:srcRect b="0" l="52223" r="13650" t="0"/>
          <a:stretch/>
        </p:blipFill>
        <p:spPr>
          <a:xfrm>
            <a:off x="5308440" y="689709"/>
            <a:ext cx="280627" cy="44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3446478" y="1268486"/>
            <a:ext cx="3315600" cy="15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coordinate of A is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coordinate of B, C and D, giving your answer as a mixed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3446475" y="963682"/>
            <a:ext cx="33156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plotted on an 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3780000" y="735075"/>
            <a:ext cx="755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344000" y="735075"/>
            <a:ext cx="524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701975" y="735075"/>
            <a:ext cx="6672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5613150" y="735075"/>
            <a:ext cx="191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units has been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