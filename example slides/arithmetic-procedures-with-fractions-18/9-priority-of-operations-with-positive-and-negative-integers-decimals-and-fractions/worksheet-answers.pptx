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3.12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665" r:id="rId1"/>
    <p:sldMasterId id="2147483666" r:id="rId2"/>
  </p:sldMasterIdLst>
  <p:notesMasterIdLst>
    <p:notesMasterId r:id="rId3"/>
  </p:notesMasterIdLst>
  <p:sldIdLst>
    <p:sldId id="256" r:id="rId4"/>
    <p:sldId id="257" r:id="rId5"/>
    <p:sldId id="258" r:id="rId6"/>
  </p:sldIdLst>
  <p:sldSz cx="7560000" cy="10692000"/>
  <p:notesSz cx="6858000" cy="9144000"/>
  <p:embeddedFontLst>
    <p:embeddedFont>
      <p:font typeface="Lexend" panose="00000000000000000000"/>
      <p:regular r:id="rId8"/>
    </p:embeddedFont>
    <p:embeddedFont>
      <p:font typeface="Kalam" panose="02000000000000000000"/>
      <p:regular r:id="rId9"/>
    </p:embeddedFont>
    <p:embeddedFont>
      <p:font typeface="Lexend Medium" panose="00000000000000000000"/>
      <p:regular r:id="rId10"/>
    </p:embeddedFont>
    <p:embeddedFont>
      <p:font typeface="Lexend Light" panose="00000000000000000000"/>
      <p:regular r:id="rId11"/>
    </p:embeddedFont>
  </p:embeddedFontLst>
  <p:custDataLst>
    <p:tags r:id="rId7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3.fntdata" /><Relationship Id="rId11" Type="http://schemas.openxmlformats.org/officeDocument/2006/relationships/font" Target="fonts/font4.fntdata" /><Relationship Id="rId12" Type="http://schemas.openxmlformats.org/officeDocument/2006/relationships/presProps" Target="presProps.xml" /><Relationship Id="rId13" Type="http://schemas.openxmlformats.org/officeDocument/2006/relationships/viewProps" Target="viewProps.xml" /><Relationship Id="rId14" Type="http://schemas.openxmlformats.org/officeDocument/2006/relationships/theme" Target="theme/theme1.xml" /><Relationship Id="rId15" Type="http://schemas.openxmlformats.org/officeDocument/2006/relationships/tableStyles" Target="tableStyles.xml" /><Relationship Id="rId2" Type="http://schemas.openxmlformats.org/officeDocument/2006/relationships/slideMaster" Target="slideMasters/slideMaster2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slide" Target="slides/slide3.xml" /><Relationship Id="rId7" Type="http://schemas.openxmlformats.org/officeDocument/2006/relationships/tags" Target="tags/tag1.xml" /><Relationship Id="rId8" Type="http://schemas.openxmlformats.org/officeDocument/2006/relationships/font" Target="fonts/font1.fntdata" /><Relationship Id="rId9" Type="http://schemas.openxmlformats.org/officeDocument/2006/relationships/font" Target="fonts/font2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_rels/notesSlide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67" name="Shape 167"/>
        <p:cNvGrpSpPr/>
        <p:nvPr/>
      </p:nvGrpSpPr>
      <p:grpSpPr>
        <a:xfrm>
          <a:off x="0" y="0"/>
          <a:ext cx="0" cy="0"/>
        </a:xfrm>
      </p:grpSpPr>
      <p:sp>
        <p:nvSpPr>
          <p:cNvPr id="168" name="Google Shape;168;g279934fec8d_0_131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79934fec8d_0_13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16" name="Shape 216"/>
        <p:cNvGrpSpPr/>
        <p:nvPr/>
      </p:nvGrpSpPr>
      <p:grpSpPr>
        <a:xfrm>
          <a:off x="0" y="0"/>
          <a:ext cx="0" cy="0"/>
        </a:xfrm>
      </p:grpSpPr>
      <p:sp>
        <p:nvSpPr>
          <p:cNvPr id="217" name="Google Shape;217;g2a3f5cfdb75_0_43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2a3f5cfdb75_0_4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58" name="Shape 258"/>
        <p:cNvGrpSpPr/>
        <p:nvPr/>
      </p:nvGrpSpPr>
      <p:grpSpPr>
        <a:xfrm>
          <a:off x="0" y="0"/>
          <a:ext cx="0" cy="0"/>
        </a:xfrm>
      </p:grpSpPr>
      <p:sp>
        <p:nvSpPr>
          <p:cNvPr id="259" name="Google Shape;259;g279934fec8d_0_136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0" name="Google Shape;260;g279934fec8d_0_13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5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slideMaster" Target="../slideMasters/slideMaster2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slideMaster" Target="../slideMasters/slideMaster2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Answers 1">
  <p:cSld name="SECTION_HEADER_1_1_1_1_1_1_1_1_1_2_2"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Answers 1 1">
  <p:cSld name="SECTION_HEADER_1_1_1_1_1_1_1_1_1_2_1">
    <p:spTree>
      <p:nvGrpSpPr>
        <p:cNvPr id="15" name="Shape 15"/>
        <p:cNvGrpSpPr/>
        <p:nvPr/>
      </p:nvGrpSpPr>
      <p:grpSpPr>
        <a:xfrm>
          <a:off x="0" y="0"/>
          <a: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type="subTitle" idx="1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type="subTitle" idx="2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subTitle" idx="3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ubTitle" idx="4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type="subTitle" idx="5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type="subTitle" idx="6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type="subTitle" idx="7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type="subTitle" idx="8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5" name="Google Shape;25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3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" name="Google Shape;27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28" name="Google Shape;28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9" name="Google Shape;29;p3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pic>
        <p:nvPicPr>
          <p:cNvPr id="30" name="Google Shape;30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3"/>
          <p:cNvSpPr txBox="1"/>
          <p:nvPr>
            <p:ph type="subTitle" idx="9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1">
  <p:cSld name="SECTION_HEADER_1_1_1_1_1_1_1_1_1_1">
    <p:spTree>
      <p:nvGrpSpPr>
        <p:cNvPr id="32" name="Shape 32"/>
        <p:cNvGrpSpPr/>
        <p:nvPr/>
      </p:nvGrpSpPr>
      <p:grpSpPr>
        <a:xfrm>
          <a:off x="0" y="0"/>
          <a:ext cx="0" cy="0"/>
        </a:xfrm>
      </p:grpSpPr>
      <p:sp>
        <p:nvSpPr>
          <p:cNvPr id="33" name="Google Shape;33;p4"/>
          <p:cNvSpPr txBox="1"/>
          <p:nvPr>
            <p:ph type="subTitle" idx="1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type="subTitle" idx="2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type="subTitle" idx="3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6" name="Google Shape;36;p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4"/>
          <p:cNvSpPr txBox="1"/>
          <p:nvPr>
            <p:ph type="subTitle" idx="4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2">
  <p:cSld name="SECTION_HEADER_1_1_1_1_1_1_1_1_1_1_1">
    <p:spTree>
      <p:nvGrpSpPr>
        <p:cNvPr id="38" name="Shape 38"/>
        <p:cNvGrpSpPr/>
        <p:nvPr/>
      </p:nvGrpSpPr>
      <p:grpSpPr>
        <a:xfrm>
          <a:off x="0" y="0"/>
          <a:ext cx="0" cy="0"/>
        </a:xfrm>
      </p:grpSpPr>
      <p:sp>
        <p:nvSpPr>
          <p:cNvPr id="39" name="Google Shape;39;p5"/>
          <p:cNvSpPr txBox="1"/>
          <p:nvPr>
            <p:ph type="subTitle" idx="1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type="subTitle" idx="2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type="subTitle" idx="3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type="subTitle" idx="4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3" name="Google Shape;43;p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5"/>
          <p:cNvSpPr txBox="1"/>
          <p:nvPr>
            <p:ph type="subTitle" idx="5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3">
  <p:cSld name="SECTION_HEADER_1_1_1_1_1_1_1_1_1_1_1_2">
    <p:spTree>
      <p:nvGrpSpPr>
        <p:cNvPr id="45" name="Shape 45"/>
        <p:cNvGrpSpPr/>
        <p:nvPr/>
      </p:nvGrpSpPr>
      <p:grpSpPr>
        <a:xfrm>
          <a:off x="0" y="0"/>
          <a:ext cx="0" cy="0"/>
        </a:xfrm>
      </p:grpSpPr>
      <p:sp>
        <p:nvSpPr>
          <p:cNvPr id="46" name="Google Shape;46;p6"/>
          <p:cNvSpPr txBox="1"/>
          <p:nvPr>
            <p:ph type="subTitle" idx="1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type="subTitle" idx="2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type="subTitle" idx="3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type="subTitle" idx="4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type="subTitle" idx="5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type="subTitle" idx="6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2" name="Google Shape;52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6"/>
          <p:cNvSpPr txBox="1"/>
          <p:nvPr>
            <p:ph type="subTitle" idx="7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4">
  <p:cSld name="SECTION_HEADER_1_1_1_1_1_1_1_1_1_1_1_2_1">
    <p:spTree>
      <p:nvGrpSpPr>
        <p:cNvPr id="54" name="Shape 54"/>
        <p:cNvGrpSpPr/>
        <p:nvPr/>
      </p:nvGrpSpPr>
      <p:grpSpPr>
        <a:xfrm>
          <a:off x="0" y="0"/>
          <a:ext cx="0" cy="0"/>
        </a:xfrm>
      </p:grpSpPr>
      <p:sp>
        <p:nvSpPr>
          <p:cNvPr id="55" name="Google Shape;55;p7"/>
          <p:cNvSpPr txBox="1"/>
          <p:nvPr>
            <p:ph type="subTitle" idx="1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>
            <p:ph type="subTitle" idx="2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Elements to copy and paste">
  <p:cSld name="SECTION_HEADER_1_1_1_1_1_1_1_1_1_1_1_2_1_1">
    <p:spTree>
      <p:nvGrpSpPr>
        <p:cNvPr id="58" name="Shape 58"/>
        <p:cNvGrpSpPr/>
        <p:nvPr/>
      </p:nvGrpSpPr>
      <p:grpSpPr>
        <a:xfrm>
          <a:off x="0" y="0"/>
          <a:ext cx="0" cy="0"/>
        </a:xfrm>
      </p:grpSpPr>
      <p:sp>
        <p:nvSpPr>
          <p:cNvPr id="59" name="Google Shape;59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0" name="Google Shape;60;p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 Title page">
  <p:cSld name="SECTION_HEADER_1_1_1_1_1_1_1_1_1_1_1_2_1_1_1_1_1_2">
    <p:bg>
      <p:bgPr>
        <a:solidFill>
          <a:schemeClr val="lt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</a:xfrm>
      </p:grpSpPr>
      <p:pic>
        <p:nvPicPr>
          <p:cNvPr id="66" name="Google Shape;66;p1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8" name="Google Shape;68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9" name="Google Shape;69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2" name="Google Shape;72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0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</a:xfrm>
      </p:grpSpPr>
      <p:pic>
        <p:nvPicPr>
          <p:cNvPr id="75" name="Google Shape;75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7" name="Google Shape;77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8" name="Google Shape;78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" name="Google Shape;81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1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</a:xfrm>
      </p:grpSpPr>
      <p:pic>
        <p:nvPicPr>
          <p:cNvPr id="84" name="Google Shape;84;p1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6" name="Google Shape;86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2"/>
          <p:cNvSpPr txBox="1"/>
          <p:nvPr>
            <p:ph type="subTitle" idx="1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2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</a:xfrm>
      </p:grpSpPr>
      <p:pic>
        <p:nvPicPr>
          <p:cNvPr id="91" name="Google Shape;91;p1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" name="Google Shape;94;p13"/>
          <p:cNvSpPr txBox="1"/>
          <p:nvPr>
            <p:ph type="subTitle" idx="1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95" name="Google Shape;95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3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0" name="Google Shape;100;p13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 Single page worksheet">
  <p:cSld name="SECTION_HEADER_1_1_1_1_1_1_1_1_1_1_1_2_1_1_1_1_1_2_1">
    <p:bg>
      <p:bgPr>
        <a:solidFill>
          <a:schemeClr val="lt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</a:xfrm>
      </p:grpSpPr>
      <p:pic>
        <p:nvPicPr>
          <p:cNvPr id="102" name="Google Shape;102;p1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4" name="Google Shape;104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5" name="Google Shape;105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8" name="Google Shape;108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3" name="Google Shape;113;p14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</a:xfrm>
      </p:grpSpPr>
      <p:pic>
        <p:nvPicPr>
          <p:cNvPr id="115" name="Google Shape;115;p1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7" name="Google Shape;117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8" name="Google Shape;118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1" name="Google Shape;121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6" name="Google Shape;126;p15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</a:xfrm>
      </p:grpSpPr>
      <p:pic>
        <p:nvPicPr>
          <p:cNvPr id="128" name="Google Shape;128;p1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0" name="Google Shape;130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31" name="Google Shape;131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4" name="Google Shape;134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1 Landscape middle page">
  <p:cSld name="SECTION_HEADER_1_1_1_1_1_1_1_1_1_1_1_2_1_1_1_1_1_1_1_1_1_1_1_2">
    <p:bg>
      <p:bgPr>
        <a:solidFill>
          <a:schemeClr val="lt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</a:xfrm>
      </p:grpSpPr>
      <p:pic>
        <p:nvPicPr>
          <p:cNvPr id="137" name="Google Shape;137;p1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9" name="Google Shape;139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0" name="Google Shape;140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7"/>
          <p:cNvSpPr txBox="1"/>
          <p:nvPr>
            <p:ph type="subTitle" idx="1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2 Landscape last page">
  <p:cSld name="SECTION_HEADER_1_1_1_1_1_1_1_1_1_1_1_2_1_1_1_1_1_1_1_1_1_1_1_1_1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</a:xfrm>
      </p:grpSpPr>
      <p:pic>
        <p:nvPicPr>
          <p:cNvPr id="144" name="Google Shape;144;p1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7" name="Google Shape;147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8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" name="Google Shape;14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0" name="Google Shape;15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1" name="Google Shape;15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2" name="Google Shape;152;p18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18"/>
          <p:cNvSpPr txBox="1"/>
          <p:nvPr>
            <p:ph type="subTitle" idx="2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</a:xfrm>
      </p:grpSpPr>
      <p:pic>
        <p:nvPicPr>
          <p:cNvPr id="155" name="Google Shape;155;p1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9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7" name="Google Shape;15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1" name="Google Shape;161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4" name="Google Shape;16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5" name="Google Shape;16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6" name="Google Shape;166;p19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theme" Target="../theme/theme1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slideLayout" Target="../slideLayouts/slideLayout17.xml" /><Relationship Id="rId11" Type="http://schemas.openxmlformats.org/officeDocument/2006/relationships/theme" Target="../theme/theme2.xml" /><Relationship Id="rId2" Type="http://schemas.openxmlformats.org/officeDocument/2006/relationships/slideLayout" Target="../slideLayouts/slideLayout9.xml" /><Relationship Id="rId3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12.xml" /><Relationship Id="rId6" Type="http://schemas.openxmlformats.org/officeDocument/2006/relationships/slideLayout" Target="../slideLayouts/slideLayout13.xml" /><Relationship Id="rId7" Type="http://schemas.openxmlformats.org/officeDocument/2006/relationships/slideLayout" Target="../slideLayouts/slideLayout14.xml" /><Relationship Id="rId8" Type="http://schemas.openxmlformats.org/officeDocument/2006/relationships/slideLayout" Target="../slideLayouts/slideLayout15.xml" /><Relationship Id="rId9" Type="http://schemas.openxmlformats.org/officeDocument/2006/relationships/slideLayout" Target="../slideLayouts/slideLayout16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</a:xfrm>
      </p:grpSpPr>
      <p:sp>
        <p:nvSpPr>
          <p:cNvPr id="62" name="Google Shape;62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3" name="Google Shape;63;p9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notesSlide" Target="../notesSlides/notesSlide1.xml" /><Relationship Id="rId3" Type="http://schemas.openxmlformats.org/officeDocument/2006/relationships/image" Target="../media/image7.png" /><Relationship Id="rId4" Type="http://schemas.openxmlformats.org/officeDocument/2006/relationships/image" Target="../media/image8.png" /><Relationship Id="rId5" Type="http://schemas.openxmlformats.org/officeDocument/2006/relationships/image" Target="../media/image9.png" /><Relationship Id="rId6" Type="http://schemas.openxmlformats.org/officeDocument/2006/relationships/image" Target="../media/image10.png" /><Relationship Id="rId7" Type="http://schemas.openxmlformats.org/officeDocument/2006/relationships/image" Target="../media/image11.png" /><Relationship Id="rId8" Type="http://schemas.openxmlformats.org/officeDocument/2006/relationships/image" Target="../media/image12.png" /><Relationship Id="rId9" Type="http://schemas.openxmlformats.org/officeDocument/2006/relationships/image" Target="../media/image13.png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0.xml" /><Relationship Id="rId2" Type="http://schemas.openxmlformats.org/officeDocument/2006/relationships/notesSlide" Target="../notesSlides/notesSlide2.xml" /><Relationship Id="rId3" Type="http://schemas.openxmlformats.org/officeDocument/2006/relationships/image" Target="../media/image14.png" /><Relationship Id="rId4" Type="http://schemas.openxmlformats.org/officeDocument/2006/relationships/image" Target="../media/image15.png" /><Relationship Id="rId5" Type="http://schemas.openxmlformats.org/officeDocument/2006/relationships/image" Target="../media/image16.png" /><Relationship Id="rId6" Type="http://schemas.openxmlformats.org/officeDocument/2006/relationships/image" Target="../media/image17.png" /><Relationship Id="rId7" Type="http://schemas.openxmlformats.org/officeDocument/2006/relationships/image" Target="../media/image18.png" /></Relationships>
</file>

<file path=ppt/slides/_rels/slide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10" Type="http://schemas.openxmlformats.org/officeDocument/2006/relationships/image" Target="../media/image25.png" /><Relationship Id="rId11" Type="http://schemas.openxmlformats.org/officeDocument/2006/relationships/image" Target="../media/image26.png" /><Relationship Id="rId12" Type="http://schemas.openxmlformats.org/officeDocument/2006/relationships/image" Target="../media/image27.png" /><Relationship Id="rId13" Type="http://schemas.openxmlformats.org/officeDocument/2006/relationships/image" Target="../media/image28.png" /><Relationship Id="rId2" Type="http://schemas.openxmlformats.org/officeDocument/2006/relationships/notesSlide" Target="../notesSlides/notesSlide3.xml" /><Relationship Id="rId3" Type="http://schemas.openxmlformats.org/officeDocument/2006/relationships/image" Target="../media/image19.png" /><Relationship Id="rId4" Type="http://schemas.openxmlformats.org/officeDocument/2006/relationships/image" Target="../media/image20.png" /><Relationship Id="rId5" Type="http://schemas.openxmlformats.org/officeDocument/2006/relationships/image" Target="../media/image21.png" /><Relationship Id="rId6" Type="http://schemas.openxmlformats.org/officeDocument/2006/relationships/image" Target="../media/image22.png" /><Relationship Id="rId7" Type="http://schemas.openxmlformats.org/officeDocument/2006/relationships/image" Target="../media/image23.png" /><Relationship Id="rId8" Type="http://schemas.openxmlformats.org/officeDocument/2006/relationships/image" Target="../media/image24.png" /><Relationship Id="rId9" Type="http://schemas.openxmlformats.org/officeDocument/2006/relationships/image" Target="../media/image15.png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70" name="Shape 170"/>
        <p:cNvGrpSpPr/>
        <p:nvPr/>
      </p:nvGrpSpPr>
      <p:grpSpPr>
        <a:xfrm>
          <a:off x="0" y="0"/>
          <a:ext cx="0" cy="0"/>
        </a:xfrm>
      </p:grpSpPr>
      <p:sp>
        <p:nvSpPr>
          <p:cNvPr id="171" name="Google Shape;171;p2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  <p:sp>
        <p:nvSpPr>
          <p:cNvPr id="172" name="Google Shape;172;p20"/>
          <p:cNvSpPr txBox="1"/>
          <p:nvPr>
            <p:ph type="title"/>
          </p:nvPr>
        </p:nvSpPr>
        <p:spPr>
          <a:xfrm>
            <a:off x="468000" y="635400"/>
            <a:ext cx="6624000" cy="554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Priority of operations with positive and negative integers, decimals and fractions</a:t>
            </a:r>
            <a:endParaRPr/>
          </a:p>
        </p:txBody>
      </p:sp>
      <p:sp>
        <p:nvSpPr>
          <p:cNvPr id="173" name="Google Shape;173;p20"/>
          <p:cNvSpPr txBox="1"/>
          <p:nvPr/>
        </p:nvSpPr>
        <p:spPr>
          <a:xfrm>
            <a:off x="468000" y="1448300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A: Reviewing priority of operations  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" name="Google Shape;174;p20"/>
          <p:cNvSpPr txBox="1"/>
          <p:nvPr/>
        </p:nvSpPr>
        <p:spPr>
          <a:xfrm>
            <a:off x="468000" y="1792375"/>
            <a:ext cx="66240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Work out the following using the priority of operations, giving your answer in its simplest form where possible.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" name="Google Shape;175;p20"/>
          <p:cNvSpPr txBox="1"/>
          <p:nvPr/>
        </p:nvSpPr>
        <p:spPr>
          <a:xfrm>
            <a:off x="468000" y="2315575"/>
            <a:ext cx="455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/>
          </a:p>
        </p:txBody>
      </p:sp>
      <p:sp>
        <p:nvSpPr>
          <p:cNvPr id="176" name="Google Shape;176;p20"/>
          <p:cNvSpPr txBox="1"/>
          <p:nvPr/>
        </p:nvSpPr>
        <p:spPr>
          <a:xfrm>
            <a:off x="2816386" y="2373065"/>
            <a:ext cx="455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/>
          </a:p>
        </p:txBody>
      </p:sp>
      <p:sp>
        <p:nvSpPr>
          <p:cNvPr id="177" name="Google Shape;177;p20"/>
          <p:cNvSpPr txBox="1"/>
          <p:nvPr/>
        </p:nvSpPr>
        <p:spPr>
          <a:xfrm>
            <a:off x="4877964" y="2373065"/>
            <a:ext cx="455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1200"/>
          </a:p>
        </p:txBody>
      </p:sp>
      <p:pic>
        <p:nvPicPr>
          <p:cNvPr id="178" name="Google Shape;178;p20" descr="&lt;math xmlns=&quot;http://www.w3.org/1998/Math/MathML&quot; display=&quot;block&quot; data-is-equatio=&quot;1&quot; data-latex=&quot;\begin{array}{l}\frac{9}{10}+\frac{3}{4}\times\frac{2}{5}=\\&amp;#13;&amp;#10;\frac{9}{10\ }+\frac{6}{20}=\frac{9}{10}+\frac{3}{10}=\frac{12}{10}=\frac{6}{5}=1\frac{1}{5}\end{array}&quot;&gt;&lt;mtable columnalign=&quot;left&quot; columnspacing=&quot;1em&quot; rowspacing=&quot;4pt&quot;&gt;&lt;mtr&gt;&lt;mtd&gt;&lt;mfrac&gt;&lt;mn&gt;9&lt;/mn&gt;&lt;mn&gt;10&lt;/mn&gt;&lt;/mfrac&gt;&lt;mo&gt;+&lt;/mo&gt;&lt;mfrac&gt;&lt;mn&gt;3&lt;/mn&gt;&lt;mn&gt;4&lt;/mn&gt;&lt;/mfrac&gt;&lt;mo&gt;×&lt;/mo&gt;&lt;mfrac&gt;&lt;mn&gt;2&lt;/mn&gt;&lt;mn&gt;5&lt;/mn&gt;&lt;/mfrac&gt;&lt;mo&gt;=&lt;/mo&gt;&lt;/mtd&gt;&lt;/mtr&gt;&lt;mtr&gt;&lt;mtd&gt;&lt;mfrac&gt;&lt;mn&gt;9&lt;/mn&gt;&lt;mrow&gt;&lt;mn&gt;10&lt;/mn&gt;&lt;mtext&gt;&lt;/mtext&gt;&lt;/mrow&gt;&lt;/mfrac&gt;&lt;mo&gt;+&lt;/mo&gt;&lt;mfrac&gt;&lt;mn&gt;6&lt;/mn&gt;&lt;mn&gt;20&lt;/mn&gt;&lt;/mfrac&gt;&lt;mo&gt;=&lt;/mo&gt;&lt;mfrac&gt;&lt;mn&gt;9&lt;/mn&gt;&lt;mn&gt;10&lt;/mn&gt;&lt;/mfrac&gt;&lt;mo&gt;+&lt;/mo&gt;&lt;mfrac&gt;&lt;mn&gt;3&lt;/mn&gt;&lt;mn&gt;10&lt;/mn&gt;&lt;/mfrac&gt;&lt;mo&gt;=&lt;/mo&gt;&lt;mfrac&gt;&lt;mn&gt;12&lt;/mn&gt;&lt;mn&gt;10&lt;/mn&gt;&lt;/mfrac&gt;&lt;mo&gt;=&lt;/mo&gt;&lt;mfrac&gt;&lt;mn&gt;6&lt;/mn&gt;&lt;mn&gt;5&lt;/mn&gt;&lt;/mfrac&gt;&lt;mo&gt;=&lt;/mo&gt;&lt;mn&gt;1&lt;/mn&gt;&lt;mfrac&gt;&lt;mn&gt;1&lt;/mn&gt;&lt;mn&gt;5&lt;/mn&gt;&lt;/mfrac&gt;&lt;/mtd&gt;&lt;/mtr&gt;&lt;/mtable&gt;&lt;/math&gt;" title="2 lines Line 1: nine tenths plus three fourths times two fifths equals Line 2: 9 over 10 plus 6 over 20 equals nine tenths plus three tenths equals twelve tenths equals six fifths equals 1 and one fifth"/>
          <p:cNvPicPr preferRelativeResize="0"/>
          <p:nvPr/>
        </p:nvPicPr>
        <p:blipFill>
          <a:blip r:embed="rId3">
            <a:alphaModFix/>
          </a:blip>
          <a:srcRect r="67306" b="48924"/>
          <a:stretch>
            <a:fillRect/>
          </a:stretch>
        </p:blipFill>
        <p:spPr>
          <a:xfrm>
            <a:off x="808412" y="2363049"/>
            <a:ext cx="1659509" cy="569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20" descr="&lt;math xmlns=&quot;http://www.w3.org/1998/Math/MathML&quot; display=&quot;block&quot; data-is-equatio=&quot;1&quot; data-latex=&quot;\begin{array}{l}\frac{9}{10}+\frac{3}{4}\times\frac{2}{5}=\\&amp;#13;&amp;#10;\frac{9}{10\ }+\frac{6}{20}=\frac{9}{10}+\frac{3}{10}=\frac{12}{10}=\frac{6}{5}=1\frac{1}{5}\end{array}&quot;&gt;&lt;mtable columnalign=&quot;left&quot; columnspacing=&quot;1em&quot; rowspacing=&quot;4pt&quot;&gt;&lt;mtr&gt;&lt;mtd&gt;&lt;mfrac&gt;&lt;mn&gt;9&lt;/mn&gt;&lt;mn&gt;10&lt;/mn&gt;&lt;/mfrac&gt;&lt;mo&gt;+&lt;/mo&gt;&lt;mfrac&gt;&lt;mn&gt;3&lt;/mn&gt;&lt;mn&gt;4&lt;/mn&gt;&lt;/mfrac&gt;&lt;mo&gt;×&lt;/mo&gt;&lt;mfrac&gt;&lt;mn&gt;2&lt;/mn&gt;&lt;mn&gt;5&lt;/mn&gt;&lt;/mfrac&gt;&lt;mo&gt;=&lt;/mo&gt;&lt;/mtd&gt;&lt;/mtr&gt;&lt;mtr&gt;&lt;mtd&gt;&lt;mfrac&gt;&lt;mn&gt;9&lt;/mn&gt;&lt;mrow&gt;&lt;mn&gt;10&lt;/mn&gt;&lt;mtext&gt;&lt;/mtext&gt;&lt;/mrow&gt;&lt;/mfrac&gt;&lt;mo&gt;+&lt;/mo&gt;&lt;mfrac&gt;&lt;mn&gt;6&lt;/mn&gt;&lt;mn&gt;20&lt;/mn&gt;&lt;/mfrac&gt;&lt;mo&gt;=&lt;/mo&gt;&lt;mfrac&gt;&lt;mn&gt;9&lt;/mn&gt;&lt;mn&gt;10&lt;/mn&gt;&lt;/mfrac&gt;&lt;mo&gt;+&lt;/mo&gt;&lt;mfrac&gt;&lt;mn&gt;3&lt;/mn&gt;&lt;mn&gt;10&lt;/mn&gt;&lt;/mfrac&gt;&lt;mo&gt;=&lt;/mo&gt;&lt;mfrac&gt;&lt;mn&gt;12&lt;/mn&gt;&lt;mn&gt;10&lt;/mn&gt;&lt;/mfrac&gt;&lt;mo&gt;=&lt;/mo&gt;&lt;mfrac&gt;&lt;mn&gt;6&lt;/mn&gt;&lt;mn&gt;5&lt;/mn&gt;&lt;/mfrac&gt;&lt;mo&gt;=&lt;/mo&gt;&lt;mn&gt;1&lt;/mn&gt;&lt;mfrac&gt;&lt;mn&gt;1&lt;/mn&gt;&lt;mn&gt;5&lt;/mn&gt;&lt;/mfrac&gt;&lt;/mtd&gt;&lt;/mtr&gt;&lt;/mtable&gt;&lt;/math&gt;" title="2 lines Line 1: nine tenths plus three fourths times two fifths equals Line 2: 9 over 10 plus 6 over 20 equals nine tenths plus three tenths equals twelve tenths equals six fifths equals 1 and one fifth"/>
          <p:cNvPicPr preferRelativeResize="0"/>
          <p:nvPr/>
        </p:nvPicPr>
        <p:blipFill>
          <a:blip r:embed="rId3">
            <a:alphaModFix/>
          </a:blip>
          <a:srcRect t="48924" r="68040"/>
          <a:stretch>
            <a:fillRect/>
          </a:stretch>
        </p:blipFill>
        <p:spPr>
          <a:xfrm>
            <a:off x="1047349" y="2919331"/>
            <a:ext cx="1500921" cy="526481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20" descr="&lt;math xmlns=&quot;http://www.w3.org/1998/Math/MathML&quot; display=&quot;block&quot; data-is-equatio=&quot;1&quot; data-latex=&quot;\begin{array}{l}\frac{9}{10}+\frac{3}{4}\times\frac{2}{5}=\\&amp;#13;&amp;#10;\frac{9}{10\ }+\frac{6}{20}=\frac{9}{10}+\frac{3}{10}=\frac{12}{10}=\frac{6}{5}=1\frac{1}{5}\end{array}&quot;&gt;&lt;mtable columnalign=&quot;left&quot; columnspacing=&quot;1em&quot; rowspacing=&quot;4pt&quot;&gt;&lt;mtr&gt;&lt;mtd&gt;&lt;mfrac&gt;&lt;mn&gt;9&lt;/mn&gt;&lt;mn&gt;10&lt;/mn&gt;&lt;/mfrac&gt;&lt;mo&gt;+&lt;/mo&gt;&lt;mfrac&gt;&lt;mn&gt;3&lt;/mn&gt;&lt;mn&gt;4&lt;/mn&gt;&lt;/mfrac&gt;&lt;mo&gt;×&lt;/mo&gt;&lt;mfrac&gt;&lt;mn&gt;2&lt;/mn&gt;&lt;mn&gt;5&lt;/mn&gt;&lt;/mfrac&gt;&lt;mo&gt;=&lt;/mo&gt;&lt;/mtd&gt;&lt;/mtr&gt;&lt;mtr&gt;&lt;mtd&gt;&lt;mfrac&gt;&lt;mn&gt;9&lt;/mn&gt;&lt;mrow&gt;&lt;mn&gt;10&lt;/mn&gt;&lt;mtext&gt;&lt;/mtext&gt;&lt;/mrow&gt;&lt;/mfrac&gt;&lt;mo&gt;+&lt;/mo&gt;&lt;mfrac&gt;&lt;mn&gt;6&lt;/mn&gt;&lt;mn&gt;20&lt;/mn&gt;&lt;/mfrac&gt;&lt;mo&gt;=&lt;/mo&gt;&lt;mfrac&gt;&lt;mn&gt;9&lt;/mn&gt;&lt;mn&gt;10&lt;/mn&gt;&lt;/mfrac&gt;&lt;mo&gt;+&lt;/mo&gt;&lt;mfrac&gt;&lt;mn&gt;3&lt;/mn&gt;&lt;mn&gt;10&lt;/mn&gt;&lt;/mfrac&gt;&lt;mo&gt;=&lt;/mo&gt;&lt;mfrac&gt;&lt;mn&gt;12&lt;/mn&gt;&lt;mn&gt;10&lt;/mn&gt;&lt;/mfrac&gt;&lt;mo&gt;=&lt;/mo&gt;&lt;mfrac&gt;&lt;mn&gt;6&lt;/mn&gt;&lt;mn&gt;5&lt;/mn&gt;&lt;/mfrac&gt;&lt;mo&gt;=&lt;/mo&gt;&lt;mn&gt;1&lt;/mn&gt;&lt;mfrac&gt;&lt;mn&gt;1&lt;/mn&gt;&lt;mn&gt;5&lt;/mn&gt;&lt;/mfrac&gt;&lt;/mtd&gt;&lt;/mtr&gt;&lt;/mtable&gt;&lt;/math&gt;" title="2 lines Line 1: nine tenths plus three fourths times two fifths equals Line 2: 9 over 10 plus 6 over 20 equals nine tenths plus three tenths equals twelve tenths equals six fifths equals 1 and one fifth"/>
          <p:cNvPicPr preferRelativeResize="0"/>
          <p:nvPr/>
        </p:nvPicPr>
        <p:blipFill>
          <a:blip r:embed="rId3">
            <a:alphaModFix/>
          </a:blip>
          <a:srcRect l="31166" t="48927" r="36139" b="-7557"/>
          <a:stretch>
            <a:fillRect/>
          </a:stretch>
        </p:blipFill>
        <p:spPr>
          <a:xfrm>
            <a:off x="1012870" y="3507375"/>
            <a:ext cx="1535400" cy="604341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20" descr="&lt;math xmlns=&quot;http://www.w3.org/1998/Math/MathML&quot; display=&quot;block&quot; data-is-equatio=&quot;1&quot; data-latex=&quot;\begin{array}{l}\frac{9}{10}+\frac{3}{4}\times\frac{2}{5}=\\&amp;#13;&amp;#10;\frac{9}{10\ }+\frac{6}{20}=\frac{9}{10}+\frac{3}{10}=\frac{12}{10}=\frac{6}{5}=1\frac{1}{5}\end{array}&quot;&gt;&lt;mtable columnalign=&quot;left&quot; columnspacing=&quot;1em&quot; rowspacing=&quot;4pt&quot;&gt;&lt;mtr&gt;&lt;mtd&gt;&lt;mfrac&gt;&lt;mn&gt;9&lt;/mn&gt;&lt;mn&gt;10&lt;/mn&gt;&lt;/mfrac&gt;&lt;mo&gt;+&lt;/mo&gt;&lt;mfrac&gt;&lt;mn&gt;3&lt;/mn&gt;&lt;mn&gt;4&lt;/mn&gt;&lt;/mfrac&gt;&lt;mo&gt;×&lt;/mo&gt;&lt;mfrac&gt;&lt;mn&gt;2&lt;/mn&gt;&lt;mn&gt;5&lt;/mn&gt;&lt;/mfrac&gt;&lt;mo&gt;=&lt;/mo&gt;&lt;/mtd&gt;&lt;/mtr&gt;&lt;mtr&gt;&lt;mtd&gt;&lt;mfrac&gt;&lt;mn&gt;9&lt;/mn&gt;&lt;mrow&gt;&lt;mn&gt;10&lt;/mn&gt;&lt;mtext&gt;&lt;/mtext&gt;&lt;/mrow&gt;&lt;/mfrac&gt;&lt;mo&gt;+&lt;/mo&gt;&lt;mfrac&gt;&lt;mn&gt;6&lt;/mn&gt;&lt;mn&gt;20&lt;/mn&gt;&lt;/mfrac&gt;&lt;mo&gt;=&lt;/mo&gt;&lt;mfrac&gt;&lt;mn&gt;9&lt;/mn&gt;&lt;mn&gt;10&lt;/mn&gt;&lt;/mfrac&gt;&lt;mo&gt;+&lt;/mo&gt;&lt;mfrac&gt;&lt;mn&gt;3&lt;/mn&gt;&lt;mn&gt;10&lt;/mn&gt;&lt;/mfrac&gt;&lt;mo&gt;=&lt;/mo&gt;&lt;mfrac&gt;&lt;mn&gt;12&lt;/mn&gt;&lt;mn&gt;10&lt;/mn&gt;&lt;/mfrac&gt;&lt;mo&gt;=&lt;/mo&gt;&lt;mfrac&gt;&lt;mn&gt;6&lt;/mn&gt;&lt;mn&gt;5&lt;/mn&gt;&lt;/mfrac&gt;&lt;mo&gt;=&lt;/mo&gt;&lt;mn&gt;1&lt;/mn&gt;&lt;mfrac&gt;&lt;mn&gt;1&lt;/mn&gt;&lt;mn&gt;5&lt;/mn&gt;&lt;/mfrac&gt;&lt;/mtd&gt;&lt;/mtr&gt;&lt;/mtable&gt;&lt;/math&gt;" title="2 lines Line 1: nine tenths plus three fourths times two fifths equals Line 2: 9 over 10 plus 6 over 20 equals nine tenths plus three tenths equals twelve tenths equals six fifths equals 1 and one fifth"/>
          <p:cNvPicPr preferRelativeResize="0"/>
          <p:nvPr/>
        </p:nvPicPr>
        <p:blipFill>
          <a:blip r:embed="rId3">
            <a:alphaModFix/>
          </a:blip>
          <a:srcRect l="61116" t="48469" r="22429" b="-7100"/>
          <a:stretch>
            <a:fillRect/>
          </a:stretch>
        </p:blipFill>
        <p:spPr>
          <a:xfrm>
            <a:off x="932539" y="4173280"/>
            <a:ext cx="772755" cy="604341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20" descr="&lt;math xmlns=&quot;http://www.w3.org/1998/Math/MathML&quot; display=&quot;block&quot; data-is-equatio=&quot;1&quot; data-latex=&quot;\begin{array}{l}\frac{9}{10}+\frac{3}{4}\times\frac{2}{5}=\\&amp;#13;&amp;#10;\frac{9}{10\ }+\frac{6}{20}=\frac{9}{10}+\frac{3}{10}=\frac{12}{10}=\frac{6}{5}=1\frac{1}{5}\end{array}&quot;&gt;&lt;mtable columnalign=&quot;left&quot; columnspacing=&quot;1em&quot; rowspacing=&quot;4pt&quot;&gt;&lt;mtr&gt;&lt;mtd&gt;&lt;mfrac&gt;&lt;mn&gt;9&lt;/mn&gt;&lt;mn&gt;10&lt;/mn&gt;&lt;/mfrac&gt;&lt;mo&gt;+&lt;/mo&gt;&lt;mfrac&gt;&lt;mn&gt;3&lt;/mn&gt;&lt;mn&gt;4&lt;/mn&gt;&lt;/mfrac&gt;&lt;mo&gt;×&lt;/mo&gt;&lt;mfrac&gt;&lt;mn&gt;2&lt;/mn&gt;&lt;mn&gt;5&lt;/mn&gt;&lt;/mfrac&gt;&lt;mo&gt;=&lt;/mo&gt;&lt;/mtd&gt;&lt;/mtr&gt;&lt;mtr&gt;&lt;mtd&gt;&lt;mfrac&gt;&lt;mn&gt;9&lt;/mn&gt;&lt;mrow&gt;&lt;mn&gt;10&lt;/mn&gt;&lt;mtext&gt;&lt;/mtext&gt;&lt;/mrow&gt;&lt;/mfrac&gt;&lt;mo&gt;+&lt;/mo&gt;&lt;mfrac&gt;&lt;mn&gt;6&lt;/mn&gt;&lt;mn&gt;20&lt;/mn&gt;&lt;/mfrac&gt;&lt;mo&gt;=&lt;/mo&gt;&lt;mfrac&gt;&lt;mn&gt;9&lt;/mn&gt;&lt;mn&gt;10&lt;/mn&gt;&lt;/mfrac&gt;&lt;mo&gt;+&lt;/mo&gt;&lt;mfrac&gt;&lt;mn&gt;3&lt;/mn&gt;&lt;mn&gt;10&lt;/mn&gt;&lt;/mfrac&gt;&lt;mo&gt;=&lt;/mo&gt;&lt;mfrac&gt;&lt;mn&gt;12&lt;/mn&gt;&lt;mn&gt;10&lt;/mn&gt;&lt;/mfrac&gt;&lt;mo&gt;=&lt;/mo&gt;&lt;mfrac&gt;&lt;mn&gt;6&lt;/mn&gt;&lt;mn&gt;5&lt;/mn&gt;&lt;/mfrac&gt;&lt;mo&gt;=&lt;/mo&gt;&lt;mn&gt;1&lt;/mn&gt;&lt;mfrac&gt;&lt;mn&gt;1&lt;/mn&gt;&lt;mn&gt;5&lt;/mn&gt;&lt;/mfrac&gt;&lt;/mtd&gt;&lt;/mtr&gt;&lt;/mtable&gt;&lt;/math&gt;" title="2 lines Line 1: nine tenths plus three fourths times two fifths equals Line 2: 9 over 10 plus 6 over 20 equals nine tenths plus three tenths equals twelve tenths equals six fifths equals 1 and one fifth"/>
          <p:cNvPicPr preferRelativeResize="0"/>
          <p:nvPr/>
        </p:nvPicPr>
        <p:blipFill>
          <a:blip r:embed="rId3">
            <a:alphaModFix/>
          </a:blip>
          <a:srcRect l="78567" t="48469" r="-2624" b="-7100"/>
          <a:stretch>
            <a:fillRect/>
          </a:stretch>
        </p:blipFill>
        <p:spPr>
          <a:xfrm>
            <a:off x="1744054" y="4173280"/>
            <a:ext cx="1129821" cy="604341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20"/>
          <p:cNvSpPr/>
          <p:nvPr/>
        </p:nvSpPr>
        <p:spPr>
          <a:xfrm rot="-5400000">
            <a:off x="1906768" y="2468922"/>
            <a:ext cx="117300" cy="854700"/>
          </a:xfrm>
          <a:prstGeom prst="leftBrace">
            <a:avLst>
              <a:gd name="adj1" fmla="val 0"/>
              <a:gd name="adj2" fmla="val 51737"/>
            </a:avLst>
          </a:prstGeom>
          <a:noFill/>
          <a:ln w="28575" cap="flat" cmpd="sng">
            <a:solidFill>
              <a:srgbClr val="845A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84" name="Google Shape;184;p20" descr="&lt;math xmlns=&quot;http://www.w3.org/1998/Math/MathML&quot; display=&quot;block&quot; data-is-equatio=&quot;1&quot; data-latex=&quot;\begin{array}{l}\frac{11}{15}-\frac{3}{5}\div\frac{9}{10}\\&amp;#13;&amp;#10;\frac{11}{15}-\frac{3}{5}\times\frac{10}{9}\\&amp;#13;&amp;#10;\frac{11}{15}-\frac{30}{45}=\frac{11}{15}-\frac{10}{15}=\frac{1}{15}\end{array}&quot;&gt;&lt;mtable columnalign=&quot;left&quot; columnspacing=&quot;1em&quot; rowspacing=&quot;4pt&quot;&gt;&lt;mtr&gt;&lt;mtd&gt;&lt;mfrac&gt;&lt;mn&gt;11&lt;/mn&gt;&lt;mn&gt;15&lt;/mn&gt;&lt;/mfrac&gt;&lt;mo&gt;−&lt;/mo&gt;&lt;mfrac&gt;&lt;mn&gt;3&lt;/mn&gt;&lt;mn&gt;5&lt;/mn&gt;&lt;/mfrac&gt;&lt;mo&gt;÷&lt;/mo&gt;&lt;mfrac&gt;&lt;mn&gt;9&lt;/mn&gt;&lt;mn&gt;10&lt;/mn&gt;&lt;/mfrac&gt;&lt;/mtd&gt;&lt;/mtr&gt;&lt;mtr&gt;&lt;mtd&gt;&lt;mfrac&gt;&lt;mn&gt;11&lt;/mn&gt;&lt;mn&gt;15&lt;/mn&gt;&lt;/mfrac&gt;&lt;mo&gt;−&lt;/mo&gt;&lt;mfrac&gt;&lt;mn&gt;3&lt;/mn&gt;&lt;mn&gt;5&lt;/mn&gt;&lt;/mfrac&gt;&lt;mo&gt;×&lt;/mo&gt;&lt;mfrac&gt;&lt;mn&gt;10&lt;/mn&gt;&lt;mn&gt;9&lt;/mn&gt;&lt;/mfrac&gt;&lt;/mtd&gt;&lt;/mtr&gt;&lt;mtr&gt;&lt;mtd&gt;&lt;mfrac&gt;&lt;mn&gt;11&lt;/mn&gt;&lt;mn&gt;15&lt;/mn&gt;&lt;/mfrac&gt;&lt;mo&gt;−&lt;/mo&gt;&lt;mfrac&gt;&lt;mn&gt;30&lt;/mn&gt;&lt;mn&gt;45&lt;/mn&gt;&lt;/mfrac&gt;&lt;mo&gt;=&lt;/mo&gt;&lt;mfrac&gt;&lt;mn&gt;11&lt;/mn&gt;&lt;mn&gt;15&lt;/mn&gt;&lt;/mfrac&gt;&lt;mo&gt;−&lt;/mo&gt;&lt;mfrac&gt;&lt;mn&gt;10&lt;/mn&gt;&lt;mn&gt;15&lt;/mn&gt;&lt;/mfrac&gt;&lt;mo&gt;=&lt;/mo&gt;&lt;mfrac&gt;&lt;mn&gt;1&lt;/mn&gt;&lt;mn&gt;15&lt;/mn&gt;&lt;/mfrac&gt;&lt;/mtd&gt;&lt;/mtr&gt;&lt;/mtable&gt;&lt;/math&gt;" title="3 lines Line 1: 11 over 15 minus three fifths divided by nine tenths Line 2: 11 over 15 minus three fifths times ten ninths Line 3: 11 over 15 minus 30 over 45 equals 11 over 15 minus 10 over 15 equals 1 over 15"/>
          <p:cNvPicPr preferRelativeResize="0"/>
          <p:nvPr/>
        </p:nvPicPr>
        <p:blipFill>
          <a:blip r:embed="rId4">
            <a:alphaModFix/>
          </a:blip>
          <a:srcRect r="48815" b="67781"/>
          <a:stretch>
            <a:fillRect/>
          </a:stretch>
        </p:blipFill>
        <p:spPr>
          <a:xfrm>
            <a:off x="3210980" y="2369670"/>
            <a:ext cx="1558371" cy="491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20" descr="&lt;math xmlns=&quot;http://www.w3.org/1998/Math/MathML&quot; display=&quot;block&quot; data-is-equatio=&quot;1&quot; data-latex=&quot;\begin{array}{l}\frac{11}{15}-\frac{3}{5}\div\frac{9}{10}\\&amp;#13;&amp;#10;\frac{11}{15}-\frac{3}{5}\times\frac{10}{9}\\&amp;#13;&amp;#10;\frac{11}{15}-\frac{30}{45}=\frac{11}{15}-\frac{10}{15}=\frac{1}{15}\end{array}&quot;&gt;&lt;mtable columnalign=&quot;left&quot; columnspacing=&quot;1em&quot; rowspacing=&quot;4pt&quot;&gt;&lt;mtr&gt;&lt;mtd&gt;&lt;mfrac&gt;&lt;mn&gt;11&lt;/mn&gt;&lt;mn&gt;15&lt;/mn&gt;&lt;/mfrac&gt;&lt;mo&gt;−&lt;/mo&gt;&lt;mfrac&gt;&lt;mn&gt;3&lt;/mn&gt;&lt;mn&gt;5&lt;/mn&gt;&lt;/mfrac&gt;&lt;mo&gt;÷&lt;/mo&gt;&lt;mfrac&gt;&lt;mn&gt;9&lt;/mn&gt;&lt;mn&gt;10&lt;/mn&gt;&lt;/mfrac&gt;&lt;/mtd&gt;&lt;/mtr&gt;&lt;mtr&gt;&lt;mtd&gt;&lt;mfrac&gt;&lt;mn&gt;11&lt;/mn&gt;&lt;mn&gt;15&lt;/mn&gt;&lt;/mfrac&gt;&lt;mo&gt;−&lt;/mo&gt;&lt;mfrac&gt;&lt;mn&gt;3&lt;/mn&gt;&lt;mn&gt;5&lt;/mn&gt;&lt;/mfrac&gt;&lt;mo&gt;×&lt;/mo&gt;&lt;mfrac&gt;&lt;mn&gt;10&lt;/mn&gt;&lt;mn&gt;9&lt;/mn&gt;&lt;/mfrac&gt;&lt;/mtd&gt;&lt;/mtr&gt;&lt;mtr&gt;&lt;mtd&gt;&lt;mfrac&gt;&lt;mn&gt;11&lt;/mn&gt;&lt;mn&gt;15&lt;/mn&gt;&lt;/mfrac&gt;&lt;mo&gt;−&lt;/mo&gt;&lt;mfrac&gt;&lt;mn&gt;30&lt;/mn&gt;&lt;mn&gt;45&lt;/mn&gt;&lt;/mfrac&gt;&lt;mo&gt;=&lt;/mo&gt;&lt;mfrac&gt;&lt;mn&gt;11&lt;/mn&gt;&lt;mn&gt;15&lt;/mn&gt;&lt;/mfrac&gt;&lt;mo&gt;−&lt;/mo&gt;&lt;mfrac&gt;&lt;mn&gt;10&lt;/mn&gt;&lt;mn&gt;15&lt;/mn&gt;&lt;/mfrac&gt;&lt;mo&gt;=&lt;/mo&gt;&lt;mfrac&gt;&lt;mn&gt;1&lt;/mn&gt;&lt;mn&gt;15&lt;/mn&gt;&lt;/mfrac&gt;&lt;/mtd&gt;&lt;/mtr&gt;&lt;/mtable&gt;&lt;/math&gt;" title="3 lines Line 1: 11 over 15 minus three fifths divided by nine tenths Line 2: 11 over 15 minus three fifths times ten ninths Line 3: 11 over 15 minus 30 over 45 equals 11 over 15 minus 10 over 15 equals 1 over 15"/>
          <p:cNvPicPr preferRelativeResize="0"/>
          <p:nvPr/>
        </p:nvPicPr>
        <p:blipFill>
          <a:blip r:embed="rId4">
            <a:alphaModFix/>
          </a:blip>
          <a:srcRect t="33890" r="48815" b="33890"/>
          <a:stretch>
            <a:fillRect/>
          </a:stretch>
        </p:blipFill>
        <p:spPr>
          <a:xfrm>
            <a:off x="3210980" y="2994240"/>
            <a:ext cx="1558371" cy="491996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20"/>
          <p:cNvSpPr/>
          <p:nvPr/>
        </p:nvSpPr>
        <p:spPr>
          <a:xfrm rot="-5400000">
            <a:off x="4194492" y="2415839"/>
            <a:ext cx="113100" cy="910200"/>
          </a:xfrm>
          <a:prstGeom prst="leftBrace">
            <a:avLst>
              <a:gd name="adj1" fmla="val 0"/>
              <a:gd name="adj2" fmla="val 51737"/>
            </a:avLst>
          </a:prstGeom>
          <a:noFill/>
          <a:ln w="28575" cap="flat" cmpd="sng">
            <a:solidFill>
              <a:srgbClr val="845A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87" name="Google Shape;187;p20" descr="&lt;math xmlns=&quot;http://www.w3.org/1998/Math/MathML&quot; display=&quot;block&quot; data-is-equatio=&quot;1&quot; data-latex=&quot;\begin{array}{l}\frac{11}{15}-\frac{3}{5}\div\frac{9}{10}\\&amp;#13;&amp;#10;\frac{11}{15}-\frac{3}{5}\times\frac{10}{9}\\&amp;#13;&amp;#10;\frac{11}{15}-\frac{30}{45}=\frac{11}{15}-\frac{10}{15}=\frac{1}{15}\end{array}&quot;&gt;&lt;mtable columnalign=&quot;left&quot; columnspacing=&quot;1em&quot; rowspacing=&quot;4pt&quot;&gt;&lt;mtr&gt;&lt;mtd&gt;&lt;mfrac&gt;&lt;mn&gt;11&lt;/mn&gt;&lt;mn&gt;15&lt;/mn&gt;&lt;/mfrac&gt;&lt;mo&gt;−&lt;/mo&gt;&lt;mfrac&gt;&lt;mn&gt;3&lt;/mn&gt;&lt;mn&gt;5&lt;/mn&gt;&lt;/mfrac&gt;&lt;mo&gt;÷&lt;/mo&gt;&lt;mfrac&gt;&lt;mn&gt;9&lt;/mn&gt;&lt;mn&gt;10&lt;/mn&gt;&lt;/mfrac&gt;&lt;/mtd&gt;&lt;/mtr&gt;&lt;mtr&gt;&lt;mtd&gt;&lt;mfrac&gt;&lt;mn&gt;11&lt;/mn&gt;&lt;mn&gt;15&lt;/mn&gt;&lt;/mfrac&gt;&lt;mo&gt;−&lt;/mo&gt;&lt;mfrac&gt;&lt;mn&gt;3&lt;/mn&gt;&lt;mn&gt;5&lt;/mn&gt;&lt;/mfrac&gt;&lt;mo&gt;×&lt;/mo&gt;&lt;mfrac&gt;&lt;mn&gt;10&lt;/mn&gt;&lt;mn&gt;9&lt;/mn&gt;&lt;/mfrac&gt;&lt;/mtd&gt;&lt;/mtr&gt;&lt;mtr&gt;&lt;mtd&gt;&lt;mfrac&gt;&lt;mn&gt;11&lt;/mn&gt;&lt;mn&gt;15&lt;/mn&gt;&lt;/mfrac&gt;&lt;mo&gt;−&lt;/mo&gt;&lt;mfrac&gt;&lt;mn&gt;30&lt;/mn&gt;&lt;mn&gt;45&lt;/mn&gt;&lt;/mfrac&gt;&lt;mo&gt;=&lt;/mo&gt;&lt;mfrac&gt;&lt;mn&gt;11&lt;/mn&gt;&lt;mn&gt;15&lt;/mn&gt;&lt;/mfrac&gt;&lt;mo&gt;−&lt;/mo&gt;&lt;mfrac&gt;&lt;mn&gt;10&lt;/mn&gt;&lt;mn&gt;15&lt;/mn&gt;&lt;/mfrac&gt;&lt;mo&gt;=&lt;/mo&gt;&lt;mfrac&gt;&lt;mn&gt;1&lt;/mn&gt;&lt;mn&gt;15&lt;/mn&gt;&lt;/mfrac&gt;&lt;/mtd&gt;&lt;/mtr&gt;&lt;/mtable&gt;&lt;/math&gt;" title="3 lines Line 1: 11 over 15 minus three fifths divided by nine tenths Line 2: 11 over 15 minus three fifths times ten ninths Line 3: 11 over 15 minus 30 over 45 equals 11 over 15 minus 10 over 15 equals 1 over 15"/>
          <p:cNvPicPr preferRelativeResize="0"/>
          <p:nvPr/>
        </p:nvPicPr>
        <p:blipFill>
          <a:blip r:embed="rId4">
            <a:alphaModFix/>
          </a:blip>
          <a:srcRect t="70809" r="56646" b="-3028"/>
          <a:stretch>
            <a:fillRect/>
          </a:stretch>
        </p:blipFill>
        <p:spPr>
          <a:xfrm>
            <a:off x="3173784" y="3561320"/>
            <a:ext cx="1319946" cy="491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20" descr="&lt;math xmlns=&quot;http://www.w3.org/1998/Math/MathML&quot; display=&quot;block&quot; data-is-equatio=&quot;1&quot; data-latex=&quot;\begin{array}{l}\frac{11}{15}-\frac{3}{5}\div\frac{9}{10}\\&amp;#13;&amp;#10;\frac{11}{15}-\frac{3}{5}\times\frac{10}{9}\\&amp;#13;&amp;#10;\frac{11}{15}-\frac{30}{45}=\frac{11}{15}-\frac{10}{15}=\frac{1}{15}\end{array}&quot;&gt;&lt;mtable columnalign=&quot;left&quot; columnspacing=&quot;1em&quot; rowspacing=&quot;4pt&quot;&gt;&lt;mtr&gt;&lt;mtd&gt;&lt;mfrac&gt;&lt;mn&gt;11&lt;/mn&gt;&lt;mn&gt;15&lt;/mn&gt;&lt;/mfrac&gt;&lt;mo&gt;−&lt;/mo&gt;&lt;mfrac&gt;&lt;mn&gt;3&lt;/mn&gt;&lt;mn&gt;5&lt;/mn&gt;&lt;/mfrac&gt;&lt;mo&gt;÷&lt;/mo&gt;&lt;mfrac&gt;&lt;mn&gt;9&lt;/mn&gt;&lt;mn&gt;10&lt;/mn&gt;&lt;/mfrac&gt;&lt;/mtd&gt;&lt;/mtr&gt;&lt;mtr&gt;&lt;mtd&gt;&lt;mfrac&gt;&lt;mn&gt;11&lt;/mn&gt;&lt;mn&gt;15&lt;/mn&gt;&lt;/mfrac&gt;&lt;mo&gt;−&lt;/mo&gt;&lt;mfrac&gt;&lt;mn&gt;3&lt;/mn&gt;&lt;mn&gt;5&lt;/mn&gt;&lt;/mfrac&gt;&lt;mo&gt;×&lt;/mo&gt;&lt;mfrac&gt;&lt;mn&gt;10&lt;/mn&gt;&lt;mn&gt;9&lt;/mn&gt;&lt;/mfrac&gt;&lt;/mtd&gt;&lt;/mtr&gt;&lt;mtr&gt;&lt;mtd&gt;&lt;mfrac&gt;&lt;mn&gt;11&lt;/mn&gt;&lt;mn&gt;15&lt;/mn&gt;&lt;/mfrac&gt;&lt;mo&gt;−&lt;/mo&gt;&lt;mfrac&gt;&lt;mn&gt;30&lt;/mn&gt;&lt;mn&gt;45&lt;/mn&gt;&lt;/mfrac&gt;&lt;mo&gt;=&lt;/mo&gt;&lt;mfrac&gt;&lt;mn&gt;11&lt;/mn&gt;&lt;mn&gt;15&lt;/mn&gt;&lt;/mfrac&gt;&lt;mo&gt;−&lt;/mo&gt;&lt;mfrac&gt;&lt;mn&gt;10&lt;/mn&gt;&lt;mn&gt;15&lt;/mn&gt;&lt;/mfrac&gt;&lt;mo&gt;=&lt;/mo&gt;&lt;mfrac&gt;&lt;mn&gt;1&lt;/mn&gt;&lt;mn&gt;15&lt;/mn&gt;&lt;/mfrac&gt;&lt;/mtd&gt;&lt;/mtr&gt;&lt;/mtable&gt;&lt;/math&gt;" title="3 lines Line 1: 11 over 15 minus three fifths divided by nine tenths Line 2: 11 over 15 minus three fifths times ten ninths Line 3: 11 over 15 minus 30 over 45 equals 11 over 15 minus 10 over 15 equals 1 over 15"/>
          <p:cNvPicPr preferRelativeResize="0"/>
          <p:nvPr/>
        </p:nvPicPr>
        <p:blipFill>
          <a:blip r:embed="rId4">
            <a:alphaModFix/>
          </a:blip>
          <a:srcRect l="41782" t="68077" r="20189" b="-5793"/>
          <a:stretch>
            <a:fillRect/>
          </a:stretch>
        </p:blipFill>
        <p:spPr>
          <a:xfrm>
            <a:off x="3054523" y="4128417"/>
            <a:ext cx="1157833" cy="5759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20" descr="&lt;math xmlns=&quot;http://www.w3.org/1998/Math/MathML&quot; display=&quot;block&quot; data-is-equatio=&quot;1&quot; data-latex=&quot;\begin{array}{l}\frac{11}{15}-\frac{3}{5}\div\frac{9}{10}\\&amp;#13;&amp;#10;\frac{11}{15}-\frac{3}{5}\times\frac{10}{9}\\&amp;#13;&amp;#10;\frac{11}{15}-\frac{30}{45}=\frac{11}{15}-\frac{10}{15}=\frac{1}{15}\end{array}&quot;&gt;&lt;mtable columnalign=&quot;left&quot; columnspacing=&quot;1em&quot; rowspacing=&quot;4pt&quot;&gt;&lt;mtr&gt;&lt;mtd&gt;&lt;mfrac&gt;&lt;mn&gt;11&lt;/mn&gt;&lt;mn&gt;15&lt;/mn&gt;&lt;/mfrac&gt;&lt;mo&gt;−&lt;/mo&gt;&lt;mfrac&gt;&lt;mn&gt;3&lt;/mn&gt;&lt;mn&gt;5&lt;/mn&gt;&lt;/mfrac&gt;&lt;mo&gt;÷&lt;/mo&gt;&lt;mfrac&gt;&lt;mn&gt;9&lt;/mn&gt;&lt;mn&gt;10&lt;/mn&gt;&lt;/mfrac&gt;&lt;/mtd&gt;&lt;/mtr&gt;&lt;mtr&gt;&lt;mtd&gt;&lt;mfrac&gt;&lt;mn&gt;11&lt;/mn&gt;&lt;mn&gt;15&lt;/mn&gt;&lt;/mfrac&gt;&lt;mo&gt;−&lt;/mo&gt;&lt;mfrac&gt;&lt;mn&gt;3&lt;/mn&gt;&lt;mn&gt;5&lt;/mn&gt;&lt;/mfrac&gt;&lt;mo&gt;×&lt;/mo&gt;&lt;mfrac&gt;&lt;mn&gt;10&lt;/mn&gt;&lt;mn&gt;9&lt;/mn&gt;&lt;/mfrac&gt;&lt;/mtd&gt;&lt;/mtr&gt;&lt;mtr&gt;&lt;mtd&gt;&lt;mfrac&gt;&lt;mn&gt;11&lt;/mn&gt;&lt;mn&gt;15&lt;/mn&gt;&lt;/mfrac&gt;&lt;mo&gt;−&lt;/mo&gt;&lt;mfrac&gt;&lt;mn&gt;30&lt;/mn&gt;&lt;mn&gt;45&lt;/mn&gt;&lt;/mfrac&gt;&lt;mo&gt;=&lt;/mo&gt;&lt;mfrac&gt;&lt;mn&gt;11&lt;/mn&gt;&lt;mn&gt;15&lt;/mn&gt;&lt;/mfrac&gt;&lt;mo&gt;−&lt;/mo&gt;&lt;mfrac&gt;&lt;mn&gt;10&lt;/mn&gt;&lt;mn&gt;15&lt;/mn&gt;&lt;/mfrac&gt;&lt;mo&gt;=&lt;/mo&gt;&lt;mfrac&gt;&lt;mn&gt;1&lt;/mn&gt;&lt;mn&gt;15&lt;/mn&gt;&lt;/mfrac&gt;&lt;/mtd&gt;&lt;/mtr&gt;&lt;/mtable&gt;&lt;/math&gt;" title="3 lines Line 1: 11 over 15 minus three fifths divided by nine tenths Line 2: 11 over 15 minus three fifths times ten ninths Line 3: 11 over 15 minus 30 over 45 equals 11 over 15 minus 10 over 15 equals 1 over 15"/>
          <p:cNvPicPr preferRelativeResize="0"/>
          <p:nvPr/>
        </p:nvPicPr>
        <p:blipFill>
          <a:blip r:embed="rId4">
            <a:alphaModFix/>
          </a:blip>
          <a:srcRect l="79197" t="68076" r="-4578" b="-5793"/>
          <a:stretch>
            <a:fillRect/>
          </a:stretch>
        </p:blipFill>
        <p:spPr>
          <a:xfrm>
            <a:off x="4179685" y="4128408"/>
            <a:ext cx="772755" cy="57595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0" name="Google Shape;190;p20"/>
          <p:cNvCxnSpPr/>
          <p:nvPr/>
        </p:nvCxnSpPr>
        <p:spPr>
          <a:xfrm flipH="1">
            <a:off x="2835795" y="2383552"/>
            <a:ext cx="0" cy="23193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1" name="Google Shape;191;p20"/>
          <p:cNvCxnSpPr/>
          <p:nvPr/>
        </p:nvCxnSpPr>
        <p:spPr>
          <a:xfrm flipH="1">
            <a:off x="4935454" y="2383552"/>
            <a:ext cx="0" cy="23193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92" name="Google Shape;192;p20" descr="&lt;math xmlns=&quot;http://www.w3.org/1998/Math/MathML&quot; display=&quot;block&quot; data-is-equatio=&quot;1&quot; data-latex=&quot;\begin{array}{l}\frac{9}{10}\times\frac{1}{2}-\frac{3}{5}\div\frac{4}{5}\\&amp;#13;&amp;#10;\ \ \ \ \ \ \ \ \frac{9}{10}-\frac{3}{5}\times\frac{5}{4}\\&amp;#13;&amp;#10;\ \ \ \ \ \ \ \ \ \frac{9}{10}-\frac{15}{20}=\frac{18}{20}-\frac{15}{20}=\frac{3}{20}\end{array}&quot;&gt;&lt;mtable columnalign=&quot;left&quot; columnspacing=&quot;1em&quot; rowspacing=&quot;4pt&quot;&gt;&lt;mtr&gt;&lt;mtd&gt;&lt;mfrac&gt;&lt;mn&gt;9&lt;/mn&gt;&lt;mn&gt;10&lt;/mn&gt;&lt;/mfrac&gt;&lt;mo&gt;×&lt;/mo&gt;&lt;mfrac&gt;&lt;mn&gt;1&lt;/mn&gt;&lt;mn&gt;2&lt;/mn&gt;&lt;/mfrac&gt;&lt;mo&gt;−&lt;/mo&gt;&lt;mfrac&gt;&lt;mn&gt;3&lt;/mn&gt;&lt;mn&gt;5&lt;/mn&gt;&lt;/mfrac&gt;&lt;mo&gt;÷&lt;/mo&gt;&lt;mfrac&gt;&lt;mn&gt;4&lt;/mn&gt;&lt;mn&gt;5&lt;/mn&gt;&lt;/mfrac&gt;&lt;/mtd&gt;&lt;/mtr&gt;&lt;mtr&gt;&lt;mtd&gt;&lt;mtext&gt;&lt;/mtext&gt;&lt;mtext&gt;&lt;/mtext&gt;&lt;mtext&gt;&lt;/mtext&gt;&lt;mtext&gt;&lt;/mtext&gt;&lt;mtext&gt;&lt;/mtext&gt;&lt;mtext&gt;&lt;/mtext&gt;&lt;mtext&gt;&lt;/mtext&gt;&lt;mtext&gt;&lt;/mtext&gt;&lt;mfrac&gt;&lt;mn&gt;9&lt;/mn&gt;&lt;mn&gt;10&lt;/mn&gt;&lt;/mfrac&gt;&lt;mo&gt;−&lt;/mo&gt;&lt;mfrac&gt;&lt;mn&gt;3&lt;/mn&gt;&lt;mn&gt;5&lt;/mn&gt;&lt;/mfrac&gt;&lt;mo&gt;×&lt;/mo&gt;&lt;mfrac&gt;&lt;mn&gt;5&lt;/mn&gt;&lt;mn&gt;4&lt;/mn&gt;&lt;/mfrac&gt;&lt;/mtd&gt;&lt;/mtr&gt;&lt;mtr&gt;&lt;mtd&gt;&lt;mtext&gt;&lt;/mtext&gt;&lt;mtext&gt;&lt;/mtext&gt;&lt;mtext&gt;&lt;/mtext&gt;&lt;mtext&gt;&lt;/mtext&gt;&lt;mtext&gt;&lt;/mtext&gt;&lt;mtext&gt;&lt;/mtext&gt;&lt;mtext&gt;&lt;/mtext&gt;&lt;mtext&gt;&lt;/mtext&gt;&lt;mtext&gt;&lt;/mtext&gt;&lt;mfrac&gt;&lt;mn&gt;9&lt;/mn&gt;&lt;mn&gt;10&lt;/mn&gt;&lt;/mfrac&gt;&lt;mo&gt;−&lt;/mo&gt;&lt;mfrac&gt;&lt;mn&gt;15&lt;/mn&gt;&lt;mn&gt;20&lt;/mn&gt;&lt;/mfrac&gt;&lt;mo&gt;=&lt;/mo&gt;&lt;mfrac&gt;&lt;mn&gt;18&lt;/mn&gt;&lt;mn&gt;20&lt;/mn&gt;&lt;/mfrac&gt;&lt;mo&gt;−&lt;/mo&gt;&lt;mfrac&gt;&lt;mn&gt;15&lt;/mn&gt;&lt;mn&gt;20&lt;/mn&gt;&lt;/mfrac&gt;&lt;mo&gt;=&lt;/mo&gt;&lt;mfrac&gt;&lt;mn&gt;3&lt;/mn&gt;&lt;mn&gt;20&lt;/mn&gt;&lt;/mfrac&gt;&lt;/mtd&gt;&lt;/mtr&gt;&lt;/mtable&gt;&lt;/math&gt;" title="3 lines Line 1: nine tenths times one half minus three fifths divided by four fifths Line 2: nine tenths minus three fifths times five fourths Line 3: nine tenths minus 15 over 20 equals 18 over 20 minus 15 over 20 equals 3 over 20"/>
          <p:cNvPicPr preferRelativeResize="0"/>
          <p:nvPr/>
        </p:nvPicPr>
        <p:blipFill>
          <a:blip r:embed="rId5">
            <a:alphaModFix/>
          </a:blip>
          <a:srcRect r="46351" b="65301"/>
          <a:stretch>
            <a:fillRect/>
          </a:stretch>
        </p:blipFill>
        <p:spPr>
          <a:xfrm>
            <a:off x="5229863" y="2383552"/>
            <a:ext cx="1862136" cy="491982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20"/>
          <p:cNvSpPr/>
          <p:nvPr/>
        </p:nvSpPr>
        <p:spPr>
          <a:xfrm rot="-5400000">
            <a:off x="5533340" y="2400569"/>
            <a:ext cx="117300" cy="854700"/>
          </a:xfrm>
          <a:prstGeom prst="leftBrace">
            <a:avLst>
              <a:gd name="adj1" fmla="val 0"/>
              <a:gd name="adj2" fmla="val 51737"/>
            </a:avLst>
          </a:prstGeom>
          <a:noFill/>
          <a:ln w="28575" cap="flat" cmpd="sng">
            <a:solidFill>
              <a:srgbClr val="845A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4" name="Google Shape;194;p20"/>
          <p:cNvSpPr/>
          <p:nvPr/>
        </p:nvSpPr>
        <p:spPr>
          <a:xfrm rot="-5400000">
            <a:off x="6633451" y="2444369"/>
            <a:ext cx="117300" cy="767100"/>
          </a:xfrm>
          <a:prstGeom prst="leftBrace">
            <a:avLst>
              <a:gd name="adj1" fmla="val 0"/>
              <a:gd name="adj2" fmla="val 51737"/>
            </a:avLst>
          </a:prstGeom>
          <a:noFill/>
          <a:ln w="28575" cap="flat" cmpd="sng">
            <a:solidFill>
              <a:srgbClr val="845A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95" name="Google Shape;195;p20" descr="&lt;math xmlns=&quot;http://www.w3.org/1998/Math/MathML&quot; display=&quot;block&quot; data-is-equatio=&quot;1&quot; data-latex=&quot;\begin{array}{l}\frac{9}{10}\times\frac{1}{2}-\frac{3}{5}\div\frac{4}{5}\\&amp;#13;&amp;#10;\ \ \ \ \ \ \ \ \frac{9}{20}-\frac{3}{5}\times\frac{5}{4}\\&amp;#13;&amp;#10;\ \ \ \ \ \ \ \ \ \frac{9}{20}-\frac{15}{20}=\left(-\frac{6}{20}\right)=\left(-\frac{3}{10}\right)\end{array}&quot;&gt;&lt;mtable columnalign=&quot;left&quot; columnspacing=&quot;1em&quot; rowspacing=&quot;4pt&quot;&gt;&lt;mtr&gt;&lt;mtd&gt;&lt;mfrac&gt;&lt;mn&gt;9&lt;/mn&gt;&lt;mn&gt;10&lt;/mn&gt;&lt;/mfrac&gt;&lt;mo&gt;×&lt;/mo&gt;&lt;mfrac&gt;&lt;mn&gt;1&lt;/mn&gt;&lt;mn&gt;2&lt;/mn&gt;&lt;/mfrac&gt;&lt;mo&gt;−&lt;/mo&gt;&lt;mfrac&gt;&lt;mn&gt;3&lt;/mn&gt;&lt;mn&gt;5&lt;/mn&gt;&lt;/mfrac&gt;&lt;mo&gt;÷&lt;/mo&gt;&lt;mfrac&gt;&lt;mn&gt;4&lt;/mn&gt;&lt;mn&gt;5&lt;/mn&gt;&lt;/mfrac&gt;&lt;/mtd&gt;&lt;/mtr&gt;&lt;mtr&gt;&lt;mtd&gt;&lt;mtext&gt;&lt;/mtext&gt;&lt;mtext&gt;&lt;/mtext&gt;&lt;mtext&gt;&lt;/mtext&gt;&lt;mtext&gt;&lt;/mtext&gt;&lt;mtext&gt;&lt;/mtext&gt;&lt;mtext&gt;&lt;/mtext&gt;&lt;mtext&gt;&lt;/mtext&gt;&lt;mtext&gt;&lt;/mtext&gt;&lt;mfrac&gt;&lt;mn&gt;9&lt;/mn&gt;&lt;mn&gt;20&lt;/mn&gt;&lt;/mfrac&gt;&lt;mo&gt;−&lt;/mo&gt;&lt;mfrac&gt;&lt;mn&gt;3&lt;/mn&gt;&lt;mn&gt;5&lt;/mn&gt;&lt;/mfrac&gt;&lt;mo&gt;×&lt;/mo&gt;&lt;mfrac&gt;&lt;mn&gt;5&lt;/mn&gt;&lt;mn&gt;4&lt;/mn&gt;&lt;/mfrac&gt;&lt;/mtd&gt;&lt;/mtr&gt;&lt;mtr&gt;&lt;mtd&gt;&lt;mtext&gt;&lt;/mtext&gt;&lt;mtext&gt;&lt;/mtext&gt;&lt;mtext&gt;&lt;/mtext&gt;&lt;mtext&gt;&lt;/mtext&gt;&lt;mtext&gt;&lt;/mtext&gt;&lt;mtext&gt;&lt;/mtext&gt;&lt;mtext&gt;&lt;/mtext&gt;&lt;mtext&gt;&lt;/mtext&gt;&lt;mtext&gt;&lt;/mtext&gt;&lt;mfrac&gt;&lt;mn&gt;9&lt;/mn&gt;&lt;mn&gt;20&lt;/mn&gt;&lt;/mfrac&gt;&lt;mo&gt;−&lt;/mo&gt;&lt;mfrac&gt;&lt;mn&gt;15&lt;/mn&gt;&lt;mn&gt;20&lt;/mn&gt;&lt;/mfrac&gt;&lt;mo&gt;=&lt;/mo&gt;&lt;mrow data-mjx-texclass=&quot;INNER&quot;&gt;&lt;mo data-mjx-texclass=&quot;OPEN&quot;&gt;(&lt;/mo&gt;&lt;mo&gt;−&lt;/mo&gt;&lt;mfrac&gt;&lt;mn&gt;6&lt;/mn&gt;&lt;mn&gt;20&lt;/mn&gt;&lt;/mfrac&gt;&lt;mo data-mjx-texclass=&quot;CLOSE&quot;&gt;)&lt;/mo&gt;&lt;/mrow&gt;&lt;mo&gt;=&lt;/mo&gt;&lt;mrow data-mjx-texclass=&quot;INNER&quot;&gt;&lt;mo data-mjx-texclass=&quot;OPEN&quot;&gt;(&lt;/mo&gt;&lt;mo&gt;−&lt;/mo&gt;&lt;mfrac&gt;&lt;mn&gt;3&lt;/mn&gt;&lt;mn&gt;10&lt;/mn&gt;&lt;/mfrac&gt;&lt;mo data-mjx-texclass=&quot;CLOSE&quot;&gt;)&lt;/mo&gt;&lt;/mrow&gt;&lt;/mtd&gt;&lt;/mtr&gt;&lt;/mtable&gt;&lt;/math&gt;" title="3 lines Line 1: nine tenths times one half minus three fifths divided by four fifths Line 2: 9 over 20 minus three fifths times five fourths Line 3: 9 over 20 minus 15 over 20 equals open paren negative 6 over 20 close paren equals negative three tenths"/>
          <p:cNvPicPr preferRelativeResize="0"/>
          <p:nvPr/>
        </p:nvPicPr>
        <p:blipFill>
          <a:blip r:embed="rId6">
            <a:alphaModFix/>
          </a:blip>
          <a:srcRect l="13919" t="31669" r="48184" b="27936"/>
          <a:stretch>
            <a:fillRect/>
          </a:stretch>
        </p:blipFill>
        <p:spPr>
          <a:xfrm>
            <a:off x="5500959" y="2977254"/>
            <a:ext cx="1319946" cy="5259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20" descr="&lt;math xmlns=&quot;http://www.w3.org/1998/Math/MathML&quot; display=&quot;block&quot; data-is-equatio=&quot;1&quot; data-latex=&quot;\begin{array}{l}\frac{9}{10}\times\frac{1}{2}-\frac{3}{5}\div\frac{4}{5}\\&amp;#13;&amp;#10;\ \ \ \ \ \ \ \ \frac{9}{20}-\frac{3}{5}\times\frac{5}{4}\\&amp;#13;&amp;#10;\ \ \ \ \ \ \ \ \ \frac{9}{20}-\frac{15}{20}=\left(-\frac{6}{20}\right)=\left(-\frac{3}{10}\right)\end{array}&quot;&gt;&lt;mtable columnalign=&quot;left&quot; columnspacing=&quot;1em&quot; rowspacing=&quot;4pt&quot;&gt;&lt;mtr&gt;&lt;mtd&gt;&lt;mfrac&gt;&lt;mn&gt;9&lt;/mn&gt;&lt;mn&gt;10&lt;/mn&gt;&lt;/mfrac&gt;&lt;mo&gt;×&lt;/mo&gt;&lt;mfrac&gt;&lt;mn&gt;1&lt;/mn&gt;&lt;mn&gt;2&lt;/mn&gt;&lt;/mfrac&gt;&lt;mo&gt;−&lt;/mo&gt;&lt;mfrac&gt;&lt;mn&gt;3&lt;/mn&gt;&lt;mn&gt;5&lt;/mn&gt;&lt;/mfrac&gt;&lt;mo&gt;÷&lt;/mo&gt;&lt;mfrac&gt;&lt;mn&gt;4&lt;/mn&gt;&lt;mn&gt;5&lt;/mn&gt;&lt;/mfrac&gt;&lt;/mtd&gt;&lt;/mtr&gt;&lt;mtr&gt;&lt;mtd&gt;&lt;mtext&gt;&lt;/mtext&gt;&lt;mtext&gt;&lt;/mtext&gt;&lt;mtext&gt;&lt;/mtext&gt;&lt;mtext&gt;&lt;/mtext&gt;&lt;mtext&gt;&lt;/mtext&gt;&lt;mtext&gt;&lt;/mtext&gt;&lt;mtext&gt;&lt;/mtext&gt;&lt;mtext&gt;&lt;/mtext&gt;&lt;mfrac&gt;&lt;mn&gt;9&lt;/mn&gt;&lt;mn&gt;20&lt;/mn&gt;&lt;/mfrac&gt;&lt;mo&gt;−&lt;/mo&gt;&lt;mfrac&gt;&lt;mn&gt;3&lt;/mn&gt;&lt;mn&gt;5&lt;/mn&gt;&lt;/mfrac&gt;&lt;mo&gt;×&lt;/mo&gt;&lt;mfrac&gt;&lt;mn&gt;5&lt;/mn&gt;&lt;mn&gt;4&lt;/mn&gt;&lt;/mfrac&gt;&lt;/mtd&gt;&lt;/mtr&gt;&lt;mtr&gt;&lt;mtd&gt;&lt;mtext&gt;&lt;/mtext&gt;&lt;mtext&gt;&lt;/mtext&gt;&lt;mtext&gt;&lt;/mtext&gt;&lt;mtext&gt;&lt;/mtext&gt;&lt;mtext&gt;&lt;/mtext&gt;&lt;mtext&gt;&lt;/mtext&gt;&lt;mtext&gt;&lt;/mtext&gt;&lt;mtext&gt;&lt;/mtext&gt;&lt;mtext&gt;&lt;/mtext&gt;&lt;mfrac&gt;&lt;mn&gt;9&lt;/mn&gt;&lt;mn&gt;20&lt;/mn&gt;&lt;/mfrac&gt;&lt;mo&gt;−&lt;/mo&gt;&lt;mfrac&gt;&lt;mn&gt;15&lt;/mn&gt;&lt;mn&gt;20&lt;/mn&gt;&lt;/mfrac&gt;&lt;mo&gt;=&lt;/mo&gt;&lt;mrow data-mjx-texclass=&quot;INNER&quot;&gt;&lt;mo data-mjx-texclass=&quot;OPEN&quot;&gt;(&lt;/mo&gt;&lt;mo&gt;−&lt;/mo&gt;&lt;mfrac&gt;&lt;mn&gt;6&lt;/mn&gt;&lt;mn&gt;20&lt;/mn&gt;&lt;/mfrac&gt;&lt;mo data-mjx-texclass=&quot;CLOSE&quot;&gt;)&lt;/mo&gt;&lt;/mrow&gt;&lt;mo&gt;=&lt;/mo&gt;&lt;mrow data-mjx-texclass=&quot;INNER&quot;&gt;&lt;mo data-mjx-texclass=&quot;OPEN&quot;&gt;(&lt;/mo&gt;&lt;mo&gt;−&lt;/mo&gt;&lt;mfrac&gt;&lt;mn&gt;3&lt;/mn&gt;&lt;mn&gt;10&lt;/mn&gt;&lt;/mfrac&gt;&lt;mo data-mjx-texclass=&quot;CLOSE&quot;&gt;)&lt;/mo&gt;&lt;/mrow&gt;&lt;/mtd&gt;&lt;/mtr&gt;&lt;/mtable&gt;&lt;/math&gt;" title="3 lines Line 1: nine tenths times one half minus three fifths divided by four fifths Line 2: 9 over 20 minus three fifths times five fourths Line 3: 9 over 20 minus 15 over 20 equals open paren negative 6 over 20 close paren equals negative three tenths"/>
          <p:cNvPicPr preferRelativeResize="0"/>
          <p:nvPr/>
        </p:nvPicPr>
        <p:blipFill>
          <a:blip r:embed="rId6">
            <a:alphaModFix/>
          </a:blip>
          <a:srcRect l="14153" t="66181" r="50637" b="-6576"/>
          <a:stretch>
            <a:fillRect/>
          </a:stretch>
        </p:blipFill>
        <p:spPr>
          <a:xfrm>
            <a:off x="5468744" y="3543721"/>
            <a:ext cx="1226354" cy="5259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20" descr="&lt;math xmlns=&quot;http://www.w3.org/1998/Math/MathML&quot; display=&quot;block&quot; data-is-equatio=&quot;1&quot; data-latex=&quot;\begin{array}{l}\frac{9}{10}\times\frac{1}{2}-\frac{3}{5}\div\frac{4}{5}\\&amp;#13;&amp;#10;\ \ \ \ \ \ \ \ \frac{9}{20}-\frac{3}{5}\times\frac{5}{4}\\&amp;#13;&amp;#10;\ \ \ \ \ \ \ \ \ \frac{9}{20}-\frac{15}{20}=\left(-\frac{6}{20}\right)=\left(-\frac{3}{10}\right)\end{array}&quot;&gt;&lt;mtable columnalign=&quot;left&quot; columnspacing=&quot;1em&quot; rowspacing=&quot;4pt&quot;&gt;&lt;mtr&gt;&lt;mtd&gt;&lt;mfrac&gt;&lt;mn&gt;9&lt;/mn&gt;&lt;mn&gt;10&lt;/mn&gt;&lt;/mfrac&gt;&lt;mo&gt;×&lt;/mo&gt;&lt;mfrac&gt;&lt;mn&gt;1&lt;/mn&gt;&lt;mn&gt;2&lt;/mn&gt;&lt;/mfrac&gt;&lt;mo&gt;−&lt;/mo&gt;&lt;mfrac&gt;&lt;mn&gt;3&lt;/mn&gt;&lt;mn&gt;5&lt;/mn&gt;&lt;/mfrac&gt;&lt;mo&gt;÷&lt;/mo&gt;&lt;mfrac&gt;&lt;mn&gt;4&lt;/mn&gt;&lt;mn&gt;5&lt;/mn&gt;&lt;/mfrac&gt;&lt;/mtd&gt;&lt;/mtr&gt;&lt;mtr&gt;&lt;mtd&gt;&lt;mtext&gt;&lt;/mtext&gt;&lt;mtext&gt;&lt;/mtext&gt;&lt;mtext&gt;&lt;/mtext&gt;&lt;mtext&gt;&lt;/mtext&gt;&lt;mtext&gt;&lt;/mtext&gt;&lt;mtext&gt;&lt;/mtext&gt;&lt;mtext&gt;&lt;/mtext&gt;&lt;mtext&gt;&lt;/mtext&gt;&lt;mfrac&gt;&lt;mn&gt;9&lt;/mn&gt;&lt;mn&gt;20&lt;/mn&gt;&lt;/mfrac&gt;&lt;mo&gt;−&lt;/mo&gt;&lt;mfrac&gt;&lt;mn&gt;3&lt;/mn&gt;&lt;mn&gt;5&lt;/mn&gt;&lt;/mfrac&gt;&lt;mo&gt;×&lt;/mo&gt;&lt;mfrac&gt;&lt;mn&gt;5&lt;/mn&gt;&lt;mn&gt;4&lt;/mn&gt;&lt;/mfrac&gt;&lt;/mtd&gt;&lt;/mtr&gt;&lt;mtr&gt;&lt;mtd&gt;&lt;mtext&gt;&lt;/mtext&gt;&lt;mtext&gt;&lt;/mtext&gt;&lt;mtext&gt;&lt;/mtext&gt;&lt;mtext&gt;&lt;/mtext&gt;&lt;mtext&gt;&lt;/mtext&gt;&lt;mtext&gt;&lt;/mtext&gt;&lt;mtext&gt;&lt;/mtext&gt;&lt;mtext&gt;&lt;/mtext&gt;&lt;mtext&gt;&lt;/mtext&gt;&lt;mfrac&gt;&lt;mn&gt;9&lt;/mn&gt;&lt;mn&gt;20&lt;/mn&gt;&lt;/mfrac&gt;&lt;mo&gt;−&lt;/mo&gt;&lt;mfrac&gt;&lt;mn&gt;15&lt;/mn&gt;&lt;mn&gt;20&lt;/mn&gt;&lt;/mfrac&gt;&lt;mo&gt;=&lt;/mo&gt;&lt;mrow data-mjx-texclass=&quot;INNER&quot;&gt;&lt;mo data-mjx-texclass=&quot;OPEN&quot;&gt;(&lt;/mo&gt;&lt;mo&gt;−&lt;/mo&gt;&lt;mfrac&gt;&lt;mn&gt;6&lt;/mn&gt;&lt;mn&gt;20&lt;/mn&gt;&lt;/mfrac&gt;&lt;mo data-mjx-texclass=&quot;CLOSE&quot;&gt;)&lt;/mo&gt;&lt;/mrow&gt;&lt;mo&gt;=&lt;/mo&gt;&lt;mrow data-mjx-texclass=&quot;INNER&quot;&gt;&lt;mo data-mjx-texclass=&quot;OPEN&quot;&gt;(&lt;/mo&gt;&lt;mo&gt;−&lt;/mo&gt;&lt;mfrac&gt;&lt;mn&gt;3&lt;/mn&gt;&lt;mn&gt;10&lt;/mn&gt;&lt;/mfrac&gt;&lt;mo data-mjx-texclass=&quot;CLOSE&quot;&gt;)&lt;/mo&gt;&lt;/mrow&gt;&lt;/mtd&gt;&lt;/mtr&gt;&lt;/mtable&gt;&lt;/math&gt;" title="3 lines Line 1: nine tenths times one half minus three fifths divided by four fifths Line 2: 9 over 20 minus three fifths times five fourths Line 3: 9 over 20 minus 15 over 20 equals open paren negative 6 over 20 close paren equals negative three tenths"/>
          <p:cNvPicPr preferRelativeResize="0"/>
          <p:nvPr/>
        </p:nvPicPr>
        <p:blipFill>
          <a:blip r:embed="rId6">
            <a:alphaModFix/>
          </a:blip>
          <a:srcRect l="49363" t="66181" r="-1787" b="-6576"/>
          <a:stretch>
            <a:fillRect/>
          </a:stretch>
        </p:blipFill>
        <p:spPr>
          <a:xfrm>
            <a:off x="5500959" y="4110809"/>
            <a:ext cx="1500920" cy="432323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20"/>
          <p:cNvSpPr txBox="1"/>
          <p:nvPr/>
        </p:nvSpPr>
        <p:spPr>
          <a:xfrm>
            <a:off x="462350" y="5338475"/>
            <a:ext cx="6629700" cy="131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Work out the following using the priority of operations, giving your answer in its simplest form and a mixed number where possible.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99" name="Google Shape;199;p20" descr="&lt;math xmlns=&quot;http://www.w3.org/1998/Math/MathML&quot; display=&quot;block&quot; data-is-equatio=&quot;1&quot; data-latex=&quot;\begin{array}{l}2\frac{1}{2}+\ 3\frac{2}{3}\times\frac{3}{4}\\&amp;#13;&amp;#10;\frac{5}{2}+\frac{11}{3}\times\frac{3}{4}\\&amp;#13;&amp;#10;\frac{5}{2}+\frac{33}{12}=\frac{30}{12}+\frac{33}{12}=\frac{63}{12}=\frac{21}{4}=4\frac{1}{4}\end{array}&quot;&gt;&lt;mtable columnalign=&quot;left&quot; columnspacing=&quot;1em&quot; rowspacing=&quot;4pt&quot;&gt;&lt;mtr&gt;&lt;mtd&gt;&lt;mn&gt;2&lt;/mn&gt;&lt;mfrac&gt;&lt;mn&gt;1&lt;/mn&gt;&lt;mn&gt;2&lt;/mn&gt;&lt;/mfrac&gt;&lt;mo&gt;+&lt;/mo&gt;&lt;mtext&gt;&lt;/mtext&gt;&lt;mn&gt;3&lt;/mn&gt;&lt;mfrac&gt;&lt;mn&gt;2&lt;/mn&gt;&lt;mn&gt;3&lt;/mn&gt;&lt;/mfrac&gt;&lt;mo&gt;×&lt;/mo&gt;&lt;mfrac&gt;&lt;mn&gt;3&lt;/mn&gt;&lt;mn&gt;4&lt;/mn&gt;&lt;/mfrac&gt;&lt;/mtd&gt;&lt;/mtr&gt;&lt;mtr&gt;&lt;mtd&gt;&lt;mfrac&gt;&lt;mn&gt;5&lt;/mn&gt;&lt;mn&gt;2&lt;/mn&gt;&lt;/mfrac&gt;&lt;mo&gt;+&lt;/mo&gt;&lt;mfrac&gt;&lt;mn&gt;11&lt;/mn&gt;&lt;mn&gt;3&lt;/mn&gt;&lt;/mfrac&gt;&lt;mo&gt;×&lt;/mo&gt;&lt;mfrac&gt;&lt;mn&gt;3&lt;/mn&gt;&lt;mn&gt;4&lt;/mn&gt;&lt;/mfrac&gt;&lt;/mtd&gt;&lt;/mtr&gt;&lt;mtr&gt;&lt;mtd&gt;&lt;mfrac&gt;&lt;mn&gt;5&lt;/mn&gt;&lt;mn&gt;2&lt;/mn&gt;&lt;/mfrac&gt;&lt;mo&gt;+&lt;/mo&gt;&lt;mfrac&gt;&lt;mn&gt;33&lt;/mn&gt;&lt;mn&gt;12&lt;/mn&gt;&lt;/mfrac&gt;&lt;mo&gt;=&lt;/mo&gt;&lt;mfrac&gt;&lt;mn&gt;30&lt;/mn&gt;&lt;mn&gt;12&lt;/mn&gt;&lt;/mfrac&gt;&lt;mo&gt;+&lt;/mo&gt;&lt;mfrac&gt;&lt;mn&gt;33&lt;/mn&gt;&lt;mn&gt;12&lt;/mn&gt;&lt;/mfrac&gt;&lt;mo&gt;=&lt;/mo&gt;&lt;mfrac&gt;&lt;mn&gt;63&lt;/mn&gt;&lt;mn&gt;12&lt;/mn&gt;&lt;/mfrac&gt;&lt;mo&gt;=&lt;/mo&gt;&lt;mfrac&gt;&lt;mn&gt;21&lt;/mn&gt;&lt;mn&gt;4&lt;/mn&gt;&lt;/mfrac&gt;&lt;mo&gt;=&lt;/mo&gt;&lt;mn&gt;4&lt;/mn&gt;&lt;mfrac&gt;&lt;mn&gt;1&lt;/mn&gt;&lt;mn&gt;4&lt;/mn&gt;&lt;/mfrac&gt;&lt;/mtd&gt;&lt;/mtr&gt;&lt;/mtable&gt;&lt;/math&gt;" title="3 lines Line 1: 2 and one half plus 3 and two thirds times three fourths Line 2: five halves plus eleven thirds times three fourths Line 3: five halves plus 33 over 12 equals 30 over 12 plus 33 over 12 equals 63 over 12 equals 21 over 4 equals 4 and one fourth"/>
          <p:cNvPicPr preferRelativeResize="0"/>
          <p:nvPr/>
        </p:nvPicPr>
        <p:blipFill>
          <a:blip r:embed="rId7">
            <a:alphaModFix/>
          </a:blip>
          <a:srcRect r="58362" b="68887"/>
          <a:stretch>
            <a:fillRect/>
          </a:stretch>
        </p:blipFill>
        <p:spPr>
          <a:xfrm>
            <a:off x="853950" y="6178376"/>
            <a:ext cx="1665604" cy="427106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20" descr="&lt;math xmlns=&quot;http://www.w3.org/1998/Math/MathML&quot; display=&quot;block&quot; data-is-equatio=&quot;1&quot; data-latex=&quot;\begin{array}{l}2\frac{1}{2}+\ 3\frac{2}{3}\times\frac{3}{4}\\&amp;#13;&amp;#10;\frac{5}{2}+\frac{11}{3}\times\frac{3}{4}\\&amp;#13;&amp;#10;\frac{5}{2}+\frac{33}{12}=\frac{30}{12}+\frac{33}{12}=\frac{63}{12}=\frac{21}{4}=4\frac{1}{4}\end{array}&quot;&gt;&lt;mtable columnalign=&quot;left&quot; columnspacing=&quot;1em&quot; rowspacing=&quot;4pt&quot;&gt;&lt;mtr&gt;&lt;mtd&gt;&lt;mn&gt;2&lt;/mn&gt;&lt;mfrac&gt;&lt;mn&gt;1&lt;/mn&gt;&lt;mn&gt;2&lt;/mn&gt;&lt;/mfrac&gt;&lt;mo&gt;+&lt;/mo&gt;&lt;mtext&gt;&lt;/mtext&gt;&lt;mn&gt;3&lt;/mn&gt;&lt;mfrac&gt;&lt;mn&gt;2&lt;/mn&gt;&lt;mn&gt;3&lt;/mn&gt;&lt;/mfrac&gt;&lt;mo&gt;×&lt;/mo&gt;&lt;mfrac&gt;&lt;mn&gt;3&lt;/mn&gt;&lt;mn&gt;4&lt;/mn&gt;&lt;/mfrac&gt;&lt;/mtd&gt;&lt;/mtr&gt;&lt;mtr&gt;&lt;mtd&gt;&lt;mfrac&gt;&lt;mn&gt;5&lt;/mn&gt;&lt;mn&gt;2&lt;/mn&gt;&lt;/mfrac&gt;&lt;mo&gt;+&lt;/mo&gt;&lt;mfrac&gt;&lt;mn&gt;11&lt;/mn&gt;&lt;mn&gt;3&lt;/mn&gt;&lt;/mfrac&gt;&lt;mo&gt;×&lt;/mo&gt;&lt;mfrac&gt;&lt;mn&gt;3&lt;/mn&gt;&lt;mn&gt;4&lt;/mn&gt;&lt;/mfrac&gt;&lt;/mtd&gt;&lt;/mtr&gt;&lt;mtr&gt;&lt;mtd&gt;&lt;mfrac&gt;&lt;mn&gt;5&lt;/mn&gt;&lt;mn&gt;2&lt;/mn&gt;&lt;/mfrac&gt;&lt;mo&gt;+&lt;/mo&gt;&lt;mfrac&gt;&lt;mn&gt;33&lt;/mn&gt;&lt;mn&gt;12&lt;/mn&gt;&lt;/mfrac&gt;&lt;mo&gt;=&lt;/mo&gt;&lt;mfrac&gt;&lt;mn&gt;30&lt;/mn&gt;&lt;mn&gt;12&lt;/mn&gt;&lt;/mfrac&gt;&lt;mo&gt;+&lt;/mo&gt;&lt;mfrac&gt;&lt;mn&gt;33&lt;/mn&gt;&lt;mn&gt;12&lt;/mn&gt;&lt;/mfrac&gt;&lt;mo&gt;=&lt;/mo&gt;&lt;mfrac&gt;&lt;mn&gt;63&lt;/mn&gt;&lt;mn&gt;12&lt;/mn&gt;&lt;/mfrac&gt;&lt;mo&gt;=&lt;/mo&gt;&lt;mfrac&gt;&lt;mn&gt;21&lt;/mn&gt;&lt;mn&gt;4&lt;/mn&gt;&lt;/mfrac&gt;&lt;mo&gt;=&lt;/mo&gt;&lt;mn&gt;4&lt;/mn&gt;&lt;mfrac&gt;&lt;mn&gt;1&lt;/mn&gt;&lt;mn&gt;4&lt;/mn&gt;&lt;/mfrac&gt;&lt;/mtd&gt;&lt;/mtr&gt;&lt;/mtable&gt;&lt;/math&gt;" title="3 lines Line 1: 2 and one half plus 3 and two thirds times three fourths Line 2: five halves plus eleven thirds times three fourths Line 3: five halves plus 33 over 12 equals 30 over 12 plus 33 over 12 equals 63 over 12 equals 21 over 4 equals 4 and one fourth"/>
          <p:cNvPicPr preferRelativeResize="0"/>
          <p:nvPr/>
        </p:nvPicPr>
        <p:blipFill>
          <a:blip r:embed="rId7">
            <a:alphaModFix/>
          </a:blip>
          <a:srcRect l="-1919" t="34441" r="63373" b="34445"/>
          <a:stretch>
            <a:fillRect/>
          </a:stretch>
        </p:blipFill>
        <p:spPr>
          <a:xfrm>
            <a:off x="892381" y="6659587"/>
            <a:ext cx="1541915" cy="427106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20" descr="&lt;math xmlns=&quot;http://www.w3.org/1998/Math/MathML&quot; display=&quot;block&quot; data-is-equatio=&quot;1&quot; data-latex=&quot;\begin{array}{l}2\frac{1}{2}+\ 3\frac{2}{3}\times\frac{3}{4}\\&amp;#13;&amp;#10;\frac{5}{2}+\frac{11}{3}\times\frac{3}{4}\\&amp;#13;&amp;#10;\frac{5}{2}+\frac{33}{12}=\frac{30}{12}+\frac{33}{12}=\frac{63}{12}=\frac{21}{4}=4\frac{1}{4}\end{array}&quot;&gt;&lt;mtable columnalign=&quot;left&quot; columnspacing=&quot;1em&quot; rowspacing=&quot;4pt&quot;&gt;&lt;mtr&gt;&lt;mtd&gt;&lt;mn&gt;2&lt;/mn&gt;&lt;mfrac&gt;&lt;mn&gt;1&lt;/mn&gt;&lt;mn&gt;2&lt;/mn&gt;&lt;/mfrac&gt;&lt;mo&gt;+&lt;/mo&gt;&lt;mtext&gt;&lt;/mtext&gt;&lt;mn&gt;3&lt;/mn&gt;&lt;mfrac&gt;&lt;mn&gt;2&lt;/mn&gt;&lt;mn&gt;3&lt;/mn&gt;&lt;/mfrac&gt;&lt;mo&gt;×&lt;/mo&gt;&lt;mfrac&gt;&lt;mn&gt;3&lt;/mn&gt;&lt;mn&gt;4&lt;/mn&gt;&lt;/mfrac&gt;&lt;/mtd&gt;&lt;/mtr&gt;&lt;mtr&gt;&lt;mtd&gt;&lt;mfrac&gt;&lt;mn&gt;5&lt;/mn&gt;&lt;mn&gt;2&lt;/mn&gt;&lt;/mfrac&gt;&lt;mo&gt;+&lt;/mo&gt;&lt;mfrac&gt;&lt;mn&gt;11&lt;/mn&gt;&lt;mn&gt;3&lt;/mn&gt;&lt;/mfrac&gt;&lt;mo&gt;×&lt;/mo&gt;&lt;mfrac&gt;&lt;mn&gt;3&lt;/mn&gt;&lt;mn&gt;4&lt;/mn&gt;&lt;/mfrac&gt;&lt;/mtd&gt;&lt;/mtr&gt;&lt;mtr&gt;&lt;mtd&gt;&lt;mfrac&gt;&lt;mn&gt;5&lt;/mn&gt;&lt;mn&gt;2&lt;/mn&gt;&lt;/mfrac&gt;&lt;mo&gt;+&lt;/mo&gt;&lt;mfrac&gt;&lt;mn&gt;33&lt;/mn&gt;&lt;mn&gt;12&lt;/mn&gt;&lt;/mfrac&gt;&lt;mo&gt;=&lt;/mo&gt;&lt;mfrac&gt;&lt;mn&gt;30&lt;/mn&gt;&lt;mn&gt;12&lt;/mn&gt;&lt;/mfrac&gt;&lt;mo&gt;+&lt;/mo&gt;&lt;mfrac&gt;&lt;mn&gt;33&lt;/mn&gt;&lt;mn&gt;12&lt;/mn&gt;&lt;/mfrac&gt;&lt;mo&gt;=&lt;/mo&gt;&lt;mfrac&gt;&lt;mn&gt;63&lt;/mn&gt;&lt;mn&gt;12&lt;/mn&gt;&lt;/mfrac&gt;&lt;mo&gt;=&lt;/mo&gt;&lt;mfrac&gt;&lt;mn&gt;21&lt;/mn&gt;&lt;mn&gt;4&lt;/mn&gt;&lt;/mfrac&gt;&lt;mo&gt;=&lt;/mo&gt;&lt;mn&gt;4&lt;/mn&gt;&lt;mfrac&gt;&lt;mn&gt;1&lt;/mn&gt;&lt;mn&gt;4&lt;/mn&gt;&lt;/mfrac&gt;&lt;/mtd&gt;&lt;/mtr&gt;&lt;/mtable&gt;&lt;/math&gt;" title="3 lines Line 1: 2 and one half plus 3 and two thirds times three fourths Line 2: five halves plus eleven thirds times three fourths Line 3: five halves plus 33 over 12 equals 30 over 12 plus 33 over 12 equals 63 over 12 equals 21 over 4 equals 4 and one fourth"/>
          <p:cNvPicPr preferRelativeResize="0"/>
          <p:nvPr/>
        </p:nvPicPr>
        <p:blipFill>
          <a:blip r:embed="rId7">
            <a:alphaModFix/>
          </a:blip>
          <a:srcRect l="-1725" t="68086" r="78499" b="-5486"/>
          <a:stretch>
            <a:fillRect/>
          </a:stretch>
        </p:blipFill>
        <p:spPr>
          <a:xfrm>
            <a:off x="892381" y="7140496"/>
            <a:ext cx="929102" cy="513411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20" descr="&lt;math xmlns=&quot;http://www.w3.org/1998/Math/MathML&quot; display=&quot;block&quot; data-is-equatio=&quot;1&quot; data-latex=&quot;\begin{array}{l}2\frac{1}{2}+\ 3\frac{2}{3}\times\frac{3}{4}\\&amp;#13;&amp;#10;\frac{5}{2}+\frac{11}{3}\times\frac{3}{4}\\&amp;#13;&amp;#10;\frac{5}{2}+\frac{33}{12}=\frac{30}{12}+\frac{33}{12}=\frac{63}{12}=\frac{21}{4}=4\frac{1}{4}\end{array}&quot;&gt;&lt;mtable columnalign=&quot;left&quot; columnspacing=&quot;1em&quot; rowspacing=&quot;4pt&quot;&gt;&lt;mtr&gt;&lt;mtd&gt;&lt;mn&gt;2&lt;/mn&gt;&lt;mfrac&gt;&lt;mn&gt;1&lt;/mn&gt;&lt;mn&gt;2&lt;/mn&gt;&lt;/mfrac&gt;&lt;mo&gt;+&lt;/mo&gt;&lt;mtext&gt;&lt;/mtext&gt;&lt;mn&gt;3&lt;/mn&gt;&lt;mfrac&gt;&lt;mn&gt;2&lt;/mn&gt;&lt;mn&gt;3&lt;/mn&gt;&lt;/mfrac&gt;&lt;mo&gt;×&lt;/mo&gt;&lt;mfrac&gt;&lt;mn&gt;3&lt;/mn&gt;&lt;mn&gt;4&lt;/mn&gt;&lt;/mfrac&gt;&lt;/mtd&gt;&lt;/mtr&gt;&lt;mtr&gt;&lt;mtd&gt;&lt;mfrac&gt;&lt;mn&gt;5&lt;/mn&gt;&lt;mn&gt;2&lt;/mn&gt;&lt;/mfrac&gt;&lt;mo&gt;+&lt;/mo&gt;&lt;mfrac&gt;&lt;mn&gt;11&lt;/mn&gt;&lt;mn&gt;3&lt;/mn&gt;&lt;/mfrac&gt;&lt;mo&gt;×&lt;/mo&gt;&lt;mfrac&gt;&lt;mn&gt;3&lt;/mn&gt;&lt;mn&gt;4&lt;/mn&gt;&lt;/mfrac&gt;&lt;/mtd&gt;&lt;/mtr&gt;&lt;mtr&gt;&lt;mtd&gt;&lt;mfrac&gt;&lt;mn&gt;5&lt;/mn&gt;&lt;mn&gt;2&lt;/mn&gt;&lt;/mfrac&gt;&lt;mo&gt;+&lt;/mo&gt;&lt;mfrac&gt;&lt;mn&gt;33&lt;/mn&gt;&lt;mn&gt;12&lt;/mn&gt;&lt;/mfrac&gt;&lt;mo&gt;=&lt;/mo&gt;&lt;mfrac&gt;&lt;mn&gt;30&lt;/mn&gt;&lt;mn&gt;12&lt;/mn&gt;&lt;/mfrac&gt;&lt;mo&gt;+&lt;/mo&gt;&lt;mfrac&gt;&lt;mn&gt;33&lt;/mn&gt;&lt;mn&gt;12&lt;/mn&gt;&lt;/mfrac&gt;&lt;mo&gt;=&lt;/mo&gt;&lt;mfrac&gt;&lt;mn&gt;63&lt;/mn&gt;&lt;mn&gt;12&lt;/mn&gt;&lt;/mfrac&gt;&lt;mo&gt;=&lt;/mo&gt;&lt;mfrac&gt;&lt;mn&gt;21&lt;/mn&gt;&lt;mn&gt;4&lt;/mn&gt;&lt;/mfrac&gt;&lt;mo&gt;=&lt;/mo&gt;&lt;mn&gt;4&lt;/mn&gt;&lt;mfrac&gt;&lt;mn&gt;1&lt;/mn&gt;&lt;mn&gt;4&lt;/mn&gt;&lt;/mfrac&gt;&lt;/mtd&gt;&lt;/mtr&gt;&lt;/mtable&gt;&lt;/math&gt;" title="3 lines Line 1: 2 and one half plus 3 and two thirds times three fourths Line 2: five halves plus eleven thirds times three fourths Line 3: five halves plus 33 over 12 equals 30 over 12 plus 33 over 12 equals 63 over 12 equals 21 over 4 equals 4 and one fourth"/>
          <p:cNvPicPr preferRelativeResize="0"/>
          <p:nvPr/>
        </p:nvPicPr>
        <p:blipFill>
          <a:blip r:embed="rId7">
            <a:alphaModFix/>
          </a:blip>
          <a:srcRect l="28757" t="68086" r="48015" b="-5486"/>
          <a:stretch>
            <a:fillRect/>
          </a:stretch>
        </p:blipFill>
        <p:spPr>
          <a:xfrm>
            <a:off x="892381" y="7707710"/>
            <a:ext cx="929102" cy="513411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20" descr="&lt;math xmlns=&quot;http://www.w3.org/1998/Math/MathML&quot; display=&quot;block&quot; data-is-equatio=&quot;1&quot; data-latex=&quot;\begin{array}{l}2\frac{1}{2}+\ 3\frac{2}{3}\times\frac{3}{4}\\&amp;#13;&amp;#10;\frac{5}{2}+\frac{11}{3}\times\frac{3}{4}\\&amp;#13;&amp;#10;\frac{5}{2}+\frac{33}{12}=\frac{30}{12}+\frac{33}{12}=\frac{63}{12}=\frac{21}{4}=4\frac{1}{4}\end{array}&quot;&gt;&lt;mtable columnalign=&quot;left&quot; columnspacing=&quot;1em&quot; rowspacing=&quot;4pt&quot;&gt;&lt;mtr&gt;&lt;mtd&gt;&lt;mn&gt;2&lt;/mn&gt;&lt;mfrac&gt;&lt;mn&gt;1&lt;/mn&gt;&lt;mn&gt;2&lt;/mn&gt;&lt;/mfrac&gt;&lt;mo&gt;+&lt;/mo&gt;&lt;mtext&gt;&lt;/mtext&gt;&lt;mn&gt;3&lt;/mn&gt;&lt;mfrac&gt;&lt;mn&gt;2&lt;/mn&gt;&lt;mn&gt;3&lt;/mn&gt;&lt;/mfrac&gt;&lt;mo&gt;×&lt;/mo&gt;&lt;mfrac&gt;&lt;mn&gt;3&lt;/mn&gt;&lt;mn&gt;4&lt;/mn&gt;&lt;/mfrac&gt;&lt;/mtd&gt;&lt;/mtr&gt;&lt;mtr&gt;&lt;mtd&gt;&lt;mfrac&gt;&lt;mn&gt;5&lt;/mn&gt;&lt;mn&gt;2&lt;/mn&gt;&lt;/mfrac&gt;&lt;mo&gt;+&lt;/mo&gt;&lt;mfrac&gt;&lt;mn&gt;11&lt;/mn&gt;&lt;mn&gt;3&lt;/mn&gt;&lt;/mfrac&gt;&lt;mo&gt;×&lt;/mo&gt;&lt;mfrac&gt;&lt;mn&gt;3&lt;/mn&gt;&lt;mn&gt;4&lt;/mn&gt;&lt;/mfrac&gt;&lt;/mtd&gt;&lt;/mtr&gt;&lt;mtr&gt;&lt;mtd&gt;&lt;mfrac&gt;&lt;mn&gt;5&lt;/mn&gt;&lt;mn&gt;2&lt;/mn&gt;&lt;/mfrac&gt;&lt;mo&gt;+&lt;/mo&gt;&lt;mfrac&gt;&lt;mn&gt;33&lt;/mn&gt;&lt;mn&gt;12&lt;/mn&gt;&lt;/mfrac&gt;&lt;mo&gt;=&lt;/mo&gt;&lt;mfrac&gt;&lt;mn&gt;30&lt;/mn&gt;&lt;mn&gt;12&lt;/mn&gt;&lt;/mfrac&gt;&lt;mo&gt;+&lt;/mo&gt;&lt;mfrac&gt;&lt;mn&gt;33&lt;/mn&gt;&lt;mn&gt;12&lt;/mn&gt;&lt;/mfrac&gt;&lt;mo&gt;=&lt;/mo&gt;&lt;mfrac&gt;&lt;mn&gt;63&lt;/mn&gt;&lt;mn&gt;12&lt;/mn&gt;&lt;/mfrac&gt;&lt;mo&gt;=&lt;/mo&gt;&lt;mfrac&gt;&lt;mn&gt;21&lt;/mn&gt;&lt;mn&gt;4&lt;/mn&gt;&lt;/mfrac&gt;&lt;mo&gt;=&lt;/mo&gt;&lt;mn&gt;4&lt;/mn&gt;&lt;mfrac&gt;&lt;mn&gt;1&lt;/mn&gt;&lt;mn&gt;4&lt;/mn&gt;&lt;/mfrac&gt;&lt;/mtd&gt;&lt;/mtr&gt;&lt;/mtable&gt;&lt;/math&gt;" title="3 lines Line 1: 2 and one half plus 3 and two thirds times three fourths Line 2: five halves plus eleven thirds times three fourths Line 3: five halves plus 33 over 12 equals 30 over 12 plus 33 over 12 equals 63 over 12 equals 21 over 4 equals 4 and one fourth"/>
          <p:cNvPicPr preferRelativeResize="0"/>
          <p:nvPr/>
        </p:nvPicPr>
        <p:blipFill>
          <a:blip r:embed="rId7">
            <a:alphaModFix/>
          </a:blip>
          <a:srcRect l="51936" t="68086" r="31117" b="-5486"/>
          <a:stretch>
            <a:fillRect/>
          </a:stretch>
        </p:blipFill>
        <p:spPr>
          <a:xfrm>
            <a:off x="1756442" y="7707710"/>
            <a:ext cx="677855" cy="513411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20" descr="&lt;math xmlns=&quot;http://www.w3.org/1998/Math/MathML&quot; display=&quot;block&quot; data-is-equatio=&quot;1&quot; data-latex=&quot;\begin{array}{l}2\frac{1}{2}+\ 3\frac{2}{3}\times\frac{3}{4}\\&amp;#13;&amp;#10;\frac{5}{2}+\frac{11}{3}\times\frac{3}{4}\\&amp;#13;&amp;#10;\frac{5}{2}+\frac{33}{12}=\frac{30}{12}+\frac{33}{12}=\frac{63}{12}=\frac{21}{4}=4\frac{1}{4}\end{array}&quot;&gt;&lt;mtable columnalign=&quot;left&quot; columnspacing=&quot;1em&quot; rowspacing=&quot;4pt&quot;&gt;&lt;mtr&gt;&lt;mtd&gt;&lt;mn&gt;2&lt;/mn&gt;&lt;mfrac&gt;&lt;mn&gt;1&lt;/mn&gt;&lt;mn&gt;2&lt;/mn&gt;&lt;/mfrac&gt;&lt;mo&gt;+&lt;/mo&gt;&lt;mtext&gt;&lt;/mtext&gt;&lt;mn&gt;3&lt;/mn&gt;&lt;mfrac&gt;&lt;mn&gt;2&lt;/mn&gt;&lt;mn&gt;3&lt;/mn&gt;&lt;/mfrac&gt;&lt;mo&gt;×&lt;/mo&gt;&lt;mfrac&gt;&lt;mn&gt;3&lt;/mn&gt;&lt;mn&gt;4&lt;/mn&gt;&lt;/mfrac&gt;&lt;/mtd&gt;&lt;/mtr&gt;&lt;mtr&gt;&lt;mtd&gt;&lt;mfrac&gt;&lt;mn&gt;5&lt;/mn&gt;&lt;mn&gt;2&lt;/mn&gt;&lt;/mfrac&gt;&lt;mo&gt;+&lt;/mo&gt;&lt;mfrac&gt;&lt;mn&gt;11&lt;/mn&gt;&lt;mn&gt;3&lt;/mn&gt;&lt;/mfrac&gt;&lt;mo&gt;×&lt;/mo&gt;&lt;mfrac&gt;&lt;mn&gt;3&lt;/mn&gt;&lt;mn&gt;4&lt;/mn&gt;&lt;/mfrac&gt;&lt;/mtd&gt;&lt;/mtr&gt;&lt;mtr&gt;&lt;mtd&gt;&lt;mfrac&gt;&lt;mn&gt;5&lt;/mn&gt;&lt;mn&gt;2&lt;/mn&gt;&lt;/mfrac&gt;&lt;mo&gt;+&lt;/mo&gt;&lt;mfrac&gt;&lt;mn&gt;33&lt;/mn&gt;&lt;mn&gt;12&lt;/mn&gt;&lt;/mfrac&gt;&lt;mo&gt;=&lt;/mo&gt;&lt;mfrac&gt;&lt;mn&gt;30&lt;/mn&gt;&lt;mn&gt;12&lt;/mn&gt;&lt;/mfrac&gt;&lt;mo&gt;+&lt;/mo&gt;&lt;mfrac&gt;&lt;mn&gt;33&lt;/mn&gt;&lt;mn&gt;12&lt;/mn&gt;&lt;/mfrac&gt;&lt;mo&gt;=&lt;/mo&gt;&lt;mfrac&gt;&lt;mn&gt;63&lt;/mn&gt;&lt;mn&gt;12&lt;/mn&gt;&lt;/mfrac&gt;&lt;mo&gt;=&lt;/mo&gt;&lt;mfrac&gt;&lt;mn&gt;21&lt;/mn&gt;&lt;mn&gt;4&lt;/mn&gt;&lt;/mfrac&gt;&lt;mo&gt;=&lt;/mo&gt;&lt;mn&gt;4&lt;/mn&gt;&lt;mfrac&gt;&lt;mn&gt;1&lt;/mn&gt;&lt;mn&gt;4&lt;/mn&gt;&lt;/mfrac&gt;&lt;/mtd&gt;&lt;/mtr&gt;&lt;/mtable&gt;&lt;/math&gt;" title="3 lines Line 1: 2 and one half plus 3 and two thirds times three fourths Line 2: five halves plus eleven thirds times three fourths Line 3: five halves plus 33 over 12 equals 30 over 12 plus 33 over 12 equals 63 over 12 equals 21 over 4 equals 4 and one fourth"/>
          <p:cNvPicPr preferRelativeResize="0"/>
          <p:nvPr/>
        </p:nvPicPr>
        <p:blipFill>
          <a:blip r:embed="rId7">
            <a:alphaModFix/>
          </a:blip>
          <a:srcRect l="69076" t="68086" r="15820" b="-5486"/>
          <a:stretch>
            <a:fillRect/>
          </a:stretch>
        </p:blipFill>
        <p:spPr>
          <a:xfrm>
            <a:off x="2395866" y="7707710"/>
            <a:ext cx="604097" cy="51341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05" name="Google Shape;205;p20"/>
          <p:cNvCxnSpPr/>
          <p:nvPr/>
        </p:nvCxnSpPr>
        <p:spPr>
          <a:xfrm flipH="1">
            <a:off x="3747442" y="6197156"/>
            <a:ext cx="0" cy="21828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6" name="Google Shape;206;p20"/>
          <p:cNvSpPr txBox="1"/>
          <p:nvPr/>
        </p:nvSpPr>
        <p:spPr>
          <a:xfrm>
            <a:off x="3732066" y="6132250"/>
            <a:ext cx="428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/>
          </a:p>
        </p:txBody>
      </p:sp>
      <p:pic>
        <p:nvPicPr>
          <p:cNvPr id="207" name="Google Shape;207;p20" descr="&lt;math xmlns=&quot;http://www.w3.org/1998/Math/MathML&quot; display=&quot;block&quot; data-is-equatio=&quot;1&quot; data-latex=&quot;\begin{array}{l}2\frac{1}{4}\times\frac{4}{5}-\frac{3}{5}\div1\frac{3}{10}\\&amp;#13;&amp;#10;\ \ \frac{9}{4}\times\frac{4}{5}-\frac{3}{5}\div\frac{13}{10}\\&amp;#13;&amp;#10;\ \ \ \frac{36}{20}-\frac{3}{5}\times\frac{10}{13}\\&amp;#13;&amp;#10;\ \ \ \ \ \frac{36}{20}-\frac{30}{65}=\frac{9}{5}-\frac{6}{13}=\frac{117}{65}-\frac{30}{65}=\frac{87}{65}=1\frac{22}{65}\end{array}&quot;&gt;&lt;mtable columnalign=&quot;left&quot; columnspacing=&quot;1em&quot; rowspacing=&quot;4pt&quot;&gt;&lt;mtr&gt;&lt;mtd&gt;&lt;mn&gt;2&lt;/mn&gt;&lt;mfrac&gt;&lt;mn&gt;1&lt;/mn&gt;&lt;mn&gt;4&lt;/mn&gt;&lt;/mfrac&gt;&lt;mo&gt;×&lt;/mo&gt;&lt;mfrac&gt;&lt;mn&gt;4&lt;/mn&gt;&lt;mn&gt;5&lt;/mn&gt;&lt;/mfrac&gt;&lt;mo&gt;−&lt;/mo&gt;&lt;mfrac&gt;&lt;mn&gt;3&lt;/mn&gt;&lt;mn&gt;5&lt;/mn&gt;&lt;/mfrac&gt;&lt;mo&gt;÷&lt;/mo&gt;&lt;mn&gt;1&lt;/mn&gt;&lt;mfrac&gt;&lt;mn&gt;3&lt;/mn&gt;&lt;mn&gt;10&lt;/mn&gt;&lt;/mfrac&gt;&lt;/mtd&gt;&lt;/mtr&gt;&lt;mtr&gt;&lt;mtd&gt;&lt;mtext&gt;&lt;/mtext&gt;&lt;mtext&gt;&lt;/mtext&gt;&lt;mfrac&gt;&lt;mn&gt;9&lt;/mn&gt;&lt;mn&gt;4&lt;/mn&gt;&lt;/mfrac&gt;&lt;mo&gt;×&lt;/mo&gt;&lt;mfrac&gt;&lt;mn&gt;4&lt;/mn&gt;&lt;mn&gt;5&lt;/mn&gt;&lt;/mfrac&gt;&lt;mo&gt;−&lt;/mo&gt;&lt;mfrac&gt;&lt;mn&gt;3&lt;/mn&gt;&lt;mn&gt;5&lt;/mn&gt;&lt;/mfrac&gt;&lt;mo&gt;÷&lt;/mo&gt;&lt;mfrac&gt;&lt;mn&gt;13&lt;/mn&gt;&lt;mn&gt;10&lt;/mn&gt;&lt;/mfrac&gt;&lt;/mtd&gt;&lt;/mtr&gt;&lt;mtr&gt;&lt;mtd&gt;&lt;mtext&gt;&lt;/mtext&gt;&lt;mtext&gt;&lt;/mtext&gt;&lt;mtext&gt;&lt;/mtext&gt;&lt;mfrac&gt;&lt;mn&gt;36&lt;/mn&gt;&lt;mn&gt;20&lt;/mn&gt;&lt;/mfrac&gt;&lt;mo&gt;−&lt;/mo&gt;&lt;mfrac&gt;&lt;mn&gt;3&lt;/mn&gt;&lt;mn&gt;5&lt;/mn&gt;&lt;/mfrac&gt;&lt;mo&gt;×&lt;/mo&gt;&lt;mfrac&gt;&lt;mn&gt;10&lt;/mn&gt;&lt;mn&gt;13&lt;/mn&gt;&lt;/mfrac&gt;&lt;/mtd&gt;&lt;/mtr&gt;&lt;mtr&gt;&lt;mtd&gt;&lt;mtext&gt;&lt;/mtext&gt;&lt;mtext&gt;&lt;/mtext&gt;&lt;mtext&gt;&lt;/mtext&gt;&lt;mtext&gt;&lt;/mtext&gt;&lt;mtext&gt;&lt;/mtext&gt;&lt;mfrac&gt;&lt;mn&gt;36&lt;/mn&gt;&lt;mn&gt;20&lt;/mn&gt;&lt;/mfrac&gt;&lt;mo&gt;−&lt;/mo&gt;&lt;mfrac&gt;&lt;mn&gt;30&lt;/mn&gt;&lt;mn&gt;65&lt;/mn&gt;&lt;/mfrac&gt;&lt;mo&gt;=&lt;/mo&gt;&lt;mfrac&gt;&lt;mn&gt;9&lt;/mn&gt;&lt;mn&gt;5&lt;/mn&gt;&lt;/mfrac&gt;&lt;mo&gt;−&lt;/mo&gt;&lt;mfrac&gt;&lt;mn&gt;6&lt;/mn&gt;&lt;mn&gt;13&lt;/mn&gt;&lt;/mfrac&gt;&lt;mo&gt;=&lt;/mo&gt;&lt;mfrac&gt;&lt;mn&gt;117&lt;/mn&gt;&lt;mn&gt;65&lt;/mn&gt;&lt;/mfrac&gt;&lt;mo&gt;−&lt;/mo&gt;&lt;mfrac&gt;&lt;mn&gt;30&lt;/mn&gt;&lt;mn&gt;65&lt;/mn&gt;&lt;/mfrac&gt;&lt;mo&gt;=&lt;/mo&gt;&lt;mfrac&gt;&lt;mn&gt;87&lt;/mn&gt;&lt;mn&gt;65&lt;/mn&gt;&lt;/mfrac&gt;&lt;mo&gt;=&lt;/mo&gt;&lt;mn&gt;1&lt;/mn&gt;&lt;mfrac&gt;&lt;mn&gt;22&lt;/mn&gt;&lt;mn&gt;65&lt;/mn&gt;&lt;/mfrac&gt;&lt;/mtd&gt;&lt;/mtr&gt;&lt;/mtable&gt;&lt;/math&gt;" title="4 lines Line 1: 2 and one fourth times four fifths minus three fifths divided by 1 and three tenths Line 2: nine fourths times four fifths minus three fifths divided by thirteen tenths Line 3: 36 over 20 minus three fifths times 10 over 13 Line 4: 36 over 20 minus 30 over 65 equals nine fifths minus 6 over 13 equals 117 over 65 minus 30 over 65 equals 87 over 65 equals 1 and 22 over 65"/>
          <p:cNvPicPr preferRelativeResize="0"/>
          <p:nvPr/>
        </p:nvPicPr>
        <p:blipFill>
          <a:blip r:embed="rId8">
            <a:alphaModFix/>
          </a:blip>
          <a:srcRect r="56941" b="77178"/>
          <a:stretch>
            <a:fillRect/>
          </a:stretch>
        </p:blipFill>
        <p:spPr>
          <a:xfrm>
            <a:off x="4145184" y="6132259"/>
            <a:ext cx="2090829" cy="412303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20" descr="&lt;math xmlns=&quot;http://www.w3.org/1998/Math/MathML&quot; display=&quot;block&quot; data-is-equatio=&quot;1&quot; data-latex=&quot;\begin{array}{l}2\frac{1}{4}\times\frac{4}{5}-\frac{3}{5}\div1\frac{3}{10}\\&amp;#13;&amp;#10;\ \ \frac{9}{4}\times\frac{4}{5}-\frac{3}{5}\div\frac{13}{10}\\&amp;#13;&amp;#10;\ \ \ \frac{36}{20}-\frac{3}{5}\times\frac{10}{13}\\&amp;#13;&amp;#10;\ \ \ \ \ \frac{36}{20}-\frac{30}{65}=\frac{9}{5}-\frac{6}{13}=\frac{117}{65}-\frac{30}{65}=\frac{87}{65}=1\frac{22}{65}\end{array}&quot;&gt;&lt;mtable columnalign=&quot;left&quot; columnspacing=&quot;1em&quot; rowspacing=&quot;4pt&quot;&gt;&lt;mtr&gt;&lt;mtd&gt;&lt;mn&gt;2&lt;/mn&gt;&lt;mfrac&gt;&lt;mn&gt;1&lt;/mn&gt;&lt;mn&gt;4&lt;/mn&gt;&lt;/mfrac&gt;&lt;mo&gt;×&lt;/mo&gt;&lt;mfrac&gt;&lt;mn&gt;4&lt;/mn&gt;&lt;mn&gt;5&lt;/mn&gt;&lt;/mfrac&gt;&lt;mo&gt;−&lt;/mo&gt;&lt;mfrac&gt;&lt;mn&gt;3&lt;/mn&gt;&lt;mn&gt;5&lt;/mn&gt;&lt;/mfrac&gt;&lt;mo&gt;÷&lt;/mo&gt;&lt;mn&gt;1&lt;/mn&gt;&lt;mfrac&gt;&lt;mn&gt;3&lt;/mn&gt;&lt;mn&gt;10&lt;/mn&gt;&lt;/mfrac&gt;&lt;/mtd&gt;&lt;/mtr&gt;&lt;mtr&gt;&lt;mtd&gt;&lt;mtext&gt;&lt;/mtext&gt;&lt;mtext&gt;&lt;/mtext&gt;&lt;mfrac&gt;&lt;mn&gt;9&lt;/mn&gt;&lt;mn&gt;4&lt;/mn&gt;&lt;/mfrac&gt;&lt;mo&gt;×&lt;/mo&gt;&lt;mfrac&gt;&lt;mn&gt;4&lt;/mn&gt;&lt;mn&gt;5&lt;/mn&gt;&lt;/mfrac&gt;&lt;mo&gt;−&lt;/mo&gt;&lt;mfrac&gt;&lt;mn&gt;3&lt;/mn&gt;&lt;mn&gt;5&lt;/mn&gt;&lt;/mfrac&gt;&lt;mo&gt;÷&lt;/mo&gt;&lt;mfrac&gt;&lt;mn&gt;13&lt;/mn&gt;&lt;mn&gt;10&lt;/mn&gt;&lt;/mfrac&gt;&lt;/mtd&gt;&lt;/mtr&gt;&lt;mtr&gt;&lt;mtd&gt;&lt;mtext&gt;&lt;/mtext&gt;&lt;mtext&gt;&lt;/mtext&gt;&lt;mtext&gt;&lt;/mtext&gt;&lt;mfrac&gt;&lt;mn&gt;36&lt;/mn&gt;&lt;mn&gt;20&lt;/mn&gt;&lt;/mfrac&gt;&lt;mo&gt;−&lt;/mo&gt;&lt;mfrac&gt;&lt;mn&gt;3&lt;/mn&gt;&lt;mn&gt;5&lt;/mn&gt;&lt;/mfrac&gt;&lt;mo&gt;×&lt;/mo&gt;&lt;mfrac&gt;&lt;mn&gt;10&lt;/mn&gt;&lt;mn&gt;13&lt;/mn&gt;&lt;/mfrac&gt;&lt;/mtd&gt;&lt;/mtr&gt;&lt;mtr&gt;&lt;mtd&gt;&lt;mtext&gt;&lt;/mtext&gt;&lt;mtext&gt;&lt;/mtext&gt;&lt;mtext&gt;&lt;/mtext&gt;&lt;mtext&gt;&lt;/mtext&gt;&lt;mtext&gt;&lt;/mtext&gt;&lt;mfrac&gt;&lt;mn&gt;36&lt;/mn&gt;&lt;mn&gt;20&lt;/mn&gt;&lt;/mfrac&gt;&lt;mo&gt;−&lt;/mo&gt;&lt;mfrac&gt;&lt;mn&gt;30&lt;/mn&gt;&lt;mn&gt;65&lt;/mn&gt;&lt;/mfrac&gt;&lt;mo&gt;=&lt;/mo&gt;&lt;mfrac&gt;&lt;mn&gt;9&lt;/mn&gt;&lt;mn&gt;5&lt;/mn&gt;&lt;/mfrac&gt;&lt;mo&gt;−&lt;/mo&gt;&lt;mfrac&gt;&lt;mn&gt;6&lt;/mn&gt;&lt;mn&gt;13&lt;/mn&gt;&lt;/mfrac&gt;&lt;mo&gt;=&lt;/mo&gt;&lt;mfrac&gt;&lt;mn&gt;117&lt;/mn&gt;&lt;mn&gt;65&lt;/mn&gt;&lt;/mfrac&gt;&lt;mo&gt;−&lt;/mo&gt;&lt;mfrac&gt;&lt;mn&gt;30&lt;/mn&gt;&lt;mn&gt;65&lt;/mn&gt;&lt;/mfrac&gt;&lt;mo&gt;=&lt;/mo&gt;&lt;mfrac&gt;&lt;mn&gt;87&lt;/mn&gt;&lt;mn&gt;65&lt;/mn&gt;&lt;/mfrac&gt;&lt;mo&gt;=&lt;/mo&gt;&lt;mn&gt;1&lt;/mn&gt;&lt;mfrac&gt;&lt;mn&gt;22&lt;/mn&gt;&lt;mn&gt;65&lt;/mn&gt;&lt;/mfrac&gt;&lt;/mtd&gt;&lt;/mtr&gt;&lt;/mtable&gt;&lt;/math&gt;" title="4 lines Line 1: 2 and one fourth times four fifths minus three fifths divided by 1 and three tenths Line 2: nine fourths times four fifths minus three fifths divided by thirteen tenths Line 3: 36 over 20 minus three fifths times 10 over 13 Line 4: 36 over 20 minus 30 over 65 equals nine fifths minus 6 over 13 equals 117 over 65 minus 30 over 65 equals 87 over 65 equals 1 and 22 over 65"/>
          <p:cNvPicPr preferRelativeResize="0"/>
          <p:nvPr/>
        </p:nvPicPr>
        <p:blipFill>
          <a:blip r:embed="rId8">
            <a:alphaModFix/>
          </a:blip>
          <a:srcRect l="2695" t="22747" r="54245" b="49818"/>
          <a:stretch>
            <a:fillRect/>
          </a:stretch>
        </p:blipFill>
        <p:spPr>
          <a:xfrm>
            <a:off x="3968113" y="6544554"/>
            <a:ext cx="2090829" cy="49561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20" descr="&lt;math xmlns=&quot;http://www.w3.org/1998/Math/MathML&quot; display=&quot;block&quot; data-is-equatio=&quot;1&quot; data-latex=&quot;\begin{array}{l}2\frac{1}{4}\times\frac{4}{5}-\frac{3}{5}\div1\frac{3}{10}\\&amp;#13;&amp;#10;\ \ \frac{9}{4}\times\frac{4}{5}-\frac{3}{5}\div\frac{13}{10}\\&amp;#13;&amp;#10;\ \ \ \frac{36}{20}-\frac{3}{5}\times\frac{10}{13}\\&amp;#13;&amp;#10;\ \ \ \ \ \frac{36}{20}-\frac{30}{65}=\frac{9}{5}-\frac{6}{13}=\frac{117}{65}-\frac{30}{65}=\frac{87}{65}=1\frac{22}{65}\end{array}&quot;&gt;&lt;mtable columnalign=&quot;left&quot; columnspacing=&quot;1em&quot; rowspacing=&quot;4pt&quot;&gt;&lt;mtr&gt;&lt;mtd&gt;&lt;mn&gt;2&lt;/mn&gt;&lt;mfrac&gt;&lt;mn&gt;1&lt;/mn&gt;&lt;mn&gt;4&lt;/mn&gt;&lt;/mfrac&gt;&lt;mo&gt;×&lt;/mo&gt;&lt;mfrac&gt;&lt;mn&gt;4&lt;/mn&gt;&lt;mn&gt;5&lt;/mn&gt;&lt;/mfrac&gt;&lt;mo&gt;−&lt;/mo&gt;&lt;mfrac&gt;&lt;mn&gt;3&lt;/mn&gt;&lt;mn&gt;5&lt;/mn&gt;&lt;/mfrac&gt;&lt;mo&gt;÷&lt;/mo&gt;&lt;mn&gt;1&lt;/mn&gt;&lt;mfrac&gt;&lt;mn&gt;3&lt;/mn&gt;&lt;mn&gt;10&lt;/mn&gt;&lt;/mfrac&gt;&lt;/mtd&gt;&lt;/mtr&gt;&lt;mtr&gt;&lt;mtd&gt;&lt;mtext&gt;&lt;/mtext&gt;&lt;mtext&gt;&lt;/mtext&gt;&lt;mfrac&gt;&lt;mn&gt;9&lt;/mn&gt;&lt;mn&gt;4&lt;/mn&gt;&lt;/mfrac&gt;&lt;mo&gt;×&lt;/mo&gt;&lt;mfrac&gt;&lt;mn&gt;4&lt;/mn&gt;&lt;mn&gt;5&lt;/mn&gt;&lt;/mfrac&gt;&lt;mo&gt;−&lt;/mo&gt;&lt;mfrac&gt;&lt;mn&gt;3&lt;/mn&gt;&lt;mn&gt;5&lt;/mn&gt;&lt;/mfrac&gt;&lt;mo&gt;÷&lt;/mo&gt;&lt;mfrac&gt;&lt;mn&gt;13&lt;/mn&gt;&lt;mn&gt;10&lt;/mn&gt;&lt;/mfrac&gt;&lt;/mtd&gt;&lt;/mtr&gt;&lt;mtr&gt;&lt;mtd&gt;&lt;mtext&gt;&lt;/mtext&gt;&lt;mtext&gt;&lt;/mtext&gt;&lt;mtext&gt;&lt;/mtext&gt;&lt;mfrac&gt;&lt;mn&gt;36&lt;/mn&gt;&lt;mn&gt;20&lt;/mn&gt;&lt;/mfrac&gt;&lt;mo&gt;−&lt;/mo&gt;&lt;mfrac&gt;&lt;mn&gt;3&lt;/mn&gt;&lt;mn&gt;5&lt;/mn&gt;&lt;/mfrac&gt;&lt;mo&gt;×&lt;/mo&gt;&lt;mfrac&gt;&lt;mn&gt;10&lt;/mn&gt;&lt;mn&gt;13&lt;/mn&gt;&lt;/mfrac&gt;&lt;/mtd&gt;&lt;/mtr&gt;&lt;mtr&gt;&lt;mtd&gt;&lt;mtext&gt;&lt;/mtext&gt;&lt;mtext&gt;&lt;/mtext&gt;&lt;mtext&gt;&lt;/mtext&gt;&lt;mtext&gt;&lt;/mtext&gt;&lt;mtext&gt;&lt;/mtext&gt;&lt;mfrac&gt;&lt;mn&gt;36&lt;/mn&gt;&lt;mn&gt;20&lt;/mn&gt;&lt;/mfrac&gt;&lt;mo&gt;−&lt;/mo&gt;&lt;mfrac&gt;&lt;mn&gt;30&lt;/mn&gt;&lt;mn&gt;65&lt;/mn&gt;&lt;/mfrac&gt;&lt;mo&gt;=&lt;/mo&gt;&lt;mfrac&gt;&lt;mn&gt;9&lt;/mn&gt;&lt;mn&gt;5&lt;/mn&gt;&lt;/mfrac&gt;&lt;mo&gt;−&lt;/mo&gt;&lt;mfrac&gt;&lt;mn&gt;6&lt;/mn&gt;&lt;mn&gt;13&lt;/mn&gt;&lt;/mfrac&gt;&lt;mo&gt;=&lt;/mo&gt;&lt;mfrac&gt;&lt;mn&gt;117&lt;/mn&gt;&lt;mn&gt;65&lt;/mn&gt;&lt;/mfrac&gt;&lt;mo&gt;−&lt;/mo&gt;&lt;mfrac&gt;&lt;mn&gt;30&lt;/mn&gt;&lt;mn&gt;65&lt;/mn&gt;&lt;/mfrac&gt;&lt;mo&gt;=&lt;/mo&gt;&lt;mfrac&gt;&lt;mn&gt;87&lt;/mn&gt;&lt;mn&gt;65&lt;/mn&gt;&lt;/mfrac&gt;&lt;mo&gt;=&lt;/mo&gt;&lt;mn&gt;1&lt;/mn&gt;&lt;mfrac&gt;&lt;mn&gt;22&lt;/mn&gt;&lt;mn&gt;65&lt;/mn&gt;&lt;/mfrac&gt;&lt;/mtd&gt;&lt;/mtr&gt;&lt;/mtable&gt;&lt;/math&gt;" title="4 lines Line 1: 2 and one fourth times four fifths minus three fifths divided by 1 and three tenths Line 2: nine fourths times four fifths minus three fifths divided by thirteen tenths Line 3: 36 over 20 minus three fifths times 10 over 13 Line 4: 36 over 20 minus 30 over 65 equals nine fifths minus 6 over 13 equals 117 over 65 minus 30 over 65 equals 87 over 65 equals 1 and 22 over 65"/>
          <p:cNvPicPr preferRelativeResize="0"/>
          <p:nvPr/>
        </p:nvPicPr>
        <p:blipFill>
          <a:blip r:embed="rId8">
            <a:alphaModFix/>
          </a:blip>
          <a:srcRect l="2549" t="50672" r="54392" b="21894"/>
          <a:stretch>
            <a:fillRect/>
          </a:stretch>
        </p:blipFill>
        <p:spPr>
          <a:xfrm>
            <a:off x="3968113" y="7040709"/>
            <a:ext cx="2090829" cy="49561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20" descr="&lt;math xmlns=&quot;http://www.w3.org/1998/Math/MathML&quot; display=&quot;block&quot; data-is-equatio=&quot;1&quot; data-latex=&quot;\begin{array}{l}2\frac{1}{4}\times\frac{4}{5}-\frac{3}{5}\div1\frac{3}{10}\\&amp;#13;&amp;#10;\ \ \frac{9}{4}\times\frac{4}{5}-\frac{3}{5}\div\frac{13}{10}\\&amp;#13;&amp;#10;\ \ \ \frac{36}{20}-\frac{3}{5}\times\frac{10}{13}\\&amp;#13;&amp;#10;\ \ \ \ \ \frac{36}{20}-\frac{30}{65}=\frac{9}{5}-\frac{6}{13}=\frac{117}{65}-\frac{30}{65}=\frac{87}{65}=1\frac{22}{65}\end{array}&quot;&gt;&lt;mtable columnalign=&quot;left&quot; columnspacing=&quot;1em&quot; rowspacing=&quot;4pt&quot;&gt;&lt;mtr&gt;&lt;mtd&gt;&lt;mn&gt;2&lt;/mn&gt;&lt;mfrac&gt;&lt;mn&gt;1&lt;/mn&gt;&lt;mn&gt;4&lt;/mn&gt;&lt;/mfrac&gt;&lt;mo&gt;×&lt;/mo&gt;&lt;mfrac&gt;&lt;mn&gt;4&lt;/mn&gt;&lt;mn&gt;5&lt;/mn&gt;&lt;/mfrac&gt;&lt;mo&gt;−&lt;/mo&gt;&lt;mfrac&gt;&lt;mn&gt;3&lt;/mn&gt;&lt;mn&gt;5&lt;/mn&gt;&lt;/mfrac&gt;&lt;mo&gt;÷&lt;/mo&gt;&lt;mn&gt;1&lt;/mn&gt;&lt;mfrac&gt;&lt;mn&gt;3&lt;/mn&gt;&lt;mn&gt;10&lt;/mn&gt;&lt;/mfrac&gt;&lt;/mtd&gt;&lt;/mtr&gt;&lt;mtr&gt;&lt;mtd&gt;&lt;mtext&gt;&lt;/mtext&gt;&lt;mtext&gt;&lt;/mtext&gt;&lt;mfrac&gt;&lt;mn&gt;9&lt;/mn&gt;&lt;mn&gt;4&lt;/mn&gt;&lt;/mfrac&gt;&lt;mo&gt;×&lt;/mo&gt;&lt;mfrac&gt;&lt;mn&gt;4&lt;/mn&gt;&lt;mn&gt;5&lt;/mn&gt;&lt;/mfrac&gt;&lt;mo&gt;−&lt;/mo&gt;&lt;mfrac&gt;&lt;mn&gt;3&lt;/mn&gt;&lt;mn&gt;5&lt;/mn&gt;&lt;/mfrac&gt;&lt;mo&gt;÷&lt;/mo&gt;&lt;mfrac&gt;&lt;mn&gt;13&lt;/mn&gt;&lt;mn&gt;10&lt;/mn&gt;&lt;/mfrac&gt;&lt;/mtd&gt;&lt;/mtr&gt;&lt;mtr&gt;&lt;mtd&gt;&lt;mtext&gt;&lt;/mtext&gt;&lt;mtext&gt;&lt;/mtext&gt;&lt;mtext&gt;&lt;/mtext&gt;&lt;mfrac&gt;&lt;mn&gt;36&lt;/mn&gt;&lt;mn&gt;20&lt;/mn&gt;&lt;/mfrac&gt;&lt;mo&gt;−&lt;/mo&gt;&lt;mfrac&gt;&lt;mn&gt;3&lt;/mn&gt;&lt;mn&gt;5&lt;/mn&gt;&lt;/mfrac&gt;&lt;mo&gt;×&lt;/mo&gt;&lt;mfrac&gt;&lt;mn&gt;10&lt;/mn&gt;&lt;mn&gt;13&lt;/mn&gt;&lt;/mfrac&gt;&lt;/mtd&gt;&lt;/mtr&gt;&lt;mtr&gt;&lt;mtd&gt;&lt;mtext&gt;&lt;/mtext&gt;&lt;mtext&gt;&lt;/mtext&gt;&lt;mtext&gt;&lt;/mtext&gt;&lt;mtext&gt;&lt;/mtext&gt;&lt;mtext&gt;&lt;/mtext&gt;&lt;mfrac&gt;&lt;mn&gt;36&lt;/mn&gt;&lt;mn&gt;20&lt;/mn&gt;&lt;/mfrac&gt;&lt;mo&gt;−&lt;/mo&gt;&lt;mfrac&gt;&lt;mn&gt;30&lt;/mn&gt;&lt;mn&gt;65&lt;/mn&gt;&lt;/mfrac&gt;&lt;mo&gt;=&lt;/mo&gt;&lt;mfrac&gt;&lt;mn&gt;9&lt;/mn&gt;&lt;mn&gt;5&lt;/mn&gt;&lt;/mfrac&gt;&lt;mo&gt;−&lt;/mo&gt;&lt;mfrac&gt;&lt;mn&gt;6&lt;/mn&gt;&lt;mn&gt;13&lt;/mn&gt;&lt;/mfrac&gt;&lt;mo&gt;=&lt;/mo&gt;&lt;mfrac&gt;&lt;mn&gt;117&lt;/mn&gt;&lt;mn&gt;65&lt;/mn&gt;&lt;/mfrac&gt;&lt;mo&gt;−&lt;/mo&gt;&lt;mfrac&gt;&lt;mn&gt;30&lt;/mn&gt;&lt;mn&gt;65&lt;/mn&gt;&lt;/mfrac&gt;&lt;mo&gt;=&lt;/mo&gt;&lt;mfrac&gt;&lt;mn&gt;87&lt;/mn&gt;&lt;mn&gt;65&lt;/mn&gt;&lt;/mfrac&gt;&lt;mo&gt;=&lt;/mo&gt;&lt;mn&gt;1&lt;/mn&gt;&lt;mfrac&gt;&lt;mn&gt;22&lt;/mn&gt;&lt;mn&gt;65&lt;/mn&gt;&lt;/mfrac&gt;&lt;/mtd&gt;&lt;/mtr&gt;&lt;/mtable&gt;&lt;/math&gt;" title="4 lines Line 1: 2 and one fourth times four fifths minus three fifths divided by 1 and three tenths Line 2: nine fourths times four fifths minus three fifths divided by thirteen tenths Line 3: 36 over 20 minus three fifths times 10 over 13 Line 4: 36 over 20 minus 30 over 65 equals nine fifths minus 6 over 13 equals 117 over 65 minus 30 over 65 equals 87 over 65 equals 1 and 22 over 65"/>
          <p:cNvPicPr preferRelativeResize="0"/>
          <p:nvPr/>
        </p:nvPicPr>
        <p:blipFill>
          <a:blip r:embed="rId8">
            <a:alphaModFix/>
          </a:blip>
          <a:srcRect l="3656" t="76281" r="76175" b="-3714"/>
          <a:stretch>
            <a:fillRect/>
          </a:stretch>
        </p:blipFill>
        <p:spPr>
          <a:xfrm>
            <a:off x="3895885" y="7536875"/>
            <a:ext cx="979304" cy="495608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p20" descr="&lt;math xmlns=&quot;http://www.w3.org/1998/Math/MathML&quot; display=&quot;block&quot; data-is-equatio=&quot;1&quot; data-latex=&quot;\begin{array}{l}2\frac{1}{4}\times\frac{4}{5}-\frac{3}{5}\div1\frac{3}{10}\\&amp;#13;&amp;#10;\ \ \frac{9}{4}\times\frac{4}{5}-\frac{3}{5}\div\frac{13}{10}\\&amp;#13;&amp;#10;\ \ \ \frac{36}{20}-\frac{3}{5}\times\frac{10}{13}\\&amp;#13;&amp;#10;\ \ \ \ \ \frac{36}{20}-\frac{30}{65}=\frac{9}{5}-\frac{6}{13}=\frac{117}{65}-\frac{30}{65}=\frac{87}{65}=1\frac{22}{65}\end{array}&quot;&gt;&lt;mtable columnalign=&quot;left&quot; columnspacing=&quot;1em&quot; rowspacing=&quot;4pt&quot;&gt;&lt;mtr&gt;&lt;mtd&gt;&lt;mn&gt;2&lt;/mn&gt;&lt;mfrac&gt;&lt;mn&gt;1&lt;/mn&gt;&lt;mn&gt;4&lt;/mn&gt;&lt;/mfrac&gt;&lt;mo&gt;×&lt;/mo&gt;&lt;mfrac&gt;&lt;mn&gt;4&lt;/mn&gt;&lt;mn&gt;5&lt;/mn&gt;&lt;/mfrac&gt;&lt;mo&gt;−&lt;/mo&gt;&lt;mfrac&gt;&lt;mn&gt;3&lt;/mn&gt;&lt;mn&gt;5&lt;/mn&gt;&lt;/mfrac&gt;&lt;mo&gt;÷&lt;/mo&gt;&lt;mn&gt;1&lt;/mn&gt;&lt;mfrac&gt;&lt;mn&gt;3&lt;/mn&gt;&lt;mn&gt;10&lt;/mn&gt;&lt;/mfrac&gt;&lt;/mtd&gt;&lt;/mtr&gt;&lt;mtr&gt;&lt;mtd&gt;&lt;mtext&gt;&lt;/mtext&gt;&lt;mtext&gt;&lt;/mtext&gt;&lt;mfrac&gt;&lt;mn&gt;9&lt;/mn&gt;&lt;mn&gt;4&lt;/mn&gt;&lt;/mfrac&gt;&lt;mo&gt;×&lt;/mo&gt;&lt;mfrac&gt;&lt;mn&gt;4&lt;/mn&gt;&lt;mn&gt;5&lt;/mn&gt;&lt;/mfrac&gt;&lt;mo&gt;−&lt;/mo&gt;&lt;mfrac&gt;&lt;mn&gt;3&lt;/mn&gt;&lt;mn&gt;5&lt;/mn&gt;&lt;/mfrac&gt;&lt;mo&gt;÷&lt;/mo&gt;&lt;mfrac&gt;&lt;mn&gt;13&lt;/mn&gt;&lt;mn&gt;10&lt;/mn&gt;&lt;/mfrac&gt;&lt;/mtd&gt;&lt;/mtr&gt;&lt;mtr&gt;&lt;mtd&gt;&lt;mtext&gt;&lt;/mtext&gt;&lt;mtext&gt;&lt;/mtext&gt;&lt;mtext&gt;&lt;/mtext&gt;&lt;mfrac&gt;&lt;mn&gt;36&lt;/mn&gt;&lt;mn&gt;20&lt;/mn&gt;&lt;/mfrac&gt;&lt;mo&gt;−&lt;/mo&gt;&lt;mfrac&gt;&lt;mn&gt;3&lt;/mn&gt;&lt;mn&gt;5&lt;/mn&gt;&lt;/mfrac&gt;&lt;mo&gt;×&lt;/mo&gt;&lt;mfrac&gt;&lt;mn&gt;10&lt;/mn&gt;&lt;mn&gt;13&lt;/mn&gt;&lt;/mfrac&gt;&lt;/mtd&gt;&lt;/mtr&gt;&lt;mtr&gt;&lt;mtd&gt;&lt;mtext&gt;&lt;/mtext&gt;&lt;mtext&gt;&lt;/mtext&gt;&lt;mtext&gt;&lt;/mtext&gt;&lt;mtext&gt;&lt;/mtext&gt;&lt;mtext&gt;&lt;/mtext&gt;&lt;mfrac&gt;&lt;mn&gt;36&lt;/mn&gt;&lt;mn&gt;20&lt;/mn&gt;&lt;/mfrac&gt;&lt;mo&gt;−&lt;/mo&gt;&lt;mfrac&gt;&lt;mn&gt;30&lt;/mn&gt;&lt;mn&gt;65&lt;/mn&gt;&lt;/mfrac&gt;&lt;mo&gt;=&lt;/mo&gt;&lt;mfrac&gt;&lt;mn&gt;9&lt;/mn&gt;&lt;mn&gt;5&lt;/mn&gt;&lt;/mfrac&gt;&lt;mo&gt;−&lt;/mo&gt;&lt;mfrac&gt;&lt;mn&gt;6&lt;/mn&gt;&lt;mn&gt;13&lt;/mn&gt;&lt;/mfrac&gt;&lt;mo&gt;=&lt;/mo&gt;&lt;mfrac&gt;&lt;mn&gt;117&lt;/mn&gt;&lt;mn&gt;65&lt;/mn&gt;&lt;/mfrac&gt;&lt;mo&gt;−&lt;/mo&gt;&lt;mfrac&gt;&lt;mn&gt;30&lt;/mn&gt;&lt;mn&gt;65&lt;/mn&gt;&lt;/mfrac&gt;&lt;mo&gt;=&lt;/mo&gt;&lt;mfrac&gt;&lt;mn&gt;87&lt;/mn&gt;&lt;mn&gt;65&lt;/mn&gt;&lt;/mfrac&gt;&lt;mo&gt;=&lt;/mo&gt;&lt;mn&gt;1&lt;/mn&gt;&lt;mfrac&gt;&lt;mn&gt;22&lt;/mn&gt;&lt;mn&gt;65&lt;/mn&gt;&lt;/mfrac&gt;&lt;/mtd&gt;&lt;/mtr&gt;&lt;/mtable&gt;&lt;/math&gt;" title="4 lines Line 1: 2 and one fourth times four fifths minus three fifths divided by 1 and three tenths Line 2: nine fourths times four fifths minus three fifths divided by thirteen tenths Line 3: 36 over 20 minus three fifths times 10 over 13 Line 4: 36 over 20 minus 30 over 65 equals nine fifths minus 6 over 13 equals 117 over 65 minus 30 over 65 equals 87 over 65 equals 1 and 22 over 65"/>
          <p:cNvPicPr preferRelativeResize="0"/>
          <p:nvPr/>
        </p:nvPicPr>
        <p:blipFill>
          <a:blip r:embed="rId8">
            <a:alphaModFix/>
          </a:blip>
          <a:srcRect l="25420" t="76281" r="53284" b="-3714"/>
          <a:stretch>
            <a:fillRect/>
          </a:stretch>
        </p:blipFill>
        <p:spPr>
          <a:xfrm>
            <a:off x="4954709" y="7536875"/>
            <a:ext cx="1034047" cy="495608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20" descr="&lt;math xmlns=&quot;http://www.w3.org/1998/Math/MathML&quot; display=&quot;block&quot; data-is-equatio=&quot;1&quot; data-latex=&quot;\begin{array}{l}2\frac{1}{4}\times\frac{4}{5}-\frac{3}{5}\div1\frac{3}{10}\\&amp;#13;&amp;#10;\ \ \frac{9}{4}\times\frac{4}{5}-\frac{3}{5}\div\frac{13}{10}\\&amp;#13;&amp;#10;\ \ \ \frac{36}{20}-\frac{3}{5}\times\frac{10}{13}\\&amp;#13;&amp;#10;\ \ \ \ \ \frac{36}{20}-\frac{30}{65}=\frac{9}{5}-\frac{6}{13}=\frac{117}{65}-\frac{30}{65}=\frac{87}{65}=1\frac{22}{65}\end{array}&quot;&gt;&lt;mtable columnalign=&quot;left&quot; columnspacing=&quot;1em&quot; rowspacing=&quot;4pt&quot;&gt;&lt;mtr&gt;&lt;mtd&gt;&lt;mn&gt;2&lt;/mn&gt;&lt;mfrac&gt;&lt;mn&gt;1&lt;/mn&gt;&lt;mn&gt;4&lt;/mn&gt;&lt;/mfrac&gt;&lt;mo&gt;×&lt;/mo&gt;&lt;mfrac&gt;&lt;mn&gt;4&lt;/mn&gt;&lt;mn&gt;5&lt;/mn&gt;&lt;/mfrac&gt;&lt;mo&gt;−&lt;/mo&gt;&lt;mfrac&gt;&lt;mn&gt;3&lt;/mn&gt;&lt;mn&gt;5&lt;/mn&gt;&lt;/mfrac&gt;&lt;mo&gt;÷&lt;/mo&gt;&lt;mn&gt;1&lt;/mn&gt;&lt;mfrac&gt;&lt;mn&gt;3&lt;/mn&gt;&lt;mn&gt;10&lt;/mn&gt;&lt;/mfrac&gt;&lt;/mtd&gt;&lt;/mtr&gt;&lt;mtr&gt;&lt;mtd&gt;&lt;mtext&gt;&lt;/mtext&gt;&lt;mtext&gt;&lt;/mtext&gt;&lt;mfrac&gt;&lt;mn&gt;9&lt;/mn&gt;&lt;mn&gt;4&lt;/mn&gt;&lt;/mfrac&gt;&lt;mo&gt;×&lt;/mo&gt;&lt;mfrac&gt;&lt;mn&gt;4&lt;/mn&gt;&lt;mn&gt;5&lt;/mn&gt;&lt;/mfrac&gt;&lt;mo&gt;−&lt;/mo&gt;&lt;mfrac&gt;&lt;mn&gt;3&lt;/mn&gt;&lt;mn&gt;5&lt;/mn&gt;&lt;/mfrac&gt;&lt;mo&gt;÷&lt;/mo&gt;&lt;mfrac&gt;&lt;mn&gt;13&lt;/mn&gt;&lt;mn&gt;10&lt;/mn&gt;&lt;/mfrac&gt;&lt;/mtd&gt;&lt;/mtr&gt;&lt;mtr&gt;&lt;mtd&gt;&lt;mtext&gt;&lt;/mtext&gt;&lt;mtext&gt;&lt;/mtext&gt;&lt;mtext&gt;&lt;/mtext&gt;&lt;mfrac&gt;&lt;mn&gt;36&lt;/mn&gt;&lt;mn&gt;20&lt;/mn&gt;&lt;/mfrac&gt;&lt;mo&gt;−&lt;/mo&gt;&lt;mfrac&gt;&lt;mn&gt;3&lt;/mn&gt;&lt;mn&gt;5&lt;/mn&gt;&lt;/mfrac&gt;&lt;mo&gt;×&lt;/mo&gt;&lt;mfrac&gt;&lt;mn&gt;10&lt;/mn&gt;&lt;mn&gt;13&lt;/mn&gt;&lt;/mfrac&gt;&lt;/mtd&gt;&lt;/mtr&gt;&lt;mtr&gt;&lt;mtd&gt;&lt;mtext&gt;&lt;/mtext&gt;&lt;mtext&gt;&lt;/mtext&gt;&lt;mtext&gt;&lt;/mtext&gt;&lt;mtext&gt;&lt;/mtext&gt;&lt;mtext&gt;&lt;/mtext&gt;&lt;mfrac&gt;&lt;mn&gt;36&lt;/mn&gt;&lt;mn&gt;20&lt;/mn&gt;&lt;/mfrac&gt;&lt;mo&gt;−&lt;/mo&gt;&lt;mfrac&gt;&lt;mn&gt;30&lt;/mn&gt;&lt;mn&gt;65&lt;/mn&gt;&lt;/mfrac&gt;&lt;mo&gt;=&lt;/mo&gt;&lt;mfrac&gt;&lt;mn&gt;9&lt;/mn&gt;&lt;mn&gt;5&lt;/mn&gt;&lt;/mfrac&gt;&lt;mo&gt;−&lt;/mo&gt;&lt;mfrac&gt;&lt;mn&gt;6&lt;/mn&gt;&lt;mn&gt;13&lt;/mn&gt;&lt;/mfrac&gt;&lt;mo&gt;=&lt;/mo&gt;&lt;mfrac&gt;&lt;mn&gt;117&lt;/mn&gt;&lt;mn&gt;65&lt;/mn&gt;&lt;/mfrac&gt;&lt;mo&gt;−&lt;/mo&gt;&lt;mfrac&gt;&lt;mn&gt;30&lt;/mn&gt;&lt;mn&gt;65&lt;/mn&gt;&lt;/mfrac&gt;&lt;mo&gt;=&lt;/mo&gt;&lt;mfrac&gt;&lt;mn&gt;87&lt;/mn&gt;&lt;mn&gt;65&lt;/mn&gt;&lt;/mfrac&gt;&lt;mo&gt;=&lt;/mo&gt;&lt;mn&gt;1&lt;/mn&gt;&lt;mfrac&gt;&lt;mn&gt;22&lt;/mn&gt;&lt;mn&gt;65&lt;/mn&gt;&lt;/mfrac&gt;&lt;/mtd&gt;&lt;/mtr&gt;&lt;/mtable&gt;&lt;/math&gt;" title="4 lines Line 1: 2 and one fourth times four fifths minus three fifths divided by 1 and three tenths Line 2: nine fourths times four fifths minus three fifths divided by thirteen tenths Line 3: 36 over 20 minus three fifths times 10 over 13 Line 4: 36 over 20 minus 30 over 65 equals nine fifths minus 6 over 13 equals 117 over 65 minus 30 over 65 equals 87 over 65 equals 1 and 22 over 65"/>
          <p:cNvPicPr preferRelativeResize="0"/>
          <p:nvPr/>
        </p:nvPicPr>
        <p:blipFill>
          <a:blip r:embed="rId8">
            <a:alphaModFix/>
          </a:blip>
          <a:srcRect l="52162" t="76281" r="26542" b="-3714"/>
          <a:stretch>
            <a:fillRect/>
          </a:stretch>
        </p:blipFill>
        <p:spPr>
          <a:xfrm>
            <a:off x="3983574" y="8032481"/>
            <a:ext cx="1034047" cy="495608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" name="Google Shape;213;p20" descr="&lt;math xmlns=&quot;http://www.w3.org/1998/Math/MathML&quot; display=&quot;block&quot; data-is-equatio=&quot;1&quot; data-latex=&quot;\begin{array}{l}2\frac{1}{4}\times\frac{4}{5}-\frac{3}{5}\div1\frac{3}{10}\\&amp;#13;&amp;#10;\ \ \frac{9}{4}\times\frac{4}{5}-\frac{3}{5}\div\frac{13}{10}\\&amp;#13;&amp;#10;\ \ \ \frac{36}{20}-\frac{3}{5}\times\frac{10}{13}\\&amp;#13;&amp;#10;\ \ \ \ \ \frac{36}{20}-\frac{30}{65}=\frac{9}{5}-\frac{6}{13}=\frac{117}{65}-\frac{30}{65}=\frac{87}{65}=1\frac{22}{65}\end{array}&quot;&gt;&lt;mtable columnalign=&quot;left&quot; columnspacing=&quot;1em&quot; rowspacing=&quot;4pt&quot;&gt;&lt;mtr&gt;&lt;mtd&gt;&lt;mn&gt;2&lt;/mn&gt;&lt;mfrac&gt;&lt;mn&gt;1&lt;/mn&gt;&lt;mn&gt;4&lt;/mn&gt;&lt;/mfrac&gt;&lt;mo&gt;×&lt;/mo&gt;&lt;mfrac&gt;&lt;mn&gt;4&lt;/mn&gt;&lt;mn&gt;5&lt;/mn&gt;&lt;/mfrac&gt;&lt;mo&gt;−&lt;/mo&gt;&lt;mfrac&gt;&lt;mn&gt;3&lt;/mn&gt;&lt;mn&gt;5&lt;/mn&gt;&lt;/mfrac&gt;&lt;mo&gt;÷&lt;/mo&gt;&lt;mn&gt;1&lt;/mn&gt;&lt;mfrac&gt;&lt;mn&gt;3&lt;/mn&gt;&lt;mn&gt;10&lt;/mn&gt;&lt;/mfrac&gt;&lt;/mtd&gt;&lt;/mtr&gt;&lt;mtr&gt;&lt;mtd&gt;&lt;mtext&gt;&lt;/mtext&gt;&lt;mtext&gt;&lt;/mtext&gt;&lt;mfrac&gt;&lt;mn&gt;9&lt;/mn&gt;&lt;mn&gt;4&lt;/mn&gt;&lt;/mfrac&gt;&lt;mo&gt;×&lt;/mo&gt;&lt;mfrac&gt;&lt;mn&gt;4&lt;/mn&gt;&lt;mn&gt;5&lt;/mn&gt;&lt;/mfrac&gt;&lt;mo&gt;−&lt;/mo&gt;&lt;mfrac&gt;&lt;mn&gt;3&lt;/mn&gt;&lt;mn&gt;5&lt;/mn&gt;&lt;/mfrac&gt;&lt;mo&gt;÷&lt;/mo&gt;&lt;mfrac&gt;&lt;mn&gt;13&lt;/mn&gt;&lt;mn&gt;10&lt;/mn&gt;&lt;/mfrac&gt;&lt;/mtd&gt;&lt;/mtr&gt;&lt;mtr&gt;&lt;mtd&gt;&lt;mtext&gt;&lt;/mtext&gt;&lt;mtext&gt;&lt;/mtext&gt;&lt;mtext&gt;&lt;/mtext&gt;&lt;mfrac&gt;&lt;mn&gt;36&lt;/mn&gt;&lt;mn&gt;20&lt;/mn&gt;&lt;/mfrac&gt;&lt;mo&gt;−&lt;/mo&gt;&lt;mfrac&gt;&lt;mn&gt;3&lt;/mn&gt;&lt;mn&gt;5&lt;/mn&gt;&lt;/mfrac&gt;&lt;mo&gt;×&lt;/mo&gt;&lt;mfrac&gt;&lt;mn&gt;10&lt;/mn&gt;&lt;mn&gt;13&lt;/mn&gt;&lt;/mfrac&gt;&lt;/mtd&gt;&lt;/mtr&gt;&lt;mtr&gt;&lt;mtd&gt;&lt;mtext&gt;&lt;/mtext&gt;&lt;mtext&gt;&lt;/mtext&gt;&lt;mtext&gt;&lt;/mtext&gt;&lt;mtext&gt;&lt;/mtext&gt;&lt;mtext&gt;&lt;/mtext&gt;&lt;mfrac&gt;&lt;mn&gt;36&lt;/mn&gt;&lt;mn&gt;20&lt;/mn&gt;&lt;/mfrac&gt;&lt;mo&gt;−&lt;/mo&gt;&lt;mfrac&gt;&lt;mn&gt;30&lt;/mn&gt;&lt;mn&gt;65&lt;/mn&gt;&lt;/mfrac&gt;&lt;mo&gt;=&lt;/mo&gt;&lt;mfrac&gt;&lt;mn&gt;9&lt;/mn&gt;&lt;mn&gt;5&lt;/mn&gt;&lt;/mfrac&gt;&lt;mo&gt;−&lt;/mo&gt;&lt;mfrac&gt;&lt;mn&gt;6&lt;/mn&gt;&lt;mn&gt;13&lt;/mn&gt;&lt;/mfrac&gt;&lt;mo&gt;=&lt;/mo&gt;&lt;mfrac&gt;&lt;mn&gt;117&lt;/mn&gt;&lt;mn&gt;65&lt;/mn&gt;&lt;/mfrac&gt;&lt;mo&gt;−&lt;/mo&gt;&lt;mfrac&gt;&lt;mn&gt;30&lt;/mn&gt;&lt;mn&gt;65&lt;/mn&gt;&lt;/mfrac&gt;&lt;mo&gt;=&lt;/mo&gt;&lt;mfrac&gt;&lt;mn&gt;87&lt;/mn&gt;&lt;mn&gt;65&lt;/mn&gt;&lt;/mfrac&gt;&lt;mo&gt;=&lt;/mo&gt;&lt;mn&gt;1&lt;/mn&gt;&lt;mfrac&gt;&lt;mn&gt;22&lt;/mn&gt;&lt;mn&gt;65&lt;/mn&gt;&lt;/mfrac&gt;&lt;/mtd&gt;&lt;/mtr&gt;&lt;/mtable&gt;&lt;/math&gt;" title="4 lines Line 1: 2 and one fourth times four fifths minus three fifths divided by 1 and three tenths Line 2: nine fourths times four fifths minus three fifths divided by thirteen tenths Line 3: 36 over 20 minus three fifths times 10 over 13 Line 4: 36 over 20 minus 30 over 65 equals nine fifths minus 6 over 13 equals 117 over 65 minus 30 over 65 equals 87 over 65 equals 1 and 22 over 65"/>
          <p:cNvPicPr preferRelativeResize="0"/>
          <p:nvPr/>
        </p:nvPicPr>
        <p:blipFill>
          <a:blip r:embed="rId8">
            <a:alphaModFix/>
          </a:blip>
          <a:srcRect l="73894" t="76281" r="-1434" b="-3714"/>
          <a:stretch>
            <a:fillRect/>
          </a:stretch>
        </p:blipFill>
        <p:spPr>
          <a:xfrm>
            <a:off x="5015081" y="8033032"/>
            <a:ext cx="1337245" cy="495608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p20" descr="&lt;math xmlns=&quot;http://www.w3.org/1998/Math/MathML&quot; display=&quot;block&quot; data-is-equatio=&quot;1&quot; data-latex=&quot;\begin{array}{l}2\frac{1}{2}+\ 3\frac{2}{3}\times\frac{3}{4}\\&amp;#13;&amp;#10;\frac{5}{2}+\frac{11}{3}\times\frac{3}{4}\\&amp;#13;&amp;#10;\frac{5}{2}+\frac{33}{12}=\frac{30}{12}+\frac{33}{12}=\frac{63}{12}=\frac{21}{4}=5\frac{1}{4}\end{array}&quot;&gt;&lt;mtable columnalign=&quot;left&quot; columnspacing=&quot;1em&quot; rowspacing=&quot;4pt&quot;&gt;&lt;mtr&gt;&lt;mtd&gt;&lt;mn&gt;2&lt;/mn&gt;&lt;mfrac&gt;&lt;mn&gt;1&lt;/mn&gt;&lt;mn&gt;2&lt;/mn&gt;&lt;/mfrac&gt;&lt;mo&gt;+&lt;/mo&gt;&lt;mtext&gt;&lt;/mtext&gt;&lt;mn&gt;3&lt;/mn&gt;&lt;mfrac&gt;&lt;mn&gt;2&lt;/mn&gt;&lt;mn&gt;3&lt;/mn&gt;&lt;/mfrac&gt;&lt;mo&gt;×&lt;/mo&gt;&lt;mfrac&gt;&lt;mn&gt;3&lt;/mn&gt;&lt;mn&gt;4&lt;/mn&gt;&lt;/mfrac&gt;&lt;/mtd&gt;&lt;/mtr&gt;&lt;mtr&gt;&lt;mtd&gt;&lt;mfrac&gt;&lt;mn&gt;5&lt;/mn&gt;&lt;mn&gt;2&lt;/mn&gt;&lt;/mfrac&gt;&lt;mo&gt;+&lt;/mo&gt;&lt;mfrac&gt;&lt;mn&gt;11&lt;/mn&gt;&lt;mn&gt;3&lt;/mn&gt;&lt;/mfrac&gt;&lt;mo&gt;×&lt;/mo&gt;&lt;mfrac&gt;&lt;mn&gt;3&lt;/mn&gt;&lt;mn&gt;4&lt;/mn&gt;&lt;/mfrac&gt;&lt;/mtd&gt;&lt;/mtr&gt;&lt;mtr&gt;&lt;mtd&gt;&lt;mfrac&gt;&lt;mn&gt;5&lt;/mn&gt;&lt;mn&gt;2&lt;/mn&gt;&lt;/mfrac&gt;&lt;mo&gt;+&lt;/mo&gt;&lt;mfrac&gt;&lt;mn&gt;33&lt;/mn&gt;&lt;mn&gt;12&lt;/mn&gt;&lt;/mfrac&gt;&lt;mo&gt;=&lt;/mo&gt;&lt;mfrac&gt;&lt;mn&gt;30&lt;/mn&gt;&lt;mn&gt;12&lt;/mn&gt;&lt;/mfrac&gt;&lt;mo&gt;+&lt;/mo&gt;&lt;mfrac&gt;&lt;mn&gt;33&lt;/mn&gt;&lt;mn&gt;12&lt;/mn&gt;&lt;/mfrac&gt;&lt;mo&gt;=&lt;/mo&gt;&lt;mfrac&gt;&lt;mn&gt;63&lt;/mn&gt;&lt;mn&gt;12&lt;/mn&gt;&lt;/mfrac&gt;&lt;mo&gt;=&lt;/mo&gt;&lt;mfrac&gt;&lt;mn&gt;21&lt;/mn&gt;&lt;mn&gt;4&lt;/mn&gt;&lt;/mfrac&gt;&lt;mo&gt;=&lt;/mo&gt;&lt;mn&gt;5&lt;/mn&gt;&lt;mfrac&gt;&lt;mn&gt;1&lt;/mn&gt;&lt;mn&gt;4&lt;/mn&gt;&lt;/mfrac&gt;&lt;/mtd&gt;&lt;/mtr&gt;&lt;/mtable&gt;&lt;/math&gt;" title="3 lines Line 1: 2 and one half plus 3 and two thirds times three fourths Line 2: five halves plus eleven thirds times three fourths Line 3: five halves plus 33 over 12 equals 30 over 12 plus 33 over 12 equals 63 over 12 equals 21 over 4 equals 5 and one fourth"/>
          <p:cNvPicPr preferRelativeResize="0"/>
          <p:nvPr/>
        </p:nvPicPr>
        <p:blipFill>
          <a:blip r:embed="rId9">
            <a:alphaModFix/>
          </a:blip>
          <a:srcRect l="84510" t="70777"/>
          <a:stretch>
            <a:fillRect/>
          </a:stretch>
        </p:blipFill>
        <p:spPr>
          <a:xfrm>
            <a:off x="2981610" y="7731854"/>
            <a:ext cx="636849" cy="41230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15" name="Google Shape;215;p20"/>
          <p:cNvCxnSpPr/>
          <p:nvPr/>
        </p:nvCxnSpPr>
        <p:spPr>
          <a:xfrm>
            <a:off x="442207" y="9971988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19" name="Shape 219"/>
        <p:cNvGrpSpPr/>
        <p:nvPr/>
      </p:nvGrpSpPr>
      <p:grpSpPr>
        <a:xfrm>
          <a:off x="0" y="0"/>
          <a:ext cx="0" cy="0"/>
        </a:xfrm>
      </p:grpSpPr>
      <p:sp>
        <p:nvSpPr>
          <p:cNvPr id="220" name="Google Shape;220;p21"/>
          <p:cNvSpPr txBox="1"/>
          <p:nvPr>
            <p:ph type="subTitle" idx="1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Priority of operations with positive and negative integers, decimals and fractions</a:t>
            </a:r>
            <a:endParaRPr/>
          </a:p>
        </p:txBody>
      </p:sp>
      <p:sp>
        <p:nvSpPr>
          <p:cNvPr id="221" name="Google Shape;221;p21"/>
          <p:cNvSpPr txBox="1"/>
          <p:nvPr/>
        </p:nvSpPr>
        <p:spPr>
          <a:xfrm>
            <a:off x="468000" y="1057200"/>
            <a:ext cx="6624000" cy="33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Fill in the blanks to complete the calculation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2" name="Google Shape;222;p21"/>
          <p:cNvSpPr txBox="1"/>
          <p:nvPr/>
        </p:nvSpPr>
        <p:spPr>
          <a:xfrm>
            <a:off x="468000" y="720000"/>
            <a:ext cx="6624000" cy="2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B: Powers and roots of fractions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23" name="Google Shape;223;p21" descr="&lt;math xmlns=&quot;http://www.w3.org/1998/Math/MathML&quot; display=&quot;block&quot; data-is-equatio=&quot;1&quot; data-latex=&quot;\begin{array}{l}\frac{3}{5}-\frac{4}{5}\times\frac{2}{3}+\left(\frac{3}{5}\right)^2\\&amp;#13;&amp;#10;\frac{3}{5}-\frac{4}{5}\times\frac{2}{3}+\frac{9}{25}\\&amp;#13;&amp;#10;\frac{3}{5}-\frac{8}{15}+\frac{9}{25}\\&amp;#13;&amp;#10;\frac{3}{5}+\frac{9}{25}+\left(-\frac{8}{15}\right)\\&amp;#13;&amp;#10;\frac{90}{150}+\frac{54}{150}+\left(-\frac{80}{150}\right)=\frac{64}{150}=\frac{32}{75}\end{array}&quot;&gt;&lt;mtable columnalign=&quot;left&quot; columnspacing=&quot;1em&quot; rowspacing=&quot;4pt&quot;&gt;&lt;mtr&gt;&lt;mtd&gt;&lt;mfrac&gt;&lt;mn&gt;3&lt;/mn&gt;&lt;mn&gt;5&lt;/mn&gt;&lt;/mfrac&gt;&lt;mo&gt;−&lt;/mo&gt;&lt;mfrac&gt;&lt;mn&gt;4&lt;/mn&gt;&lt;mn&gt;5&lt;/mn&gt;&lt;/mfrac&gt;&lt;mo&gt;×&lt;/mo&gt;&lt;mfrac&gt;&lt;mn&gt;2&lt;/mn&gt;&lt;mn&gt;3&lt;/mn&gt;&lt;/mfrac&gt;&lt;mo&gt;+&lt;/mo&gt;&lt;msup&gt;&lt;mrow data-mjx-texclass=&quot;INNER&quot;&gt;&lt;mo data-mjx-texclass=&quot;OPEN&quot;&gt;(&lt;/mo&gt;&lt;mfrac&gt;&lt;mn&gt;3&lt;/mn&gt;&lt;mn&gt;5&lt;/mn&gt;&lt;/mfrac&gt;&lt;mo data-mjx-texclass=&quot;CLOSE&quot;&gt;)&lt;/mo&gt;&lt;/mrow&gt;&lt;mn&gt;2&lt;/mn&gt;&lt;/msup&gt;&lt;/mtd&gt;&lt;/mtr&gt;&lt;mtr&gt;&lt;mtd&gt;&lt;mfrac&gt;&lt;mn&gt;3&lt;/mn&gt;&lt;mn&gt;5&lt;/mn&gt;&lt;/mfrac&gt;&lt;mo&gt;−&lt;/mo&gt;&lt;mfrac&gt;&lt;mn&gt;4&lt;/mn&gt;&lt;mn&gt;5&lt;/mn&gt;&lt;/mfrac&gt;&lt;mo&gt;×&lt;/mo&gt;&lt;mfrac&gt;&lt;mn&gt;2&lt;/mn&gt;&lt;mn&gt;3&lt;/mn&gt;&lt;/mfrac&gt;&lt;mo&gt;+&lt;/mo&gt;&lt;mfrac&gt;&lt;mn&gt;9&lt;/mn&gt;&lt;mn&gt;25&lt;/mn&gt;&lt;/mfrac&gt;&lt;/mtd&gt;&lt;/mtr&gt;&lt;mtr&gt;&lt;mtd&gt;&lt;mfrac&gt;&lt;mn&gt;3&lt;/mn&gt;&lt;mn&gt;5&lt;/mn&gt;&lt;/mfrac&gt;&lt;mo&gt;−&lt;/mo&gt;&lt;mfrac&gt;&lt;mn&gt;8&lt;/mn&gt;&lt;mn&gt;15&lt;/mn&gt;&lt;/mfrac&gt;&lt;mo&gt;+&lt;/mo&gt;&lt;mfrac&gt;&lt;mn&gt;9&lt;/mn&gt;&lt;mn&gt;25&lt;/mn&gt;&lt;/mfrac&gt;&lt;/mtd&gt;&lt;/mtr&gt;&lt;mtr&gt;&lt;mtd&gt;&lt;mfrac&gt;&lt;mn&gt;3&lt;/mn&gt;&lt;mn&gt;5&lt;/mn&gt;&lt;/mfrac&gt;&lt;mo&gt;+&lt;/mo&gt;&lt;mfrac&gt;&lt;mn&gt;9&lt;/mn&gt;&lt;mn&gt;25&lt;/mn&gt;&lt;/mfrac&gt;&lt;mo&gt;+&lt;/mo&gt;&lt;mrow data-mjx-texclass=&quot;INNER&quot;&gt;&lt;mo data-mjx-texclass=&quot;OPEN&quot;&gt;(&lt;/mo&gt;&lt;mo&gt;−&lt;/mo&gt;&lt;mfrac&gt;&lt;mn&gt;8&lt;/mn&gt;&lt;mn&gt;15&lt;/mn&gt;&lt;/mfrac&gt;&lt;mo data-mjx-texclass=&quot;CLOSE&quot;&gt;)&lt;/mo&gt;&lt;/mrow&gt;&lt;/mtd&gt;&lt;/mtr&gt;&lt;mtr&gt;&lt;mtd&gt;&lt;mfrac&gt;&lt;mn&gt;90&lt;/mn&gt;&lt;mn&gt;150&lt;/mn&gt;&lt;/mfrac&gt;&lt;mo&gt;+&lt;/mo&gt;&lt;mfrac&gt;&lt;mn&gt;54&lt;/mn&gt;&lt;mn&gt;150&lt;/mn&gt;&lt;/mfrac&gt;&lt;mo&gt;+&lt;/mo&gt;&lt;mrow data-mjx-texclass=&quot;INNER&quot;&gt;&lt;mo data-mjx-texclass=&quot;OPEN&quot;&gt;(&lt;/mo&gt;&lt;mo&gt;−&lt;/mo&gt;&lt;mfrac&gt;&lt;mn&gt;80&lt;/mn&gt;&lt;mn&gt;150&lt;/mn&gt;&lt;/mfrac&gt;&lt;mo data-mjx-texclass=&quot;CLOSE&quot;&gt;)&lt;/mo&gt;&lt;/mrow&gt;&lt;mo&gt;=&lt;/mo&gt;&lt;mfrac&gt;&lt;mn&gt;64&lt;/mn&gt;&lt;mn&gt;150&lt;/mn&gt;&lt;/mfrac&gt;&lt;mo&gt;=&lt;/mo&gt;&lt;mfrac&gt;&lt;mn&gt;32&lt;/mn&gt;&lt;mn&gt;75&lt;/mn&gt;&lt;/mfrac&gt;&lt;/mtd&gt;&lt;/mtr&gt;&lt;/mtable&gt;&lt;/math&gt;" title="5 lines Line 1: three fifths minus four fifths times two thirds plus three fifths squared Line 2: three fifths minus four fifths times two thirds plus 9 over 25 Line 3: three fifths minus 8 over 15 plus 9 over 25 Line 4: three fifths plus 9 over 25 plus open paren negative 8 over 15 close paren Line 5: 90 over 150 plus 54 over 150 plus open paren negative 80 over 150 close paren equals 64 over 150 equals 32 over 7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305821"/>
            <a:ext cx="3495590" cy="2347099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1"/>
          <p:cNvSpPr/>
          <p:nvPr/>
        </p:nvSpPr>
        <p:spPr>
          <a:xfrm>
            <a:off x="1937179" y="1804524"/>
            <a:ext cx="292800" cy="4359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5" name="Google Shape;225;p21"/>
          <p:cNvSpPr/>
          <p:nvPr/>
        </p:nvSpPr>
        <p:spPr>
          <a:xfrm>
            <a:off x="923284" y="2309802"/>
            <a:ext cx="292800" cy="4359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6" name="Google Shape;226;p21"/>
          <p:cNvSpPr/>
          <p:nvPr/>
        </p:nvSpPr>
        <p:spPr>
          <a:xfrm>
            <a:off x="1836753" y="2745640"/>
            <a:ext cx="292800" cy="4359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7" name="Google Shape;227;p21"/>
          <p:cNvSpPr/>
          <p:nvPr/>
        </p:nvSpPr>
        <p:spPr>
          <a:xfrm>
            <a:off x="1514019" y="2309802"/>
            <a:ext cx="292800" cy="4359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8" name="Google Shape;228;p21"/>
          <p:cNvSpPr/>
          <p:nvPr/>
        </p:nvSpPr>
        <p:spPr>
          <a:xfrm>
            <a:off x="2197346" y="3235250"/>
            <a:ext cx="292800" cy="1905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9" name="Google Shape;229;p21"/>
          <p:cNvSpPr/>
          <p:nvPr/>
        </p:nvSpPr>
        <p:spPr>
          <a:xfrm>
            <a:off x="1175879" y="3235250"/>
            <a:ext cx="292800" cy="1905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0" name="Google Shape;230;p21"/>
          <p:cNvSpPr/>
          <p:nvPr/>
        </p:nvSpPr>
        <p:spPr>
          <a:xfrm>
            <a:off x="468000" y="3235250"/>
            <a:ext cx="292800" cy="1905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1" name="Google Shape;231;p21"/>
          <p:cNvSpPr/>
          <p:nvPr/>
        </p:nvSpPr>
        <p:spPr>
          <a:xfrm>
            <a:off x="923284" y="2772526"/>
            <a:ext cx="292800" cy="4359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2" name="Google Shape;232;p21"/>
          <p:cNvSpPr/>
          <p:nvPr/>
        </p:nvSpPr>
        <p:spPr>
          <a:xfrm>
            <a:off x="3015217" y="3235250"/>
            <a:ext cx="327900" cy="4359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3" name="Google Shape;233;p21"/>
          <p:cNvSpPr/>
          <p:nvPr/>
        </p:nvSpPr>
        <p:spPr>
          <a:xfrm>
            <a:off x="3709788" y="3235242"/>
            <a:ext cx="292800" cy="4359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4" name="Google Shape;234;p21"/>
          <p:cNvSpPr txBox="1"/>
          <p:nvPr/>
        </p:nvSpPr>
        <p:spPr>
          <a:xfrm>
            <a:off x="468000" y="3966350"/>
            <a:ext cx="6624000" cy="6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Work out the answer to the following, giving your answer in its simplest form.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35" name="Google Shape;235;p21" descr="&lt;math xmlns=&quot;http://www.w3.org/1998/Math/MathML&quot; display=&quot;block&quot; data-is-equatio=&quot;1&quot; data-latex=&quot;\begin{array}{l}\frac{9}{10}\times\frac{4}{5}-\ \frac{2}{3}\times\sqrt[3]{\frac{8}{27}}\\&amp;#13;&amp;#10;\frac{9}{10}\times\frac{4}{5}-\frac{2}{3}\times\frac{2}{3}\\&amp;#13;&amp;#10;\ \ \ \ \ \ \ \ \frac{36}{50}-\frac{4}{9}=\frac{324}{450}-\frac{200}{450}=\frac{124}{240}=\frac{62}{225}\end{array}&quot;&gt;&lt;mtable columnalign=&quot;left&quot; columnspacing=&quot;1em&quot; rowspacing=&quot;4pt&quot;&gt;&lt;mtr&gt;&lt;mtd&gt;&lt;mfrac&gt;&lt;mn&gt;9&lt;/mn&gt;&lt;mn&gt;10&lt;/mn&gt;&lt;/mfrac&gt;&lt;mo&gt;×&lt;/mo&gt;&lt;mfrac&gt;&lt;mn&gt;4&lt;/mn&gt;&lt;mn&gt;5&lt;/mn&gt;&lt;/mfrac&gt;&lt;mo&gt;−&lt;/mo&gt;&lt;mtext&gt;&lt;/mtext&gt;&lt;mfrac&gt;&lt;mn&gt;2&lt;/mn&gt;&lt;mn&gt;3&lt;/mn&gt;&lt;/mfrac&gt;&lt;mo&gt;×&lt;/mo&gt;&lt;mroot&gt;&lt;mfrac&gt;&lt;mn&gt;8&lt;/mn&gt;&lt;mn&gt;27&lt;/mn&gt;&lt;/mfrac&gt;&lt;mn&gt;3&lt;/mn&gt;&lt;/mroot&gt;&lt;/mtd&gt;&lt;/mtr&gt;&lt;mtr&gt;&lt;mtd&gt;&lt;mfrac&gt;&lt;mn&gt;9&lt;/mn&gt;&lt;mn&gt;10&lt;/mn&gt;&lt;/mfrac&gt;&lt;mo&gt;×&lt;/mo&gt;&lt;mfrac&gt;&lt;mn&gt;4&lt;/mn&gt;&lt;mn&gt;5&lt;/mn&gt;&lt;/mfrac&gt;&lt;mo&gt;−&lt;/mo&gt;&lt;mfrac&gt;&lt;mn&gt;2&lt;/mn&gt;&lt;mn&gt;3&lt;/mn&gt;&lt;/mfrac&gt;&lt;mo&gt;×&lt;/mo&gt;&lt;mfrac&gt;&lt;mn&gt;2&lt;/mn&gt;&lt;mn&gt;3&lt;/mn&gt;&lt;/mfrac&gt;&lt;/mtd&gt;&lt;/mtr&gt;&lt;mtr&gt;&lt;mtd&gt;&lt;mtext&gt;&lt;/mtext&gt;&lt;mtext&gt;&lt;/mtext&gt;&lt;mtext&gt;&lt;/mtext&gt;&lt;mtext&gt;&lt;/mtext&gt;&lt;mtext&gt;&lt;/mtext&gt;&lt;mtext&gt;&lt;/mtext&gt;&lt;mtext&gt;&lt;/mtext&gt;&lt;mtext&gt;&lt;/mtext&gt;&lt;mfrac&gt;&lt;mn&gt;36&lt;/mn&gt;&lt;mn&gt;50&lt;/mn&gt;&lt;/mfrac&gt;&lt;mo&gt;−&lt;/mo&gt;&lt;mfrac&gt;&lt;mn&gt;4&lt;/mn&gt;&lt;mn&gt;9&lt;/mn&gt;&lt;/mfrac&gt;&lt;mo&gt;=&lt;/mo&gt;&lt;mfrac&gt;&lt;mn&gt;324&lt;/mn&gt;&lt;mn&gt;450&lt;/mn&gt;&lt;/mfrac&gt;&lt;mo&gt;−&lt;/mo&gt;&lt;mfrac&gt;&lt;mn&gt;200&lt;/mn&gt;&lt;mn&gt;450&lt;/mn&gt;&lt;/mfrac&gt;&lt;mo&gt;=&lt;/mo&gt;&lt;mfrac&gt;&lt;mn&gt;124&lt;/mn&gt;&lt;mn&gt;240&lt;/mn&gt;&lt;/mfrac&gt;&lt;mo&gt;=&lt;/mo&gt;&lt;mfrac&gt;&lt;mn&gt;62&lt;/mn&gt;&lt;mn&gt;225&lt;/mn&gt;&lt;/mfrac&gt;&lt;/mtd&gt;&lt;/mtr&gt;&lt;/mtable&gt;&lt;/math&gt;" title="3 lines Line 1: nine tenths times four fifths minus two thirds times the cube root of 8 over 27 Line 2: nine tenths times four fifths minus two thirds times two thirds Line 3: 36 over 50 minus four ninths equals 324 over 450 minus 200 over 450 equals 124 over 240 equals 62 over 225"/>
          <p:cNvPicPr preferRelativeResize="0"/>
          <p:nvPr/>
        </p:nvPicPr>
        <p:blipFill>
          <a:blip r:embed="rId4">
            <a:alphaModFix/>
          </a:blip>
          <a:srcRect r="46475" b="61993"/>
          <a:stretch>
            <a:fillRect/>
          </a:stretch>
        </p:blipFill>
        <p:spPr>
          <a:xfrm>
            <a:off x="2771663" y="4270200"/>
            <a:ext cx="2344780" cy="579661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p21" descr="&lt;math xmlns=&quot;http://www.w3.org/1998/Math/MathML&quot; display=&quot;block&quot; data-is-equatio=&quot;1&quot; data-latex=&quot;\begin{array}{l}\frac{9}{10}\times\frac{4}{5}-\ \frac{2}{3}\times\sqrt[3]{\frac{8}{27}}\\&amp;#13;&amp;#10;\frac{9}{10}\times\frac{4}{5}-\frac{2}{3}\times\frac{2}{3}\\&amp;#13;&amp;#10;\ \ \ \ \ \ \ \ \frac{36}{50}-\frac{4}{9}=\frac{324}{450}-\frac{200}{450}=\frac{124}{240}=\frac{62}{225}\end{array}&quot;&gt;&lt;mtable columnalign=&quot;left&quot; columnspacing=&quot;1em&quot; rowspacing=&quot;4pt&quot;&gt;&lt;mtr&gt;&lt;mtd&gt;&lt;mfrac&gt;&lt;mn&gt;9&lt;/mn&gt;&lt;mn&gt;10&lt;/mn&gt;&lt;/mfrac&gt;&lt;mo&gt;×&lt;/mo&gt;&lt;mfrac&gt;&lt;mn&gt;4&lt;/mn&gt;&lt;mn&gt;5&lt;/mn&gt;&lt;/mfrac&gt;&lt;mo&gt;−&lt;/mo&gt;&lt;mtext&gt;&lt;/mtext&gt;&lt;mfrac&gt;&lt;mn&gt;2&lt;/mn&gt;&lt;mn&gt;3&lt;/mn&gt;&lt;/mfrac&gt;&lt;mo&gt;×&lt;/mo&gt;&lt;mroot&gt;&lt;mfrac&gt;&lt;mn&gt;8&lt;/mn&gt;&lt;mn&gt;27&lt;/mn&gt;&lt;/mfrac&gt;&lt;mn&gt;3&lt;/mn&gt;&lt;/mroot&gt;&lt;/mtd&gt;&lt;/mtr&gt;&lt;mtr&gt;&lt;mtd&gt;&lt;mfrac&gt;&lt;mn&gt;9&lt;/mn&gt;&lt;mn&gt;10&lt;/mn&gt;&lt;/mfrac&gt;&lt;mo&gt;×&lt;/mo&gt;&lt;mfrac&gt;&lt;mn&gt;4&lt;/mn&gt;&lt;mn&gt;5&lt;/mn&gt;&lt;/mfrac&gt;&lt;mo&gt;−&lt;/mo&gt;&lt;mfrac&gt;&lt;mn&gt;2&lt;/mn&gt;&lt;mn&gt;3&lt;/mn&gt;&lt;/mfrac&gt;&lt;mo&gt;×&lt;/mo&gt;&lt;mfrac&gt;&lt;mn&gt;2&lt;/mn&gt;&lt;mn&gt;3&lt;/mn&gt;&lt;/mfrac&gt;&lt;/mtd&gt;&lt;/mtr&gt;&lt;mtr&gt;&lt;mtd&gt;&lt;mtext&gt;&lt;/mtext&gt;&lt;mtext&gt;&lt;/mtext&gt;&lt;mtext&gt;&lt;/mtext&gt;&lt;mtext&gt;&lt;/mtext&gt;&lt;mtext&gt;&lt;/mtext&gt;&lt;mtext&gt;&lt;/mtext&gt;&lt;mtext&gt;&lt;/mtext&gt;&lt;mtext&gt;&lt;/mtext&gt;&lt;mfrac&gt;&lt;mn&gt;36&lt;/mn&gt;&lt;mn&gt;50&lt;/mn&gt;&lt;/mfrac&gt;&lt;mo&gt;−&lt;/mo&gt;&lt;mfrac&gt;&lt;mn&gt;4&lt;/mn&gt;&lt;mn&gt;9&lt;/mn&gt;&lt;/mfrac&gt;&lt;mo&gt;=&lt;/mo&gt;&lt;mfrac&gt;&lt;mn&gt;324&lt;/mn&gt;&lt;mn&gt;450&lt;/mn&gt;&lt;/mfrac&gt;&lt;mo&gt;−&lt;/mo&gt;&lt;mfrac&gt;&lt;mn&gt;200&lt;/mn&gt;&lt;mn&gt;450&lt;/mn&gt;&lt;/mfrac&gt;&lt;mo&gt;=&lt;/mo&gt;&lt;mfrac&gt;&lt;mn&gt;124&lt;/mn&gt;&lt;mn&gt;240&lt;/mn&gt;&lt;/mfrac&gt;&lt;mo&gt;=&lt;/mo&gt;&lt;mfrac&gt;&lt;mn&gt;62&lt;/mn&gt;&lt;mn&gt;225&lt;/mn&gt;&lt;/mfrac&gt;&lt;/mtd&gt;&lt;/mtr&gt;&lt;/mtable&gt;&lt;/math&gt;" title="3 lines Line 1: nine tenths times four fifths minus two thirds times the cube root of 8 over 27 Line 2: nine tenths times four fifths minus two thirds times two thirds Line 3: 36 over 50 minus four ninths equals 324 over 450 minus 200 over 450 equals 124 over 240 equals 62 over 225"/>
          <p:cNvPicPr preferRelativeResize="0"/>
          <p:nvPr/>
        </p:nvPicPr>
        <p:blipFill>
          <a:blip r:embed="rId4">
            <a:alphaModFix/>
          </a:blip>
          <a:srcRect t="38147" r="46475" b="30030"/>
          <a:stretch>
            <a:fillRect/>
          </a:stretch>
        </p:blipFill>
        <p:spPr>
          <a:xfrm>
            <a:off x="2771663" y="4862406"/>
            <a:ext cx="1997075" cy="413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p21" descr="&lt;math xmlns=&quot;http://www.w3.org/1998/Math/MathML&quot; display=&quot;block&quot; data-is-equatio=&quot;1&quot; data-latex=&quot;\begin{array}{l}\frac{9}{10}\times\frac{4}{5}-\ \frac{2}{3}\times\sqrt[3]{\frac{8}{27}}\\&amp;#13;&amp;#10;\frac{9}{10}\times\frac{4}{5}-\frac{2}{3}\times\frac{2}{3}\\&amp;#13;&amp;#10;\ \ \ \ \ \ \ \ \frac{36}{50}-\frac{4}{9}=\frac{324}{450}-\frac{200}{450}=\frac{124}{240}=\frac{62}{225}\end{array}&quot;&gt;&lt;mtable columnalign=&quot;left&quot; columnspacing=&quot;1em&quot; rowspacing=&quot;4pt&quot;&gt;&lt;mtr&gt;&lt;mtd&gt;&lt;mfrac&gt;&lt;mn&gt;9&lt;/mn&gt;&lt;mn&gt;10&lt;/mn&gt;&lt;/mfrac&gt;&lt;mo&gt;×&lt;/mo&gt;&lt;mfrac&gt;&lt;mn&gt;4&lt;/mn&gt;&lt;mn&gt;5&lt;/mn&gt;&lt;/mfrac&gt;&lt;mo&gt;−&lt;/mo&gt;&lt;mtext&gt;&lt;/mtext&gt;&lt;mfrac&gt;&lt;mn&gt;2&lt;/mn&gt;&lt;mn&gt;3&lt;/mn&gt;&lt;/mfrac&gt;&lt;mo&gt;×&lt;/mo&gt;&lt;mroot&gt;&lt;mfrac&gt;&lt;mn&gt;8&lt;/mn&gt;&lt;mn&gt;27&lt;/mn&gt;&lt;/mfrac&gt;&lt;mn&gt;3&lt;/mn&gt;&lt;/mroot&gt;&lt;/mtd&gt;&lt;/mtr&gt;&lt;mtr&gt;&lt;mtd&gt;&lt;mfrac&gt;&lt;mn&gt;9&lt;/mn&gt;&lt;mn&gt;10&lt;/mn&gt;&lt;/mfrac&gt;&lt;mo&gt;×&lt;/mo&gt;&lt;mfrac&gt;&lt;mn&gt;4&lt;/mn&gt;&lt;mn&gt;5&lt;/mn&gt;&lt;/mfrac&gt;&lt;mo&gt;−&lt;/mo&gt;&lt;mfrac&gt;&lt;mn&gt;2&lt;/mn&gt;&lt;mn&gt;3&lt;/mn&gt;&lt;/mfrac&gt;&lt;mo&gt;×&lt;/mo&gt;&lt;mfrac&gt;&lt;mn&gt;2&lt;/mn&gt;&lt;mn&gt;3&lt;/mn&gt;&lt;/mfrac&gt;&lt;/mtd&gt;&lt;/mtr&gt;&lt;mtr&gt;&lt;mtd&gt;&lt;mtext&gt;&lt;/mtext&gt;&lt;mtext&gt;&lt;/mtext&gt;&lt;mtext&gt;&lt;/mtext&gt;&lt;mtext&gt;&lt;/mtext&gt;&lt;mtext&gt;&lt;/mtext&gt;&lt;mtext&gt;&lt;/mtext&gt;&lt;mtext&gt;&lt;/mtext&gt;&lt;mtext&gt;&lt;/mtext&gt;&lt;mfrac&gt;&lt;mn&gt;36&lt;/mn&gt;&lt;mn&gt;50&lt;/mn&gt;&lt;/mfrac&gt;&lt;mo&gt;−&lt;/mo&gt;&lt;mfrac&gt;&lt;mn&gt;4&lt;/mn&gt;&lt;mn&gt;9&lt;/mn&gt;&lt;/mfrac&gt;&lt;mo&gt;=&lt;/mo&gt;&lt;mfrac&gt;&lt;mn&gt;324&lt;/mn&gt;&lt;mn&gt;450&lt;/mn&gt;&lt;/mfrac&gt;&lt;mo&gt;−&lt;/mo&gt;&lt;mfrac&gt;&lt;mn&gt;200&lt;/mn&gt;&lt;mn&gt;450&lt;/mn&gt;&lt;/mfrac&gt;&lt;mo&gt;=&lt;/mo&gt;&lt;mfrac&gt;&lt;mn&gt;124&lt;/mn&gt;&lt;mn&gt;240&lt;/mn&gt;&lt;/mfrac&gt;&lt;mo&gt;=&lt;/mo&gt;&lt;mfrac&gt;&lt;mn&gt;62&lt;/mn&gt;&lt;mn&gt;225&lt;/mn&gt;&lt;/mfrac&gt;&lt;/mtd&gt;&lt;/mtr&gt;&lt;/mtable&gt;&lt;/math&gt;" title="3 lines Line 1: nine tenths times four fifths minus two thirds times the cube root of 8 over 27 Line 2: nine tenths times four fifths minus two thirds times two thirds Line 3: 36 over 50 minus four ninths equals 324 over 450 minus 200 over 450 equals 124 over 240 equals 62 over 225"/>
          <p:cNvPicPr preferRelativeResize="0"/>
          <p:nvPr/>
        </p:nvPicPr>
        <p:blipFill>
          <a:blip r:embed="rId4">
            <a:alphaModFix/>
          </a:blip>
          <a:srcRect l="10243" t="70629" r="67208" b="-8634"/>
          <a:stretch>
            <a:fillRect/>
          </a:stretch>
        </p:blipFill>
        <p:spPr>
          <a:xfrm>
            <a:off x="2658305" y="5288313"/>
            <a:ext cx="841278" cy="493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238;p21" descr="&lt;math xmlns=&quot;http://www.w3.org/1998/Math/MathML&quot; display=&quot;block&quot; data-is-equatio=&quot;1&quot; data-latex=&quot;\begin{array}{l}\frac{9}{10}\times\frac{4}{5}-\ \frac{2}{3}\times\sqrt[3]{\frac{8}{27}}\\&amp;#13;&amp;#10;\frac{9}{10}\times\frac{4}{5}-\frac{2}{3}\times\frac{2}{3}\\&amp;#13;&amp;#10;\ \ \ \ \ \ \ \ \frac{36}{50}-\frac{4}{9}=\frac{324}{450}-\frac{200}{450}=\frac{124}{240}=\frac{62}{225}\end{array}&quot;&gt;&lt;mtable columnalign=&quot;left&quot; columnspacing=&quot;1em&quot; rowspacing=&quot;4pt&quot;&gt;&lt;mtr&gt;&lt;mtd&gt;&lt;mfrac&gt;&lt;mn&gt;9&lt;/mn&gt;&lt;mn&gt;10&lt;/mn&gt;&lt;/mfrac&gt;&lt;mo&gt;×&lt;/mo&gt;&lt;mfrac&gt;&lt;mn&gt;4&lt;/mn&gt;&lt;mn&gt;5&lt;/mn&gt;&lt;/mfrac&gt;&lt;mo&gt;−&lt;/mo&gt;&lt;mtext&gt;&lt;/mtext&gt;&lt;mfrac&gt;&lt;mn&gt;2&lt;/mn&gt;&lt;mn&gt;3&lt;/mn&gt;&lt;/mfrac&gt;&lt;mo&gt;×&lt;/mo&gt;&lt;mroot&gt;&lt;mfrac&gt;&lt;mn&gt;8&lt;/mn&gt;&lt;mn&gt;27&lt;/mn&gt;&lt;/mfrac&gt;&lt;mn&gt;3&lt;/mn&gt;&lt;/mroot&gt;&lt;/mtd&gt;&lt;/mtr&gt;&lt;mtr&gt;&lt;mtd&gt;&lt;mfrac&gt;&lt;mn&gt;9&lt;/mn&gt;&lt;mn&gt;10&lt;/mn&gt;&lt;/mfrac&gt;&lt;mo&gt;×&lt;/mo&gt;&lt;mfrac&gt;&lt;mn&gt;4&lt;/mn&gt;&lt;mn&gt;5&lt;/mn&gt;&lt;/mfrac&gt;&lt;mo&gt;−&lt;/mo&gt;&lt;mfrac&gt;&lt;mn&gt;2&lt;/mn&gt;&lt;mn&gt;3&lt;/mn&gt;&lt;/mfrac&gt;&lt;mo&gt;×&lt;/mo&gt;&lt;mfrac&gt;&lt;mn&gt;2&lt;/mn&gt;&lt;mn&gt;3&lt;/mn&gt;&lt;/mfrac&gt;&lt;/mtd&gt;&lt;/mtr&gt;&lt;mtr&gt;&lt;mtd&gt;&lt;mtext&gt;&lt;/mtext&gt;&lt;mtext&gt;&lt;/mtext&gt;&lt;mtext&gt;&lt;/mtext&gt;&lt;mtext&gt;&lt;/mtext&gt;&lt;mtext&gt;&lt;/mtext&gt;&lt;mtext&gt;&lt;/mtext&gt;&lt;mtext&gt;&lt;/mtext&gt;&lt;mtext&gt;&lt;/mtext&gt;&lt;mfrac&gt;&lt;mn&gt;36&lt;/mn&gt;&lt;mn&gt;50&lt;/mn&gt;&lt;/mfrac&gt;&lt;mo&gt;−&lt;/mo&gt;&lt;mfrac&gt;&lt;mn&gt;4&lt;/mn&gt;&lt;mn&gt;9&lt;/mn&gt;&lt;/mfrac&gt;&lt;mo&gt;=&lt;/mo&gt;&lt;mfrac&gt;&lt;mn&gt;324&lt;/mn&gt;&lt;mn&gt;450&lt;/mn&gt;&lt;/mfrac&gt;&lt;mo&gt;−&lt;/mo&gt;&lt;mfrac&gt;&lt;mn&gt;200&lt;/mn&gt;&lt;mn&gt;450&lt;/mn&gt;&lt;/mfrac&gt;&lt;mo&gt;=&lt;/mo&gt;&lt;mfrac&gt;&lt;mn&gt;124&lt;/mn&gt;&lt;mn&gt;240&lt;/mn&gt;&lt;/mfrac&gt;&lt;mo&gt;=&lt;/mo&gt;&lt;mfrac&gt;&lt;mn&gt;62&lt;/mn&gt;&lt;mn&gt;225&lt;/mn&gt;&lt;/mfrac&gt;&lt;/mtd&gt;&lt;/mtr&gt;&lt;/mtable&gt;&lt;/math&gt;" title="3 lines Line 1: nine tenths times four fifths minus two thirds times the cube root of 8 over 27 Line 2: nine tenths times four fifths minus two thirds times two thirds Line 3: 36 over 50 minus four ninths equals 324 over 450 minus 200 over 450 equals 124 over 240 equals 62 over 225"/>
          <p:cNvPicPr preferRelativeResize="0"/>
          <p:nvPr/>
        </p:nvPicPr>
        <p:blipFill>
          <a:blip r:embed="rId4">
            <a:alphaModFix/>
          </a:blip>
          <a:srcRect l="39339" t="70630" r="33237" b="-8634"/>
          <a:stretch>
            <a:fillRect/>
          </a:stretch>
        </p:blipFill>
        <p:spPr>
          <a:xfrm>
            <a:off x="2728322" y="5706212"/>
            <a:ext cx="1023292" cy="493657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" name="Google Shape;239;p21" descr="&lt;math xmlns=&quot;http://www.w3.org/1998/Math/MathML&quot; display=&quot;block&quot; data-is-equatio=&quot;1&quot; data-latex=&quot;\begin{array}{l}\frac{9}{10}\times\frac{4}{5}-\ \frac{2}{3}\times\sqrt[3]{\frac{8}{27}}\\&amp;#13;&amp;#10;\frac{9}{10}\times\frac{4}{5}-\frac{2}{3}\times\frac{2}{3}\\&amp;#13;&amp;#10;\ \ \ \ \ \ \ \ \frac{36}{50}-\frac{4}{9}=\frac{324}{450}-\frac{200}{450}=\frac{124}{450}=\frac{62}{225}\end{array}&quot;&gt;&lt;mtable columnalign=&quot;left&quot; columnspacing=&quot;1em&quot; rowspacing=&quot;4pt&quot;&gt;&lt;mtr&gt;&lt;mtd&gt;&lt;mfrac&gt;&lt;mn&gt;9&lt;/mn&gt;&lt;mn&gt;10&lt;/mn&gt;&lt;/mfrac&gt;&lt;mo&gt;×&lt;/mo&gt;&lt;mfrac&gt;&lt;mn&gt;4&lt;/mn&gt;&lt;mn&gt;5&lt;/mn&gt;&lt;/mfrac&gt;&lt;mo&gt;−&lt;/mo&gt;&lt;mtext&gt;&lt;/mtext&gt;&lt;mfrac&gt;&lt;mn&gt;2&lt;/mn&gt;&lt;mn&gt;3&lt;/mn&gt;&lt;/mfrac&gt;&lt;mo&gt;×&lt;/mo&gt;&lt;mroot&gt;&lt;mfrac&gt;&lt;mn&gt;8&lt;/mn&gt;&lt;mn&gt;27&lt;/mn&gt;&lt;/mfrac&gt;&lt;mn&gt;3&lt;/mn&gt;&lt;/mroot&gt;&lt;/mtd&gt;&lt;/mtr&gt;&lt;mtr&gt;&lt;mtd&gt;&lt;mfrac&gt;&lt;mn&gt;9&lt;/mn&gt;&lt;mn&gt;10&lt;/mn&gt;&lt;/mfrac&gt;&lt;mo&gt;×&lt;/mo&gt;&lt;mfrac&gt;&lt;mn&gt;4&lt;/mn&gt;&lt;mn&gt;5&lt;/mn&gt;&lt;/mfrac&gt;&lt;mo&gt;−&lt;/mo&gt;&lt;mfrac&gt;&lt;mn&gt;2&lt;/mn&gt;&lt;mn&gt;3&lt;/mn&gt;&lt;/mfrac&gt;&lt;mo&gt;×&lt;/mo&gt;&lt;mfrac&gt;&lt;mn&gt;2&lt;/mn&gt;&lt;mn&gt;3&lt;/mn&gt;&lt;/mfrac&gt;&lt;/mtd&gt;&lt;/mtr&gt;&lt;mtr&gt;&lt;mtd&gt;&lt;mtext&gt;&lt;/mtext&gt;&lt;mtext&gt;&lt;/mtext&gt;&lt;mtext&gt;&lt;/mtext&gt;&lt;mtext&gt;&lt;/mtext&gt;&lt;mtext&gt;&lt;/mtext&gt;&lt;mtext&gt;&lt;/mtext&gt;&lt;mtext&gt;&lt;/mtext&gt;&lt;mtext&gt;&lt;/mtext&gt;&lt;mfrac&gt;&lt;mn&gt;36&lt;/mn&gt;&lt;mn&gt;50&lt;/mn&gt;&lt;/mfrac&gt;&lt;mo&gt;−&lt;/mo&gt;&lt;mfrac&gt;&lt;mn&gt;4&lt;/mn&gt;&lt;mn&gt;9&lt;/mn&gt;&lt;/mfrac&gt;&lt;mo&gt;=&lt;/mo&gt;&lt;mfrac&gt;&lt;mn&gt;324&lt;/mn&gt;&lt;mn&gt;450&lt;/mn&gt;&lt;/mfrac&gt;&lt;mo&gt;−&lt;/mo&gt;&lt;mfrac&gt;&lt;mn&gt;200&lt;/mn&gt;&lt;mn&gt;450&lt;/mn&gt;&lt;/mfrac&gt;&lt;mo&gt;=&lt;/mo&gt;&lt;mfrac&gt;&lt;mn&gt;124&lt;/mn&gt;&lt;mn&gt;450&lt;/mn&gt;&lt;/mfrac&gt;&lt;mo&gt;=&lt;/mo&gt;&lt;mfrac&gt;&lt;mn&gt;62&lt;/mn&gt;&lt;mn&gt;225&lt;/mn&gt;&lt;/mfrac&gt;&lt;/mtd&gt;&lt;/mtr&gt;&lt;/mtable&gt;&lt;/math&gt;" title="3 lines Line 1: nine tenths times four fifths minus two thirds times the cube root of 8 over 27 Line 2: nine tenths times four fifths minus two thirds times two thirds Line 3: 36 over 50 minus four ninths equals 324 over 450 minus 200 over 450 equals 124 over 450 equals 62 over 225"/>
          <p:cNvPicPr preferRelativeResize="0"/>
          <p:nvPr/>
        </p:nvPicPr>
        <p:blipFill>
          <a:blip r:embed="rId5">
            <a:alphaModFix/>
          </a:blip>
          <a:srcRect l="73531" t="70802" r="16228"/>
          <a:stretch>
            <a:fillRect/>
          </a:stretch>
        </p:blipFill>
        <p:spPr>
          <a:xfrm>
            <a:off x="2736202" y="6145619"/>
            <a:ext cx="386731" cy="393278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Google Shape;240;p21" descr="&lt;math xmlns=&quot;http://www.w3.org/1998/Math/MathML&quot; display=&quot;block&quot; data-is-equatio=&quot;1&quot; data-latex=&quot;\begin{array}{l}\frac{9}{10}\times\frac{4}{5}-\ \frac{2}{3}\times\sqrt[3]{\frac{8}{27}}\\&amp;#13;&amp;#10;\frac{9}{10}\times\frac{4}{5}-\frac{2}{3}\times\frac{2}{3}\\&amp;#13;&amp;#10;\ \ \ \ \ \ \ \ \frac{36}{50}-\frac{4}{9}=\frac{324}{450}-\frac{200}{450}=\frac{124}{240}=\frac{62}{225}\end{array}&quot;&gt;&lt;mtable columnalign=&quot;left&quot; columnspacing=&quot;1em&quot; rowspacing=&quot;4pt&quot;&gt;&lt;mtr&gt;&lt;mtd&gt;&lt;mfrac&gt;&lt;mn&gt;9&lt;/mn&gt;&lt;mn&gt;10&lt;/mn&gt;&lt;/mfrac&gt;&lt;mo&gt;×&lt;/mo&gt;&lt;mfrac&gt;&lt;mn&gt;4&lt;/mn&gt;&lt;mn&gt;5&lt;/mn&gt;&lt;/mfrac&gt;&lt;mo&gt;−&lt;/mo&gt;&lt;mtext&gt;&lt;/mtext&gt;&lt;mfrac&gt;&lt;mn&gt;2&lt;/mn&gt;&lt;mn&gt;3&lt;/mn&gt;&lt;/mfrac&gt;&lt;mo&gt;×&lt;/mo&gt;&lt;mroot&gt;&lt;mfrac&gt;&lt;mn&gt;8&lt;/mn&gt;&lt;mn&gt;27&lt;/mn&gt;&lt;/mfrac&gt;&lt;mn&gt;3&lt;/mn&gt;&lt;/mroot&gt;&lt;/mtd&gt;&lt;/mtr&gt;&lt;mtr&gt;&lt;mtd&gt;&lt;mfrac&gt;&lt;mn&gt;9&lt;/mn&gt;&lt;mn&gt;10&lt;/mn&gt;&lt;/mfrac&gt;&lt;mo&gt;×&lt;/mo&gt;&lt;mfrac&gt;&lt;mn&gt;4&lt;/mn&gt;&lt;mn&gt;5&lt;/mn&gt;&lt;/mfrac&gt;&lt;mo&gt;−&lt;/mo&gt;&lt;mfrac&gt;&lt;mn&gt;2&lt;/mn&gt;&lt;mn&gt;3&lt;/mn&gt;&lt;/mfrac&gt;&lt;mo&gt;×&lt;/mo&gt;&lt;mfrac&gt;&lt;mn&gt;2&lt;/mn&gt;&lt;mn&gt;3&lt;/mn&gt;&lt;/mfrac&gt;&lt;/mtd&gt;&lt;/mtr&gt;&lt;mtr&gt;&lt;mtd&gt;&lt;mtext&gt;&lt;/mtext&gt;&lt;mtext&gt;&lt;/mtext&gt;&lt;mtext&gt;&lt;/mtext&gt;&lt;mtext&gt;&lt;/mtext&gt;&lt;mtext&gt;&lt;/mtext&gt;&lt;mtext&gt;&lt;/mtext&gt;&lt;mtext&gt;&lt;/mtext&gt;&lt;mtext&gt;&lt;/mtext&gt;&lt;mfrac&gt;&lt;mn&gt;36&lt;/mn&gt;&lt;mn&gt;50&lt;/mn&gt;&lt;/mfrac&gt;&lt;mo&gt;−&lt;/mo&gt;&lt;mfrac&gt;&lt;mn&gt;4&lt;/mn&gt;&lt;mn&gt;9&lt;/mn&gt;&lt;/mfrac&gt;&lt;mo&gt;=&lt;/mo&gt;&lt;mfrac&gt;&lt;mn&gt;324&lt;/mn&gt;&lt;mn&gt;450&lt;/mn&gt;&lt;/mfrac&gt;&lt;mo&gt;−&lt;/mo&gt;&lt;mfrac&gt;&lt;mn&gt;200&lt;/mn&gt;&lt;mn&gt;450&lt;/mn&gt;&lt;/mfrac&gt;&lt;mo&gt;=&lt;/mo&gt;&lt;mfrac&gt;&lt;mn&gt;124&lt;/mn&gt;&lt;mn&gt;240&lt;/mn&gt;&lt;/mfrac&gt;&lt;mo&gt;=&lt;/mo&gt;&lt;mfrac&gt;&lt;mn&gt;62&lt;/mn&gt;&lt;mn&gt;225&lt;/mn&gt;&lt;/mfrac&gt;&lt;/mtd&gt;&lt;/mtr&gt;&lt;/mtable&gt;&lt;/math&gt;" title="3 lines Line 1: nine tenths times four fifths minus two thirds times the cube root of 8 over 27 Line 2: nine tenths times four fifths minus two thirds times two thirds Line 3: 36 over 50 minus four ninths equals 324 over 450 minus 200 over 450 equals 124 over 240 equals 62 over 225"/>
          <p:cNvPicPr preferRelativeResize="0"/>
          <p:nvPr/>
        </p:nvPicPr>
        <p:blipFill>
          <a:blip r:embed="rId4">
            <a:alphaModFix/>
          </a:blip>
          <a:srcRect l="32395" t="70630" r="61057" b="-8634"/>
          <a:stretch>
            <a:fillRect/>
          </a:stretch>
        </p:blipFill>
        <p:spPr>
          <a:xfrm>
            <a:off x="2462197" y="4822256"/>
            <a:ext cx="244289" cy="493657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Google Shape;241;p21" descr="&lt;math xmlns=&quot;http://www.w3.org/1998/Math/MathML&quot; display=&quot;block&quot; data-is-equatio=&quot;1&quot; data-latex=&quot;\begin{array}{l}\frac{9}{10}\times\frac{4}{5}-\ \frac{2}{3}\times\sqrt[3]{\frac{8}{27}}\\&amp;#13;&amp;#10;\frac{9}{10}\times\frac{4}{5}-\frac{2}{3}\times\frac{2}{3}\\&amp;#13;&amp;#10;\ \ \ \ \ \ \ \ \frac{36}{50}-\frac{4}{9}=\frac{324}{450}-\frac{200}{450}=\frac{124}{240}=\frac{62}{225}\end{array}&quot;&gt;&lt;mtable columnalign=&quot;left&quot; columnspacing=&quot;1em&quot; rowspacing=&quot;4pt&quot;&gt;&lt;mtr&gt;&lt;mtd&gt;&lt;mfrac&gt;&lt;mn&gt;9&lt;/mn&gt;&lt;mn&gt;10&lt;/mn&gt;&lt;/mfrac&gt;&lt;mo&gt;×&lt;/mo&gt;&lt;mfrac&gt;&lt;mn&gt;4&lt;/mn&gt;&lt;mn&gt;5&lt;/mn&gt;&lt;/mfrac&gt;&lt;mo&gt;−&lt;/mo&gt;&lt;mtext&gt;&lt;/mtext&gt;&lt;mfrac&gt;&lt;mn&gt;2&lt;/mn&gt;&lt;mn&gt;3&lt;/mn&gt;&lt;/mfrac&gt;&lt;mo&gt;×&lt;/mo&gt;&lt;mroot&gt;&lt;mfrac&gt;&lt;mn&gt;8&lt;/mn&gt;&lt;mn&gt;27&lt;/mn&gt;&lt;/mfrac&gt;&lt;mn&gt;3&lt;/mn&gt;&lt;/mroot&gt;&lt;/mtd&gt;&lt;/mtr&gt;&lt;mtr&gt;&lt;mtd&gt;&lt;mfrac&gt;&lt;mn&gt;9&lt;/mn&gt;&lt;mn&gt;10&lt;/mn&gt;&lt;/mfrac&gt;&lt;mo&gt;×&lt;/mo&gt;&lt;mfrac&gt;&lt;mn&gt;4&lt;/mn&gt;&lt;mn&gt;5&lt;/mn&gt;&lt;/mfrac&gt;&lt;mo&gt;−&lt;/mo&gt;&lt;mfrac&gt;&lt;mn&gt;2&lt;/mn&gt;&lt;mn&gt;3&lt;/mn&gt;&lt;/mfrac&gt;&lt;mo&gt;×&lt;/mo&gt;&lt;mfrac&gt;&lt;mn&gt;2&lt;/mn&gt;&lt;mn&gt;3&lt;/mn&gt;&lt;/mfrac&gt;&lt;/mtd&gt;&lt;/mtr&gt;&lt;mtr&gt;&lt;mtd&gt;&lt;mtext&gt;&lt;/mtext&gt;&lt;mtext&gt;&lt;/mtext&gt;&lt;mtext&gt;&lt;/mtext&gt;&lt;mtext&gt;&lt;/mtext&gt;&lt;mtext&gt;&lt;/mtext&gt;&lt;mtext&gt;&lt;/mtext&gt;&lt;mtext&gt;&lt;/mtext&gt;&lt;mtext&gt;&lt;/mtext&gt;&lt;mfrac&gt;&lt;mn&gt;36&lt;/mn&gt;&lt;mn&gt;50&lt;/mn&gt;&lt;/mfrac&gt;&lt;mo&gt;−&lt;/mo&gt;&lt;mfrac&gt;&lt;mn&gt;4&lt;/mn&gt;&lt;mn&gt;9&lt;/mn&gt;&lt;/mfrac&gt;&lt;mo&gt;=&lt;/mo&gt;&lt;mfrac&gt;&lt;mn&gt;324&lt;/mn&gt;&lt;mn&gt;450&lt;/mn&gt;&lt;/mfrac&gt;&lt;mo&gt;−&lt;/mo&gt;&lt;mfrac&gt;&lt;mn&gt;200&lt;/mn&gt;&lt;mn&gt;450&lt;/mn&gt;&lt;/mfrac&gt;&lt;mo&gt;=&lt;/mo&gt;&lt;mfrac&gt;&lt;mn&gt;124&lt;/mn&gt;&lt;mn&gt;240&lt;/mn&gt;&lt;/mfrac&gt;&lt;mo&gt;=&lt;/mo&gt;&lt;mfrac&gt;&lt;mn&gt;62&lt;/mn&gt;&lt;mn&gt;225&lt;/mn&gt;&lt;/mfrac&gt;&lt;/mtd&gt;&lt;/mtr&gt;&lt;/mtable&gt;&lt;/math&gt;" title="3 lines Line 1: nine tenths times four fifths minus two thirds times the cube root of 8 over 27 Line 2: nine tenths times four fifths minus two thirds times two thirds Line 3: 36 over 50 minus four ninths equals 324 over 450 minus 200 over 450 equals 124 over 240 equals 62 over 225"/>
          <p:cNvPicPr preferRelativeResize="0"/>
          <p:nvPr/>
        </p:nvPicPr>
        <p:blipFill>
          <a:blip r:embed="rId4">
            <a:alphaModFix/>
          </a:blip>
          <a:srcRect l="32395" t="70630" r="61057" b="-8634"/>
          <a:stretch>
            <a:fillRect/>
          </a:stretch>
        </p:blipFill>
        <p:spPr>
          <a:xfrm>
            <a:off x="2462197" y="5308407"/>
            <a:ext cx="244289" cy="493657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Google Shape;242;p21" descr="&lt;math xmlns=&quot;http://www.w3.org/1998/Math/MathML&quot; display=&quot;block&quot; data-is-equatio=&quot;1&quot; data-latex=&quot;\begin{array}{l}\frac{9}{10}\times\frac{4}{5}-\ \frac{2}{3}\times\sqrt[3]{\frac{8}{27}}\\&amp;#13;&amp;#10;\frac{9}{10}\times\frac{4}{5}-\frac{2}{3}\times\frac{2}{3}\\&amp;#13;&amp;#10;\ \ \ \ \ \ \ \ \frac{36}{50}-\frac{4}{9}=\frac{324}{450}-\frac{200}{450}=\frac{124}{240}=\frac{62}{225}\end{array}&quot;&gt;&lt;mtable columnalign=&quot;left&quot; columnspacing=&quot;1em&quot; rowspacing=&quot;4pt&quot;&gt;&lt;mtr&gt;&lt;mtd&gt;&lt;mfrac&gt;&lt;mn&gt;9&lt;/mn&gt;&lt;mn&gt;10&lt;/mn&gt;&lt;/mfrac&gt;&lt;mo&gt;×&lt;/mo&gt;&lt;mfrac&gt;&lt;mn&gt;4&lt;/mn&gt;&lt;mn&gt;5&lt;/mn&gt;&lt;/mfrac&gt;&lt;mo&gt;−&lt;/mo&gt;&lt;mtext&gt;&lt;/mtext&gt;&lt;mfrac&gt;&lt;mn&gt;2&lt;/mn&gt;&lt;mn&gt;3&lt;/mn&gt;&lt;/mfrac&gt;&lt;mo&gt;×&lt;/mo&gt;&lt;mroot&gt;&lt;mfrac&gt;&lt;mn&gt;8&lt;/mn&gt;&lt;mn&gt;27&lt;/mn&gt;&lt;/mfrac&gt;&lt;mn&gt;3&lt;/mn&gt;&lt;/mroot&gt;&lt;/mtd&gt;&lt;/mtr&gt;&lt;mtr&gt;&lt;mtd&gt;&lt;mfrac&gt;&lt;mn&gt;9&lt;/mn&gt;&lt;mn&gt;10&lt;/mn&gt;&lt;/mfrac&gt;&lt;mo&gt;×&lt;/mo&gt;&lt;mfrac&gt;&lt;mn&gt;4&lt;/mn&gt;&lt;mn&gt;5&lt;/mn&gt;&lt;/mfrac&gt;&lt;mo&gt;−&lt;/mo&gt;&lt;mfrac&gt;&lt;mn&gt;2&lt;/mn&gt;&lt;mn&gt;3&lt;/mn&gt;&lt;/mfrac&gt;&lt;mo&gt;×&lt;/mo&gt;&lt;mfrac&gt;&lt;mn&gt;2&lt;/mn&gt;&lt;mn&gt;3&lt;/mn&gt;&lt;/mfrac&gt;&lt;/mtd&gt;&lt;/mtr&gt;&lt;mtr&gt;&lt;mtd&gt;&lt;mtext&gt;&lt;/mtext&gt;&lt;mtext&gt;&lt;/mtext&gt;&lt;mtext&gt;&lt;/mtext&gt;&lt;mtext&gt;&lt;/mtext&gt;&lt;mtext&gt;&lt;/mtext&gt;&lt;mtext&gt;&lt;/mtext&gt;&lt;mtext&gt;&lt;/mtext&gt;&lt;mtext&gt;&lt;/mtext&gt;&lt;mfrac&gt;&lt;mn&gt;36&lt;/mn&gt;&lt;mn&gt;50&lt;/mn&gt;&lt;/mfrac&gt;&lt;mo&gt;−&lt;/mo&gt;&lt;mfrac&gt;&lt;mn&gt;4&lt;/mn&gt;&lt;mn&gt;9&lt;/mn&gt;&lt;/mfrac&gt;&lt;mo&gt;=&lt;/mo&gt;&lt;mfrac&gt;&lt;mn&gt;324&lt;/mn&gt;&lt;mn&gt;450&lt;/mn&gt;&lt;/mfrac&gt;&lt;mo&gt;−&lt;/mo&gt;&lt;mfrac&gt;&lt;mn&gt;200&lt;/mn&gt;&lt;mn&gt;450&lt;/mn&gt;&lt;/mfrac&gt;&lt;mo&gt;=&lt;/mo&gt;&lt;mfrac&gt;&lt;mn&gt;124&lt;/mn&gt;&lt;mn&gt;240&lt;/mn&gt;&lt;/mfrac&gt;&lt;mo&gt;=&lt;/mo&gt;&lt;mfrac&gt;&lt;mn&gt;62&lt;/mn&gt;&lt;mn&gt;225&lt;/mn&gt;&lt;/mfrac&gt;&lt;/mtd&gt;&lt;/mtr&gt;&lt;/mtable&gt;&lt;/math&gt;" title="3 lines Line 1: nine tenths times four fifths minus two thirds times the cube root of 8 over 27 Line 2: nine tenths times four fifths minus two thirds times two thirds Line 3: 36 over 50 minus four ninths equals 324 over 450 minus 200 over 450 equals 124 over 240 equals 62 over 225"/>
          <p:cNvPicPr preferRelativeResize="0"/>
          <p:nvPr/>
        </p:nvPicPr>
        <p:blipFill>
          <a:blip r:embed="rId4">
            <a:alphaModFix/>
          </a:blip>
          <a:srcRect l="32395" t="70630" r="61057" b="-8634"/>
          <a:stretch>
            <a:fillRect/>
          </a:stretch>
        </p:blipFill>
        <p:spPr>
          <a:xfrm>
            <a:off x="2462197" y="5706212"/>
            <a:ext cx="244289" cy="493657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" name="Google Shape;243;p21" descr="&lt;math xmlns=&quot;http://www.w3.org/1998/Math/MathML&quot; display=&quot;block&quot; data-is-equatio=&quot;1&quot; data-latex=&quot;\begin{array}{l}\frac{9}{10}\times\frac{4}{5}-\ \frac{2}{3}\times\sqrt[3]{\frac{8}{27}}\\&amp;#13;&amp;#10;\frac{9}{10}\times\frac{4}{5}-\frac{2}{3}\times\frac{2}{3}\\&amp;#13;&amp;#10;\ \ \ \ \ \ \ \ \frac{36}{50}-\frac{4}{9}=\frac{324}{450}-\frac{200}{450}=\frac{124}{240}=\frac{62}{225}\end{array}&quot;&gt;&lt;mtable columnalign=&quot;left&quot; columnspacing=&quot;1em&quot; rowspacing=&quot;4pt&quot;&gt;&lt;mtr&gt;&lt;mtd&gt;&lt;mfrac&gt;&lt;mn&gt;9&lt;/mn&gt;&lt;mn&gt;10&lt;/mn&gt;&lt;/mfrac&gt;&lt;mo&gt;×&lt;/mo&gt;&lt;mfrac&gt;&lt;mn&gt;4&lt;/mn&gt;&lt;mn&gt;5&lt;/mn&gt;&lt;/mfrac&gt;&lt;mo&gt;−&lt;/mo&gt;&lt;mtext&gt;&lt;/mtext&gt;&lt;mfrac&gt;&lt;mn&gt;2&lt;/mn&gt;&lt;mn&gt;3&lt;/mn&gt;&lt;/mfrac&gt;&lt;mo&gt;×&lt;/mo&gt;&lt;mroot&gt;&lt;mfrac&gt;&lt;mn&gt;8&lt;/mn&gt;&lt;mn&gt;27&lt;/mn&gt;&lt;/mfrac&gt;&lt;mn&gt;3&lt;/mn&gt;&lt;/mroot&gt;&lt;/mtd&gt;&lt;/mtr&gt;&lt;mtr&gt;&lt;mtd&gt;&lt;mfrac&gt;&lt;mn&gt;9&lt;/mn&gt;&lt;mn&gt;10&lt;/mn&gt;&lt;/mfrac&gt;&lt;mo&gt;×&lt;/mo&gt;&lt;mfrac&gt;&lt;mn&gt;4&lt;/mn&gt;&lt;mn&gt;5&lt;/mn&gt;&lt;/mfrac&gt;&lt;mo&gt;−&lt;/mo&gt;&lt;mfrac&gt;&lt;mn&gt;2&lt;/mn&gt;&lt;mn&gt;3&lt;/mn&gt;&lt;/mfrac&gt;&lt;mo&gt;×&lt;/mo&gt;&lt;mfrac&gt;&lt;mn&gt;2&lt;/mn&gt;&lt;mn&gt;3&lt;/mn&gt;&lt;/mfrac&gt;&lt;/mtd&gt;&lt;/mtr&gt;&lt;mtr&gt;&lt;mtd&gt;&lt;mtext&gt;&lt;/mtext&gt;&lt;mtext&gt;&lt;/mtext&gt;&lt;mtext&gt;&lt;/mtext&gt;&lt;mtext&gt;&lt;/mtext&gt;&lt;mtext&gt;&lt;/mtext&gt;&lt;mtext&gt;&lt;/mtext&gt;&lt;mtext&gt;&lt;/mtext&gt;&lt;mtext&gt;&lt;/mtext&gt;&lt;mfrac&gt;&lt;mn&gt;36&lt;/mn&gt;&lt;mn&gt;50&lt;/mn&gt;&lt;/mfrac&gt;&lt;mo&gt;−&lt;/mo&gt;&lt;mfrac&gt;&lt;mn&gt;4&lt;/mn&gt;&lt;mn&gt;9&lt;/mn&gt;&lt;/mfrac&gt;&lt;mo&gt;=&lt;/mo&gt;&lt;mfrac&gt;&lt;mn&gt;324&lt;/mn&gt;&lt;mn&gt;450&lt;/mn&gt;&lt;/mfrac&gt;&lt;mo&gt;−&lt;/mo&gt;&lt;mfrac&gt;&lt;mn&gt;200&lt;/mn&gt;&lt;mn&gt;450&lt;/mn&gt;&lt;/mfrac&gt;&lt;mo&gt;=&lt;/mo&gt;&lt;mfrac&gt;&lt;mn&gt;124&lt;/mn&gt;&lt;mn&gt;240&lt;/mn&gt;&lt;/mfrac&gt;&lt;mo&gt;=&lt;/mo&gt;&lt;mfrac&gt;&lt;mn&gt;62&lt;/mn&gt;&lt;mn&gt;225&lt;/mn&gt;&lt;/mfrac&gt;&lt;/mtd&gt;&lt;/mtr&gt;&lt;/mtable&gt;&lt;/math&gt;" title="3 lines Line 1: nine tenths times four fifths minus two thirds times the cube root of 8 over 27 Line 2: nine tenths times four fifths minus two thirds times two thirds Line 3: 36 over 50 minus four ninths equals 324 over 450 minus 200 over 450 equals 124 over 240 equals 62 over 225"/>
          <p:cNvPicPr preferRelativeResize="0"/>
          <p:nvPr/>
        </p:nvPicPr>
        <p:blipFill>
          <a:blip r:embed="rId4">
            <a:alphaModFix/>
          </a:blip>
          <a:srcRect l="32395" t="70630" r="61057" b="-8634"/>
          <a:stretch>
            <a:fillRect/>
          </a:stretch>
        </p:blipFill>
        <p:spPr>
          <a:xfrm>
            <a:off x="2462197" y="6145649"/>
            <a:ext cx="244289" cy="493657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" name="Google Shape;244;p21" descr="&lt;math xmlns=&quot;http://www.w3.org/1998/Math/MathML&quot; display=&quot;block&quot; data-is-equatio=&quot;1&quot; data-latex=&quot;\begin{array}{l}\frac{9}{10}\times\frac{4}{5}-\ \frac{2}{3}\times\sqrt[3]{\frac{8}{27}}\\&amp;#13;&amp;#10;\frac{9}{10}\times\frac{4}{5}-\frac{2}{3}\times\frac{2}{3}\\&amp;#13;&amp;#10;\ \ \ \ \ \ \ \ \frac{36}{50}-\frac{4}{9}=\frac{324}{450}-\frac{200}{450}=\frac{124}{450}=\frac{62}{225}\end{array}&quot;&gt;&lt;mtable columnalign=&quot;left&quot; columnspacing=&quot;1em&quot; rowspacing=&quot;4pt&quot;&gt;&lt;mtr&gt;&lt;mtd&gt;&lt;mfrac&gt;&lt;mn&gt;9&lt;/mn&gt;&lt;mn&gt;10&lt;/mn&gt;&lt;/mfrac&gt;&lt;mo&gt;×&lt;/mo&gt;&lt;mfrac&gt;&lt;mn&gt;4&lt;/mn&gt;&lt;mn&gt;5&lt;/mn&gt;&lt;/mfrac&gt;&lt;mo&gt;−&lt;/mo&gt;&lt;mtext&gt;&lt;/mtext&gt;&lt;mfrac&gt;&lt;mn&gt;2&lt;/mn&gt;&lt;mn&gt;3&lt;/mn&gt;&lt;/mfrac&gt;&lt;mo&gt;×&lt;/mo&gt;&lt;mroot&gt;&lt;mfrac&gt;&lt;mn&gt;8&lt;/mn&gt;&lt;mn&gt;27&lt;/mn&gt;&lt;/mfrac&gt;&lt;mn&gt;3&lt;/mn&gt;&lt;/mroot&gt;&lt;/mtd&gt;&lt;/mtr&gt;&lt;mtr&gt;&lt;mtd&gt;&lt;mfrac&gt;&lt;mn&gt;9&lt;/mn&gt;&lt;mn&gt;10&lt;/mn&gt;&lt;/mfrac&gt;&lt;mo&gt;×&lt;/mo&gt;&lt;mfrac&gt;&lt;mn&gt;4&lt;/mn&gt;&lt;mn&gt;5&lt;/mn&gt;&lt;/mfrac&gt;&lt;mo&gt;−&lt;/mo&gt;&lt;mfrac&gt;&lt;mn&gt;2&lt;/mn&gt;&lt;mn&gt;3&lt;/mn&gt;&lt;/mfrac&gt;&lt;mo&gt;×&lt;/mo&gt;&lt;mfrac&gt;&lt;mn&gt;2&lt;/mn&gt;&lt;mn&gt;3&lt;/mn&gt;&lt;/mfrac&gt;&lt;/mtd&gt;&lt;/mtr&gt;&lt;mtr&gt;&lt;mtd&gt;&lt;mtext&gt;&lt;/mtext&gt;&lt;mtext&gt;&lt;/mtext&gt;&lt;mtext&gt;&lt;/mtext&gt;&lt;mtext&gt;&lt;/mtext&gt;&lt;mtext&gt;&lt;/mtext&gt;&lt;mtext&gt;&lt;/mtext&gt;&lt;mtext&gt;&lt;/mtext&gt;&lt;mtext&gt;&lt;/mtext&gt;&lt;mfrac&gt;&lt;mn&gt;36&lt;/mn&gt;&lt;mn&gt;50&lt;/mn&gt;&lt;/mfrac&gt;&lt;mo&gt;−&lt;/mo&gt;&lt;mfrac&gt;&lt;mn&gt;4&lt;/mn&gt;&lt;mn&gt;9&lt;/mn&gt;&lt;/mfrac&gt;&lt;mo&gt;=&lt;/mo&gt;&lt;mfrac&gt;&lt;mn&gt;324&lt;/mn&gt;&lt;mn&gt;450&lt;/mn&gt;&lt;/mfrac&gt;&lt;mo&gt;−&lt;/mo&gt;&lt;mfrac&gt;&lt;mn&gt;200&lt;/mn&gt;&lt;mn&gt;450&lt;/mn&gt;&lt;/mfrac&gt;&lt;mo&gt;=&lt;/mo&gt;&lt;mfrac&gt;&lt;mn&gt;124&lt;/mn&gt;&lt;mn&gt;450&lt;/mn&gt;&lt;/mfrac&gt;&lt;mo&gt;=&lt;/mo&gt;&lt;mfrac&gt;&lt;mn&gt;62&lt;/mn&gt;&lt;mn&gt;225&lt;/mn&gt;&lt;/mfrac&gt;&lt;/mtd&gt;&lt;/mtr&gt;&lt;/mtable&gt;&lt;/math&gt;" title="3 lines Line 1: nine tenths times four fifths minus two thirds times the cube root of 8 over 27 Line 2: nine tenths times four fifths minus two thirds times two thirds Line 3: 36 over 50 minus four ninths equals 324 over 450 minus 200 over 450 equals 124 over 450 equals 62 over 225"/>
          <p:cNvPicPr preferRelativeResize="0"/>
          <p:nvPr/>
        </p:nvPicPr>
        <p:blipFill>
          <a:blip r:embed="rId5">
            <a:alphaModFix/>
          </a:blip>
          <a:srcRect l="83908" t="70802"/>
          <a:stretch>
            <a:fillRect/>
          </a:stretch>
        </p:blipFill>
        <p:spPr>
          <a:xfrm>
            <a:off x="2462193" y="6538897"/>
            <a:ext cx="607755" cy="393278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21"/>
          <p:cNvSpPr/>
          <p:nvPr/>
        </p:nvSpPr>
        <p:spPr>
          <a:xfrm>
            <a:off x="468000" y="7669000"/>
            <a:ext cx="2588100" cy="2187300"/>
          </a:xfrm>
          <a:prstGeom prst="roundRect">
            <a:avLst>
              <a:gd name="adj" fmla="val 16667"/>
            </a:avLst>
          </a:prstGeom>
          <a:solidFill>
            <a:srgbClr val="F0F0F0"/>
          </a:solidFill>
          <a:ln w="9525" cap="flat" cmpd="sng">
            <a:solidFill>
              <a:srgbClr val="8080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6" name="Google Shape;246;p21"/>
          <p:cNvSpPr txBox="1"/>
          <p:nvPr/>
        </p:nvSpPr>
        <p:spPr>
          <a:xfrm>
            <a:off x="468000" y="7112775"/>
            <a:ext cx="6624000" cy="69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Lucas has made an error.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Find the error and correctly complete the calculation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47" name="Google Shape;247;p21" descr="&lt;math xmlns=&quot;http://www.w3.org/1998/Math/MathML&quot; display=&quot;block&quot; data-is-equatio=&quot;1&quot; data-latex=&quot;\begin{array}{l}\frac{2}{3}+\sqrt{6\frac{1}{4}}\times\frac{3}{5}\\&amp;#13;&amp;#10;\frac{2}{3}+\sqrt{6}+\ \frac{1}{2}\times\frac{3}{5}\\&amp;#13;&amp;#10;\frac{2}{3}+\sqrt{6}+\frac{3}{10}\\&amp;#13;&amp;#10;\sqrt{6}+\frac{2}{3}+\frac{3}{10}=\\&amp;#13;&amp;#10;\sqrt{6}+\frac{20}{30}+\frac{9}{30}=\sqrt{6}\ \frac{29}{30}\end{array}&quot;&gt;&lt;mtable columnalign=&quot;left&quot; columnspacing=&quot;1em&quot; rowspacing=&quot;4pt&quot;&gt;&lt;mtr&gt;&lt;mtd&gt;&lt;mfrac&gt;&lt;mn&gt;2&lt;/mn&gt;&lt;mn&gt;3&lt;/mn&gt;&lt;/mfrac&gt;&lt;mo&gt;+&lt;/mo&gt;&lt;msqrt&gt;&lt;mn&gt;6&lt;/mn&gt;&lt;mfrac&gt;&lt;mn&gt;1&lt;/mn&gt;&lt;mn&gt;4&lt;/mn&gt;&lt;/mfrac&gt;&lt;/msqrt&gt;&lt;mo&gt;×&lt;/mo&gt;&lt;mfrac&gt;&lt;mn&gt;3&lt;/mn&gt;&lt;mn&gt;5&lt;/mn&gt;&lt;/mfrac&gt;&lt;/mtd&gt;&lt;/mtr&gt;&lt;mtr&gt;&lt;mtd&gt;&lt;mfrac&gt;&lt;mn&gt;2&lt;/mn&gt;&lt;mn&gt;3&lt;/mn&gt;&lt;/mfrac&gt;&lt;mo&gt;+&lt;/mo&gt;&lt;msqrt&gt;&lt;mn&gt;6&lt;/mn&gt;&lt;/msqrt&gt;&lt;mo&gt;+&lt;/mo&gt;&lt;mtext&gt;&lt;/mtext&gt;&lt;mfrac&gt;&lt;mn&gt;1&lt;/mn&gt;&lt;mn&gt;2&lt;/mn&gt;&lt;/mfrac&gt;&lt;mo&gt;×&lt;/mo&gt;&lt;mfrac&gt;&lt;mn&gt;3&lt;/mn&gt;&lt;mn&gt;5&lt;/mn&gt;&lt;/mfrac&gt;&lt;/mtd&gt;&lt;/mtr&gt;&lt;mtr&gt;&lt;mtd&gt;&lt;mfrac&gt;&lt;mn&gt;2&lt;/mn&gt;&lt;mn&gt;3&lt;/mn&gt;&lt;/mfrac&gt;&lt;mo&gt;+&lt;/mo&gt;&lt;msqrt&gt;&lt;mn&gt;6&lt;/mn&gt;&lt;/msqrt&gt;&lt;mo&gt;+&lt;/mo&gt;&lt;mfrac&gt;&lt;mn&gt;3&lt;/mn&gt;&lt;mn&gt;10&lt;/mn&gt;&lt;/mfrac&gt;&lt;/mtd&gt;&lt;/mtr&gt;&lt;mtr&gt;&lt;mtd&gt;&lt;msqrt&gt;&lt;mn&gt;6&lt;/mn&gt;&lt;/msqrt&gt;&lt;mo&gt;+&lt;/mo&gt;&lt;mfrac&gt;&lt;mn&gt;2&lt;/mn&gt;&lt;mn&gt;3&lt;/mn&gt;&lt;/mfrac&gt;&lt;mo&gt;+&lt;/mo&gt;&lt;mfrac&gt;&lt;mn&gt;3&lt;/mn&gt;&lt;mn&gt;10&lt;/mn&gt;&lt;/mfrac&gt;&lt;mo&gt;=&lt;/mo&gt;&lt;/mtd&gt;&lt;/mtr&gt;&lt;mtr&gt;&lt;mtd&gt;&lt;msqrt&gt;&lt;mn&gt;6&lt;/mn&gt;&lt;/msqrt&gt;&lt;mo&gt;+&lt;/mo&gt;&lt;mfrac&gt;&lt;mn&gt;20&lt;/mn&gt;&lt;mn&gt;30&lt;/mn&gt;&lt;/mfrac&gt;&lt;mo&gt;+&lt;/mo&gt;&lt;mfrac&gt;&lt;mn&gt;9&lt;/mn&gt;&lt;mn&gt;30&lt;/mn&gt;&lt;/mfrac&gt;&lt;mo&gt;=&lt;/mo&gt;&lt;msqrt&gt;&lt;mn&gt;6&lt;/mn&gt;&lt;/msqrt&gt;&lt;mtext&gt;&lt;/mtext&gt;&lt;mfrac&gt;&lt;mn&gt;29&lt;/mn&gt;&lt;mn&gt;30&lt;/mn&gt;&lt;/mfrac&gt;&lt;/mtd&gt;&lt;/mtr&gt;&lt;/mtable&gt;&lt;/math&gt;" title="5 lines Line 1: two thirds plus the square root of 6 and one fourth times three fifths Line 2: two thirds plus the square root of 6 plus one half times three fifths Line 3: two thirds plus the square root of 6 plus three tenths Line 4: the square root of 6 plus two thirds plus three tenths equals Line 5: the square root of 6 plus 20 over 30 plus 9 over 30 equals the square root of 6 29 over 3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87841" y="7759678"/>
            <a:ext cx="2074252" cy="200586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8" name="Google Shape;248;p21"/>
          <p:cNvGrpSpPr/>
          <p:nvPr/>
        </p:nvGrpSpPr>
        <p:grpSpPr>
          <a:xfrm>
            <a:off x="957857" y="7694606"/>
            <a:ext cx="3918930" cy="1275884"/>
            <a:chOff x="1363825" y="1620000"/>
            <a:chExt cx="5801525" cy="1888800"/>
          </a:xfrm>
        </p:grpSpPr>
        <p:sp>
          <p:nvSpPr>
            <p:cNvPr id="249" name="Google Shape;249;p21"/>
            <p:cNvSpPr/>
            <p:nvPr/>
          </p:nvSpPr>
          <p:spPr>
            <a:xfrm>
              <a:off x="1363825" y="1620000"/>
              <a:ext cx="1028400" cy="1374600"/>
            </a:xfrm>
            <a:prstGeom prst="ellipse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50" name="Google Shape;250;p21"/>
            <p:cNvCxnSpPr>
              <a:stCxn id="249" idx="6"/>
            </p:cNvCxnSpPr>
            <p:nvPr/>
          </p:nvCxnSpPr>
          <p:spPr>
            <a:xfrm>
              <a:off x="2392225" y="2307300"/>
              <a:ext cx="2727600" cy="2922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51" name="Google Shape;251;p21"/>
            <p:cNvSpPr txBox="1"/>
            <p:nvPr/>
          </p:nvSpPr>
          <p:spPr>
            <a:xfrm>
              <a:off x="5227950" y="2004300"/>
              <a:ext cx="1937400" cy="1504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Lucas needed to convert the mixed number into an improper fraction first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252" name="Google Shape;252;p21" descr="&lt;math xmlns=&quot;http://www.w3.org/1998/Math/MathML&quot; display=&quot;block&quot; data-is-equatio=&quot;1&quot; data-latex=&quot;\begin{array}{l}\frac{2}{3}+\sqrt{6\frac{1}{4}}\times\frac{3}{5}\\&amp;#13;&amp;#10;\frac{2}{3}+\sqrt{\frac{25}{4}}\times\frac{3}{5}\\&amp;#13;&amp;#10;\frac{2}{3}+\frac{5}{2}\times\frac{3}{5}\\&amp;#13;&amp;#10;\frac{2}{3}+\frac{15}{10}=\\&amp;#13;&amp;#10;\frac{20}{30}+\frac{45}{30}=\frac{65}{30}=\frac{13}{6}\end{array}&quot;&gt;&lt;mtable columnalign=&quot;left&quot; columnspacing=&quot;1em&quot; rowspacing=&quot;4pt&quot;&gt;&lt;mtr&gt;&lt;mtd&gt;&lt;mfrac&gt;&lt;mn&gt;2&lt;/mn&gt;&lt;mn&gt;3&lt;/mn&gt;&lt;/mfrac&gt;&lt;mo&gt;+&lt;/mo&gt;&lt;msqrt&gt;&lt;mn&gt;6&lt;/mn&gt;&lt;mfrac&gt;&lt;mn&gt;1&lt;/mn&gt;&lt;mn&gt;4&lt;/mn&gt;&lt;/mfrac&gt;&lt;/msqrt&gt;&lt;mo&gt;×&lt;/mo&gt;&lt;mfrac&gt;&lt;mn&gt;3&lt;/mn&gt;&lt;mn&gt;5&lt;/mn&gt;&lt;/mfrac&gt;&lt;/mtd&gt;&lt;/mtr&gt;&lt;mtr&gt;&lt;mtd&gt;&lt;mfrac&gt;&lt;mn&gt;2&lt;/mn&gt;&lt;mn&gt;3&lt;/mn&gt;&lt;/mfrac&gt;&lt;mo&gt;+&lt;/mo&gt;&lt;msqrt&gt;&lt;mfrac&gt;&lt;mn&gt;25&lt;/mn&gt;&lt;mn&gt;4&lt;/mn&gt;&lt;/mfrac&gt;&lt;/msqrt&gt;&lt;mo&gt;×&lt;/mo&gt;&lt;mfrac&gt;&lt;mn&gt;3&lt;/mn&gt;&lt;mn&gt;5&lt;/mn&gt;&lt;/mfrac&gt;&lt;/mtd&gt;&lt;/mtr&gt;&lt;mtr&gt;&lt;mtd&gt;&lt;mfrac&gt;&lt;mn&gt;2&lt;/mn&gt;&lt;mn&gt;3&lt;/mn&gt;&lt;/mfrac&gt;&lt;mo&gt;+&lt;/mo&gt;&lt;mfrac&gt;&lt;mn&gt;5&lt;/mn&gt;&lt;mn&gt;2&lt;/mn&gt;&lt;/mfrac&gt;&lt;mo&gt;×&lt;/mo&gt;&lt;mfrac&gt;&lt;mn&gt;3&lt;/mn&gt;&lt;mn&gt;5&lt;/mn&gt;&lt;/mfrac&gt;&lt;/mtd&gt;&lt;/mtr&gt;&lt;mtr&gt;&lt;mtd&gt;&lt;mfrac&gt;&lt;mn&gt;2&lt;/mn&gt;&lt;mn&gt;3&lt;/mn&gt;&lt;/mfrac&gt;&lt;mo&gt;+&lt;/mo&gt;&lt;mfrac&gt;&lt;mn&gt;15&lt;/mn&gt;&lt;mn&gt;10&lt;/mn&gt;&lt;/mfrac&gt;&lt;mo&gt;=&lt;/mo&gt;&lt;/mtd&gt;&lt;/mtr&gt;&lt;mtr&gt;&lt;mtd&gt;&lt;mfrac&gt;&lt;mn&gt;20&lt;/mn&gt;&lt;mn&gt;30&lt;/mn&gt;&lt;/mfrac&gt;&lt;mo&gt;+&lt;/mo&gt;&lt;mfrac&gt;&lt;mn&gt;45&lt;/mn&gt;&lt;mn&gt;30&lt;/mn&gt;&lt;/mfrac&gt;&lt;mo&gt;=&lt;/mo&gt;&lt;mfrac&gt;&lt;mn&gt;65&lt;/mn&gt;&lt;mn&gt;30&lt;/mn&gt;&lt;/mfrac&gt;&lt;mo&gt;=&lt;/mo&gt;&lt;mfrac&gt;&lt;mn&gt;13&lt;/mn&gt;&lt;mn&gt;6&lt;/mn&gt;&lt;/mfrac&gt;&lt;/mtd&gt;&lt;/mtr&gt;&lt;/mtable&gt;&lt;/math&gt;" title="5 lines Line 1: two thirds plus the square root of 6 and one fourth times three fifths Line 2: two thirds plus the square root of 25 over 4 times three fifths Line 3: two thirds plus five halves times three fifths Line 4: two thirds plus fifteen tenths equals Line 5: 20 over 30 plus 45 over 30 equals 65 over 30 equals thirteen sixths"/>
          <p:cNvPicPr preferRelativeResize="0"/>
          <p:nvPr/>
        </p:nvPicPr>
        <p:blipFill>
          <a:blip r:embed="rId7">
            <a:alphaModFix/>
          </a:blip>
          <a:srcRect b="77597"/>
          <a:stretch>
            <a:fillRect/>
          </a:stretch>
        </p:blipFill>
        <p:spPr>
          <a:xfrm>
            <a:off x="4846829" y="7560000"/>
            <a:ext cx="1537060" cy="449878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" name="Google Shape;253;p21" descr="&lt;math xmlns=&quot;http://www.w3.org/1998/Math/MathML&quot; display=&quot;block&quot; data-is-equatio=&quot;1&quot; data-latex=&quot;\begin{array}{l}\frac{2}{3}+\sqrt{6\frac{1}{4}}\times\frac{3}{5}\\&amp;#13;&amp;#10;\frac{2}{3}+\sqrt{\frac{25}{4}}\times\frac{3}{5}\\&amp;#13;&amp;#10;\frac{2}{3}+\frac{5}{2}\times\frac{3}{5}\\&amp;#13;&amp;#10;\frac{2}{3}+\frac{15}{10}=\\&amp;#13;&amp;#10;\frac{20}{30}+\frac{45}{30}=\frac{65}{30}=\frac{13}{6}\end{array}&quot;&gt;&lt;mtable columnalign=&quot;left&quot; columnspacing=&quot;1em&quot; rowspacing=&quot;4pt&quot;&gt;&lt;mtr&gt;&lt;mtd&gt;&lt;mfrac&gt;&lt;mn&gt;2&lt;/mn&gt;&lt;mn&gt;3&lt;/mn&gt;&lt;/mfrac&gt;&lt;mo&gt;+&lt;/mo&gt;&lt;msqrt&gt;&lt;mn&gt;6&lt;/mn&gt;&lt;mfrac&gt;&lt;mn&gt;1&lt;/mn&gt;&lt;mn&gt;4&lt;/mn&gt;&lt;/mfrac&gt;&lt;/msqrt&gt;&lt;mo&gt;×&lt;/mo&gt;&lt;mfrac&gt;&lt;mn&gt;3&lt;/mn&gt;&lt;mn&gt;5&lt;/mn&gt;&lt;/mfrac&gt;&lt;/mtd&gt;&lt;/mtr&gt;&lt;mtr&gt;&lt;mtd&gt;&lt;mfrac&gt;&lt;mn&gt;2&lt;/mn&gt;&lt;mn&gt;3&lt;/mn&gt;&lt;/mfrac&gt;&lt;mo&gt;+&lt;/mo&gt;&lt;msqrt&gt;&lt;mfrac&gt;&lt;mn&gt;25&lt;/mn&gt;&lt;mn&gt;4&lt;/mn&gt;&lt;/mfrac&gt;&lt;/msqrt&gt;&lt;mo&gt;×&lt;/mo&gt;&lt;mfrac&gt;&lt;mn&gt;3&lt;/mn&gt;&lt;mn&gt;5&lt;/mn&gt;&lt;/mfrac&gt;&lt;/mtd&gt;&lt;/mtr&gt;&lt;mtr&gt;&lt;mtd&gt;&lt;mfrac&gt;&lt;mn&gt;2&lt;/mn&gt;&lt;mn&gt;3&lt;/mn&gt;&lt;/mfrac&gt;&lt;mo&gt;+&lt;/mo&gt;&lt;mfrac&gt;&lt;mn&gt;5&lt;/mn&gt;&lt;mn&gt;2&lt;/mn&gt;&lt;/mfrac&gt;&lt;mo&gt;×&lt;/mo&gt;&lt;mfrac&gt;&lt;mn&gt;3&lt;/mn&gt;&lt;mn&gt;5&lt;/mn&gt;&lt;/mfrac&gt;&lt;/mtd&gt;&lt;/mtr&gt;&lt;mtr&gt;&lt;mtd&gt;&lt;mfrac&gt;&lt;mn&gt;2&lt;/mn&gt;&lt;mn&gt;3&lt;/mn&gt;&lt;/mfrac&gt;&lt;mo&gt;+&lt;/mo&gt;&lt;mfrac&gt;&lt;mn&gt;15&lt;/mn&gt;&lt;mn&gt;10&lt;/mn&gt;&lt;/mfrac&gt;&lt;mo&gt;=&lt;/mo&gt;&lt;/mtd&gt;&lt;/mtr&gt;&lt;mtr&gt;&lt;mtd&gt;&lt;mfrac&gt;&lt;mn&gt;20&lt;/mn&gt;&lt;mn&gt;30&lt;/mn&gt;&lt;/mfrac&gt;&lt;mo&gt;+&lt;/mo&gt;&lt;mfrac&gt;&lt;mn&gt;45&lt;/mn&gt;&lt;mn&gt;30&lt;/mn&gt;&lt;/mfrac&gt;&lt;mo&gt;=&lt;/mo&gt;&lt;mfrac&gt;&lt;mn&gt;65&lt;/mn&gt;&lt;mn&gt;30&lt;/mn&gt;&lt;/mfrac&gt;&lt;mo&gt;=&lt;/mo&gt;&lt;mfrac&gt;&lt;mn&gt;13&lt;/mn&gt;&lt;mn&gt;6&lt;/mn&gt;&lt;/mfrac&gt;&lt;/mtd&gt;&lt;/mtr&gt;&lt;/mtable&gt;&lt;/math&gt;" title="5 lines Line 1: two thirds plus the square root of 6 and one fourth times three fifths Line 2: two thirds plus the square root of 25 over 4 times three fifths Line 3: two thirds plus five halves times three fifths Line 4: two thirds plus fifteen tenths equals Line 5: 20 over 30 plus 45 over 30 equals 65 over 30 equals thirteen sixths"/>
          <p:cNvPicPr preferRelativeResize="0"/>
          <p:nvPr/>
        </p:nvPicPr>
        <p:blipFill>
          <a:blip r:embed="rId7">
            <a:alphaModFix/>
          </a:blip>
          <a:srcRect t="20214" b="54272"/>
          <a:stretch>
            <a:fillRect/>
          </a:stretch>
        </p:blipFill>
        <p:spPr>
          <a:xfrm>
            <a:off x="4846829" y="7982602"/>
            <a:ext cx="1537060" cy="512342"/>
          </a:xfrm>
          <a:prstGeom prst="rect">
            <a:avLst/>
          </a:prstGeom>
          <a:noFill/>
          <a:ln>
            <a:noFill/>
          </a:ln>
        </p:spPr>
      </p:pic>
      <p:pic>
        <p:nvPicPr>
          <p:cNvPr id="254" name="Google Shape;254;p21" descr="&lt;math xmlns=&quot;http://www.w3.org/1998/Math/MathML&quot; display=&quot;block&quot; data-is-equatio=&quot;1&quot; data-latex=&quot;\begin{array}{l}\frac{2}{3}+\sqrt{6\frac{1}{4}}\times\frac{3}{5}\\&amp;#13;&amp;#10;\frac{2}{3}+\sqrt{\frac{25}{4}}\times\frac{3}{5}\\&amp;#13;&amp;#10;\frac{2}{3}+\frac{5}{2}\times\frac{3}{5}\\&amp;#13;&amp;#10;\frac{2}{3}+\frac{15}{10}=\\&amp;#13;&amp;#10;\frac{20}{30}+\frac{45}{30}=\frac{65}{30}=\frac{13}{6}\end{array}&quot;&gt;&lt;mtable columnalign=&quot;left&quot; columnspacing=&quot;1em&quot; rowspacing=&quot;4pt&quot;&gt;&lt;mtr&gt;&lt;mtd&gt;&lt;mfrac&gt;&lt;mn&gt;2&lt;/mn&gt;&lt;mn&gt;3&lt;/mn&gt;&lt;/mfrac&gt;&lt;mo&gt;+&lt;/mo&gt;&lt;msqrt&gt;&lt;mn&gt;6&lt;/mn&gt;&lt;mfrac&gt;&lt;mn&gt;1&lt;/mn&gt;&lt;mn&gt;4&lt;/mn&gt;&lt;/mfrac&gt;&lt;/msqrt&gt;&lt;mo&gt;×&lt;/mo&gt;&lt;mfrac&gt;&lt;mn&gt;3&lt;/mn&gt;&lt;mn&gt;5&lt;/mn&gt;&lt;/mfrac&gt;&lt;/mtd&gt;&lt;/mtr&gt;&lt;mtr&gt;&lt;mtd&gt;&lt;mfrac&gt;&lt;mn&gt;2&lt;/mn&gt;&lt;mn&gt;3&lt;/mn&gt;&lt;/mfrac&gt;&lt;mo&gt;+&lt;/mo&gt;&lt;msqrt&gt;&lt;mfrac&gt;&lt;mn&gt;25&lt;/mn&gt;&lt;mn&gt;4&lt;/mn&gt;&lt;/mfrac&gt;&lt;/msqrt&gt;&lt;mo&gt;×&lt;/mo&gt;&lt;mfrac&gt;&lt;mn&gt;3&lt;/mn&gt;&lt;mn&gt;5&lt;/mn&gt;&lt;/mfrac&gt;&lt;/mtd&gt;&lt;/mtr&gt;&lt;mtr&gt;&lt;mtd&gt;&lt;mfrac&gt;&lt;mn&gt;2&lt;/mn&gt;&lt;mn&gt;3&lt;/mn&gt;&lt;/mfrac&gt;&lt;mo&gt;+&lt;/mo&gt;&lt;mfrac&gt;&lt;mn&gt;5&lt;/mn&gt;&lt;mn&gt;2&lt;/mn&gt;&lt;/mfrac&gt;&lt;mo&gt;×&lt;/mo&gt;&lt;mfrac&gt;&lt;mn&gt;3&lt;/mn&gt;&lt;mn&gt;5&lt;/mn&gt;&lt;/mfrac&gt;&lt;/mtd&gt;&lt;/mtr&gt;&lt;mtr&gt;&lt;mtd&gt;&lt;mfrac&gt;&lt;mn&gt;2&lt;/mn&gt;&lt;mn&gt;3&lt;/mn&gt;&lt;/mfrac&gt;&lt;mo&gt;+&lt;/mo&gt;&lt;mfrac&gt;&lt;mn&gt;15&lt;/mn&gt;&lt;mn&gt;10&lt;/mn&gt;&lt;/mfrac&gt;&lt;mo&gt;=&lt;/mo&gt;&lt;/mtd&gt;&lt;/mtr&gt;&lt;mtr&gt;&lt;mtd&gt;&lt;mfrac&gt;&lt;mn&gt;20&lt;/mn&gt;&lt;mn&gt;30&lt;/mn&gt;&lt;/mfrac&gt;&lt;mo&gt;+&lt;/mo&gt;&lt;mfrac&gt;&lt;mn&gt;45&lt;/mn&gt;&lt;mn&gt;30&lt;/mn&gt;&lt;/mfrac&gt;&lt;mo&gt;=&lt;/mo&gt;&lt;mfrac&gt;&lt;mn&gt;65&lt;/mn&gt;&lt;mn&gt;30&lt;/mn&gt;&lt;/mfrac&gt;&lt;mo&gt;=&lt;/mo&gt;&lt;mfrac&gt;&lt;mn&gt;13&lt;/mn&gt;&lt;mn&gt;6&lt;/mn&gt;&lt;/mfrac&gt;&lt;/mtd&gt;&lt;/mtr&gt;&lt;/mtable&gt;&lt;/math&gt;" title="5 lines Line 1: two thirds plus the square root of 6 and one fourth times three fifths Line 2: two thirds plus the square root of 25 over 4 times three fifths Line 3: two thirds plus five halves times three fifths Line 4: two thirds plus fifteen tenths equals Line 5: 20 over 30 plus 45 over 30 equals 65 over 30 equals thirteen sixths"/>
          <p:cNvPicPr preferRelativeResize="0"/>
          <p:nvPr/>
        </p:nvPicPr>
        <p:blipFill>
          <a:blip r:embed="rId7">
            <a:alphaModFix/>
          </a:blip>
          <a:srcRect l="-2720" t="44302" r="2719" b="35032"/>
          <a:stretch>
            <a:fillRect/>
          </a:stretch>
        </p:blipFill>
        <p:spPr>
          <a:xfrm>
            <a:off x="4846829" y="8554084"/>
            <a:ext cx="1537060" cy="414986"/>
          </a:xfrm>
          <a:prstGeom prst="rect">
            <a:avLst/>
          </a:prstGeom>
          <a:noFill/>
          <a:ln>
            <a:noFill/>
          </a:ln>
        </p:spPr>
      </p:pic>
      <p:pic>
        <p:nvPicPr>
          <p:cNvPr id="255" name="Google Shape;255;p21" descr="&lt;math xmlns=&quot;http://www.w3.org/1998/Math/MathML&quot; display=&quot;block&quot; data-is-equatio=&quot;1&quot; data-latex=&quot;\begin{array}{l}\frac{2}{3}+\sqrt{6\frac{1}{4}}\times\frac{3}{5}\\&amp;#13;&amp;#10;\frac{2}{3}+\sqrt{\frac{25}{4}}\times\frac{3}{5}\\&amp;#13;&amp;#10;\frac{2}{3}+\frac{5}{2}\times\frac{3}{5}\\&amp;#13;&amp;#10;\frac{2}{3}+\frac{15}{10}=\\&amp;#13;&amp;#10;\frac{20}{30}+\frac{45}{30}=\frac{65}{30}=\frac{13}{6}\end{array}&quot;&gt;&lt;mtable columnalign=&quot;left&quot; columnspacing=&quot;1em&quot; rowspacing=&quot;4pt&quot;&gt;&lt;mtr&gt;&lt;mtd&gt;&lt;mfrac&gt;&lt;mn&gt;2&lt;/mn&gt;&lt;mn&gt;3&lt;/mn&gt;&lt;/mfrac&gt;&lt;mo&gt;+&lt;/mo&gt;&lt;msqrt&gt;&lt;mn&gt;6&lt;/mn&gt;&lt;mfrac&gt;&lt;mn&gt;1&lt;/mn&gt;&lt;mn&gt;4&lt;/mn&gt;&lt;/mfrac&gt;&lt;/msqrt&gt;&lt;mo&gt;×&lt;/mo&gt;&lt;mfrac&gt;&lt;mn&gt;3&lt;/mn&gt;&lt;mn&gt;5&lt;/mn&gt;&lt;/mfrac&gt;&lt;/mtd&gt;&lt;/mtr&gt;&lt;mtr&gt;&lt;mtd&gt;&lt;mfrac&gt;&lt;mn&gt;2&lt;/mn&gt;&lt;mn&gt;3&lt;/mn&gt;&lt;/mfrac&gt;&lt;mo&gt;+&lt;/mo&gt;&lt;msqrt&gt;&lt;mfrac&gt;&lt;mn&gt;25&lt;/mn&gt;&lt;mn&gt;4&lt;/mn&gt;&lt;/mfrac&gt;&lt;/msqrt&gt;&lt;mo&gt;×&lt;/mo&gt;&lt;mfrac&gt;&lt;mn&gt;3&lt;/mn&gt;&lt;mn&gt;5&lt;/mn&gt;&lt;/mfrac&gt;&lt;/mtd&gt;&lt;/mtr&gt;&lt;mtr&gt;&lt;mtd&gt;&lt;mfrac&gt;&lt;mn&gt;2&lt;/mn&gt;&lt;mn&gt;3&lt;/mn&gt;&lt;/mfrac&gt;&lt;mo&gt;+&lt;/mo&gt;&lt;mfrac&gt;&lt;mn&gt;5&lt;/mn&gt;&lt;mn&gt;2&lt;/mn&gt;&lt;/mfrac&gt;&lt;mo&gt;×&lt;/mo&gt;&lt;mfrac&gt;&lt;mn&gt;3&lt;/mn&gt;&lt;mn&gt;5&lt;/mn&gt;&lt;/mfrac&gt;&lt;/mtd&gt;&lt;/mtr&gt;&lt;mtr&gt;&lt;mtd&gt;&lt;mfrac&gt;&lt;mn&gt;2&lt;/mn&gt;&lt;mn&gt;3&lt;/mn&gt;&lt;/mfrac&gt;&lt;mo&gt;+&lt;/mo&gt;&lt;mfrac&gt;&lt;mn&gt;15&lt;/mn&gt;&lt;mn&gt;10&lt;/mn&gt;&lt;/mfrac&gt;&lt;mo&gt;=&lt;/mo&gt;&lt;/mtd&gt;&lt;/mtr&gt;&lt;mtr&gt;&lt;mtd&gt;&lt;mfrac&gt;&lt;mn&gt;20&lt;/mn&gt;&lt;mn&gt;30&lt;/mn&gt;&lt;/mfrac&gt;&lt;mo&gt;+&lt;/mo&gt;&lt;mfrac&gt;&lt;mn&gt;45&lt;/mn&gt;&lt;mn&gt;30&lt;/mn&gt;&lt;/mfrac&gt;&lt;mo&gt;=&lt;/mo&gt;&lt;mfrac&gt;&lt;mn&gt;65&lt;/mn&gt;&lt;mn&gt;30&lt;/mn&gt;&lt;/mfrac&gt;&lt;mo&gt;=&lt;/mo&gt;&lt;mfrac&gt;&lt;mn&gt;13&lt;/mn&gt;&lt;mn&gt;6&lt;/mn&gt;&lt;/mfrac&gt;&lt;/mtd&gt;&lt;/mtr&gt;&lt;/mtable&gt;&lt;/math&gt;" title="5 lines Line 1: two thirds plus the square root of 6 and one fourth times three fifths Line 2: two thirds plus the square root of 25 over 4 times three fifths Line 3: two thirds plus five halves times three fifths Line 4: two thirds plus fifteen tenths equals Line 5: 20 over 30 plus 45 over 30 equals 65 over 30 equals thirteen sixths"/>
          <p:cNvPicPr preferRelativeResize="0"/>
          <p:nvPr/>
        </p:nvPicPr>
        <p:blipFill>
          <a:blip r:embed="rId7">
            <a:alphaModFix/>
          </a:blip>
          <a:srcRect l="-4529" t="62891" r="4530" b="16443"/>
          <a:stretch>
            <a:fillRect/>
          </a:stretch>
        </p:blipFill>
        <p:spPr>
          <a:xfrm>
            <a:off x="4846829" y="9023098"/>
            <a:ext cx="1537060" cy="414986"/>
          </a:xfrm>
          <a:prstGeom prst="rect">
            <a:avLst/>
          </a:prstGeom>
          <a:noFill/>
          <a:ln>
            <a:noFill/>
          </a:ln>
        </p:spPr>
      </p:pic>
      <p:pic>
        <p:nvPicPr>
          <p:cNvPr id="256" name="Google Shape;256;p21" descr="&lt;math xmlns=&quot;http://www.w3.org/1998/Math/MathML&quot; display=&quot;block&quot; data-is-equatio=&quot;1&quot; data-latex=&quot;\begin{array}{l}\frac{2}{3}+\sqrt{6\frac{1}{4}}\times\frac{3}{5}\\&amp;#13;&amp;#10;\frac{2}{3}+\sqrt{\frac{25}{4}}\times\frac{3}{5}\\&amp;#13;&amp;#10;\frac{2}{3}+\frac{5}{2}\times\frac{3}{5}\\&amp;#13;&amp;#10;\frac{2}{3}+\frac{15}{10}=\\&amp;#13;&amp;#10;\frac{20}{30}+\frac{45}{30}=\frac{65}{30}=\frac{13}{6}\end{array}&quot;&gt;&lt;mtable columnalign=&quot;left&quot; columnspacing=&quot;1em&quot; rowspacing=&quot;4pt&quot;&gt;&lt;mtr&gt;&lt;mtd&gt;&lt;mfrac&gt;&lt;mn&gt;2&lt;/mn&gt;&lt;mn&gt;3&lt;/mn&gt;&lt;/mfrac&gt;&lt;mo&gt;+&lt;/mo&gt;&lt;msqrt&gt;&lt;mn&gt;6&lt;/mn&gt;&lt;mfrac&gt;&lt;mn&gt;1&lt;/mn&gt;&lt;mn&gt;4&lt;/mn&gt;&lt;/mfrac&gt;&lt;/msqrt&gt;&lt;mo&gt;×&lt;/mo&gt;&lt;mfrac&gt;&lt;mn&gt;3&lt;/mn&gt;&lt;mn&gt;5&lt;/mn&gt;&lt;/mfrac&gt;&lt;/mtd&gt;&lt;/mtr&gt;&lt;mtr&gt;&lt;mtd&gt;&lt;mfrac&gt;&lt;mn&gt;2&lt;/mn&gt;&lt;mn&gt;3&lt;/mn&gt;&lt;/mfrac&gt;&lt;mo&gt;+&lt;/mo&gt;&lt;msqrt&gt;&lt;mfrac&gt;&lt;mn&gt;25&lt;/mn&gt;&lt;mn&gt;4&lt;/mn&gt;&lt;/mfrac&gt;&lt;/msqrt&gt;&lt;mo&gt;×&lt;/mo&gt;&lt;mfrac&gt;&lt;mn&gt;3&lt;/mn&gt;&lt;mn&gt;5&lt;/mn&gt;&lt;/mfrac&gt;&lt;/mtd&gt;&lt;/mtr&gt;&lt;mtr&gt;&lt;mtd&gt;&lt;mfrac&gt;&lt;mn&gt;2&lt;/mn&gt;&lt;mn&gt;3&lt;/mn&gt;&lt;/mfrac&gt;&lt;mo&gt;+&lt;/mo&gt;&lt;mfrac&gt;&lt;mn&gt;5&lt;/mn&gt;&lt;mn&gt;2&lt;/mn&gt;&lt;/mfrac&gt;&lt;mo&gt;×&lt;/mo&gt;&lt;mfrac&gt;&lt;mn&gt;3&lt;/mn&gt;&lt;mn&gt;5&lt;/mn&gt;&lt;/mfrac&gt;&lt;/mtd&gt;&lt;/mtr&gt;&lt;mtr&gt;&lt;mtd&gt;&lt;mfrac&gt;&lt;mn&gt;2&lt;/mn&gt;&lt;mn&gt;3&lt;/mn&gt;&lt;/mfrac&gt;&lt;mo&gt;+&lt;/mo&gt;&lt;mfrac&gt;&lt;mn&gt;15&lt;/mn&gt;&lt;mn&gt;10&lt;/mn&gt;&lt;/mfrac&gt;&lt;mo&gt;=&lt;/mo&gt;&lt;/mtd&gt;&lt;/mtr&gt;&lt;mtr&gt;&lt;mtd&gt;&lt;mfrac&gt;&lt;mn&gt;20&lt;/mn&gt;&lt;mn&gt;30&lt;/mn&gt;&lt;/mfrac&gt;&lt;mo&gt;+&lt;/mo&gt;&lt;mfrac&gt;&lt;mn&gt;45&lt;/mn&gt;&lt;mn&gt;30&lt;/mn&gt;&lt;/mfrac&gt;&lt;mo&gt;=&lt;/mo&gt;&lt;mfrac&gt;&lt;mn&gt;65&lt;/mn&gt;&lt;mn&gt;30&lt;/mn&gt;&lt;/mfrac&gt;&lt;mo&gt;=&lt;/mo&gt;&lt;mfrac&gt;&lt;mn&gt;13&lt;/mn&gt;&lt;mn&gt;6&lt;/mn&gt;&lt;/mfrac&gt;&lt;/mtd&gt;&lt;/mtr&gt;&lt;/mtable&gt;&lt;/math&gt;" title="5 lines Line 1: two thirds plus the square root of 6 and one fourth times three fifths Line 2: two thirds plus the square root of 25 over 4 times three fifths Line 3: two thirds plus five halves times three fifths Line 4: two thirds plus fifteen tenths equals Line 5: 20 over 30 plus 45 over 30 equals 65 over 30 equals thirteen sixths"/>
          <p:cNvPicPr preferRelativeResize="0"/>
          <p:nvPr/>
        </p:nvPicPr>
        <p:blipFill>
          <a:blip r:embed="rId7">
            <a:alphaModFix/>
          </a:blip>
          <a:srcRect l="-5893" t="82403" r="-7884" b="-3068"/>
          <a:stretch>
            <a:fillRect/>
          </a:stretch>
        </p:blipFill>
        <p:spPr>
          <a:xfrm>
            <a:off x="4768750" y="9492114"/>
            <a:ext cx="1748938" cy="41498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57" name="Google Shape;257;p21"/>
          <p:cNvCxnSpPr/>
          <p:nvPr/>
        </p:nvCxnSpPr>
        <p:spPr>
          <a:xfrm>
            <a:off x="442207" y="9971988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ransition/>
  <p:timing/>
</p:sld>
</file>

<file path=ppt/slides/slide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61" name="Shape 261"/>
        <p:cNvGrpSpPr/>
        <p:nvPr/>
      </p:nvGrpSpPr>
      <p:grpSpPr>
        <a:xfrm>
          <a:off x="0" y="0"/>
          <a:ext cx="0" cy="0"/>
        </a:xfrm>
      </p:grpSpPr>
      <p:sp>
        <p:nvSpPr>
          <p:cNvPr id="262" name="Google Shape;262;p2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3</a:t>
            </a:fld>
            <a:endParaRPr/>
          </a:p>
        </p:txBody>
      </p:sp>
      <p:sp>
        <p:nvSpPr>
          <p:cNvPr id="263" name="Google Shape;263;p22"/>
          <p:cNvSpPr txBox="1"/>
          <p:nvPr>
            <p:ph type="subTitle" idx="1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Priority of operations with positive and negative integers, decimals and fractions</a:t>
            </a:r>
            <a:endParaRPr/>
          </a:p>
        </p:txBody>
      </p:sp>
      <p:sp>
        <p:nvSpPr>
          <p:cNvPr id="264" name="Google Shape;264;p22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v2.2</a:t>
            </a:r>
            <a:endParaRPr sz="1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5" name="Google Shape;265;p22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266" name="Google Shape;266;p22"/>
          <p:cNvSpPr txBox="1"/>
          <p:nvPr/>
        </p:nvSpPr>
        <p:spPr>
          <a:xfrm>
            <a:off x="468000" y="720000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C: Powers and roots of fractions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7" name="Google Shape;267;p22"/>
          <p:cNvSpPr txBox="1"/>
          <p:nvPr/>
        </p:nvSpPr>
        <p:spPr>
          <a:xfrm>
            <a:off x="468000" y="1057200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Fill in the blanks to complete the calculation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68" name="Google Shape;268;p22" descr="&lt;math xmlns=&quot;http://www.w3.org/1998/Math/MathML&quot; display=&quot;block&quot; data-is-equatio=&quot;1&quot; data-latex=&quot;\begin{array}{l}2\ -\ \left(\frac{2}{5}\right)^2\times\sqrt{\frac{49}{100}}\\&amp;#13;&amp;#10;2\ -\frac{4}{25}\times\frac{7}{10}\\&amp;#13;&amp;#10;2\ -\ \frac{28}{250}\\&amp;#13;&amp;#10;\frac{500}{250}-\frac{28}{250}=\ \frac{472}{250}=\frac{236}{125}=1\frac{111}{125}\end{array}&quot;&gt;&lt;mtable columnalign=&quot;left&quot; columnspacing=&quot;1em&quot; rowspacing=&quot;4pt&quot;&gt;&lt;mtr&gt;&lt;mtd&gt;&lt;mn&gt;2&lt;/mn&gt;&lt;mtext&gt;&lt;/mtext&gt;&lt;mo&gt;−&lt;/mo&gt;&lt;mtext&gt;&lt;/mtext&gt;&lt;msup&gt;&lt;mrow data-mjx-texclass=&quot;INNER&quot;&gt;&lt;mo data-mjx-texclass=&quot;OPEN&quot;&gt;(&lt;/mo&gt;&lt;mfrac&gt;&lt;mn&gt;2&lt;/mn&gt;&lt;mn&gt;5&lt;/mn&gt;&lt;/mfrac&gt;&lt;mo data-mjx-texclass=&quot;CLOSE&quot;&gt;)&lt;/mo&gt;&lt;/mrow&gt;&lt;mn&gt;2&lt;/mn&gt;&lt;/msup&gt;&lt;mo&gt;×&lt;/mo&gt;&lt;msqrt&gt;&lt;mfrac&gt;&lt;mn&gt;49&lt;/mn&gt;&lt;mn&gt;100&lt;/mn&gt;&lt;/mfrac&gt;&lt;/msqrt&gt;&lt;/mtd&gt;&lt;/mtr&gt;&lt;mtr&gt;&lt;mtd&gt;&lt;mn&gt;2&lt;/mn&gt;&lt;mtext&gt;&lt;/mtext&gt;&lt;mo&gt;−&lt;/mo&gt;&lt;mfrac&gt;&lt;mn&gt;4&lt;/mn&gt;&lt;mn&gt;25&lt;/mn&gt;&lt;/mfrac&gt;&lt;mo&gt;×&lt;/mo&gt;&lt;mfrac&gt;&lt;mn&gt;7&lt;/mn&gt;&lt;mn&gt;10&lt;/mn&gt;&lt;/mfrac&gt;&lt;/mtd&gt;&lt;/mtr&gt;&lt;mtr&gt;&lt;mtd&gt;&lt;mn&gt;2&lt;/mn&gt;&lt;mtext&gt;&lt;/mtext&gt;&lt;mo&gt;−&lt;/mo&gt;&lt;mtext&gt;&lt;/mtext&gt;&lt;mfrac&gt;&lt;mn&gt;28&lt;/mn&gt;&lt;mn&gt;250&lt;/mn&gt;&lt;/mfrac&gt;&lt;/mtd&gt;&lt;/mtr&gt;&lt;mtr&gt;&lt;mtd&gt;&lt;mfrac&gt;&lt;mn&gt;500&lt;/mn&gt;&lt;mn&gt;250&lt;/mn&gt;&lt;/mfrac&gt;&lt;mo&gt;−&lt;/mo&gt;&lt;mfrac&gt;&lt;mn&gt;28&lt;/mn&gt;&lt;mn&gt;250&lt;/mn&gt;&lt;/mfrac&gt;&lt;mo&gt;=&lt;/mo&gt;&lt;mtext&gt;&lt;/mtext&gt;&lt;mfrac&gt;&lt;mn&gt;472&lt;/mn&gt;&lt;mn&gt;250&lt;/mn&gt;&lt;/mfrac&gt;&lt;mo&gt;=&lt;/mo&gt;&lt;mfrac&gt;&lt;mn&gt;236&lt;/mn&gt;&lt;mn&gt;125&lt;/mn&gt;&lt;/mfrac&gt;&lt;mo&gt;=&lt;/mo&gt;&lt;mn&gt;1&lt;/mn&gt;&lt;mfrac&gt;&lt;mn&gt;111&lt;/mn&gt;&lt;mn&gt;125&lt;/mn&gt;&lt;/mfrac&gt;&lt;/mtd&gt;&lt;/mtr&gt;&lt;/mtable&gt;&lt;/math&gt;" title="4 lines Line 1: 2 minus two fifths squared times the square root of 49 over 100 Line 2: 2 negative 4 over 25 times seven tenths Line 3: 2 minus 28 over 250 Line 4: 500 over 250 minus 28 over 250 equals 472 over 250 equals 236 over 125 equals 1 and 111 over 1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78600"/>
            <a:ext cx="3921400" cy="2242125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22"/>
          <p:cNvSpPr/>
          <p:nvPr/>
        </p:nvSpPr>
        <p:spPr>
          <a:xfrm>
            <a:off x="1043014" y="1932469"/>
            <a:ext cx="371400" cy="5217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0" name="Google Shape;270;p22"/>
          <p:cNvSpPr/>
          <p:nvPr/>
        </p:nvSpPr>
        <p:spPr>
          <a:xfrm>
            <a:off x="1704604" y="1932469"/>
            <a:ext cx="371400" cy="5217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1" name="Google Shape;271;p22"/>
          <p:cNvSpPr/>
          <p:nvPr/>
        </p:nvSpPr>
        <p:spPr>
          <a:xfrm>
            <a:off x="1121135" y="2482801"/>
            <a:ext cx="410100" cy="2427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2" name="Google Shape;272;p22"/>
          <p:cNvSpPr/>
          <p:nvPr/>
        </p:nvSpPr>
        <p:spPr>
          <a:xfrm>
            <a:off x="468000" y="3003112"/>
            <a:ext cx="410100" cy="2427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3" name="Google Shape;273;p22"/>
          <p:cNvSpPr/>
          <p:nvPr/>
        </p:nvSpPr>
        <p:spPr>
          <a:xfrm>
            <a:off x="1239620" y="3010883"/>
            <a:ext cx="410100" cy="2427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4" name="Google Shape;274;p22"/>
          <p:cNvSpPr/>
          <p:nvPr/>
        </p:nvSpPr>
        <p:spPr>
          <a:xfrm>
            <a:off x="2172879" y="3010883"/>
            <a:ext cx="410100" cy="2427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5" name="Google Shape;275;p22"/>
          <p:cNvSpPr/>
          <p:nvPr/>
        </p:nvSpPr>
        <p:spPr>
          <a:xfrm>
            <a:off x="2999020" y="3010883"/>
            <a:ext cx="410100" cy="2427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6" name="Google Shape;276;p22"/>
          <p:cNvSpPr/>
          <p:nvPr/>
        </p:nvSpPr>
        <p:spPr>
          <a:xfrm>
            <a:off x="4012054" y="3043279"/>
            <a:ext cx="410100" cy="2427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7" name="Google Shape;277;p22"/>
          <p:cNvSpPr txBox="1"/>
          <p:nvPr/>
        </p:nvSpPr>
        <p:spPr>
          <a:xfrm>
            <a:off x="468000" y="3713450"/>
            <a:ext cx="6624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Work out the answer to the following, ensuring to give your answer as a mixed number in its simplest form</a:t>
            </a:r>
            <a:endParaRPr sz="1200"/>
          </a:p>
        </p:txBody>
      </p:sp>
      <p:sp>
        <p:nvSpPr>
          <p:cNvPr id="278" name="Google Shape;278;p22"/>
          <p:cNvSpPr txBox="1"/>
          <p:nvPr/>
        </p:nvSpPr>
        <p:spPr>
          <a:xfrm>
            <a:off x="3918015" y="4323050"/>
            <a:ext cx="44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/>
          </a:p>
        </p:txBody>
      </p:sp>
      <p:sp>
        <p:nvSpPr>
          <p:cNvPr id="279" name="Google Shape;279;p22"/>
          <p:cNvSpPr txBox="1"/>
          <p:nvPr/>
        </p:nvSpPr>
        <p:spPr>
          <a:xfrm>
            <a:off x="469075" y="4323050"/>
            <a:ext cx="44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/>
          </a:p>
        </p:txBody>
      </p:sp>
      <p:pic>
        <p:nvPicPr>
          <p:cNvPr id="280" name="Google Shape;280;p22" descr="&lt;math xmlns=&quot;http://www.w3.org/1998/Math/MathML&quot; display=&quot;block&quot; data-is-equatio=&quot;1&quot; data-latex=&quot;\begin{array}{l}\frac{9}{10}+2.4\ \div0.8\ \times\frac{2}{3}\\&amp;#13;&amp;#10;\frac{9}{10}+\frac{2.4}{0.8}\times\frac{2}{3}\\&amp;#13;&amp;#10;\frac{9}{10}+\frac{24}{8}\times\frac{2}{3}\\&amp;#13;&amp;#10;\frac{9}{10}+\frac{48}{24}=\ \frac{9}{10}+2=2\frac{9}{10}\end{array}&quot;&gt;&lt;mtable columnalign=&quot;left&quot; columnspacing=&quot;1em&quot; rowspacing=&quot;4pt&quot;&gt;&lt;mtr&gt;&lt;mtd&gt;&lt;mfrac&gt;&lt;mn&gt;9&lt;/mn&gt;&lt;mn&gt;10&lt;/mn&gt;&lt;/mfrac&gt;&lt;mo&gt;+&lt;/mo&gt;&lt;mn&gt;2.4&lt;/mn&gt;&lt;mtext&gt;&lt;/mtext&gt;&lt;mo&gt;÷&lt;/mo&gt;&lt;mn&gt;0.8&lt;/mn&gt;&lt;mtext&gt;&lt;/mtext&gt;&lt;mo&gt;×&lt;/mo&gt;&lt;mfrac&gt;&lt;mn&gt;2&lt;/mn&gt;&lt;mn&gt;3&lt;/mn&gt;&lt;/mfrac&gt;&lt;/mtd&gt;&lt;/mtr&gt;&lt;mtr&gt;&lt;mtd&gt;&lt;mfrac&gt;&lt;mn&gt;9&lt;/mn&gt;&lt;mn&gt;10&lt;/mn&gt;&lt;/mfrac&gt;&lt;mo&gt;+&lt;/mo&gt;&lt;mfrac&gt;&lt;mn&gt;2.4&lt;/mn&gt;&lt;mn&gt;0.8&lt;/mn&gt;&lt;/mfrac&gt;&lt;mo&gt;×&lt;/mo&gt;&lt;mfrac&gt;&lt;mn&gt;2&lt;/mn&gt;&lt;mn&gt;3&lt;/mn&gt;&lt;/mfrac&gt;&lt;/mtd&gt;&lt;/mtr&gt;&lt;mtr&gt;&lt;mtd&gt;&lt;mfrac&gt;&lt;mn&gt;9&lt;/mn&gt;&lt;mn&gt;10&lt;/mn&gt;&lt;/mfrac&gt;&lt;mo&gt;+&lt;/mo&gt;&lt;mfrac&gt;&lt;mn&gt;24&lt;/mn&gt;&lt;mn&gt;8&lt;/mn&gt;&lt;/mfrac&gt;&lt;mo&gt;×&lt;/mo&gt;&lt;mfrac&gt;&lt;mn&gt;2&lt;/mn&gt;&lt;mn&gt;3&lt;/mn&gt;&lt;/mfrac&gt;&lt;/mtd&gt;&lt;/mtr&gt;&lt;mtr&gt;&lt;mtd&gt;&lt;mfrac&gt;&lt;mn&gt;9&lt;/mn&gt;&lt;mn&gt;10&lt;/mn&gt;&lt;/mfrac&gt;&lt;mo&gt;+&lt;/mo&gt;&lt;mfrac&gt;&lt;mn&gt;48&lt;/mn&gt;&lt;mn&gt;24&lt;/mn&gt;&lt;/mfrac&gt;&lt;mo&gt;=&lt;/mo&gt;&lt;mtext&gt;&lt;/mtext&gt;&lt;mfrac&gt;&lt;mn&gt;9&lt;/mn&gt;&lt;mn&gt;10&lt;/mn&gt;&lt;/mfrac&gt;&lt;mo&gt;+&lt;/mo&gt;&lt;mn&gt;2&lt;/mn&gt;&lt;mo&gt;=&lt;/mo&gt;&lt;mn&gt;2&lt;/mn&gt;&lt;mfrac&gt;&lt;mn&gt;9&lt;/mn&gt;&lt;mn&gt;10&lt;/mn&gt;&lt;/mfrac&gt;&lt;/mtd&gt;&lt;/mtr&gt;&lt;/mtable&gt;&lt;/math&gt;" title="4 lines Line 1: nine tenths plus 2.4 division sign 0.8 times two thirds Line 2: nine tenths plus 2.4 over 0.8 times two thirds Line 3: nine tenths plus 24 over 8 times two thirds Line 4: nine tenths plus 48 over 24 equals nine tenths plus 2 equals 2 and nine tenths"/>
          <p:cNvPicPr preferRelativeResize="0"/>
          <p:nvPr/>
        </p:nvPicPr>
        <p:blipFill>
          <a:blip r:embed="rId4">
            <a:alphaModFix/>
          </a:blip>
          <a:srcRect t="22911" b="49570"/>
          <a:stretch>
            <a:fillRect/>
          </a:stretch>
        </p:blipFill>
        <p:spPr>
          <a:xfrm>
            <a:off x="918534" y="4759467"/>
            <a:ext cx="3037961" cy="559047"/>
          </a:xfrm>
          <a:prstGeom prst="rect">
            <a:avLst/>
          </a:prstGeom>
          <a:noFill/>
          <a:ln>
            <a:noFill/>
          </a:ln>
        </p:spPr>
      </p:pic>
      <p:pic>
        <p:nvPicPr>
          <p:cNvPr id="281" name="Google Shape;281;p22" descr="&lt;math xmlns=&quot;http://www.w3.org/1998/Math/MathML&quot; display=&quot;block&quot; data-is-equatio=&quot;1&quot; data-latex=&quot;\begin{array}{l}\frac{9}{10}+2.4\ \div0.8\ \times\frac{2}{3}\\&amp;#13;&amp;#10;\frac{9}{10}+\frac{2.4}{0.8}\times\frac{2}{3}\\&amp;#13;&amp;#10;\frac{9}{10}+\frac{24}{8}\times\frac{2}{3}\\&amp;#13;&amp;#10;\frac{9}{10}+\frac{48}{24}=\ \frac{9}{10}+2=2\frac{9}{10}\end{array}&quot;&gt;&lt;mtable columnalign=&quot;left&quot; columnspacing=&quot;1em&quot; rowspacing=&quot;4pt&quot;&gt;&lt;mtr&gt;&lt;mtd&gt;&lt;mfrac&gt;&lt;mn&gt;9&lt;/mn&gt;&lt;mn&gt;10&lt;/mn&gt;&lt;/mfrac&gt;&lt;mo&gt;+&lt;/mo&gt;&lt;mn&gt;2.4&lt;/mn&gt;&lt;mtext&gt;&lt;/mtext&gt;&lt;mo&gt;÷&lt;/mo&gt;&lt;mn&gt;0.8&lt;/mn&gt;&lt;mtext&gt;&lt;/mtext&gt;&lt;mo&gt;×&lt;/mo&gt;&lt;mfrac&gt;&lt;mn&gt;2&lt;/mn&gt;&lt;mn&gt;3&lt;/mn&gt;&lt;/mfrac&gt;&lt;/mtd&gt;&lt;/mtr&gt;&lt;mtr&gt;&lt;mtd&gt;&lt;mfrac&gt;&lt;mn&gt;9&lt;/mn&gt;&lt;mn&gt;10&lt;/mn&gt;&lt;/mfrac&gt;&lt;mo&gt;+&lt;/mo&gt;&lt;mfrac&gt;&lt;mn&gt;2.4&lt;/mn&gt;&lt;mn&gt;0.8&lt;/mn&gt;&lt;/mfrac&gt;&lt;mo&gt;×&lt;/mo&gt;&lt;mfrac&gt;&lt;mn&gt;2&lt;/mn&gt;&lt;mn&gt;3&lt;/mn&gt;&lt;/mfrac&gt;&lt;/mtd&gt;&lt;/mtr&gt;&lt;mtr&gt;&lt;mtd&gt;&lt;mfrac&gt;&lt;mn&gt;9&lt;/mn&gt;&lt;mn&gt;10&lt;/mn&gt;&lt;/mfrac&gt;&lt;mo&gt;+&lt;/mo&gt;&lt;mfrac&gt;&lt;mn&gt;24&lt;/mn&gt;&lt;mn&gt;8&lt;/mn&gt;&lt;/mfrac&gt;&lt;mo&gt;×&lt;/mo&gt;&lt;mfrac&gt;&lt;mn&gt;2&lt;/mn&gt;&lt;mn&gt;3&lt;/mn&gt;&lt;/mfrac&gt;&lt;/mtd&gt;&lt;/mtr&gt;&lt;mtr&gt;&lt;mtd&gt;&lt;mfrac&gt;&lt;mn&gt;9&lt;/mn&gt;&lt;mn&gt;10&lt;/mn&gt;&lt;/mfrac&gt;&lt;mo&gt;+&lt;/mo&gt;&lt;mfrac&gt;&lt;mn&gt;48&lt;/mn&gt;&lt;mn&gt;24&lt;/mn&gt;&lt;/mfrac&gt;&lt;mo&gt;=&lt;/mo&gt;&lt;mtext&gt;&lt;/mtext&gt;&lt;mfrac&gt;&lt;mn&gt;9&lt;/mn&gt;&lt;mn&gt;10&lt;/mn&gt;&lt;/mfrac&gt;&lt;mo&gt;+&lt;/mo&gt;&lt;mn&gt;2&lt;/mn&gt;&lt;mo&gt;=&lt;/mo&gt;&lt;mn&gt;2&lt;/mn&gt;&lt;mfrac&gt;&lt;mn&gt;9&lt;/mn&gt;&lt;mn&gt;10&lt;/mn&gt;&lt;/mfrac&gt;&lt;/mtd&gt;&lt;/mtr&gt;&lt;/mtable&gt;&lt;/math&gt;" title="4 lines Line 1: nine tenths plus 2.4 division sign 0.8 times two thirds Line 2: nine tenths plus 2.4 over 0.8 times two thirds Line 3: nine tenths plus 24 over 8 times two thirds Line 4: nine tenths plus 48 over 24 equals nine tenths plus 2 equals 2 and nine tenths"/>
          <p:cNvPicPr preferRelativeResize="0"/>
          <p:nvPr/>
        </p:nvPicPr>
        <p:blipFill>
          <a:blip r:embed="rId4">
            <a:alphaModFix/>
          </a:blip>
          <a:srcRect l="-830" t="50063" r="829" b="22418"/>
          <a:stretch>
            <a:fillRect/>
          </a:stretch>
        </p:blipFill>
        <p:spPr>
          <a:xfrm>
            <a:off x="918534" y="5318514"/>
            <a:ext cx="3037961" cy="559047"/>
          </a:xfrm>
          <a:prstGeom prst="rect">
            <a:avLst/>
          </a:prstGeom>
          <a:noFill/>
          <a:ln>
            <a:noFill/>
          </a:ln>
        </p:spPr>
      </p:pic>
      <p:pic>
        <p:nvPicPr>
          <p:cNvPr id="282" name="Google Shape;282;p22" descr="&lt;math xmlns=&quot;http://www.w3.org/1998/Math/MathML&quot; display=&quot;block&quot; data-is-equatio=&quot;1&quot; data-latex=&quot;\begin{array}{l}\frac{9}{10}+2.4\ \div0.8\ \times\frac{2}{3}\\&amp;#13;&amp;#10;\frac{9}{10}+\frac{2.4}{0.8}\times\frac{2}{3}\\&amp;#13;&amp;#10;\frac{9}{10}+\frac{24}{8}\times\frac{2}{3}\\&amp;#13;&amp;#10;\frac{9}{10}+\frac{48}{24}=\ \frac{9}{10}+2=2\frac{9}{10}\end{array}&quot;&gt;&lt;mtable columnalign=&quot;left&quot; columnspacing=&quot;1em&quot; rowspacing=&quot;4pt&quot;&gt;&lt;mtr&gt;&lt;mtd&gt;&lt;mfrac&gt;&lt;mn&gt;9&lt;/mn&gt;&lt;mn&gt;10&lt;/mn&gt;&lt;/mfrac&gt;&lt;mo&gt;+&lt;/mo&gt;&lt;mn&gt;2.4&lt;/mn&gt;&lt;mtext&gt;&lt;/mtext&gt;&lt;mo&gt;÷&lt;/mo&gt;&lt;mn&gt;0.8&lt;/mn&gt;&lt;mtext&gt;&lt;/mtext&gt;&lt;mo&gt;×&lt;/mo&gt;&lt;mfrac&gt;&lt;mn&gt;2&lt;/mn&gt;&lt;mn&gt;3&lt;/mn&gt;&lt;/mfrac&gt;&lt;/mtd&gt;&lt;/mtr&gt;&lt;mtr&gt;&lt;mtd&gt;&lt;mfrac&gt;&lt;mn&gt;9&lt;/mn&gt;&lt;mn&gt;10&lt;/mn&gt;&lt;/mfrac&gt;&lt;mo&gt;+&lt;/mo&gt;&lt;mfrac&gt;&lt;mn&gt;2.4&lt;/mn&gt;&lt;mn&gt;0.8&lt;/mn&gt;&lt;/mfrac&gt;&lt;mo&gt;×&lt;/mo&gt;&lt;mfrac&gt;&lt;mn&gt;2&lt;/mn&gt;&lt;mn&gt;3&lt;/mn&gt;&lt;/mfrac&gt;&lt;/mtd&gt;&lt;/mtr&gt;&lt;mtr&gt;&lt;mtd&gt;&lt;mfrac&gt;&lt;mn&gt;9&lt;/mn&gt;&lt;mn&gt;10&lt;/mn&gt;&lt;/mfrac&gt;&lt;mo&gt;+&lt;/mo&gt;&lt;mfrac&gt;&lt;mn&gt;24&lt;/mn&gt;&lt;mn&gt;8&lt;/mn&gt;&lt;/mfrac&gt;&lt;mo&gt;×&lt;/mo&gt;&lt;mfrac&gt;&lt;mn&gt;2&lt;/mn&gt;&lt;mn&gt;3&lt;/mn&gt;&lt;/mfrac&gt;&lt;/mtd&gt;&lt;/mtr&gt;&lt;mtr&gt;&lt;mtd&gt;&lt;mfrac&gt;&lt;mn&gt;9&lt;/mn&gt;&lt;mn&gt;10&lt;/mn&gt;&lt;/mfrac&gt;&lt;mo&gt;+&lt;/mo&gt;&lt;mfrac&gt;&lt;mn&gt;48&lt;/mn&gt;&lt;mn&gt;24&lt;/mn&gt;&lt;/mfrac&gt;&lt;mo&gt;=&lt;/mo&gt;&lt;mtext&gt;&lt;/mtext&gt;&lt;mfrac&gt;&lt;mn&gt;9&lt;/mn&gt;&lt;mn&gt;10&lt;/mn&gt;&lt;/mfrac&gt;&lt;mo&gt;+&lt;/mo&gt;&lt;mn&gt;2&lt;/mn&gt;&lt;mo&gt;=&lt;/mo&gt;&lt;mn&gt;2&lt;/mn&gt;&lt;mfrac&gt;&lt;mn&gt;9&lt;/mn&gt;&lt;mn&gt;10&lt;/mn&gt;&lt;/mfrac&gt;&lt;/mtd&gt;&lt;/mtr&gt;&lt;/mtable&gt;&lt;/math&gt;" title="4 lines Line 1: nine tenths plus 2.4 division sign 0.8 times two thirds Line 2: nine tenths plus 2.4 over 0.8 times two thirds Line 3: nine tenths plus 24 over 8 times two thirds Line 4: nine tenths plus 48 over 24 equals nine tenths plus 2 equals 2 and nine tenths"/>
          <p:cNvPicPr preferRelativeResize="0"/>
          <p:nvPr/>
        </p:nvPicPr>
        <p:blipFill>
          <a:blip r:embed="rId4">
            <a:alphaModFix/>
          </a:blip>
          <a:srcRect l="-2419" t="76750" r="59210" b="-4268"/>
          <a:stretch>
            <a:fillRect/>
          </a:stretch>
        </p:blipFill>
        <p:spPr>
          <a:xfrm>
            <a:off x="854710" y="5933139"/>
            <a:ext cx="1312689" cy="559047"/>
          </a:xfrm>
          <a:prstGeom prst="rect">
            <a:avLst/>
          </a:prstGeom>
          <a:noFill/>
          <a:ln>
            <a:noFill/>
          </a:ln>
        </p:spPr>
      </p:pic>
      <p:pic>
        <p:nvPicPr>
          <p:cNvPr id="283" name="Google Shape;283;p22" descr="&lt;math xmlns=&quot;http://www.w3.org/1998/Math/MathML&quot; display=&quot;block&quot; data-is-equatio=&quot;1&quot; data-latex=&quot;\begin{array}{l}\frac{9}{10}+2.4\ \div0.8\ \times\frac{2}{3}\\&amp;#13;&amp;#10;\frac{9}{10}+\frac{2.4}{0.8}\times\frac{2}{3}\\&amp;#13;&amp;#10;\frac{9}{10}+\frac{24}{8}\times\frac{2}{3}\\&amp;#13;&amp;#10;\frac{9}{10}+\frac{48}{24}=\ \frac{9}{10}+2=2\frac{9}{10}\end{array}&quot;&gt;&lt;mtable columnalign=&quot;left&quot; columnspacing=&quot;1em&quot; rowspacing=&quot;4pt&quot;&gt;&lt;mtr&gt;&lt;mtd&gt;&lt;mfrac&gt;&lt;mn&gt;9&lt;/mn&gt;&lt;mn&gt;10&lt;/mn&gt;&lt;/mfrac&gt;&lt;mo&gt;+&lt;/mo&gt;&lt;mn&gt;2.4&lt;/mn&gt;&lt;mtext&gt;&lt;/mtext&gt;&lt;mo&gt;÷&lt;/mo&gt;&lt;mn&gt;0.8&lt;/mn&gt;&lt;mtext&gt;&lt;/mtext&gt;&lt;mo&gt;×&lt;/mo&gt;&lt;mfrac&gt;&lt;mn&gt;2&lt;/mn&gt;&lt;mn&gt;3&lt;/mn&gt;&lt;/mfrac&gt;&lt;/mtd&gt;&lt;/mtr&gt;&lt;mtr&gt;&lt;mtd&gt;&lt;mfrac&gt;&lt;mn&gt;9&lt;/mn&gt;&lt;mn&gt;10&lt;/mn&gt;&lt;/mfrac&gt;&lt;mo&gt;+&lt;/mo&gt;&lt;mfrac&gt;&lt;mn&gt;2.4&lt;/mn&gt;&lt;mn&gt;0.8&lt;/mn&gt;&lt;/mfrac&gt;&lt;mo&gt;×&lt;/mo&gt;&lt;mfrac&gt;&lt;mn&gt;2&lt;/mn&gt;&lt;mn&gt;3&lt;/mn&gt;&lt;/mfrac&gt;&lt;/mtd&gt;&lt;/mtr&gt;&lt;mtr&gt;&lt;mtd&gt;&lt;mfrac&gt;&lt;mn&gt;9&lt;/mn&gt;&lt;mn&gt;10&lt;/mn&gt;&lt;/mfrac&gt;&lt;mo&gt;+&lt;/mo&gt;&lt;mfrac&gt;&lt;mn&gt;24&lt;/mn&gt;&lt;mn&gt;8&lt;/mn&gt;&lt;/mfrac&gt;&lt;mo&gt;×&lt;/mo&gt;&lt;mfrac&gt;&lt;mn&gt;2&lt;/mn&gt;&lt;mn&gt;3&lt;/mn&gt;&lt;/mfrac&gt;&lt;/mtd&gt;&lt;/mtr&gt;&lt;mtr&gt;&lt;mtd&gt;&lt;mfrac&gt;&lt;mn&gt;9&lt;/mn&gt;&lt;mn&gt;10&lt;/mn&gt;&lt;/mfrac&gt;&lt;mo&gt;+&lt;/mo&gt;&lt;mfrac&gt;&lt;mn&gt;48&lt;/mn&gt;&lt;mn&gt;24&lt;/mn&gt;&lt;/mfrac&gt;&lt;mo&gt;=&lt;/mo&gt;&lt;mtext&gt;&lt;/mtext&gt;&lt;mfrac&gt;&lt;mn&gt;9&lt;/mn&gt;&lt;mn&gt;10&lt;/mn&gt;&lt;/mfrac&gt;&lt;mo&gt;+&lt;/mo&gt;&lt;mn&gt;2&lt;/mn&gt;&lt;mo&gt;=&lt;/mo&gt;&lt;mn&gt;2&lt;/mn&gt;&lt;mfrac&gt;&lt;mn&gt;9&lt;/mn&gt;&lt;mn&gt;10&lt;/mn&gt;&lt;/mfrac&gt;&lt;/mtd&gt;&lt;/mtr&gt;&lt;/mtable&gt;&lt;/math&gt;" title="4 lines Line 1: nine tenths plus 2.4 division sign 0.8 times two thirds Line 2: nine tenths plus 2.4 over 0.8 times two thirds Line 3: nine tenths plus 24 over 8 times two thirds Line 4: nine tenths plus 48 over 24 equals nine tenths plus 2 equals 2 and nine tenths"/>
          <p:cNvPicPr preferRelativeResize="0"/>
          <p:nvPr/>
        </p:nvPicPr>
        <p:blipFill>
          <a:blip r:embed="rId4">
            <a:alphaModFix/>
          </a:blip>
          <a:srcRect l="44841" t="76750" r="-5857" b="-4267"/>
          <a:stretch>
            <a:fillRect/>
          </a:stretch>
        </p:blipFill>
        <p:spPr>
          <a:xfrm>
            <a:off x="2167388" y="5933148"/>
            <a:ext cx="1853756" cy="55903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4" name="Google Shape;284;p22" descr="&lt;math xmlns=&quot;http://www.w3.org/1998/Math/MathML&quot; display=&quot;block&quot; data-is-equatio=&quot;1&quot; data-latex=&quot;\begin{array}{l}15+3\div5\ \times0.3\ \div4\\&amp;#13;&amp;#10;15+\frac{3}{5}\times\frac{0.3}{4}\\&amp;#13;&amp;#10;15+\frac{3}{5}\times\frac{30}{40}\\&amp;#13;&amp;#10;15+\frac{90}{200}=15+\frac{9}{20}=15\frac{9}{20}\end{array}&quot;&gt;&lt;mtable columnalign=&quot;left&quot; columnspacing=&quot;1em&quot; rowspacing=&quot;4pt&quot;&gt;&lt;mtr&gt;&lt;mtd&gt;&lt;mn&gt;15&lt;/mn&gt;&lt;mo&gt;+&lt;/mo&gt;&lt;mn&gt;3&lt;/mn&gt;&lt;mo&gt;÷&lt;/mo&gt;&lt;mn&gt;5&lt;/mn&gt;&lt;mtext&gt;&lt;/mtext&gt;&lt;mo&gt;×&lt;/mo&gt;&lt;mn&gt;0.3&lt;/mn&gt;&lt;mtext&gt;&lt;/mtext&gt;&lt;mo&gt;÷&lt;/mo&gt;&lt;mn&gt;4&lt;/mn&gt;&lt;/mtd&gt;&lt;/mtr&gt;&lt;mtr&gt;&lt;mtd&gt;&lt;mn&gt;15&lt;/mn&gt;&lt;mo&gt;+&lt;/mo&gt;&lt;mfrac&gt;&lt;mn&gt;3&lt;/mn&gt;&lt;mn&gt;5&lt;/mn&gt;&lt;/mfrac&gt;&lt;mo&gt;×&lt;/mo&gt;&lt;mfrac&gt;&lt;mn&gt;0.3&lt;/mn&gt;&lt;mn&gt;4&lt;/mn&gt;&lt;/mfrac&gt;&lt;/mtd&gt;&lt;/mtr&gt;&lt;mtr&gt;&lt;mtd&gt;&lt;mn&gt;15&lt;/mn&gt;&lt;mo&gt;+&lt;/mo&gt;&lt;mfrac&gt;&lt;mn&gt;3&lt;/mn&gt;&lt;mn&gt;5&lt;/mn&gt;&lt;/mfrac&gt;&lt;mo&gt;×&lt;/mo&gt;&lt;mfrac&gt;&lt;mn&gt;30&lt;/mn&gt;&lt;mn&gt;40&lt;/mn&gt;&lt;/mfrac&gt;&lt;/mtd&gt;&lt;/mtr&gt;&lt;mtr&gt;&lt;mtd&gt;&lt;mn&gt;15&lt;/mn&gt;&lt;mo&gt;+&lt;/mo&gt;&lt;mfrac&gt;&lt;mn&gt;90&lt;/mn&gt;&lt;mn&gt;200&lt;/mn&gt;&lt;/mfrac&gt;&lt;mo&gt;=&lt;/mo&gt;&lt;mn&gt;15&lt;/mn&gt;&lt;mo&gt;+&lt;/mo&gt;&lt;mfrac&gt;&lt;mn&gt;9&lt;/mn&gt;&lt;mn&gt;20&lt;/mn&gt;&lt;/mfrac&gt;&lt;mo&gt;=&lt;/mo&gt;&lt;mn&gt;15&lt;/mn&gt;&lt;mfrac&gt;&lt;mn&gt;9&lt;/mn&gt;&lt;mn&gt;20&lt;/mn&gt;&lt;/mfrac&gt;&lt;/mtd&gt;&lt;/mtr&gt;&lt;/mtable&gt;&lt;/math&gt;" title="4 lines Line 1: 15 plus 3 divided by 5 times 0.3 division sign 4 Line 2: 15 plus three fifths times 0.3 over 4 Line 3: 15 plus three fifths times 30 over 40 Line 4: 15 plus 90 over 200 equals 15 plus 9 over 20 equals 15 and 9 over 20"/>
          <p:cNvPicPr preferRelativeResize="0"/>
          <p:nvPr/>
        </p:nvPicPr>
        <p:blipFill>
          <a:blip r:embed="rId5">
            <a:alphaModFix/>
          </a:blip>
          <a:srcRect t="17986" r="51714" b="55968"/>
          <a:stretch>
            <a:fillRect/>
          </a:stretch>
        </p:blipFill>
        <p:spPr>
          <a:xfrm>
            <a:off x="4453662" y="4721146"/>
            <a:ext cx="1413605" cy="4285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85" name="Google Shape;285;p22" descr="&lt;math xmlns=&quot;http://www.w3.org/1998/Math/MathML&quot; display=&quot;block&quot; data-is-equatio=&quot;1&quot; data-latex=&quot;\begin{array}{l}\frac{9}{10}+\left(2.4\ \div0.8\right)\ \times\frac{2}{3}\\&amp;#13;&amp;#10;\frac{9}{10}+\frac{2.4}{0.8}\times\frac{2}{3}\\&amp;#13;&amp;#10;\frac{9}{10}+\frac{24}{8}\times\frac{2}{3}\\&amp;#13;&amp;#10;\frac{9}{10}+\frac{48}{24}=\ \frac{9}{10}+2=2\frac{9}{10}\end{array}&quot;&gt;&lt;mtable columnalign=&quot;left&quot; columnspacing=&quot;1em&quot; rowspacing=&quot;4pt&quot;&gt;&lt;mtr&gt;&lt;mtd&gt;&lt;mfrac&gt;&lt;mn&gt;9&lt;/mn&gt;&lt;mn&gt;10&lt;/mn&gt;&lt;/mfrac&gt;&lt;mo&gt;+&lt;/mo&gt;&lt;mrow data-mjx-texclass=&quot;INNER&quot;&gt;&lt;mo data-mjx-texclass=&quot;OPEN&quot;&gt;(&lt;/mo&gt;&lt;mn&gt;2.4&lt;/mn&gt;&lt;mtext&gt;&lt;/mtext&gt;&lt;mo&gt;÷&lt;/mo&gt;&lt;mn&gt;0.8&lt;/mn&gt;&lt;mo data-mjx-texclass=&quot;CLOSE&quot;&gt;)&lt;/mo&gt;&lt;/mrow&gt;&lt;mtext&gt;&lt;/mtext&gt;&lt;mo&gt;×&lt;/mo&gt;&lt;mfrac&gt;&lt;mn&gt;2&lt;/mn&gt;&lt;mn&gt;3&lt;/mn&gt;&lt;/mfrac&gt;&lt;/mtd&gt;&lt;/mtr&gt;&lt;mtr&gt;&lt;mtd&gt;&lt;mfrac&gt;&lt;mn&gt;9&lt;/mn&gt;&lt;mn&gt;10&lt;/mn&gt;&lt;/mfrac&gt;&lt;mo&gt;+&lt;/mo&gt;&lt;mfrac&gt;&lt;mn&gt;2.4&lt;/mn&gt;&lt;mn&gt;0.8&lt;/mn&gt;&lt;/mfrac&gt;&lt;mo&gt;×&lt;/mo&gt;&lt;mfrac&gt;&lt;mn&gt;2&lt;/mn&gt;&lt;mn&gt;3&lt;/mn&gt;&lt;/mfrac&gt;&lt;/mtd&gt;&lt;/mtr&gt;&lt;mtr&gt;&lt;mtd&gt;&lt;mfrac&gt;&lt;mn&gt;9&lt;/mn&gt;&lt;mn&gt;10&lt;/mn&gt;&lt;/mfrac&gt;&lt;mo&gt;+&lt;/mo&gt;&lt;mfrac&gt;&lt;mn&gt;24&lt;/mn&gt;&lt;mn&gt;8&lt;/mn&gt;&lt;/mfrac&gt;&lt;mo&gt;×&lt;/mo&gt;&lt;mfrac&gt;&lt;mn&gt;2&lt;/mn&gt;&lt;mn&gt;3&lt;/mn&gt;&lt;/mfrac&gt;&lt;/mtd&gt;&lt;/mtr&gt;&lt;mtr&gt;&lt;mtd&gt;&lt;mfrac&gt;&lt;mn&gt;9&lt;/mn&gt;&lt;mn&gt;10&lt;/mn&gt;&lt;/mfrac&gt;&lt;mo&gt;+&lt;/mo&gt;&lt;mfrac&gt;&lt;mn&gt;48&lt;/mn&gt;&lt;mn&gt;24&lt;/mn&gt;&lt;/mfrac&gt;&lt;mo&gt;=&lt;/mo&gt;&lt;mtext&gt;&lt;/mtext&gt;&lt;mfrac&gt;&lt;mn&gt;9&lt;/mn&gt;&lt;mn&gt;10&lt;/mn&gt;&lt;/mfrac&gt;&lt;mo&gt;+&lt;/mo&gt;&lt;mn&gt;2&lt;/mn&gt;&lt;mo&gt;=&lt;/mo&gt;&lt;mn&gt;2&lt;/mn&gt;&lt;mfrac&gt;&lt;mn&gt;9&lt;/mn&gt;&lt;mn&gt;10&lt;/mn&gt;&lt;/mfrac&gt;&lt;/mtd&gt;&lt;/mtr&gt;&lt;/mtable&gt;&lt;/math&gt;" title="4 lines Line 1: nine tenths plus open paren 2.4 division sign 0.8 close paren times two thirds Line 2: nine tenths plus 2.4 over 0.8 times two thirds Line 3: nine tenths plus 24 over 8 times two thirds Line 4: nine tenths plus 48 over 24 equals nine tenths plus 2 equals 2 and nine tenths"/>
          <p:cNvPicPr preferRelativeResize="0"/>
          <p:nvPr/>
        </p:nvPicPr>
        <p:blipFill>
          <a:blip r:embed="rId6">
            <a:alphaModFix/>
          </a:blip>
          <a:srcRect b="77957"/>
          <a:stretch>
            <a:fillRect/>
          </a:stretch>
        </p:blipFill>
        <p:spPr>
          <a:xfrm>
            <a:off x="918534" y="4351858"/>
            <a:ext cx="2999482" cy="442143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p22" descr="&lt;math xmlns=&quot;http://www.w3.org/1998/Math/MathML&quot; display=&quot;block&quot; data-is-equatio=&quot;1&quot; data-latex=&quot;\begin{array}{l}15+\left(3\div5\right)\ \times\left(0.3\ \div4\right)\\&amp;#13;&amp;#10;15+\frac{3}{5}\times\frac{0.3}{4}\\&amp;#13;&amp;#10;15+\frac{3}{5}\times\frac{30}{40}\\&amp;#13;&amp;#10;15+\frac{90}{200}=15+\frac{9}{20}=15\frac{9}{20}\end{array}&quot;&gt;&lt;mtable columnalign=&quot;left&quot; columnspacing=&quot;1em&quot; rowspacing=&quot;4pt&quot;&gt;&lt;mtr&gt;&lt;mtd&gt;&lt;mn&gt;15&lt;/mn&gt;&lt;mo&gt;+&lt;/mo&gt;&lt;mrow data-mjx-texclass=&quot;INNER&quot;&gt;&lt;mo data-mjx-texclass=&quot;OPEN&quot;&gt;(&lt;/mo&gt;&lt;mn&gt;3&lt;/mn&gt;&lt;mo&gt;÷&lt;/mo&gt;&lt;mn&gt;5&lt;/mn&gt;&lt;mo data-mjx-texclass=&quot;CLOSE&quot;&gt;)&lt;/mo&gt;&lt;/mrow&gt;&lt;mtext&gt;&lt;/mtext&gt;&lt;mo&gt;×&lt;/mo&gt;&lt;mrow data-mjx-texclass=&quot;INNER&quot;&gt;&lt;mo data-mjx-texclass=&quot;OPEN&quot;&gt;(&lt;/mo&gt;&lt;mn&gt;0.3&lt;/mn&gt;&lt;mtext&gt;&lt;/mtext&gt;&lt;mo&gt;÷&lt;/mo&gt;&lt;mn&gt;4&lt;/mn&gt;&lt;mo data-mjx-texclass=&quot;CLOSE&quot;&gt;)&lt;/mo&gt;&lt;/mrow&gt;&lt;/mtd&gt;&lt;/mtr&gt;&lt;mtr&gt;&lt;mtd&gt;&lt;mn&gt;15&lt;/mn&gt;&lt;mo&gt;+&lt;/mo&gt;&lt;mfrac&gt;&lt;mn&gt;3&lt;/mn&gt;&lt;mn&gt;5&lt;/mn&gt;&lt;/mfrac&gt;&lt;mo&gt;×&lt;/mo&gt;&lt;mfrac&gt;&lt;mn&gt;0.3&lt;/mn&gt;&lt;mn&gt;4&lt;/mn&gt;&lt;/mfrac&gt;&lt;/mtd&gt;&lt;/mtr&gt;&lt;mtr&gt;&lt;mtd&gt;&lt;mn&gt;15&lt;/mn&gt;&lt;mo&gt;+&lt;/mo&gt;&lt;mfrac&gt;&lt;mn&gt;3&lt;/mn&gt;&lt;mn&gt;5&lt;/mn&gt;&lt;/mfrac&gt;&lt;mo&gt;×&lt;/mo&gt;&lt;mfrac&gt;&lt;mn&gt;30&lt;/mn&gt;&lt;mn&gt;40&lt;/mn&gt;&lt;/mfrac&gt;&lt;/mtd&gt;&lt;/mtr&gt;&lt;mtr&gt;&lt;mtd&gt;&lt;mn&gt;15&lt;/mn&gt;&lt;mo&gt;+&lt;/mo&gt;&lt;mfrac&gt;&lt;mn&gt;90&lt;/mn&gt;&lt;mn&gt;200&lt;/mn&gt;&lt;/mfrac&gt;&lt;mo&gt;=&lt;/mo&gt;&lt;mn&gt;15&lt;/mn&gt;&lt;mo&gt;+&lt;/mo&gt;&lt;mfrac&gt;&lt;mn&gt;9&lt;/mn&gt;&lt;mn&gt;20&lt;/mn&gt;&lt;/mfrac&gt;&lt;mo&gt;=&lt;/mo&gt;&lt;mn&gt;15&lt;/mn&gt;&lt;mfrac&gt;&lt;mn&gt;9&lt;/mn&gt;&lt;mn&gt;20&lt;/mn&gt;&lt;/mfrac&gt;&lt;/mtd&gt;&lt;/mtr&gt;&lt;/mtable&gt;&lt;/math&gt;" title="4 lines Line 1: 15 plus open paren 3 divided by 5 close paren times open paren 0.3 division sign 4 close paren Line 2: 15 plus three fifths times 0.3 over 4 Line 3: 15 plus three fifths times 30 over 40 Line 4: 15 plus 90 over 200 equals 15 plus 9 over 20 equals 15 and 9 over 20"/>
          <p:cNvPicPr preferRelativeResize="0"/>
          <p:nvPr/>
        </p:nvPicPr>
        <p:blipFill>
          <a:blip r:embed="rId7">
            <a:alphaModFix/>
          </a:blip>
          <a:srcRect r="9239" b="82066"/>
          <a:stretch>
            <a:fillRect/>
          </a:stretch>
        </p:blipFill>
        <p:spPr>
          <a:xfrm>
            <a:off x="4303417" y="4408654"/>
            <a:ext cx="2532208" cy="28119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22" descr="&lt;math xmlns=&quot;http://www.w3.org/1998/Math/MathML&quot; display=&quot;block&quot; data-is-equatio=&quot;1&quot; data-latex=&quot;\begin{array}{l}15+3\div5\ \times0.3\ \div4\\&amp;#13;&amp;#10;15+\frac{3}{5}\times\frac{0.3}{4}\\&amp;#13;&amp;#10;15+\frac{3}{5}\times\frac{3}{40}\\&amp;#13;&amp;#10;15+\frac{9}{200}=15+\frac{9}{200}=15\frac{9}{200}\end{array}&quot;&gt;&lt;mtable columnalign=&quot;left&quot; columnspacing=&quot;1em&quot; rowspacing=&quot;4pt&quot;&gt;&lt;mtr&gt;&lt;mtd&gt;&lt;mn&gt;15&lt;/mn&gt;&lt;mo&gt;+&lt;/mo&gt;&lt;mn&gt;3&lt;/mn&gt;&lt;mo&gt;÷&lt;/mo&gt;&lt;mn&gt;5&lt;/mn&gt;&lt;mtext&gt;&lt;/mtext&gt;&lt;mo&gt;×&lt;/mo&gt;&lt;mn&gt;0.3&lt;/mn&gt;&lt;mtext&gt;&lt;/mtext&gt;&lt;mo&gt;÷&lt;/mo&gt;&lt;mn&gt;4&lt;/mn&gt;&lt;/mtd&gt;&lt;/mtr&gt;&lt;mtr&gt;&lt;mtd&gt;&lt;mn&gt;15&lt;/mn&gt;&lt;mo&gt;+&lt;/mo&gt;&lt;mfrac&gt;&lt;mn&gt;3&lt;/mn&gt;&lt;mn&gt;5&lt;/mn&gt;&lt;/mfrac&gt;&lt;mo&gt;×&lt;/mo&gt;&lt;mfrac&gt;&lt;mn&gt;0.3&lt;/mn&gt;&lt;mn&gt;4&lt;/mn&gt;&lt;/mfrac&gt;&lt;/mtd&gt;&lt;/mtr&gt;&lt;mtr&gt;&lt;mtd&gt;&lt;mn&gt;15&lt;/mn&gt;&lt;mo&gt;+&lt;/mo&gt;&lt;mfrac&gt;&lt;mn&gt;3&lt;/mn&gt;&lt;mn&gt;5&lt;/mn&gt;&lt;/mfrac&gt;&lt;mo&gt;×&lt;/mo&gt;&lt;mfrac&gt;&lt;mn&gt;3&lt;/mn&gt;&lt;mn&gt;40&lt;/mn&gt;&lt;/mfrac&gt;&lt;/mtd&gt;&lt;/mtr&gt;&lt;mtr&gt;&lt;mtd&gt;&lt;mn&gt;15&lt;/mn&gt;&lt;mo&gt;+&lt;/mo&gt;&lt;mfrac&gt;&lt;mn&gt;9&lt;/mn&gt;&lt;mn&gt;200&lt;/mn&gt;&lt;/mfrac&gt;&lt;mo&gt;=&lt;/mo&gt;&lt;mn&gt;15&lt;/mn&gt;&lt;mo&gt;+&lt;/mo&gt;&lt;mfrac&gt;&lt;mn&gt;9&lt;/mn&gt;&lt;mn&gt;200&lt;/mn&gt;&lt;/mfrac&gt;&lt;mo&gt;=&lt;/mo&gt;&lt;mn&gt;15&lt;/mn&gt;&lt;mfrac&gt;&lt;mn&gt;9&lt;/mn&gt;&lt;mn&gt;200&lt;/mn&gt;&lt;/mfrac&gt;&lt;/mtd&gt;&lt;/mtr&gt;&lt;/mtable&gt;&lt;/math&gt;" title="4 lines Line 1: 15 plus 3 divided by 5 times 0.3 division sign 4 Line 2: 15 plus three fifths times 0.3 over 4 Line 3: 15 plus three fifths times 3 over 40 Line 4: 15 plus 9 over 200 equals 15 plus 9 over 200 equals 15 and 9 over 200"/>
          <p:cNvPicPr preferRelativeResize="0"/>
          <p:nvPr/>
        </p:nvPicPr>
        <p:blipFill>
          <a:blip r:embed="rId8">
            <a:alphaModFix/>
          </a:blip>
          <a:srcRect t="45589" r="58270" b="27629"/>
          <a:stretch>
            <a:fillRect/>
          </a:stretch>
        </p:blipFill>
        <p:spPr>
          <a:xfrm>
            <a:off x="4437022" y="5187038"/>
            <a:ext cx="1264976" cy="4285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" name="Google Shape;288;p22" descr="&lt;math xmlns=&quot;http://www.w3.org/1998/Math/MathML&quot; display=&quot;block&quot; data-is-equatio=&quot;1&quot; data-latex=&quot;\begin{array}{l}15+3\div5\ \times0.3\ \div4\\&amp;#13;&amp;#10;15+\frac{3}{5}\times\frac{0.3}{4}\\&amp;#13;&amp;#10;15+\frac{3}{5}\times\frac{3}{40}\\&amp;#13;&amp;#10;15+\frac{9}{200}=15+\frac{9}{200}=15\frac{9}{200}\end{array}&quot;&gt;&lt;mtable columnalign=&quot;left&quot; columnspacing=&quot;1em&quot; rowspacing=&quot;4pt&quot;&gt;&lt;mtr&gt;&lt;mtd&gt;&lt;mn&gt;15&lt;/mn&gt;&lt;mo&gt;+&lt;/mo&gt;&lt;mn&gt;3&lt;/mn&gt;&lt;mo&gt;÷&lt;/mo&gt;&lt;mn&gt;5&lt;/mn&gt;&lt;mtext&gt;&lt;/mtext&gt;&lt;mo&gt;×&lt;/mo&gt;&lt;mn&gt;0.3&lt;/mn&gt;&lt;mtext&gt;&lt;/mtext&gt;&lt;mo&gt;÷&lt;/mo&gt;&lt;mn&gt;4&lt;/mn&gt;&lt;/mtd&gt;&lt;/mtr&gt;&lt;mtr&gt;&lt;mtd&gt;&lt;mn&gt;15&lt;/mn&gt;&lt;mo&gt;+&lt;/mo&gt;&lt;mfrac&gt;&lt;mn&gt;3&lt;/mn&gt;&lt;mn&gt;5&lt;/mn&gt;&lt;/mfrac&gt;&lt;mo&gt;×&lt;/mo&gt;&lt;mfrac&gt;&lt;mn&gt;0.3&lt;/mn&gt;&lt;mn&gt;4&lt;/mn&gt;&lt;/mfrac&gt;&lt;/mtd&gt;&lt;/mtr&gt;&lt;mtr&gt;&lt;mtd&gt;&lt;mn&gt;15&lt;/mn&gt;&lt;mo&gt;+&lt;/mo&gt;&lt;mfrac&gt;&lt;mn&gt;3&lt;/mn&gt;&lt;mn&gt;5&lt;/mn&gt;&lt;/mfrac&gt;&lt;mo&gt;×&lt;/mo&gt;&lt;mfrac&gt;&lt;mn&gt;3&lt;/mn&gt;&lt;mn&gt;40&lt;/mn&gt;&lt;/mfrac&gt;&lt;/mtd&gt;&lt;/mtr&gt;&lt;mtr&gt;&lt;mtd&gt;&lt;mn&gt;15&lt;/mn&gt;&lt;mo&gt;+&lt;/mo&gt;&lt;mfrac&gt;&lt;mn&gt;9&lt;/mn&gt;&lt;mn&gt;200&lt;/mn&gt;&lt;/mfrac&gt;&lt;mo&gt;=&lt;/mo&gt;&lt;mn&gt;15&lt;/mn&gt;&lt;mo&gt;+&lt;/mo&gt;&lt;mfrac&gt;&lt;mn&gt;9&lt;/mn&gt;&lt;mn&gt;200&lt;/mn&gt;&lt;/mfrac&gt;&lt;mo&gt;=&lt;/mo&gt;&lt;mn&gt;15&lt;/mn&gt;&lt;mfrac&gt;&lt;mn&gt;9&lt;/mn&gt;&lt;mn&gt;200&lt;/mn&gt;&lt;/mfrac&gt;&lt;/mtd&gt;&lt;/mtr&gt;&lt;/mtable&gt;&lt;/math&gt;" title="4 lines Line 1: 15 plus 3 divided by 5 times 0.3 division sign 4 Line 2: 15 plus three fifths times 0.3 over 4 Line 3: 15 plus three fifths times 3 over 40 Line 4: 15 plus 9 over 200 equals 15 plus 9 over 200 equals 15 and 9 over 200"/>
          <p:cNvPicPr preferRelativeResize="0"/>
          <p:nvPr/>
        </p:nvPicPr>
        <p:blipFill>
          <a:blip r:embed="rId8">
            <a:alphaModFix/>
          </a:blip>
          <a:srcRect t="73373" r="70596" b="-2"/>
          <a:stretch>
            <a:fillRect/>
          </a:stretch>
        </p:blipFill>
        <p:spPr>
          <a:xfrm>
            <a:off x="4453664" y="5622065"/>
            <a:ext cx="891319" cy="4260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89" name="Google Shape;289;p22" descr="&lt;math xmlns=&quot;http://www.w3.org/1998/Math/MathML&quot; display=&quot;block&quot; data-is-equatio=&quot;1&quot; data-latex=&quot;\begin{array}{l}15+3\div5\ \times0.3\ \div4\\&amp;#13;&amp;#10;15+\frac{3}{5}\times\frac{0.3}{4}\\&amp;#13;&amp;#10;15+\frac{3}{5}\times\frac{3}{40}\\&amp;#13;&amp;#10;15+\frac{9}{200}=15+\frac{9}{200}=15\frac{9}{200}\end{array}&quot;&gt;&lt;mtable columnalign=&quot;left&quot; columnspacing=&quot;1em&quot; rowspacing=&quot;4pt&quot;&gt;&lt;mtr&gt;&lt;mtd&gt;&lt;mn&gt;15&lt;/mn&gt;&lt;mo&gt;+&lt;/mo&gt;&lt;mn&gt;3&lt;/mn&gt;&lt;mo&gt;÷&lt;/mo&gt;&lt;mn&gt;5&lt;/mn&gt;&lt;mtext&gt;&lt;/mtext&gt;&lt;mo&gt;×&lt;/mo&gt;&lt;mn&gt;0.3&lt;/mn&gt;&lt;mtext&gt;&lt;/mtext&gt;&lt;mo&gt;÷&lt;/mo&gt;&lt;mn&gt;4&lt;/mn&gt;&lt;/mtd&gt;&lt;/mtr&gt;&lt;mtr&gt;&lt;mtd&gt;&lt;mn&gt;15&lt;/mn&gt;&lt;mo&gt;+&lt;/mo&gt;&lt;mfrac&gt;&lt;mn&gt;3&lt;/mn&gt;&lt;mn&gt;5&lt;/mn&gt;&lt;/mfrac&gt;&lt;mo&gt;×&lt;/mo&gt;&lt;mfrac&gt;&lt;mn&gt;0.3&lt;/mn&gt;&lt;mn&gt;4&lt;/mn&gt;&lt;/mfrac&gt;&lt;/mtd&gt;&lt;/mtr&gt;&lt;mtr&gt;&lt;mtd&gt;&lt;mn&gt;15&lt;/mn&gt;&lt;mo&gt;+&lt;/mo&gt;&lt;mfrac&gt;&lt;mn&gt;3&lt;/mn&gt;&lt;mn&gt;5&lt;/mn&gt;&lt;/mfrac&gt;&lt;mo&gt;×&lt;/mo&gt;&lt;mfrac&gt;&lt;mn&gt;3&lt;/mn&gt;&lt;mn&gt;40&lt;/mn&gt;&lt;/mfrac&gt;&lt;/mtd&gt;&lt;/mtr&gt;&lt;mtr&gt;&lt;mtd&gt;&lt;mn&gt;15&lt;/mn&gt;&lt;mo&gt;+&lt;/mo&gt;&lt;mfrac&gt;&lt;mn&gt;9&lt;/mn&gt;&lt;mn&gt;200&lt;/mn&gt;&lt;/mfrac&gt;&lt;mo&gt;=&lt;/mo&gt;&lt;mn&gt;15&lt;/mn&gt;&lt;mo&gt;+&lt;/mo&gt;&lt;mfrac&gt;&lt;mn&gt;9&lt;/mn&gt;&lt;mn&gt;200&lt;/mn&gt;&lt;/mfrac&gt;&lt;mo&gt;=&lt;/mo&gt;&lt;mn&gt;15&lt;/mn&gt;&lt;mfrac&gt;&lt;mn&gt;9&lt;/mn&gt;&lt;mn&gt;200&lt;/mn&gt;&lt;/mfrac&gt;&lt;/mtd&gt;&lt;/mtr&gt;&lt;/mtable&gt;&lt;/math&gt;" title="4 lines Line 1: 15 plus 3 divided by 5 times 0.3 division sign 4 Line 2: 15 plus three fifths times 0.3 over 4 Line 3: 15 plus three fifths times 3 over 40 Line 4: 15 plus 9 over 200 equals 15 plus 9 over 200 equals 15 and 9 over 200"/>
          <p:cNvPicPr preferRelativeResize="0"/>
          <p:nvPr/>
        </p:nvPicPr>
        <p:blipFill>
          <a:blip r:embed="rId8">
            <a:alphaModFix/>
          </a:blip>
          <a:srcRect l="70597" t="73219"/>
          <a:stretch>
            <a:fillRect/>
          </a:stretch>
        </p:blipFill>
        <p:spPr>
          <a:xfrm>
            <a:off x="4143401" y="6048134"/>
            <a:ext cx="891319" cy="4285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22" descr="&lt;math xmlns=&quot;http://www.w3.org/1998/Math/MathML&quot; display=&quot;block&quot; data-is-equatio=&quot;1&quot; data-latex=&quot;\begin{array}{l}\frac{9}{10}\times\frac{4}{5}-\ \frac{2}{3}\times\sqrt[3]{\frac{8}{27}}\\&amp;#13;&amp;#10;\frac{9}{10}\times\frac{4}{5}-\frac{2}{3}\times\frac{2}{3}\\&amp;#13;&amp;#10;\ \ \ \ \ \ \ \ \frac{36}{50}-\frac{4}{9}=\frac{324}{450}-\frac{200}{450}=\frac{124}{240}=\frac{62}{225}\end{array}&quot;&gt;&lt;mtable columnalign=&quot;left&quot; columnspacing=&quot;1em&quot; rowspacing=&quot;4pt&quot;&gt;&lt;mtr&gt;&lt;mtd&gt;&lt;mfrac&gt;&lt;mn&gt;9&lt;/mn&gt;&lt;mn&gt;10&lt;/mn&gt;&lt;/mfrac&gt;&lt;mo&gt;×&lt;/mo&gt;&lt;mfrac&gt;&lt;mn&gt;4&lt;/mn&gt;&lt;mn&gt;5&lt;/mn&gt;&lt;/mfrac&gt;&lt;mo&gt;−&lt;/mo&gt;&lt;mtext&gt;&lt;/mtext&gt;&lt;mfrac&gt;&lt;mn&gt;2&lt;/mn&gt;&lt;mn&gt;3&lt;/mn&gt;&lt;/mfrac&gt;&lt;mo&gt;×&lt;/mo&gt;&lt;mroot&gt;&lt;mfrac&gt;&lt;mn&gt;8&lt;/mn&gt;&lt;mn&gt;27&lt;/mn&gt;&lt;/mfrac&gt;&lt;mn&gt;3&lt;/mn&gt;&lt;/mroot&gt;&lt;/mtd&gt;&lt;/mtr&gt;&lt;mtr&gt;&lt;mtd&gt;&lt;mfrac&gt;&lt;mn&gt;9&lt;/mn&gt;&lt;mn&gt;10&lt;/mn&gt;&lt;/mfrac&gt;&lt;mo&gt;×&lt;/mo&gt;&lt;mfrac&gt;&lt;mn&gt;4&lt;/mn&gt;&lt;mn&gt;5&lt;/mn&gt;&lt;/mfrac&gt;&lt;mo&gt;−&lt;/mo&gt;&lt;mfrac&gt;&lt;mn&gt;2&lt;/mn&gt;&lt;mn&gt;3&lt;/mn&gt;&lt;/mfrac&gt;&lt;mo&gt;×&lt;/mo&gt;&lt;mfrac&gt;&lt;mn&gt;2&lt;/mn&gt;&lt;mn&gt;3&lt;/mn&gt;&lt;/mfrac&gt;&lt;/mtd&gt;&lt;/mtr&gt;&lt;mtr&gt;&lt;mtd&gt;&lt;mtext&gt;&lt;/mtext&gt;&lt;mtext&gt;&lt;/mtext&gt;&lt;mtext&gt;&lt;/mtext&gt;&lt;mtext&gt;&lt;/mtext&gt;&lt;mtext&gt;&lt;/mtext&gt;&lt;mtext&gt;&lt;/mtext&gt;&lt;mtext&gt;&lt;/mtext&gt;&lt;mtext&gt;&lt;/mtext&gt;&lt;mfrac&gt;&lt;mn&gt;36&lt;/mn&gt;&lt;mn&gt;50&lt;/mn&gt;&lt;/mfrac&gt;&lt;mo&gt;−&lt;/mo&gt;&lt;mfrac&gt;&lt;mn&gt;4&lt;/mn&gt;&lt;mn&gt;9&lt;/mn&gt;&lt;/mfrac&gt;&lt;mo&gt;=&lt;/mo&gt;&lt;mfrac&gt;&lt;mn&gt;324&lt;/mn&gt;&lt;mn&gt;450&lt;/mn&gt;&lt;/mfrac&gt;&lt;mo&gt;−&lt;/mo&gt;&lt;mfrac&gt;&lt;mn&gt;200&lt;/mn&gt;&lt;mn&gt;450&lt;/mn&gt;&lt;/mfrac&gt;&lt;mo&gt;=&lt;/mo&gt;&lt;mfrac&gt;&lt;mn&gt;124&lt;/mn&gt;&lt;mn&gt;240&lt;/mn&gt;&lt;/mfrac&gt;&lt;mo&gt;=&lt;/mo&gt;&lt;mfrac&gt;&lt;mn&gt;62&lt;/mn&gt;&lt;mn&gt;225&lt;/mn&gt;&lt;/mfrac&gt;&lt;/mtd&gt;&lt;/mtr&gt;&lt;/mtable&gt;&lt;/math&gt;" title="3 lines Line 1: nine tenths times four fifths minus two thirds times the cube root of 8 over 27 Line 2: nine tenths times four fifths minus two thirds times two thirds Line 3: 36 over 50 minus four ninths equals 324 over 450 minus 200 over 450 equals 124 over 240 equals 62 over 225"/>
          <p:cNvPicPr preferRelativeResize="0"/>
          <p:nvPr/>
        </p:nvPicPr>
        <p:blipFill>
          <a:blip r:embed="rId9">
            <a:alphaModFix/>
          </a:blip>
          <a:srcRect l="32395" t="70630" r="61057" b="-8634"/>
          <a:stretch>
            <a:fillRect/>
          </a:stretch>
        </p:blipFill>
        <p:spPr>
          <a:xfrm>
            <a:off x="4167057" y="4721146"/>
            <a:ext cx="244554" cy="494191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22" descr="&lt;math xmlns=&quot;http://www.w3.org/1998/Math/MathML&quot; display=&quot;block&quot; data-is-equatio=&quot;1&quot; data-latex=&quot;\begin{array}{l}\frac{9}{10}\times\frac{4}{5}-\ \frac{2}{3}\times\sqrt[3]{\frac{8}{27}}\\&amp;#13;&amp;#10;\frac{9}{10}\times\frac{4}{5}-\frac{2}{3}\times\frac{2}{3}\\&amp;#13;&amp;#10;\ \ \ \ \ \ \ \ \frac{36}{50}-\frac{4}{9}=\frac{324}{450}-\frac{200}{450}=\frac{124}{240}=\frac{62}{225}\end{array}&quot;&gt;&lt;mtable columnalign=&quot;left&quot; columnspacing=&quot;1em&quot; rowspacing=&quot;4pt&quot;&gt;&lt;mtr&gt;&lt;mtd&gt;&lt;mfrac&gt;&lt;mn&gt;9&lt;/mn&gt;&lt;mn&gt;10&lt;/mn&gt;&lt;/mfrac&gt;&lt;mo&gt;×&lt;/mo&gt;&lt;mfrac&gt;&lt;mn&gt;4&lt;/mn&gt;&lt;mn&gt;5&lt;/mn&gt;&lt;/mfrac&gt;&lt;mo&gt;−&lt;/mo&gt;&lt;mtext&gt;&lt;/mtext&gt;&lt;mfrac&gt;&lt;mn&gt;2&lt;/mn&gt;&lt;mn&gt;3&lt;/mn&gt;&lt;/mfrac&gt;&lt;mo&gt;×&lt;/mo&gt;&lt;mroot&gt;&lt;mfrac&gt;&lt;mn&gt;8&lt;/mn&gt;&lt;mn&gt;27&lt;/mn&gt;&lt;/mfrac&gt;&lt;mn&gt;3&lt;/mn&gt;&lt;/mroot&gt;&lt;/mtd&gt;&lt;/mtr&gt;&lt;mtr&gt;&lt;mtd&gt;&lt;mfrac&gt;&lt;mn&gt;9&lt;/mn&gt;&lt;mn&gt;10&lt;/mn&gt;&lt;/mfrac&gt;&lt;mo&gt;×&lt;/mo&gt;&lt;mfrac&gt;&lt;mn&gt;4&lt;/mn&gt;&lt;mn&gt;5&lt;/mn&gt;&lt;/mfrac&gt;&lt;mo&gt;−&lt;/mo&gt;&lt;mfrac&gt;&lt;mn&gt;2&lt;/mn&gt;&lt;mn&gt;3&lt;/mn&gt;&lt;/mfrac&gt;&lt;mo&gt;×&lt;/mo&gt;&lt;mfrac&gt;&lt;mn&gt;2&lt;/mn&gt;&lt;mn&gt;3&lt;/mn&gt;&lt;/mfrac&gt;&lt;/mtd&gt;&lt;/mtr&gt;&lt;mtr&gt;&lt;mtd&gt;&lt;mtext&gt;&lt;/mtext&gt;&lt;mtext&gt;&lt;/mtext&gt;&lt;mtext&gt;&lt;/mtext&gt;&lt;mtext&gt;&lt;/mtext&gt;&lt;mtext&gt;&lt;/mtext&gt;&lt;mtext&gt;&lt;/mtext&gt;&lt;mtext&gt;&lt;/mtext&gt;&lt;mtext&gt;&lt;/mtext&gt;&lt;mfrac&gt;&lt;mn&gt;36&lt;/mn&gt;&lt;mn&gt;50&lt;/mn&gt;&lt;/mfrac&gt;&lt;mo&gt;−&lt;/mo&gt;&lt;mfrac&gt;&lt;mn&gt;4&lt;/mn&gt;&lt;mn&gt;9&lt;/mn&gt;&lt;/mfrac&gt;&lt;mo&gt;=&lt;/mo&gt;&lt;mfrac&gt;&lt;mn&gt;324&lt;/mn&gt;&lt;mn&gt;450&lt;/mn&gt;&lt;/mfrac&gt;&lt;mo&gt;−&lt;/mo&gt;&lt;mfrac&gt;&lt;mn&gt;200&lt;/mn&gt;&lt;mn&gt;450&lt;/mn&gt;&lt;/mfrac&gt;&lt;mo&gt;=&lt;/mo&gt;&lt;mfrac&gt;&lt;mn&gt;124&lt;/mn&gt;&lt;mn&gt;240&lt;/mn&gt;&lt;/mfrac&gt;&lt;mo&gt;=&lt;/mo&gt;&lt;mfrac&gt;&lt;mn&gt;62&lt;/mn&gt;&lt;mn&gt;225&lt;/mn&gt;&lt;/mfrac&gt;&lt;/mtd&gt;&lt;/mtr&gt;&lt;/mtable&gt;&lt;/math&gt;" title="3 lines Line 1: nine tenths times four fifths minus two thirds times the cube root of 8 over 27 Line 2: nine tenths times four fifths minus two thirds times two thirds Line 3: 36 over 50 minus four ninths equals 324 over 450 minus 200 over 450 equals 124 over 240 equals 62 over 225"/>
          <p:cNvPicPr preferRelativeResize="0"/>
          <p:nvPr/>
        </p:nvPicPr>
        <p:blipFill>
          <a:blip r:embed="rId9">
            <a:alphaModFix/>
          </a:blip>
          <a:srcRect l="32395" t="70630" r="61057" b="-8634"/>
          <a:stretch>
            <a:fillRect/>
          </a:stretch>
        </p:blipFill>
        <p:spPr>
          <a:xfrm>
            <a:off x="4167057" y="5215325"/>
            <a:ext cx="244554" cy="494191"/>
          </a:xfrm>
          <a:prstGeom prst="rect">
            <a:avLst/>
          </a:prstGeom>
          <a:noFill/>
          <a:ln>
            <a:noFill/>
          </a:ln>
        </p:spPr>
      </p:pic>
      <p:pic>
        <p:nvPicPr>
          <p:cNvPr id="292" name="Google Shape;292;p22" descr="&lt;math xmlns=&quot;http://www.w3.org/1998/Math/MathML&quot; display=&quot;block&quot; data-is-equatio=&quot;1&quot; data-latex=&quot;\begin{array}{l}\frac{9}{10}\times\frac{4}{5}-\ \frac{2}{3}\times\sqrt[3]{\frac{8}{27}}\\&amp;#13;&amp;#10;\frac{9}{10}\times\frac{4}{5}-\frac{2}{3}\times\frac{2}{3}\\&amp;#13;&amp;#10;\ \ \ \ \ \ \ \ \frac{36}{50}-\frac{4}{9}=\frac{324}{450}-\frac{200}{450}=\frac{124}{240}=\frac{62}{225}\end{array}&quot;&gt;&lt;mtable columnalign=&quot;left&quot; columnspacing=&quot;1em&quot; rowspacing=&quot;4pt&quot;&gt;&lt;mtr&gt;&lt;mtd&gt;&lt;mfrac&gt;&lt;mn&gt;9&lt;/mn&gt;&lt;mn&gt;10&lt;/mn&gt;&lt;/mfrac&gt;&lt;mo&gt;×&lt;/mo&gt;&lt;mfrac&gt;&lt;mn&gt;4&lt;/mn&gt;&lt;mn&gt;5&lt;/mn&gt;&lt;/mfrac&gt;&lt;mo&gt;−&lt;/mo&gt;&lt;mtext&gt;&lt;/mtext&gt;&lt;mfrac&gt;&lt;mn&gt;2&lt;/mn&gt;&lt;mn&gt;3&lt;/mn&gt;&lt;/mfrac&gt;&lt;mo&gt;×&lt;/mo&gt;&lt;mroot&gt;&lt;mfrac&gt;&lt;mn&gt;8&lt;/mn&gt;&lt;mn&gt;27&lt;/mn&gt;&lt;/mfrac&gt;&lt;mn&gt;3&lt;/mn&gt;&lt;/mroot&gt;&lt;/mtd&gt;&lt;/mtr&gt;&lt;mtr&gt;&lt;mtd&gt;&lt;mfrac&gt;&lt;mn&gt;9&lt;/mn&gt;&lt;mn&gt;10&lt;/mn&gt;&lt;/mfrac&gt;&lt;mo&gt;×&lt;/mo&gt;&lt;mfrac&gt;&lt;mn&gt;4&lt;/mn&gt;&lt;mn&gt;5&lt;/mn&gt;&lt;/mfrac&gt;&lt;mo&gt;−&lt;/mo&gt;&lt;mfrac&gt;&lt;mn&gt;2&lt;/mn&gt;&lt;mn&gt;3&lt;/mn&gt;&lt;/mfrac&gt;&lt;mo&gt;×&lt;/mo&gt;&lt;mfrac&gt;&lt;mn&gt;2&lt;/mn&gt;&lt;mn&gt;3&lt;/mn&gt;&lt;/mfrac&gt;&lt;/mtd&gt;&lt;/mtr&gt;&lt;mtr&gt;&lt;mtd&gt;&lt;mtext&gt;&lt;/mtext&gt;&lt;mtext&gt;&lt;/mtext&gt;&lt;mtext&gt;&lt;/mtext&gt;&lt;mtext&gt;&lt;/mtext&gt;&lt;mtext&gt;&lt;/mtext&gt;&lt;mtext&gt;&lt;/mtext&gt;&lt;mtext&gt;&lt;/mtext&gt;&lt;mtext&gt;&lt;/mtext&gt;&lt;mfrac&gt;&lt;mn&gt;36&lt;/mn&gt;&lt;mn&gt;50&lt;/mn&gt;&lt;/mfrac&gt;&lt;mo&gt;−&lt;/mo&gt;&lt;mfrac&gt;&lt;mn&gt;4&lt;/mn&gt;&lt;mn&gt;9&lt;/mn&gt;&lt;/mfrac&gt;&lt;mo&gt;=&lt;/mo&gt;&lt;mfrac&gt;&lt;mn&gt;324&lt;/mn&gt;&lt;mn&gt;450&lt;/mn&gt;&lt;/mfrac&gt;&lt;mo&gt;−&lt;/mo&gt;&lt;mfrac&gt;&lt;mn&gt;200&lt;/mn&gt;&lt;mn&gt;450&lt;/mn&gt;&lt;/mfrac&gt;&lt;mo&gt;=&lt;/mo&gt;&lt;mfrac&gt;&lt;mn&gt;124&lt;/mn&gt;&lt;mn&gt;240&lt;/mn&gt;&lt;/mfrac&gt;&lt;mo&gt;=&lt;/mo&gt;&lt;mfrac&gt;&lt;mn&gt;62&lt;/mn&gt;&lt;mn&gt;225&lt;/mn&gt;&lt;/mfrac&gt;&lt;/mtd&gt;&lt;/mtr&gt;&lt;/mtable&gt;&lt;/math&gt;" title="3 lines Line 1: nine tenths times four fifths minus two thirds times the cube root of 8 over 27 Line 2: nine tenths times four fifths minus two thirds times two thirds Line 3: 36 over 50 minus four ninths equals 324 over 450 minus 200 over 450 equals 124 over 240 equals 62 over 225"/>
          <p:cNvPicPr preferRelativeResize="0"/>
          <p:nvPr/>
        </p:nvPicPr>
        <p:blipFill>
          <a:blip r:embed="rId9">
            <a:alphaModFix/>
          </a:blip>
          <a:srcRect l="32395" t="70630" r="61057" b="-8634"/>
          <a:stretch>
            <a:fillRect/>
          </a:stretch>
        </p:blipFill>
        <p:spPr>
          <a:xfrm>
            <a:off x="4167057" y="5622067"/>
            <a:ext cx="244554" cy="494191"/>
          </a:xfrm>
          <a:prstGeom prst="rect">
            <a:avLst/>
          </a:prstGeom>
          <a:noFill/>
          <a:ln>
            <a:noFill/>
          </a:ln>
        </p:spPr>
      </p:pic>
      <p:pic>
        <p:nvPicPr>
          <p:cNvPr id="293" name="Google Shape;293;p22" descr="&lt;math xmlns=&quot;http://www.w3.org/1998/Math/MathML&quot; display=&quot;block&quot; data-is-equatio=&quot;1&quot; data-latex=&quot;\begin{array}{l}\frac{9}{10}\times\frac{4}{5}-\ \frac{2}{3}\times\sqrt[3]{\frac{8}{27}}\\&amp;#13;&amp;#10;\frac{9}{10}\times\frac{4}{5}-\frac{2}{3}\times\frac{2}{3}\\&amp;#13;&amp;#10;\ \ \ \ \ \ \ \ \frac{36}{50}-\frac{4}{9}=\frac{324}{450}-\frac{200}{450}=\frac{124}{240}=\frac{62}{225}\end{array}&quot;&gt;&lt;mtable columnalign=&quot;left&quot; columnspacing=&quot;1em&quot; rowspacing=&quot;4pt&quot;&gt;&lt;mtr&gt;&lt;mtd&gt;&lt;mfrac&gt;&lt;mn&gt;9&lt;/mn&gt;&lt;mn&gt;10&lt;/mn&gt;&lt;/mfrac&gt;&lt;mo&gt;×&lt;/mo&gt;&lt;mfrac&gt;&lt;mn&gt;4&lt;/mn&gt;&lt;mn&gt;5&lt;/mn&gt;&lt;/mfrac&gt;&lt;mo&gt;−&lt;/mo&gt;&lt;mtext&gt;&lt;/mtext&gt;&lt;mfrac&gt;&lt;mn&gt;2&lt;/mn&gt;&lt;mn&gt;3&lt;/mn&gt;&lt;/mfrac&gt;&lt;mo&gt;×&lt;/mo&gt;&lt;mroot&gt;&lt;mfrac&gt;&lt;mn&gt;8&lt;/mn&gt;&lt;mn&gt;27&lt;/mn&gt;&lt;/mfrac&gt;&lt;mn&gt;3&lt;/mn&gt;&lt;/mroot&gt;&lt;/mtd&gt;&lt;/mtr&gt;&lt;mtr&gt;&lt;mtd&gt;&lt;mfrac&gt;&lt;mn&gt;9&lt;/mn&gt;&lt;mn&gt;10&lt;/mn&gt;&lt;/mfrac&gt;&lt;mo&gt;×&lt;/mo&gt;&lt;mfrac&gt;&lt;mn&gt;4&lt;/mn&gt;&lt;mn&gt;5&lt;/mn&gt;&lt;/mfrac&gt;&lt;mo&gt;−&lt;/mo&gt;&lt;mfrac&gt;&lt;mn&gt;2&lt;/mn&gt;&lt;mn&gt;3&lt;/mn&gt;&lt;/mfrac&gt;&lt;mo&gt;×&lt;/mo&gt;&lt;mfrac&gt;&lt;mn&gt;2&lt;/mn&gt;&lt;mn&gt;3&lt;/mn&gt;&lt;/mfrac&gt;&lt;/mtd&gt;&lt;/mtr&gt;&lt;mtr&gt;&lt;mtd&gt;&lt;mtext&gt;&lt;/mtext&gt;&lt;mtext&gt;&lt;/mtext&gt;&lt;mtext&gt;&lt;/mtext&gt;&lt;mtext&gt;&lt;/mtext&gt;&lt;mtext&gt;&lt;/mtext&gt;&lt;mtext&gt;&lt;/mtext&gt;&lt;mtext&gt;&lt;/mtext&gt;&lt;mtext&gt;&lt;/mtext&gt;&lt;mfrac&gt;&lt;mn&gt;36&lt;/mn&gt;&lt;mn&gt;50&lt;/mn&gt;&lt;/mfrac&gt;&lt;mo&gt;−&lt;/mo&gt;&lt;mfrac&gt;&lt;mn&gt;4&lt;/mn&gt;&lt;mn&gt;9&lt;/mn&gt;&lt;/mfrac&gt;&lt;mo&gt;=&lt;/mo&gt;&lt;mfrac&gt;&lt;mn&gt;324&lt;/mn&gt;&lt;mn&gt;450&lt;/mn&gt;&lt;/mfrac&gt;&lt;mo&gt;−&lt;/mo&gt;&lt;mfrac&gt;&lt;mn&gt;200&lt;/mn&gt;&lt;mn&gt;450&lt;/mn&gt;&lt;/mfrac&gt;&lt;mo&gt;=&lt;/mo&gt;&lt;mfrac&gt;&lt;mn&gt;124&lt;/mn&gt;&lt;mn&gt;240&lt;/mn&gt;&lt;/mfrac&gt;&lt;mo&gt;=&lt;/mo&gt;&lt;mfrac&gt;&lt;mn&gt;62&lt;/mn&gt;&lt;mn&gt;225&lt;/mn&gt;&lt;/mfrac&gt;&lt;/mtd&gt;&lt;/mtr&gt;&lt;/mtable&gt;&lt;/math&gt;" title="3 lines Line 1: nine tenths times four fifths minus two thirds times the cube root of 8 over 27 Line 2: nine tenths times four fifths minus two thirds times two thirds Line 3: 36 over 50 minus four ninths equals 324 over 450 minus 200 over 450 equals 124 over 240 equals 62 over 225"/>
          <p:cNvPicPr preferRelativeResize="0"/>
          <p:nvPr/>
        </p:nvPicPr>
        <p:blipFill>
          <a:blip r:embed="rId9">
            <a:alphaModFix/>
          </a:blip>
          <a:srcRect l="32395" t="70630" r="61057" b="-8634"/>
          <a:stretch>
            <a:fillRect/>
          </a:stretch>
        </p:blipFill>
        <p:spPr>
          <a:xfrm>
            <a:off x="610164" y="4824333"/>
            <a:ext cx="244554" cy="494191"/>
          </a:xfrm>
          <a:prstGeom prst="rect">
            <a:avLst/>
          </a:prstGeom>
          <a:noFill/>
          <a:ln>
            <a:noFill/>
          </a:ln>
        </p:spPr>
      </p:pic>
      <p:pic>
        <p:nvPicPr>
          <p:cNvPr id="294" name="Google Shape;294;p22" descr="&lt;math xmlns=&quot;http://www.w3.org/1998/Math/MathML&quot; display=&quot;block&quot; data-is-equatio=&quot;1&quot; data-latex=&quot;\begin{array}{l}\frac{9}{10}\times\frac{4}{5}-\ \frac{2}{3}\times\sqrt[3]{\frac{8}{27}}\\&amp;#13;&amp;#10;\frac{9}{10}\times\frac{4}{5}-\frac{2}{3}\times\frac{2}{3}\\&amp;#13;&amp;#10;\ \ \ \ \ \ \ \ \frac{36}{50}-\frac{4}{9}=\frac{324}{450}-\frac{200}{450}=\frac{124}{240}=\frac{62}{225}\end{array}&quot;&gt;&lt;mtable columnalign=&quot;left&quot; columnspacing=&quot;1em&quot; rowspacing=&quot;4pt&quot;&gt;&lt;mtr&gt;&lt;mtd&gt;&lt;mfrac&gt;&lt;mn&gt;9&lt;/mn&gt;&lt;mn&gt;10&lt;/mn&gt;&lt;/mfrac&gt;&lt;mo&gt;×&lt;/mo&gt;&lt;mfrac&gt;&lt;mn&gt;4&lt;/mn&gt;&lt;mn&gt;5&lt;/mn&gt;&lt;/mfrac&gt;&lt;mo&gt;−&lt;/mo&gt;&lt;mtext&gt;&lt;/mtext&gt;&lt;mfrac&gt;&lt;mn&gt;2&lt;/mn&gt;&lt;mn&gt;3&lt;/mn&gt;&lt;/mfrac&gt;&lt;mo&gt;×&lt;/mo&gt;&lt;mroot&gt;&lt;mfrac&gt;&lt;mn&gt;8&lt;/mn&gt;&lt;mn&gt;27&lt;/mn&gt;&lt;/mfrac&gt;&lt;mn&gt;3&lt;/mn&gt;&lt;/mroot&gt;&lt;/mtd&gt;&lt;/mtr&gt;&lt;mtr&gt;&lt;mtd&gt;&lt;mfrac&gt;&lt;mn&gt;9&lt;/mn&gt;&lt;mn&gt;10&lt;/mn&gt;&lt;/mfrac&gt;&lt;mo&gt;×&lt;/mo&gt;&lt;mfrac&gt;&lt;mn&gt;4&lt;/mn&gt;&lt;mn&gt;5&lt;/mn&gt;&lt;/mfrac&gt;&lt;mo&gt;−&lt;/mo&gt;&lt;mfrac&gt;&lt;mn&gt;2&lt;/mn&gt;&lt;mn&gt;3&lt;/mn&gt;&lt;/mfrac&gt;&lt;mo&gt;×&lt;/mo&gt;&lt;mfrac&gt;&lt;mn&gt;2&lt;/mn&gt;&lt;mn&gt;3&lt;/mn&gt;&lt;/mfrac&gt;&lt;/mtd&gt;&lt;/mtr&gt;&lt;mtr&gt;&lt;mtd&gt;&lt;mtext&gt;&lt;/mtext&gt;&lt;mtext&gt;&lt;/mtext&gt;&lt;mtext&gt;&lt;/mtext&gt;&lt;mtext&gt;&lt;/mtext&gt;&lt;mtext&gt;&lt;/mtext&gt;&lt;mtext&gt;&lt;/mtext&gt;&lt;mtext&gt;&lt;/mtext&gt;&lt;mtext&gt;&lt;/mtext&gt;&lt;mfrac&gt;&lt;mn&gt;36&lt;/mn&gt;&lt;mn&gt;50&lt;/mn&gt;&lt;/mfrac&gt;&lt;mo&gt;−&lt;/mo&gt;&lt;mfrac&gt;&lt;mn&gt;4&lt;/mn&gt;&lt;mn&gt;9&lt;/mn&gt;&lt;/mfrac&gt;&lt;mo&gt;=&lt;/mo&gt;&lt;mfrac&gt;&lt;mn&gt;324&lt;/mn&gt;&lt;mn&gt;450&lt;/mn&gt;&lt;/mfrac&gt;&lt;mo&gt;−&lt;/mo&gt;&lt;mfrac&gt;&lt;mn&gt;200&lt;/mn&gt;&lt;mn&gt;450&lt;/mn&gt;&lt;/mfrac&gt;&lt;mo&gt;=&lt;/mo&gt;&lt;mfrac&gt;&lt;mn&gt;124&lt;/mn&gt;&lt;mn&gt;240&lt;/mn&gt;&lt;/mfrac&gt;&lt;mo&gt;=&lt;/mo&gt;&lt;mfrac&gt;&lt;mn&gt;62&lt;/mn&gt;&lt;mn&gt;225&lt;/mn&gt;&lt;/mfrac&gt;&lt;/mtd&gt;&lt;/mtr&gt;&lt;/mtable&gt;&lt;/math&gt;" title="3 lines Line 1: nine tenths times four fifths minus two thirds times the cube root of 8 over 27 Line 2: nine tenths times four fifths minus two thirds times two thirds Line 3: 36 over 50 minus four ninths equals 324 over 450 minus 200 over 450 equals 124 over 240 equals 62 over 225"/>
          <p:cNvPicPr preferRelativeResize="0"/>
          <p:nvPr/>
        </p:nvPicPr>
        <p:blipFill>
          <a:blip r:embed="rId9">
            <a:alphaModFix/>
          </a:blip>
          <a:srcRect l="32395" t="70630" r="61057" b="-8634"/>
          <a:stretch>
            <a:fillRect/>
          </a:stretch>
        </p:blipFill>
        <p:spPr>
          <a:xfrm>
            <a:off x="591250" y="5350940"/>
            <a:ext cx="244554" cy="494191"/>
          </a:xfrm>
          <a:prstGeom prst="rect">
            <a:avLst/>
          </a:prstGeom>
          <a:noFill/>
          <a:ln>
            <a:noFill/>
          </a:ln>
        </p:spPr>
      </p:pic>
      <p:pic>
        <p:nvPicPr>
          <p:cNvPr id="295" name="Google Shape;295;p22" descr="&lt;math xmlns=&quot;http://www.w3.org/1998/Math/MathML&quot; display=&quot;block&quot; data-is-equatio=&quot;1&quot; data-latex=&quot;\begin{array}{l}\frac{9}{10}\times\frac{4}{5}-\ \frac{2}{3}\times\sqrt[3]{\frac{8}{27}}\\&amp;#13;&amp;#10;\frac{9}{10}\times\frac{4}{5}-\frac{2}{3}\times\frac{2}{3}\\&amp;#13;&amp;#10;\ \ \ \ \ \ \ \ \frac{36}{50}-\frac{4}{9}=\frac{324}{450}-\frac{200}{450}=\frac{124}{240}=\frac{62}{225}\end{array}&quot;&gt;&lt;mtable columnalign=&quot;left&quot; columnspacing=&quot;1em&quot; rowspacing=&quot;4pt&quot;&gt;&lt;mtr&gt;&lt;mtd&gt;&lt;mfrac&gt;&lt;mn&gt;9&lt;/mn&gt;&lt;mn&gt;10&lt;/mn&gt;&lt;/mfrac&gt;&lt;mo&gt;×&lt;/mo&gt;&lt;mfrac&gt;&lt;mn&gt;4&lt;/mn&gt;&lt;mn&gt;5&lt;/mn&gt;&lt;/mfrac&gt;&lt;mo&gt;−&lt;/mo&gt;&lt;mtext&gt;&lt;/mtext&gt;&lt;mfrac&gt;&lt;mn&gt;2&lt;/mn&gt;&lt;mn&gt;3&lt;/mn&gt;&lt;/mfrac&gt;&lt;mo&gt;×&lt;/mo&gt;&lt;mroot&gt;&lt;mfrac&gt;&lt;mn&gt;8&lt;/mn&gt;&lt;mn&gt;27&lt;/mn&gt;&lt;/mfrac&gt;&lt;mn&gt;3&lt;/mn&gt;&lt;/mroot&gt;&lt;/mtd&gt;&lt;/mtr&gt;&lt;mtr&gt;&lt;mtd&gt;&lt;mfrac&gt;&lt;mn&gt;9&lt;/mn&gt;&lt;mn&gt;10&lt;/mn&gt;&lt;/mfrac&gt;&lt;mo&gt;×&lt;/mo&gt;&lt;mfrac&gt;&lt;mn&gt;4&lt;/mn&gt;&lt;mn&gt;5&lt;/mn&gt;&lt;/mfrac&gt;&lt;mo&gt;−&lt;/mo&gt;&lt;mfrac&gt;&lt;mn&gt;2&lt;/mn&gt;&lt;mn&gt;3&lt;/mn&gt;&lt;/mfrac&gt;&lt;mo&gt;×&lt;/mo&gt;&lt;mfrac&gt;&lt;mn&gt;2&lt;/mn&gt;&lt;mn&gt;3&lt;/mn&gt;&lt;/mfrac&gt;&lt;/mtd&gt;&lt;/mtr&gt;&lt;mtr&gt;&lt;mtd&gt;&lt;mtext&gt;&lt;/mtext&gt;&lt;mtext&gt;&lt;/mtext&gt;&lt;mtext&gt;&lt;/mtext&gt;&lt;mtext&gt;&lt;/mtext&gt;&lt;mtext&gt;&lt;/mtext&gt;&lt;mtext&gt;&lt;/mtext&gt;&lt;mtext&gt;&lt;/mtext&gt;&lt;mtext&gt;&lt;/mtext&gt;&lt;mfrac&gt;&lt;mn&gt;36&lt;/mn&gt;&lt;mn&gt;50&lt;/mn&gt;&lt;/mfrac&gt;&lt;mo&gt;−&lt;/mo&gt;&lt;mfrac&gt;&lt;mn&gt;4&lt;/mn&gt;&lt;mn&gt;9&lt;/mn&gt;&lt;/mfrac&gt;&lt;mo&gt;=&lt;/mo&gt;&lt;mfrac&gt;&lt;mn&gt;324&lt;/mn&gt;&lt;mn&gt;450&lt;/mn&gt;&lt;/mfrac&gt;&lt;mo&gt;−&lt;/mo&gt;&lt;mfrac&gt;&lt;mn&gt;200&lt;/mn&gt;&lt;mn&gt;450&lt;/mn&gt;&lt;/mfrac&gt;&lt;mo&gt;=&lt;/mo&gt;&lt;mfrac&gt;&lt;mn&gt;124&lt;/mn&gt;&lt;mn&gt;240&lt;/mn&gt;&lt;/mfrac&gt;&lt;mo&gt;=&lt;/mo&gt;&lt;mfrac&gt;&lt;mn&gt;62&lt;/mn&gt;&lt;mn&gt;225&lt;/mn&gt;&lt;/mfrac&gt;&lt;/mtd&gt;&lt;/mtr&gt;&lt;/mtable&gt;&lt;/math&gt;" title="3 lines Line 1: nine tenths times four fifths minus two thirds times the cube root of 8 over 27 Line 2: nine tenths times four fifths minus two thirds times two thirds Line 3: 36 over 50 minus four ninths equals 324 over 450 minus 200 over 450 equals 124 over 240 equals 62 over 225"/>
          <p:cNvPicPr preferRelativeResize="0"/>
          <p:nvPr/>
        </p:nvPicPr>
        <p:blipFill>
          <a:blip r:embed="rId9">
            <a:alphaModFix/>
          </a:blip>
          <a:srcRect l="32395" t="70630" r="61057" b="-8634"/>
          <a:stretch>
            <a:fillRect/>
          </a:stretch>
        </p:blipFill>
        <p:spPr>
          <a:xfrm>
            <a:off x="591241" y="5965564"/>
            <a:ext cx="244554" cy="494191"/>
          </a:xfrm>
          <a:prstGeom prst="rect">
            <a:avLst/>
          </a:prstGeom>
          <a:noFill/>
          <a:ln>
            <a:noFill/>
          </a:ln>
        </p:spPr>
      </p:pic>
      <p:sp>
        <p:nvSpPr>
          <p:cNvPr id="296" name="Google Shape;296;p22"/>
          <p:cNvSpPr txBox="1"/>
          <p:nvPr/>
        </p:nvSpPr>
        <p:spPr>
          <a:xfrm>
            <a:off x="469075" y="6742525"/>
            <a:ext cx="6624000" cy="81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Work out the answer to the following, ensuring to give your answer as a mixed number in its simplest form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97" name="Google Shape;297;p22" descr="&lt;math xmlns=&quot;http://www.w3.org/1998/Math/MathML&quot; display=&quot;block&quot; data-is-equatio=&quot;1&quot; data-latex=&quot;\begin{array}{l}2\ -\frac{3}{4}\times\sqrt{\frac{49}{81}}\\&amp;#13;&amp;#10;2\ -\ \frac{3}{4}\times\frac{7}{9}\\&amp;#13;&amp;#10;2\ -\ \frac{21}{36}\ =\ \frac{72}{36}-\frac{21}{36}=\frac{51}{36}=\frac{17}{12}=1\frac{5}{12}\end{array}&quot;&gt;&lt;mtable columnalign=&quot;left&quot; columnspacing=&quot;1em&quot; rowspacing=&quot;4pt&quot;&gt;&lt;mtr&gt;&lt;mtd&gt;&lt;mn&gt;2&lt;/mn&gt;&lt;mtext&gt;&lt;/mtext&gt;&lt;mo&gt;−&lt;/mo&gt;&lt;mfrac&gt;&lt;mn&gt;3&lt;/mn&gt;&lt;mn&gt;4&lt;/mn&gt;&lt;/mfrac&gt;&lt;mo&gt;×&lt;/mo&gt;&lt;msqrt&gt;&lt;mfrac&gt;&lt;mn&gt;49&lt;/mn&gt;&lt;mn&gt;81&lt;/mn&gt;&lt;/mfrac&gt;&lt;/msqrt&gt;&lt;/mtd&gt;&lt;/mtr&gt;&lt;mtr&gt;&lt;mtd&gt;&lt;mn&gt;2&lt;/mn&gt;&lt;mtext&gt;&lt;/mtext&gt;&lt;mo&gt;−&lt;/mo&gt;&lt;mtext&gt;&lt;/mtext&gt;&lt;mfrac&gt;&lt;mn&gt;3&lt;/mn&gt;&lt;mn&gt;4&lt;/mn&gt;&lt;/mfrac&gt;&lt;mo&gt;×&lt;/mo&gt;&lt;mfrac&gt;&lt;mn&gt;7&lt;/mn&gt;&lt;mn&gt;9&lt;/mn&gt;&lt;/mfrac&gt;&lt;/mtd&gt;&lt;/mtr&gt;&lt;mtr&gt;&lt;mtd&gt;&lt;mn&gt;2&lt;/mn&gt;&lt;mtext&gt;&lt;/mtext&gt;&lt;mo&gt;−&lt;/mo&gt;&lt;mtext&gt;&lt;/mtext&gt;&lt;mfrac&gt;&lt;mn&gt;21&lt;/mn&gt;&lt;mn&gt;36&lt;/mn&gt;&lt;/mfrac&gt;&lt;mtext&gt;&lt;/mtext&gt;&lt;mo&gt;=&lt;/mo&gt;&lt;mtext&gt;&lt;/mtext&gt;&lt;mfrac&gt;&lt;mn&gt;72&lt;/mn&gt;&lt;mn&gt;36&lt;/mn&gt;&lt;/mfrac&gt;&lt;mo&gt;−&lt;/mo&gt;&lt;mfrac&gt;&lt;mn&gt;21&lt;/mn&gt;&lt;mn&gt;36&lt;/mn&gt;&lt;/mfrac&gt;&lt;mo&gt;=&lt;/mo&gt;&lt;mfrac&gt;&lt;mn&gt;51&lt;/mn&gt;&lt;mn&gt;36&lt;/mn&gt;&lt;/mfrac&gt;&lt;mo&gt;=&lt;/mo&gt;&lt;mfrac&gt;&lt;mn&gt;17&lt;/mn&gt;&lt;mn&gt;12&lt;/mn&gt;&lt;/mfrac&gt;&lt;mo&gt;=&lt;/mo&gt;&lt;mn&gt;1&lt;/mn&gt;&lt;mfrac&gt;&lt;mn&gt;5&lt;/mn&gt;&lt;mn&gt;12&lt;/mn&gt;&lt;/mfrac&gt;&lt;/mtd&gt;&lt;/mtr&gt;&lt;/mtable&gt;&lt;/math&gt;" title="3 lines Line 1: 2 negative three fourths times the square root of 49 over 81 Line 2: 2 minus three fourths times seven ninths Line 3: 2 minus 21 over 36 equals 72 over 36 minus 21 over 36 equals 51 over 36 equals 17 over 12 equals 1 and 5 over 12"/>
          <p:cNvPicPr preferRelativeResize="0"/>
          <p:nvPr/>
        </p:nvPicPr>
        <p:blipFill>
          <a:blip r:embed="rId10">
            <a:alphaModFix/>
          </a:blip>
          <a:srcRect r="61152" b="61238"/>
          <a:stretch>
            <a:fillRect/>
          </a:stretch>
        </p:blipFill>
        <p:spPr>
          <a:xfrm>
            <a:off x="891755" y="7324060"/>
            <a:ext cx="1808088" cy="63206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8" name="Google Shape;298;p22" descr="&lt;math xmlns=&quot;http://www.w3.org/1998/Math/MathML&quot; display=&quot;block&quot; data-is-equatio=&quot;1&quot; data-latex=&quot;\begin{array}{l}2\ -\frac{3}{4}\times\sqrt{\frac{49}{81}}\\&amp;#13;&amp;#10;2\ -\ \frac{3}{4}\times\frac{7}{9}\\&amp;#13;&amp;#10;2\ -\ \frac{21}{36}\ =\ \frac{72}{36}-\frac{21}{36}=\frac{51}{36}=\frac{17}{12}=1\frac{5}{12}\end{array}&quot;&gt;&lt;mtable columnalign=&quot;left&quot; columnspacing=&quot;1em&quot; rowspacing=&quot;4pt&quot;&gt;&lt;mtr&gt;&lt;mtd&gt;&lt;mn&gt;2&lt;/mn&gt;&lt;mtext&gt;&lt;/mtext&gt;&lt;mo&gt;−&lt;/mo&gt;&lt;mfrac&gt;&lt;mn&gt;3&lt;/mn&gt;&lt;mn&gt;4&lt;/mn&gt;&lt;/mfrac&gt;&lt;mo&gt;×&lt;/mo&gt;&lt;msqrt&gt;&lt;mfrac&gt;&lt;mn&gt;49&lt;/mn&gt;&lt;mn&gt;81&lt;/mn&gt;&lt;/mfrac&gt;&lt;/msqrt&gt;&lt;/mtd&gt;&lt;/mtr&gt;&lt;mtr&gt;&lt;mtd&gt;&lt;mn&gt;2&lt;/mn&gt;&lt;mtext&gt;&lt;/mtext&gt;&lt;mo&gt;−&lt;/mo&gt;&lt;mtext&gt;&lt;/mtext&gt;&lt;mfrac&gt;&lt;mn&gt;3&lt;/mn&gt;&lt;mn&gt;4&lt;/mn&gt;&lt;/mfrac&gt;&lt;mo&gt;×&lt;/mo&gt;&lt;mfrac&gt;&lt;mn&gt;7&lt;/mn&gt;&lt;mn&gt;9&lt;/mn&gt;&lt;/mfrac&gt;&lt;/mtd&gt;&lt;/mtr&gt;&lt;mtr&gt;&lt;mtd&gt;&lt;mn&gt;2&lt;/mn&gt;&lt;mtext&gt;&lt;/mtext&gt;&lt;mo&gt;−&lt;/mo&gt;&lt;mtext&gt;&lt;/mtext&gt;&lt;mfrac&gt;&lt;mn&gt;21&lt;/mn&gt;&lt;mn&gt;36&lt;/mn&gt;&lt;/mfrac&gt;&lt;mtext&gt;&lt;/mtext&gt;&lt;mo&gt;=&lt;/mo&gt;&lt;mtext&gt;&lt;/mtext&gt;&lt;mfrac&gt;&lt;mn&gt;72&lt;/mn&gt;&lt;mn&gt;36&lt;/mn&gt;&lt;/mfrac&gt;&lt;mo&gt;−&lt;/mo&gt;&lt;mfrac&gt;&lt;mn&gt;21&lt;/mn&gt;&lt;mn&gt;36&lt;/mn&gt;&lt;/mfrac&gt;&lt;mo&gt;=&lt;/mo&gt;&lt;mfrac&gt;&lt;mn&gt;51&lt;/mn&gt;&lt;mn&gt;36&lt;/mn&gt;&lt;/mfrac&gt;&lt;mo&gt;=&lt;/mo&gt;&lt;mfrac&gt;&lt;mn&gt;17&lt;/mn&gt;&lt;mn&gt;12&lt;/mn&gt;&lt;/mfrac&gt;&lt;mo&gt;=&lt;/mo&gt;&lt;mn&gt;1&lt;/mn&gt;&lt;mfrac&gt;&lt;mn&gt;5&lt;/mn&gt;&lt;mn&gt;12&lt;/mn&gt;&lt;/mfrac&gt;&lt;/mtd&gt;&lt;/mtr&gt;&lt;/mtable&gt;&lt;/math&gt;" title="3 lines Line 1: 2 negative three fourths times the square root of 49 over 81 Line 2: 2 minus three fourths times seven ninths Line 3: 2 minus 21 over 36 equals 72 over 36 minus 21 over 36 equals 51 over 36 equals 17 over 12 equals 1 and 5 over 12"/>
          <p:cNvPicPr preferRelativeResize="0"/>
          <p:nvPr/>
        </p:nvPicPr>
        <p:blipFill>
          <a:blip r:embed="rId10">
            <a:alphaModFix/>
          </a:blip>
          <a:srcRect l="-2540" t="36928" r="63693" b="28148"/>
          <a:stretch>
            <a:fillRect/>
          </a:stretch>
        </p:blipFill>
        <p:spPr>
          <a:xfrm>
            <a:off x="815732" y="7956120"/>
            <a:ext cx="1808088" cy="569498"/>
          </a:xfrm>
          <a:prstGeom prst="rect">
            <a:avLst/>
          </a:prstGeom>
          <a:noFill/>
          <a:ln>
            <a:noFill/>
          </a:ln>
        </p:spPr>
      </p:pic>
      <p:pic>
        <p:nvPicPr>
          <p:cNvPr id="299" name="Google Shape;299;p22" descr="&lt;math xmlns=&quot;http://www.w3.org/1998/Math/MathML&quot; display=&quot;block&quot; data-is-equatio=&quot;1&quot; data-latex=&quot;\begin{array}{l}2\ -\frac{3}{4}\times\sqrt{\frac{49}{81}}\\&amp;#13;&amp;#10;2\ -\ \frac{3}{4}\times\frac{7}{9}\\&amp;#13;&amp;#10;2\ -\ \frac{21}{36}\ =\ \frac{72}{36}-\frac{21}{36}=\frac{51}{36}=\frac{17}{12}=1\frac{5}{12}\end{array}&quot;&gt;&lt;mtable columnalign=&quot;left&quot; columnspacing=&quot;1em&quot; rowspacing=&quot;4pt&quot;&gt;&lt;mtr&gt;&lt;mtd&gt;&lt;mn&gt;2&lt;/mn&gt;&lt;mtext&gt;&lt;/mtext&gt;&lt;mo&gt;−&lt;/mo&gt;&lt;mfrac&gt;&lt;mn&gt;3&lt;/mn&gt;&lt;mn&gt;4&lt;/mn&gt;&lt;/mfrac&gt;&lt;mo&gt;×&lt;/mo&gt;&lt;msqrt&gt;&lt;mfrac&gt;&lt;mn&gt;49&lt;/mn&gt;&lt;mn&gt;81&lt;/mn&gt;&lt;/mfrac&gt;&lt;/msqrt&gt;&lt;/mtd&gt;&lt;/mtr&gt;&lt;mtr&gt;&lt;mtd&gt;&lt;mn&gt;2&lt;/mn&gt;&lt;mtext&gt;&lt;/mtext&gt;&lt;mo&gt;−&lt;/mo&gt;&lt;mtext&gt;&lt;/mtext&gt;&lt;mfrac&gt;&lt;mn&gt;3&lt;/mn&gt;&lt;mn&gt;4&lt;/mn&gt;&lt;/mfrac&gt;&lt;mo&gt;×&lt;/mo&gt;&lt;mfrac&gt;&lt;mn&gt;7&lt;/mn&gt;&lt;mn&gt;9&lt;/mn&gt;&lt;/mfrac&gt;&lt;/mtd&gt;&lt;/mtr&gt;&lt;mtr&gt;&lt;mtd&gt;&lt;mn&gt;2&lt;/mn&gt;&lt;mtext&gt;&lt;/mtext&gt;&lt;mo&gt;−&lt;/mo&gt;&lt;mtext&gt;&lt;/mtext&gt;&lt;mfrac&gt;&lt;mn&gt;21&lt;/mn&gt;&lt;mn&gt;36&lt;/mn&gt;&lt;/mfrac&gt;&lt;mtext&gt;&lt;/mtext&gt;&lt;mo&gt;=&lt;/mo&gt;&lt;mtext&gt;&lt;/mtext&gt;&lt;mfrac&gt;&lt;mn&gt;72&lt;/mn&gt;&lt;mn&gt;36&lt;/mn&gt;&lt;/mfrac&gt;&lt;mo&gt;−&lt;/mo&gt;&lt;mfrac&gt;&lt;mn&gt;21&lt;/mn&gt;&lt;mn&gt;36&lt;/mn&gt;&lt;/mfrac&gt;&lt;mo&gt;=&lt;/mo&gt;&lt;mfrac&gt;&lt;mn&gt;51&lt;/mn&gt;&lt;mn&gt;36&lt;/mn&gt;&lt;/mfrac&gt;&lt;mo&gt;=&lt;/mo&gt;&lt;mfrac&gt;&lt;mn&gt;17&lt;/mn&gt;&lt;mn&gt;12&lt;/mn&gt;&lt;/mfrac&gt;&lt;mo&gt;=&lt;/mo&gt;&lt;mn&gt;1&lt;/mn&gt;&lt;mfrac&gt;&lt;mn&gt;5&lt;/mn&gt;&lt;mn&gt;12&lt;/mn&gt;&lt;/mfrac&gt;&lt;/mtd&gt;&lt;/mtr&gt;&lt;/mtable&gt;&lt;/math&gt;" title="3 lines Line 1: 2 negative three fourths times the square root of 49 over 81 Line 2: 2 minus three fourths times seven ninths Line 3: 2 minus 21 over 36 equals 72 over 36 minus 21 over 36 equals 51 over 36 equals 17 over 12 equals 1 and 5 over 12"/>
          <p:cNvPicPr preferRelativeResize="0"/>
          <p:nvPr/>
        </p:nvPicPr>
        <p:blipFill>
          <a:blip r:embed="rId10">
            <a:alphaModFix/>
          </a:blip>
          <a:srcRect l="-2357" t="66755" r="76757" b="-5515"/>
          <a:stretch>
            <a:fillRect/>
          </a:stretch>
        </p:blipFill>
        <p:spPr>
          <a:xfrm>
            <a:off x="773517" y="8483384"/>
            <a:ext cx="1191535" cy="63206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0" name="Google Shape;300;p22" descr="&lt;math xmlns=&quot;http://www.w3.org/1998/Math/MathML&quot; display=&quot;block&quot; data-is-equatio=&quot;1&quot; data-latex=&quot;\begin{array}{l}2\ -\frac{3}{4}\times\sqrt{\frac{49}{81}}\\&amp;#13;&amp;#10;2\ -\ \frac{3}{4}\times\frac{7}{9}\\&amp;#13;&amp;#10;2\ -\ \frac{21}{36}\ =\ \frac{72}{36}-\frac{21}{36}=\frac{51}{36}=\frac{17}{12}=1\frac{5}{12}\end{array}&quot;&gt;&lt;mtable columnalign=&quot;left&quot; columnspacing=&quot;1em&quot; rowspacing=&quot;4pt&quot;&gt;&lt;mtr&gt;&lt;mtd&gt;&lt;mn&gt;2&lt;/mn&gt;&lt;mtext&gt;&lt;/mtext&gt;&lt;mo&gt;−&lt;/mo&gt;&lt;mfrac&gt;&lt;mn&gt;3&lt;/mn&gt;&lt;mn&gt;4&lt;/mn&gt;&lt;/mfrac&gt;&lt;mo&gt;×&lt;/mo&gt;&lt;msqrt&gt;&lt;mfrac&gt;&lt;mn&gt;49&lt;/mn&gt;&lt;mn&gt;81&lt;/mn&gt;&lt;/mfrac&gt;&lt;/msqrt&gt;&lt;/mtd&gt;&lt;/mtr&gt;&lt;mtr&gt;&lt;mtd&gt;&lt;mn&gt;2&lt;/mn&gt;&lt;mtext&gt;&lt;/mtext&gt;&lt;mo&gt;−&lt;/mo&gt;&lt;mtext&gt;&lt;/mtext&gt;&lt;mfrac&gt;&lt;mn&gt;3&lt;/mn&gt;&lt;mn&gt;4&lt;/mn&gt;&lt;/mfrac&gt;&lt;mo&gt;×&lt;/mo&gt;&lt;mfrac&gt;&lt;mn&gt;7&lt;/mn&gt;&lt;mn&gt;9&lt;/mn&gt;&lt;/mfrac&gt;&lt;/mtd&gt;&lt;/mtr&gt;&lt;mtr&gt;&lt;mtd&gt;&lt;mn&gt;2&lt;/mn&gt;&lt;mtext&gt;&lt;/mtext&gt;&lt;mo&gt;−&lt;/mo&gt;&lt;mtext&gt;&lt;/mtext&gt;&lt;mfrac&gt;&lt;mn&gt;21&lt;/mn&gt;&lt;mn&gt;36&lt;/mn&gt;&lt;/mfrac&gt;&lt;mtext&gt;&lt;/mtext&gt;&lt;mo&gt;=&lt;/mo&gt;&lt;mtext&gt;&lt;/mtext&gt;&lt;mfrac&gt;&lt;mn&gt;72&lt;/mn&gt;&lt;mn&gt;36&lt;/mn&gt;&lt;/mfrac&gt;&lt;mo&gt;−&lt;/mo&gt;&lt;mfrac&gt;&lt;mn&gt;21&lt;/mn&gt;&lt;mn&gt;36&lt;/mn&gt;&lt;/mfrac&gt;&lt;mo&gt;=&lt;/mo&gt;&lt;mfrac&gt;&lt;mn&gt;51&lt;/mn&gt;&lt;mn&gt;36&lt;/mn&gt;&lt;/mfrac&gt;&lt;mo&gt;=&lt;/mo&gt;&lt;mfrac&gt;&lt;mn&gt;17&lt;/mn&gt;&lt;mn&gt;12&lt;/mn&gt;&lt;/mfrac&gt;&lt;mo&gt;=&lt;/mo&gt;&lt;mn&gt;1&lt;/mn&gt;&lt;mfrac&gt;&lt;mn&gt;5&lt;/mn&gt;&lt;mn&gt;12&lt;/mn&gt;&lt;/mfrac&gt;&lt;/mtd&gt;&lt;/mtr&gt;&lt;/mtable&gt;&lt;/math&gt;" title="3 lines Line 1: 2 negative three fourths times the square root of 49 over 81 Line 2: 2 minus three fourths times seven ninths Line 3: 2 minus 21 over 36 equals 72 over 36 minus 21 over 36 equals 51 over 36 equals 17 over 12 equals 1 and 5 over 12"/>
          <p:cNvPicPr preferRelativeResize="0"/>
          <p:nvPr/>
        </p:nvPicPr>
        <p:blipFill>
          <a:blip r:embed="rId10">
            <a:alphaModFix/>
          </a:blip>
          <a:srcRect l="31046" t="66755" r="40826" b="-5515"/>
          <a:stretch>
            <a:fillRect/>
          </a:stretch>
        </p:blipFill>
        <p:spPr>
          <a:xfrm>
            <a:off x="815732" y="9033822"/>
            <a:ext cx="1309150" cy="63206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1" name="Google Shape;301;p22" descr="&lt;math xmlns=&quot;http://www.w3.org/1998/Math/MathML&quot; display=&quot;block&quot; data-is-equatio=&quot;1&quot; data-latex=&quot;\begin{array}{l}2\ -\frac{3}{4}\times\sqrt{\frac{49}{81}}\\&amp;#13;&amp;#10;2\ -\ \frac{3}{4}\times\frac{7}{9}\\&amp;#13;&amp;#10;2\ -\ \frac{21}{36}\ =\ \frac{72}{36}-\frac{21}{36}=\frac{51}{36}=\frac{17}{12}=1\frac{5}{12}\end{array}&quot;&gt;&lt;mtable columnalign=&quot;left&quot; columnspacing=&quot;1em&quot; rowspacing=&quot;4pt&quot;&gt;&lt;mtr&gt;&lt;mtd&gt;&lt;mn&gt;2&lt;/mn&gt;&lt;mtext&gt;&lt;/mtext&gt;&lt;mo&gt;−&lt;/mo&gt;&lt;mfrac&gt;&lt;mn&gt;3&lt;/mn&gt;&lt;mn&gt;4&lt;/mn&gt;&lt;/mfrac&gt;&lt;mo&gt;×&lt;/mo&gt;&lt;msqrt&gt;&lt;mfrac&gt;&lt;mn&gt;49&lt;/mn&gt;&lt;mn&gt;81&lt;/mn&gt;&lt;/mfrac&gt;&lt;/msqrt&gt;&lt;/mtd&gt;&lt;/mtr&gt;&lt;mtr&gt;&lt;mtd&gt;&lt;mn&gt;2&lt;/mn&gt;&lt;mtext&gt;&lt;/mtext&gt;&lt;mo&gt;−&lt;/mo&gt;&lt;mtext&gt;&lt;/mtext&gt;&lt;mfrac&gt;&lt;mn&gt;3&lt;/mn&gt;&lt;mn&gt;4&lt;/mn&gt;&lt;/mfrac&gt;&lt;mo&gt;×&lt;/mo&gt;&lt;mfrac&gt;&lt;mn&gt;7&lt;/mn&gt;&lt;mn&gt;9&lt;/mn&gt;&lt;/mfrac&gt;&lt;/mtd&gt;&lt;/mtr&gt;&lt;mtr&gt;&lt;mtd&gt;&lt;mn&gt;2&lt;/mn&gt;&lt;mtext&gt;&lt;/mtext&gt;&lt;mo&gt;−&lt;/mo&gt;&lt;mtext&gt;&lt;/mtext&gt;&lt;mfrac&gt;&lt;mn&gt;21&lt;/mn&gt;&lt;mn&gt;36&lt;/mn&gt;&lt;/mfrac&gt;&lt;mtext&gt;&lt;/mtext&gt;&lt;mo&gt;=&lt;/mo&gt;&lt;mtext&gt;&lt;/mtext&gt;&lt;mfrac&gt;&lt;mn&gt;72&lt;/mn&gt;&lt;mn&gt;36&lt;/mn&gt;&lt;/mfrac&gt;&lt;mo&gt;−&lt;/mo&gt;&lt;mfrac&gt;&lt;mn&gt;21&lt;/mn&gt;&lt;mn&gt;36&lt;/mn&gt;&lt;/mfrac&gt;&lt;mo&gt;=&lt;/mo&gt;&lt;mfrac&gt;&lt;mn&gt;51&lt;/mn&gt;&lt;mn&gt;36&lt;/mn&gt;&lt;/mfrac&gt;&lt;mo&gt;=&lt;/mo&gt;&lt;mfrac&gt;&lt;mn&gt;17&lt;/mn&gt;&lt;mn&gt;12&lt;/mn&gt;&lt;/mfrac&gt;&lt;mo&gt;=&lt;/mo&gt;&lt;mn&gt;1&lt;/mn&gt;&lt;mfrac&gt;&lt;mn&gt;5&lt;/mn&gt;&lt;mn&gt;12&lt;/mn&gt;&lt;/mfrac&gt;&lt;/mtd&gt;&lt;/mtr&gt;&lt;/mtable&gt;&lt;/math&gt;" title="3 lines Line 1: 2 negative three fourths times the square root of 49 over 81 Line 2: 2 minus three fourths times seven ninths Line 3: 2 minus 21 over 36 equals 72 over 36 minus 21 over 36 equals 51 over 36 equals 17 over 12 equals 1 and 5 over 12"/>
          <p:cNvPicPr preferRelativeResize="0"/>
          <p:nvPr/>
        </p:nvPicPr>
        <p:blipFill>
          <a:blip r:embed="rId10">
            <a:alphaModFix/>
          </a:blip>
          <a:srcRect l="59900" t="66755" r="32407" b="-5515"/>
          <a:stretch>
            <a:fillRect/>
          </a:stretch>
        </p:blipFill>
        <p:spPr>
          <a:xfrm>
            <a:off x="2167743" y="9033822"/>
            <a:ext cx="358054" cy="63206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2" name="Google Shape;302;p22" descr="&lt;math xmlns=&quot;http://www.w3.org/1998/Math/MathML&quot; display=&quot;block&quot; data-is-equatio=&quot;1&quot; data-latex=&quot;\begin{array}{l}2\ -\frac{3}{4}\times\sqrt{\frac{49}{81}}\\&amp;#13;&amp;#10;2\ -\ \frac{3}{4}\times\frac{7}{9}\\&amp;#13;&amp;#10;2\ -\ \frac{21}{36}\ =\ \frac{72}{36}-\frac{21}{36}=\frac{51}{36}=\frac{17}{12}=1\frac{5}{12}\end{array}&quot;&gt;&lt;mtable columnalign=&quot;left&quot; columnspacing=&quot;1em&quot; rowspacing=&quot;4pt&quot;&gt;&lt;mtr&gt;&lt;mtd&gt;&lt;mn&gt;2&lt;/mn&gt;&lt;mtext&gt;&lt;/mtext&gt;&lt;mo&gt;−&lt;/mo&gt;&lt;mfrac&gt;&lt;mn&gt;3&lt;/mn&gt;&lt;mn&gt;4&lt;/mn&gt;&lt;/mfrac&gt;&lt;mo&gt;×&lt;/mo&gt;&lt;msqrt&gt;&lt;mfrac&gt;&lt;mn&gt;49&lt;/mn&gt;&lt;mn&gt;81&lt;/mn&gt;&lt;/mfrac&gt;&lt;/msqrt&gt;&lt;/mtd&gt;&lt;/mtr&gt;&lt;mtr&gt;&lt;mtd&gt;&lt;mn&gt;2&lt;/mn&gt;&lt;mtext&gt;&lt;/mtext&gt;&lt;mo&gt;−&lt;/mo&gt;&lt;mtext&gt;&lt;/mtext&gt;&lt;mfrac&gt;&lt;mn&gt;3&lt;/mn&gt;&lt;mn&gt;4&lt;/mn&gt;&lt;/mfrac&gt;&lt;mo&gt;×&lt;/mo&gt;&lt;mfrac&gt;&lt;mn&gt;7&lt;/mn&gt;&lt;mn&gt;9&lt;/mn&gt;&lt;/mfrac&gt;&lt;/mtd&gt;&lt;/mtr&gt;&lt;mtr&gt;&lt;mtd&gt;&lt;mn&gt;2&lt;/mn&gt;&lt;mtext&gt;&lt;/mtext&gt;&lt;mo&gt;−&lt;/mo&gt;&lt;mtext&gt;&lt;/mtext&gt;&lt;mfrac&gt;&lt;mn&gt;21&lt;/mn&gt;&lt;mn&gt;36&lt;/mn&gt;&lt;/mfrac&gt;&lt;mtext&gt;&lt;/mtext&gt;&lt;mo&gt;=&lt;/mo&gt;&lt;mtext&gt;&lt;/mtext&gt;&lt;mfrac&gt;&lt;mn&gt;72&lt;/mn&gt;&lt;mn&gt;36&lt;/mn&gt;&lt;/mfrac&gt;&lt;mo&gt;−&lt;/mo&gt;&lt;mfrac&gt;&lt;mn&gt;21&lt;/mn&gt;&lt;mn&gt;36&lt;/mn&gt;&lt;/mfrac&gt;&lt;mo&gt;=&lt;/mo&gt;&lt;mfrac&gt;&lt;mn&gt;51&lt;/mn&gt;&lt;mn&gt;36&lt;/mn&gt;&lt;/mfrac&gt;&lt;mo&gt;=&lt;/mo&gt;&lt;mfrac&gt;&lt;mn&gt;17&lt;/mn&gt;&lt;mn&gt;12&lt;/mn&gt;&lt;/mfrac&gt;&lt;mo&gt;=&lt;/mo&gt;&lt;mn&gt;1&lt;/mn&gt;&lt;mfrac&gt;&lt;mn&gt;5&lt;/mn&gt;&lt;mn&gt;12&lt;/mn&gt;&lt;/mfrac&gt;&lt;/mtd&gt;&lt;/mtr&gt;&lt;/mtable&gt;&lt;/math&gt;" title="3 lines Line 1: 2 negative three fourths times the square root of 49 over 81 Line 2: 2 minus three fourths times seven ninths Line 3: 2 minus 21 over 36 equals 72 over 36 minus 21 over 36 equals 51 over 36 equals 17 over 12 equals 1 and 5 over 12"/>
          <p:cNvPicPr preferRelativeResize="0"/>
          <p:nvPr/>
        </p:nvPicPr>
        <p:blipFill>
          <a:blip r:embed="rId10">
            <a:alphaModFix/>
          </a:blip>
          <a:srcRect l="68789" t="66755" r="-2360" b="-5515"/>
          <a:stretch>
            <a:fillRect/>
          </a:stretch>
        </p:blipFill>
        <p:spPr>
          <a:xfrm>
            <a:off x="2568653" y="9033822"/>
            <a:ext cx="1562522" cy="632060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22"/>
          <p:cNvSpPr txBox="1"/>
          <p:nvPr/>
        </p:nvSpPr>
        <p:spPr>
          <a:xfrm>
            <a:off x="4082268" y="7229397"/>
            <a:ext cx="471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/>
          </a:p>
        </p:txBody>
      </p:sp>
      <p:sp>
        <p:nvSpPr>
          <p:cNvPr id="304" name="Google Shape;304;p22"/>
          <p:cNvSpPr txBox="1"/>
          <p:nvPr/>
        </p:nvSpPr>
        <p:spPr>
          <a:xfrm>
            <a:off x="468000" y="7229397"/>
            <a:ext cx="471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/>
          </a:p>
        </p:txBody>
      </p:sp>
      <p:pic>
        <p:nvPicPr>
          <p:cNvPr id="305" name="Google Shape;305;p22" descr="&lt;math xmlns=&quot;http://www.w3.org/1998/Math/MathML&quot; display=&quot;block&quot; data-is-equatio=&quot;1&quot; data-latex=&quot;\begin{array}{l}\left(\frac{9}{10}\right)^2-2.5\div0.5\ \times2\\&amp;#13;&amp;#10;\frac{81}{100}-\frac{2.5}{0.5}\times2\\&amp;#13;&amp;#10;\frac{81}{100}-\frac{25}{5}\times2\\&amp;#13;&amp;#10;\frac{81}{100}-\frac{25\times2}{5}\\&amp;#13;&amp;#10;\frac{81}{100}-\frac{50}{5}\\&amp;#13;&amp;#10;\frac{81}{100}-\frac{1000}{100}=-\frac{919}{1000}\end{array}&quot;&gt;&lt;mtable columnalign=&quot;left&quot; columnspacing=&quot;1em&quot; rowspacing=&quot;4pt&quot;&gt;&lt;mtr&gt;&lt;mtd&gt;&lt;msup&gt;&lt;mrow data-mjx-texclass=&quot;INNER&quot;&gt;&lt;mo data-mjx-texclass=&quot;OPEN&quot;&gt;(&lt;/mo&gt;&lt;mfrac&gt;&lt;mn&gt;9&lt;/mn&gt;&lt;mn&gt;10&lt;/mn&gt;&lt;/mfrac&gt;&lt;mo data-mjx-texclass=&quot;CLOSE&quot;&gt;)&lt;/mo&gt;&lt;/mrow&gt;&lt;mn&gt;2&lt;/mn&gt;&lt;/msup&gt;&lt;mo&gt;−&lt;/mo&gt;&lt;mn&gt;2.5&lt;/mn&gt;&lt;mo&gt;÷&lt;/mo&gt;&lt;mn&gt;0.5&lt;/mn&gt;&lt;mtext&gt;&lt;/mtext&gt;&lt;mo&gt;×&lt;/mo&gt;&lt;mn&gt;2&lt;/mn&gt;&lt;/mtd&gt;&lt;/mtr&gt;&lt;mtr&gt;&lt;mtd&gt;&lt;mfrac&gt;&lt;mn&gt;81&lt;/mn&gt;&lt;mn&gt;100&lt;/mn&gt;&lt;/mfrac&gt;&lt;mo&gt;−&lt;/mo&gt;&lt;mfrac&gt;&lt;mn&gt;2.5&lt;/mn&gt;&lt;mn&gt;0.5&lt;/mn&gt;&lt;/mfrac&gt;&lt;mo&gt;×&lt;/mo&gt;&lt;mn&gt;2&lt;/mn&gt;&lt;/mtd&gt;&lt;/mtr&gt;&lt;mtr&gt;&lt;mtd&gt;&lt;mfrac&gt;&lt;mn&gt;81&lt;/mn&gt;&lt;mn&gt;100&lt;/mn&gt;&lt;/mfrac&gt;&lt;mo&gt;−&lt;/mo&gt;&lt;mfrac&gt;&lt;mn&gt;25&lt;/mn&gt;&lt;mn&gt;5&lt;/mn&gt;&lt;/mfrac&gt;&lt;mo&gt;×&lt;/mo&gt;&lt;mn&gt;2&lt;/mn&gt;&lt;/mtd&gt;&lt;/mtr&gt;&lt;mtr&gt;&lt;mtd&gt;&lt;mfrac&gt;&lt;mn&gt;81&lt;/mn&gt;&lt;mn&gt;100&lt;/mn&gt;&lt;/mfrac&gt;&lt;mo&gt;−&lt;/mo&gt;&lt;mfrac&gt;&lt;mrow&gt;&lt;mn&gt;25&lt;/mn&gt;&lt;mo&gt;×&lt;/mo&gt;&lt;mn&gt;2&lt;/mn&gt;&lt;/mrow&gt;&lt;mn&gt;5&lt;/mn&gt;&lt;/mfrac&gt;&lt;/mtd&gt;&lt;/mtr&gt;&lt;mtr&gt;&lt;mtd&gt;&lt;mfrac&gt;&lt;mn&gt;81&lt;/mn&gt;&lt;mn&gt;100&lt;/mn&gt;&lt;/mfrac&gt;&lt;mo&gt;−&lt;/mo&gt;&lt;mfrac&gt;&lt;mn&gt;50&lt;/mn&gt;&lt;mn&gt;5&lt;/mn&gt;&lt;/mfrac&gt;&lt;/mtd&gt;&lt;/mtr&gt;&lt;mtr&gt;&lt;mtd&gt;&lt;mfrac&gt;&lt;mn&gt;81&lt;/mn&gt;&lt;mn&gt;100&lt;/mn&gt;&lt;/mfrac&gt;&lt;mo&gt;−&lt;/mo&gt;&lt;mfrac&gt;&lt;mn&gt;1000&lt;/mn&gt;&lt;mn&gt;100&lt;/mn&gt;&lt;/mfrac&gt;&lt;mo&gt;=&lt;/mo&gt;&lt;mo&gt;−&lt;/mo&gt;&lt;mfrac&gt;&lt;mn&gt;919&lt;/mn&gt;&lt;mn&gt;1000&lt;/mn&gt;&lt;/mfrac&gt;&lt;/mtd&gt;&lt;/mtr&gt;&lt;/mtable&gt;&lt;/math&gt;" title="6 lines Line 1: nine tenths squared minus 2.5 divided by 0.5 times 2 Line 2: 81 over 100 minus 2.5 over 0.5 times 2 Line 3: 81 over 100 minus 25 over 5 times 2 Line 4: 81 over 100 minus the fraction with numerator 25 times 2 and denominator 5 Line 5: 81 over 100 minus 50 over 5 Line 6: 81 over 100 minus 1000 over 100 equals negative 919 over 1000"/>
          <p:cNvPicPr preferRelativeResize="0"/>
          <p:nvPr/>
        </p:nvPicPr>
        <p:blipFill>
          <a:blip r:embed="rId11">
            <a:alphaModFix/>
          </a:blip>
          <a:srcRect l="-4080" t="17197" r="4079" b="66140"/>
          <a:stretch>
            <a:fillRect/>
          </a:stretch>
        </p:blipFill>
        <p:spPr>
          <a:xfrm>
            <a:off x="4416227" y="7663874"/>
            <a:ext cx="2207255" cy="434473"/>
          </a:xfrm>
          <a:prstGeom prst="rect">
            <a:avLst/>
          </a:prstGeom>
          <a:noFill/>
          <a:ln>
            <a:noFill/>
          </a:ln>
        </p:spPr>
      </p:pic>
      <p:pic>
        <p:nvPicPr>
          <p:cNvPr id="306" name="Google Shape;306;p22" descr="&lt;math xmlns=&quot;http://www.w3.org/1998/Math/MathML&quot; display=&quot;block&quot; data-is-equatio=&quot;1&quot; data-latex=&quot;\begin{array}{l}\left(\frac{9}{10}\right)^2-2.5\div0.5\ \times2\\&amp;#13;&amp;#10;\frac{81}{100}-\frac{2.5}{0.5}\times2\\&amp;#13;&amp;#10;\frac{81}{100}-\frac{25}{5}\times2\\&amp;#13;&amp;#10;\frac{81}{100}-\frac{25\times2}{5}\\&amp;#13;&amp;#10;\frac{81}{100}-\frac{50}{5}\\&amp;#13;&amp;#10;\frac{81}{100}-\frac{1000}{100}=-\frac{919}{1000}\end{array}&quot;&gt;&lt;mtable columnalign=&quot;left&quot; columnspacing=&quot;1em&quot; rowspacing=&quot;4pt&quot;&gt;&lt;mtr&gt;&lt;mtd&gt;&lt;msup&gt;&lt;mrow data-mjx-texclass=&quot;INNER&quot;&gt;&lt;mo data-mjx-texclass=&quot;OPEN&quot;&gt;(&lt;/mo&gt;&lt;mfrac&gt;&lt;mn&gt;9&lt;/mn&gt;&lt;mn&gt;10&lt;/mn&gt;&lt;/mfrac&gt;&lt;mo data-mjx-texclass=&quot;CLOSE&quot;&gt;)&lt;/mo&gt;&lt;/mrow&gt;&lt;mn&gt;2&lt;/mn&gt;&lt;/msup&gt;&lt;mo&gt;−&lt;/mo&gt;&lt;mn&gt;2.5&lt;/mn&gt;&lt;mo&gt;÷&lt;/mo&gt;&lt;mn&gt;0.5&lt;/mn&gt;&lt;mtext&gt;&lt;/mtext&gt;&lt;mo&gt;×&lt;/mo&gt;&lt;mn&gt;2&lt;/mn&gt;&lt;/mtd&gt;&lt;/mtr&gt;&lt;mtr&gt;&lt;mtd&gt;&lt;mfrac&gt;&lt;mn&gt;81&lt;/mn&gt;&lt;mn&gt;100&lt;/mn&gt;&lt;/mfrac&gt;&lt;mo&gt;−&lt;/mo&gt;&lt;mfrac&gt;&lt;mn&gt;2.5&lt;/mn&gt;&lt;mn&gt;0.5&lt;/mn&gt;&lt;/mfrac&gt;&lt;mo&gt;×&lt;/mo&gt;&lt;mn&gt;2&lt;/mn&gt;&lt;/mtd&gt;&lt;/mtr&gt;&lt;mtr&gt;&lt;mtd&gt;&lt;mfrac&gt;&lt;mn&gt;81&lt;/mn&gt;&lt;mn&gt;100&lt;/mn&gt;&lt;/mfrac&gt;&lt;mo&gt;−&lt;/mo&gt;&lt;mfrac&gt;&lt;mn&gt;25&lt;/mn&gt;&lt;mn&gt;5&lt;/mn&gt;&lt;/mfrac&gt;&lt;mo&gt;×&lt;/mo&gt;&lt;mn&gt;2&lt;/mn&gt;&lt;/mtd&gt;&lt;/mtr&gt;&lt;mtr&gt;&lt;mtd&gt;&lt;mfrac&gt;&lt;mn&gt;81&lt;/mn&gt;&lt;mn&gt;100&lt;/mn&gt;&lt;/mfrac&gt;&lt;mo&gt;−&lt;/mo&gt;&lt;mfrac&gt;&lt;mrow&gt;&lt;mn&gt;25&lt;/mn&gt;&lt;mo&gt;×&lt;/mo&gt;&lt;mn&gt;2&lt;/mn&gt;&lt;/mrow&gt;&lt;mn&gt;5&lt;/mn&gt;&lt;/mfrac&gt;&lt;/mtd&gt;&lt;/mtr&gt;&lt;mtr&gt;&lt;mtd&gt;&lt;mfrac&gt;&lt;mn&gt;81&lt;/mn&gt;&lt;mn&gt;100&lt;/mn&gt;&lt;/mfrac&gt;&lt;mo&gt;−&lt;/mo&gt;&lt;mfrac&gt;&lt;mn&gt;50&lt;/mn&gt;&lt;mn&gt;5&lt;/mn&gt;&lt;/mfrac&gt;&lt;/mtd&gt;&lt;/mtr&gt;&lt;mtr&gt;&lt;mtd&gt;&lt;mfrac&gt;&lt;mn&gt;81&lt;/mn&gt;&lt;mn&gt;100&lt;/mn&gt;&lt;/mfrac&gt;&lt;mo&gt;−&lt;/mo&gt;&lt;mfrac&gt;&lt;mn&gt;1000&lt;/mn&gt;&lt;mn&gt;100&lt;/mn&gt;&lt;/mfrac&gt;&lt;mo&gt;=&lt;/mo&gt;&lt;mo&gt;−&lt;/mo&gt;&lt;mfrac&gt;&lt;mn&gt;919&lt;/mn&gt;&lt;mn&gt;1000&lt;/mn&gt;&lt;/mfrac&gt;&lt;/mtd&gt;&lt;/mtr&gt;&lt;/mtable&gt;&lt;/math&gt;" title="6 lines Line 1: nine tenths squared minus 2.5 divided by 0.5 times 2 Line 2: 81 over 100 minus 2.5 over 0.5 times 2 Line 3: 81 over 100 minus 25 over 5 times 2 Line 4: 81 over 100 minus the fraction with numerator 25 times 2 and denominator 5 Line 5: 81 over 100 minus 50 over 5 Line 6: 81 over 100 minus 1000 over 100 equals negative 919 over 1000"/>
          <p:cNvPicPr preferRelativeResize="0"/>
          <p:nvPr/>
        </p:nvPicPr>
        <p:blipFill>
          <a:blip r:embed="rId11">
            <a:alphaModFix/>
          </a:blip>
          <a:srcRect l="-6119" t="34459" r="33958" b="48877"/>
          <a:stretch>
            <a:fillRect/>
          </a:stretch>
        </p:blipFill>
        <p:spPr>
          <a:xfrm>
            <a:off x="4366900" y="8088549"/>
            <a:ext cx="1592807" cy="434473"/>
          </a:xfrm>
          <a:prstGeom prst="rect">
            <a:avLst/>
          </a:prstGeom>
          <a:noFill/>
          <a:ln>
            <a:noFill/>
          </a:ln>
        </p:spPr>
      </p:pic>
      <p:pic>
        <p:nvPicPr>
          <p:cNvPr id="307" name="Google Shape;307;p22" descr="&lt;math xmlns=&quot;http://www.w3.org/1998/Math/MathML&quot; display=&quot;block&quot; data-is-equatio=&quot;1&quot; data-latex=&quot;\begin{array}{l}\left(\frac{9}{10}\right)^2-\left(2.5\div0.5\right)\ \times2\\&amp;#13;&amp;#10;\frac{81}{100}-\frac{2.5}{0.5}\times2\\&amp;#13;&amp;#10;\frac{81}{100}-\frac{25}{5}\times2\\&amp;#13;&amp;#10;\frac{81}{100}-\frac{25\times2}{5}\\&amp;#13;&amp;#10;\frac{81}{100}-\frac{50}{5}\\&amp;#13;&amp;#10;\frac{81}{100}-\frac{1000}{100}=-\frac{919}{1000}\end{array}&quot;&gt;&lt;mtable columnalign=&quot;left&quot; columnspacing=&quot;1em&quot; rowspacing=&quot;4pt&quot;&gt;&lt;mtr&gt;&lt;mtd&gt;&lt;msup&gt;&lt;mrow data-mjx-texclass=&quot;INNER&quot;&gt;&lt;mo data-mjx-texclass=&quot;OPEN&quot;&gt;(&lt;/mo&gt;&lt;mfrac&gt;&lt;mn&gt;9&lt;/mn&gt;&lt;mn&gt;10&lt;/mn&gt;&lt;/mfrac&gt;&lt;mo data-mjx-texclass=&quot;CLOSE&quot;&gt;)&lt;/mo&gt;&lt;/mrow&gt;&lt;mn&gt;2&lt;/mn&gt;&lt;/msup&gt;&lt;mo&gt;−&lt;/mo&gt;&lt;mrow data-mjx-texclass=&quot;INNER&quot;&gt;&lt;mo data-mjx-texclass=&quot;OPEN&quot;&gt;(&lt;/mo&gt;&lt;mn&gt;2.5&lt;/mn&gt;&lt;mo&gt;÷&lt;/mo&gt;&lt;mn&gt;0.5&lt;/mn&gt;&lt;mo data-mjx-texclass=&quot;CLOSE&quot;&gt;)&lt;/mo&gt;&lt;/mrow&gt;&lt;mtext&gt;&lt;/mtext&gt;&lt;mo&gt;×&lt;/mo&gt;&lt;mn&gt;2&lt;/mn&gt;&lt;/mtd&gt;&lt;/mtr&gt;&lt;mtr&gt;&lt;mtd&gt;&lt;mfrac&gt;&lt;mn&gt;81&lt;/mn&gt;&lt;mn&gt;100&lt;/mn&gt;&lt;/mfrac&gt;&lt;mo&gt;−&lt;/mo&gt;&lt;mfrac&gt;&lt;mn&gt;2.5&lt;/mn&gt;&lt;mn&gt;0.5&lt;/mn&gt;&lt;/mfrac&gt;&lt;mo&gt;×&lt;/mo&gt;&lt;mn&gt;2&lt;/mn&gt;&lt;/mtd&gt;&lt;/mtr&gt;&lt;mtr&gt;&lt;mtd&gt;&lt;mfrac&gt;&lt;mn&gt;81&lt;/mn&gt;&lt;mn&gt;100&lt;/mn&gt;&lt;/mfrac&gt;&lt;mo&gt;−&lt;/mo&gt;&lt;mfrac&gt;&lt;mn&gt;25&lt;/mn&gt;&lt;mn&gt;5&lt;/mn&gt;&lt;/mfrac&gt;&lt;mo&gt;×&lt;/mo&gt;&lt;mn&gt;2&lt;/mn&gt;&lt;/mtd&gt;&lt;/mtr&gt;&lt;mtr&gt;&lt;mtd&gt;&lt;mfrac&gt;&lt;mn&gt;81&lt;/mn&gt;&lt;mn&gt;100&lt;/mn&gt;&lt;/mfrac&gt;&lt;mo&gt;−&lt;/mo&gt;&lt;mfrac&gt;&lt;mrow&gt;&lt;mn&gt;25&lt;/mn&gt;&lt;mo&gt;×&lt;/mo&gt;&lt;mn&gt;2&lt;/mn&gt;&lt;/mrow&gt;&lt;mn&gt;5&lt;/mn&gt;&lt;/mfrac&gt;&lt;/mtd&gt;&lt;/mtr&gt;&lt;mtr&gt;&lt;mtd&gt;&lt;mfrac&gt;&lt;mn&gt;81&lt;/mn&gt;&lt;mn&gt;100&lt;/mn&gt;&lt;/mfrac&gt;&lt;mo&gt;−&lt;/mo&gt;&lt;mfrac&gt;&lt;mn&gt;50&lt;/mn&gt;&lt;mn&gt;5&lt;/mn&gt;&lt;/mfrac&gt;&lt;/mtd&gt;&lt;/mtr&gt;&lt;mtr&gt;&lt;mtd&gt;&lt;mfrac&gt;&lt;mn&gt;81&lt;/mn&gt;&lt;mn&gt;100&lt;/mn&gt;&lt;/mfrac&gt;&lt;mo&gt;−&lt;/mo&gt;&lt;mfrac&gt;&lt;mn&gt;1000&lt;/mn&gt;&lt;mn&gt;100&lt;/mn&gt;&lt;/mfrac&gt;&lt;mo&gt;=&lt;/mo&gt;&lt;mo&gt;−&lt;/mo&gt;&lt;mfrac&gt;&lt;mn&gt;919&lt;/mn&gt;&lt;mn&gt;1000&lt;/mn&gt;&lt;/mfrac&gt;&lt;/mtd&gt;&lt;/mtr&gt;&lt;/mtable&gt;&lt;/math&gt;" title="6 lines Line 1: nine tenths squared minus open paren 2.5 divided by 0.5 close paren times 2 Line 2: 81 over 100 minus 2.5 over 0.5 times 2 Line 3: 81 over 100 minus 25 over 5 times 2 Line 4: 81 over 100 minus the fraction with numerator 25 times 2 and denominator 5 Line 5: 81 over 100 minus 50 over 5 Line 6: 81 over 100 minus 1000 over 100 equals negative 919 over 1000"/>
          <p:cNvPicPr preferRelativeResize="0"/>
          <p:nvPr/>
        </p:nvPicPr>
        <p:blipFill>
          <a:blip r:embed="rId12">
            <a:alphaModFix/>
          </a:blip>
          <a:srcRect b="84251"/>
          <a:stretch>
            <a:fillRect/>
          </a:stretch>
        </p:blipFill>
        <p:spPr>
          <a:xfrm>
            <a:off x="4466716" y="7229400"/>
            <a:ext cx="2556945" cy="434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8" name="Google Shape;308;p22" descr="&lt;math xmlns=&quot;http://www.w3.org/1998/Math/MathML&quot; display=&quot;block&quot; data-is-equatio=&quot;1&quot; data-latex=&quot;\begin{array}{l}\left(\frac{9}{10}\right)^2-2.5\div0.5\ \times2\\&amp;#13;&amp;#10;\frac{81}{100}-\frac{2.5}{0.5}\times2\\&amp;#13;&amp;#10;\frac{81}{100}-\frac{25}{5}\times2\\&amp;#13;&amp;#10;\frac{81}{100}-5\times2\\&amp;#13;&amp;#10;\frac{81}{100}-\frac{50}{5}\\&amp;#13;&amp;#10;\frac{81}{100}-10=-9\frac{19}{100}\end{array}&quot;&gt;&lt;mtable columnalign=&quot;left&quot; columnspacing=&quot;1em&quot; rowspacing=&quot;4pt&quot;&gt;&lt;mtr&gt;&lt;mtd&gt;&lt;msup&gt;&lt;mrow data-mjx-texclass=&quot;INNER&quot;&gt;&lt;mo data-mjx-texclass=&quot;OPEN&quot;&gt;(&lt;/mo&gt;&lt;mfrac&gt;&lt;mn&gt;9&lt;/mn&gt;&lt;mn&gt;10&lt;/mn&gt;&lt;/mfrac&gt;&lt;mo data-mjx-texclass=&quot;CLOSE&quot;&gt;)&lt;/mo&gt;&lt;/mrow&gt;&lt;mn&gt;2&lt;/mn&gt;&lt;/msup&gt;&lt;mo&gt;−&lt;/mo&gt;&lt;mn&gt;2.5&lt;/mn&gt;&lt;mo&gt;÷&lt;/mo&gt;&lt;mn&gt;0.5&lt;/mn&gt;&lt;mtext&gt;&lt;/mtext&gt;&lt;mo&gt;×&lt;/mo&gt;&lt;mn&gt;2&lt;/mn&gt;&lt;/mtd&gt;&lt;/mtr&gt;&lt;mtr&gt;&lt;mtd&gt;&lt;mfrac&gt;&lt;mn&gt;81&lt;/mn&gt;&lt;mn&gt;100&lt;/mn&gt;&lt;/mfrac&gt;&lt;mo&gt;−&lt;/mo&gt;&lt;mfrac&gt;&lt;mn&gt;2.5&lt;/mn&gt;&lt;mn&gt;0.5&lt;/mn&gt;&lt;/mfrac&gt;&lt;mo&gt;×&lt;/mo&gt;&lt;mn&gt;2&lt;/mn&gt;&lt;/mtd&gt;&lt;/mtr&gt;&lt;mtr&gt;&lt;mtd&gt;&lt;mfrac&gt;&lt;mn&gt;81&lt;/mn&gt;&lt;mn&gt;100&lt;/mn&gt;&lt;/mfrac&gt;&lt;mo&gt;−&lt;/mo&gt;&lt;mfrac&gt;&lt;mn&gt;25&lt;/mn&gt;&lt;mn&gt;5&lt;/mn&gt;&lt;/mfrac&gt;&lt;mo&gt;×&lt;/mo&gt;&lt;mn&gt;2&lt;/mn&gt;&lt;/mtd&gt;&lt;/mtr&gt;&lt;mtr&gt;&lt;mtd&gt;&lt;mfrac&gt;&lt;mn&gt;81&lt;/mn&gt;&lt;mn&gt;100&lt;/mn&gt;&lt;/mfrac&gt;&lt;mo&gt;−&lt;/mo&gt;&lt;mn&gt;5&lt;/mn&gt;&lt;mo&gt;×&lt;/mo&gt;&lt;mn&gt;2&lt;/mn&gt;&lt;/mtd&gt;&lt;/mtr&gt;&lt;mtr&gt;&lt;mtd&gt;&lt;mfrac&gt;&lt;mn&gt;81&lt;/mn&gt;&lt;mn&gt;100&lt;/mn&gt;&lt;/mfrac&gt;&lt;mo&gt;−&lt;/mo&gt;&lt;mfrac&gt;&lt;mn&gt;50&lt;/mn&gt;&lt;mn&gt;5&lt;/mn&gt;&lt;/mfrac&gt;&lt;/mtd&gt;&lt;/mtr&gt;&lt;mtr&gt;&lt;mtd&gt;&lt;mfrac&gt;&lt;mn&gt;81&lt;/mn&gt;&lt;mn&gt;100&lt;/mn&gt;&lt;/mfrac&gt;&lt;mo&gt;−&lt;/mo&gt;&lt;mn&gt;10&lt;/mn&gt;&lt;mo&gt;=&lt;/mo&gt;&lt;mo&gt;−&lt;/mo&gt;&lt;mn&gt;9&lt;/mn&gt;&lt;mfrac&gt;&lt;mn&gt;19&lt;/mn&gt;&lt;mn&gt;100&lt;/mn&gt;&lt;/mfrac&gt;&lt;/mtd&gt;&lt;/mtr&gt;&lt;/mtable&gt;&lt;/math&gt;" title="6 lines Line 1: nine tenths squared minus 2.5 divided by 0.5 times 2 Line 2: 81 over 100 minus 2.5 over 0.5 times 2 Line 3: 81 over 100 minus 25 over 5 times 2 Line 4: 81 over 100 minus 5 times 2 Line 5: 81 over 100 minus 50 over 5 Line 6: 81 over 100 minus 10 equals negative 9 and 19 over 100"/>
          <p:cNvPicPr preferRelativeResize="0"/>
          <p:nvPr/>
        </p:nvPicPr>
        <p:blipFill>
          <a:blip r:embed="rId13">
            <a:alphaModFix/>
          </a:blip>
          <a:srcRect t="51611" r="45746" b="32640"/>
          <a:stretch>
            <a:fillRect/>
          </a:stretch>
        </p:blipFill>
        <p:spPr>
          <a:xfrm>
            <a:off x="4520116" y="8596099"/>
            <a:ext cx="1207193" cy="412753"/>
          </a:xfrm>
          <a:prstGeom prst="rect">
            <a:avLst/>
          </a:prstGeom>
          <a:noFill/>
          <a:ln>
            <a:noFill/>
          </a:ln>
        </p:spPr>
      </p:pic>
      <p:pic>
        <p:nvPicPr>
          <p:cNvPr id="309" name="Google Shape;309;p22" descr="&lt;math xmlns=&quot;http://www.w3.org/1998/Math/MathML&quot; display=&quot;block&quot; data-is-equatio=&quot;1&quot; data-latex=&quot;\begin{array}{l}\left(\frac{9}{10}\right)^2-2.5\div0.5\ \times2\\&amp;#13;&amp;#10;\frac{81}{100}-\frac{2.5}{0.5}\times2\\&amp;#13;&amp;#10;\frac{81}{100}-\frac{25}{5}\times2\\&amp;#13;&amp;#10;\frac{81}{100}-5\times2\\&amp;#13;&amp;#10;\frac{81}{100}-\frac{50}{5}\\&amp;#13;&amp;#10;\frac{81}{100}-10=-9\frac{19}{100}\end{array}&quot;&gt;&lt;mtable columnalign=&quot;left&quot; columnspacing=&quot;1em&quot; rowspacing=&quot;4pt&quot;&gt;&lt;mtr&gt;&lt;mtd&gt;&lt;msup&gt;&lt;mrow data-mjx-texclass=&quot;INNER&quot;&gt;&lt;mo data-mjx-texclass=&quot;OPEN&quot;&gt;(&lt;/mo&gt;&lt;mfrac&gt;&lt;mn&gt;9&lt;/mn&gt;&lt;mn&gt;10&lt;/mn&gt;&lt;/mfrac&gt;&lt;mo data-mjx-texclass=&quot;CLOSE&quot;&gt;)&lt;/mo&gt;&lt;/mrow&gt;&lt;mn&gt;2&lt;/mn&gt;&lt;/msup&gt;&lt;mo&gt;−&lt;/mo&gt;&lt;mn&gt;2.5&lt;/mn&gt;&lt;mo&gt;÷&lt;/mo&gt;&lt;mn&gt;0.5&lt;/mn&gt;&lt;mtext&gt;&lt;/mtext&gt;&lt;mo&gt;×&lt;/mo&gt;&lt;mn&gt;2&lt;/mn&gt;&lt;/mtd&gt;&lt;/mtr&gt;&lt;mtr&gt;&lt;mtd&gt;&lt;mfrac&gt;&lt;mn&gt;81&lt;/mn&gt;&lt;mn&gt;100&lt;/mn&gt;&lt;/mfrac&gt;&lt;mo&gt;−&lt;/mo&gt;&lt;mfrac&gt;&lt;mn&gt;2.5&lt;/mn&gt;&lt;mn&gt;0.5&lt;/mn&gt;&lt;/mfrac&gt;&lt;mo&gt;×&lt;/mo&gt;&lt;mn&gt;2&lt;/mn&gt;&lt;/mtd&gt;&lt;/mtr&gt;&lt;mtr&gt;&lt;mtd&gt;&lt;mfrac&gt;&lt;mn&gt;81&lt;/mn&gt;&lt;mn&gt;100&lt;/mn&gt;&lt;/mfrac&gt;&lt;mo&gt;−&lt;/mo&gt;&lt;mfrac&gt;&lt;mn&gt;25&lt;/mn&gt;&lt;mn&gt;5&lt;/mn&gt;&lt;/mfrac&gt;&lt;mo&gt;×&lt;/mo&gt;&lt;mn&gt;2&lt;/mn&gt;&lt;/mtd&gt;&lt;/mtr&gt;&lt;mtr&gt;&lt;mtd&gt;&lt;mfrac&gt;&lt;mn&gt;81&lt;/mn&gt;&lt;mn&gt;100&lt;/mn&gt;&lt;/mfrac&gt;&lt;mo&gt;−&lt;/mo&gt;&lt;mn&gt;5&lt;/mn&gt;&lt;mo&gt;×&lt;/mo&gt;&lt;mn&gt;2&lt;/mn&gt;&lt;/mtd&gt;&lt;/mtr&gt;&lt;mtr&gt;&lt;mtd&gt;&lt;mfrac&gt;&lt;mn&gt;81&lt;/mn&gt;&lt;mn&gt;100&lt;/mn&gt;&lt;/mfrac&gt;&lt;mo&gt;−&lt;/mo&gt;&lt;mfrac&gt;&lt;mn&gt;50&lt;/mn&gt;&lt;mn&gt;5&lt;/mn&gt;&lt;/mfrac&gt;&lt;/mtd&gt;&lt;/mtr&gt;&lt;mtr&gt;&lt;mtd&gt;&lt;mfrac&gt;&lt;mn&gt;81&lt;/mn&gt;&lt;mn&gt;100&lt;/mn&gt;&lt;/mfrac&gt;&lt;mo&gt;−&lt;/mo&gt;&lt;mn&gt;10&lt;/mn&gt;&lt;mo&gt;=&lt;/mo&gt;&lt;mo&gt;−&lt;/mo&gt;&lt;mn&gt;9&lt;/mn&gt;&lt;mfrac&gt;&lt;mn&gt;19&lt;/mn&gt;&lt;mn&gt;100&lt;/mn&gt;&lt;/mfrac&gt;&lt;/mtd&gt;&lt;/mtr&gt;&lt;/mtable&gt;&lt;/math&gt;" title="6 lines Line 1: nine tenths squared minus 2.5 divided by 0.5 times 2 Line 2: 81 over 100 minus 2.5 over 0.5 times 2 Line 3: 81 over 100 minus 25 over 5 times 2 Line 4: 81 over 100 minus 5 times 2 Line 5: 81 over 100 minus 50 over 5 Line 6: 81 over 100 minus 10 equals negative 9 and 19 over 100"/>
          <p:cNvPicPr preferRelativeResize="0"/>
          <p:nvPr/>
        </p:nvPicPr>
        <p:blipFill>
          <a:blip r:embed="rId13">
            <a:alphaModFix/>
          </a:blip>
          <a:srcRect t="84871" r="17444" b="-618"/>
          <a:stretch>
            <a:fillRect/>
          </a:stretch>
        </p:blipFill>
        <p:spPr>
          <a:xfrm>
            <a:off x="4515109" y="9058772"/>
            <a:ext cx="1836931" cy="4127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3.12.14"/>
  <p:tag name="AS_TITLE" val="Aspose.Slides for .NET Standard 2.0"/>
  <p:tag name="AS_VERSION" val="23.12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28</Paragraphs>
  <Slides>3</Slides>
  <Notes>3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baseType="lpstr" size="10">
      <vt:lpstr>Arial</vt:lpstr>
      <vt:lpstr>Lexend</vt:lpstr>
      <vt:lpstr>Kalam</vt:lpstr>
      <vt:lpstr>Lexend Medium</vt:lpstr>
      <vt:lpstr>Lexend Light</vt:lpstr>
      <vt:lpstr>Calibri</vt:lpstr>
      <vt:lpstr>simple-light-2</vt:lpstr>
      <vt:lpstr>Priority of operations with positive and negative integers, decimals and fractions</vt:lpstr>
      <vt:lpstr>PowerPoint Presentation</vt:lpstr>
      <vt:lpstr>PowerPoint Presentation</vt:lpstr>
    </vt:vector>
  </TitlesOfParts>
  <LinksUpToDate>0</LinksUpToDate>
  <SharedDoc>0</SharedDoc>
  <HyperlinksChanged>0</HyperlinksChanged>
  <Application>Aspose.Slides for .NET</Application>
  <AppVersion>23.1200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2024-01-09T10:40:23.620</cp:lastPrinted>
  <dcterms:created xsi:type="dcterms:W3CDTF">2024-01-09T10:40:23Z</dcterms:created>
  <dcterms:modified xsi:type="dcterms:W3CDTF">2024-01-09T10:41:43Z</dcterms:modified>
</cp:coreProperties>
</file>