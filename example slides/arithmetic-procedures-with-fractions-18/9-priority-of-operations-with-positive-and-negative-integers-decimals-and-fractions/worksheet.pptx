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a3f648aa26_0_4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a3f648aa2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6354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Priority of operations with positive and negative integers, decimals and fractions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483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Reviewing priority of operations 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92375"/>
            <a:ext cx="662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following using the priority of operations, giving your answer in its simplest form where 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2315575"/>
            <a:ext cx="45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166" name="Google Shape;166;p20"/>
          <p:cNvSpPr txBox="1"/>
          <p:nvPr/>
        </p:nvSpPr>
        <p:spPr>
          <a:xfrm>
            <a:off x="2816386" y="2373065"/>
            <a:ext cx="45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167" name="Google Shape;167;p20"/>
          <p:cNvSpPr txBox="1"/>
          <p:nvPr/>
        </p:nvSpPr>
        <p:spPr>
          <a:xfrm>
            <a:off x="4877964" y="2373065"/>
            <a:ext cx="45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9}{10}+\frac{3}{4}\times\frac{2}{5}=\\&amp;#13;&amp;#10;\frac{9}{10\ }+\frac{6}{20}=\frac{9}{10}+\frac{3}{10}=\frac{12}{10}=\frac{6}{5}=1\frac{1}{5}\end{array}&quot;&gt;&lt;mtable columnalign=&quot;left&quot; columnspacing=&quot;1em&quot; rowspacing=&quot;4pt&quot;&gt;&lt;mtr&gt;&lt;mtd&gt;&lt;mfrac&gt;&lt;mn&gt;9&lt;/mn&gt;&lt;mn&gt;10&lt;/mn&gt;&lt;/mfrac&gt;&lt;mo&gt;+&lt;/mo&gt;&lt;mfrac&gt;&lt;mn&gt;3&lt;/mn&gt;&lt;mn&gt;4&lt;/mn&gt;&lt;/mfrac&gt;&lt;mo&gt;×&lt;/mo&gt;&lt;mfrac&gt;&lt;mn&gt;2&lt;/mn&gt;&lt;mn&gt;5&lt;/mn&gt;&lt;/mfrac&gt;&lt;mo&gt;=&lt;/mo&gt;&lt;/mtd&gt;&lt;/mtr&gt;&lt;mtr&gt;&lt;mtd&gt;&lt;mfrac&gt;&lt;mn&gt;9&lt;/mn&gt;&lt;mrow&gt;&lt;mn&gt;10&lt;/mn&gt;&lt;mtext&gt;&lt;/mtext&gt;&lt;/mrow&gt;&lt;/mfrac&gt;&lt;mo&gt;+&lt;/mo&gt;&lt;mfrac&gt;&lt;mn&gt;6&lt;/mn&gt;&lt;mn&gt;20&lt;/mn&gt;&lt;/mfrac&gt;&lt;mo&gt;=&lt;/mo&gt;&lt;mfrac&gt;&lt;mn&gt;9&lt;/mn&gt;&lt;mn&gt;10&lt;/mn&gt;&lt;/mfrac&gt;&lt;mo&gt;+&lt;/mo&gt;&lt;mfrac&gt;&lt;mn&gt;3&lt;/mn&gt;&lt;mn&gt;10&lt;/mn&gt;&lt;/mfrac&gt;&lt;mo&gt;=&lt;/mo&gt;&lt;mfrac&gt;&lt;mn&gt;12&lt;/mn&gt;&lt;mn&gt;10&lt;/mn&gt;&lt;/mfrac&gt;&lt;mo&gt;=&lt;/mo&gt;&lt;mfrac&gt;&lt;mn&gt;6&lt;/mn&gt;&lt;mn&gt;5&lt;/mn&gt;&lt;/mfrac&gt;&lt;mo&gt;=&lt;/mo&gt;&lt;mn&gt;1&lt;/mn&gt;&lt;mfrac&gt;&lt;mn&gt;1&lt;/mn&gt;&lt;mn&gt;5&lt;/mn&gt;&lt;/mfrac&gt;&lt;/mtd&gt;&lt;/mtr&gt;&lt;/mtable&gt;&lt;/math&gt;" id="168" name="Google Shape;168;p20" title="2 lines Line 1: nine tenths plus three fourths times two fifths equals Line 2: 9 over 10 plus 6 over 20 equals nine tenths plus three tenths equals twelve tenths equals six fifths equals 1 and one fifth"/>
          <p:cNvPicPr preferRelativeResize="0"/>
          <p:nvPr/>
        </p:nvPicPr>
        <p:blipFill rotWithShape="1">
          <a:blip r:embed="rId3">
            <a:alphaModFix/>
          </a:blip>
          <a:srcRect b="48924" l="0" r="67306" t="0"/>
          <a:stretch/>
        </p:blipFill>
        <p:spPr>
          <a:xfrm>
            <a:off x="808412" y="2363049"/>
            <a:ext cx="1659509" cy="569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15}-\frac{3}{5}\div\frac{9}{10}\\&amp;#13;&amp;#10;\frac{11}{15}-\frac{3}{5}\times\frac{10}{9}\\&amp;#13;&amp;#10;\frac{11}{15}-\frac{30}{45}=\frac{11}{15}-\frac{10}{15}=\frac{1}{15}\end{array}&quot;&gt;&lt;mtable columnalign=&quot;left&quot; columnspacing=&quot;1em&quot; rowspacing=&quot;4pt&quot;&gt;&lt;mtr&gt;&lt;mtd&gt;&lt;mfrac&gt;&lt;mn&gt;11&lt;/mn&gt;&lt;mn&gt;15&lt;/mn&gt;&lt;/mfrac&gt;&lt;mo&gt;−&lt;/mo&gt;&lt;mfrac&gt;&lt;mn&gt;3&lt;/mn&gt;&lt;mn&gt;5&lt;/mn&gt;&lt;/mfrac&gt;&lt;mo&gt;÷&lt;/mo&gt;&lt;mfrac&gt;&lt;mn&gt;9&lt;/mn&gt;&lt;mn&gt;10&lt;/mn&gt;&lt;/mfrac&gt;&lt;/mtd&gt;&lt;/mtr&gt;&lt;mtr&gt;&lt;mtd&gt;&lt;mfrac&gt;&lt;mn&gt;11&lt;/mn&gt;&lt;mn&gt;15&lt;/mn&gt;&lt;/mfrac&gt;&lt;mo&gt;−&lt;/mo&gt;&lt;mfrac&gt;&lt;mn&gt;3&lt;/mn&gt;&lt;mn&gt;5&lt;/mn&gt;&lt;/mfrac&gt;&lt;mo&gt;×&lt;/mo&gt;&lt;mfrac&gt;&lt;mn&gt;10&lt;/mn&gt;&lt;mn&gt;9&lt;/mn&gt;&lt;/mfrac&gt;&lt;/mtd&gt;&lt;/mtr&gt;&lt;mtr&gt;&lt;mtd&gt;&lt;mfrac&gt;&lt;mn&gt;11&lt;/mn&gt;&lt;mn&gt;15&lt;/mn&gt;&lt;/mfrac&gt;&lt;mo&gt;−&lt;/mo&gt;&lt;mfrac&gt;&lt;mn&gt;30&lt;/mn&gt;&lt;mn&gt;45&lt;/mn&gt;&lt;/mfrac&gt;&lt;mo&gt;=&lt;/mo&gt;&lt;mfrac&gt;&lt;mn&gt;11&lt;/mn&gt;&lt;mn&gt;15&lt;/mn&gt;&lt;/mfrac&gt;&lt;mo&gt;−&lt;/mo&gt;&lt;mfrac&gt;&lt;mn&gt;10&lt;/mn&gt;&lt;mn&gt;15&lt;/mn&gt;&lt;/mfrac&gt;&lt;mo&gt;=&lt;/mo&gt;&lt;mfrac&gt;&lt;mn&gt;1&lt;/mn&gt;&lt;mn&gt;15&lt;/mn&gt;&lt;/mfrac&gt;&lt;/mtd&gt;&lt;/mtr&gt;&lt;/mtable&gt;&lt;/math&gt;" id="169" name="Google Shape;169;p20" title="3 lines Line 1: 11 over 15 minus three fifths divided by nine tenths Line 2: 11 over 15 minus three fifths times ten ninths Line 3: 11 over 15 minus 30 over 45 equals 11 over 15 minus 10 over 15 equals 1 over 15"/>
          <p:cNvPicPr preferRelativeResize="0"/>
          <p:nvPr/>
        </p:nvPicPr>
        <p:blipFill rotWithShape="1">
          <a:blip r:embed="rId4">
            <a:alphaModFix/>
          </a:blip>
          <a:srcRect b="67781" l="0" r="48815" t="0"/>
          <a:stretch/>
        </p:blipFill>
        <p:spPr>
          <a:xfrm>
            <a:off x="3210980" y="2369670"/>
            <a:ext cx="1558371" cy="491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0"/>
          <p:cNvCxnSpPr/>
          <p:nvPr/>
        </p:nvCxnSpPr>
        <p:spPr>
          <a:xfrm>
            <a:off x="2835795" y="2383552"/>
            <a:ext cx="0" cy="231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0"/>
          <p:cNvCxnSpPr/>
          <p:nvPr/>
        </p:nvCxnSpPr>
        <p:spPr>
          <a:xfrm>
            <a:off x="4935454" y="2383552"/>
            <a:ext cx="0" cy="231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begin{array}{l}\frac{9}{10}\times\frac{1}{2}-\frac{3}{5}\div\frac{4}{5}\\&amp;#13;&amp;#10;\ \ \ \ \ \ \ \ \frac{9}{10}-\frac{3}{5}\times\frac{5}{4}\\&amp;#13;&amp;#10;\ \ \ \ \ \ \ \ \ \frac{9}{10}-\frac{15}{20}=\frac{18}{20}-\frac{15}{20}=\frac{3}{20}\end{array}&quot;&gt;&lt;mtable columnalign=&quot;left&quot; columnspacing=&quot;1em&quot; rowspacing=&quot;4pt&quot;&gt;&lt;mtr&gt;&lt;mtd&gt;&lt;mfrac&gt;&lt;mn&gt;9&lt;/mn&gt;&lt;mn&gt;10&lt;/mn&gt;&lt;/mfrac&gt;&lt;mo&gt;×&lt;/mo&gt;&lt;mfrac&gt;&lt;mn&gt;1&lt;/mn&gt;&lt;mn&gt;2&lt;/mn&gt;&lt;/mfrac&gt;&lt;mo&gt;−&lt;/mo&gt;&lt;mfrac&gt;&lt;mn&gt;3&lt;/mn&gt;&lt;mn&gt;5&lt;/mn&gt;&lt;/mfrac&gt;&lt;mo&gt;÷&lt;/mo&gt;&lt;mfrac&gt;&lt;mn&gt;4&lt;/mn&gt;&lt;mn&gt;5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9&lt;/mn&gt;&lt;mn&gt;10&lt;/mn&gt;&lt;/mfrac&gt;&lt;mo&gt;−&lt;/mo&gt;&lt;mfrac&gt;&lt;mn&gt;3&lt;/mn&gt;&lt;mn&gt;5&lt;/mn&gt;&lt;/mfrac&gt;&lt;mo&gt;×&lt;/mo&gt;&lt;mfrac&gt;&lt;mn&gt;5&lt;/mn&gt;&lt;mn&gt;4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0&lt;/mn&gt;&lt;/mfrac&gt;&lt;mo&gt;−&lt;/mo&gt;&lt;mfrac&gt;&lt;mn&gt;15&lt;/mn&gt;&lt;mn&gt;20&lt;/mn&gt;&lt;/mfrac&gt;&lt;mo&gt;=&lt;/mo&gt;&lt;mfrac&gt;&lt;mn&gt;18&lt;/mn&gt;&lt;mn&gt;20&lt;/mn&gt;&lt;/mfrac&gt;&lt;mo&gt;−&lt;/mo&gt;&lt;mfrac&gt;&lt;mn&gt;15&lt;/mn&gt;&lt;mn&gt;20&lt;/mn&gt;&lt;/mfrac&gt;&lt;mo&gt;=&lt;/mo&gt;&lt;mfrac&gt;&lt;mn&gt;3&lt;/mn&gt;&lt;mn&gt;20&lt;/mn&gt;&lt;/mfrac&gt;&lt;/mtd&gt;&lt;/mtr&gt;&lt;/mtable&gt;&lt;/math&gt;" id="172" name="Google Shape;172;p20" title="3 lines Line 1: nine tenths times one half minus three fifths divided by four fifths Line 2: nine tenths minus three fifths times five fourths Line 3: nine tenths minus 15 over 20 equals 18 over 20 minus 15 over 20 equals 3 over 20"/>
          <p:cNvPicPr preferRelativeResize="0"/>
          <p:nvPr/>
        </p:nvPicPr>
        <p:blipFill rotWithShape="1">
          <a:blip r:embed="rId5">
            <a:alphaModFix/>
          </a:blip>
          <a:srcRect b="65301" l="0" r="46351" t="0"/>
          <a:stretch/>
        </p:blipFill>
        <p:spPr>
          <a:xfrm>
            <a:off x="5229863" y="2383552"/>
            <a:ext cx="1862136" cy="49198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462350" y="5338475"/>
            <a:ext cx="6629700" cy="13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following using the priority of operations, giving your answer in its simplest form and a mixed number where 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\frac{1}{2}+\ 3\frac{2}{3}\times\frac{3}{4}\\&amp;#13;&amp;#10;\frac{5}{2}+\frac{11}{3}\times\frac{3}{4}\\&amp;#13;&amp;#10;\frac{5}{2}+\frac{33}{12}=\frac{30}{12}+\frac{33}{12}=\frac{63}{12}=\frac{21}{4}=4\frac{1}{4}\end{array}&quot;&gt;&lt;mtable columnalign=&quot;left&quot; columnspacing=&quot;1em&quot; rowspacing=&quot;4pt&quot;&gt;&lt;mtr&gt;&lt;mtd&gt;&lt;mn&gt;2&lt;/mn&gt;&lt;mfrac&gt;&lt;mn&gt;1&lt;/mn&gt;&lt;mn&gt;2&lt;/mn&gt;&lt;/mfrac&gt;&lt;mo&gt;+&lt;/mo&gt;&lt;mtext&gt;&lt;/mtext&gt;&lt;mn&gt;3&lt;/mn&gt;&lt;mfrac&gt;&lt;mn&gt;2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11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33&lt;/mn&gt;&lt;mn&gt;12&lt;/mn&gt;&lt;/mfrac&gt;&lt;mo&gt;=&lt;/mo&gt;&lt;mfrac&gt;&lt;mn&gt;30&lt;/mn&gt;&lt;mn&gt;12&lt;/mn&gt;&lt;/mfrac&gt;&lt;mo&gt;+&lt;/mo&gt;&lt;mfrac&gt;&lt;mn&gt;33&lt;/mn&gt;&lt;mn&gt;12&lt;/mn&gt;&lt;/mfrac&gt;&lt;mo&gt;=&lt;/mo&gt;&lt;mfrac&gt;&lt;mn&gt;63&lt;/mn&gt;&lt;mn&gt;12&lt;/mn&gt;&lt;/mfrac&gt;&lt;mo&gt;=&lt;/mo&gt;&lt;mfrac&gt;&lt;mn&gt;21&lt;/mn&gt;&lt;mn&gt;4&lt;/mn&gt;&lt;/mfrac&gt;&lt;mo&gt;=&lt;/mo&gt;&lt;mn&gt;4&lt;/mn&gt;&lt;mfrac&gt;&lt;mn&gt;1&lt;/mn&gt;&lt;mn&gt;4&lt;/mn&gt;&lt;/mfrac&gt;&lt;/mtd&gt;&lt;/mtr&gt;&lt;/mtable&gt;&lt;/math&gt;" id="174" name="Google Shape;174;p20" title="3 lines Line 1: 2 and one half plus 3 and two thirds times three fourths Line 2: five halves plus eleven thirds times three fourths Line 3: five halves plus 33 over 12 equals 30 over 12 plus 33 over 12 equals 63 over 12 equals 21 over 4 equals 4 and one fourth"/>
          <p:cNvPicPr preferRelativeResize="0"/>
          <p:nvPr/>
        </p:nvPicPr>
        <p:blipFill rotWithShape="1">
          <a:blip r:embed="rId6">
            <a:alphaModFix/>
          </a:blip>
          <a:srcRect b="68887" l="0" r="58362" t="0"/>
          <a:stretch/>
        </p:blipFill>
        <p:spPr>
          <a:xfrm>
            <a:off x="853950" y="6178376"/>
            <a:ext cx="1665604" cy="4271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/>
          <p:nvPr/>
        </p:nvCxnSpPr>
        <p:spPr>
          <a:xfrm>
            <a:off x="3747442" y="6197156"/>
            <a:ext cx="0" cy="2182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0"/>
          <p:cNvSpPr txBox="1"/>
          <p:nvPr/>
        </p:nvSpPr>
        <p:spPr>
          <a:xfrm>
            <a:off x="3732066" y="6132250"/>
            <a:ext cx="42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2\frac{1}{4}\times\frac{4}{5}-\frac{3}{5}\div1\frac{3}{10}\\&amp;#13;&amp;#10;\ \ \frac{9}{4}\times\frac{4}{5}-\frac{3}{5}\div\frac{13}{10}\\&amp;#13;&amp;#10;\ \ \ \frac{36}{20}-\frac{3}{5}\times\frac{10}{13}\\&amp;#13;&amp;#10;\ \ \ \ \ \frac{36}{20}-\frac{30}{65}=\frac{9}{5}-\frac{6}{13}=\frac{117}{65}-\frac{30}{65}=\frac{87}{65}=1\frac{22}{65}\end{array}&quot;&gt;&lt;mtable columnalign=&quot;left&quot; columnspacing=&quot;1em&quot; rowspacing=&quot;4pt&quot;&gt;&lt;mtr&gt;&lt;mtd&gt;&lt;mn&gt;2&lt;/mn&gt;&lt;mfrac&gt;&lt;mn&gt;1&lt;/mn&gt;&lt;mn&gt;4&lt;/mn&gt;&lt;/mfrac&gt;&lt;mo&gt;×&lt;/mo&gt;&lt;mfrac&gt;&lt;mn&gt;4&lt;/mn&gt;&lt;mn&gt;5&lt;/mn&gt;&lt;/mfrac&gt;&lt;mo&gt;−&lt;/mo&gt;&lt;mfrac&gt;&lt;mn&gt;3&lt;/mn&gt;&lt;mn&gt;5&lt;/mn&gt;&lt;/mfrac&gt;&lt;mo&gt;÷&lt;/mo&gt;&lt;mn&gt;1&lt;/mn&gt;&lt;mfrac&gt;&lt;mn&gt;3&lt;/mn&gt;&lt;mn&gt;10&lt;/mn&gt;&lt;/mfrac&gt;&lt;/mtd&gt;&lt;/mtr&gt;&lt;mtr&gt;&lt;mtd&gt;&lt;mtext&gt;&lt;/mtext&gt;&lt;mtext&gt;&lt;/mtext&gt;&lt;mfrac&gt;&lt;mn&gt;9&lt;/mn&gt;&lt;mn&gt;4&lt;/mn&gt;&lt;/mfrac&gt;&lt;mo&gt;×&lt;/mo&gt;&lt;mfrac&gt;&lt;mn&gt;4&lt;/mn&gt;&lt;mn&gt;5&lt;/mn&gt;&lt;/mfrac&gt;&lt;mo&gt;−&lt;/mo&gt;&lt;mfrac&gt;&lt;mn&gt;3&lt;/mn&gt;&lt;mn&gt;5&lt;/mn&gt;&lt;/mfrac&gt;&lt;mo&gt;÷&lt;/mo&gt;&lt;mfrac&gt;&lt;mn&gt;13&lt;/mn&gt;&lt;mn&gt;10&lt;/mn&gt;&lt;/mfrac&gt;&lt;/mtd&gt;&lt;/mtr&gt;&lt;mtr&gt;&lt;mtd&gt;&lt;mtext&gt;&lt;/mtext&gt;&lt;mtext&gt;&lt;/mtext&gt;&lt;mtext&gt;&lt;/mtext&gt;&lt;mfrac&gt;&lt;mn&gt;36&lt;/mn&gt;&lt;mn&gt;20&lt;/mn&gt;&lt;/mfrac&gt;&lt;mo&gt;−&lt;/mo&gt;&lt;mfrac&gt;&lt;mn&gt;3&lt;/mn&gt;&lt;mn&gt;5&lt;/mn&gt;&lt;/mfrac&gt;&lt;mo&gt;×&lt;/mo&gt;&lt;mfrac&gt;&lt;mn&gt;10&lt;/mn&gt;&lt;mn&gt;13&lt;/mn&gt;&lt;/mfrac&gt;&lt;/mtd&gt;&lt;/mtr&gt;&lt;mtr&gt;&lt;mtd&gt;&lt;mtext&gt;&lt;/mtext&gt;&lt;mtext&gt;&lt;/mtext&gt;&lt;mtext&gt;&lt;/mtext&gt;&lt;mtext&gt;&lt;/mtext&gt;&lt;mtext&gt;&lt;/mtext&gt;&lt;mfrac&gt;&lt;mn&gt;36&lt;/mn&gt;&lt;mn&gt;20&lt;/mn&gt;&lt;/mfrac&gt;&lt;mo&gt;−&lt;/mo&gt;&lt;mfrac&gt;&lt;mn&gt;30&lt;/mn&gt;&lt;mn&gt;65&lt;/mn&gt;&lt;/mfrac&gt;&lt;mo&gt;=&lt;/mo&gt;&lt;mfrac&gt;&lt;mn&gt;9&lt;/mn&gt;&lt;mn&gt;5&lt;/mn&gt;&lt;/mfrac&gt;&lt;mo&gt;−&lt;/mo&gt;&lt;mfrac&gt;&lt;mn&gt;6&lt;/mn&gt;&lt;mn&gt;13&lt;/mn&gt;&lt;/mfrac&gt;&lt;mo&gt;=&lt;/mo&gt;&lt;mfrac&gt;&lt;mn&gt;117&lt;/mn&gt;&lt;mn&gt;65&lt;/mn&gt;&lt;/mfrac&gt;&lt;mo&gt;−&lt;/mo&gt;&lt;mfrac&gt;&lt;mn&gt;30&lt;/mn&gt;&lt;mn&gt;65&lt;/mn&gt;&lt;/mfrac&gt;&lt;mo&gt;=&lt;/mo&gt;&lt;mfrac&gt;&lt;mn&gt;87&lt;/mn&gt;&lt;mn&gt;65&lt;/mn&gt;&lt;/mfrac&gt;&lt;mo&gt;=&lt;/mo&gt;&lt;mn&gt;1&lt;/mn&gt;&lt;mfrac&gt;&lt;mn&gt;22&lt;/mn&gt;&lt;mn&gt;65&lt;/mn&gt;&lt;/mfrac&gt;&lt;/mtd&gt;&lt;/mtr&gt;&lt;/mtable&gt;&lt;/math&gt;" id="177" name="Google Shape;177;p20" title="4 lines Line 1: 2 and one fourth times four fifths minus three fifths divided by 1 and three tenths Line 2: nine fourths times four fifths minus three fifths divided by thirteen tenths Line 3: 36 over 20 minus three fifths times 10 over 13 Line 4: 36 over 20 minus 30 over 65 equals nine fifths minus 6 over 13 equals 117 over 65 minus 30 over 65 equals 87 over 65 equals 1 and 22 over 65"/>
          <p:cNvPicPr preferRelativeResize="0"/>
          <p:nvPr/>
        </p:nvPicPr>
        <p:blipFill rotWithShape="1">
          <a:blip r:embed="rId7">
            <a:alphaModFix/>
          </a:blip>
          <a:srcRect b="77178" l="0" r="56941" t="0"/>
          <a:stretch/>
        </p:blipFill>
        <p:spPr>
          <a:xfrm>
            <a:off x="4145184" y="6132259"/>
            <a:ext cx="2090829" cy="4123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20"/>
          <p:cNvCxnSpPr/>
          <p:nvPr/>
        </p:nvCxnSpPr>
        <p:spPr>
          <a:xfrm>
            <a:off x="44220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Priority of operations with positive and negative integers, decimals and fractions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1057200"/>
            <a:ext cx="6624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to complete the calculation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720000"/>
            <a:ext cx="6624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Powers and roots of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5}-\frac{4}{5}\times\frac{2}{3}+\left(\frac{3}{5}\right)^2\\&amp;#13;&amp;#10;\frac{3}{5}-\frac{4}{5}\times\frac{2}{3}+\frac{9}{25}\\&amp;#13;&amp;#10;\frac{3}{5}-\frac{8}{15}+\frac{9}{25}\\&amp;#13;&amp;#10;\frac{3}{5}+\frac{9}{25}+\left(-\frac{8}{15}\right)\\&amp;#13;&amp;#10;\frac{90}{150}+\frac{54}{150}+\left(-\frac{80}{150}\right)=\frac{64}{150}=\frac{32}{75}\end{array}&quot;&gt;&lt;mtable columnalign=&quot;left&quot; columnspacing=&quot;1em&quot; rowspacing=&quot;4pt&quot;&gt;&lt;mtr&gt;&lt;mtd&gt;&lt;mfrac&gt;&lt;mn&gt;3&lt;/mn&gt;&lt;mn&gt;5&lt;/mn&gt;&lt;/mfrac&gt;&lt;mo&gt;−&lt;/mo&gt;&lt;mfrac&gt;&lt;mn&gt;4&lt;/mn&gt;&lt;mn&gt;5&lt;/mn&gt;&lt;/mfrac&gt;&lt;mo&gt;×&lt;/mo&gt;&lt;mfrac&gt;&lt;mn&gt;2&lt;/mn&gt;&lt;mn&gt;3&lt;/mn&gt;&lt;/mfrac&gt;&lt;mo&gt;+&lt;/mo&gt;&lt;msup&gt;&lt;mrow data-mjx-texclass=&quot;INNER&quot;&gt;&lt;mo data-mjx-texclass=&quot;OPEN&quot;&gt;(&lt;/mo&gt;&lt;mfrac&gt;&lt;mn&gt;3&lt;/mn&gt;&lt;mn&gt;5&lt;/mn&gt;&lt;/mfrac&gt;&lt;mo data-mjx-texclass=&quot;CLOSE&quot;&gt;)&lt;/mo&gt;&lt;/mrow&gt;&lt;mn&gt;2&lt;/mn&gt;&lt;/msup&gt;&lt;/mtd&gt;&lt;/mtr&gt;&lt;mtr&gt;&lt;mtd&gt;&lt;mfrac&gt;&lt;mn&gt;3&lt;/mn&gt;&lt;mn&gt;5&lt;/mn&gt;&lt;/mfrac&gt;&lt;mo&gt;−&lt;/mo&gt;&lt;mfrac&gt;&lt;mn&gt;4&lt;/mn&gt;&lt;mn&gt;5&lt;/mn&gt;&lt;/mfrac&gt;&lt;mo&gt;×&lt;/mo&gt;&lt;mfrac&gt;&lt;mn&gt;2&lt;/mn&gt;&lt;mn&gt;3&lt;/mn&gt;&lt;/mfrac&gt;&lt;mo&gt;+&lt;/mo&gt;&lt;mfrac&gt;&lt;mn&gt;9&lt;/mn&gt;&lt;mn&gt;25&lt;/mn&gt;&lt;/mfrac&gt;&lt;/mtd&gt;&lt;/mtr&gt;&lt;mtr&gt;&lt;mtd&gt;&lt;mfrac&gt;&lt;mn&gt;3&lt;/mn&gt;&lt;mn&gt;5&lt;/mn&gt;&lt;/mfrac&gt;&lt;mo&gt;−&lt;/mo&gt;&lt;mfrac&gt;&lt;mn&gt;8&lt;/mn&gt;&lt;mn&gt;15&lt;/mn&gt;&lt;/mfrac&gt;&lt;mo&gt;+&lt;/mo&gt;&lt;mfrac&gt;&lt;mn&gt;9&lt;/mn&gt;&lt;mn&gt;25&lt;/mn&gt;&lt;/mfrac&gt;&lt;/mtd&gt;&lt;/mtr&gt;&lt;mtr&gt;&lt;mtd&gt;&lt;mfrac&gt;&lt;mn&gt;3&lt;/mn&gt;&lt;mn&gt;5&lt;/mn&gt;&lt;/mfrac&gt;&lt;mo&gt;+&lt;/mo&gt;&lt;mfrac&gt;&lt;mn&gt;9&lt;/mn&gt;&lt;mn&gt;25&lt;/mn&gt;&lt;/mfrac&gt;&lt;mo&gt;+&lt;/mo&gt;&lt;mrow data-mjx-texclass=&quot;INNER&quot;&gt;&lt;mo data-mjx-texclass=&quot;OPEN&quot;&gt;(&lt;/mo&gt;&lt;mo&gt;−&lt;/mo&gt;&lt;mfrac&gt;&lt;mn&gt;8&lt;/mn&gt;&lt;mn&gt;15&lt;/mn&gt;&lt;/mfrac&gt;&lt;mo data-mjx-texclass=&quot;CLOSE&quot;&gt;)&lt;/mo&gt;&lt;/mrow&gt;&lt;/mtd&gt;&lt;/mtr&gt;&lt;mtr&gt;&lt;mtd&gt;&lt;mfrac&gt;&lt;mn&gt;90&lt;/mn&gt;&lt;mn&gt;150&lt;/mn&gt;&lt;/mfrac&gt;&lt;mo&gt;+&lt;/mo&gt;&lt;mfrac&gt;&lt;mn&gt;54&lt;/mn&gt;&lt;mn&gt;150&lt;/mn&gt;&lt;/mfrac&gt;&lt;mo&gt;+&lt;/mo&gt;&lt;mrow data-mjx-texclass=&quot;INNER&quot;&gt;&lt;mo data-mjx-texclass=&quot;OPEN&quot;&gt;(&lt;/mo&gt;&lt;mo&gt;−&lt;/mo&gt;&lt;mfrac&gt;&lt;mn&gt;80&lt;/mn&gt;&lt;mn&gt;150&lt;/mn&gt;&lt;/mfrac&gt;&lt;mo data-mjx-texclass=&quot;CLOSE&quot;&gt;)&lt;/mo&gt;&lt;/mrow&gt;&lt;mo&gt;=&lt;/mo&gt;&lt;mfrac&gt;&lt;mn&gt;64&lt;/mn&gt;&lt;mn&gt;150&lt;/mn&gt;&lt;/mfrac&gt;&lt;mo&gt;=&lt;/mo&gt;&lt;mfrac&gt;&lt;mn&gt;32&lt;/mn&gt;&lt;mn&gt;75&lt;/mn&gt;&lt;/mfrac&gt;&lt;/mtd&gt;&lt;/mtr&gt;&lt;/mtable&gt;&lt;/math&gt;" id="186" name="Google Shape;186;p21" title="5 lines Line 1: three fifths minus four fifths times two thirds plus three fifths squared Line 2: three fifths minus four fifths times two thirds plus 9 over 25 Line 3: three fifths minus 8 over 15 plus 9 over 25 Line 4: three fifths plus 9 over 25 plus open paren negative 8 over 15 close paren Line 5: 90 over 150 plus 54 over 150 plus open paren negative 80 over 150 close paren equals 64 over 150 equals 32 over 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305821"/>
            <a:ext cx="3495590" cy="23470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1937179" y="1804524"/>
            <a:ext cx="292800" cy="435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923284" y="2309802"/>
            <a:ext cx="292800" cy="435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1836753" y="2745640"/>
            <a:ext cx="292800" cy="435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514019" y="2309802"/>
            <a:ext cx="292800" cy="435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2197346" y="3235250"/>
            <a:ext cx="292800" cy="19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1175879" y="3235250"/>
            <a:ext cx="292800" cy="19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68000" y="3235250"/>
            <a:ext cx="292800" cy="19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923284" y="2772526"/>
            <a:ext cx="292800" cy="435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3015217" y="3235250"/>
            <a:ext cx="327900" cy="435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709788" y="3235242"/>
            <a:ext cx="292800" cy="435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3966350"/>
            <a:ext cx="66240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answer to the following, giving your answer in its simplest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id="198" name="Google Shape;198;p21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 rotWithShape="1">
          <a:blip r:embed="rId4">
            <a:alphaModFix/>
          </a:blip>
          <a:srcRect b="61993" l="0" r="46475" t="0"/>
          <a:stretch/>
        </p:blipFill>
        <p:spPr>
          <a:xfrm>
            <a:off x="2771663" y="4270200"/>
            <a:ext cx="2344780" cy="57966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/>
          <p:nvPr/>
        </p:nvSpPr>
        <p:spPr>
          <a:xfrm>
            <a:off x="468000" y="7669000"/>
            <a:ext cx="2588100" cy="21873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8000" y="7112775"/>
            <a:ext cx="66240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Lucas has made an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error and correctly complete the calculation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2}{3}+\sqrt{6\frac{1}{4}}\times\frac{3}{5}\\&amp;#13;&amp;#10;\frac{2}{3}+\sqrt{6}+\ \frac{1}{2}\times\frac{3}{5}\\&amp;#13;&amp;#10;\frac{2}{3}+\sqrt{6}+\frac{3}{10}\\&amp;#13;&amp;#10;\sqrt{6}+\frac{2}{3}+\frac{3}{10}=\\&amp;#13;&amp;#10;\sqrt{6}+\frac{20}{30}+\frac{9}{30}=\sqrt{6}\ \frac{29}{30}\end{array}&quot;&gt;&lt;mtable columnalign=&quot;left&quot; columnspacing=&quot;1em&quot; rowspacing=&quot;4pt&quot;&gt;&lt;mtr&gt;&lt;mtd&gt;&lt;mfrac&gt;&lt;mn&gt;2&lt;/mn&gt;&lt;mn&gt;3&lt;/mn&gt;&lt;/mfrac&gt;&lt;mo&gt;+&lt;/mo&gt;&lt;msqrt&gt;&lt;mn&gt;6&lt;/mn&gt;&lt;mfrac&gt;&lt;mn&gt;1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sqrt&gt;&lt;mn&gt;6&lt;/mn&gt;&lt;/msqrt&gt;&lt;mo&gt;+&lt;/mo&gt;&lt;mtext&gt;&lt;/mtext&gt;&lt;mfrac&gt;&lt;mn&gt;1&lt;/mn&gt;&lt;mn&gt;2&lt;/mn&gt;&lt;/mfrac&gt;&lt;mo&gt;×&lt;/mo&gt;&lt;mfrac&gt;&lt;mn&gt;3&lt;/mn&gt;&lt;mn&gt;5&lt;/mn&gt;&lt;/mfrac&gt;&lt;/mtd&gt;&lt;/mtr&gt;&lt;mtr&gt;&lt;mtd&gt;&lt;mfrac&gt;&lt;mn&gt;2&lt;/mn&gt;&lt;mn&gt;3&lt;/mn&gt;&lt;/mfrac&gt;&lt;mo&gt;+&lt;/mo&gt;&lt;msqrt&gt;&lt;mn&gt;6&lt;/mn&gt;&lt;/msqrt&gt;&lt;mo&gt;+&lt;/mo&gt;&lt;mfrac&gt;&lt;mn&gt;3&lt;/mn&gt;&lt;mn&gt;10&lt;/mn&gt;&lt;/mfrac&gt;&lt;/mtd&gt;&lt;/mtr&gt;&lt;mtr&gt;&lt;mtd&gt;&lt;msqrt&gt;&lt;mn&gt;6&lt;/mn&gt;&lt;/msqrt&gt;&lt;mo&gt;+&lt;/mo&gt;&lt;mfrac&gt;&lt;mn&gt;2&lt;/mn&gt;&lt;mn&gt;3&lt;/mn&gt;&lt;/mfrac&gt;&lt;mo&gt;+&lt;/mo&gt;&lt;mfrac&gt;&lt;mn&gt;3&lt;/mn&gt;&lt;mn&gt;10&lt;/mn&gt;&lt;/mfrac&gt;&lt;mo&gt;=&lt;/mo&gt;&lt;/mtd&gt;&lt;/mtr&gt;&lt;mtr&gt;&lt;mtd&gt;&lt;msqrt&gt;&lt;mn&gt;6&lt;/mn&gt;&lt;/msqrt&gt;&lt;mo&gt;+&lt;/mo&gt;&lt;mfrac&gt;&lt;mn&gt;20&lt;/mn&gt;&lt;mn&gt;30&lt;/mn&gt;&lt;/mfrac&gt;&lt;mo&gt;+&lt;/mo&gt;&lt;mfrac&gt;&lt;mn&gt;9&lt;/mn&gt;&lt;mn&gt;30&lt;/mn&gt;&lt;/mfrac&gt;&lt;mo&gt;=&lt;/mo&gt;&lt;msqrt&gt;&lt;mn&gt;6&lt;/mn&gt;&lt;/msqrt&gt;&lt;mtext&gt;&lt;/mtext&gt;&lt;mfrac&gt;&lt;mn&gt;29&lt;/mn&gt;&lt;mn&gt;30&lt;/mn&gt;&lt;/mfrac&gt;&lt;/mtd&gt;&lt;/mtr&gt;&lt;/mtable&gt;&lt;/math&gt;" id="201" name="Google Shape;201;p21" title="5 lines Line 1: two thirds plus the square root of 6 and one fourth times three fifths Line 2: two thirds plus the square root of 6 plus one half times three fifths Line 3: two thirds plus the square root of 6 plus three tenths Line 4: the square root of 6 plus two thirds plus three tenths equals Line 5: the square root of 6 plus 20 over 30 plus 9 over 30 equals the square root of 6 29 over 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841" y="7759678"/>
            <a:ext cx="2074252" cy="20058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1"/>
          <p:cNvCxnSpPr/>
          <p:nvPr/>
        </p:nvCxnSpPr>
        <p:spPr>
          <a:xfrm>
            <a:off x="44220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8" name="Google Shape;208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and negative integers, decimals and fractions</a:t>
            </a:r>
            <a:endParaRPr/>
          </a:p>
        </p:txBody>
      </p:sp>
      <p:sp>
        <p:nvSpPr>
          <p:cNvPr id="209" name="Google Shape;209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Powers and roots of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to complete the calculation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\ -\ \left(\frac{2}{5}\right)^2\times\sqrt{\frac{49}{100}}\\&amp;#13;&amp;#10;2\ -\frac{4}{25}\times\frac{7}{10}\\&amp;#13;&amp;#10;2\ -\ \frac{28}{250}\\&amp;#13;&amp;#10;\frac{500}{250}-\frac{28}{250}=\ \frac{472}{250}=\frac{236}{125}=1\frac{111}{125}\end{array}&quot;&gt;&lt;mtable columnalign=&quot;left&quot; columnspacing=&quot;1em&quot; rowspacing=&quot;4pt&quot;&gt;&lt;mtr&gt;&lt;mtd&gt;&lt;mn&gt;2&lt;/mn&gt;&lt;mtext&gt;&lt;/mtext&gt;&lt;mo&gt;−&lt;/mo&gt;&lt;mtext&gt;&lt;/mtext&gt;&lt;msup&gt;&lt;mrow data-mjx-texclass=&quot;INNER&quot;&gt;&lt;mo data-mjx-texclass=&quot;OPEN&quot;&gt;(&lt;/mo&gt;&lt;mfrac&gt;&lt;mn&gt;2&lt;/mn&gt;&lt;mn&gt;5&lt;/mn&gt;&lt;/mfrac&gt;&lt;mo data-mjx-texclass=&quot;CLOSE&quot;&gt;)&lt;/mo&gt;&lt;/mrow&gt;&lt;mn&gt;2&lt;/mn&gt;&lt;/msup&gt;&lt;mo&gt;×&lt;/mo&gt;&lt;msqrt&gt;&lt;mfrac&gt;&lt;mn&gt;49&lt;/mn&gt;&lt;mn&gt;100&lt;/mn&gt;&lt;/mfrac&gt;&lt;/msqrt&gt;&lt;/mtd&gt;&lt;/mtr&gt;&lt;mtr&gt;&lt;mtd&gt;&lt;mn&gt;2&lt;/mn&gt;&lt;mtext&gt;&lt;/mtext&gt;&lt;mo&gt;−&lt;/mo&gt;&lt;mfrac&gt;&lt;mn&gt;4&lt;/mn&gt;&lt;mn&gt;25&lt;/mn&gt;&lt;/mfrac&gt;&lt;mo&gt;×&lt;/mo&gt;&lt;mfrac&gt;&lt;mn&gt;7&lt;/mn&gt;&lt;mn&gt;10&lt;/mn&gt;&lt;/mfrac&gt;&lt;/mtd&gt;&lt;/mtr&gt;&lt;mtr&gt;&lt;mtd&gt;&lt;mn&gt;2&lt;/mn&gt;&lt;mtext&gt;&lt;/mtext&gt;&lt;mo&gt;−&lt;/mo&gt;&lt;mtext&gt;&lt;/mtext&gt;&lt;mfrac&gt;&lt;mn&gt;28&lt;/mn&gt;&lt;mn&gt;250&lt;/mn&gt;&lt;/mfrac&gt;&lt;/mtd&gt;&lt;/mtr&gt;&lt;mtr&gt;&lt;mtd&gt;&lt;mfrac&gt;&lt;mn&gt;500&lt;/mn&gt;&lt;mn&gt;250&lt;/mn&gt;&lt;/mfrac&gt;&lt;mo&gt;−&lt;/mo&gt;&lt;mfrac&gt;&lt;mn&gt;28&lt;/mn&gt;&lt;mn&gt;250&lt;/mn&gt;&lt;/mfrac&gt;&lt;mo&gt;=&lt;/mo&gt;&lt;mtext&gt;&lt;/mtext&gt;&lt;mfrac&gt;&lt;mn&gt;472&lt;/mn&gt;&lt;mn&gt;250&lt;/mn&gt;&lt;/mfrac&gt;&lt;mo&gt;=&lt;/mo&gt;&lt;mfrac&gt;&lt;mn&gt;236&lt;/mn&gt;&lt;mn&gt;125&lt;/mn&gt;&lt;/mfrac&gt;&lt;mo&gt;=&lt;/mo&gt;&lt;mn&gt;1&lt;/mn&gt;&lt;mfrac&gt;&lt;mn&gt;111&lt;/mn&gt;&lt;mn&gt;125&lt;/mn&gt;&lt;/mfrac&gt;&lt;/mtd&gt;&lt;/mtr&gt;&lt;/mtable&gt;&lt;/math&gt;" id="213" name="Google Shape;213;p22" title="4 lines Line 1: 2 minus two fifths squared times the square root of 49 over 100 Line 2: 2 negative 4 over 25 times seven tenths Line 3: 2 minus 28 over 250 Line 4: 500 over 250 minus 28 over 250 equals 472 over 250 equals 236 over 125 equals 1 and 111 over 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78600"/>
            <a:ext cx="3921400" cy="224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1043014" y="1932469"/>
            <a:ext cx="371400" cy="521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1704604" y="1932469"/>
            <a:ext cx="371400" cy="521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1121135" y="2482801"/>
            <a:ext cx="410100" cy="242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468000" y="3003112"/>
            <a:ext cx="410100" cy="242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239620" y="3010883"/>
            <a:ext cx="410100" cy="242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2172879" y="3010883"/>
            <a:ext cx="410100" cy="242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2999020" y="3010883"/>
            <a:ext cx="410100" cy="242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4012054" y="3043279"/>
            <a:ext cx="410100" cy="242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468000" y="3713450"/>
            <a:ext cx="662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answer to the following, ensuring to give your answer as a mixed number in its simplest form</a:t>
            </a:r>
            <a:endParaRPr sz="1200"/>
          </a:p>
        </p:txBody>
      </p:sp>
      <p:sp>
        <p:nvSpPr>
          <p:cNvPr id="223" name="Google Shape;223;p22"/>
          <p:cNvSpPr txBox="1"/>
          <p:nvPr/>
        </p:nvSpPr>
        <p:spPr>
          <a:xfrm>
            <a:off x="3918015" y="4323050"/>
            <a:ext cx="44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24" name="Google Shape;224;p22"/>
          <p:cNvSpPr txBox="1"/>
          <p:nvPr/>
        </p:nvSpPr>
        <p:spPr>
          <a:xfrm>
            <a:off x="469075" y="4323050"/>
            <a:ext cx="44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9}{10}+\left(2.4\ \div0.8\right)\ \times\frac{2}{3}\\&amp;#13;&amp;#10;\frac{9}{10}+\frac{2.4}{0.8}\times\frac{2}{3}\\&amp;#13;&amp;#10;\frac{9}{10}+\frac{24}{8}\times\frac{2}{3}\\&amp;#13;&amp;#10;\frac{9}{10}+\frac{48}{24}=\ \frac{9}{10}+2=2\frac{9}{10}\end{array}&quot;&gt;&lt;mtable columnalign=&quot;left&quot; columnspacing=&quot;1em&quot; rowspacing=&quot;4pt&quot;&gt;&lt;mtr&gt;&lt;mtd&gt;&lt;mfrac&gt;&lt;mn&gt;9&lt;/mn&gt;&lt;mn&gt;10&lt;/mn&gt;&lt;/mfrac&gt;&lt;mo&gt;+&lt;/mo&gt;&lt;mrow data-mjx-texclass=&quot;INNER&quot;&gt;&lt;mo data-mjx-texclass=&quot;OPEN&quot;&gt;(&lt;/mo&gt;&lt;mn&gt;2.4&lt;/mn&gt;&lt;mtext&gt;&lt;/mtext&gt;&lt;mo&gt;÷&lt;/mo&gt;&lt;mn&gt;0.8&lt;/mn&gt;&lt;mo data-mjx-texclass=&quot;CLOSE&quot;&gt;)&lt;/mo&gt;&lt;/mrow&gt;&lt;mtext&gt;&lt;/mtext&gt;&lt;mo&gt;×&lt;/mo&gt;&lt;mfrac&gt;&lt;mn&gt;2&lt;/mn&gt;&lt;mn&gt;3&lt;/mn&gt;&lt;/mfrac&gt;&lt;/mtd&gt;&lt;/mtr&gt;&lt;mtr&gt;&lt;mtd&gt;&lt;mfrac&gt;&lt;mn&gt;9&lt;/mn&gt;&lt;mn&gt;10&lt;/mn&gt;&lt;/mfrac&gt;&lt;mo&gt;+&lt;/mo&gt;&lt;mfrac&gt;&lt;mn&gt;2.4&lt;/mn&gt;&lt;mn&gt;0.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24&lt;/mn&gt;&lt;mn&gt;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48&lt;/mn&gt;&lt;mn&gt;24&lt;/mn&gt;&lt;/mfrac&gt;&lt;mo&gt;=&lt;/mo&gt;&lt;mtext&gt;&lt;/mtext&gt;&lt;mfrac&gt;&lt;mn&gt;9&lt;/mn&gt;&lt;mn&gt;10&lt;/mn&gt;&lt;/mfrac&gt;&lt;mo&gt;+&lt;/mo&gt;&lt;mn&gt;2&lt;/mn&gt;&lt;mo&gt;=&lt;/mo&gt;&lt;mn&gt;2&lt;/mn&gt;&lt;mfrac&gt;&lt;mn&gt;9&lt;/mn&gt;&lt;mn&gt;10&lt;/mn&gt;&lt;/mfrac&gt;&lt;/mtd&gt;&lt;/mtr&gt;&lt;/mtable&gt;&lt;/math&gt;" id="225" name="Google Shape;225;p22" title="4 lines Line 1: nine tenths plus open paren 2.4 division sign 0.8 close paren times two thirds Line 2: nine tenths plus 2.4 over 0.8 times two thirds Line 3: nine tenths plus 24 over 8 times two thirds Line 4: nine tenths plus 48 over 24 equals nine tenths plus 2 equals 2 and nine tenths"/>
          <p:cNvPicPr preferRelativeResize="0"/>
          <p:nvPr/>
        </p:nvPicPr>
        <p:blipFill rotWithShape="1">
          <a:blip r:embed="rId4">
            <a:alphaModFix/>
          </a:blip>
          <a:srcRect b="77957" l="0" r="0" t="0"/>
          <a:stretch/>
        </p:blipFill>
        <p:spPr>
          <a:xfrm>
            <a:off x="918534" y="4351858"/>
            <a:ext cx="2999482" cy="442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5+\left(3\div5\right)\ \times\left(0.3\ \div4\right)\\&amp;#13;&amp;#10;15+\frac{3}{5}\times\frac{0.3}{4}\\&amp;#13;&amp;#10;15+\frac{3}{5}\times\frac{30}{40}\\&amp;#13;&amp;#10;15+\frac{90}{200}=15+\frac{9}{20}=15\frac{9}{20}\end{array}&quot;&gt;&lt;mtable columnalign=&quot;left&quot; columnspacing=&quot;1em&quot; rowspacing=&quot;4pt&quot;&gt;&lt;mtr&gt;&lt;mtd&gt;&lt;mn&gt;15&lt;/mn&gt;&lt;mo&gt;+&lt;/mo&gt;&lt;mrow data-mjx-texclass=&quot;INNER&quot;&gt;&lt;mo data-mjx-texclass=&quot;OPEN&quot;&gt;(&lt;/mo&gt;&lt;mn&gt;3&lt;/mn&gt;&lt;mo&gt;÷&lt;/mo&gt;&lt;mn&gt;5&lt;/mn&gt;&lt;mo data-mjx-texclass=&quot;CLOSE&quot;&gt;)&lt;/mo&gt;&lt;/mrow&gt;&lt;mtext&gt;&lt;/mtext&gt;&lt;mo&gt;×&lt;/mo&gt;&lt;mrow data-mjx-texclass=&quot;INNER&quot;&gt;&lt;mo data-mjx-texclass=&quot;OPEN&quot;&gt;(&lt;/mo&gt;&lt;mn&gt;0.3&lt;/mn&gt;&lt;mtext&gt;&lt;/mtext&gt;&lt;mo&gt;÷&lt;/mo&gt;&lt;mn&gt;4&lt;/mn&gt;&lt;mo data-mjx-texclass=&quot;CLOSE&quot;&gt;)&lt;/mo&gt;&lt;/mrow&gt;&lt;/mtd&gt;&lt;/mtr&gt;&lt;mtr&gt;&lt;mtd&gt;&lt;mn&gt;15&lt;/mn&gt;&lt;mo&gt;+&lt;/mo&gt;&lt;mfrac&gt;&lt;mn&gt;3&lt;/mn&gt;&lt;mn&gt;5&lt;/mn&gt;&lt;/mfrac&gt;&lt;mo&gt;×&lt;/mo&gt;&lt;mfrac&gt;&lt;mn&gt;0.3&lt;/mn&gt;&lt;mn&gt;4&lt;/mn&gt;&lt;/mfrac&gt;&lt;/mtd&gt;&lt;/mtr&gt;&lt;mtr&gt;&lt;mtd&gt;&lt;mn&gt;15&lt;/mn&gt;&lt;mo&gt;+&lt;/mo&gt;&lt;mfrac&gt;&lt;mn&gt;3&lt;/mn&gt;&lt;mn&gt;5&lt;/mn&gt;&lt;/mfrac&gt;&lt;mo&gt;×&lt;/mo&gt;&lt;mfrac&gt;&lt;mn&gt;30&lt;/mn&gt;&lt;mn&gt;40&lt;/mn&gt;&lt;/mfrac&gt;&lt;/mtd&gt;&lt;/mtr&gt;&lt;mtr&gt;&lt;mtd&gt;&lt;mn&gt;15&lt;/mn&gt;&lt;mo&gt;+&lt;/mo&gt;&lt;mfrac&gt;&lt;mn&gt;90&lt;/mn&gt;&lt;mn&gt;200&lt;/mn&gt;&lt;/mfrac&gt;&lt;mo&gt;=&lt;/mo&gt;&lt;mn&gt;15&lt;/mn&gt;&lt;mo&gt;+&lt;/mo&gt;&lt;mfrac&gt;&lt;mn&gt;9&lt;/mn&gt;&lt;mn&gt;20&lt;/mn&gt;&lt;/mfrac&gt;&lt;mo&gt;=&lt;/mo&gt;&lt;mn&gt;15&lt;/mn&gt;&lt;mfrac&gt;&lt;mn&gt;9&lt;/mn&gt;&lt;mn&gt;20&lt;/mn&gt;&lt;/mfrac&gt;&lt;/mtd&gt;&lt;/mtr&gt;&lt;/mtable&gt;&lt;/math&gt;" id="226" name="Google Shape;226;p22" title="4 lines Line 1: 15 plus open paren 3 divided by 5 close paren times open paren 0.3 division sign 4 close paren Line 2: 15 plus three fifths times 0.3 over 4 Line 3: 15 plus three fifths times 30 over 40 Line 4: 15 plus 90 over 200 equals 15 plus 9 over 20 equals 15 and 9 over 20"/>
          <p:cNvPicPr preferRelativeResize="0"/>
          <p:nvPr/>
        </p:nvPicPr>
        <p:blipFill rotWithShape="1">
          <a:blip r:embed="rId5">
            <a:alphaModFix/>
          </a:blip>
          <a:srcRect b="82066" l="0" r="9239" t="0"/>
          <a:stretch/>
        </p:blipFill>
        <p:spPr>
          <a:xfrm>
            <a:off x="4303417" y="4408654"/>
            <a:ext cx="2532208" cy="28119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469075" y="6742525"/>
            <a:ext cx="6624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answer to the following, ensuring to give your answer as a mixed number in its simplest form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\ -\frac{3}{4}\times\sqrt{\frac{49}{81}}\\&amp;#13;&amp;#10;2\ -\ \frac{3}{4}\times\frac{7}{9}\\&amp;#13;&amp;#10;2\ -\ \frac{21}{36}\ =\ \frac{72}{36}-\frac{21}{36}=\frac{51}{36}=\frac{17}{12}=1\frac{5}{12}\end{array}&quot;&gt;&lt;mtable columnalign=&quot;left&quot; columnspacing=&quot;1em&quot; rowspacing=&quot;4pt&quot;&gt;&lt;mtr&gt;&lt;mtd&gt;&lt;mn&gt;2&lt;/mn&gt;&lt;mtext&gt;&lt;/mtext&gt;&lt;mo&gt;−&lt;/mo&gt;&lt;mfrac&gt;&lt;mn&gt;3&lt;/mn&gt;&lt;mn&gt;4&lt;/mn&gt;&lt;/mfrac&gt;&lt;mo&gt;×&lt;/mo&gt;&lt;msqrt&gt;&lt;mfrac&gt;&lt;mn&gt;49&lt;/mn&gt;&lt;mn&gt;81&lt;/mn&gt;&lt;/mfrac&gt;&lt;/msqrt&gt;&lt;/mtd&gt;&lt;/mtr&gt;&lt;mtr&gt;&lt;mtd&gt;&lt;mn&gt;2&lt;/mn&gt;&lt;mtext&gt;&lt;/mtext&gt;&lt;mo&gt;−&lt;/mo&gt;&lt;mtext&gt;&lt;/mtext&gt;&lt;mfrac&gt;&lt;mn&gt;3&lt;/mn&gt;&lt;mn&gt;4&lt;/mn&gt;&lt;/mfrac&gt;&lt;mo&gt;×&lt;/mo&gt;&lt;mfrac&gt;&lt;mn&gt;7&lt;/mn&gt;&lt;mn&gt;9&lt;/mn&gt;&lt;/mfrac&gt;&lt;/mtd&gt;&lt;/mtr&gt;&lt;mtr&gt;&lt;mtd&gt;&lt;mn&gt;2&lt;/mn&gt;&lt;mtext&gt;&lt;/mtext&gt;&lt;mo&gt;−&lt;/mo&gt;&lt;mtext&gt;&lt;/mtext&gt;&lt;mfrac&gt;&lt;mn&gt;21&lt;/mn&gt;&lt;mn&gt;36&lt;/mn&gt;&lt;/mfrac&gt;&lt;mtext&gt;&lt;/mtext&gt;&lt;mo&gt;=&lt;/mo&gt;&lt;mtext&gt;&lt;/mtext&gt;&lt;mfrac&gt;&lt;mn&gt;72&lt;/mn&gt;&lt;mn&gt;36&lt;/mn&gt;&lt;/mfrac&gt;&lt;mo&gt;−&lt;/mo&gt;&lt;mfrac&gt;&lt;mn&gt;21&lt;/mn&gt;&lt;mn&gt;36&lt;/mn&gt;&lt;/mfrac&gt;&lt;mo&gt;=&lt;/mo&gt;&lt;mfrac&gt;&lt;mn&gt;51&lt;/mn&gt;&lt;mn&gt;36&lt;/mn&gt;&lt;/mfrac&gt;&lt;mo&gt;=&lt;/mo&gt;&lt;mfrac&gt;&lt;mn&gt;17&lt;/mn&gt;&lt;mn&gt;12&lt;/mn&gt;&lt;/mfrac&gt;&lt;mo&gt;=&lt;/mo&gt;&lt;mn&gt;1&lt;/mn&gt;&lt;mfrac&gt;&lt;mn&gt;5&lt;/mn&gt;&lt;mn&gt;12&lt;/mn&gt;&lt;/mfrac&gt;&lt;/mtd&gt;&lt;/mtr&gt;&lt;/mtable&gt;&lt;/math&gt;" id="228" name="Google Shape;228;p22" title="3 lines Line 1: 2 negative three fourths times the square root of 49 over 81 Line 2: 2 minus three fourths times seven ninths Line 3: 2 minus 21 over 36 equals 72 over 36 minus 21 over 36 equals 51 over 36 equals 17 over 12 equals 1 and 5 over 12"/>
          <p:cNvPicPr preferRelativeResize="0"/>
          <p:nvPr/>
        </p:nvPicPr>
        <p:blipFill rotWithShape="1">
          <a:blip r:embed="rId6">
            <a:alphaModFix/>
          </a:blip>
          <a:srcRect b="61238" l="0" r="61152" t="0"/>
          <a:stretch/>
        </p:blipFill>
        <p:spPr>
          <a:xfrm>
            <a:off x="891755" y="7324060"/>
            <a:ext cx="1808088" cy="63206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4082268" y="7229397"/>
            <a:ext cx="47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30" name="Google Shape;230;p22"/>
          <p:cNvSpPr txBox="1"/>
          <p:nvPr/>
        </p:nvSpPr>
        <p:spPr>
          <a:xfrm>
            <a:off x="468000" y="7229397"/>
            <a:ext cx="47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left(\frac{9}{10}\right)^2-\left(2.5\div0.5\right)\ \times2\\&amp;#13;&amp;#10;\frac{81}{100}-\frac{2.5}{0.5}\times2\\&amp;#13;&amp;#10;\frac{81}{100}-\frac{25}{5}\times2\\&amp;#13;&amp;#10;\frac{81}{100}-\frac{25\times2}{5}\\&amp;#13;&amp;#10;\frac{81}{100}-\frac{50}{5}\\&amp;#13;&amp;#10;\frac{81}{100}-\frac{1000}{100}=-\frac{919}{1000}\end{array}&quot;&gt;&lt;mtable columnalign=&quot;left&quot; columnspacing=&quot;1em&quot; rowspacing=&quot;4pt&quot;&gt;&lt;mtr&gt;&lt;mtd&gt;&lt;msup&gt;&lt;mrow data-mjx-texclass=&quot;INNER&quot;&gt;&lt;mo data-mjx-texclass=&quot;OPEN&quot;&gt;(&lt;/mo&gt;&lt;mfrac&gt;&lt;mn&gt;9&lt;/mn&gt;&lt;mn&gt;10&lt;/mn&gt;&lt;/mfrac&gt;&lt;mo data-mjx-texclass=&quot;CLOSE&quot;&gt;)&lt;/mo&gt;&lt;/mrow&gt;&lt;mn&gt;2&lt;/mn&gt;&lt;/msup&gt;&lt;mo&gt;−&lt;/mo&gt;&lt;mrow data-mjx-texclass=&quot;INNER&quot;&gt;&lt;mo data-mjx-texclass=&quot;OPEN&quot;&gt;(&lt;/mo&gt;&lt;mn&gt;2.5&lt;/mn&gt;&lt;mo&gt;÷&lt;/mo&gt;&lt;mn&gt;0.5&lt;/mn&gt;&lt;mo data-mjx-texclass=&quot;CLOSE&quot;&gt;)&lt;/mo&gt;&lt;/mrow&gt;&lt;mtext&gt;&lt;/mtext&gt;&lt;mo&gt;×&lt;/mo&gt;&lt;mn&gt;2&lt;/mn&gt;&lt;/mtd&gt;&lt;/mtr&gt;&lt;mtr&gt;&lt;mtd&gt;&lt;mfrac&gt;&lt;mn&gt;81&lt;/mn&gt;&lt;mn&gt;100&lt;/mn&gt;&lt;/mfrac&gt;&lt;mo&gt;−&lt;/mo&gt;&lt;mfrac&gt;&lt;mn&gt;2.5&lt;/mn&gt;&lt;mn&gt;0.5&lt;/mn&gt;&lt;/mfrac&gt;&lt;mo&gt;×&lt;/mo&gt;&lt;mn&gt;2&lt;/mn&gt;&lt;/mtd&gt;&lt;/mtr&gt;&lt;mtr&gt;&lt;mtd&gt;&lt;mfrac&gt;&lt;mn&gt;81&lt;/mn&gt;&lt;mn&gt;100&lt;/mn&gt;&lt;/mfrac&gt;&lt;mo&gt;−&lt;/mo&gt;&lt;mfrac&gt;&lt;mn&gt;25&lt;/mn&gt;&lt;mn&gt;5&lt;/mn&gt;&lt;/mfrac&gt;&lt;mo&gt;×&lt;/mo&gt;&lt;mn&gt;2&lt;/mn&gt;&lt;/mtd&gt;&lt;/mtr&gt;&lt;mtr&gt;&lt;mtd&gt;&lt;mfrac&gt;&lt;mn&gt;81&lt;/mn&gt;&lt;mn&gt;100&lt;/mn&gt;&lt;/mfrac&gt;&lt;mo&gt;−&lt;/mo&gt;&lt;mfrac&gt;&lt;mrow&gt;&lt;mn&gt;25&lt;/mn&gt;&lt;mo&gt;×&lt;/mo&gt;&lt;mn&gt;2&lt;/mn&gt;&lt;/mrow&gt;&lt;mn&gt;5&lt;/mn&gt;&lt;/mfrac&gt;&lt;/mtd&gt;&lt;/mtr&gt;&lt;mtr&gt;&lt;mtd&gt;&lt;mfrac&gt;&lt;mn&gt;81&lt;/mn&gt;&lt;mn&gt;100&lt;/mn&gt;&lt;/mfrac&gt;&lt;mo&gt;−&lt;/mo&gt;&lt;mfrac&gt;&lt;mn&gt;50&lt;/mn&gt;&lt;mn&gt;5&lt;/mn&gt;&lt;/mfrac&gt;&lt;/mtd&gt;&lt;/mtr&gt;&lt;mtr&gt;&lt;mtd&gt;&lt;mfrac&gt;&lt;mn&gt;81&lt;/mn&gt;&lt;mn&gt;100&lt;/mn&gt;&lt;/mfrac&gt;&lt;mo&gt;−&lt;/mo&gt;&lt;mfrac&gt;&lt;mn&gt;1000&lt;/mn&gt;&lt;mn&gt;100&lt;/mn&gt;&lt;/mfrac&gt;&lt;mo&gt;=&lt;/mo&gt;&lt;mo&gt;−&lt;/mo&gt;&lt;mfrac&gt;&lt;mn&gt;919&lt;/mn&gt;&lt;mn&gt;1000&lt;/mn&gt;&lt;/mfrac&gt;&lt;/mtd&gt;&lt;/mtr&gt;&lt;/mtable&gt;&lt;/math&gt;" id="231" name="Google Shape;231;p22" title="6 lines Line 1: nine tenths squared minus open paren 2.5 divided by 0.5 close paren times 2 Line 2: 81 over 100 minus 2.5 over 0.5 times 2 Line 3: 81 over 100 minus 25 over 5 times 2 Line 4: 81 over 100 minus the fraction with numerator 25 times 2 and denominator 5 Line 5: 81 over 100 minus 50 over 5 Line 6: 81 over 100 minus 1000 over 100 equals negative 919 over 1000"/>
          <p:cNvPicPr preferRelativeResize="0"/>
          <p:nvPr/>
        </p:nvPicPr>
        <p:blipFill rotWithShape="1">
          <a:blip r:embed="rId7">
            <a:alphaModFix/>
          </a:blip>
          <a:srcRect b="84251" l="0" r="0" t="0"/>
          <a:stretch/>
        </p:blipFill>
        <p:spPr>
          <a:xfrm>
            <a:off x="4466716" y="7229400"/>
            <a:ext cx="2556945" cy="4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