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B64889-B26F-475C-AF84-3B210C2DAFF2}">
  <a:tblStyle styleId="{A7B64889-B26F-475C-AF84-3B210C2DAF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multiplication with fractions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7462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Exploring the area model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33825"/>
            <a:ext cx="66240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Each of the large squares have an area of 1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For each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quare: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Label the dimensions of the shaded rectangle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the calculation represented by the area of the shaded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Work out the area of the square that is shaded.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4797302" y="33377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{A7B64889-B26F-475C-AF84-3B210C2DAFF2}</a:tableStyleId>
              </a:tblPr>
              <a:tblGrid>
                <a:gridCol w="262900"/>
                <a:gridCol w="262900"/>
                <a:gridCol w="262900"/>
              </a:tblGrid>
              <a:tr h="1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/>
          <p:nvPr/>
        </p:nvGraphicFramePr>
        <p:xfrm>
          <a:off x="6173600" y="33183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{A7B64889-B26F-475C-AF84-3B210C2DAFF2}</a:tableStyleId>
              </a:tblPr>
              <a:tblGrid>
                <a:gridCol w="262925"/>
                <a:gridCol w="262925"/>
                <a:gridCol w="262925"/>
              </a:tblGrid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/>
          <p:nvPr/>
        </p:nvGraphicFramePr>
        <p:xfrm>
          <a:off x="683253" y="3330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{A7B64889-B26F-475C-AF84-3B210C2DAFF2}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</a:tblGrid>
              <a:tr h="37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" name="Google Shape;178;p20"/>
          <p:cNvGraphicFramePr/>
          <p:nvPr/>
        </p:nvGraphicFramePr>
        <p:xfrm>
          <a:off x="2069339" y="33528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{A7B64889-B26F-475C-AF84-3B210C2DAFF2}</a:tableStyleId>
              </a:tblPr>
              <a:tblGrid>
                <a:gridCol w="394375"/>
                <a:gridCol w="394375"/>
              </a:tblGrid>
              <a:tr h="18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9" name="Google Shape;179;p20"/>
          <p:cNvGraphicFramePr/>
          <p:nvPr/>
        </p:nvGraphicFramePr>
        <p:xfrm>
          <a:off x="3364179" y="33304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{A7B64889-B26F-475C-AF84-3B210C2DAFF2}</a:tableStyleId>
              </a:tblPr>
              <a:tblGrid>
                <a:gridCol w="200000"/>
                <a:gridCol w="200000"/>
                <a:gridCol w="200000"/>
                <a:gridCol w="200000"/>
                <a:gridCol w="200000"/>
              </a:tblGrid>
              <a:tr h="26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80" name="Google Shape;180;p20"/>
          <p:cNvCxnSpPr/>
          <p:nvPr/>
        </p:nvCxnSpPr>
        <p:spPr>
          <a:xfrm>
            <a:off x="694039" y="3277051"/>
            <a:ext cx="593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2065947" y="3286526"/>
            <a:ext cx="395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3333685" y="3279276"/>
            <a:ext cx="86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" name="Google Shape;183;p20"/>
          <p:cNvCxnSpPr/>
          <p:nvPr/>
        </p:nvCxnSpPr>
        <p:spPr>
          <a:xfrm>
            <a:off x="4783029" y="3286526"/>
            <a:ext cx="531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" name="Google Shape;184;p20"/>
          <p:cNvCxnSpPr/>
          <p:nvPr/>
        </p:nvCxnSpPr>
        <p:spPr>
          <a:xfrm>
            <a:off x="6173599" y="3267151"/>
            <a:ext cx="536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4737823" y="3344174"/>
            <a:ext cx="0" cy="58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6" name="Google Shape;186;p20"/>
          <p:cNvCxnSpPr/>
          <p:nvPr/>
        </p:nvCxnSpPr>
        <p:spPr>
          <a:xfrm>
            <a:off x="635119" y="3334699"/>
            <a:ext cx="0" cy="392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2023792" y="3344174"/>
            <a:ext cx="0" cy="58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" name="Google Shape;188;p20"/>
          <p:cNvCxnSpPr/>
          <p:nvPr/>
        </p:nvCxnSpPr>
        <p:spPr>
          <a:xfrm>
            <a:off x="3304812" y="3336924"/>
            <a:ext cx="0" cy="26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6118396" y="3324799"/>
            <a:ext cx="0" cy="649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}{2}\times\frac{3}{5}=\frac{3}{10}\ \text{m}^2\ &quot;&gt;&lt;mfrac&gt;&lt;mn&gt;1&lt;/mn&gt;&lt;mn&gt;2&lt;/mn&gt;&lt;/mfrac&gt;&lt;mo&gt;×&lt;/mo&gt;&lt;mfrac&gt;&lt;mn&gt;3&lt;/mn&gt;&lt;mn&gt;5&lt;/mn&gt;&lt;/mfrac&gt;&lt;mo&gt;=&lt;/mo&gt;&lt;mfrac&gt;&lt;mn&gt;3&lt;/mn&gt;&lt;mn&gt;10&lt;/mn&gt;&lt;/mfrac&gt;&lt;mtext&gt;&lt;/mtext&gt;&lt;msup&gt;&lt;mtext&gt;m&lt;/mtext&gt;&lt;mn&gt;2&lt;/mn&gt;&lt;/msup&gt;&lt;mtext&gt;&lt;/mtext&gt;&lt;/math&gt;" id="190" name="Google Shape;190;p20" title="one half times three fifths equals three tenths m to the second power"/>
          <p:cNvPicPr preferRelativeResize="0"/>
          <p:nvPr/>
        </p:nvPicPr>
        <p:blipFill rotWithShape="1">
          <a:blip r:embed="rId3">
            <a:alphaModFix/>
          </a:blip>
          <a:srcRect b="0" l="0" r="19426" t="0"/>
          <a:stretch/>
        </p:blipFill>
        <p:spPr>
          <a:xfrm>
            <a:off x="688263" y="4194576"/>
            <a:ext cx="840524" cy="326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1}{2}=\frac{3}{8}\ \text{m}^2\ &quot;&gt;&lt;mfrac&gt;&lt;mn&gt;3&lt;/mn&gt;&lt;mn&gt;4&lt;/mn&gt;&lt;/mfrac&gt;&lt;mo&gt;×&lt;/mo&gt;&lt;mfrac&gt;&lt;mn&gt;1&lt;/mn&gt;&lt;mn&gt;2&lt;/mn&gt;&lt;/mfrac&gt;&lt;mo&gt;=&lt;/mo&gt;&lt;mfrac&gt;&lt;mn&gt;3&lt;/mn&gt;&lt;mn&gt;8&lt;/mn&gt;&lt;/mfrac&gt;&lt;mtext&gt;&lt;/mtext&gt;&lt;msup&gt;&lt;mtext&gt;m&lt;/mtext&gt;&lt;mn&gt;2&lt;/mn&gt;&lt;/msup&gt;&lt;mtext&gt;&lt;/mtext&gt;&lt;/math&gt;" id="191" name="Google Shape;191;p20" title="three fourths times one half equals three eighths m to the second power"/>
          <p:cNvPicPr preferRelativeResize="0"/>
          <p:nvPr/>
        </p:nvPicPr>
        <p:blipFill rotWithShape="1">
          <a:blip r:embed="rId4">
            <a:alphaModFix/>
          </a:blip>
          <a:srcRect b="0" l="0" r="20854" t="0"/>
          <a:stretch/>
        </p:blipFill>
        <p:spPr>
          <a:xfrm>
            <a:off x="2065947" y="4204051"/>
            <a:ext cx="788720" cy="33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4}{5}=\frac{4}{15}\ \text{m}^2\ &quot;&gt;&lt;mfrac&gt;&lt;mn&gt;1&lt;/mn&gt;&lt;mn&gt;3&lt;/mn&gt;&lt;/mfrac&gt;&lt;mo&gt;×&lt;/mo&gt;&lt;mfrac&gt;&lt;mn&gt;4&lt;/mn&gt;&lt;mn&gt;5&lt;/mn&gt;&lt;/mfrac&gt;&lt;mo&gt;=&lt;/mo&gt;&lt;mfrac&gt;&lt;mn&gt;4&lt;/mn&gt;&lt;mn&gt;15&lt;/mn&gt;&lt;/mfrac&gt;&lt;mtext&gt;&lt;/mtext&gt;&lt;msup&gt;&lt;mtext&gt;m&lt;/mtext&gt;&lt;mn&gt;2&lt;/mn&gt;&lt;/msup&gt;&lt;mtext&gt;&lt;/mtext&gt;&lt;/math&gt;" id="192" name="Google Shape;192;p20" title="one third times four fifths equals 4 over 15 m to the second power"/>
          <p:cNvPicPr preferRelativeResize="0"/>
          <p:nvPr/>
        </p:nvPicPr>
        <p:blipFill rotWithShape="1">
          <a:blip r:embed="rId5">
            <a:alphaModFix/>
          </a:blip>
          <a:srcRect b="0" l="0" r="19929" t="0"/>
          <a:stretch/>
        </p:blipFill>
        <p:spPr>
          <a:xfrm>
            <a:off x="3358745" y="4196801"/>
            <a:ext cx="840519" cy="328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/math&gt;" id="193" name="Google Shape;193;p20" title="three fourths times two thirds equals 6 over 12 m to the second power equals one half m to the second power"/>
          <p:cNvPicPr preferRelativeResize="0"/>
          <p:nvPr/>
        </p:nvPicPr>
        <p:blipFill rotWithShape="1">
          <a:blip r:embed="rId6">
            <a:alphaModFix/>
          </a:blip>
          <a:srcRect b="0" l="0" r="48011" t="0"/>
          <a:stretch/>
        </p:blipFill>
        <p:spPr>
          <a:xfrm>
            <a:off x="4783033" y="4204051"/>
            <a:ext cx="882761" cy="33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3}=\frac{10}{18}\ \text{m}^2\ =\frac{5}{9}\ \text{m}^2&quot;&gt;&lt;mfrac&gt;&lt;mn&gt;5&lt;/mn&gt;&lt;mn&gt;6&lt;/mn&gt;&lt;/mfrac&gt;&lt;mo&gt;×&lt;/mo&gt;&lt;mfrac&gt;&lt;mn&gt;2&lt;/mn&gt;&lt;mn&gt;3&lt;/mn&gt;&lt;/mfrac&gt;&lt;mo&gt;=&lt;/mo&gt;&lt;mfrac&gt;&lt;mn&gt;10&lt;/mn&gt;&lt;mn&gt;18&lt;/mn&gt;&lt;/mfrac&gt;&lt;mtext&gt;&lt;/mtext&gt;&lt;msup&gt;&lt;mtext&gt;m&lt;/mtext&gt;&lt;mn&gt;2&lt;/mn&gt;&lt;/msup&gt;&lt;mtext&gt;&lt;/mtext&gt;&lt;mo&gt;=&lt;/mo&gt;&lt;mfrac&gt;&lt;mn&gt;5&lt;/mn&gt;&lt;mn&gt;9&lt;/mn&gt;&lt;/mfrac&gt;&lt;mtext&gt;&lt;/mtext&gt;&lt;msup&gt;&lt;mtext&gt;m&lt;/mtext&gt;&lt;mn&gt;2&lt;/mn&gt;&lt;/msup&gt;&lt;/math&gt;" id="194" name="Google Shape;194;p20" title="five sixths times two thirds equals 10 over 18 m to the second power equals five ninths m to the second power"/>
          <p:cNvPicPr preferRelativeResize="0"/>
          <p:nvPr/>
        </p:nvPicPr>
        <p:blipFill rotWithShape="1">
          <a:blip r:embed="rId7">
            <a:alphaModFix/>
          </a:blip>
          <a:srcRect b="0" l="0" r="50519" t="0"/>
          <a:stretch/>
        </p:blipFill>
        <p:spPr>
          <a:xfrm>
            <a:off x="6165327" y="4184676"/>
            <a:ext cx="788719" cy="316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3}{5}=\frac{3}{10}\ \text{m}^2\ &quot;&gt;&lt;mfrac&gt;&lt;mn&gt;1&lt;/mn&gt;&lt;mn&gt;2&lt;/mn&gt;&lt;/mfrac&gt;&lt;mo&gt;×&lt;/mo&gt;&lt;mfrac&gt;&lt;mn&gt;3&lt;/mn&gt;&lt;mn&gt;5&lt;/mn&gt;&lt;/mfrac&gt;&lt;mo&gt;=&lt;/mo&gt;&lt;mfrac&gt;&lt;mn&gt;3&lt;/mn&gt;&lt;mn&gt;10&lt;/mn&gt;&lt;/mfrac&gt;&lt;mtext&gt;&lt;/mtext&gt;&lt;msup&gt;&lt;mtext&gt;m&lt;/mtext&gt;&lt;mn&gt;2&lt;/mn&gt;&lt;/msup&gt;&lt;mtext&gt;&lt;/mtext&gt;&lt;/math&gt;" id="195" name="Google Shape;195;p20" title="one half times three fifths equals three tenths m to the second power"/>
          <p:cNvPicPr preferRelativeResize="0"/>
          <p:nvPr/>
        </p:nvPicPr>
        <p:blipFill rotWithShape="1">
          <a:blip r:embed="rId3">
            <a:alphaModFix/>
          </a:blip>
          <a:srcRect b="0" l="27022" r="59403" t="0"/>
          <a:stretch/>
        </p:blipFill>
        <p:spPr>
          <a:xfrm>
            <a:off x="860370" y="2899085"/>
            <a:ext cx="141590" cy="326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3}{5}=\frac{3}{10}\ \text{m}^2\ &quot;&gt;&lt;mfrac&gt;&lt;mn&gt;1&lt;/mn&gt;&lt;mn&gt;2&lt;/mn&gt;&lt;/mfrac&gt;&lt;mo&gt;×&lt;/mo&gt;&lt;mfrac&gt;&lt;mn&gt;3&lt;/mn&gt;&lt;mn&gt;5&lt;/mn&gt;&lt;/mfrac&gt;&lt;mo&gt;=&lt;/mo&gt;&lt;mfrac&gt;&lt;mn&gt;3&lt;/mn&gt;&lt;mn&gt;10&lt;/mn&gt;&lt;/mfrac&gt;&lt;mtext&gt;&lt;/mtext&gt;&lt;msup&gt;&lt;mtext&gt;m&lt;/mtext&gt;&lt;mn&gt;2&lt;/mn&gt;&lt;/msup&gt;&lt;mtext&gt;&lt;/mtext&gt;&lt;/math&gt;" id="196" name="Google Shape;196;p20" title="one half times three fifths equals three tenths m to the second power"/>
          <p:cNvPicPr preferRelativeResize="0"/>
          <p:nvPr/>
        </p:nvPicPr>
        <p:blipFill rotWithShape="1">
          <a:blip r:embed="rId3">
            <a:alphaModFix/>
          </a:blip>
          <a:srcRect b="0" l="55691" r="0" t="0"/>
          <a:stretch/>
        </p:blipFill>
        <p:spPr>
          <a:xfrm>
            <a:off x="877437" y="4668679"/>
            <a:ext cx="462199" cy="3267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\frac{3}{5}=\frac{3}{10}\ \text{m}^2\ &quot;&gt;&lt;mfrac&gt;&lt;mn&gt;1&lt;/mn&gt;&lt;mn&gt;2&lt;/mn&gt;&lt;/mfrac&gt;&lt;mo&gt;×&lt;/mo&gt;&lt;mfrac&gt;&lt;mn&gt;3&lt;/mn&gt;&lt;mn&gt;5&lt;/mn&gt;&lt;/mfrac&gt;&lt;mo&gt;=&lt;/mo&gt;&lt;mfrac&gt;&lt;mn&gt;3&lt;/mn&gt;&lt;mn&gt;10&lt;/mn&gt;&lt;/mfrac&gt;&lt;mtext&gt;&lt;/mtext&gt;&lt;msup&gt;&lt;mtext&gt;m&lt;/mtext&gt;&lt;mn&gt;2&lt;/mn&gt;&lt;/msup&gt;&lt;mtext&gt;&lt;/mtext&gt;&lt;/math&gt;" id="197" name="Google Shape;197;p20" title="one half times three fifths equals three tenths m to the second power"/>
          <p:cNvPicPr preferRelativeResize="0"/>
          <p:nvPr/>
        </p:nvPicPr>
        <p:blipFill rotWithShape="1">
          <a:blip r:embed="rId3">
            <a:alphaModFix/>
          </a:blip>
          <a:srcRect b="0" l="0" r="86426" t="0"/>
          <a:stretch/>
        </p:blipFill>
        <p:spPr>
          <a:xfrm>
            <a:off x="460572" y="3367701"/>
            <a:ext cx="141587" cy="326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4}{5}=\frac{4}{15}\ \text{m}^2\ &quot;&gt;&lt;mfrac&gt;&lt;mn&gt;1&lt;/mn&gt;&lt;mn&gt;3&lt;/mn&gt;&lt;/mfrac&gt;&lt;mo&gt;×&lt;/mo&gt;&lt;mfrac&gt;&lt;mn&gt;4&lt;/mn&gt;&lt;mn&gt;5&lt;/mn&gt;&lt;/mfrac&gt;&lt;mo&gt;=&lt;/mo&gt;&lt;mfrac&gt;&lt;mn&gt;4&lt;/mn&gt;&lt;mn&gt;15&lt;/mn&gt;&lt;/mfrac&gt;&lt;mtext&gt;&lt;/mtext&gt;&lt;msup&gt;&lt;mtext&gt;m&lt;/mtext&gt;&lt;mn&gt;2&lt;/mn&gt;&lt;/msup&gt;&lt;mtext&gt;&lt;/mtext&gt;&lt;/math&gt;" id="198" name="Google Shape;198;p20" title="one third times four fifths equals 4 over 15 m to the second power"/>
          <p:cNvPicPr preferRelativeResize="0"/>
          <p:nvPr/>
        </p:nvPicPr>
        <p:blipFill rotWithShape="1">
          <a:blip r:embed="rId5">
            <a:alphaModFix/>
          </a:blip>
          <a:srcRect b="0" l="55970" r="0" t="0"/>
          <a:stretch/>
        </p:blipFill>
        <p:spPr>
          <a:xfrm>
            <a:off x="3533751" y="4668674"/>
            <a:ext cx="462199" cy="328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4}{5}=\frac{4}{15}\ \text{m}^2\ &quot;&gt;&lt;mfrac&gt;&lt;mn&gt;1&lt;/mn&gt;&lt;mn&gt;3&lt;/mn&gt;&lt;/mfrac&gt;&lt;mo&gt;×&lt;/mo&gt;&lt;mfrac&gt;&lt;mn&gt;4&lt;/mn&gt;&lt;mn&gt;5&lt;/mn&gt;&lt;/mfrac&gt;&lt;mo&gt;=&lt;/mo&gt;&lt;mfrac&gt;&lt;mn&gt;4&lt;/mn&gt;&lt;mn&gt;15&lt;/mn&gt;&lt;/mfrac&gt;&lt;mtext&gt;&lt;/mtext&gt;&lt;msup&gt;&lt;mtext&gt;m&lt;/mtext&gt;&lt;mn&gt;2&lt;/mn&gt;&lt;/msup&gt;&lt;mtext&gt;&lt;/mtext&gt;&lt;/math&gt;" id="199" name="Google Shape;199;p20" title="one third times four fifths equals 4 over 15 m to the second power"/>
          <p:cNvPicPr preferRelativeResize="0"/>
          <p:nvPr/>
        </p:nvPicPr>
        <p:blipFill rotWithShape="1">
          <a:blip r:embed="rId5">
            <a:alphaModFix/>
          </a:blip>
          <a:srcRect b="0" l="24868" r="56905" t="0"/>
          <a:stretch/>
        </p:blipFill>
        <p:spPr>
          <a:xfrm>
            <a:off x="3567005" y="2899080"/>
            <a:ext cx="191331" cy="328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4}{5}=\frac{4}{15}\ \text{m}^2\ &quot;&gt;&lt;mfrac&gt;&lt;mn&gt;1&lt;/mn&gt;&lt;mn&gt;3&lt;/mn&gt;&lt;/mfrac&gt;&lt;mo&gt;×&lt;/mo&gt;&lt;mfrac&gt;&lt;mn&gt;4&lt;/mn&gt;&lt;mn&gt;5&lt;/mn&gt;&lt;/mfrac&gt;&lt;mo&gt;=&lt;/mo&gt;&lt;mfrac&gt;&lt;mn&gt;4&lt;/mn&gt;&lt;mn&gt;15&lt;/mn&gt;&lt;/mfrac&gt;&lt;mtext&gt;&lt;/mtext&gt;&lt;msup&gt;&lt;mtext&gt;m&lt;/mtext&gt;&lt;mn&gt;2&lt;/mn&gt;&lt;/msup&gt;&lt;mtext&gt;&lt;/mtext&gt;&lt;/math&gt;" id="200" name="Google Shape;200;p20" title="one third times four fifths equals 4 over 15 m to the second power"/>
          <p:cNvPicPr preferRelativeResize="0"/>
          <p:nvPr/>
        </p:nvPicPr>
        <p:blipFill rotWithShape="1">
          <a:blip r:embed="rId5">
            <a:alphaModFix/>
          </a:blip>
          <a:srcRect b="0" l="0" r="86512" t="0"/>
          <a:stretch/>
        </p:blipFill>
        <p:spPr>
          <a:xfrm>
            <a:off x="3109303" y="3304120"/>
            <a:ext cx="141586" cy="328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/math&gt;" id="201" name="Google Shape;201;p20" title="three fourths times two thirds equals 6 over 12 m to the second power equals one half m to the second power"/>
          <p:cNvPicPr preferRelativeResize="0"/>
          <p:nvPr/>
        </p:nvPicPr>
        <p:blipFill rotWithShape="1">
          <a:blip r:embed="rId6">
            <a:alphaModFix/>
          </a:blip>
          <a:srcRect b="0" l="35442" r="0" t="0"/>
          <a:stretch/>
        </p:blipFill>
        <p:spPr>
          <a:xfrm>
            <a:off x="4676308" y="4668666"/>
            <a:ext cx="1096206" cy="33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/math&gt;" id="202" name="Google Shape;202;p20" title="three fourths times two thirds equals 6 over 12 m to the second power equals one half m to the second power"/>
          <p:cNvPicPr preferRelativeResize="0"/>
          <p:nvPr/>
        </p:nvPicPr>
        <p:blipFill rotWithShape="1">
          <a:blip r:embed="rId6">
            <a:alphaModFix/>
          </a:blip>
          <a:srcRect b="0" l="17238" r="71493" t="0"/>
          <a:stretch/>
        </p:blipFill>
        <p:spPr>
          <a:xfrm>
            <a:off x="4952969" y="2899073"/>
            <a:ext cx="191330" cy="33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2}{3}=\frac{6}{12}\ \text{m}^2\ =\frac{1}{2}\ \text{m}^2&quot;&gt;&lt;mfrac&gt;&lt;mn&gt;3&lt;/mn&gt;&lt;mn&gt;4&lt;/mn&gt;&lt;/mfrac&gt;&lt;mo&gt;×&lt;/mo&gt;&lt;mfrac&gt;&lt;mn&gt;2&lt;/mn&gt;&lt;mn&gt;3&lt;/mn&gt;&lt;/mfrac&gt;&lt;mo&gt;=&lt;/mo&gt;&lt;mfrac&gt;&lt;mn&gt;6&lt;/mn&gt;&lt;mn&gt;12&lt;/mn&gt;&lt;/mfrac&gt;&lt;mtext&gt;&lt;/mtext&gt;&lt;msup&gt;&lt;mtext&gt;m&lt;/mtext&gt;&lt;mn&gt;2&lt;/mn&gt;&lt;/msup&gt;&lt;mtext&gt;&lt;/mtext&gt;&lt;mo&gt;=&lt;/mo&gt;&lt;mfrac&gt;&lt;mn&gt;1&lt;/mn&gt;&lt;mn&gt;2&lt;/mn&gt;&lt;/mfrac&gt;&lt;mtext&gt;&lt;/mtext&gt;&lt;msup&gt;&lt;mtext&gt;m&lt;/mtext&gt;&lt;mn&gt;2&lt;/mn&gt;&lt;/msup&gt;&lt;/math&gt;" id="203" name="Google Shape;203;p20" title="three fourths times two thirds equals 6 over 12 m to the second power equals one half m to the second power"/>
          <p:cNvPicPr preferRelativeResize="0"/>
          <p:nvPr/>
        </p:nvPicPr>
        <p:blipFill rotWithShape="1">
          <a:blip r:embed="rId6">
            <a:alphaModFix/>
          </a:blip>
          <a:srcRect b="0" l="0" r="91660" t="0"/>
          <a:stretch/>
        </p:blipFill>
        <p:spPr>
          <a:xfrm>
            <a:off x="4515455" y="3469476"/>
            <a:ext cx="141606" cy="33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1}{2}=\frac{3}{8}\ \text{m}^2\ &quot;&gt;&lt;mfrac&gt;&lt;mn&gt;3&lt;/mn&gt;&lt;mn&gt;4&lt;/mn&gt;&lt;/mfrac&gt;&lt;mo&gt;×&lt;/mo&gt;&lt;mfrac&gt;&lt;mn&gt;1&lt;/mn&gt;&lt;mn&gt;2&lt;/mn&gt;&lt;/mfrac&gt;&lt;mo&gt;=&lt;/mo&gt;&lt;mfrac&gt;&lt;mn&gt;3&lt;/mn&gt;&lt;mn&gt;8&lt;/mn&gt;&lt;/mfrac&gt;&lt;mtext&gt;&lt;/mtext&gt;&lt;msup&gt;&lt;mtext&gt;m&lt;/mtext&gt;&lt;mn&gt;2&lt;/mn&gt;&lt;/msup&gt;&lt;mtext&gt;&lt;/mtext&gt;&lt;/math&gt;" id="204" name="Google Shape;204;p20" title="three fourths times one half equals three eighths m to the second power"/>
          <p:cNvPicPr preferRelativeResize="0"/>
          <p:nvPr/>
        </p:nvPicPr>
        <p:blipFill rotWithShape="1">
          <a:blip r:embed="rId4">
            <a:alphaModFix/>
          </a:blip>
          <a:srcRect b="0" l="0" r="85792" t="0"/>
          <a:stretch/>
        </p:blipFill>
        <p:spPr>
          <a:xfrm>
            <a:off x="1844755" y="3500814"/>
            <a:ext cx="141587" cy="33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1}{2}=\frac{3}{8}\ \text{m}^2\ &quot;&gt;&lt;mfrac&gt;&lt;mn&gt;3&lt;/mn&gt;&lt;mn&gt;4&lt;/mn&gt;&lt;/mfrac&gt;&lt;mo&gt;×&lt;/mo&gt;&lt;mfrac&gt;&lt;mn&gt;1&lt;/mn&gt;&lt;mn&gt;2&lt;/mn&gt;&lt;/mfrac&gt;&lt;mo&gt;=&lt;/mo&gt;&lt;mfrac&gt;&lt;mn&gt;3&lt;/mn&gt;&lt;mn&gt;8&lt;/mn&gt;&lt;/mfrac&gt;&lt;mtext&gt;&lt;/mtext&gt;&lt;msup&gt;&lt;mtext&gt;m&lt;/mtext&gt;&lt;mn&gt;2&lt;/mn&gt;&lt;/msup&gt;&lt;mtext&gt;&lt;/mtext&gt;&lt;/math&gt;" id="205" name="Google Shape;205;p20" title="three fourths times one half equals three eighths m to the second power"/>
          <p:cNvPicPr preferRelativeResize="0"/>
          <p:nvPr/>
        </p:nvPicPr>
        <p:blipFill rotWithShape="1">
          <a:blip r:embed="rId4">
            <a:alphaModFix/>
          </a:blip>
          <a:srcRect b="0" l="29238" r="51561" t="0"/>
          <a:stretch/>
        </p:blipFill>
        <p:spPr>
          <a:xfrm>
            <a:off x="2167931" y="2899073"/>
            <a:ext cx="191331" cy="33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\frac{1}{2}=\frac{3}{8}\ \text{m}^2\ &quot;&gt;&lt;mfrac&gt;&lt;mn&gt;3&lt;/mn&gt;&lt;mn&gt;4&lt;/mn&gt;&lt;/mfrac&gt;&lt;mo&gt;×&lt;/mo&gt;&lt;mfrac&gt;&lt;mn&gt;1&lt;/mn&gt;&lt;mn&gt;2&lt;/mn&gt;&lt;/mfrac&gt;&lt;mo&gt;=&lt;/mo&gt;&lt;mfrac&gt;&lt;mn&gt;3&lt;/mn&gt;&lt;mn&gt;8&lt;/mn&gt;&lt;/mfrac&gt;&lt;mtext&gt;&lt;/mtext&gt;&lt;msup&gt;&lt;mtext&gt;m&lt;/mtext&gt;&lt;mn&gt;2&lt;/mn&gt;&lt;/msup&gt;&lt;mtext&gt;&lt;/mtext&gt;&lt;/math&gt;" id="206" name="Google Shape;206;p20" title="three fourths times one half equals three eighths m to the second power"/>
          <p:cNvPicPr preferRelativeResize="0"/>
          <p:nvPr/>
        </p:nvPicPr>
        <p:blipFill rotWithShape="1">
          <a:blip r:embed="rId4">
            <a:alphaModFix/>
          </a:blip>
          <a:srcRect b="0" l="60333" r="0" t="0"/>
          <a:stretch/>
        </p:blipFill>
        <p:spPr>
          <a:xfrm>
            <a:off x="2254503" y="4668666"/>
            <a:ext cx="395299" cy="3362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3}=\frac{10}{18}\ \text{m}^2\ =\frac{5}{9}\ \text{m}^2&quot;&gt;&lt;mfrac&gt;&lt;mn&gt;5&lt;/mn&gt;&lt;mn&gt;6&lt;/mn&gt;&lt;/mfrac&gt;&lt;mo&gt;×&lt;/mo&gt;&lt;mfrac&gt;&lt;mn&gt;2&lt;/mn&gt;&lt;mn&gt;3&lt;/mn&gt;&lt;/mfrac&gt;&lt;mo&gt;=&lt;/mo&gt;&lt;mfrac&gt;&lt;mn&gt;10&lt;/mn&gt;&lt;mn&gt;18&lt;/mn&gt;&lt;/mfrac&gt;&lt;mtext&gt;&lt;/mtext&gt;&lt;msup&gt;&lt;mtext&gt;m&lt;/mtext&gt;&lt;mn&gt;2&lt;/mn&gt;&lt;/msup&gt;&lt;mtext&gt;&lt;/mtext&gt;&lt;mo&gt;=&lt;/mo&gt;&lt;mfrac&gt;&lt;mn&gt;5&lt;/mn&gt;&lt;mn&gt;9&lt;/mn&gt;&lt;/mfrac&gt;&lt;mtext&gt;&lt;/mtext&gt;&lt;msup&gt;&lt;mtext&gt;m&lt;/mtext&gt;&lt;mn&gt;2&lt;/mn&gt;&lt;/msup&gt;&lt;/math&gt;" id="207" name="Google Shape;207;p20" title="five sixths times two thirds equals 10 over 18 m to the second power equals five ninths m to the second power"/>
          <p:cNvPicPr preferRelativeResize="0"/>
          <p:nvPr/>
        </p:nvPicPr>
        <p:blipFill rotWithShape="1">
          <a:blip r:embed="rId7">
            <a:alphaModFix/>
          </a:blip>
          <a:srcRect b="0" l="16993" r="74124" t="0"/>
          <a:stretch/>
        </p:blipFill>
        <p:spPr>
          <a:xfrm>
            <a:off x="6371227" y="2899063"/>
            <a:ext cx="141586" cy="3168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3}=\frac{10}{18}\ \text{m}^2\ =\frac{5}{9}\ \text{m}^2&quot;&gt;&lt;mfrac&gt;&lt;mn&gt;5&lt;/mn&gt;&lt;mn&gt;6&lt;/mn&gt;&lt;/mfrac&gt;&lt;mo&gt;×&lt;/mo&gt;&lt;mfrac&gt;&lt;mn&gt;2&lt;/mn&gt;&lt;mn&gt;3&lt;/mn&gt;&lt;/mfrac&gt;&lt;mo&gt;=&lt;/mo&gt;&lt;mfrac&gt;&lt;mn&gt;10&lt;/mn&gt;&lt;mn&gt;18&lt;/mn&gt;&lt;/mfrac&gt;&lt;mtext&gt;&lt;/mtext&gt;&lt;msup&gt;&lt;mtext&gt;m&lt;/mtext&gt;&lt;mn&gt;2&lt;/mn&gt;&lt;/msup&gt;&lt;mtext&gt;&lt;/mtext&gt;&lt;mo&gt;=&lt;/mo&gt;&lt;mfrac&gt;&lt;mn&gt;5&lt;/mn&gt;&lt;mn&gt;9&lt;/mn&gt;&lt;/mfrac&gt;&lt;mtext&gt;&lt;/mtext&gt;&lt;msup&gt;&lt;mtext&gt;m&lt;/mtext&gt;&lt;mn&gt;2&lt;/mn&gt;&lt;/msup&gt;&lt;/math&gt;" id="208" name="Google Shape;208;p20" title="five sixths times two thirds equals 10 over 18 m to the second power equals five ninths m to the second power"/>
          <p:cNvPicPr preferRelativeResize="0"/>
          <p:nvPr/>
        </p:nvPicPr>
        <p:blipFill rotWithShape="1">
          <a:blip r:embed="rId7">
            <a:alphaModFix/>
          </a:blip>
          <a:srcRect b="0" l="0" r="91116" t="0"/>
          <a:stretch/>
        </p:blipFill>
        <p:spPr>
          <a:xfrm>
            <a:off x="5921594" y="3491112"/>
            <a:ext cx="141606" cy="316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times\frac{2}{3}=\frac{10}{18}\ \text{m}^2\ =\frac{5}{9}\ \text{m}^2&quot;&gt;&lt;mfrac&gt;&lt;mn&gt;5&lt;/mn&gt;&lt;mn&gt;6&lt;/mn&gt;&lt;/mfrac&gt;&lt;mo&gt;×&lt;/mo&gt;&lt;mfrac&gt;&lt;mn&gt;2&lt;/mn&gt;&lt;mn&gt;3&lt;/mn&gt;&lt;/mfrac&gt;&lt;mo&gt;=&lt;/mo&gt;&lt;mfrac&gt;&lt;mn&gt;10&lt;/mn&gt;&lt;mn&gt;18&lt;/mn&gt;&lt;/mfrac&gt;&lt;mtext&gt;&lt;/mtext&gt;&lt;msup&gt;&lt;mtext&gt;m&lt;/mtext&gt;&lt;mn&gt;2&lt;/mn&gt;&lt;/msup&gt;&lt;mtext&gt;&lt;/mtext&gt;&lt;mo&gt;=&lt;/mo&gt;&lt;mfrac&gt;&lt;mn&gt;5&lt;/mn&gt;&lt;mn&gt;9&lt;/mn&gt;&lt;/mfrac&gt;&lt;mtext&gt;&lt;/mtext&gt;&lt;msup&gt;&lt;mtext&gt;m&lt;/mtext&gt;&lt;mn&gt;2&lt;/mn&gt;&lt;/msup&gt;&lt;/math&gt;" id="209" name="Google Shape;209;p20" title="five sixths times two thirds equals 10 over 18 m to the second power equals five ninths m to the second power"/>
          <p:cNvPicPr preferRelativeResize="0"/>
          <p:nvPr/>
        </p:nvPicPr>
        <p:blipFill rotWithShape="1">
          <a:blip r:embed="rId7">
            <a:alphaModFix/>
          </a:blip>
          <a:srcRect b="0" l="36702" r="6" t="0"/>
          <a:stretch/>
        </p:blipFill>
        <p:spPr>
          <a:xfrm>
            <a:off x="5937582" y="4668638"/>
            <a:ext cx="1008885" cy="3168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21"/>
          <p:cNvGraphicFramePr/>
          <p:nvPr/>
        </p:nvGraphicFramePr>
        <p:xfrm>
          <a:off x="468000" y="155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{A7B64889-B26F-475C-AF84-3B210C2DAFF2}</a:tableStyleId>
              </a:tblPr>
              <a:tblGrid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</a:tblGrid>
              <a:tr h="27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526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16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564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16" name="Google Shape;21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multiplication with fractions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1074625"/>
            <a:ext cx="66240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Calculate the answers to the following.  Simplify all answers.  Find them in the table and write down which letter each gives.  Rearrange your letters to make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735928"/>
            <a:ext cx="662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Multiplication of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222" name="Google Shape;222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79938" r="8916" t="0"/>
          <a:stretch/>
        </p:blipFill>
        <p:spPr>
          <a:xfrm>
            <a:off x="1129631" y="2646000"/>
            <a:ext cx="201287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223" name="Google Shape;223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68379" r="18153" t="0"/>
          <a:stretch/>
        </p:blipFill>
        <p:spPr>
          <a:xfrm>
            <a:off x="3674216" y="2646000"/>
            <a:ext cx="243228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224" name="Google Shape;224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58868" r="29986" t="0"/>
          <a:stretch/>
        </p:blipFill>
        <p:spPr>
          <a:xfrm>
            <a:off x="652300" y="1886400"/>
            <a:ext cx="201287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225" name="Google Shape;225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47598" r="41255" t="0"/>
          <a:stretch/>
        </p:blipFill>
        <p:spPr>
          <a:xfrm>
            <a:off x="2670301" y="2646000"/>
            <a:ext cx="201287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226" name="Google Shape;226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30478" r="53919" t="0"/>
          <a:stretch/>
        </p:blipFill>
        <p:spPr>
          <a:xfrm>
            <a:off x="2614905" y="1886400"/>
            <a:ext cx="281792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227" name="Google Shape;227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21011" r="67843" t="0"/>
          <a:stretch/>
        </p:blipFill>
        <p:spPr>
          <a:xfrm>
            <a:off x="6754888" y="1886400"/>
            <a:ext cx="201287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228" name="Google Shape;228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10072" r="80863" t="0"/>
          <a:stretch/>
        </p:blipFill>
        <p:spPr>
          <a:xfrm>
            <a:off x="4218265" y="2646000"/>
            <a:ext cx="16370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 \frac{2}{5}\ \frac{3}{4}\ \frac{7}{10}\ \frac{1}{3}\ \frac{1}{4}\ \frac{3}{5}\ \frac{5}{8}\ \frac{1}{3}&quot;&gt;&lt;mfrac&gt;&lt;mn&gt;1&lt;/mn&gt;&lt;mn&gt;2&lt;/mn&gt;&lt;/mfrac&gt;&lt;mtext&gt;&lt;/mtext&gt;&lt;mfrac&gt;&lt;mn&gt;2&lt;/mn&gt;&lt;mn&gt;5&lt;/mn&gt;&lt;/mfrac&gt;&lt;mtext&gt;&lt;/mtext&gt;&lt;mfrac&gt;&lt;mn&gt;3&lt;/mn&gt;&lt;mn&gt;4&lt;/mn&gt;&lt;/mfrac&gt;&lt;mtext&gt;&lt;/mtext&gt;&lt;mfrac&gt;&lt;mn&gt;7&lt;/mn&gt;&lt;mn&gt;10&lt;/mn&gt;&lt;/mfrac&gt;&lt;mtext&gt;&lt;/mtext&gt;&lt;mfrac&gt;&lt;mn&gt;1&lt;/mn&gt;&lt;mn&gt;3&lt;/mn&gt;&lt;/mfrac&gt;&lt;mtext&gt;&lt;/mtext&gt;&lt;mfrac&gt;&lt;mn&gt;1&lt;/mn&gt;&lt;mn&gt;4&lt;/mn&gt;&lt;/mfrac&gt;&lt;mtext&gt;&lt;/mtext&gt;&lt;mfrac&gt;&lt;mn&gt;3&lt;/mn&gt;&lt;mn&gt;5&lt;/mn&gt;&lt;/mfrac&gt;&lt;mtext&gt;&lt;/mtext&gt;&lt;mfrac&gt;&lt;mn&gt;5&lt;/mn&gt;&lt;mn&gt;8&lt;/mn&gt;&lt;/mfrac&gt;&lt;mtext&gt;&lt;/mtext&gt;&lt;mfrac&gt;&lt;mn&gt;1&lt;/mn&gt;&lt;mn&gt;3&lt;/mn&gt;&lt;/mfrac&gt;&lt;/math&gt;" id="229" name="Google Shape;229;p21" title="one half two fifths three fourths seven tenths one third one fourth three fifths five eighths one third"/>
          <p:cNvPicPr preferRelativeResize="0"/>
          <p:nvPr/>
        </p:nvPicPr>
        <p:blipFill rotWithShape="1">
          <a:blip r:embed="rId3">
            <a:alphaModFix/>
          </a:blip>
          <a:srcRect b="0" l="0" r="90935" t="0"/>
          <a:stretch/>
        </p:blipFill>
        <p:spPr>
          <a:xfrm>
            <a:off x="671102" y="2646000"/>
            <a:ext cx="16370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30" name="Google Shape;230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0" r="96135" t="0"/>
          <a:stretch/>
        </p:blipFill>
        <p:spPr>
          <a:xfrm>
            <a:off x="1682683" y="1886400"/>
            <a:ext cx="16370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31" name="Google Shape;231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400" r="90857" t="0"/>
          <a:stretch/>
        </p:blipFill>
        <p:spPr>
          <a:xfrm>
            <a:off x="5187112" y="1886400"/>
            <a:ext cx="243229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32" name="Google Shape;232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8608" r="84738" t="0"/>
          <a:stretch/>
        </p:blipFill>
        <p:spPr>
          <a:xfrm>
            <a:off x="5679423" y="2646000"/>
            <a:ext cx="28179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33" name="Google Shape;233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14900" r="80347" t="0"/>
          <a:stretch/>
        </p:blipFill>
        <p:spPr>
          <a:xfrm>
            <a:off x="2138718" y="2646000"/>
            <a:ext cx="201288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34" name="Google Shape;234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0134" r="75113" t="0"/>
          <a:stretch/>
        </p:blipFill>
        <p:spPr>
          <a:xfrm>
            <a:off x="4191341" y="1886400"/>
            <a:ext cx="201288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35" name="Google Shape;235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4345" r="70903" t="0"/>
          <a:stretch/>
        </p:blipFill>
        <p:spPr>
          <a:xfrm>
            <a:off x="6726574" y="2646000"/>
            <a:ext cx="201265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36" name="Google Shape;236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29760" r="65487" t="0"/>
          <a:stretch/>
        </p:blipFill>
        <p:spPr>
          <a:xfrm>
            <a:off x="3180425" y="1886400"/>
            <a:ext cx="201288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37" name="Google Shape;237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4404" r="60843" t="0"/>
          <a:stretch/>
        </p:blipFill>
        <p:spPr>
          <a:xfrm>
            <a:off x="4707526" y="2646000"/>
            <a:ext cx="201265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38" name="Google Shape;238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39091" r="56156" t="0"/>
          <a:stretch/>
        </p:blipFill>
        <p:spPr>
          <a:xfrm>
            <a:off x="2154383" y="1886400"/>
            <a:ext cx="201265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39" name="Google Shape;239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44121" r="49225" t="0"/>
          <a:stretch/>
        </p:blipFill>
        <p:spPr>
          <a:xfrm>
            <a:off x="6198030" y="1886400"/>
            <a:ext cx="28179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40" name="Google Shape;240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50845" r="44402" t="0"/>
          <a:stretch/>
        </p:blipFill>
        <p:spPr>
          <a:xfrm>
            <a:off x="6235679" y="2646022"/>
            <a:ext cx="201288" cy="378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41" name="Google Shape;241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94257" r="0" t="0"/>
          <a:stretch/>
        </p:blipFill>
        <p:spPr>
          <a:xfrm>
            <a:off x="5173581" y="2646000"/>
            <a:ext cx="243229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42" name="Google Shape;242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54836" r="39420" t="0"/>
          <a:stretch/>
        </p:blipFill>
        <p:spPr>
          <a:xfrm>
            <a:off x="3672487" y="1886422"/>
            <a:ext cx="243229" cy="378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43" name="Google Shape;243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79908" r="12488" t="0"/>
          <a:stretch/>
        </p:blipFill>
        <p:spPr>
          <a:xfrm>
            <a:off x="1076824" y="1886400"/>
            <a:ext cx="322051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44" name="Google Shape;244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73410" r="18986" t="0"/>
          <a:stretch/>
        </p:blipFill>
        <p:spPr>
          <a:xfrm>
            <a:off x="3119446" y="2646000"/>
            <a:ext cx="322051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45" name="Google Shape;245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66097" r="26298" t="0"/>
          <a:stretch/>
        </p:blipFill>
        <p:spPr>
          <a:xfrm>
            <a:off x="5645587" y="1886400"/>
            <a:ext cx="322051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46" name="Google Shape;246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0" l="60012" r="33334" t="0"/>
          <a:stretch/>
        </p:blipFill>
        <p:spPr>
          <a:xfrm>
            <a:off x="1588939" y="2646000"/>
            <a:ext cx="281794" cy="3788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\ \frac{3}{8}\ \frac{3}{10}\ \frac{4}{7}\ \frac{1}{5}\ \frac{5}{6}\ \frac{7}{9}\ \frac{2}{9}\ \frac{7}{8}\ \frac{1}{10}\ \frac{1}{6}\ \frac{1}{8}\ \frac{5}{12}\ \frac{1}{12}\ \frac{7}{12}\ \frac{19}{20}\ \frac{13}{20}\ \frac{3}{11}&quot;&gt;&lt;mfrac&gt;&lt;mn&gt;4&lt;/mn&gt;&lt;mn&gt;5&lt;/mn&gt;&lt;/mfrac&gt;&lt;mtext&gt;&lt;/mtext&gt;&lt;mfrac&gt;&lt;mn&gt;3&lt;/mn&gt;&lt;mn&gt;8&lt;/mn&gt;&lt;/mfrac&gt;&lt;mtext&gt;&lt;/mtext&gt;&lt;mfrac&gt;&lt;mn&gt;3&lt;/mn&gt;&lt;mn&gt;10&lt;/mn&gt;&lt;/mfrac&gt;&lt;mtext&gt;&lt;/mtext&gt;&lt;mfrac&gt;&lt;mn&gt;4&lt;/mn&gt;&lt;mn&gt;7&lt;/mn&gt;&lt;/mfrac&gt;&lt;mtext&gt;&lt;/mtext&gt;&lt;mfrac&gt;&lt;mn&gt;1&lt;/mn&gt;&lt;mn&gt;5&lt;/mn&gt;&lt;/mfrac&gt;&lt;mtext&gt;&lt;/mtext&gt;&lt;mfrac&gt;&lt;mn&gt;5&lt;/mn&gt;&lt;mn&gt;6&lt;/mn&gt;&lt;/mfrac&gt;&lt;mtext&gt;&lt;/mtext&gt;&lt;mfrac&gt;&lt;mn&gt;7&lt;/mn&gt;&lt;mn&gt;9&lt;/mn&gt;&lt;/mfrac&gt;&lt;mtext&gt;&lt;/mtext&gt;&lt;mfrac&gt;&lt;mn&gt;2&lt;/mn&gt;&lt;mn&gt;9&lt;/mn&gt;&lt;/mfrac&gt;&lt;mtext&gt;&lt;/mtext&gt;&lt;mfrac&gt;&lt;mn&gt;7&lt;/mn&gt;&lt;mn&gt;8&lt;/mn&gt;&lt;/mfrac&gt;&lt;mtext&gt;&lt;/mtext&gt;&lt;mfrac&gt;&lt;mn&gt;1&lt;/mn&gt;&lt;mn&gt;10&lt;/mn&gt;&lt;/mfrac&gt;&lt;mtext&gt;&lt;/mtext&gt;&lt;mfrac&gt;&lt;mn&gt;1&lt;/mn&gt;&lt;mn&gt;6&lt;/mn&gt;&lt;/mfrac&gt;&lt;mtext&gt;&lt;/mtext&gt;&lt;mfrac&gt;&lt;mn&gt;1&lt;/mn&gt;&lt;mn&gt;8&lt;/mn&gt;&lt;/mfrac&gt;&lt;mtext&gt;&lt;/mtext&gt;&lt;mfrac&gt;&lt;mn&gt;5&lt;/mn&gt;&lt;mn&gt;12&lt;/mn&gt;&lt;/mfrac&gt;&lt;mtext&gt;&lt;/mtext&gt;&lt;mfrac&gt;&lt;mn&gt;1&lt;/mn&gt;&lt;mn&gt;12&lt;/mn&gt;&lt;/mfrac&gt;&lt;mtext&gt;&lt;/mtext&gt;&lt;mfrac&gt;&lt;mn&gt;7&lt;/mn&gt;&lt;mn&gt;12&lt;/mn&gt;&lt;/mfrac&gt;&lt;mtext&gt;&lt;/mtext&gt;&lt;mfrac&gt;&lt;mn&gt;19&lt;/mn&gt;&lt;mn&gt;20&lt;/mn&gt;&lt;/mfrac&gt;&lt;mtext&gt;&lt;/mtext&gt;&lt;mfrac&gt;&lt;mn&gt;13&lt;/mn&gt;&lt;mn&gt;20&lt;/mn&gt;&lt;/mfrac&gt;&lt;mtext&gt;&lt;/mtext&gt;&lt;mfrac&gt;&lt;mn&gt;3&lt;/mn&gt;&lt;mn&gt;11&lt;/mn&gt;&lt;/mfrac&gt;&lt;/math&gt;" id="247" name="Google Shape;247;p21" title="four fifths three eighths three tenths four sevenths one fifth five sixths seven ninths two ninths seven eighths one tenth one sixth one eighth 5 over 12 1 over 12 7 over 12 19 over 20 13 over 20 3 over 11"/>
          <p:cNvPicPr preferRelativeResize="0"/>
          <p:nvPr/>
        </p:nvPicPr>
        <p:blipFill rotWithShape="1">
          <a:blip r:embed="rId4">
            <a:alphaModFix/>
          </a:blip>
          <a:srcRect b="10" l="87265" r="5131" t="0"/>
          <a:stretch/>
        </p:blipFill>
        <p:spPr>
          <a:xfrm>
            <a:off x="4628846" y="1886422"/>
            <a:ext cx="322051" cy="37883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468024" y="3428599"/>
            <a:ext cx="267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771473" y="3428599"/>
            <a:ext cx="267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2966415" y="3428599"/>
            <a:ext cx="267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557485" y="3428599"/>
            <a:ext cx="267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6028611" y="3428599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253" name="Google Shape;253;p21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22011" r="63017" t="0"/>
          <a:stretch/>
        </p:blipFill>
        <p:spPr>
          <a:xfrm>
            <a:off x="3248325" y="3331892"/>
            <a:ext cx="266919" cy="420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254" name="Google Shape;254;p21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11307" r="77993" t="0"/>
          <a:stretch/>
        </p:blipFill>
        <p:spPr>
          <a:xfrm>
            <a:off x="2025713" y="3331892"/>
            <a:ext cx="190739" cy="420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255" name="Google Shape;255;p21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0" r="89302" t="0"/>
          <a:stretch/>
        </p:blipFill>
        <p:spPr>
          <a:xfrm>
            <a:off x="743800" y="3289428"/>
            <a:ext cx="190718" cy="420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256" name="Google Shape;256;p21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85023" r="0" t="0"/>
          <a:stretch/>
        </p:blipFill>
        <p:spPr>
          <a:xfrm>
            <a:off x="4846662" y="3902752"/>
            <a:ext cx="267022" cy="420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257" name="Google Shape;257;p21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73399" r="13673" t="0"/>
          <a:stretch/>
        </p:blipFill>
        <p:spPr>
          <a:xfrm>
            <a:off x="3233323" y="3902752"/>
            <a:ext cx="230480" cy="420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258" name="Google Shape;258;p21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60304" r="26769" t="0"/>
          <a:stretch/>
        </p:blipFill>
        <p:spPr>
          <a:xfrm>
            <a:off x="2033813" y="3902752"/>
            <a:ext cx="230480" cy="420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259" name="Google Shape;259;p21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48848" r="40452" t="0"/>
          <a:stretch/>
        </p:blipFill>
        <p:spPr>
          <a:xfrm>
            <a:off x="6216109" y="3385251"/>
            <a:ext cx="190739" cy="420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260" name="Google Shape;260;p21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34959" r="52113" t="0"/>
          <a:stretch/>
        </p:blipFill>
        <p:spPr>
          <a:xfrm>
            <a:off x="4864942" y="3407360"/>
            <a:ext cx="230480" cy="420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frac{2}{5}\ \frac{5}{8}\ \frac{1}{3}\ \frac{3}{5}\ \frac{3}{4}\ \frac{1}{2}\ \frac{7}{10}&quot;&gt;&lt;mfrac&gt;&lt;mn&gt;1&lt;/mn&gt;&lt;mn&gt;4&lt;/mn&gt;&lt;/mfrac&gt;&lt;mtext&gt;&lt;/mtext&gt;&lt;mfrac&gt;&lt;mn&gt;2&lt;/mn&gt;&lt;mn&gt;5&lt;/mn&gt;&lt;/mfrac&gt;&lt;mtext&gt;&lt;/mtext&gt;&lt;mfrac&gt;&lt;mn&gt;5&lt;/mn&gt;&lt;mn&gt;8&lt;/mn&gt;&lt;/mfrac&gt;&lt;mtext&gt;&lt;/mtext&gt;&lt;mfrac&gt;&lt;mn&gt;1&lt;/mn&gt;&lt;mn&gt;3&lt;/mn&gt;&lt;/mfrac&gt;&lt;mtext&gt;&lt;/mtext&gt;&lt;mfrac&gt;&lt;mn&gt;3&lt;/mn&gt;&lt;mn&gt;5&lt;/mn&gt;&lt;/mfrac&gt;&lt;mtext&gt;&lt;/mtext&gt;&lt;mfrac&gt;&lt;mn&gt;3&lt;/mn&gt;&lt;mn&gt;4&lt;/mn&gt;&lt;/mfrac&gt;&lt;mtext&gt;&lt;/mtext&gt;&lt;mfrac&gt;&lt;mn&gt;1&lt;/mn&gt;&lt;mn&gt;2&lt;/mn&gt;&lt;/mfrac&gt;&lt;mtext&gt;&lt;/mtext&gt;&lt;mfrac&gt;&lt;mn&gt;7&lt;/mn&gt;&lt;mn&gt;10&lt;/mn&gt;&lt;/mfrac&gt;&lt;/math&gt;" id="261" name="Google Shape;261;p21" title="one fourth two fifths five eighths one third three fifths three fourths one half seven tenths"/>
          <p:cNvPicPr preferRelativeResize="0"/>
          <p:nvPr/>
        </p:nvPicPr>
        <p:blipFill rotWithShape="1">
          <a:blip r:embed="rId5">
            <a:alphaModFix/>
          </a:blip>
          <a:srcRect b="0" l="34959" r="52113" t="0"/>
          <a:stretch/>
        </p:blipFill>
        <p:spPr>
          <a:xfrm>
            <a:off x="723920" y="3880622"/>
            <a:ext cx="230480" cy="42041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1067868" y="3435594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1064794" y="4062366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2370468" y="3431128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2367393" y="4057900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3549770" y="3428192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3546695" y="4054964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5331135" y="3435594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328060" y="4062366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515554" y="3435594"/>
            <a:ext cx="26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762534" y="3866283"/>
            <a:ext cx="13296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word is NUMERATOR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67850" y="5104725"/>
            <a:ext cx="66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What are the missing digits in the following calculations?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67842" y="5540625"/>
            <a:ext cx="3234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4}{7}=\frac{8}{21}&quot;&gt;&lt;mfrac&gt;&lt;mn&gt;2&lt;/mn&gt;&lt;mn&gt;3&lt;/mn&gt;&lt;/mfrac&gt;&lt;mo&gt;×&lt;/mo&gt;&lt;mfrac&gt;&lt;mn&gt;4&lt;/mn&gt;&lt;mn&gt;7&lt;/mn&gt;&lt;/mfrac&gt;&lt;mo&gt;=&lt;/mo&gt;&lt;mfrac&gt;&lt;mn&gt;8&lt;/mn&gt;&lt;mn&gt;21&lt;/mn&gt;&lt;/mfrac&gt;&lt;/math&gt;" id="274" name="Google Shape;274;p21" title="two thirds times four sevenths equals 8 over 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028" y="5450406"/>
            <a:ext cx="946020" cy="380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4}{9}=\frac{4}{15}&quot;&gt;&lt;mfrac&gt;&lt;mn&gt;3&lt;/mn&gt;&lt;mn&gt;5&lt;/mn&gt;&lt;/mfrac&gt;&lt;mo&gt;×&lt;/mo&gt;&lt;mfrac&gt;&lt;mn&gt;4&lt;/mn&gt;&lt;mn&gt;9&lt;/mn&gt;&lt;/mfrac&gt;&lt;mo&gt;=&lt;/mo&gt;&lt;mfrac&gt;&lt;mn&gt;4&lt;/mn&gt;&lt;mn&gt;15&lt;/mn&gt;&lt;/mfrac&gt;&lt;/math&gt;" id="275" name="Google Shape;275;p21" title="three fifths times four ninths equals 4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81410" y="5926832"/>
            <a:ext cx="916117" cy="3697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times\frac{7}{8}=\frac{21}{80}&quot;&gt;&lt;mfrac&gt;&lt;mn&gt;3&lt;/mn&gt;&lt;mn&gt;10&lt;/mn&gt;&lt;/mfrac&gt;&lt;mo&gt;×&lt;/mo&gt;&lt;mfrac&gt;&lt;mn&gt;7&lt;/mn&gt;&lt;mn&gt;8&lt;/mn&gt;&lt;/mfrac&gt;&lt;mo&gt;=&lt;/mo&gt;&lt;mfrac&gt;&lt;mn&gt;21&lt;/mn&gt;&lt;mn&gt;80&lt;/mn&gt;&lt;/mfrac&gt;&lt;/math&gt;" id="276" name="Google Shape;276;p21" title="three tenths times seven eighths equals 21 over 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8028" y="6457673"/>
            <a:ext cx="1038447" cy="380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\times\frac{3}{5}=\frac{9}{50}&quot;&gt;&lt;mfrac&gt;&lt;mn&gt;3&lt;/mn&gt;&lt;mn&gt;10&lt;/mn&gt;&lt;/mfrac&gt;&lt;mo&gt;×&lt;/mo&gt;&lt;mfrac&gt;&lt;mn&gt;3&lt;/mn&gt;&lt;mn&gt;5&lt;/mn&gt;&lt;/mfrac&gt;&lt;mo&gt;=&lt;/mo&gt;&lt;mfrac&gt;&lt;mn&gt;9&lt;/mn&gt;&lt;mn&gt;50&lt;/mn&gt;&lt;/mfrac&gt;&lt;/math&gt;" id="277" name="Google Shape;277;p21" title="three tenths times three fifths equals 9 over 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8028" y="5945691"/>
            <a:ext cx="1000389" cy="366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\frac{2}{5}=\frac{6}{25}&quot;&gt;&lt;mfrac&gt;&lt;mn&gt;3&lt;/mn&gt;&lt;mn&gt;5&lt;/mn&gt;&lt;/mfrac&gt;&lt;mo&gt;×&lt;/mo&gt;&lt;mfrac&gt;&lt;mn&gt;2&lt;/mn&gt;&lt;mn&gt;5&lt;/mn&gt;&lt;/mfrac&gt;&lt;mo&gt;=&lt;/mo&gt;&lt;mfrac&gt;&lt;mn&gt;6&lt;/mn&gt;&lt;mn&gt;25&lt;/mn&gt;&lt;/mfrac&gt;&lt;/math&gt;" id="278" name="Google Shape;278;p21" title="three fifths times two fifths equals 6 over 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8028" y="6937814"/>
            <a:ext cx="910680" cy="366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times\frac{5}{9}=\frac{10}{33}&quot;&gt;&lt;mfrac&gt;&lt;mn&gt;6&lt;/mn&gt;&lt;mn&gt;11&lt;/mn&gt;&lt;/mfrac&gt;&lt;mo&gt;×&lt;/mo&gt;&lt;mfrac&gt;&lt;mn&gt;5&lt;/mn&gt;&lt;mn&gt;9&lt;/mn&gt;&lt;/mfrac&gt;&lt;mo&gt;=&lt;/mo&gt;&lt;mfrac&gt;&lt;mn&gt;10&lt;/mn&gt;&lt;mn&gt;33&lt;/mn&gt;&lt;/mfrac&gt;&lt;/math&gt;" id="279" name="Google Shape;279;p21" title="6 over 11 times five ninths equals 10 over 3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81410" y="6446980"/>
            <a:ext cx="970486" cy="3561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times\frac{5}{8}=\frac{5}{12}&quot;&gt;&lt;mfrac&gt;&lt;mn&gt;2&lt;/mn&gt;&lt;mn&gt;3&lt;/mn&gt;&lt;/mfrac&gt;&lt;mo&gt;×&lt;/mo&gt;&lt;mfrac&gt;&lt;mn&gt;5&lt;/mn&gt;&lt;mn&gt;8&lt;/mn&gt;&lt;/mfrac&gt;&lt;mo&gt;=&lt;/mo&gt;&lt;mfrac&gt;&lt;mn&gt;5&lt;/mn&gt;&lt;mn&gt;12&lt;/mn&gt;&lt;/mfrac&gt;&lt;/math&gt;" id="280" name="Google Shape;280;p21" title="two thirds times five eighths equals 5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81410" y="5424546"/>
            <a:ext cx="910680" cy="366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2}\times\frac{3}{5}=\frac{7}{20}&quot;&gt;&lt;mfrac&gt;&lt;mn&gt;7&lt;/mn&gt;&lt;mn&gt;12&lt;/mn&gt;&lt;/mfrac&gt;&lt;mo&gt;×&lt;/mo&gt;&lt;mfrac&gt;&lt;mn&gt;3&lt;/mn&gt;&lt;mn&gt;5&lt;/mn&gt;&lt;/mfrac&gt;&lt;mo&gt;=&lt;/mo&gt;&lt;mfrac&gt;&lt;mn&gt;7&lt;/mn&gt;&lt;mn&gt;20&lt;/mn&gt;&lt;/mfrac&gt;&lt;/math&gt;" id="281" name="Google Shape;281;p21" title="7 over 12 times three fifths equals 7 over 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81410" y="6953536"/>
            <a:ext cx="1008544" cy="36971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/>
          <p:nvPr/>
        </p:nvSpPr>
        <p:spPr>
          <a:xfrm>
            <a:off x="3444317" y="5507975"/>
            <a:ext cx="3234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1490133" y="5419469"/>
            <a:ext cx="186300" cy="19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1562101" y="6174215"/>
            <a:ext cx="186300" cy="19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748025" y="6423346"/>
            <a:ext cx="186300" cy="19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1055630" y="7151561"/>
            <a:ext cx="186300" cy="19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4505780" y="5642986"/>
            <a:ext cx="186300" cy="19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4090875" y="6145274"/>
            <a:ext cx="186300" cy="19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4161574" y="6424209"/>
            <a:ext cx="186300" cy="19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3781416" y="6932340"/>
            <a:ext cx="186300" cy="19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