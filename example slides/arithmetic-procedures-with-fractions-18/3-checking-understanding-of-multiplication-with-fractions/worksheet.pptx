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0AFE7C5-F340-4440-B40F-A5BB57D9C830}">
  <a:tblStyle styleId="{F0AFE7C5-F340-4440-B40F-A5BB57D9C83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7996905f60_0_13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27996905f6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2" name="Google Shape;32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0" name="Google Shape;14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2" name="Google Shape;14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3" name="Google Shape;143;p18"/>
          <p:cNvSpPr txBox="1"/>
          <p:nvPr>
            <p:ph idx="2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7" name="Google Shape;14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8" name="Google Shape;14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0" name="Google Shape;150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1" name="Google Shape;15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" name="Google Shape;15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5" name="Google Shape;15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6" name="Google Shape;15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20" Type="http://schemas.openxmlformats.org/officeDocument/2006/relationships/image" Target="../media/image18.png"/><Relationship Id="rId11" Type="http://schemas.openxmlformats.org/officeDocument/2006/relationships/image" Target="../media/image16.png"/><Relationship Id="rId10" Type="http://schemas.openxmlformats.org/officeDocument/2006/relationships/image" Target="../media/image24.png"/><Relationship Id="rId21" Type="http://schemas.openxmlformats.org/officeDocument/2006/relationships/image" Target="../media/image15.png"/><Relationship Id="rId13" Type="http://schemas.openxmlformats.org/officeDocument/2006/relationships/image" Target="../media/image23.png"/><Relationship Id="rId12" Type="http://schemas.openxmlformats.org/officeDocument/2006/relationships/image" Target="../media/image10.png"/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9" Type="http://schemas.openxmlformats.org/officeDocument/2006/relationships/image" Target="../media/image13.png"/><Relationship Id="rId15" Type="http://schemas.openxmlformats.org/officeDocument/2006/relationships/image" Target="../media/image22.png"/><Relationship Id="rId14" Type="http://schemas.openxmlformats.org/officeDocument/2006/relationships/image" Target="../media/image20.png"/><Relationship Id="rId17" Type="http://schemas.openxmlformats.org/officeDocument/2006/relationships/image" Target="../media/image17.png"/><Relationship Id="rId16" Type="http://schemas.openxmlformats.org/officeDocument/2006/relationships/image" Target="../media/image21.png"/><Relationship Id="rId5" Type="http://schemas.openxmlformats.org/officeDocument/2006/relationships/image" Target="../media/image9.png"/><Relationship Id="rId19" Type="http://schemas.openxmlformats.org/officeDocument/2006/relationships/image" Target="../media/image11.png"/><Relationship Id="rId6" Type="http://schemas.openxmlformats.org/officeDocument/2006/relationships/image" Target="../media/image8.png"/><Relationship Id="rId18" Type="http://schemas.openxmlformats.org/officeDocument/2006/relationships/image" Target="../media/image12.png"/><Relationship Id="rId7" Type="http://schemas.openxmlformats.org/officeDocument/2006/relationships/image" Target="../media/image19.png"/><Relationship Id="rId8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understanding of multiplication with fractions</a:t>
            </a:r>
            <a:endParaRPr/>
          </a:p>
        </p:txBody>
      </p:sp>
      <p:sp>
        <p:nvSpPr>
          <p:cNvPr id="162" name="Google Shape;162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3" name="Google Shape;163;p20"/>
          <p:cNvSpPr txBox="1"/>
          <p:nvPr/>
        </p:nvSpPr>
        <p:spPr>
          <a:xfrm>
            <a:off x="468000" y="1474625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Exploring the area model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468000" y="1833825"/>
            <a:ext cx="6624000" cy="10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Each of the large squares have an area of 1 m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 For each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quare: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Label the dimensions of the shaded rectangle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Write the calculation represented by the area of the shaded rectangle.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Work out the area of the square that is shaded.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65" name="Google Shape;165;p20"/>
          <p:cNvGraphicFramePr/>
          <p:nvPr/>
        </p:nvGraphicFramePr>
        <p:xfrm>
          <a:off x="694602" y="731838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{F0AFE7C5-F340-4440-B40F-A5BB57D9C830}</a:tableStyleId>
              </a:tblPr>
              <a:tblGrid>
                <a:gridCol w="262900"/>
                <a:gridCol w="262900"/>
                <a:gridCol w="262900"/>
              </a:tblGrid>
              <a:tr h="198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98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98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98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6" name="Google Shape;166;p20"/>
          <p:cNvGraphicFramePr/>
          <p:nvPr/>
        </p:nvGraphicFramePr>
        <p:xfrm>
          <a:off x="708263" y="867077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{F0AFE7C5-F340-4440-B40F-A5BB57D9C830}</a:tableStyleId>
              </a:tblPr>
              <a:tblGrid>
                <a:gridCol w="262925"/>
                <a:gridCol w="262925"/>
                <a:gridCol w="262925"/>
              </a:tblGrid>
              <a:tr h="132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2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2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2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2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2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7" name="Google Shape;167;p20"/>
          <p:cNvGraphicFramePr/>
          <p:nvPr/>
        </p:nvGraphicFramePr>
        <p:xfrm>
          <a:off x="683253" y="333068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{F0AFE7C5-F340-4440-B40F-A5BB57D9C830}</a:tableStyleId>
              </a:tblPr>
              <a:tblGrid>
                <a:gridCol w="200000"/>
                <a:gridCol w="200000"/>
                <a:gridCol w="200000"/>
                <a:gridCol w="200000"/>
                <a:gridCol w="200000"/>
              </a:tblGrid>
              <a:tr h="37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7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8" name="Google Shape;168;p20"/>
          <p:cNvGraphicFramePr/>
          <p:nvPr/>
        </p:nvGraphicFramePr>
        <p:xfrm>
          <a:off x="680664" y="464726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{F0AFE7C5-F340-4440-B40F-A5BB57D9C830}</a:tableStyleId>
              </a:tblPr>
              <a:tblGrid>
                <a:gridCol w="394375"/>
                <a:gridCol w="394375"/>
              </a:tblGrid>
              <a:tr h="185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85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85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85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9" name="Google Shape;169;p20"/>
          <p:cNvGraphicFramePr/>
          <p:nvPr/>
        </p:nvGraphicFramePr>
        <p:xfrm>
          <a:off x="694504" y="594809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{F0AFE7C5-F340-4440-B40F-A5BB57D9C830}</a:tableStyleId>
              </a:tblPr>
              <a:tblGrid>
                <a:gridCol w="200000"/>
                <a:gridCol w="200000"/>
                <a:gridCol w="200000"/>
                <a:gridCol w="200000"/>
                <a:gridCol w="200000"/>
              </a:tblGrid>
              <a:tr h="265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5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5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70" name="Google Shape;170;p20"/>
          <p:cNvCxnSpPr/>
          <p:nvPr/>
        </p:nvCxnSpPr>
        <p:spPr>
          <a:xfrm>
            <a:off x="694039" y="3277051"/>
            <a:ext cx="5931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71" name="Google Shape;171;p20"/>
          <p:cNvCxnSpPr/>
          <p:nvPr/>
        </p:nvCxnSpPr>
        <p:spPr>
          <a:xfrm>
            <a:off x="677272" y="4580901"/>
            <a:ext cx="3954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72" name="Google Shape;172;p20"/>
          <p:cNvCxnSpPr/>
          <p:nvPr/>
        </p:nvCxnSpPr>
        <p:spPr>
          <a:xfrm>
            <a:off x="664010" y="5896876"/>
            <a:ext cx="8610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73" name="Google Shape;173;p20"/>
          <p:cNvCxnSpPr/>
          <p:nvPr/>
        </p:nvCxnSpPr>
        <p:spPr>
          <a:xfrm>
            <a:off x="680329" y="7267164"/>
            <a:ext cx="5313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74" name="Google Shape;174;p20"/>
          <p:cNvCxnSpPr/>
          <p:nvPr/>
        </p:nvCxnSpPr>
        <p:spPr>
          <a:xfrm>
            <a:off x="708261" y="8619551"/>
            <a:ext cx="5367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75" name="Google Shape;175;p20"/>
          <p:cNvCxnSpPr/>
          <p:nvPr/>
        </p:nvCxnSpPr>
        <p:spPr>
          <a:xfrm>
            <a:off x="635123" y="7324811"/>
            <a:ext cx="0" cy="5868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76" name="Google Shape;176;p20"/>
          <p:cNvCxnSpPr/>
          <p:nvPr/>
        </p:nvCxnSpPr>
        <p:spPr>
          <a:xfrm>
            <a:off x="635119" y="3334699"/>
            <a:ext cx="0" cy="3927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77" name="Google Shape;177;p20"/>
          <p:cNvCxnSpPr/>
          <p:nvPr/>
        </p:nvCxnSpPr>
        <p:spPr>
          <a:xfrm>
            <a:off x="635117" y="4638549"/>
            <a:ext cx="0" cy="5868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78" name="Google Shape;178;p20"/>
          <p:cNvCxnSpPr/>
          <p:nvPr/>
        </p:nvCxnSpPr>
        <p:spPr>
          <a:xfrm>
            <a:off x="635137" y="5954524"/>
            <a:ext cx="0" cy="263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79" name="Google Shape;179;p20"/>
          <p:cNvCxnSpPr/>
          <p:nvPr/>
        </p:nvCxnSpPr>
        <p:spPr>
          <a:xfrm>
            <a:off x="653059" y="8677199"/>
            <a:ext cx="0" cy="6495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80" name="Google Shape;180;p20"/>
          <p:cNvCxnSpPr/>
          <p:nvPr/>
        </p:nvCxnSpPr>
        <p:spPr>
          <a:xfrm>
            <a:off x="474757" y="99719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86" name="Google Shape;186;p21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understanding of multiplication with fractions</a:t>
            </a:r>
            <a:endParaRPr/>
          </a:p>
        </p:txBody>
      </p:sp>
      <p:sp>
        <p:nvSpPr>
          <p:cNvPr id="187" name="Google Shape;187;p21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188" name="Google Shape;188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v2.1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1"/>
          <p:cNvSpPr txBox="1"/>
          <p:nvPr/>
        </p:nvSpPr>
        <p:spPr>
          <a:xfrm>
            <a:off x="468000" y="1074625"/>
            <a:ext cx="6624000" cy="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 Calculate the answers to the following.  Simplify all answers.  Find them in the table and write down which letter each gives.  Rearrange your letters to make a word.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1"/>
          <p:cNvSpPr txBox="1"/>
          <p:nvPr/>
        </p:nvSpPr>
        <p:spPr>
          <a:xfrm>
            <a:off x="468000" y="735928"/>
            <a:ext cx="662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Multiplication of fractions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91" name="Google Shape;191;p21"/>
          <p:cNvGraphicFramePr/>
          <p:nvPr/>
        </p:nvGraphicFramePr>
        <p:xfrm>
          <a:off x="468000" y="1554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{F0AFE7C5-F340-4440-B40F-A5BB57D9C830}</a:tableStyleId>
              </a:tblPr>
              <a:tblGrid>
                <a:gridCol w="509550"/>
                <a:gridCol w="509550"/>
                <a:gridCol w="509550"/>
                <a:gridCol w="509550"/>
                <a:gridCol w="509550"/>
                <a:gridCol w="509550"/>
                <a:gridCol w="509550"/>
                <a:gridCol w="509550"/>
                <a:gridCol w="509550"/>
                <a:gridCol w="509550"/>
                <a:gridCol w="509550"/>
                <a:gridCol w="509550"/>
                <a:gridCol w="509550"/>
              </a:tblGrid>
              <a:tr h="276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G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I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J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K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  <a:tr h="405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  <a:tr h="240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N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Q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R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U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V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Z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  <a:tr h="462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frac{1}{2}\ \frac{2}{5}\ \frac{3}{4}\ \frac{7}{10}\ \frac{1}{3}\ \frac{1}{4}\ \frac{3}{5}\ \frac{5}{8}\ \frac{1}{3}&quot;&gt;&lt;mfrac&gt;&lt;mn&gt;1&lt;/mn&gt;&lt;mn&gt;2&lt;/mn&gt;&lt;/mfrac&gt;&lt;mtext&gt;&lt;/mtext&gt;&lt;mfrac&gt;&lt;mn&gt;2&lt;/mn&gt;&lt;mn&gt;5&lt;/mn&gt;&lt;/mfrac&gt;&lt;mtext&gt;&lt;/mtext&gt;&lt;mfrac&gt;&lt;mn&gt;3&lt;/mn&gt;&lt;mn&gt;4&lt;/mn&gt;&lt;/mfrac&gt;&lt;mtext&gt;&lt;/mtext&gt;&lt;mfrac&gt;&lt;mn&gt;7&lt;/mn&gt;&lt;mn&gt;10&lt;/mn&gt;&lt;/mfrac&gt;&lt;mtext&gt;&lt;/mtext&gt;&lt;mfrac&gt;&lt;mn&gt;1&lt;/mn&gt;&lt;mn&gt;3&lt;/mn&gt;&lt;/mfrac&gt;&lt;mtext&gt;&lt;/mtext&gt;&lt;mfrac&gt;&lt;mn&gt;1&lt;/mn&gt;&lt;mn&gt;4&lt;/mn&gt;&lt;/mfrac&gt;&lt;mtext&gt;&lt;/mtext&gt;&lt;mfrac&gt;&lt;mn&gt;3&lt;/mn&gt;&lt;mn&gt;5&lt;/mn&gt;&lt;/mfrac&gt;&lt;mtext&gt;&lt;/mtext&gt;&lt;mfrac&gt;&lt;mn&gt;5&lt;/mn&gt;&lt;mn&gt;8&lt;/mn&gt;&lt;/mfrac&gt;&lt;mtext&gt;&lt;/mtext&gt;&lt;mfrac&gt;&lt;mn&gt;1&lt;/mn&gt;&lt;mn&gt;3&lt;/mn&gt;&lt;/mfrac&gt;&lt;/math&gt;" id="192" name="Google Shape;192;p21" title="one half two fifths three fourths seven tenths one third one fourth three fifths five eighths one third"/>
          <p:cNvPicPr preferRelativeResize="0"/>
          <p:nvPr/>
        </p:nvPicPr>
        <p:blipFill rotWithShape="1">
          <a:blip r:embed="rId3">
            <a:alphaModFix/>
          </a:blip>
          <a:srcRect b="0" l="79938" r="8916" t="0"/>
          <a:stretch/>
        </p:blipFill>
        <p:spPr>
          <a:xfrm>
            <a:off x="1129631" y="2502000"/>
            <a:ext cx="201287" cy="3788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\ \frac{2}{5}\ \frac{3}{4}\ \frac{7}{10}\ \frac{1}{3}\ \frac{1}{4}\ \frac{3}{5}\ \frac{5}{8}\ \frac{1}{3}&quot;&gt;&lt;mfrac&gt;&lt;mn&gt;1&lt;/mn&gt;&lt;mn&gt;2&lt;/mn&gt;&lt;/mfrac&gt;&lt;mtext&gt;&lt;/mtext&gt;&lt;mfrac&gt;&lt;mn&gt;2&lt;/mn&gt;&lt;mn&gt;5&lt;/mn&gt;&lt;/mfrac&gt;&lt;mtext&gt;&lt;/mtext&gt;&lt;mfrac&gt;&lt;mn&gt;3&lt;/mn&gt;&lt;mn&gt;4&lt;/mn&gt;&lt;/mfrac&gt;&lt;mtext&gt;&lt;/mtext&gt;&lt;mfrac&gt;&lt;mn&gt;7&lt;/mn&gt;&lt;mn&gt;10&lt;/mn&gt;&lt;/mfrac&gt;&lt;mtext&gt;&lt;/mtext&gt;&lt;mfrac&gt;&lt;mn&gt;1&lt;/mn&gt;&lt;mn&gt;3&lt;/mn&gt;&lt;/mfrac&gt;&lt;mtext&gt;&lt;/mtext&gt;&lt;mfrac&gt;&lt;mn&gt;1&lt;/mn&gt;&lt;mn&gt;4&lt;/mn&gt;&lt;/mfrac&gt;&lt;mtext&gt;&lt;/mtext&gt;&lt;mfrac&gt;&lt;mn&gt;3&lt;/mn&gt;&lt;mn&gt;5&lt;/mn&gt;&lt;/mfrac&gt;&lt;mtext&gt;&lt;/mtext&gt;&lt;mfrac&gt;&lt;mn&gt;5&lt;/mn&gt;&lt;mn&gt;8&lt;/mn&gt;&lt;/mfrac&gt;&lt;mtext&gt;&lt;/mtext&gt;&lt;mfrac&gt;&lt;mn&gt;1&lt;/mn&gt;&lt;mn&gt;3&lt;/mn&gt;&lt;/mfrac&gt;&lt;/math&gt;" id="193" name="Google Shape;193;p21" title="one half two fifths three fourths seven tenths one third one fourth three fifths five eighths one third"/>
          <p:cNvPicPr preferRelativeResize="0"/>
          <p:nvPr/>
        </p:nvPicPr>
        <p:blipFill rotWithShape="1">
          <a:blip r:embed="rId3">
            <a:alphaModFix/>
          </a:blip>
          <a:srcRect b="0" l="68379" r="18153" t="0"/>
          <a:stretch/>
        </p:blipFill>
        <p:spPr>
          <a:xfrm>
            <a:off x="3674216" y="2502000"/>
            <a:ext cx="243228" cy="3788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\ \frac{2}{5}\ \frac{3}{4}\ \frac{7}{10}\ \frac{1}{3}\ \frac{1}{4}\ \frac{3}{5}\ \frac{5}{8}\ \frac{1}{3}&quot;&gt;&lt;mfrac&gt;&lt;mn&gt;1&lt;/mn&gt;&lt;mn&gt;2&lt;/mn&gt;&lt;/mfrac&gt;&lt;mtext&gt;&lt;/mtext&gt;&lt;mfrac&gt;&lt;mn&gt;2&lt;/mn&gt;&lt;mn&gt;5&lt;/mn&gt;&lt;/mfrac&gt;&lt;mtext&gt;&lt;/mtext&gt;&lt;mfrac&gt;&lt;mn&gt;3&lt;/mn&gt;&lt;mn&gt;4&lt;/mn&gt;&lt;/mfrac&gt;&lt;mtext&gt;&lt;/mtext&gt;&lt;mfrac&gt;&lt;mn&gt;7&lt;/mn&gt;&lt;mn&gt;10&lt;/mn&gt;&lt;/mfrac&gt;&lt;mtext&gt;&lt;/mtext&gt;&lt;mfrac&gt;&lt;mn&gt;1&lt;/mn&gt;&lt;mn&gt;3&lt;/mn&gt;&lt;/mfrac&gt;&lt;mtext&gt;&lt;/mtext&gt;&lt;mfrac&gt;&lt;mn&gt;1&lt;/mn&gt;&lt;mn&gt;4&lt;/mn&gt;&lt;/mfrac&gt;&lt;mtext&gt;&lt;/mtext&gt;&lt;mfrac&gt;&lt;mn&gt;3&lt;/mn&gt;&lt;mn&gt;5&lt;/mn&gt;&lt;/mfrac&gt;&lt;mtext&gt;&lt;/mtext&gt;&lt;mfrac&gt;&lt;mn&gt;5&lt;/mn&gt;&lt;mn&gt;8&lt;/mn&gt;&lt;/mfrac&gt;&lt;mtext&gt;&lt;/mtext&gt;&lt;mfrac&gt;&lt;mn&gt;1&lt;/mn&gt;&lt;mn&gt;3&lt;/mn&gt;&lt;/mfrac&gt;&lt;/math&gt;" id="194" name="Google Shape;194;p21" title="one half two fifths three fourths seven tenths one third one fourth three fifths five eighths one third"/>
          <p:cNvPicPr preferRelativeResize="0"/>
          <p:nvPr/>
        </p:nvPicPr>
        <p:blipFill rotWithShape="1">
          <a:blip r:embed="rId3">
            <a:alphaModFix/>
          </a:blip>
          <a:srcRect b="0" l="58868" r="29986" t="0"/>
          <a:stretch/>
        </p:blipFill>
        <p:spPr>
          <a:xfrm>
            <a:off x="652300" y="1850400"/>
            <a:ext cx="201287" cy="3788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\ \frac{2}{5}\ \frac{3}{4}\ \frac{7}{10}\ \frac{1}{3}\ \frac{1}{4}\ \frac{3}{5}\ \frac{5}{8}\ \frac{1}{3}&quot;&gt;&lt;mfrac&gt;&lt;mn&gt;1&lt;/mn&gt;&lt;mn&gt;2&lt;/mn&gt;&lt;/mfrac&gt;&lt;mtext&gt;&lt;/mtext&gt;&lt;mfrac&gt;&lt;mn&gt;2&lt;/mn&gt;&lt;mn&gt;5&lt;/mn&gt;&lt;/mfrac&gt;&lt;mtext&gt;&lt;/mtext&gt;&lt;mfrac&gt;&lt;mn&gt;3&lt;/mn&gt;&lt;mn&gt;4&lt;/mn&gt;&lt;/mfrac&gt;&lt;mtext&gt;&lt;/mtext&gt;&lt;mfrac&gt;&lt;mn&gt;7&lt;/mn&gt;&lt;mn&gt;10&lt;/mn&gt;&lt;/mfrac&gt;&lt;mtext&gt;&lt;/mtext&gt;&lt;mfrac&gt;&lt;mn&gt;1&lt;/mn&gt;&lt;mn&gt;3&lt;/mn&gt;&lt;/mfrac&gt;&lt;mtext&gt;&lt;/mtext&gt;&lt;mfrac&gt;&lt;mn&gt;1&lt;/mn&gt;&lt;mn&gt;4&lt;/mn&gt;&lt;/mfrac&gt;&lt;mtext&gt;&lt;/mtext&gt;&lt;mfrac&gt;&lt;mn&gt;3&lt;/mn&gt;&lt;mn&gt;5&lt;/mn&gt;&lt;/mfrac&gt;&lt;mtext&gt;&lt;/mtext&gt;&lt;mfrac&gt;&lt;mn&gt;5&lt;/mn&gt;&lt;mn&gt;8&lt;/mn&gt;&lt;/mfrac&gt;&lt;mtext&gt;&lt;/mtext&gt;&lt;mfrac&gt;&lt;mn&gt;1&lt;/mn&gt;&lt;mn&gt;3&lt;/mn&gt;&lt;/mfrac&gt;&lt;/math&gt;" id="195" name="Google Shape;195;p21" title="one half two fifths three fourths seven tenths one third one fourth three fifths five eighths one third"/>
          <p:cNvPicPr preferRelativeResize="0"/>
          <p:nvPr/>
        </p:nvPicPr>
        <p:blipFill rotWithShape="1">
          <a:blip r:embed="rId3">
            <a:alphaModFix/>
          </a:blip>
          <a:srcRect b="0" l="47598" r="41255" t="0"/>
          <a:stretch/>
        </p:blipFill>
        <p:spPr>
          <a:xfrm>
            <a:off x="2670301" y="2502000"/>
            <a:ext cx="201287" cy="3788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\ \frac{2}{5}\ \frac{3}{4}\ \frac{7}{10}\ \frac{1}{3}\ \frac{1}{4}\ \frac{3}{5}\ \frac{5}{8}\ \frac{1}{3}&quot;&gt;&lt;mfrac&gt;&lt;mn&gt;1&lt;/mn&gt;&lt;mn&gt;2&lt;/mn&gt;&lt;/mfrac&gt;&lt;mtext&gt;&lt;/mtext&gt;&lt;mfrac&gt;&lt;mn&gt;2&lt;/mn&gt;&lt;mn&gt;5&lt;/mn&gt;&lt;/mfrac&gt;&lt;mtext&gt;&lt;/mtext&gt;&lt;mfrac&gt;&lt;mn&gt;3&lt;/mn&gt;&lt;mn&gt;4&lt;/mn&gt;&lt;/mfrac&gt;&lt;mtext&gt;&lt;/mtext&gt;&lt;mfrac&gt;&lt;mn&gt;7&lt;/mn&gt;&lt;mn&gt;10&lt;/mn&gt;&lt;/mfrac&gt;&lt;mtext&gt;&lt;/mtext&gt;&lt;mfrac&gt;&lt;mn&gt;1&lt;/mn&gt;&lt;mn&gt;3&lt;/mn&gt;&lt;/mfrac&gt;&lt;mtext&gt;&lt;/mtext&gt;&lt;mfrac&gt;&lt;mn&gt;1&lt;/mn&gt;&lt;mn&gt;4&lt;/mn&gt;&lt;/mfrac&gt;&lt;mtext&gt;&lt;/mtext&gt;&lt;mfrac&gt;&lt;mn&gt;3&lt;/mn&gt;&lt;mn&gt;5&lt;/mn&gt;&lt;/mfrac&gt;&lt;mtext&gt;&lt;/mtext&gt;&lt;mfrac&gt;&lt;mn&gt;5&lt;/mn&gt;&lt;mn&gt;8&lt;/mn&gt;&lt;/mfrac&gt;&lt;mtext&gt;&lt;/mtext&gt;&lt;mfrac&gt;&lt;mn&gt;1&lt;/mn&gt;&lt;mn&gt;3&lt;/mn&gt;&lt;/mfrac&gt;&lt;/math&gt;" id="196" name="Google Shape;196;p21" title="one half two fifths three fourths seven tenths one third one fourth three fifths five eighths one third"/>
          <p:cNvPicPr preferRelativeResize="0"/>
          <p:nvPr/>
        </p:nvPicPr>
        <p:blipFill rotWithShape="1">
          <a:blip r:embed="rId3">
            <a:alphaModFix/>
          </a:blip>
          <a:srcRect b="0" l="30478" r="53919" t="0"/>
          <a:stretch/>
        </p:blipFill>
        <p:spPr>
          <a:xfrm>
            <a:off x="2614905" y="1850400"/>
            <a:ext cx="281792" cy="3788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\ \frac{2}{5}\ \frac{3}{4}\ \frac{7}{10}\ \frac{1}{3}\ \frac{1}{4}\ \frac{3}{5}\ \frac{5}{8}\ \frac{1}{3}&quot;&gt;&lt;mfrac&gt;&lt;mn&gt;1&lt;/mn&gt;&lt;mn&gt;2&lt;/mn&gt;&lt;/mfrac&gt;&lt;mtext&gt;&lt;/mtext&gt;&lt;mfrac&gt;&lt;mn&gt;2&lt;/mn&gt;&lt;mn&gt;5&lt;/mn&gt;&lt;/mfrac&gt;&lt;mtext&gt;&lt;/mtext&gt;&lt;mfrac&gt;&lt;mn&gt;3&lt;/mn&gt;&lt;mn&gt;4&lt;/mn&gt;&lt;/mfrac&gt;&lt;mtext&gt;&lt;/mtext&gt;&lt;mfrac&gt;&lt;mn&gt;7&lt;/mn&gt;&lt;mn&gt;10&lt;/mn&gt;&lt;/mfrac&gt;&lt;mtext&gt;&lt;/mtext&gt;&lt;mfrac&gt;&lt;mn&gt;1&lt;/mn&gt;&lt;mn&gt;3&lt;/mn&gt;&lt;/mfrac&gt;&lt;mtext&gt;&lt;/mtext&gt;&lt;mfrac&gt;&lt;mn&gt;1&lt;/mn&gt;&lt;mn&gt;4&lt;/mn&gt;&lt;/mfrac&gt;&lt;mtext&gt;&lt;/mtext&gt;&lt;mfrac&gt;&lt;mn&gt;3&lt;/mn&gt;&lt;mn&gt;5&lt;/mn&gt;&lt;/mfrac&gt;&lt;mtext&gt;&lt;/mtext&gt;&lt;mfrac&gt;&lt;mn&gt;5&lt;/mn&gt;&lt;mn&gt;8&lt;/mn&gt;&lt;/mfrac&gt;&lt;mtext&gt;&lt;/mtext&gt;&lt;mfrac&gt;&lt;mn&gt;1&lt;/mn&gt;&lt;mn&gt;3&lt;/mn&gt;&lt;/mfrac&gt;&lt;/math&gt;" id="197" name="Google Shape;197;p21" title="one half two fifths three fourths seven tenths one third one fourth three fifths five eighths one third"/>
          <p:cNvPicPr preferRelativeResize="0"/>
          <p:nvPr/>
        </p:nvPicPr>
        <p:blipFill rotWithShape="1">
          <a:blip r:embed="rId3">
            <a:alphaModFix/>
          </a:blip>
          <a:srcRect b="0" l="21011" r="67843" t="0"/>
          <a:stretch/>
        </p:blipFill>
        <p:spPr>
          <a:xfrm>
            <a:off x="6754888" y="1850400"/>
            <a:ext cx="201287" cy="3788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\ \frac{2}{5}\ \frac{3}{4}\ \frac{7}{10}\ \frac{1}{3}\ \frac{1}{4}\ \frac{3}{5}\ \frac{5}{8}\ \frac{1}{3}&quot;&gt;&lt;mfrac&gt;&lt;mn&gt;1&lt;/mn&gt;&lt;mn&gt;2&lt;/mn&gt;&lt;/mfrac&gt;&lt;mtext&gt;&lt;/mtext&gt;&lt;mfrac&gt;&lt;mn&gt;2&lt;/mn&gt;&lt;mn&gt;5&lt;/mn&gt;&lt;/mfrac&gt;&lt;mtext&gt;&lt;/mtext&gt;&lt;mfrac&gt;&lt;mn&gt;3&lt;/mn&gt;&lt;mn&gt;4&lt;/mn&gt;&lt;/mfrac&gt;&lt;mtext&gt;&lt;/mtext&gt;&lt;mfrac&gt;&lt;mn&gt;7&lt;/mn&gt;&lt;mn&gt;10&lt;/mn&gt;&lt;/mfrac&gt;&lt;mtext&gt;&lt;/mtext&gt;&lt;mfrac&gt;&lt;mn&gt;1&lt;/mn&gt;&lt;mn&gt;3&lt;/mn&gt;&lt;/mfrac&gt;&lt;mtext&gt;&lt;/mtext&gt;&lt;mfrac&gt;&lt;mn&gt;1&lt;/mn&gt;&lt;mn&gt;4&lt;/mn&gt;&lt;/mfrac&gt;&lt;mtext&gt;&lt;/mtext&gt;&lt;mfrac&gt;&lt;mn&gt;3&lt;/mn&gt;&lt;mn&gt;5&lt;/mn&gt;&lt;/mfrac&gt;&lt;mtext&gt;&lt;/mtext&gt;&lt;mfrac&gt;&lt;mn&gt;5&lt;/mn&gt;&lt;mn&gt;8&lt;/mn&gt;&lt;/mfrac&gt;&lt;mtext&gt;&lt;/mtext&gt;&lt;mfrac&gt;&lt;mn&gt;1&lt;/mn&gt;&lt;mn&gt;3&lt;/mn&gt;&lt;/mfrac&gt;&lt;/math&gt;" id="198" name="Google Shape;198;p21" title="one half two fifths three fourths seven tenths one third one fourth three fifths five eighths one third"/>
          <p:cNvPicPr preferRelativeResize="0"/>
          <p:nvPr/>
        </p:nvPicPr>
        <p:blipFill rotWithShape="1">
          <a:blip r:embed="rId3">
            <a:alphaModFix/>
          </a:blip>
          <a:srcRect b="0" l="10072" r="80863" t="0"/>
          <a:stretch/>
        </p:blipFill>
        <p:spPr>
          <a:xfrm>
            <a:off x="4218265" y="2502000"/>
            <a:ext cx="163704" cy="3788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\ \frac{2}{5}\ \frac{3}{4}\ \frac{7}{10}\ \frac{1}{3}\ \frac{1}{4}\ \frac{3}{5}\ \frac{5}{8}\ \frac{1}{3}&quot;&gt;&lt;mfrac&gt;&lt;mn&gt;1&lt;/mn&gt;&lt;mn&gt;2&lt;/mn&gt;&lt;/mfrac&gt;&lt;mtext&gt;&lt;/mtext&gt;&lt;mfrac&gt;&lt;mn&gt;2&lt;/mn&gt;&lt;mn&gt;5&lt;/mn&gt;&lt;/mfrac&gt;&lt;mtext&gt;&lt;/mtext&gt;&lt;mfrac&gt;&lt;mn&gt;3&lt;/mn&gt;&lt;mn&gt;4&lt;/mn&gt;&lt;/mfrac&gt;&lt;mtext&gt;&lt;/mtext&gt;&lt;mfrac&gt;&lt;mn&gt;7&lt;/mn&gt;&lt;mn&gt;10&lt;/mn&gt;&lt;/mfrac&gt;&lt;mtext&gt;&lt;/mtext&gt;&lt;mfrac&gt;&lt;mn&gt;1&lt;/mn&gt;&lt;mn&gt;3&lt;/mn&gt;&lt;/mfrac&gt;&lt;mtext&gt;&lt;/mtext&gt;&lt;mfrac&gt;&lt;mn&gt;1&lt;/mn&gt;&lt;mn&gt;4&lt;/mn&gt;&lt;/mfrac&gt;&lt;mtext&gt;&lt;/mtext&gt;&lt;mfrac&gt;&lt;mn&gt;3&lt;/mn&gt;&lt;mn&gt;5&lt;/mn&gt;&lt;/mfrac&gt;&lt;mtext&gt;&lt;/mtext&gt;&lt;mfrac&gt;&lt;mn&gt;5&lt;/mn&gt;&lt;mn&gt;8&lt;/mn&gt;&lt;/mfrac&gt;&lt;mtext&gt;&lt;/mtext&gt;&lt;mfrac&gt;&lt;mn&gt;1&lt;/mn&gt;&lt;mn&gt;3&lt;/mn&gt;&lt;/mfrac&gt;&lt;/math&gt;" id="199" name="Google Shape;199;p21" title="one half two fifths three fourths seven tenths one third one fourth three fifths five eighths one third"/>
          <p:cNvPicPr preferRelativeResize="0"/>
          <p:nvPr/>
        </p:nvPicPr>
        <p:blipFill rotWithShape="1">
          <a:blip r:embed="rId3">
            <a:alphaModFix/>
          </a:blip>
          <a:srcRect b="0" l="0" r="90935" t="0"/>
          <a:stretch/>
        </p:blipFill>
        <p:spPr>
          <a:xfrm>
            <a:off x="671102" y="2502000"/>
            <a:ext cx="163704" cy="3788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5}\ \frac{3}{8}\ \frac{3}{10}\ \frac{4}{7}\ \frac{1}{5}\ \frac{5}{6}\ \frac{7}{9}\ \frac{2}{9}\ \frac{7}{8}\ \frac{1}{10}\ \frac{1}{6}\ \frac{1}{8}\ \frac{5}{12}\ \frac{1}{12}\ \frac{7}{12}\ \frac{19}{20}\ \frac{13}{20}\ \frac{3}{11}&quot;&gt;&lt;mfrac&gt;&lt;mn&gt;4&lt;/mn&gt;&lt;mn&gt;5&lt;/mn&gt;&lt;/mfrac&gt;&lt;mtext&gt;&lt;/mtext&gt;&lt;mfrac&gt;&lt;mn&gt;3&lt;/mn&gt;&lt;mn&gt;8&lt;/mn&gt;&lt;/mfrac&gt;&lt;mtext&gt;&lt;/mtext&gt;&lt;mfrac&gt;&lt;mn&gt;3&lt;/mn&gt;&lt;mn&gt;10&lt;/mn&gt;&lt;/mfrac&gt;&lt;mtext&gt;&lt;/mtext&gt;&lt;mfrac&gt;&lt;mn&gt;4&lt;/mn&gt;&lt;mn&gt;7&lt;/mn&gt;&lt;/mfrac&gt;&lt;mtext&gt;&lt;/mtext&gt;&lt;mfrac&gt;&lt;mn&gt;1&lt;/mn&gt;&lt;mn&gt;5&lt;/mn&gt;&lt;/mfrac&gt;&lt;mtext&gt;&lt;/mtext&gt;&lt;mfrac&gt;&lt;mn&gt;5&lt;/mn&gt;&lt;mn&gt;6&lt;/mn&gt;&lt;/mfrac&gt;&lt;mtext&gt;&lt;/mtext&gt;&lt;mfrac&gt;&lt;mn&gt;7&lt;/mn&gt;&lt;mn&gt;9&lt;/mn&gt;&lt;/mfrac&gt;&lt;mtext&gt;&lt;/mtext&gt;&lt;mfrac&gt;&lt;mn&gt;2&lt;/mn&gt;&lt;mn&gt;9&lt;/mn&gt;&lt;/mfrac&gt;&lt;mtext&gt;&lt;/mtext&gt;&lt;mfrac&gt;&lt;mn&gt;7&lt;/mn&gt;&lt;mn&gt;8&lt;/mn&gt;&lt;/mfrac&gt;&lt;mtext&gt;&lt;/mtext&gt;&lt;mfrac&gt;&lt;mn&gt;1&lt;/mn&gt;&lt;mn&gt;10&lt;/mn&gt;&lt;/mfrac&gt;&lt;mtext&gt;&lt;/mtext&gt;&lt;mfrac&gt;&lt;mn&gt;1&lt;/mn&gt;&lt;mn&gt;6&lt;/mn&gt;&lt;/mfrac&gt;&lt;mtext&gt;&lt;/mtext&gt;&lt;mfrac&gt;&lt;mn&gt;1&lt;/mn&gt;&lt;mn&gt;8&lt;/mn&gt;&lt;/mfrac&gt;&lt;mtext&gt;&lt;/mtext&gt;&lt;mfrac&gt;&lt;mn&gt;5&lt;/mn&gt;&lt;mn&gt;12&lt;/mn&gt;&lt;/mfrac&gt;&lt;mtext&gt;&lt;/mtext&gt;&lt;mfrac&gt;&lt;mn&gt;1&lt;/mn&gt;&lt;mn&gt;12&lt;/mn&gt;&lt;/mfrac&gt;&lt;mtext&gt;&lt;/mtext&gt;&lt;mfrac&gt;&lt;mn&gt;7&lt;/mn&gt;&lt;mn&gt;12&lt;/mn&gt;&lt;/mfrac&gt;&lt;mtext&gt;&lt;/mtext&gt;&lt;mfrac&gt;&lt;mn&gt;19&lt;/mn&gt;&lt;mn&gt;20&lt;/mn&gt;&lt;/mfrac&gt;&lt;mtext&gt;&lt;/mtext&gt;&lt;mfrac&gt;&lt;mn&gt;13&lt;/mn&gt;&lt;mn&gt;20&lt;/mn&gt;&lt;/mfrac&gt;&lt;mtext&gt;&lt;/mtext&gt;&lt;mfrac&gt;&lt;mn&gt;3&lt;/mn&gt;&lt;mn&gt;11&lt;/mn&gt;&lt;/mfrac&gt;&lt;/math&gt;" id="200" name="Google Shape;200;p21" title="four fifths three eighths three tenths four sevenths one fifth five sixths seven ninths two ninths seven eighths one tenth one sixth one eighth 5 over 12 1 over 12 7 over 12 19 over 20 13 over 20 3 over 11"/>
          <p:cNvPicPr preferRelativeResize="0"/>
          <p:nvPr/>
        </p:nvPicPr>
        <p:blipFill rotWithShape="1">
          <a:blip r:embed="rId4">
            <a:alphaModFix/>
          </a:blip>
          <a:srcRect b="0" l="0" r="96135" t="0"/>
          <a:stretch/>
        </p:blipFill>
        <p:spPr>
          <a:xfrm>
            <a:off x="1682683" y="1850400"/>
            <a:ext cx="163704" cy="3788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5}\ \frac{3}{8}\ \frac{3}{10}\ \frac{4}{7}\ \frac{1}{5}\ \frac{5}{6}\ \frac{7}{9}\ \frac{2}{9}\ \frac{7}{8}\ \frac{1}{10}\ \frac{1}{6}\ \frac{1}{8}\ \frac{5}{12}\ \frac{1}{12}\ \frac{7}{12}\ \frac{19}{20}\ \frac{13}{20}\ \frac{3}{11}&quot;&gt;&lt;mfrac&gt;&lt;mn&gt;4&lt;/mn&gt;&lt;mn&gt;5&lt;/mn&gt;&lt;/mfrac&gt;&lt;mtext&gt;&lt;/mtext&gt;&lt;mfrac&gt;&lt;mn&gt;3&lt;/mn&gt;&lt;mn&gt;8&lt;/mn&gt;&lt;/mfrac&gt;&lt;mtext&gt;&lt;/mtext&gt;&lt;mfrac&gt;&lt;mn&gt;3&lt;/mn&gt;&lt;mn&gt;10&lt;/mn&gt;&lt;/mfrac&gt;&lt;mtext&gt;&lt;/mtext&gt;&lt;mfrac&gt;&lt;mn&gt;4&lt;/mn&gt;&lt;mn&gt;7&lt;/mn&gt;&lt;/mfrac&gt;&lt;mtext&gt;&lt;/mtext&gt;&lt;mfrac&gt;&lt;mn&gt;1&lt;/mn&gt;&lt;mn&gt;5&lt;/mn&gt;&lt;/mfrac&gt;&lt;mtext&gt;&lt;/mtext&gt;&lt;mfrac&gt;&lt;mn&gt;5&lt;/mn&gt;&lt;mn&gt;6&lt;/mn&gt;&lt;/mfrac&gt;&lt;mtext&gt;&lt;/mtext&gt;&lt;mfrac&gt;&lt;mn&gt;7&lt;/mn&gt;&lt;mn&gt;9&lt;/mn&gt;&lt;/mfrac&gt;&lt;mtext&gt;&lt;/mtext&gt;&lt;mfrac&gt;&lt;mn&gt;2&lt;/mn&gt;&lt;mn&gt;9&lt;/mn&gt;&lt;/mfrac&gt;&lt;mtext&gt;&lt;/mtext&gt;&lt;mfrac&gt;&lt;mn&gt;7&lt;/mn&gt;&lt;mn&gt;8&lt;/mn&gt;&lt;/mfrac&gt;&lt;mtext&gt;&lt;/mtext&gt;&lt;mfrac&gt;&lt;mn&gt;1&lt;/mn&gt;&lt;mn&gt;10&lt;/mn&gt;&lt;/mfrac&gt;&lt;mtext&gt;&lt;/mtext&gt;&lt;mfrac&gt;&lt;mn&gt;1&lt;/mn&gt;&lt;mn&gt;6&lt;/mn&gt;&lt;/mfrac&gt;&lt;mtext&gt;&lt;/mtext&gt;&lt;mfrac&gt;&lt;mn&gt;1&lt;/mn&gt;&lt;mn&gt;8&lt;/mn&gt;&lt;/mfrac&gt;&lt;mtext&gt;&lt;/mtext&gt;&lt;mfrac&gt;&lt;mn&gt;5&lt;/mn&gt;&lt;mn&gt;12&lt;/mn&gt;&lt;/mfrac&gt;&lt;mtext&gt;&lt;/mtext&gt;&lt;mfrac&gt;&lt;mn&gt;1&lt;/mn&gt;&lt;mn&gt;12&lt;/mn&gt;&lt;/mfrac&gt;&lt;mtext&gt;&lt;/mtext&gt;&lt;mfrac&gt;&lt;mn&gt;7&lt;/mn&gt;&lt;mn&gt;12&lt;/mn&gt;&lt;/mfrac&gt;&lt;mtext&gt;&lt;/mtext&gt;&lt;mfrac&gt;&lt;mn&gt;19&lt;/mn&gt;&lt;mn&gt;20&lt;/mn&gt;&lt;/mfrac&gt;&lt;mtext&gt;&lt;/mtext&gt;&lt;mfrac&gt;&lt;mn&gt;13&lt;/mn&gt;&lt;mn&gt;20&lt;/mn&gt;&lt;/mfrac&gt;&lt;mtext&gt;&lt;/mtext&gt;&lt;mfrac&gt;&lt;mn&gt;3&lt;/mn&gt;&lt;mn&gt;11&lt;/mn&gt;&lt;/mfrac&gt;&lt;/math&gt;" id="201" name="Google Shape;201;p21" title="four fifths three eighths three tenths four sevenths one fifth five sixths seven ninths two ninths seven eighths one tenth one sixth one eighth 5 over 12 1 over 12 7 over 12 19 over 20 13 over 20 3 over 11"/>
          <p:cNvPicPr preferRelativeResize="0"/>
          <p:nvPr/>
        </p:nvPicPr>
        <p:blipFill rotWithShape="1">
          <a:blip r:embed="rId4">
            <a:alphaModFix/>
          </a:blip>
          <a:srcRect b="0" l="3400" r="90857" t="0"/>
          <a:stretch/>
        </p:blipFill>
        <p:spPr>
          <a:xfrm>
            <a:off x="5187112" y="1850400"/>
            <a:ext cx="243229" cy="3788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5}\ \frac{3}{8}\ \frac{3}{10}\ \frac{4}{7}\ \frac{1}{5}\ \frac{5}{6}\ \frac{7}{9}\ \frac{2}{9}\ \frac{7}{8}\ \frac{1}{10}\ \frac{1}{6}\ \frac{1}{8}\ \frac{5}{12}\ \frac{1}{12}\ \frac{7}{12}\ \frac{19}{20}\ \frac{13}{20}\ \frac{3}{11}&quot;&gt;&lt;mfrac&gt;&lt;mn&gt;4&lt;/mn&gt;&lt;mn&gt;5&lt;/mn&gt;&lt;/mfrac&gt;&lt;mtext&gt;&lt;/mtext&gt;&lt;mfrac&gt;&lt;mn&gt;3&lt;/mn&gt;&lt;mn&gt;8&lt;/mn&gt;&lt;/mfrac&gt;&lt;mtext&gt;&lt;/mtext&gt;&lt;mfrac&gt;&lt;mn&gt;3&lt;/mn&gt;&lt;mn&gt;10&lt;/mn&gt;&lt;/mfrac&gt;&lt;mtext&gt;&lt;/mtext&gt;&lt;mfrac&gt;&lt;mn&gt;4&lt;/mn&gt;&lt;mn&gt;7&lt;/mn&gt;&lt;/mfrac&gt;&lt;mtext&gt;&lt;/mtext&gt;&lt;mfrac&gt;&lt;mn&gt;1&lt;/mn&gt;&lt;mn&gt;5&lt;/mn&gt;&lt;/mfrac&gt;&lt;mtext&gt;&lt;/mtext&gt;&lt;mfrac&gt;&lt;mn&gt;5&lt;/mn&gt;&lt;mn&gt;6&lt;/mn&gt;&lt;/mfrac&gt;&lt;mtext&gt;&lt;/mtext&gt;&lt;mfrac&gt;&lt;mn&gt;7&lt;/mn&gt;&lt;mn&gt;9&lt;/mn&gt;&lt;/mfrac&gt;&lt;mtext&gt;&lt;/mtext&gt;&lt;mfrac&gt;&lt;mn&gt;2&lt;/mn&gt;&lt;mn&gt;9&lt;/mn&gt;&lt;/mfrac&gt;&lt;mtext&gt;&lt;/mtext&gt;&lt;mfrac&gt;&lt;mn&gt;7&lt;/mn&gt;&lt;mn&gt;8&lt;/mn&gt;&lt;/mfrac&gt;&lt;mtext&gt;&lt;/mtext&gt;&lt;mfrac&gt;&lt;mn&gt;1&lt;/mn&gt;&lt;mn&gt;10&lt;/mn&gt;&lt;/mfrac&gt;&lt;mtext&gt;&lt;/mtext&gt;&lt;mfrac&gt;&lt;mn&gt;1&lt;/mn&gt;&lt;mn&gt;6&lt;/mn&gt;&lt;/mfrac&gt;&lt;mtext&gt;&lt;/mtext&gt;&lt;mfrac&gt;&lt;mn&gt;1&lt;/mn&gt;&lt;mn&gt;8&lt;/mn&gt;&lt;/mfrac&gt;&lt;mtext&gt;&lt;/mtext&gt;&lt;mfrac&gt;&lt;mn&gt;5&lt;/mn&gt;&lt;mn&gt;12&lt;/mn&gt;&lt;/mfrac&gt;&lt;mtext&gt;&lt;/mtext&gt;&lt;mfrac&gt;&lt;mn&gt;1&lt;/mn&gt;&lt;mn&gt;12&lt;/mn&gt;&lt;/mfrac&gt;&lt;mtext&gt;&lt;/mtext&gt;&lt;mfrac&gt;&lt;mn&gt;7&lt;/mn&gt;&lt;mn&gt;12&lt;/mn&gt;&lt;/mfrac&gt;&lt;mtext&gt;&lt;/mtext&gt;&lt;mfrac&gt;&lt;mn&gt;19&lt;/mn&gt;&lt;mn&gt;20&lt;/mn&gt;&lt;/mfrac&gt;&lt;mtext&gt;&lt;/mtext&gt;&lt;mfrac&gt;&lt;mn&gt;13&lt;/mn&gt;&lt;mn&gt;20&lt;/mn&gt;&lt;/mfrac&gt;&lt;mtext&gt;&lt;/mtext&gt;&lt;mfrac&gt;&lt;mn&gt;3&lt;/mn&gt;&lt;mn&gt;11&lt;/mn&gt;&lt;/mfrac&gt;&lt;/math&gt;" id="202" name="Google Shape;202;p21" title="four fifths three eighths three tenths four sevenths one fifth five sixths seven ninths two ninths seven eighths one tenth one sixth one eighth 5 over 12 1 over 12 7 over 12 19 over 20 13 over 20 3 over 11"/>
          <p:cNvPicPr preferRelativeResize="0"/>
          <p:nvPr/>
        </p:nvPicPr>
        <p:blipFill rotWithShape="1">
          <a:blip r:embed="rId4">
            <a:alphaModFix/>
          </a:blip>
          <a:srcRect b="0" l="8608" r="84738" t="0"/>
          <a:stretch/>
        </p:blipFill>
        <p:spPr>
          <a:xfrm>
            <a:off x="5679423" y="2502000"/>
            <a:ext cx="281794" cy="3788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5}\ \frac{3}{8}\ \frac{3}{10}\ \frac{4}{7}\ \frac{1}{5}\ \frac{5}{6}\ \frac{7}{9}\ \frac{2}{9}\ \frac{7}{8}\ \frac{1}{10}\ \frac{1}{6}\ \frac{1}{8}\ \frac{5}{12}\ \frac{1}{12}\ \frac{7}{12}\ \frac{19}{20}\ \frac{13}{20}\ \frac{3}{11}&quot;&gt;&lt;mfrac&gt;&lt;mn&gt;4&lt;/mn&gt;&lt;mn&gt;5&lt;/mn&gt;&lt;/mfrac&gt;&lt;mtext&gt;&lt;/mtext&gt;&lt;mfrac&gt;&lt;mn&gt;3&lt;/mn&gt;&lt;mn&gt;8&lt;/mn&gt;&lt;/mfrac&gt;&lt;mtext&gt;&lt;/mtext&gt;&lt;mfrac&gt;&lt;mn&gt;3&lt;/mn&gt;&lt;mn&gt;10&lt;/mn&gt;&lt;/mfrac&gt;&lt;mtext&gt;&lt;/mtext&gt;&lt;mfrac&gt;&lt;mn&gt;4&lt;/mn&gt;&lt;mn&gt;7&lt;/mn&gt;&lt;/mfrac&gt;&lt;mtext&gt;&lt;/mtext&gt;&lt;mfrac&gt;&lt;mn&gt;1&lt;/mn&gt;&lt;mn&gt;5&lt;/mn&gt;&lt;/mfrac&gt;&lt;mtext&gt;&lt;/mtext&gt;&lt;mfrac&gt;&lt;mn&gt;5&lt;/mn&gt;&lt;mn&gt;6&lt;/mn&gt;&lt;/mfrac&gt;&lt;mtext&gt;&lt;/mtext&gt;&lt;mfrac&gt;&lt;mn&gt;7&lt;/mn&gt;&lt;mn&gt;9&lt;/mn&gt;&lt;/mfrac&gt;&lt;mtext&gt;&lt;/mtext&gt;&lt;mfrac&gt;&lt;mn&gt;2&lt;/mn&gt;&lt;mn&gt;9&lt;/mn&gt;&lt;/mfrac&gt;&lt;mtext&gt;&lt;/mtext&gt;&lt;mfrac&gt;&lt;mn&gt;7&lt;/mn&gt;&lt;mn&gt;8&lt;/mn&gt;&lt;/mfrac&gt;&lt;mtext&gt;&lt;/mtext&gt;&lt;mfrac&gt;&lt;mn&gt;1&lt;/mn&gt;&lt;mn&gt;10&lt;/mn&gt;&lt;/mfrac&gt;&lt;mtext&gt;&lt;/mtext&gt;&lt;mfrac&gt;&lt;mn&gt;1&lt;/mn&gt;&lt;mn&gt;6&lt;/mn&gt;&lt;/mfrac&gt;&lt;mtext&gt;&lt;/mtext&gt;&lt;mfrac&gt;&lt;mn&gt;1&lt;/mn&gt;&lt;mn&gt;8&lt;/mn&gt;&lt;/mfrac&gt;&lt;mtext&gt;&lt;/mtext&gt;&lt;mfrac&gt;&lt;mn&gt;5&lt;/mn&gt;&lt;mn&gt;12&lt;/mn&gt;&lt;/mfrac&gt;&lt;mtext&gt;&lt;/mtext&gt;&lt;mfrac&gt;&lt;mn&gt;1&lt;/mn&gt;&lt;mn&gt;12&lt;/mn&gt;&lt;/mfrac&gt;&lt;mtext&gt;&lt;/mtext&gt;&lt;mfrac&gt;&lt;mn&gt;7&lt;/mn&gt;&lt;mn&gt;12&lt;/mn&gt;&lt;/mfrac&gt;&lt;mtext&gt;&lt;/mtext&gt;&lt;mfrac&gt;&lt;mn&gt;19&lt;/mn&gt;&lt;mn&gt;20&lt;/mn&gt;&lt;/mfrac&gt;&lt;mtext&gt;&lt;/mtext&gt;&lt;mfrac&gt;&lt;mn&gt;13&lt;/mn&gt;&lt;mn&gt;20&lt;/mn&gt;&lt;/mfrac&gt;&lt;mtext&gt;&lt;/mtext&gt;&lt;mfrac&gt;&lt;mn&gt;3&lt;/mn&gt;&lt;mn&gt;11&lt;/mn&gt;&lt;/mfrac&gt;&lt;/math&gt;" id="203" name="Google Shape;203;p21" title="four fifths three eighths three tenths four sevenths one fifth five sixths seven ninths two ninths seven eighths one tenth one sixth one eighth 5 over 12 1 over 12 7 over 12 19 over 20 13 over 20 3 over 11"/>
          <p:cNvPicPr preferRelativeResize="0"/>
          <p:nvPr/>
        </p:nvPicPr>
        <p:blipFill rotWithShape="1">
          <a:blip r:embed="rId4">
            <a:alphaModFix/>
          </a:blip>
          <a:srcRect b="0" l="14900" r="80347" t="0"/>
          <a:stretch/>
        </p:blipFill>
        <p:spPr>
          <a:xfrm>
            <a:off x="2138718" y="2502000"/>
            <a:ext cx="201288" cy="3788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5}\ \frac{3}{8}\ \frac{3}{10}\ \frac{4}{7}\ \frac{1}{5}\ \frac{5}{6}\ \frac{7}{9}\ \frac{2}{9}\ \frac{7}{8}\ \frac{1}{10}\ \frac{1}{6}\ \frac{1}{8}\ \frac{5}{12}\ \frac{1}{12}\ \frac{7}{12}\ \frac{19}{20}\ \frac{13}{20}\ \frac{3}{11}&quot;&gt;&lt;mfrac&gt;&lt;mn&gt;4&lt;/mn&gt;&lt;mn&gt;5&lt;/mn&gt;&lt;/mfrac&gt;&lt;mtext&gt;&lt;/mtext&gt;&lt;mfrac&gt;&lt;mn&gt;3&lt;/mn&gt;&lt;mn&gt;8&lt;/mn&gt;&lt;/mfrac&gt;&lt;mtext&gt;&lt;/mtext&gt;&lt;mfrac&gt;&lt;mn&gt;3&lt;/mn&gt;&lt;mn&gt;10&lt;/mn&gt;&lt;/mfrac&gt;&lt;mtext&gt;&lt;/mtext&gt;&lt;mfrac&gt;&lt;mn&gt;4&lt;/mn&gt;&lt;mn&gt;7&lt;/mn&gt;&lt;/mfrac&gt;&lt;mtext&gt;&lt;/mtext&gt;&lt;mfrac&gt;&lt;mn&gt;1&lt;/mn&gt;&lt;mn&gt;5&lt;/mn&gt;&lt;/mfrac&gt;&lt;mtext&gt;&lt;/mtext&gt;&lt;mfrac&gt;&lt;mn&gt;5&lt;/mn&gt;&lt;mn&gt;6&lt;/mn&gt;&lt;/mfrac&gt;&lt;mtext&gt;&lt;/mtext&gt;&lt;mfrac&gt;&lt;mn&gt;7&lt;/mn&gt;&lt;mn&gt;9&lt;/mn&gt;&lt;/mfrac&gt;&lt;mtext&gt;&lt;/mtext&gt;&lt;mfrac&gt;&lt;mn&gt;2&lt;/mn&gt;&lt;mn&gt;9&lt;/mn&gt;&lt;/mfrac&gt;&lt;mtext&gt;&lt;/mtext&gt;&lt;mfrac&gt;&lt;mn&gt;7&lt;/mn&gt;&lt;mn&gt;8&lt;/mn&gt;&lt;/mfrac&gt;&lt;mtext&gt;&lt;/mtext&gt;&lt;mfrac&gt;&lt;mn&gt;1&lt;/mn&gt;&lt;mn&gt;10&lt;/mn&gt;&lt;/mfrac&gt;&lt;mtext&gt;&lt;/mtext&gt;&lt;mfrac&gt;&lt;mn&gt;1&lt;/mn&gt;&lt;mn&gt;6&lt;/mn&gt;&lt;/mfrac&gt;&lt;mtext&gt;&lt;/mtext&gt;&lt;mfrac&gt;&lt;mn&gt;1&lt;/mn&gt;&lt;mn&gt;8&lt;/mn&gt;&lt;/mfrac&gt;&lt;mtext&gt;&lt;/mtext&gt;&lt;mfrac&gt;&lt;mn&gt;5&lt;/mn&gt;&lt;mn&gt;12&lt;/mn&gt;&lt;/mfrac&gt;&lt;mtext&gt;&lt;/mtext&gt;&lt;mfrac&gt;&lt;mn&gt;1&lt;/mn&gt;&lt;mn&gt;12&lt;/mn&gt;&lt;/mfrac&gt;&lt;mtext&gt;&lt;/mtext&gt;&lt;mfrac&gt;&lt;mn&gt;7&lt;/mn&gt;&lt;mn&gt;12&lt;/mn&gt;&lt;/mfrac&gt;&lt;mtext&gt;&lt;/mtext&gt;&lt;mfrac&gt;&lt;mn&gt;19&lt;/mn&gt;&lt;mn&gt;20&lt;/mn&gt;&lt;/mfrac&gt;&lt;mtext&gt;&lt;/mtext&gt;&lt;mfrac&gt;&lt;mn&gt;13&lt;/mn&gt;&lt;mn&gt;20&lt;/mn&gt;&lt;/mfrac&gt;&lt;mtext&gt;&lt;/mtext&gt;&lt;mfrac&gt;&lt;mn&gt;3&lt;/mn&gt;&lt;mn&gt;11&lt;/mn&gt;&lt;/mfrac&gt;&lt;/math&gt;" id="204" name="Google Shape;204;p21" title="four fifths three eighths three tenths four sevenths one fifth five sixths seven ninths two ninths seven eighths one tenth one sixth one eighth 5 over 12 1 over 12 7 over 12 19 over 20 13 over 20 3 over 11"/>
          <p:cNvPicPr preferRelativeResize="0"/>
          <p:nvPr/>
        </p:nvPicPr>
        <p:blipFill rotWithShape="1">
          <a:blip r:embed="rId4">
            <a:alphaModFix/>
          </a:blip>
          <a:srcRect b="0" l="20134" r="75113" t="0"/>
          <a:stretch/>
        </p:blipFill>
        <p:spPr>
          <a:xfrm>
            <a:off x="4191341" y="1850400"/>
            <a:ext cx="201288" cy="3788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5}\ \frac{3}{8}\ \frac{3}{10}\ \frac{4}{7}\ \frac{1}{5}\ \frac{5}{6}\ \frac{7}{9}\ \frac{2}{9}\ \frac{7}{8}\ \frac{1}{10}\ \frac{1}{6}\ \frac{1}{8}\ \frac{5}{12}\ \frac{1}{12}\ \frac{7}{12}\ \frac{19}{20}\ \frac{13}{20}\ \frac{3}{11}&quot;&gt;&lt;mfrac&gt;&lt;mn&gt;4&lt;/mn&gt;&lt;mn&gt;5&lt;/mn&gt;&lt;/mfrac&gt;&lt;mtext&gt;&lt;/mtext&gt;&lt;mfrac&gt;&lt;mn&gt;3&lt;/mn&gt;&lt;mn&gt;8&lt;/mn&gt;&lt;/mfrac&gt;&lt;mtext&gt;&lt;/mtext&gt;&lt;mfrac&gt;&lt;mn&gt;3&lt;/mn&gt;&lt;mn&gt;10&lt;/mn&gt;&lt;/mfrac&gt;&lt;mtext&gt;&lt;/mtext&gt;&lt;mfrac&gt;&lt;mn&gt;4&lt;/mn&gt;&lt;mn&gt;7&lt;/mn&gt;&lt;/mfrac&gt;&lt;mtext&gt;&lt;/mtext&gt;&lt;mfrac&gt;&lt;mn&gt;1&lt;/mn&gt;&lt;mn&gt;5&lt;/mn&gt;&lt;/mfrac&gt;&lt;mtext&gt;&lt;/mtext&gt;&lt;mfrac&gt;&lt;mn&gt;5&lt;/mn&gt;&lt;mn&gt;6&lt;/mn&gt;&lt;/mfrac&gt;&lt;mtext&gt;&lt;/mtext&gt;&lt;mfrac&gt;&lt;mn&gt;7&lt;/mn&gt;&lt;mn&gt;9&lt;/mn&gt;&lt;/mfrac&gt;&lt;mtext&gt;&lt;/mtext&gt;&lt;mfrac&gt;&lt;mn&gt;2&lt;/mn&gt;&lt;mn&gt;9&lt;/mn&gt;&lt;/mfrac&gt;&lt;mtext&gt;&lt;/mtext&gt;&lt;mfrac&gt;&lt;mn&gt;7&lt;/mn&gt;&lt;mn&gt;8&lt;/mn&gt;&lt;/mfrac&gt;&lt;mtext&gt;&lt;/mtext&gt;&lt;mfrac&gt;&lt;mn&gt;1&lt;/mn&gt;&lt;mn&gt;10&lt;/mn&gt;&lt;/mfrac&gt;&lt;mtext&gt;&lt;/mtext&gt;&lt;mfrac&gt;&lt;mn&gt;1&lt;/mn&gt;&lt;mn&gt;6&lt;/mn&gt;&lt;/mfrac&gt;&lt;mtext&gt;&lt;/mtext&gt;&lt;mfrac&gt;&lt;mn&gt;1&lt;/mn&gt;&lt;mn&gt;8&lt;/mn&gt;&lt;/mfrac&gt;&lt;mtext&gt;&lt;/mtext&gt;&lt;mfrac&gt;&lt;mn&gt;5&lt;/mn&gt;&lt;mn&gt;12&lt;/mn&gt;&lt;/mfrac&gt;&lt;mtext&gt;&lt;/mtext&gt;&lt;mfrac&gt;&lt;mn&gt;1&lt;/mn&gt;&lt;mn&gt;12&lt;/mn&gt;&lt;/mfrac&gt;&lt;mtext&gt;&lt;/mtext&gt;&lt;mfrac&gt;&lt;mn&gt;7&lt;/mn&gt;&lt;mn&gt;12&lt;/mn&gt;&lt;/mfrac&gt;&lt;mtext&gt;&lt;/mtext&gt;&lt;mfrac&gt;&lt;mn&gt;19&lt;/mn&gt;&lt;mn&gt;20&lt;/mn&gt;&lt;/mfrac&gt;&lt;mtext&gt;&lt;/mtext&gt;&lt;mfrac&gt;&lt;mn&gt;13&lt;/mn&gt;&lt;mn&gt;20&lt;/mn&gt;&lt;/mfrac&gt;&lt;mtext&gt;&lt;/mtext&gt;&lt;mfrac&gt;&lt;mn&gt;3&lt;/mn&gt;&lt;mn&gt;11&lt;/mn&gt;&lt;/mfrac&gt;&lt;/math&gt;" id="205" name="Google Shape;205;p21" title="four fifths three eighths three tenths four sevenths one fifth five sixths seven ninths two ninths seven eighths one tenth one sixth one eighth 5 over 12 1 over 12 7 over 12 19 over 20 13 over 20 3 over 11"/>
          <p:cNvPicPr preferRelativeResize="0"/>
          <p:nvPr/>
        </p:nvPicPr>
        <p:blipFill rotWithShape="1">
          <a:blip r:embed="rId4">
            <a:alphaModFix/>
          </a:blip>
          <a:srcRect b="0" l="24345" r="70903" t="0"/>
          <a:stretch/>
        </p:blipFill>
        <p:spPr>
          <a:xfrm>
            <a:off x="6726574" y="2502000"/>
            <a:ext cx="201265" cy="3788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5}\ \frac{3}{8}\ \frac{3}{10}\ \frac{4}{7}\ \frac{1}{5}\ \frac{5}{6}\ \frac{7}{9}\ \frac{2}{9}\ \frac{7}{8}\ \frac{1}{10}\ \frac{1}{6}\ \frac{1}{8}\ \frac{5}{12}\ \frac{1}{12}\ \frac{7}{12}\ \frac{19}{20}\ \frac{13}{20}\ \frac{3}{11}&quot;&gt;&lt;mfrac&gt;&lt;mn&gt;4&lt;/mn&gt;&lt;mn&gt;5&lt;/mn&gt;&lt;/mfrac&gt;&lt;mtext&gt;&lt;/mtext&gt;&lt;mfrac&gt;&lt;mn&gt;3&lt;/mn&gt;&lt;mn&gt;8&lt;/mn&gt;&lt;/mfrac&gt;&lt;mtext&gt;&lt;/mtext&gt;&lt;mfrac&gt;&lt;mn&gt;3&lt;/mn&gt;&lt;mn&gt;10&lt;/mn&gt;&lt;/mfrac&gt;&lt;mtext&gt;&lt;/mtext&gt;&lt;mfrac&gt;&lt;mn&gt;4&lt;/mn&gt;&lt;mn&gt;7&lt;/mn&gt;&lt;/mfrac&gt;&lt;mtext&gt;&lt;/mtext&gt;&lt;mfrac&gt;&lt;mn&gt;1&lt;/mn&gt;&lt;mn&gt;5&lt;/mn&gt;&lt;/mfrac&gt;&lt;mtext&gt;&lt;/mtext&gt;&lt;mfrac&gt;&lt;mn&gt;5&lt;/mn&gt;&lt;mn&gt;6&lt;/mn&gt;&lt;/mfrac&gt;&lt;mtext&gt;&lt;/mtext&gt;&lt;mfrac&gt;&lt;mn&gt;7&lt;/mn&gt;&lt;mn&gt;9&lt;/mn&gt;&lt;/mfrac&gt;&lt;mtext&gt;&lt;/mtext&gt;&lt;mfrac&gt;&lt;mn&gt;2&lt;/mn&gt;&lt;mn&gt;9&lt;/mn&gt;&lt;/mfrac&gt;&lt;mtext&gt;&lt;/mtext&gt;&lt;mfrac&gt;&lt;mn&gt;7&lt;/mn&gt;&lt;mn&gt;8&lt;/mn&gt;&lt;/mfrac&gt;&lt;mtext&gt;&lt;/mtext&gt;&lt;mfrac&gt;&lt;mn&gt;1&lt;/mn&gt;&lt;mn&gt;10&lt;/mn&gt;&lt;/mfrac&gt;&lt;mtext&gt;&lt;/mtext&gt;&lt;mfrac&gt;&lt;mn&gt;1&lt;/mn&gt;&lt;mn&gt;6&lt;/mn&gt;&lt;/mfrac&gt;&lt;mtext&gt;&lt;/mtext&gt;&lt;mfrac&gt;&lt;mn&gt;1&lt;/mn&gt;&lt;mn&gt;8&lt;/mn&gt;&lt;/mfrac&gt;&lt;mtext&gt;&lt;/mtext&gt;&lt;mfrac&gt;&lt;mn&gt;5&lt;/mn&gt;&lt;mn&gt;12&lt;/mn&gt;&lt;/mfrac&gt;&lt;mtext&gt;&lt;/mtext&gt;&lt;mfrac&gt;&lt;mn&gt;1&lt;/mn&gt;&lt;mn&gt;12&lt;/mn&gt;&lt;/mfrac&gt;&lt;mtext&gt;&lt;/mtext&gt;&lt;mfrac&gt;&lt;mn&gt;7&lt;/mn&gt;&lt;mn&gt;12&lt;/mn&gt;&lt;/mfrac&gt;&lt;mtext&gt;&lt;/mtext&gt;&lt;mfrac&gt;&lt;mn&gt;19&lt;/mn&gt;&lt;mn&gt;20&lt;/mn&gt;&lt;/mfrac&gt;&lt;mtext&gt;&lt;/mtext&gt;&lt;mfrac&gt;&lt;mn&gt;13&lt;/mn&gt;&lt;mn&gt;20&lt;/mn&gt;&lt;/mfrac&gt;&lt;mtext&gt;&lt;/mtext&gt;&lt;mfrac&gt;&lt;mn&gt;3&lt;/mn&gt;&lt;mn&gt;11&lt;/mn&gt;&lt;/mfrac&gt;&lt;/math&gt;" id="206" name="Google Shape;206;p21" title="four fifths three eighths three tenths four sevenths one fifth five sixths seven ninths two ninths seven eighths one tenth one sixth one eighth 5 over 12 1 over 12 7 over 12 19 over 20 13 over 20 3 over 11"/>
          <p:cNvPicPr preferRelativeResize="0"/>
          <p:nvPr/>
        </p:nvPicPr>
        <p:blipFill rotWithShape="1">
          <a:blip r:embed="rId4">
            <a:alphaModFix/>
          </a:blip>
          <a:srcRect b="0" l="29760" r="65487" t="0"/>
          <a:stretch/>
        </p:blipFill>
        <p:spPr>
          <a:xfrm>
            <a:off x="3180425" y="1850400"/>
            <a:ext cx="201288" cy="3788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5}\ \frac{3}{8}\ \frac{3}{10}\ \frac{4}{7}\ \frac{1}{5}\ \frac{5}{6}\ \frac{7}{9}\ \frac{2}{9}\ \frac{7}{8}\ \frac{1}{10}\ \frac{1}{6}\ \frac{1}{8}\ \frac{5}{12}\ \frac{1}{12}\ \frac{7}{12}\ \frac{19}{20}\ \frac{13}{20}\ \frac{3}{11}&quot;&gt;&lt;mfrac&gt;&lt;mn&gt;4&lt;/mn&gt;&lt;mn&gt;5&lt;/mn&gt;&lt;/mfrac&gt;&lt;mtext&gt;&lt;/mtext&gt;&lt;mfrac&gt;&lt;mn&gt;3&lt;/mn&gt;&lt;mn&gt;8&lt;/mn&gt;&lt;/mfrac&gt;&lt;mtext&gt;&lt;/mtext&gt;&lt;mfrac&gt;&lt;mn&gt;3&lt;/mn&gt;&lt;mn&gt;10&lt;/mn&gt;&lt;/mfrac&gt;&lt;mtext&gt;&lt;/mtext&gt;&lt;mfrac&gt;&lt;mn&gt;4&lt;/mn&gt;&lt;mn&gt;7&lt;/mn&gt;&lt;/mfrac&gt;&lt;mtext&gt;&lt;/mtext&gt;&lt;mfrac&gt;&lt;mn&gt;1&lt;/mn&gt;&lt;mn&gt;5&lt;/mn&gt;&lt;/mfrac&gt;&lt;mtext&gt;&lt;/mtext&gt;&lt;mfrac&gt;&lt;mn&gt;5&lt;/mn&gt;&lt;mn&gt;6&lt;/mn&gt;&lt;/mfrac&gt;&lt;mtext&gt;&lt;/mtext&gt;&lt;mfrac&gt;&lt;mn&gt;7&lt;/mn&gt;&lt;mn&gt;9&lt;/mn&gt;&lt;/mfrac&gt;&lt;mtext&gt;&lt;/mtext&gt;&lt;mfrac&gt;&lt;mn&gt;2&lt;/mn&gt;&lt;mn&gt;9&lt;/mn&gt;&lt;/mfrac&gt;&lt;mtext&gt;&lt;/mtext&gt;&lt;mfrac&gt;&lt;mn&gt;7&lt;/mn&gt;&lt;mn&gt;8&lt;/mn&gt;&lt;/mfrac&gt;&lt;mtext&gt;&lt;/mtext&gt;&lt;mfrac&gt;&lt;mn&gt;1&lt;/mn&gt;&lt;mn&gt;10&lt;/mn&gt;&lt;/mfrac&gt;&lt;mtext&gt;&lt;/mtext&gt;&lt;mfrac&gt;&lt;mn&gt;1&lt;/mn&gt;&lt;mn&gt;6&lt;/mn&gt;&lt;/mfrac&gt;&lt;mtext&gt;&lt;/mtext&gt;&lt;mfrac&gt;&lt;mn&gt;1&lt;/mn&gt;&lt;mn&gt;8&lt;/mn&gt;&lt;/mfrac&gt;&lt;mtext&gt;&lt;/mtext&gt;&lt;mfrac&gt;&lt;mn&gt;5&lt;/mn&gt;&lt;mn&gt;12&lt;/mn&gt;&lt;/mfrac&gt;&lt;mtext&gt;&lt;/mtext&gt;&lt;mfrac&gt;&lt;mn&gt;1&lt;/mn&gt;&lt;mn&gt;12&lt;/mn&gt;&lt;/mfrac&gt;&lt;mtext&gt;&lt;/mtext&gt;&lt;mfrac&gt;&lt;mn&gt;7&lt;/mn&gt;&lt;mn&gt;12&lt;/mn&gt;&lt;/mfrac&gt;&lt;mtext&gt;&lt;/mtext&gt;&lt;mfrac&gt;&lt;mn&gt;19&lt;/mn&gt;&lt;mn&gt;20&lt;/mn&gt;&lt;/mfrac&gt;&lt;mtext&gt;&lt;/mtext&gt;&lt;mfrac&gt;&lt;mn&gt;13&lt;/mn&gt;&lt;mn&gt;20&lt;/mn&gt;&lt;/mfrac&gt;&lt;mtext&gt;&lt;/mtext&gt;&lt;mfrac&gt;&lt;mn&gt;3&lt;/mn&gt;&lt;mn&gt;11&lt;/mn&gt;&lt;/mfrac&gt;&lt;/math&gt;" id="207" name="Google Shape;207;p21" title="four fifths three eighths three tenths four sevenths one fifth five sixths seven ninths two ninths seven eighths one tenth one sixth one eighth 5 over 12 1 over 12 7 over 12 19 over 20 13 over 20 3 over 11"/>
          <p:cNvPicPr preferRelativeResize="0"/>
          <p:nvPr/>
        </p:nvPicPr>
        <p:blipFill rotWithShape="1">
          <a:blip r:embed="rId4">
            <a:alphaModFix/>
          </a:blip>
          <a:srcRect b="0" l="34404" r="60843" t="0"/>
          <a:stretch/>
        </p:blipFill>
        <p:spPr>
          <a:xfrm>
            <a:off x="4707526" y="2502000"/>
            <a:ext cx="201265" cy="3788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5}\ \frac{3}{8}\ \frac{3}{10}\ \frac{4}{7}\ \frac{1}{5}\ \frac{5}{6}\ \frac{7}{9}\ \frac{2}{9}\ \frac{7}{8}\ \frac{1}{10}\ \frac{1}{6}\ \frac{1}{8}\ \frac{5}{12}\ \frac{1}{12}\ \frac{7}{12}\ \frac{19}{20}\ \frac{13}{20}\ \frac{3}{11}&quot;&gt;&lt;mfrac&gt;&lt;mn&gt;4&lt;/mn&gt;&lt;mn&gt;5&lt;/mn&gt;&lt;/mfrac&gt;&lt;mtext&gt;&lt;/mtext&gt;&lt;mfrac&gt;&lt;mn&gt;3&lt;/mn&gt;&lt;mn&gt;8&lt;/mn&gt;&lt;/mfrac&gt;&lt;mtext&gt;&lt;/mtext&gt;&lt;mfrac&gt;&lt;mn&gt;3&lt;/mn&gt;&lt;mn&gt;10&lt;/mn&gt;&lt;/mfrac&gt;&lt;mtext&gt;&lt;/mtext&gt;&lt;mfrac&gt;&lt;mn&gt;4&lt;/mn&gt;&lt;mn&gt;7&lt;/mn&gt;&lt;/mfrac&gt;&lt;mtext&gt;&lt;/mtext&gt;&lt;mfrac&gt;&lt;mn&gt;1&lt;/mn&gt;&lt;mn&gt;5&lt;/mn&gt;&lt;/mfrac&gt;&lt;mtext&gt;&lt;/mtext&gt;&lt;mfrac&gt;&lt;mn&gt;5&lt;/mn&gt;&lt;mn&gt;6&lt;/mn&gt;&lt;/mfrac&gt;&lt;mtext&gt;&lt;/mtext&gt;&lt;mfrac&gt;&lt;mn&gt;7&lt;/mn&gt;&lt;mn&gt;9&lt;/mn&gt;&lt;/mfrac&gt;&lt;mtext&gt;&lt;/mtext&gt;&lt;mfrac&gt;&lt;mn&gt;2&lt;/mn&gt;&lt;mn&gt;9&lt;/mn&gt;&lt;/mfrac&gt;&lt;mtext&gt;&lt;/mtext&gt;&lt;mfrac&gt;&lt;mn&gt;7&lt;/mn&gt;&lt;mn&gt;8&lt;/mn&gt;&lt;/mfrac&gt;&lt;mtext&gt;&lt;/mtext&gt;&lt;mfrac&gt;&lt;mn&gt;1&lt;/mn&gt;&lt;mn&gt;10&lt;/mn&gt;&lt;/mfrac&gt;&lt;mtext&gt;&lt;/mtext&gt;&lt;mfrac&gt;&lt;mn&gt;1&lt;/mn&gt;&lt;mn&gt;6&lt;/mn&gt;&lt;/mfrac&gt;&lt;mtext&gt;&lt;/mtext&gt;&lt;mfrac&gt;&lt;mn&gt;1&lt;/mn&gt;&lt;mn&gt;8&lt;/mn&gt;&lt;/mfrac&gt;&lt;mtext&gt;&lt;/mtext&gt;&lt;mfrac&gt;&lt;mn&gt;5&lt;/mn&gt;&lt;mn&gt;12&lt;/mn&gt;&lt;/mfrac&gt;&lt;mtext&gt;&lt;/mtext&gt;&lt;mfrac&gt;&lt;mn&gt;1&lt;/mn&gt;&lt;mn&gt;12&lt;/mn&gt;&lt;/mfrac&gt;&lt;mtext&gt;&lt;/mtext&gt;&lt;mfrac&gt;&lt;mn&gt;7&lt;/mn&gt;&lt;mn&gt;12&lt;/mn&gt;&lt;/mfrac&gt;&lt;mtext&gt;&lt;/mtext&gt;&lt;mfrac&gt;&lt;mn&gt;19&lt;/mn&gt;&lt;mn&gt;20&lt;/mn&gt;&lt;/mfrac&gt;&lt;mtext&gt;&lt;/mtext&gt;&lt;mfrac&gt;&lt;mn&gt;13&lt;/mn&gt;&lt;mn&gt;20&lt;/mn&gt;&lt;/mfrac&gt;&lt;mtext&gt;&lt;/mtext&gt;&lt;mfrac&gt;&lt;mn&gt;3&lt;/mn&gt;&lt;mn&gt;11&lt;/mn&gt;&lt;/mfrac&gt;&lt;/math&gt;" id="208" name="Google Shape;208;p21" title="four fifths three eighths three tenths four sevenths one fifth five sixths seven ninths two ninths seven eighths one tenth one sixth one eighth 5 over 12 1 over 12 7 over 12 19 over 20 13 over 20 3 over 11"/>
          <p:cNvPicPr preferRelativeResize="0"/>
          <p:nvPr/>
        </p:nvPicPr>
        <p:blipFill rotWithShape="1">
          <a:blip r:embed="rId4">
            <a:alphaModFix/>
          </a:blip>
          <a:srcRect b="0" l="39091" r="56156" t="0"/>
          <a:stretch/>
        </p:blipFill>
        <p:spPr>
          <a:xfrm>
            <a:off x="2154383" y="1850400"/>
            <a:ext cx="201265" cy="3788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5}\ \frac{3}{8}\ \frac{3}{10}\ \frac{4}{7}\ \frac{1}{5}\ \frac{5}{6}\ \frac{7}{9}\ \frac{2}{9}\ \frac{7}{8}\ \frac{1}{10}\ \frac{1}{6}\ \frac{1}{8}\ \frac{5}{12}\ \frac{1}{12}\ \frac{7}{12}\ \frac{19}{20}\ \frac{13}{20}\ \frac{3}{11}&quot;&gt;&lt;mfrac&gt;&lt;mn&gt;4&lt;/mn&gt;&lt;mn&gt;5&lt;/mn&gt;&lt;/mfrac&gt;&lt;mtext&gt;&lt;/mtext&gt;&lt;mfrac&gt;&lt;mn&gt;3&lt;/mn&gt;&lt;mn&gt;8&lt;/mn&gt;&lt;/mfrac&gt;&lt;mtext&gt;&lt;/mtext&gt;&lt;mfrac&gt;&lt;mn&gt;3&lt;/mn&gt;&lt;mn&gt;10&lt;/mn&gt;&lt;/mfrac&gt;&lt;mtext&gt;&lt;/mtext&gt;&lt;mfrac&gt;&lt;mn&gt;4&lt;/mn&gt;&lt;mn&gt;7&lt;/mn&gt;&lt;/mfrac&gt;&lt;mtext&gt;&lt;/mtext&gt;&lt;mfrac&gt;&lt;mn&gt;1&lt;/mn&gt;&lt;mn&gt;5&lt;/mn&gt;&lt;/mfrac&gt;&lt;mtext&gt;&lt;/mtext&gt;&lt;mfrac&gt;&lt;mn&gt;5&lt;/mn&gt;&lt;mn&gt;6&lt;/mn&gt;&lt;/mfrac&gt;&lt;mtext&gt;&lt;/mtext&gt;&lt;mfrac&gt;&lt;mn&gt;7&lt;/mn&gt;&lt;mn&gt;9&lt;/mn&gt;&lt;/mfrac&gt;&lt;mtext&gt;&lt;/mtext&gt;&lt;mfrac&gt;&lt;mn&gt;2&lt;/mn&gt;&lt;mn&gt;9&lt;/mn&gt;&lt;/mfrac&gt;&lt;mtext&gt;&lt;/mtext&gt;&lt;mfrac&gt;&lt;mn&gt;7&lt;/mn&gt;&lt;mn&gt;8&lt;/mn&gt;&lt;/mfrac&gt;&lt;mtext&gt;&lt;/mtext&gt;&lt;mfrac&gt;&lt;mn&gt;1&lt;/mn&gt;&lt;mn&gt;10&lt;/mn&gt;&lt;/mfrac&gt;&lt;mtext&gt;&lt;/mtext&gt;&lt;mfrac&gt;&lt;mn&gt;1&lt;/mn&gt;&lt;mn&gt;6&lt;/mn&gt;&lt;/mfrac&gt;&lt;mtext&gt;&lt;/mtext&gt;&lt;mfrac&gt;&lt;mn&gt;1&lt;/mn&gt;&lt;mn&gt;8&lt;/mn&gt;&lt;/mfrac&gt;&lt;mtext&gt;&lt;/mtext&gt;&lt;mfrac&gt;&lt;mn&gt;5&lt;/mn&gt;&lt;mn&gt;12&lt;/mn&gt;&lt;/mfrac&gt;&lt;mtext&gt;&lt;/mtext&gt;&lt;mfrac&gt;&lt;mn&gt;1&lt;/mn&gt;&lt;mn&gt;12&lt;/mn&gt;&lt;/mfrac&gt;&lt;mtext&gt;&lt;/mtext&gt;&lt;mfrac&gt;&lt;mn&gt;7&lt;/mn&gt;&lt;mn&gt;12&lt;/mn&gt;&lt;/mfrac&gt;&lt;mtext&gt;&lt;/mtext&gt;&lt;mfrac&gt;&lt;mn&gt;19&lt;/mn&gt;&lt;mn&gt;20&lt;/mn&gt;&lt;/mfrac&gt;&lt;mtext&gt;&lt;/mtext&gt;&lt;mfrac&gt;&lt;mn&gt;13&lt;/mn&gt;&lt;mn&gt;20&lt;/mn&gt;&lt;/mfrac&gt;&lt;mtext&gt;&lt;/mtext&gt;&lt;mfrac&gt;&lt;mn&gt;3&lt;/mn&gt;&lt;mn&gt;11&lt;/mn&gt;&lt;/mfrac&gt;&lt;/math&gt;" id="209" name="Google Shape;209;p21" title="four fifths three eighths three tenths four sevenths one fifth five sixths seven ninths two ninths seven eighths one tenth one sixth one eighth 5 over 12 1 over 12 7 over 12 19 over 20 13 over 20 3 over 11"/>
          <p:cNvPicPr preferRelativeResize="0"/>
          <p:nvPr/>
        </p:nvPicPr>
        <p:blipFill rotWithShape="1">
          <a:blip r:embed="rId4">
            <a:alphaModFix/>
          </a:blip>
          <a:srcRect b="0" l="44121" r="49225" t="0"/>
          <a:stretch/>
        </p:blipFill>
        <p:spPr>
          <a:xfrm>
            <a:off x="6198030" y="1850400"/>
            <a:ext cx="281794" cy="3788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5}\ \frac{3}{8}\ \frac{3}{10}\ \frac{4}{7}\ \frac{1}{5}\ \frac{5}{6}\ \frac{7}{9}\ \frac{2}{9}\ \frac{7}{8}\ \frac{1}{10}\ \frac{1}{6}\ \frac{1}{8}\ \frac{5}{12}\ \frac{1}{12}\ \frac{7}{12}\ \frac{19}{20}\ \frac{13}{20}\ \frac{3}{11}&quot;&gt;&lt;mfrac&gt;&lt;mn&gt;4&lt;/mn&gt;&lt;mn&gt;5&lt;/mn&gt;&lt;/mfrac&gt;&lt;mtext&gt;&lt;/mtext&gt;&lt;mfrac&gt;&lt;mn&gt;3&lt;/mn&gt;&lt;mn&gt;8&lt;/mn&gt;&lt;/mfrac&gt;&lt;mtext&gt;&lt;/mtext&gt;&lt;mfrac&gt;&lt;mn&gt;3&lt;/mn&gt;&lt;mn&gt;10&lt;/mn&gt;&lt;/mfrac&gt;&lt;mtext&gt;&lt;/mtext&gt;&lt;mfrac&gt;&lt;mn&gt;4&lt;/mn&gt;&lt;mn&gt;7&lt;/mn&gt;&lt;/mfrac&gt;&lt;mtext&gt;&lt;/mtext&gt;&lt;mfrac&gt;&lt;mn&gt;1&lt;/mn&gt;&lt;mn&gt;5&lt;/mn&gt;&lt;/mfrac&gt;&lt;mtext&gt;&lt;/mtext&gt;&lt;mfrac&gt;&lt;mn&gt;5&lt;/mn&gt;&lt;mn&gt;6&lt;/mn&gt;&lt;/mfrac&gt;&lt;mtext&gt;&lt;/mtext&gt;&lt;mfrac&gt;&lt;mn&gt;7&lt;/mn&gt;&lt;mn&gt;9&lt;/mn&gt;&lt;/mfrac&gt;&lt;mtext&gt;&lt;/mtext&gt;&lt;mfrac&gt;&lt;mn&gt;2&lt;/mn&gt;&lt;mn&gt;9&lt;/mn&gt;&lt;/mfrac&gt;&lt;mtext&gt;&lt;/mtext&gt;&lt;mfrac&gt;&lt;mn&gt;7&lt;/mn&gt;&lt;mn&gt;8&lt;/mn&gt;&lt;/mfrac&gt;&lt;mtext&gt;&lt;/mtext&gt;&lt;mfrac&gt;&lt;mn&gt;1&lt;/mn&gt;&lt;mn&gt;10&lt;/mn&gt;&lt;/mfrac&gt;&lt;mtext&gt;&lt;/mtext&gt;&lt;mfrac&gt;&lt;mn&gt;1&lt;/mn&gt;&lt;mn&gt;6&lt;/mn&gt;&lt;/mfrac&gt;&lt;mtext&gt;&lt;/mtext&gt;&lt;mfrac&gt;&lt;mn&gt;1&lt;/mn&gt;&lt;mn&gt;8&lt;/mn&gt;&lt;/mfrac&gt;&lt;mtext&gt;&lt;/mtext&gt;&lt;mfrac&gt;&lt;mn&gt;5&lt;/mn&gt;&lt;mn&gt;12&lt;/mn&gt;&lt;/mfrac&gt;&lt;mtext&gt;&lt;/mtext&gt;&lt;mfrac&gt;&lt;mn&gt;1&lt;/mn&gt;&lt;mn&gt;12&lt;/mn&gt;&lt;/mfrac&gt;&lt;mtext&gt;&lt;/mtext&gt;&lt;mfrac&gt;&lt;mn&gt;7&lt;/mn&gt;&lt;mn&gt;12&lt;/mn&gt;&lt;/mfrac&gt;&lt;mtext&gt;&lt;/mtext&gt;&lt;mfrac&gt;&lt;mn&gt;19&lt;/mn&gt;&lt;mn&gt;20&lt;/mn&gt;&lt;/mfrac&gt;&lt;mtext&gt;&lt;/mtext&gt;&lt;mfrac&gt;&lt;mn&gt;13&lt;/mn&gt;&lt;mn&gt;20&lt;/mn&gt;&lt;/mfrac&gt;&lt;mtext&gt;&lt;/mtext&gt;&lt;mfrac&gt;&lt;mn&gt;3&lt;/mn&gt;&lt;mn&gt;11&lt;/mn&gt;&lt;/mfrac&gt;&lt;/math&gt;" id="210" name="Google Shape;210;p21" title="four fifths three eighths three tenths four sevenths one fifth five sixths seven ninths two ninths seven eighths one tenth one sixth one eighth 5 over 12 1 over 12 7 over 12 19 over 20 13 over 20 3 over 11"/>
          <p:cNvPicPr preferRelativeResize="0"/>
          <p:nvPr/>
        </p:nvPicPr>
        <p:blipFill rotWithShape="1">
          <a:blip r:embed="rId4">
            <a:alphaModFix/>
          </a:blip>
          <a:srcRect b="10" l="50845" r="44402" t="0"/>
          <a:stretch/>
        </p:blipFill>
        <p:spPr>
          <a:xfrm>
            <a:off x="6235679" y="2502022"/>
            <a:ext cx="201288" cy="3788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5}\ \frac{3}{8}\ \frac{3}{10}\ \frac{4}{7}\ \frac{1}{5}\ \frac{5}{6}\ \frac{7}{9}\ \frac{2}{9}\ \frac{7}{8}\ \frac{1}{10}\ \frac{1}{6}\ \frac{1}{8}\ \frac{5}{12}\ \frac{1}{12}\ \frac{7}{12}\ \frac{19}{20}\ \frac{13}{20}\ \frac{3}{11}&quot;&gt;&lt;mfrac&gt;&lt;mn&gt;4&lt;/mn&gt;&lt;mn&gt;5&lt;/mn&gt;&lt;/mfrac&gt;&lt;mtext&gt;&lt;/mtext&gt;&lt;mfrac&gt;&lt;mn&gt;3&lt;/mn&gt;&lt;mn&gt;8&lt;/mn&gt;&lt;/mfrac&gt;&lt;mtext&gt;&lt;/mtext&gt;&lt;mfrac&gt;&lt;mn&gt;3&lt;/mn&gt;&lt;mn&gt;10&lt;/mn&gt;&lt;/mfrac&gt;&lt;mtext&gt;&lt;/mtext&gt;&lt;mfrac&gt;&lt;mn&gt;4&lt;/mn&gt;&lt;mn&gt;7&lt;/mn&gt;&lt;/mfrac&gt;&lt;mtext&gt;&lt;/mtext&gt;&lt;mfrac&gt;&lt;mn&gt;1&lt;/mn&gt;&lt;mn&gt;5&lt;/mn&gt;&lt;/mfrac&gt;&lt;mtext&gt;&lt;/mtext&gt;&lt;mfrac&gt;&lt;mn&gt;5&lt;/mn&gt;&lt;mn&gt;6&lt;/mn&gt;&lt;/mfrac&gt;&lt;mtext&gt;&lt;/mtext&gt;&lt;mfrac&gt;&lt;mn&gt;7&lt;/mn&gt;&lt;mn&gt;9&lt;/mn&gt;&lt;/mfrac&gt;&lt;mtext&gt;&lt;/mtext&gt;&lt;mfrac&gt;&lt;mn&gt;2&lt;/mn&gt;&lt;mn&gt;9&lt;/mn&gt;&lt;/mfrac&gt;&lt;mtext&gt;&lt;/mtext&gt;&lt;mfrac&gt;&lt;mn&gt;7&lt;/mn&gt;&lt;mn&gt;8&lt;/mn&gt;&lt;/mfrac&gt;&lt;mtext&gt;&lt;/mtext&gt;&lt;mfrac&gt;&lt;mn&gt;1&lt;/mn&gt;&lt;mn&gt;10&lt;/mn&gt;&lt;/mfrac&gt;&lt;mtext&gt;&lt;/mtext&gt;&lt;mfrac&gt;&lt;mn&gt;1&lt;/mn&gt;&lt;mn&gt;6&lt;/mn&gt;&lt;/mfrac&gt;&lt;mtext&gt;&lt;/mtext&gt;&lt;mfrac&gt;&lt;mn&gt;1&lt;/mn&gt;&lt;mn&gt;8&lt;/mn&gt;&lt;/mfrac&gt;&lt;mtext&gt;&lt;/mtext&gt;&lt;mfrac&gt;&lt;mn&gt;5&lt;/mn&gt;&lt;mn&gt;12&lt;/mn&gt;&lt;/mfrac&gt;&lt;mtext&gt;&lt;/mtext&gt;&lt;mfrac&gt;&lt;mn&gt;1&lt;/mn&gt;&lt;mn&gt;12&lt;/mn&gt;&lt;/mfrac&gt;&lt;mtext&gt;&lt;/mtext&gt;&lt;mfrac&gt;&lt;mn&gt;7&lt;/mn&gt;&lt;mn&gt;12&lt;/mn&gt;&lt;/mfrac&gt;&lt;mtext&gt;&lt;/mtext&gt;&lt;mfrac&gt;&lt;mn&gt;19&lt;/mn&gt;&lt;mn&gt;20&lt;/mn&gt;&lt;/mfrac&gt;&lt;mtext&gt;&lt;/mtext&gt;&lt;mfrac&gt;&lt;mn&gt;13&lt;/mn&gt;&lt;mn&gt;20&lt;/mn&gt;&lt;/mfrac&gt;&lt;mtext&gt;&lt;/mtext&gt;&lt;mfrac&gt;&lt;mn&gt;3&lt;/mn&gt;&lt;mn&gt;11&lt;/mn&gt;&lt;/mfrac&gt;&lt;/math&gt;" id="211" name="Google Shape;211;p21" title="four fifths three eighths three tenths four sevenths one fifth five sixths seven ninths two ninths seven eighths one tenth one sixth one eighth 5 over 12 1 over 12 7 over 12 19 over 20 13 over 20 3 over 11"/>
          <p:cNvPicPr preferRelativeResize="0"/>
          <p:nvPr/>
        </p:nvPicPr>
        <p:blipFill rotWithShape="1">
          <a:blip r:embed="rId4">
            <a:alphaModFix/>
          </a:blip>
          <a:srcRect b="0" l="94257" r="0" t="0"/>
          <a:stretch/>
        </p:blipFill>
        <p:spPr>
          <a:xfrm>
            <a:off x="5173581" y="2502000"/>
            <a:ext cx="243229" cy="3788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5}\ \frac{3}{8}\ \frac{3}{10}\ \frac{4}{7}\ \frac{1}{5}\ \frac{5}{6}\ \frac{7}{9}\ \frac{2}{9}\ \frac{7}{8}\ \frac{1}{10}\ \frac{1}{6}\ \frac{1}{8}\ \frac{5}{12}\ \frac{1}{12}\ \frac{7}{12}\ \frac{19}{20}\ \frac{13}{20}\ \frac{3}{11}&quot;&gt;&lt;mfrac&gt;&lt;mn&gt;4&lt;/mn&gt;&lt;mn&gt;5&lt;/mn&gt;&lt;/mfrac&gt;&lt;mtext&gt;&lt;/mtext&gt;&lt;mfrac&gt;&lt;mn&gt;3&lt;/mn&gt;&lt;mn&gt;8&lt;/mn&gt;&lt;/mfrac&gt;&lt;mtext&gt;&lt;/mtext&gt;&lt;mfrac&gt;&lt;mn&gt;3&lt;/mn&gt;&lt;mn&gt;10&lt;/mn&gt;&lt;/mfrac&gt;&lt;mtext&gt;&lt;/mtext&gt;&lt;mfrac&gt;&lt;mn&gt;4&lt;/mn&gt;&lt;mn&gt;7&lt;/mn&gt;&lt;/mfrac&gt;&lt;mtext&gt;&lt;/mtext&gt;&lt;mfrac&gt;&lt;mn&gt;1&lt;/mn&gt;&lt;mn&gt;5&lt;/mn&gt;&lt;/mfrac&gt;&lt;mtext&gt;&lt;/mtext&gt;&lt;mfrac&gt;&lt;mn&gt;5&lt;/mn&gt;&lt;mn&gt;6&lt;/mn&gt;&lt;/mfrac&gt;&lt;mtext&gt;&lt;/mtext&gt;&lt;mfrac&gt;&lt;mn&gt;7&lt;/mn&gt;&lt;mn&gt;9&lt;/mn&gt;&lt;/mfrac&gt;&lt;mtext&gt;&lt;/mtext&gt;&lt;mfrac&gt;&lt;mn&gt;2&lt;/mn&gt;&lt;mn&gt;9&lt;/mn&gt;&lt;/mfrac&gt;&lt;mtext&gt;&lt;/mtext&gt;&lt;mfrac&gt;&lt;mn&gt;7&lt;/mn&gt;&lt;mn&gt;8&lt;/mn&gt;&lt;/mfrac&gt;&lt;mtext&gt;&lt;/mtext&gt;&lt;mfrac&gt;&lt;mn&gt;1&lt;/mn&gt;&lt;mn&gt;10&lt;/mn&gt;&lt;/mfrac&gt;&lt;mtext&gt;&lt;/mtext&gt;&lt;mfrac&gt;&lt;mn&gt;1&lt;/mn&gt;&lt;mn&gt;6&lt;/mn&gt;&lt;/mfrac&gt;&lt;mtext&gt;&lt;/mtext&gt;&lt;mfrac&gt;&lt;mn&gt;1&lt;/mn&gt;&lt;mn&gt;8&lt;/mn&gt;&lt;/mfrac&gt;&lt;mtext&gt;&lt;/mtext&gt;&lt;mfrac&gt;&lt;mn&gt;5&lt;/mn&gt;&lt;mn&gt;12&lt;/mn&gt;&lt;/mfrac&gt;&lt;mtext&gt;&lt;/mtext&gt;&lt;mfrac&gt;&lt;mn&gt;1&lt;/mn&gt;&lt;mn&gt;12&lt;/mn&gt;&lt;/mfrac&gt;&lt;mtext&gt;&lt;/mtext&gt;&lt;mfrac&gt;&lt;mn&gt;7&lt;/mn&gt;&lt;mn&gt;12&lt;/mn&gt;&lt;/mfrac&gt;&lt;mtext&gt;&lt;/mtext&gt;&lt;mfrac&gt;&lt;mn&gt;19&lt;/mn&gt;&lt;mn&gt;20&lt;/mn&gt;&lt;/mfrac&gt;&lt;mtext&gt;&lt;/mtext&gt;&lt;mfrac&gt;&lt;mn&gt;13&lt;/mn&gt;&lt;mn&gt;20&lt;/mn&gt;&lt;/mfrac&gt;&lt;mtext&gt;&lt;/mtext&gt;&lt;mfrac&gt;&lt;mn&gt;3&lt;/mn&gt;&lt;mn&gt;11&lt;/mn&gt;&lt;/mfrac&gt;&lt;/math&gt;" id="212" name="Google Shape;212;p21" title="four fifths three eighths three tenths four sevenths one fifth five sixths seven ninths two ninths seven eighths one tenth one sixth one eighth 5 over 12 1 over 12 7 over 12 19 over 20 13 over 20 3 over 11"/>
          <p:cNvPicPr preferRelativeResize="0"/>
          <p:nvPr/>
        </p:nvPicPr>
        <p:blipFill rotWithShape="1">
          <a:blip r:embed="rId4">
            <a:alphaModFix/>
          </a:blip>
          <a:srcRect b="10" l="54836" r="39420" t="0"/>
          <a:stretch/>
        </p:blipFill>
        <p:spPr>
          <a:xfrm>
            <a:off x="3672487" y="1850422"/>
            <a:ext cx="243229" cy="3788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5}\ \frac{3}{8}\ \frac{3}{10}\ \frac{4}{7}\ \frac{1}{5}\ \frac{5}{6}\ \frac{7}{9}\ \frac{2}{9}\ \frac{7}{8}\ \frac{1}{10}\ \frac{1}{6}\ \frac{1}{8}\ \frac{5}{12}\ \frac{1}{12}\ \frac{7}{12}\ \frac{19}{20}\ \frac{13}{20}\ \frac{3}{11}&quot;&gt;&lt;mfrac&gt;&lt;mn&gt;4&lt;/mn&gt;&lt;mn&gt;5&lt;/mn&gt;&lt;/mfrac&gt;&lt;mtext&gt;&lt;/mtext&gt;&lt;mfrac&gt;&lt;mn&gt;3&lt;/mn&gt;&lt;mn&gt;8&lt;/mn&gt;&lt;/mfrac&gt;&lt;mtext&gt;&lt;/mtext&gt;&lt;mfrac&gt;&lt;mn&gt;3&lt;/mn&gt;&lt;mn&gt;10&lt;/mn&gt;&lt;/mfrac&gt;&lt;mtext&gt;&lt;/mtext&gt;&lt;mfrac&gt;&lt;mn&gt;4&lt;/mn&gt;&lt;mn&gt;7&lt;/mn&gt;&lt;/mfrac&gt;&lt;mtext&gt;&lt;/mtext&gt;&lt;mfrac&gt;&lt;mn&gt;1&lt;/mn&gt;&lt;mn&gt;5&lt;/mn&gt;&lt;/mfrac&gt;&lt;mtext&gt;&lt;/mtext&gt;&lt;mfrac&gt;&lt;mn&gt;5&lt;/mn&gt;&lt;mn&gt;6&lt;/mn&gt;&lt;/mfrac&gt;&lt;mtext&gt;&lt;/mtext&gt;&lt;mfrac&gt;&lt;mn&gt;7&lt;/mn&gt;&lt;mn&gt;9&lt;/mn&gt;&lt;/mfrac&gt;&lt;mtext&gt;&lt;/mtext&gt;&lt;mfrac&gt;&lt;mn&gt;2&lt;/mn&gt;&lt;mn&gt;9&lt;/mn&gt;&lt;/mfrac&gt;&lt;mtext&gt;&lt;/mtext&gt;&lt;mfrac&gt;&lt;mn&gt;7&lt;/mn&gt;&lt;mn&gt;8&lt;/mn&gt;&lt;/mfrac&gt;&lt;mtext&gt;&lt;/mtext&gt;&lt;mfrac&gt;&lt;mn&gt;1&lt;/mn&gt;&lt;mn&gt;10&lt;/mn&gt;&lt;/mfrac&gt;&lt;mtext&gt;&lt;/mtext&gt;&lt;mfrac&gt;&lt;mn&gt;1&lt;/mn&gt;&lt;mn&gt;6&lt;/mn&gt;&lt;/mfrac&gt;&lt;mtext&gt;&lt;/mtext&gt;&lt;mfrac&gt;&lt;mn&gt;1&lt;/mn&gt;&lt;mn&gt;8&lt;/mn&gt;&lt;/mfrac&gt;&lt;mtext&gt;&lt;/mtext&gt;&lt;mfrac&gt;&lt;mn&gt;5&lt;/mn&gt;&lt;mn&gt;12&lt;/mn&gt;&lt;/mfrac&gt;&lt;mtext&gt;&lt;/mtext&gt;&lt;mfrac&gt;&lt;mn&gt;1&lt;/mn&gt;&lt;mn&gt;12&lt;/mn&gt;&lt;/mfrac&gt;&lt;mtext&gt;&lt;/mtext&gt;&lt;mfrac&gt;&lt;mn&gt;7&lt;/mn&gt;&lt;mn&gt;12&lt;/mn&gt;&lt;/mfrac&gt;&lt;mtext&gt;&lt;/mtext&gt;&lt;mfrac&gt;&lt;mn&gt;19&lt;/mn&gt;&lt;mn&gt;20&lt;/mn&gt;&lt;/mfrac&gt;&lt;mtext&gt;&lt;/mtext&gt;&lt;mfrac&gt;&lt;mn&gt;13&lt;/mn&gt;&lt;mn&gt;20&lt;/mn&gt;&lt;/mfrac&gt;&lt;mtext&gt;&lt;/mtext&gt;&lt;mfrac&gt;&lt;mn&gt;3&lt;/mn&gt;&lt;mn&gt;11&lt;/mn&gt;&lt;/mfrac&gt;&lt;/math&gt;" id="213" name="Google Shape;213;p21" title="four fifths three eighths three tenths four sevenths one fifth five sixths seven ninths two ninths seven eighths one tenth one sixth one eighth 5 over 12 1 over 12 7 over 12 19 over 20 13 over 20 3 over 11"/>
          <p:cNvPicPr preferRelativeResize="0"/>
          <p:nvPr/>
        </p:nvPicPr>
        <p:blipFill rotWithShape="1">
          <a:blip r:embed="rId4">
            <a:alphaModFix/>
          </a:blip>
          <a:srcRect b="0" l="79908" r="12488" t="0"/>
          <a:stretch/>
        </p:blipFill>
        <p:spPr>
          <a:xfrm>
            <a:off x="1076824" y="1850400"/>
            <a:ext cx="322051" cy="3788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5}\ \frac{3}{8}\ \frac{3}{10}\ \frac{4}{7}\ \frac{1}{5}\ \frac{5}{6}\ \frac{7}{9}\ \frac{2}{9}\ \frac{7}{8}\ \frac{1}{10}\ \frac{1}{6}\ \frac{1}{8}\ \frac{5}{12}\ \frac{1}{12}\ \frac{7}{12}\ \frac{19}{20}\ \frac{13}{20}\ \frac{3}{11}&quot;&gt;&lt;mfrac&gt;&lt;mn&gt;4&lt;/mn&gt;&lt;mn&gt;5&lt;/mn&gt;&lt;/mfrac&gt;&lt;mtext&gt;&lt;/mtext&gt;&lt;mfrac&gt;&lt;mn&gt;3&lt;/mn&gt;&lt;mn&gt;8&lt;/mn&gt;&lt;/mfrac&gt;&lt;mtext&gt;&lt;/mtext&gt;&lt;mfrac&gt;&lt;mn&gt;3&lt;/mn&gt;&lt;mn&gt;10&lt;/mn&gt;&lt;/mfrac&gt;&lt;mtext&gt;&lt;/mtext&gt;&lt;mfrac&gt;&lt;mn&gt;4&lt;/mn&gt;&lt;mn&gt;7&lt;/mn&gt;&lt;/mfrac&gt;&lt;mtext&gt;&lt;/mtext&gt;&lt;mfrac&gt;&lt;mn&gt;1&lt;/mn&gt;&lt;mn&gt;5&lt;/mn&gt;&lt;/mfrac&gt;&lt;mtext&gt;&lt;/mtext&gt;&lt;mfrac&gt;&lt;mn&gt;5&lt;/mn&gt;&lt;mn&gt;6&lt;/mn&gt;&lt;/mfrac&gt;&lt;mtext&gt;&lt;/mtext&gt;&lt;mfrac&gt;&lt;mn&gt;7&lt;/mn&gt;&lt;mn&gt;9&lt;/mn&gt;&lt;/mfrac&gt;&lt;mtext&gt;&lt;/mtext&gt;&lt;mfrac&gt;&lt;mn&gt;2&lt;/mn&gt;&lt;mn&gt;9&lt;/mn&gt;&lt;/mfrac&gt;&lt;mtext&gt;&lt;/mtext&gt;&lt;mfrac&gt;&lt;mn&gt;7&lt;/mn&gt;&lt;mn&gt;8&lt;/mn&gt;&lt;/mfrac&gt;&lt;mtext&gt;&lt;/mtext&gt;&lt;mfrac&gt;&lt;mn&gt;1&lt;/mn&gt;&lt;mn&gt;10&lt;/mn&gt;&lt;/mfrac&gt;&lt;mtext&gt;&lt;/mtext&gt;&lt;mfrac&gt;&lt;mn&gt;1&lt;/mn&gt;&lt;mn&gt;6&lt;/mn&gt;&lt;/mfrac&gt;&lt;mtext&gt;&lt;/mtext&gt;&lt;mfrac&gt;&lt;mn&gt;1&lt;/mn&gt;&lt;mn&gt;8&lt;/mn&gt;&lt;/mfrac&gt;&lt;mtext&gt;&lt;/mtext&gt;&lt;mfrac&gt;&lt;mn&gt;5&lt;/mn&gt;&lt;mn&gt;12&lt;/mn&gt;&lt;/mfrac&gt;&lt;mtext&gt;&lt;/mtext&gt;&lt;mfrac&gt;&lt;mn&gt;1&lt;/mn&gt;&lt;mn&gt;12&lt;/mn&gt;&lt;/mfrac&gt;&lt;mtext&gt;&lt;/mtext&gt;&lt;mfrac&gt;&lt;mn&gt;7&lt;/mn&gt;&lt;mn&gt;12&lt;/mn&gt;&lt;/mfrac&gt;&lt;mtext&gt;&lt;/mtext&gt;&lt;mfrac&gt;&lt;mn&gt;19&lt;/mn&gt;&lt;mn&gt;20&lt;/mn&gt;&lt;/mfrac&gt;&lt;mtext&gt;&lt;/mtext&gt;&lt;mfrac&gt;&lt;mn&gt;13&lt;/mn&gt;&lt;mn&gt;20&lt;/mn&gt;&lt;/mfrac&gt;&lt;mtext&gt;&lt;/mtext&gt;&lt;mfrac&gt;&lt;mn&gt;3&lt;/mn&gt;&lt;mn&gt;11&lt;/mn&gt;&lt;/mfrac&gt;&lt;/math&gt;" id="214" name="Google Shape;214;p21" title="four fifths three eighths three tenths four sevenths one fifth five sixths seven ninths two ninths seven eighths one tenth one sixth one eighth 5 over 12 1 over 12 7 over 12 19 over 20 13 over 20 3 over 11"/>
          <p:cNvPicPr preferRelativeResize="0"/>
          <p:nvPr/>
        </p:nvPicPr>
        <p:blipFill rotWithShape="1">
          <a:blip r:embed="rId4">
            <a:alphaModFix/>
          </a:blip>
          <a:srcRect b="0" l="73410" r="18986" t="0"/>
          <a:stretch/>
        </p:blipFill>
        <p:spPr>
          <a:xfrm>
            <a:off x="3119446" y="2502000"/>
            <a:ext cx="322051" cy="3788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5}\ \frac{3}{8}\ \frac{3}{10}\ \frac{4}{7}\ \frac{1}{5}\ \frac{5}{6}\ \frac{7}{9}\ \frac{2}{9}\ \frac{7}{8}\ \frac{1}{10}\ \frac{1}{6}\ \frac{1}{8}\ \frac{5}{12}\ \frac{1}{12}\ \frac{7}{12}\ \frac{19}{20}\ \frac{13}{20}\ \frac{3}{11}&quot;&gt;&lt;mfrac&gt;&lt;mn&gt;4&lt;/mn&gt;&lt;mn&gt;5&lt;/mn&gt;&lt;/mfrac&gt;&lt;mtext&gt;&lt;/mtext&gt;&lt;mfrac&gt;&lt;mn&gt;3&lt;/mn&gt;&lt;mn&gt;8&lt;/mn&gt;&lt;/mfrac&gt;&lt;mtext&gt;&lt;/mtext&gt;&lt;mfrac&gt;&lt;mn&gt;3&lt;/mn&gt;&lt;mn&gt;10&lt;/mn&gt;&lt;/mfrac&gt;&lt;mtext&gt;&lt;/mtext&gt;&lt;mfrac&gt;&lt;mn&gt;4&lt;/mn&gt;&lt;mn&gt;7&lt;/mn&gt;&lt;/mfrac&gt;&lt;mtext&gt;&lt;/mtext&gt;&lt;mfrac&gt;&lt;mn&gt;1&lt;/mn&gt;&lt;mn&gt;5&lt;/mn&gt;&lt;/mfrac&gt;&lt;mtext&gt;&lt;/mtext&gt;&lt;mfrac&gt;&lt;mn&gt;5&lt;/mn&gt;&lt;mn&gt;6&lt;/mn&gt;&lt;/mfrac&gt;&lt;mtext&gt;&lt;/mtext&gt;&lt;mfrac&gt;&lt;mn&gt;7&lt;/mn&gt;&lt;mn&gt;9&lt;/mn&gt;&lt;/mfrac&gt;&lt;mtext&gt;&lt;/mtext&gt;&lt;mfrac&gt;&lt;mn&gt;2&lt;/mn&gt;&lt;mn&gt;9&lt;/mn&gt;&lt;/mfrac&gt;&lt;mtext&gt;&lt;/mtext&gt;&lt;mfrac&gt;&lt;mn&gt;7&lt;/mn&gt;&lt;mn&gt;8&lt;/mn&gt;&lt;/mfrac&gt;&lt;mtext&gt;&lt;/mtext&gt;&lt;mfrac&gt;&lt;mn&gt;1&lt;/mn&gt;&lt;mn&gt;10&lt;/mn&gt;&lt;/mfrac&gt;&lt;mtext&gt;&lt;/mtext&gt;&lt;mfrac&gt;&lt;mn&gt;1&lt;/mn&gt;&lt;mn&gt;6&lt;/mn&gt;&lt;/mfrac&gt;&lt;mtext&gt;&lt;/mtext&gt;&lt;mfrac&gt;&lt;mn&gt;1&lt;/mn&gt;&lt;mn&gt;8&lt;/mn&gt;&lt;/mfrac&gt;&lt;mtext&gt;&lt;/mtext&gt;&lt;mfrac&gt;&lt;mn&gt;5&lt;/mn&gt;&lt;mn&gt;12&lt;/mn&gt;&lt;/mfrac&gt;&lt;mtext&gt;&lt;/mtext&gt;&lt;mfrac&gt;&lt;mn&gt;1&lt;/mn&gt;&lt;mn&gt;12&lt;/mn&gt;&lt;/mfrac&gt;&lt;mtext&gt;&lt;/mtext&gt;&lt;mfrac&gt;&lt;mn&gt;7&lt;/mn&gt;&lt;mn&gt;12&lt;/mn&gt;&lt;/mfrac&gt;&lt;mtext&gt;&lt;/mtext&gt;&lt;mfrac&gt;&lt;mn&gt;19&lt;/mn&gt;&lt;mn&gt;20&lt;/mn&gt;&lt;/mfrac&gt;&lt;mtext&gt;&lt;/mtext&gt;&lt;mfrac&gt;&lt;mn&gt;13&lt;/mn&gt;&lt;mn&gt;20&lt;/mn&gt;&lt;/mfrac&gt;&lt;mtext&gt;&lt;/mtext&gt;&lt;mfrac&gt;&lt;mn&gt;3&lt;/mn&gt;&lt;mn&gt;11&lt;/mn&gt;&lt;/mfrac&gt;&lt;/math&gt;" id="215" name="Google Shape;215;p21" title="four fifths three eighths three tenths four sevenths one fifth five sixths seven ninths two ninths seven eighths one tenth one sixth one eighth 5 over 12 1 over 12 7 over 12 19 over 20 13 over 20 3 over 11"/>
          <p:cNvPicPr preferRelativeResize="0"/>
          <p:nvPr/>
        </p:nvPicPr>
        <p:blipFill rotWithShape="1">
          <a:blip r:embed="rId4">
            <a:alphaModFix/>
          </a:blip>
          <a:srcRect b="0" l="66097" r="26298" t="0"/>
          <a:stretch/>
        </p:blipFill>
        <p:spPr>
          <a:xfrm>
            <a:off x="5645587" y="1850400"/>
            <a:ext cx="322051" cy="3788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5}\ \frac{3}{8}\ \frac{3}{10}\ \frac{4}{7}\ \frac{1}{5}\ \frac{5}{6}\ \frac{7}{9}\ \frac{2}{9}\ \frac{7}{8}\ \frac{1}{10}\ \frac{1}{6}\ \frac{1}{8}\ \frac{5}{12}\ \frac{1}{12}\ \frac{7}{12}\ \frac{19}{20}\ \frac{13}{20}\ \frac{3}{11}&quot;&gt;&lt;mfrac&gt;&lt;mn&gt;4&lt;/mn&gt;&lt;mn&gt;5&lt;/mn&gt;&lt;/mfrac&gt;&lt;mtext&gt;&lt;/mtext&gt;&lt;mfrac&gt;&lt;mn&gt;3&lt;/mn&gt;&lt;mn&gt;8&lt;/mn&gt;&lt;/mfrac&gt;&lt;mtext&gt;&lt;/mtext&gt;&lt;mfrac&gt;&lt;mn&gt;3&lt;/mn&gt;&lt;mn&gt;10&lt;/mn&gt;&lt;/mfrac&gt;&lt;mtext&gt;&lt;/mtext&gt;&lt;mfrac&gt;&lt;mn&gt;4&lt;/mn&gt;&lt;mn&gt;7&lt;/mn&gt;&lt;/mfrac&gt;&lt;mtext&gt;&lt;/mtext&gt;&lt;mfrac&gt;&lt;mn&gt;1&lt;/mn&gt;&lt;mn&gt;5&lt;/mn&gt;&lt;/mfrac&gt;&lt;mtext&gt;&lt;/mtext&gt;&lt;mfrac&gt;&lt;mn&gt;5&lt;/mn&gt;&lt;mn&gt;6&lt;/mn&gt;&lt;/mfrac&gt;&lt;mtext&gt;&lt;/mtext&gt;&lt;mfrac&gt;&lt;mn&gt;7&lt;/mn&gt;&lt;mn&gt;9&lt;/mn&gt;&lt;/mfrac&gt;&lt;mtext&gt;&lt;/mtext&gt;&lt;mfrac&gt;&lt;mn&gt;2&lt;/mn&gt;&lt;mn&gt;9&lt;/mn&gt;&lt;/mfrac&gt;&lt;mtext&gt;&lt;/mtext&gt;&lt;mfrac&gt;&lt;mn&gt;7&lt;/mn&gt;&lt;mn&gt;8&lt;/mn&gt;&lt;/mfrac&gt;&lt;mtext&gt;&lt;/mtext&gt;&lt;mfrac&gt;&lt;mn&gt;1&lt;/mn&gt;&lt;mn&gt;10&lt;/mn&gt;&lt;/mfrac&gt;&lt;mtext&gt;&lt;/mtext&gt;&lt;mfrac&gt;&lt;mn&gt;1&lt;/mn&gt;&lt;mn&gt;6&lt;/mn&gt;&lt;/mfrac&gt;&lt;mtext&gt;&lt;/mtext&gt;&lt;mfrac&gt;&lt;mn&gt;1&lt;/mn&gt;&lt;mn&gt;8&lt;/mn&gt;&lt;/mfrac&gt;&lt;mtext&gt;&lt;/mtext&gt;&lt;mfrac&gt;&lt;mn&gt;5&lt;/mn&gt;&lt;mn&gt;12&lt;/mn&gt;&lt;/mfrac&gt;&lt;mtext&gt;&lt;/mtext&gt;&lt;mfrac&gt;&lt;mn&gt;1&lt;/mn&gt;&lt;mn&gt;12&lt;/mn&gt;&lt;/mfrac&gt;&lt;mtext&gt;&lt;/mtext&gt;&lt;mfrac&gt;&lt;mn&gt;7&lt;/mn&gt;&lt;mn&gt;12&lt;/mn&gt;&lt;/mfrac&gt;&lt;mtext&gt;&lt;/mtext&gt;&lt;mfrac&gt;&lt;mn&gt;19&lt;/mn&gt;&lt;mn&gt;20&lt;/mn&gt;&lt;/mfrac&gt;&lt;mtext&gt;&lt;/mtext&gt;&lt;mfrac&gt;&lt;mn&gt;13&lt;/mn&gt;&lt;mn&gt;20&lt;/mn&gt;&lt;/mfrac&gt;&lt;mtext&gt;&lt;/mtext&gt;&lt;mfrac&gt;&lt;mn&gt;3&lt;/mn&gt;&lt;mn&gt;11&lt;/mn&gt;&lt;/mfrac&gt;&lt;/math&gt;" id="216" name="Google Shape;216;p21" title="four fifths three eighths three tenths four sevenths one fifth five sixths seven ninths two ninths seven eighths one tenth one sixth one eighth 5 over 12 1 over 12 7 over 12 19 over 20 13 over 20 3 over 11"/>
          <p:cNvPicPr preferRelativeResize="0"/>
          <p:nvPr/>
        </p:nvPicPr>
        <p:blipFill rotWithShape="1">
          <a:blip r:embed="rId4">
            <a:alphaModFix/>
          </a:blip>
          <a:srcRect b="0" l="60012" r="33334" t="0"/>
          <a:stretch/>
        </p:blipFill>
        <p:spPr>
          <a:xfrm>
            <a:off x="1588939" y="2502000"/>
            <a:ext cx="281794" cy="3788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5}\ \frac{3}{8}\ \frac{3}{10}\ \frac{4}{7}\ \frac{1}{5}\ \frac{5}{6}\ \frac{7}{9}\ \frac{2}{9}\ \frac{7}{8}\ \frac{1}{10}\ \frac{1}{6}\ \frac{1}{8}\ \frac{5}{12}\ \frac{1}{12}\ \frac{7}{12}\ \frac{19}{20}\ \frac{13}{20}\ \frac{3}{11}&quot;&gt;&lt;mfrac&gt;&lt;mn&gt;4&lt;/mn&gt;&lt;mn&gt;5&lt;/mn&gt;&lt;/mfrac&gt;&lt;mtext&gt;&lt;/mtext&gt;&lt;mfrac&gt;&lt;mn&gt;3&lt;/mn&gt;&lt;mn&gt;8&lt;/mn&gt;&lt;/mfrac&gt;&lt;mtext&gt;&lt;/mtext&gt;&lt;mfrac&gt;&lt;mn&gt;3&lt;/mn&gt;&lt;mn&gt;10&lt;/mn&gt;&lt;/mfrac&gt;&lt;mtext&gt;&lt;/mtext&gt;&lt;mfrac&gt;&lt;mn&gt;4&lt;/mn&gt;&lt;mn&gt;7&lt;/mn&gt;&lt;/mfrac&gt;&lt;mtext&gt;&lt;/mtext&gt;&lt;mfrac&gt;&lt;mn&gt;1&lt;/mn&gt;&lt;mn&gt;5&lt;/mn&gt;&lt;/mfrac&gt;&lt;mtext&gt;&lt;/mtext&gt;&lt;mfrac&gt;&lt;mn&gt;5&lt;/mn&gt;&lt;mn&gt;6&lt;/mn&gt;&lt;/mfrac&gt;&lt;mtext&gt;&lt;/mtext&gt;&lt;mfrac&gt;&lt;mn&gt;7&lt;/mn&gt;&lt;mn&gt;9&lt;/mn&gt;&lt;/mfrac&gt;&lt;mtext&gt;&lt;/mtext&gt;&lt;mfrac&gt;&lt;mn&gt;2&lt;/mn&gt;&lt;mn&gt;9&lt;/mn&gt;&lt;/mfrac&gt;&lt;mtext&gt;&lt;/mtext&gt;&lt;mfrac&gt;&lt;mn&gt;7&lt;/mn&gt;&lt;mn&gt;8&lt;/mn&gt;&lt;/mfrac&gt;&lt;mtext&gt;&lt;/mtext&gt;&lt;mfrac&gt;&lt;mn&gt;1&lt;/mn&gt;&lt;mn&gt;10&lt;/mn&gt;&lt;/mfrac&gt;&lt;mtext&gt;&lt;/mtext&gt;&lt;mfrac&gt;&lt;mn&gt;1&lt;/mn&gt;&lt;mn&gt;6&lt;/mn&gt;&lt;/mfrac&gt;&lt;mtext&gt;&lt;/mtext&gt;&lt;mfrac&gt;&lt;mn&gt;1&lt;/mn&gt;&lt;mn&gt;8&lt;/mn&gt;&lt;/mfrac&gt;&lt;mtext&gt;&lt;/mtext&gt;&lt;mfrac&gt;&lt;mn&gt;5&lt;/mn&gt;&lt;mn&gt;12&lt;/mn&gt;&lt;/mfrac&gt;&lt;mtext&gt;&lt;/mtext&gt;&lt;mfrac&gt;&lt;mn&gt;1&lt;/mn&gt;&lt;mn&gt;12&lt;/mn&gt;&lt;/mfrac&gt;&lt;mtext&gt;&lt;/mtext&gt;&lt;mfrac&gt;&lt;mn&gt;7&lt;/mn&gt;&lt;mn&gt;12&lt;/mn&gt;&lt;/mfrac&gt;&lt;mtext&gt;&lt;/mtext&gt;&lt;mfrac&gt;&lt;mn&gt;19&lt;/mn&gt;&lt;mn&gt;20&lt;/mn&gt;&lt;/mfrac&gt;&lt;mtext&gt;&lt;/mtext&gt;&lt;mfrac&gt;&lt;mn&gt;13&lt;/mn&gt;&lt;mn&gt;20&lt;/mn&gt;&lt;/mfrac&gt;&lt;mtext&gt;&lt;/mtext&gt;&lt;mfrac&gt;&lt;mn&gt;3&lt;/mn&gt;&lt;mn&gt;11&lt;/mn&gt;&lt;/mfrac&gt;&lt;/math&gt;" id="217" name="Google Shape;217;p21" title="four fifths three eighths three tenths four sevenths one fifth five sixths seven ninths two ninths seven eighths one tenth one sixth one eighth 5 over 12 1 over 12 7 over 12 19 over 20 13 over 20 3 over 11"/>
          <p:cNvPicPr preferRelativeResize="0"/>
          <p:nvPr/>
        </p:nvPicPr>
        <p:blipFill rotWithShape="1">
          <a:blip r:embed="rId4">
            <a:alphaModFix/>
          </a:blip>
          <a:srcRect b="10" l="87265" r="5131" t="0"/>
          <a:stretch/>
        </p:blipFill>
        <p:spPr>
          <a:xfrm>
            <a:off x="4628846" y="1850422"/>
            <a:ext cx="322051" cy="378838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1"/>
          <p:cNvSpPr txBox="1"/>
          <p:nvPr/>
        </p:nvSpPr>
        <p:spPr>
          <a:xfrm>
            <a:off x="467999" y="3286821"/>
            <a:ext cx="2670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21"/>
          <p:cNvSpPr txBox="1"/>
          <p:nvPr/>
        </p:nvSpPr>
        <p:spPr>
          <a:xfrm>
            <a:off x="1771448" y="3286821"/>
            <a:ext cx="2670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1"/>
          <p:cNvSpPr txBox="1"/>
          <p:nvPr/>
        </p:nvSpPr>
        <p:spPr>
          <a:xfrm>
            <a:off x="2966390" y="3286821"/>
            <a:ext cx="2670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" name="Google Shape;221;p21"/>
          <p:cNvSpPr txBox="1"/>
          <p:nvPr/>
        </p:nvSpPr>
        <p:spPr>
          <a:xfrm>
            <a:off x="4557460" y="3286821"/>
            <a:ext cx="2670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" name="Google Shape;222;p21"/>
          <p:cNvSpPr txBox="1"/>
          <p:nvPr/>
        </p:nvSpPr>
        <p:spPr>
          <a:xfrm>
            <a:off x="6028586" y="3286821"/>
            <a:ext cx="267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1"/>
          <p:cNvSpPr txBox="1"/>
          <p:nvPr/>
        </p:nvSpPr>
        <p:spPr>
          <a:xfrm>
            <a:off x="468000" y="5313600"/>
            <a:ext cx="6624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 What are the missing digits in the following calculations?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1"/>
          <p:cNvSpPr txBox="1"/>
          <p:nvPr/>
        </p:nvSpPr>
        <p:spPr>
          <a:xfrm>
            <a:off x="467992" y="5749500"/>
            <a:ext cx="323400" cy="24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2}{3}\times\frac{4}{7}=\frac{8}{21}&quot;&gt;&lt;mfrac&gt;&lt;mn&gt;2&lt;/mn&gt;&lt;mn&gt;3&lt;/mn&gt;&lt;/mfrac&gt;&lt;mo&gt;×&lt;/mo&gt;&lt;mfrac&gt;&lt;mn&gt;4&lt;/mn&gt;&lt;mn&gt;7&lt;/mn&gt;&lt;/mfrac&gt;&lt;mo&gt;=&lt;/mo&gt;&lt;mfrac&gt;&lt;mn&gt;8&lt;/mn&gt;&lt;mn&gt;21&lt;/mn&gt;&lt;/mfrac&gt;&lt;/math&gt;" id="225" name="Google Shape;225;p21" title="two thirds times four sevenths equals 8 over 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8178" y="5659281"/>
            <a:ext cx="946020" cy="3805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5}\times\frac{4}{9}=\frac{4}{15}&quot;&gt;&lt;mfrac&gt;&lt;mn&gt;3&lt;/mn&gt;&lt;mn&gt;5&lt;/mn&gt;&lt;/mfrac&gt;&lt;mo&gt;×&lt;/mo&gt;&lt;mfrac&gt;&lt;mn&gt;4&lt;/mn&gt;&lt;mn&gt;9&lt;/mn&gt;&lt;/mfrac&gt;&lt;mo&gt;=&lt;/mo&gt;&lt;mfrac&gt;&lt;mn&gt;4&lt;/mn&gt;&lt;mn&gt;15&lt;/mn&gt;&lt;/mfrac&gt;&lt;/math&gt;" id="226" name="Google Shape;226;p21" title="three fifths times four ninths equals 4 over 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768385" y="6430782"/>
            <a:ext cx="916117" cy="3697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10}\times\frac{7}{8}=\frac{21}{80}&quot;&gt;&lt;mfrac&gt;&lt;mn&gt;3&lt;/mn&gt;&lt;mn&gt;10&lt;/mn&gt;&lt;/mfrac&gt;&lt;mo&gt;×&lt;/mo&gt;&lt;mfrac&gt;&lt;mn&gt;7&lt;/mn&gt;&lt;mn&gt;8&lt;/mn&gt;&lt;/mfrac&gt;&lt;mo&gt;=&lt;/mo&gt;&lt;mfrac&gt;&lt;mn&gt;21&lt;/mn&gt;&lt;mn&gt;80&lt;/mn&gt;&lt;/mfrac&gt;&lt;/math&gt;" id="227" name="Google Shape;227;p21" title="three tenths times seven eighths equals 21 over 8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35003" y="7257098"/>
            <a:ext cx="1038447" cy="3805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10}\times\frac{3}{5}=\frac{9}{50}&quot;&gt;&lt;mfrac&gt;&lt;mn&gt;3&lt;/mn&gt;&lt;mn&gt;10&lt;/mn&gt;&lt;/mfrac&gt;&lt;mo&gt;×&lt;/mo&gt;&lt;mfrac&gt;&lt;mn&gt;3&lt;/mn&gt;&lt;mn&gt;5&lt;/mn&gt;&lt;/mfrac&gt;&lt;mo&gt;=&lt;/mo&gt;&lt;mfrac&gt;&lt;mn&gt;9&lt;/mn&gt;&lt;mn&gt;50&lt;/mn&gt;&lt;/mfrac&gt;&lt;/math&gt;" id="228" name="Google Shape;228;p21" title="three tenths times three fifths equals 9 over 5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35003" y="6449641"/>
            <a:ext cx="1000389" cy="3669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5}\times\frac{2}{5}=\frac{6}{25}&quot;&gt;&lt;mfrac&gt;&lt;mn&gt;3&lt;/mn&gt;&lt;mn&gt;5&lt;/mn&gt;&lt;/mfrac&gt;&lt;mo&gt;×&lt;/mo&gt;&lt;mfrac&gt;&lt;mn&gt;2&lt;/mn&gt;&lt;mn&gt;5&lt;/mn&gt;&lt;/mfrac&gt;&lt;mo&gt;=&lt;/mo&gt;&lt;mfrac&gt;&lt;mn&gt;6&lt;/mn&gt;&lt;mn&gt;25&lt;/mn&gt;&lt;/mfrac&gt;&lt;/math&gt;" id="229" name="Google Shape;229;p21" title="three fifths times two fifths equals 6 over 2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49978" y="8011064"/>
            <a:ext cx="910680" cy="3669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6}{11}\times\frac{5}{9}=\frac{10}{33}&quot;&gt;&lt;mfrac&gt;&lt;mn&gt;6&lt;/mn&gt;&lt;mn&gt;11&lt;/mn&gt;&lt;/mfrac&gt;&lt;mo&gt;×&lt;/mo&gt;&lt;mfrac&gt;&lt;mn&gt;5&lt;/mn&gt;&lt;mn&gt;9&lt;/mn&gt;&lt;/mfrac&gt;&lt;mo&gt;=&lt;/mo&gt;&lt;mfrac&gt;&lt;mn&gt;10&lt;/mn&gt;&lt;mn&gt;33&lt;/mn&gt;&lt;/mfrac&gt;&lt;/math&gt;" id="230" name="Google Shape;230;p21" title="6 over 11 times five ninths equals 10 over 33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768385" y="7246405"/>
            <a:ext cx="970486" cy="35612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3}\times\frac{5}{8}=\frac{5}{12}&quot;&gt;&lt;mfrac&gt;&lt;mn&gt;2&lt;/mn&gt;&lt;mn&gt;3&lt;/mn&gt;&lt;/mfrac&gt;&lt;mo&gt;×&lt;/mo&gt;&lt;mfrac&gt;&lt;mn&gt;5&lt;/mn&gt;&lt;mn&gt;8&lt;/mn&gt;&lt;/mfrac&gt;&lt;mo&gt;=&lt;/mo&gt;&lt;mfrac&gt;&lt;mn&gt;5&lt;/mn&gt;&lt;mn&gt;12&lt;/mn&gt;&lt;/mfrac&gt;&lt;/math&gt;" id="231" name="Google Shape;231;p21" title="two thirds times five eighths equals 5 over 12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781560" y="5633421"/>
            <a:ext cx="910680" cy="3669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7}{12}\times\frac{3}{5}=\frac{7}{20}&quot;&gt;&lt;mfrac&gt;&lt;mn&gt;7&lt;/mn&gt;&lt;mn&gt;12&lt;/mn&gt;&lt;/mfrac&gt;&lt;mo&gt;×&lt;/mo&gt;&lt;mfrac&gt;&lt;mn&gt;3&lt;/mn&gt;&lt;mn&gt;5&lt;/mn&gt;&lt;/mfrac&gt;&lt;mo&gt;=&lt;/mo&gt;&lt;mfrac&gt;&lt;mn&gt;7&lt;/mn&gt;&lt;mn&gt;20&lt;/mn&gt;&lt;/mfrac&gt;&lt;/math&gt;" id="232" name="Google Shape;232;p21" title="7 over 12 times three fifths equals 7 over 20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3783360" y="8026786"/>
            <a:ext cx="1008544" cy="369714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1"/>
          <p:cNvSpPr txBox="1"/>
          <p:nvPr/>
        </p:nvSpPr>
        <p:spPr>
          <a:xfrm>
            <a:off x="3444467" y="5716850"/>
            <a:ext cx="323400" cy="24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g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h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1"/>
          <p:cNvSpPr/>
          <p:nvPr/>
        </p:nvSpPr>
        <p:spPr>
          <a:xfrm>
            <a:off x="1490283" y="5628344"/>
            <a:ext cx="186300" cy="1941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" name="Google Shape;235;p21"/>
          <p:cNvSpPr/>
          <p:nvPr/>
        </p:nvSpPr>
        <p:spPr>
          <a:xfrm>
            <a:off x="1549076" y="6678165"/>
            <a:ext cx="186300" cy="1941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6" name="Google Shape;236;p21"/>
          <p:cNvSpPr/>
          <p:nvPr/>
        </p:nvSpPr>
        <p:spPr>
          <a:xfrm>
            <a:off x="735000" y="7222771"/>
            <a:ext cx="186300" cy="1941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7" name="Google Shape;237;p21"/>
          <p:cNvSpPr/>
          <p:nvPr/>
        </p:nvSpPr>
        <p:spPr>
          <a:xfrm>
            <a:off x="1057580" y="8224811"/>
            <a:ext cx="186300" cy="1941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8" name="Google Shape;238;p21"/>
          <p:cNvSpPr/>
          <p:nvPr/>
        </p:nvSpPr>
        <p:spPr>
          <a:xfrm>
            <a:off x="4505930" y="5851861"/>
            <a:ext cx="186300" cy="1941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9" name="Google Shape;239;p21"/>
          <p:cNvSpPr/>
          <p:nvPr/>
        </p:nvSpPr>
        <p:spPr>
          <a:xfrm>
            <a:off x="4077850" y="6649224"/>
            <a:ext cx="186300" cy="1941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0" name="Google Shape;240;p21"/>
          <p:cNvSpPr/>
          <p:nvPr/>
        </p:nvSpPr>
        <p:spPr>
          <a:xfrm>
            <a:off x="4148549" y="7223634"/>
            <a:ext cx="186300" cy="1941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" name="Google Shape;241;p21"/>
          <p:cNvSpPr/>
          <p:nvPr/>
        </p:nvSpPr>
        <p:spPr>
          <a:xfrm>
            <a:off x="3783366" y="8005590"/>
            <a:ext cx="186300" cy="1941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5}{14}\times\frac{7}{10}&quot;&gt;&lt;mfrac&gt;&lt;mn&gt;5&lt;/mn&gt;&lt;mn&gt;14&lt;/mn&gt;&lt;/mfrac&gt;&lt;mo&gt;×&lt;/mo&gt;&lt;mfrac&gt;&lt;mn&gt;7&lt;/mn&gt;&lt;mn&gt;10&lt;/mn&gt;&lt;/mfrac&gt;&lt;/math&gt;" id="242" name="Google Shape;242;p21" title="5 over 14 times seven tenths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637201" y="3178800"/>
            <a:ext cx="712632" cy="4141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6}{7}\times\frac{7}{15}&quot;&gt;&lt;mfrac&gt;&lt;mn&gt;6&lt;/mn&gt;&lt;mn&gt;7&lt;/mn&gt;&lt;/mfrac&gt;&lt;mo&gt;×&lt;/mo&gt;&lt;mfrac&gt;&lt;mn&gt;7&lt;/mn&gt;&lt;mn&gt;15&lt;/mn&gt;&lt;/mfrac&gt;&lt;/math&gt;" id="243" name="Google Shape;243;p21" title="six sevenths times 7 over 15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1942201" y="3178800"/>
            <a:ext cx="609087" cy="4141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2}\times\frac{5}{9}\times\frac{2}{5}&quot;&gt;&lt;mfrac&gt;&lt;mn&gt;3&lt;/mn&gt;&lt;mn&gt;2&lt;/mn&gt;&lt;/mfrac&gt;&lt;mo&gt;×&lt;/mo&gt;&lt;mfrac&gt;&lt;mn&gt;5&lt;/mn&gt;&lt;mn&gt;9&lt;/mn&gt;&lt;/mfrac&gt;&lt;mo&gt;×&lt;/mo&gt;&lt;mfrac&gt;&lt;mn&gt;2&lt;/mn&gt;&lt;mn&gt;5&lt;/mn&gt;&lt;/mfrac&gt;&lt;/math&gt;" id="244" name="Google Shape;244;p21" title="three halves times five ninths times two fifths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671112" y="4021615"/>
            <a:ext cx="867949" cy="4019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1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3143656" y="3178800"/>
            <a:ext cx="989766" cy="41112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3}{12}\times\frac{10}{13}\times\frac{3}{5}&quot;&gt;&lt;mfrac&gt;&lt;mn&gt;13&lt;/mn&gt;&lt;mn&gt;12&lt;/mn&gt;&lt;/mfrac&gt;&lt;mo&gt;×&lt;/mo&gt;&lt;mfrac&gt;&lt;mn&gt;10&lt;/mn&gt;&lt;mn&gt;13&lt;/mn&gt;&lt;/mfrac&gt;&lt;mo&gt;×&lt;/mo&gt;&lt;mfrac&gt;&lt;mn&gt;3&lt;/mn&gt;&lt;mn&gt;5&lt;/mn&gt;&lt;/mfrac&gt;&lt;/math&gt;" id="246" name="Google Shape;246;p21" title="13 over 12 times 10 over 13 times three fifths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3147275" y="4075289"/>
            <a:ext cx="1090266" cy="41112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6}{7}\times\frac{7}{8}&quot;&gt;&lt;mfrac&gt;&lt;mn&gt;6&lt;/mn&gt;&lt;mn&gt;7&lt;/mn&gt;&lt;/mfrac&gt;&lt;mo&gt;×&lt;/mo&gt;&lt;mfrac&gt;&lt;mn&gt;7&lt;/mn&gt;&lt;mn&gt;8&lt;/mn&gt;&lt;/mfrac&gt;&lt;/math&gt;" id="247" name="Google Shape;247;p21" title="six sevenths times seven eighths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1960965" y="4021614"/>
            <a:ext cx="511797" cy="4141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1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4714266" y="4073422"/>
            <a:ext cx="898403" cy="4141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3}\times\frac{6}{9}\times\frac{3}{4}&quot;&gt;&lt;mfrac&gt;&lt;mn&gt;2&lt;/mn&gt;&lt;mn&gt;3&lt;/mn&gt;&lt;/mfrac&gt;&lt;mo&gt;×&lt;/mo&gt;&lt;mfrac&gt;&lt;mn&gt;6&lt;/mn&gt;&lt;mn&gt;9&lt;/mn&gt;&lt;/mfrac&gt;&lt;mo&gt;×&lt;/mo&gt;&lt;mfrac&gt;&lt;mn&gt;3&lt;/mn&gt;&lt;mn&gt;4&lt;/mn&gt;&lt;/mfrac&gt;&lt;/math&gt;" id="249" name="Google Shape;249;p21" title="two thirds times six ninths times three fourths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4740935" y="3178800"/>
            <a:ext cx="895358" cy="41112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3}\times\frac{9}{25}\times\frac{5}{2}&quot;&gt;&lt;mfrac&gt;&lt;mn&gt;2&lt;/mn&gt;&lt;mn&gt;3&lt;/mn&gt;&lt;/mfrac&gt;&lt;mo&gt;×&lt;/mo&gt;&lt;mfrac&gt;&lt;mn&gt;9&lt;/mn&gt;&lt;mn&gt;25&lt;/mn&gt;&lt;/mfrac&gt;&lt;mo&gt;×&lt;/mo&gt;&lt;mfrac&gt;&lt;mn&gt;5&lt;/mn&gt;&lt;mn&gt;2&lt;/mn&gt;&lt;/mfrac&gt;&lt;/math&gt;" id="250" name="Google Shape;250;p21" title="two thirds times 9 over 25 times five halves"/>
          <p:cNvPicPr preferRelativeResize="0"/>
          <p:nvPr/>
        </p:nvPicPr>
        <p:blipFill>
          <a:blip r:embed="rId21">
            <a:alphaModFix/>
          </a:blip>
          <a:stretch>
            <a:fillRect/>
          </a:stretch>
        </p:blipFill>
        <p:spPr>
          <a:xfrm>
            <a:off x="6213517" y="3178800"/>
            <a:ext cx="959312" cy="4019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LD THEME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orksheet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