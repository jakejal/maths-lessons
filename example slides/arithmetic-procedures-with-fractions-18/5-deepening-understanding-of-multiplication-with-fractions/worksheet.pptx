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4" name="Shape 174"/>
        <p:cNvGrpSpPr/>
        <p:nvPr/>
      </p:nvGrpSpPr>
      <p:grpSpPr>
        <a:xfrm>
          <a:off x="0" y="0"/>
          <a:ext cx="0" cy="0"/>
        </a:xfrm>
      </p:grpSpPr>
      <p:sp>
        <p:nvSpPr>
          <p:cNvPr id="175" name="Google Shape;175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1.png" /><Relationship Id="rId4" Type="http://schemas.openxmlformats.org/officeDocument/2006/relationships/image" Target="../media/image12.png" /><Relationship Id="rId5" Type="http://schemas.openxmlformats.org/officeDocument/2006/relationships/image" Target="../media/image13.png" /><Relationship Id="rId6" Type="http://schemas.openxmlformats.org/officeDocument/2006/relationships/image" Target="../media/image14.png" /><Relationship Id="rId7" Type="http://schemas.openxmlformats.org/officeDocument/2006/relationships/image" Target="../media/image15.png" /><Relationship Id="rId8" Type="http://schemas.openxmlformats.org/officeDocument/2006/relationships/image" Target="../media/image16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6354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Deepening understanding of multiplication with fractions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6145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Multiplying by a mixed number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789125"/>
            <a:ext cx="6624000" cy="3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answers to the following: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Give all answers in their simplest form.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5" name="Google Shape;165;p20" descr="&lt;math xmlns=&quot;http://www.w3.org/1998/Math/MathML&quot; display=&quot;block&quot; data-is-equatio=&quot;1&quot; data-latex=&quot;25\times2\ \frac{3}{5}=65&quot;&gt;&lt;mn&gt;25&lt;/mn&gt;&lt;mo&gt;×&lt;/mo&gt;&lt;mn&gt;2&lt;/mn&gt;&lt;mtext&gt;&lt;/mtext&gt;&lt;mfrac&gt;&lt;mn&gt;3&lt;/mn&gt;&lt;mn&gt;5&lt;/mn&gt;&lt;/mfrac&gt;&lt;mo&gt;=&lt;/mo&gt;&lt;mn&gt;65&lt;/mn&gt;&lt;/math&gt;" title="25 times 2 three fifths equals 65"/>
          <p:cNvPicPr preferRelativeResize="0"/>
          <p:nvPr/>
        </p:nvPicPr>
        <p:blipFill>
          <a:blip r:embed="rId3">
            <a:alphaModFix/>
          </a:blip>
          <a:srcRect r="34486" b="-21758"/>
          <a:stretch>
            <a:fillRect/>
          </a:stretch>
        </p:blipFill>
        <p:spPr>
          <a:xfrm>
            <a:off x="823651" y="2062426"/>
            <a:ext cx="836950" cy="5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 descr="&lt;math xmlns=&quot;http://www.w3.org/1998/Math/MathML&quot; display=&quot;block&quot; data-is-equatio=&quot;1&quot; data-latex=&quot;3\ \frac{3}{8}\times36=121\ \frac{1}{2}&quot;&gt;&lt;mn&gt;3&lt;/mn&gt;&lt;mtext&gt;&lt;/mtext&gt;&lt;mfrac&gt;&lt;mn&gt;3&lt;/mn&gt;&lt;mn&gt;8&lt;/mn&gt;&lt;/mfrac&gt;&lt;mo&gt;×&lt;/mo&gt;&lt;mn&gt;36&lt;/mn&gt;&lt;mo&gt;=&lt;/mo&gt;&lt;mn&gt;121&lt;/mn&gt;&lt;mtext&gt;&lt;/mtext&gt;&lt;mfrac&gt;&lt;mn&gt;1&lt;/mn&gt;&lt;mn&gt;2&lt;/mn&gt;&lt;/mfrac&gt;&lt;/math&gt;" title="3 three eighths times 36 equals 121 one half"/>
          <p:cNvPicPr preferRelativeResize="0"/>
          <p:nvPr/>
        </p:nvPicPr>
        <p:blipFill>
          <a:blip r:embed="rId4">
            <a:alphaModFix/>
          </a:blip>
          <a:srcRect r="49839" b="-18259"/>
          <a:stretch>
            <a:fillRect/>
          </a:stretch>
        </p:blipFill>
        <p:spPr>
          <a:xfrm>
            <a:off x="4116645" y="4892701"/>
            <a:ext cx="836950" cy="5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0" descr="&lt;math xmlns=&quot;http://www.w3.org/1998/Math/MathML&quot; display=&quot;block&quot; data-is-equatio=&quot;1&quot; data-latex=&quot;6\times2\ \frac{4}{7}=15\ \frac{3}{7}&quot;&gt;&lt;mn&gt;6&lt;/mn&gt;&lt;mo&gt;×&lt;/mo&gt;&lt;mn&gt;2&lt;/mn&gt;&lt;mtext&gt;&lt;/mtext&gt;&lt;mfrac&gt;&lt;mn&gt;4&lt;/mn&gt;&lt;mn&gt;7&lt;/mn&gt;&lt;/mfrac&gt;&lt;mo&gt;=&lt;/mo&gt;&lt;mn&gt;15&lt;/mn&gt;&lt;mtext&gt;&lt;/mtext&gt;&lt;mfrac&gt;&lt;mn&gt;3&lt;/mn&gt;&lt;mn&gt;7&lt;/mn&gt;&lt;/mfrac&gt;&lt;/math&gt;" title="6 times 2 four sevenths equals 15 three sevenths"/>
          <p:cNvPicPr preferRelativeResize="0"/>
          <p:nvPr/>
        </p:nvPicPr>
        <p:blipFill>
          <a:blip r:embed="rId5">
            <a:alphaModFix/>
          </a:blip>
          <a:srcRect r="47696" b="-18259"/>
          <a:stretch>
            <a:fillRect/>
          </a:stretch>
        </p:blipFill>
        <p:spPr>
          <a:xfrm>
            <a:off x="823652" y="3489451"/>
            <a:ext cx="759900" cy="5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0" descr="&lt;math xmlns=&quot;http://www.w3.org/1998/Math/MathML&quot; display=&quot;block&quot; data-is-equatio=&quot;1&quot; data-latex=&quot;2\ \frac{5}{6}\times16=45\ \frac{1}{3}&quot;&gt;&lt;mn&gt;2&lt;/mn&gt;&lt;mtext&gt;&lt;/mtext&gt;&lt;mfrac&gt;&lt;mn&gt;5&lt;/mn&gt;&lt;mn&gt;6&lt;/mn&gt;&lt;/mfrac&gt;&lt;mo&gt;×&lt;/mo&gt;&lt;mn&gt;16&lt;/mn&gt;&lt;mo&gt;=&lt;/mo&gt;&lt;mn&gt;45&lt;/mn&gt;&lt;mtext&gt;&lt;/mtext&gt;&lt;mfrac&gt;&lt;mn&gt;1&lt;/mn&gt;&lt;mn&gt;3&lt;/mn&gt;&lt;/mfrac&gt;&lt;/math&gt;" title="2 five sixths times 16 equals 45 one third"/>
          <p:cNvPicPr preferRelativeResize="0"/>
          <p:nvPr/>
        </p:nvPicPr>
        <p:blipFill>
          <a:blip r:embed="rId6">
            <a:alphaModFix/>
          </a:blip>
          <a:srcRect r="42788" b="-6112"/>
          <a:stretch>
            <a:fillRect/>
          </a:stretch>
        </p:blipFill>
        <p:spPr>
          <a:xfrm>
            <a:off x="4116646" y="3504626"/>
            <a:ext cx="836949" cy="46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 descr="&lt;math xmlns=&quot;http://www.w3.org/1998/Math/MathML&quot; display=&quot;block&quot; data-is-equatio=&quot;1&quot; data-latex=&quot;1\ \frac{7}{12}\times7=11\ \frac{1}{12}&quot;&gt;&lt;mn&gt;1&lt;/mn&gt;&lt;mtext&gt;&lt;/mtext&gt;&lt;mfrac&gt;&lt;mn&gt;7&lt;/mn&gt;&lt;mn&gt;12&lt;/mn&gt;&lt;/mfrac&gt;&lt;mo&gt;×&lt;/mo&gt;&lt;mn&gt;7&lt;/mn&gt;&lt;mo&gt;=&lt;/mo&gt;&lt;mn&gt;11&lt;/mn&gt;&lt;mtext&gt;&lt;/mtext&gt;&lt;mfrac&gt;&lt;mn&gt;1&lt;/mn&gt;&lt;mn&gt;12&lt;/mn&gt;&lt;/mfrac&gt;&lt;/math&gt;" title="1 7 over 12 times 7 equals 11 1 over 12"/>
          <p:cNvPicPr preferRelativeResize="0"/>
          <p:nvPr/>
        </p:nvPicPr>
        <p:blipFill>
          <a:blip r:embed="rId7">
            <a:alphaModFix/>
          </a:blip>
          <a:srcRect r="49016" b="-19990"/>
          <a:stretch>
            <a:fillRect/>
          </a:stretch>
        </p:blipFill>
        <p:spPr>
          <a:xfrm>
            <a:off x="823652" y="4899422"/>
            <a:ext cx="836950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468000" y="2204171"/>
            <a:ext cx="242100" cy="30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3753375" y="2204171"/>
            <a:ext cx="242100" cy="30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2" name="Google Shape;172;p20" descr="&lt;math xmlns=&quot;http://www.w3.org/1998/Math/MathML&quot; display=&quot;block&quot; data-is-equatio=&quot;1&quot; data-latex=&quot;8\times6\ \frac{2}{7}=50\ \frac{2}{7}&quot;&gt;&lt;mn&gt;8&lt;/mn&gt;&lt;mo&gt;×&lt;/mo&gt;&lt;mn&gt;6&lt;/mn&gt;&lt;mtext&gt;&lt;/mtext&gt;&lt;mfrac&gt;&lt;mn&gt;2&lt;/mn&gt;&lt;mn&gt;7&lt;/mn&gt;&lt;/mfrac&gt;&lt;mo&gt;=&lt;/mo&gt;&lt;mn&gt;50&lt;/mn&gt;&lt;mtext&gt;&lt;/mtext&gt;&lt;mfrac&gt;&lt;mn&gt;2&lt;/mn&gt;&lt;mn&gt;7&lt;/mn&gt;&lt;/mfrac&gt;&lt;/math&gt;" title="8 times 6 two sevenths equals 50 two sevenths"/>
          <p:cNvPicPr preferRelativeResize="0"/>
          <p:nvPr/>
        </p:nvPicPr>
        <p:blipFill>
          <a:blip r:embed="rId8">
            <a:alphaModFix/>
          </a:blip>
          <a:srcRect r="47204" b="-19118"/>
          <a:stretch>
            <a:fillRect/>
          </a:stretch>
        </p:blipFill>
        <p:spPr>
          <a:xfrm>
            <a:off x="4116627" y="2046602"/>
            <a:ext cx="759900" cy="554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3" name="Google Shape;173;p20"/>
          <p:cNvCxnSpPr/>
          <p:nvPr/>
        </p:nvCxnSpPr>
        <p:spPr>
          <a:xfrm>
            <a:off x="474757" y="997201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7" name="Shape 177"/>
        <p:cNvGrpSpPr/>
        <p:nvPr/>
      </p:nvGrpSpPr>
      <p:grpSpPr>
        <a:xfrm>
          <a:off x="0" y="0"/>
          <a:ext cx="0" cy="0"/>
        </a:xfrm>
      </p:grpSpPr>
      <p:sp>
        <p:nvSpPr>
          <p:cNvPr id="178" name="Google Shape;178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79" name="Google Shape;179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Deepening understanding of multiplication with fractions</a:t>
            </a:r>
            <a:endParaRPr/>
          </a:p>
        </p:txBody>
      </p:sp>
      <p:sp>
        <p:nvSpPr>
          <p:cNvPr id="180" name="Google Shape;180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468000" y="719998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Comparing strategies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468000" y="1057198"/>
            <a:ext cx="6624000" cy="3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following.  Try to use the most efficient method.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" name="Google Shape;184;p21" descr="&lt;math xmlns=&quot;http://www.w3.org/1998/Math/MathML&quot; display=&quot;block&quot; data-is-equatio=&quot;1&quot; data-latex=&quot;1\ \frac{2}{3}\times2\ \frac{3}{8}=3\ \frac{23}{24}&quot;&gt;&lt;mn&gt;1&lt;/mn&gt;&lt;mtext&gt;&lt;/mtext&gt;&lt;mfrac&gt;&lt;mn&gt;2&lt;/mn&gt;&lt;mn&gt;3&lt;/mn&gt;&lt;/mfrac&gt;&lt;mo&gt;×&lt;/mo&gt;&lt;mn&gt;2&lt;/mn&gt;&lt;mtext&gt;&lt;/mtext&gt;&lt;mfrac&gt;&lt;mn&gt;3&lt;/mn&gt;&lt;mn&gt;8&lt;/mn&gt;&lt;/mfrac&gt;&lt;mo&gt;=&lt;/mo&gt;&lt;mn&gt;3&lt;/mn&gt;&lt;mtext&gt;&lt;/mtext&gt;&lt;mfrac&gt;&lt;mn&gt;23&lt;/mn&gt;&lt;mn&gt;24&lt;/mn&gt;&lt;/mfrac&gt;&lt;/math&gt;" title="1 two thirds times 2 three eighths equals 3 23 over 24"/>
          <p:cNvPicPr preferRelativeResize="0"/>
          <p:nvPr/>
        </p:nvPicPr>
        <p:blipFill>
          <a:blip r:embed="rId3">
            <a:alphaModFix/>
          </a:blip>
          <a:srcRect r="45584"/>
          <a:stretch>
            <a:fillRect/>
          </a:stretch>
        </p:blipFill>
        <p:spPr>
          <a:xfrm>
            <a:off x="721875" y="2826275"/>
            <a:ext cx="815400" cy="41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 descr="&lt;math xmlns=&quot;http://www.w3.org/1998/Math/MathML&quot; display=&quot;block&quot; data-is-equatio=&quot;1&quot; data-latex=&quot;\frac{5}{8}\times5\ \frac{3}{5}=3\ \frac{1}{2}&quot;&gt;&lt;mfrac&gt;&lt;mn&gt;5&lt;/mn&gt;&lt;mn&gt;8&lt;/mn&gt;&lt;/mfrac&gt;&lt;mo&gt;×&lt;/mo&gt;&lt;mn&gt;5&lt;/mn&gt;&lt;mtext&gt;&lt;/mtext&gt;&lt;mfrac&gt;&lt;mn&gt;3&lt;/mn&gt;&lt;mn&gt;5&lt;/mn&gt;&lt;/mfrac&gt;&lt;mo&gt;=&lt;/mo&gt;&lt;mn&gt;3&lt;/mn&gt;&lt;mtext&gt;&lt;/mtext&gt;&lt;mfrac&gt;&lt;mn&gt;1&lt;/mn&gt;&lt;mn&gt;2&lt;/mn&gt;&lt;/mfrac&gt;&lt;/math&gt;" title="five eighths times 5 three fifths equals 3 one half"/>
          <p:cNvPicPr preferRelativeResize="0"/>
          <p:nvPr/>
        </p:nvPicPr>
        <p:blipFill>
          <a:blip r:embed="rId4">
            <a:alphaModFix/>
          </a:blip>
          <a:srcRect r="40394" b="-10"/>
          <a:stretch>
            <a:fillRect/>
          </a:stretch>
        </p:blipFill>
        <p:spPr>
          <a:xfrm>
            <a:off x="4052551" y="4153000"/>
            <a:ext cx="734675" cy="41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1" descr="&lt;math xmlns=&quot;http://www.w3.org/1998/Math/MathML&quot; display=&quot;block&quot; data-is-equatio=&quot;1&quot; data-latex=&quot;\ 3\frac{3}{4}\times\ 1\frac{1}{6}=4\ \frac{3}{8}&quot;&gt;&lt;mtext&gt;&lt;/mtext&gt;&lt;mn&gt;3&lt;/mn&gt;&lt;mfrac&gt;&lt;mn&gt;3&lt;/mn&gt;&lt;mn&gt;4&lt;/mn&gt;&lt;/mfrac&gt;&lt;mo&gt;×&lt;/mo&gt;&lt;mtext&gt;&lt;/mtext&gt;&lt;mn&gt;1&lt;/mn&gt;&lt;mfrac&gt;&lt;mn&gt;1&lt;/mn&gt;&lt;mn&gt;6&lt;/mn&gt;&lt;/mfrac&gt;&lt;mo&gt;=&lt;/mo&gt;&lt;mn&gt;4&lt;/mn&gt;&lt;mtext&gt;&lt;/mtext&gt;&lt;mfrac&gt;&lt;mn&gt;3&lt;/mn&gt;&lt;mn&gt;8&lt;/mn&gt;&lt;/mfrac&gt;&lt;/math&gt;" title="3 and three fourths times 1 and one sixth equals 4 three eighths"/>
          <p:cNvPicPr preferRelativeResize="0"/>
          <p:nvPr/>
        </p:nvPicPr>
        <p:blipFill>
          <a:blip r:embed="rId5">
            <a:alphaModFix/>
          </a:blip>
          <a:srcRect r="36948" b="-20656"/>
          <a:stretch>
            <a:fillRect/>
          </a:stretch>
        </p:blipFill>
        <p:spPr>
          <a:xfrm>
            <a:off x="710099" y="4162800"/>
            <a:ext cx="815401" cy="48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 descr="&lt;math xmlns=&quot;http://www.w3.org/1998/Math/MathML&quot; display=&quot;block&quot; data-is-equatio=&quot;1&quot; data-latex=&quot;\ 1\frac{5}{11}\times\ 3\frac{3}{10}=4\ \frac{4}{5}&quot;&gt;&lt;mtext&gt;&lt;/mtext&gt;&lt;mn&gt;1&lt;/mn&gt;&lt;mfrac&gt;&lt;mn&gt;5&lt;/mn&gt;&lt;mn&gt;11&lt;/mn&gt;&lt;/mfrac&gt;&lt;mo&gt;×&lt;/mo&gt;&lt;mtext&gt;&lt;/mtext&gt;&lt;mn&gt;3&lt;/mn&gt;&lt;mfrac&gt;&lt;mn&gt;3&lt;/mn&gt;&lt;mn&gt;10&lt;/mn&gt;&lt;/mfrac&gt;&lt;mo&gt;=&lt;/mo&gt;&lt;mn&gt;4&lt;/mn&gt;&lt;mtext&gt;&lt;/mtext&gt;&lt;mfrac&gt;&lt;mn&gt;4&lt;/mn&gt;&lt;mn&gt;5&lt;/mn&gt;&lt;/mfrac&gt;&lt;/math&gt;" title="1 and 5 over 11 times 3 and three tenths equals 4 four fifths"/>
          <p:cNvPicPr preferRelativeResize="0"/>
          <p:nvPr/>
        </p:nvPicPr>
        <p:blipFill>
          <a:blip r:embed="rId6">
            <a:alphaModFix/>
          </a:blip>
          <a:srcRect r="36483" b="-20656"/>
          <a:stretch>
            <a:fillRect/>
          </a:stretch>
        </p:blipFill>
        <p:spPr>
          <a:xfrm>
            <a:off x="4096424" y="1378851"/>
            <a:ext cx="927050" cy="48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 descr="&lt;math xmlns=&quot;http://www.w3.org/1998/Math/MathML&quot; display=&quot;block&quot; data-is-equatio=&quot;1&quot; data-latex=&quot;\ 2\frac{11}{12}\times\ 1\frac{3}{7}=4\ \frac{1}{6}&quot;&gt;&lt;mtext&gt;&lt;/mtext&gt;&lt;mn&gt;2&lt;/mn&gt;&lt;mfrac&gt;&lt;mn&gt;11&lt;/mn&gt;&lt;mn&gt;12&lt;/mn&gt;&lt;/mfrac&gt;&lt;mo&gt;×&lt;/mo&gt;&lt;mtext&gt;&lt;/mtext&gt;&lt;mn&gt;1&lt;/mn&gt;&lt;mfrac&gt;&lt;mn&gt;3&lt;/mn&gt;&lt;mn&gt;7&lt;/mn&gt;&lt;/mfrac&gt;&lt;mo&gt;=&lt;/mo&gt;&lt;mn&gt;4&lt;/mn&gt;&lt;mtext&gt;&lt;/mtext&gt;&lt;mfrac&gt;&lt;mn&gt;1&lt;/mn&gt;&lt;mn&gt;6&lt;/mn&gt;&lt;/mfrac&gt;&lt;/math&gt;" title="2 and 11 over 12 times 1 and three sevenths equals 4 one sixth"/>
          <p:cNvPicPr preferRelativeResize="0"/>
          <p:nvPr/>
        </p:nvPicPr>
        <p:blipFill>
          <a:blip r:embed="rId7">
            <a:alphaModFix/>
          </a:blip>
          <a:srcRect r="33337" b="-4931"/>
          <a:stretch>
            <a:fillRect/>
          </a:stretch>
        </p:blipFill>
        <p:spPr>
          <a:xfrm>
            <a:off x="753975" y="1378850"/>
            <a:ext cx="927050" cy="41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 descr="&lt;math xmlns=&quot;http://www.w3.org/1998/Math/MathML&quot; display=&quot;block&quot; data-is-equatio=&quot;1&quot; data-latex=&quot;\ 4\frac{7}{8}\times\ \frac{4}{13}=1\ \frac{1}{2}&quot;&gt;&lt;mtext&gt;&lt;/mtext&gt;&lt;mn&gt;4&lt;/mn&gt;&lt;mfrac&gt;&lt;mn&gt;7&lt;/mn&gt;&lt;mn&gt;8&lt;/mn&gt;&lt;/mfrac&gt;&lt;mo&gt;×&lt;/mo&gt;&lt;mtext&gt;&lt;/mtext&gt;&lt;mfrac&gt;&lt;mn&gt;4&lt;/mn&gt;&lt;mn&gt;13&lt;/mn&gt;&lt;/mfrac&gt;&lt;mo&gt;=&lt;/mo&gt;&lt;mn&gt;1&lt;/mn&gt;&lt;mtext&gt;&lt;/mtext&gt;&lt;mfrac&gt;&lt;mn&gt;1&lt;/mn&gt;&lt;mn&gt;2&lt;/mn&gt;&lt;/mfrac&gt;&lt;/math&gt;" title="4 and seven eighths times 4 over 13 equals 1 one half"/>
          <p:cNvPicPr preferRelativeResize="0"/>
          <p:nvPr/>
        </p:nvPicPr>
        <p:blipFill>
          <a:blip r:embed="rId8">
            <a:alphaModFix/>
          </a:blip>
          <a:srcRect r="36948" b="-5574"/>
          <a:stretch>
            <a:fillRect/>
          </a:stretch>
        </p:blipFill>
        <p:spPr>
          <a:xfrm>
            <a:off x="4064324" y="2839451"/>
            <a:ext cx="815400" cy="41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468000" y="1483200"/>
            <a:ext cx="242100" cy="30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3753375" y="1483200"/>
            <a:ext cx="242100" cy="30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Deepening understanding of multiplication with fractions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2024-01-09T09:33:38.599</cp:lastPrinted>
  <dcterms:created xsi:type="dcterms:W3CDTF">2024-01-09T09:33:38Z</dcterms:created>
  <dcterms:modified xsi:type="dcterms:W3CDTF">2024-01-09T09:33:33Z</dcterms:modified>
</cp:coreProperties>
</file>