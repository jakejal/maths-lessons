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</p:sldIdLst>
  <p:sldSz cx="7560000" cy="10692000"/>
  <p:notesSz cx="6858000" cy="9144000"/>
  <p:embeddedFontLst>
    <p:embeddedFont>
      <p:font typeface="Lexend" panose="00000000000000000000"/>
      <p:regular r:id="rId6"/>
    </p:embeddedFont>
    <p:embeddedFont>
      <p:font typeface="Kalam" panose="02000000000000000000"/>
      <p:regular r:id="rId7"/>
    </p:embeddedFont>
    <p:embeddedFont>
      <p:font typeface="Lexend Medium" panose="00000000000000000000"/>
      <p:regular r:id="rId8"/>
    </p:embeddedFont>
    <p:embeddedFont>
      <p:font typeface="Lexend Light" panose="00000000000000000000"/>
      <p:regular r:id="rId9"/>
    </p:embeddedFont>
  </p:embeddedFontLst>
  <p:custDataLst>
    <p:tags r:id="rId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1" Type="http://schemas.openxmlformats.org/officeDocument/2006/relationships/viewProps" Target="viewProps.xml" /><Relationship Id="rId12" Type="http://schemas.openxmlformats.org/officeDocument/2006/relationships/theme" Target="theme/theme1.xml" /><Relationship Id="rId13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Deepening understanding of multiplication with fractions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by a mixed number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89125"/>
            <a:ext cx="66240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following: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all answers in their simplest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isplay=&quot;block&quot; data-is-equatio=&quot;1&quot; data-latex=&quot;25\times2\ \frac{3}{5}=65&quot;&gt;&lt;mn&gt;25&lt;/mn&gt;&lt;mo&gt;×&lt;/mo&gt;&lt;mn&gt;2&lt;/mn&gt;&lt;mtext&gt;&lt;/mtext&gt;&lt;mfrac&gt;&lt;mn&gt;3&lt;/mn&gt;&lt;mn&gt;5&lt;/mn&gt;&lt;/mfrac&gt;&lt;mo&gt;=&lt;/mo&gt;&lt;mn&gt;65&lt;/mn&gt;&lt;/math&gt;" title="25 times 2 three fifths equals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654" y="2062414"/>
            <a:ext cx="1277545" cy="45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3\ \frac{3}{8}\times36=121\ \frac{1}{2}&quot;&gt;&lt;mn&gt;3&lt;/mn&gt;&lt;mtext&gt;&lt;/mtext&gt;&lt;mfrac&gt;&lt;mn&gt;3&lt;/mn&gt;&lt;mn&gt;8&lt;/mn&gt;&lt;/mfrac&gt;&lt;mo&gt;×&lt;/mo&gt;&lt;mn&gt;36&lt;/mn&gt;&lt;mo&gt;=&lt;/mo&gt;&lt;mn&gt;121&lt;/mn&gt;&lt;mtext&gt;&lt;/mtext&gt;&lt;mfrac&gt;&lt;mn&gt;1&lt;/mn&gt;&lt;mn&gt;2&lt;/mn&gt;&lt;/mfrac&gt;&lt;/math&gt;" title="3 three eighths times 36 equals 121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639" y="3453569"/>
            <a:ext cx="1668561" cy="46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6\times2\ \frac{4}{7}=15\ \frac{3}{7}&quot;&gt;&lt;mn&gt;6&lt;/mn&gt;&lt;mo&gt;×&lt;/mo&gt;&lt;mn&gt;2&lt;/mn&gt;&lt;mtext&gt;&lt;/mtext&gt;&lt;mfrac&gt;&lt;mn&gt;4&lt;/mn&gt;&lt;mn&gt;7&lt;/mn&gt;&lt;/mfrac&gt;&lt;mo&gt;=&lt;/mo&gt;&lt;mn&gt;15&lt;/mn&gt;&lt;mtext&gt;&lt;/mtext&gt;&lt;mfrac&gt;&lt;mn&gt;3&lt;/mn&gt;&lt;mn&gt;7&lt;/mn&gt;&lt;/mfrac&gt;&lt;/math&gt;" title="6 times 2 four sevenths equals 15 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654" y="2751244"/>
            <a:ext cx="1452828" cy="46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2\ \frac{5}{6}\times16=45\ \frac{1}{3}&quot;&gt;&lt;mn&gt;2&lt;/mn&gt;&lt;mtext&gt;&lt;/mtext&gt;&lt;mfrac&gt;&lt;mn&gt;5&lt;/mn&gt;&lt;mn&gt;6&lt;/mn&gt;&lt;/mfrac&gt;&lt;mo&gt;×&lt;/mo&gt;&lt;mn&gt;16&lt;/mn&gt;&lt;mo&gt;=&lt;/mo&gt;&lt;mn&gt;45&lt;/mn&gt;&lt;mtext&gt;&lt;/mtext&gt;&lt;mfrac&gt;&lt;mn&gt;1&lt;/mn&gt;&lt;mn&gt;3&lt;/mn&gt;&lt;/mfrac&gt;&lt;/math&gt;" title="2 five sixths times 16 equals 45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6639" y="2766413"/>
            <a:ext cx="1462940" cy="441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1\ \frac{7}{12}\times7=11\ \frac{1}{12}&quot;&gt;&lt;mn&gt;1&lt;/mn&gt;&lt;mtext&gt;&lt;/mtext&gt;&lt;mfrac&gt;&lt;mn&gt;7&lt;/mn&gt;&lt;mn&gt;12&lt;/mn&gt;&lt;/mfrac&gt;&lt;mo&gt;×&lt;/mo&gt;&lt;mn&gt;7&lt;/mn&gt;&lt;mo&gt;=&lt;/mo&gt;&lt;mn&gt;11&lt;/mn&gt;&lt;mtext&gt;&lt;/mtext&gt;&lt;mfrac&gt;&lt;mn&gt;1&lt;/mn&gt;&lt;mn&gt;12&lt;/mn&gt;&lt;/mfrac&gt;&lt;/math&gt;" title="1 7 over 12 times 7 equals 11 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654" y="3460311"/>
            <a:ext cx="1641594" cy="46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2204180"/>
            <a:ext cx="242100" cy="17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753371" y="2204180"/>
            <a:ext cx="242100" cy="17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 descr="&lt;math xmlns=&quot;http://www.w3.org/1998/Math/MathML&quot; display=&quot;block&quot; data-is-equatio=&quot;1&quot; data-latex=&quot;8\times6\ \frac{2}{7}=50\ \frac{2}{7}&quot;&gt;&lt;mn&gt;8&lt;/mn&gt;&lt;mo&gt;×&lt;/mo&gt;&lt;mn&gt;6&lt;/mn&gt;&lt;mtext&gt;&lt;/mtext&gt;&lt;mfrac&gt;&lt;mn&gt;2&lt;/mn&gt;&lt;mn&gt;7&lt;/mn&gt;&lt;/mfrac&gt;&lt;mo&gt;=&lt;/mo&gt;&lt;mn&gt;50&lt;/mn&gt;&lt;mtext&gt;&lt;/mtext&gt;&lt;mfrac&gt;&lt;mn&gt;2&lt;/mn&gt;&lt;mn&gt;7&lt;/mn&gt;&lt;/mfrac&gt;&lt;/math&gt;" title="8 times 6 two sevenths equals 50 two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6629" y="2046592"/>
            <a:ext cx="1439350" cy="4651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>
            <a:off x="474757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468000" y="504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Comparing strategies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5377200"/>
            <a:ext cx="66240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following.  Try to use the most efficient method.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1\ \frac{2}{3}\times2\ \frac{3}{8}=3\ \frac{23}{24}&quot;&gt;&lt;mn&gt;1&lt;/mn&gt;&lt;mtext&gt;&lt;/mtext&gt;&lt;mfrac&gt;&lt;mn&gt;2&lt;/mn&gt;&lt;mn&gt;3&lt;/mn&gt;&lt;/mfrac&gt;&lt;mo&gt;×&lt;/mo&gt;&lt;mn&gt;2&lt;/mn&gt;&lt;mtext&gt;&lt;/mtext&gt;&lt;mfrac&gt;&lt;mn&gt;3&lt;/mn&gt;&lt;mn&gt;8&lt;/mn&gt;&lt;/mfrac&gt;&lt;mo&gt;=&lt;/mo&gt;&lt;mn&gt;3&lt;/mn&gt;&lt;mtext&gt;&lt;/mtext&gt;&lt;mfrac&gt;&lt;mn&gt;23&lt;/mn&gt;&lt;mn&gt;24&lt;/mn&gt;&lt;/mfrac&gt;&lt;/math&gt;" title="1 two thirds times 2 three eighths equals 3 23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9247" y="6415369"/>
            <a:ext cx="1498483" cy="41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5}{8}\times5\ \frac{3}{5}=3\ \frac{1}{2}&quot;&gt;&lt;mfrac&gt;&lt;mn&gt;5&lt;/mn&gt;&lt;mn&gt;8&lt;/mn&gt;&lt;/mfrac&gt;&lt;mo&gt;×&lt;/mo&gt;&lt;mn&gt;5&lt;/mn&gt;&lt;mtext&gt;&lt;/mtext&gt;&lt;mfrac&gt;&lt;mn&gt;3&lt;/mn&gt;&lt;mn&gt;5&lt;/mn&gt;&lt;/mfrac&gt;&lt;mo&gt;=&lt;/mo&gt;&lt;mn&gt;3&lt;/mn&gt;&lt;mtext&gt;&lt;/mtext&gt;&lt;mfrac&gt;&lt;mn&gt;1&lt;/mn&gt;&lt;mn&gt;2&lt;/mn&gt;&lt;/mfrac&gt;&lt;/math&gt;" title="five eighths times 5 three fifths equals 3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96427" y="7141751"/>
            <a:ext cx="1232573" cy="41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 3\frac{3}{4}\times\ 1\frac{1}{6}=4\ \frac{3}{8}&quot;&gt;&lt;mtext&gt;&lt;/mtext&gt;&lt;mn&gt;3&lt;/mn&gt;&lt;mfrac&gt;&lt;mn&gt;3&lt;/mn&gt;&lt;mn&gt;4&lt;/mn&gt;&lt;/mfrac&gt;&lt;mo&gt;×&lt;/mo&gt;&lt;mtext&gt;&lt;/mtext&gt;&lt;mn&gt;1&lt;/mn&gt;&lt;mfrac&gt;&lt;mn&gt;1&lt;/mn&gt;&lt;mn&gt;6&lt;/mn&gt;&lt;/mfrac&gt;&lt;mo&gt;=&lt;/mo&gt;&lt;mn&gt;4&lt;/mn&gt;&lt;mtext&gt;&lt;/mtext&gt;&lt;mfrac&gt;&lt;mn&gt;3&lt;/mn&gt;&lt;mn&gt;8&lt;/mn&gt;&lt;/mfrac&gt;&lt;/math&gt;" title="3 and three fourths times 1 and one sixth equals 4 three eigh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3972" y="7151554"/>
            <a:ext cx="1293250" cy="39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 1\frac{5}{11}\times\ 3\frac{3}{10}=4\ \frac{4}{5}&quot;&gt;&lt;mtext&gt;&lt;/mtext&gt;&lt;mn&gt;1&lt;/mn&gt;&lt;mfrac&gt;&lt;mn&gt;5&lt;/mn&gt;&lt;mn&gt;11&lt;/mn&gt;&lt;/mfrac&gt;&lt;mo&gt;×&lt;/mo&gt;&lt;mtext&gt;&lt;/mtext&gt;&lt;mn&gt;3&lt;/mn&gt;&lt;mfrac&gt;&lt;mn&gt;3&lt;/mn&gt;&lt;mn&gt;10&lt;/mn&gt;&lt;/mfrac&gt;&lt;mo&gt;=&lt;/mo&gt;&lt;mn&gt;4&lt;/mn&gt;&lt;mtext&gt;&lt;/mtext&gt;&lt;mfrac&gt;&lt;mn&gt;4&lt;/mn&gt;&lt;mn&gt;5&lt;/mn&gt;&lt;/mfrac&gt;&lt;/math&gt;" title="1 and 5 over 11 times 3 and three tenths equals 4 four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96423" y="5698847"/>
            <a:ext cx="1459552" cy="39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 2\frac{11}{12}\times\ 1\frac{3}{7}=4\ \frac{1}{6}&quot;&gt;&lt;mtext&gt;&lt;/mtext&gt;&lt;mn&gt;2&lt;/mn&gt;&lt;mfrac&gt;&lt;mn&gt;11&lt;/mn&gt;&lt;mn&gt;12&lt;/mn&gt;&lt;/mfrac&gt;&lt;mo&gt;×&lt;/mo&gt;&lt;mtext&gt;&lt;/mtext&gt;&lt;mn&gt;1&lt;/mn&gt;&lt;mfrac&gt;&lt;mn&gt;3&lt;/mn&gt;&lt;mn&gt;7&lt;/mn&gt;&lt;/mfrac&gt;&lt;mo&gt;=&lt;/mo&gt;&lt;mn&gt;4&lt;/mn&gt;&lt;mtext&gt;&lt;/mtext&gt;&lt;mfrac&gt;&lt;mn&gt;1&lt;/mn&gt;&lt;mn&gt;6&lt;/mn&gt;&lt;/mfrac&gt;&lt;/math&gt;" title="2 and 11 over 12 times 1 and three sevenths equals 4 one sixth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3972" y="5698848"/>
            <a:ext cx="1390670" cy="39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 4\frac{7}{8}\times\ \frac{4}{13}=1\ \frac{1}{2}&quot;&gt;&lt;mtext&gt;&lt;/mtext&gt;&lt;mn&gt;4&lt;/mn&gt;&lt;mfrac&gt;&lt;mn&gt;7&lt;/mn&gt;&lt;mn&gt;8&lt;/mn&gt;&lt;/mfrac&gt;&lt;mo&gt;×&lt;/mo&gt;&lt;mtext&gt;&lt;/mtext&gt;&lt;mfrac&gt;&lt;mn&gt;4&lt;/mn&gt;&lt;mn&gt;13&lt;/mn&gt;&lt;/mfrac&gt;&lt;mo&gt;=&lt;/mo&gt;&lt;mn&gt;1&lt;/mn&gt;&lt;mtext&gt;&lt;/mtext&gt;&lt;mfrac&gt;&lt;mn&gt;1&lt;/mn&gt;&lt;mn&gt;2&lt;/mn&gt;&lt;/mfrac&gt;&lt;/math&gt;" title="4 and seven eighths times 4 over 13 equals 1 one half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061697" y="6428542"/>
            <a:ext cx="1293257" cy="39618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74750" y="5805691"/>
            <a:ext cx="2445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795503" y="5805691"/>
            <a:ext cx="2445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18</Paragraphs>
  <Slides>1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2024-01-09T09:33:25.600</cp:lastPrinted>
  <dcterms:created xsi:type="dcterms:W3CDTF">2024-01-09T09:33:25Z</dcterms:created>
  <dcterms:modified xsi:type="dcterms:W3CDTF">2024-01-09T09:33:34Z</dcterms:modified>
</cp:coreProperties>
</file>