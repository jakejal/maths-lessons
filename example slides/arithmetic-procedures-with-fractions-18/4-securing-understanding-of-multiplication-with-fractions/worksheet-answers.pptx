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6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multiplication with fractions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527200"/>
            <a:ext cx="381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Comparing products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901200"/>
            <a:ext cx="662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this fact to answer the following questions: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2849762"/>
            <a:ext cx="260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972601" y="2849762"/>
            <a:ext cx="260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0" descr="&lt;math xmlns=&quot;http://www.w3.org/1998/Math/MathML&quot; display=&quot;block&quot; data-is-equatio=&quot;1&quot; data-latex=&quot;\frac{8}{27}\times\frac{425}{1870}=\frac{340}{5049}&quot;&gt;&lt;mfrac&gt;&lt;mn&gt;8&lt;/mn&gt;&lt;mn&gt;27&lt;/mn&gt;&lt;/mfrac&gt;&lt;mo&gt;×&lt;/mo&gt;&lt;mfrac&gt;&lt;mn&gt;425&lt;/mn&gt;&lt;mn&gt;1870&lt;/mn&gt;&lt;/mfrac&gt;&lt;mo&gt;=&lt;/mo&gt;&lt;mfrac&gt;&lt;mn&gt;340&lt;/mn&gt;&lt;mn&gt;5049&lt;/mn&gt;&lt;/mfrac&gt;&lt;/math&gt;" title="8 over 27 times 425 over 1870 equals 340 over 50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7992" y="2225227"/>
            <a:ext cx="1497559" cy="384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&lt;math xmlns=&quot;http://www.w3.org/1998/Math/MathML&quot; display=&quot;block&quot; data-is-equatio=&quot;1&quot; data-latex=&quot;\frac{4}{27}\times\frac{425}{1870}=\frac{170}{5049}&quot;&gt;&lt;mfrac&gt;&lt;mn&gt;4&lt;/mn&gt;&lt;mn&gt;27&lt;/mn&gt;&lt;/mfrac&gt;&lt;mo&gt;×&lt;/mo&gt;&lt;mfrac&gt;&lt;mn&gt;425&lt;/mn&gt;&lt;mn&gt;1870&lt;/mn&gt;&lt;/mfrac&gt;&lt;mo&gt;=&lt;/mo&gt;&lt;mfrac&gt;&lt;mn&gt;170&lt;/mn&gt;&lt;mn&gt;5049&lt;/mn&gt;&lt;/mfrac&gt;&lt;/math&gt;" title="4 over 27 times 425 over 1870 equals 170 over 50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896" y="2825168"/>
            <a:ext cx="1478766" cy="3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&lt;math xmlns=&quot;http://www.w3.org/1998/Math/MathML&quot; display=&quot;block&quot; data-is-equatio=&quot;1&quot; data-latex=&quot;\frac{16}{27}\times\frac{425}{1870}=\frac{680}{5049}&quot;&gt;&lt;mfrac&gt;&lt;mn&gt;16&lt;/mn&gt;&lt;mn&gt;27&lt;/mn&gt;&lt;/mfrac&gt;&lt;mo&gt;×&lt;/mo&gt;&lt;mfrac&gt;&lt;mn&gt;425&lt;/mn&gt;&lt;mn&gt;1870&lt;/mn&gt;&lt;/mfrac&gt;&lt;mo&gt;=&lt;/mo&gt;&lt;mfrac&gt;&lt;mn&gt;680&lt;/mn&gt;&lt;mn&gt;5049&lt;/mn&gt;&lt;/mfrac&gt;&lt;/math&gt;" title="16 over 27 times 425 over 1870 equals 680 over 50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901" y="3383284"/>
            <a:ext cx="1478766" cy="3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&lt;math xmlns=&quot;http://www.w3.org/1998/Math/MathML&quot; display=&quot;block&quot; data-is-equatio=&quot;1&quot; data-latex=&quot;\frac{2}{27}\times\frac{425}{1870}=\frac{85}{5049}&quot;&gt;&lt;mfrac&gt;&lt;mn&gt;2&lt;/mn&gt;&lt;mn&gt;27&lt;/mn&gt;&lt;/mfrac&gt;&lt;mo&gt;×&lt;/mo&gt;&lt;mfrac&gt;&lt;mn&gt;425&lt;/mn&gt;&lt;mn&gt;1870&lt;/mn&gt;&lt;/mfrac&gt;&lt;mo&gt;=&lt;/mo&gt;&lt;mfrac&gt;&lt;mn&gt;85&lt;/mn&gt;&lt;mn&gt;5049&lt;/mn&gt;&lt;/mfrac&gt;&lt;/math&gt;" title="2 over 27 times 425 over 1870 equals 85 over 50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6904" y="3953477"/>
            <a:ext cx="1478766" cy="37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&lt;math xmlns=&quot;http://www.w3.org/1998/Math/MathML&quot; display=&quot;block&quot; data-is-equatio=&quot;1&quot; data-latex=&quot;\frac{20}{27}\times\frac{425}{1870}=\frac{850}{5049}&quot;&gt;&lt;mfrac&gt;&lt;mn&gt;20&lt;/mn&gt;&lt;mn&gt;27&lt;/mn&gt;&lt;/mfrac&gt;&lt;mo&gt;×&lt;/mo&gt;&lt;mfrac&gt;&lt;mn&gt;425&lt;/mn&gt;&lt;mn&gt;1870&lt;/mn&gt;&lt;/mfrac&gt;&lt;mo&gt;=&lt;/mo&gt;&lt;mfrac&gt;&lt;mn&gt;850&lt;/mn&gt;&lt;mn&gt;5049&lt;/mn&gt;&lt;/mfrac&gt;&lt;/math&gt;" title="20 over 27 times 425 over 1870 equals 850 over 50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33138" y="2822761"/>
            <a:ext cx="1497486" cy="384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isplay=&quot;block&quot; data-is-equatio=&quot;1&quot; data-latex=&quot;\frac{6}{27}\times\frac{425}{1870}=\frac{255}{5049}&quot;&gt;&lt;mfrac&gt;&lt;mn&gt;6&lt;/mn&gt;&lt;mn&gt;27&lt;/mn&gt;&lt;/mfrac&gt;&lt;mo&gt;×&lt;/mo&gt;&lt;mfrac&gt;&lt;mn&gt;425&lt;/mn&gt;&lt;mn&gt;1870&lt;/mn&gt;&lt;/mfrac&gt;&lt;mo&gt;=&lt;/mo&gt;&lt;mfrac&gt;&lt;mn&gt;255&lt;/mn&gt;&lt;mn&gt;5049&lt;/mn&gt;&lt;/mfrac&gt;&lt;/math&gt;" title="6 over 27 times 425 over 1870 equals 255 over 50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33138" y="3380877"/>
            <a:ext cx="1497486" cy="384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&lt;math xmlns=&quot;http://www.w3.org/1998/Math/MathML&quot; display=&quot;block&quot; data-is-equatio=&quot;1&quot; data-latex=&quot;\frac{22}{27}\times\frac{425}{1870}=\frac{935}{5049}&quot;&gt;&lt;mfrac&gt;&lt;mn&gt;22&lt;/mn&gt;&lt;mn&gt;27&lt;/mn&gt;&lt;/mfrac&gt;&lt;mo&gt;×&lt;/mo&gt;&lt;mfrac&gt;&lt;mn&gt;425&lt;/mn&gt;&lt;mn&gt;1870&lt;/mn&gt;&lt;/mfrac&gt;&lt;mo&gt;=&lt;/mo&gt;&lt;mfrac&gt;&lt;mn&gt;935&lt;/mn&gt;&lt;mn&gt;5049&lt;/mn&gt;&lt;/mfrac&gt;&lt;/math&gt;" title="22 over 27 times 425 over 1870 equals 935 over 50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33138" y="3951070"/>
            <a:ext cx="1497486" cy="384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/>
          <p:nvPr/>
        </p:nvSpPr>
        <p:spPr>
          <a:xfrm>
            <a:off x="2955615" y="2179228"/>
            <a:ext cx="1644900" cy="480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68000" y="4639375"/>
            <a:ext cx="6624000" cy="28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Without calculating, decide which is the greater product in each pair.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Write the six products in order from smallest to largest.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0" descr="&lt;math xmlns=&quot;http://www.w3.org/1998/Math/MathML&quot; display=&quot;block&quot; data-is-equatio=&quot;1&quot; data-latex=&quot;\frac{1}{10}\times\frac{1}{9}\ \ \ \ \ \ \frac{1}{8}\times\frac{1}{10}&quot;&gt;&lt;mfrac&gt;&lt;mn&gt;1&lt;/mn&gt;&lt;mn&gt;10&lt;/mn&gt;&lt;/mfrac&gt;&lt;mo&gt;×&lt;/mo&gt;&lt;mfrac&gt;&lt;mn&gt;1&lt;/mn&gt;&lt;mn&gt;9&lt;/mn&gt;&lt;/mfrac&gt;&lt;mtext&gt;&lt;/mtext&gt;&lt;mtext&gt;&lt;/mtext&gt;&lt;mtext&gt;&lt;/mtext&gt;&lt;mtext&gt;&lt;/mtext&gt;&lt;mtext&gt;&lt;/mtext&gt;&lt;mtext&gt;&lt;/mtext&gt;&lt;mfrac&gt;&lt;mn&gt;1&lt;/mn&gt;&lt;mn&gt;8&lt;/mn&gt;&lt;/mfrac&gt;&lt;mo&gt;×&lt;/mo&gt;&lt;mfrac&gt;&lt;mn&gt;1&lt;/mn&gt;&lt;mn&gt;10&lt;/mn&gt;&lt;/mfrac&gt;&lt;/math&gt;" title="one tenth times one ninth one eighth times one ten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5851" y="6307235"/>
            <a:ext cx="1436017" cy="37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&lt;math xmlns=&quot;http://www.w3.org/1998/Math/MathML&quot; display=&quot;block&quot; data-is-equatio=&quot;1&quot; data-latex=&quot;\frac{3}{8}\times\frac{7}{4}\ \ \ \ \ \ \frac{4}{7}\times\frac{3}{8}&quot;&gt;&lt;mfrac&gt;&lt;mn&gt;3&lt;/mn&gt;&lt;mn&gt;8&lt;/mn&gt;&lt;/mfrac&gt;&lt;mo&gt;×&lt;/mo&gt;&lt;mfrac&gt;&lt;mn&gt;7&lt;/mn&gt;&lt;mn&gt;4&lt;/mn&gt;&lt;/mfrac&gt;&lt;mtext&gt;&lt;/mtext&gt;&lt;mtext&gt;&lt;/mtext&gt;&lt;mtext&gt;&lt;/mtext&gt;&lt;mtext&gt;&lt;/mtext&gt;&lt;mtext&gt;&lt;/mtext&gt;&lt;mtext&gt;&lt;/mtext&gt;&lt;mfrac&gt;&lt;mn&gt;4&lt;/mn&gt;&lt;mn&gt;7&lt;/mn&gt;&lt;/mfrac&gt;&lt;mo&gt;×&lt;/mo&gt;&lt;mfrac&gt;&lt;mn&gt;3&lt;/mn&gt;&lt;mn&gt;8&lt;/mn&gt;&lt;/mfrac&gt;&lt;/math&gt;" title="three eighths times seven fourths four sevenths times three eigh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28310" y="5601975"/>
            <a:ext cx="1254669" cy="379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&lt;math xmlns=&quot;http://www.w3.org/1998/Math/MathML&quot; display=&quot;block&quot; data-is-equatio=&quot;1&quot; data-latex=&quot;\frac{4}{5}\times\frac{3}{19}\ \ \ \ \ \ \frac{3}{5}\times\frac{4}{19}&quot;&gt;&lt;mfrac&gt;&lt;mn&gt;4&lt;/mn&gt;&lt;mn&gt;5&lt;/mn&gt;&lt;/mfrac&gt;&lt;mo&gt;×&lt;/mo&gt;&lt;mfrac&gt;&lt;mn&gt;3&lt;/mn&gt;&lt;mn&gt;19&lt;/mn&gt;&lt;/mfrac&gt;&lt;mtext&gt;&lt;/mtext&gt;&lt;mtext&gt;&lt;/mtext&gt;&lt;mtext&gt;&lt;/mtext&gt;&lt;mtext&gt;&lt;/mtext&gt;&lt;mtext&gt;&lt;/mtext&gt;&lt;mtext&gt;&lt;/mtext&gt;&lt;mfrac&gt;&lt;mn&gt;3&lt;/mn&gt;&lt;mn&gt;5&lt;/mn&gt;&lt;/mfrac&gt;&lt;mo&gt;×&lt;/mo&gt;&lt;mfrac&gt;&lt;mn&gt;4&lt;/mn&gt;&lt;mn&gt;19&lt;/mn&gt;&lt;/mfrac&gt;&lt;/math&gt;" title="four fifths times 3 over 19 three fifths times 4 over 1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37327" y="4957299"/>
            <a:ext cx="1436649" cy="379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&lt;math xmlns=&quot;http://www.w3.org/1998/Math/MathML&quot; display=&quot;block&quot; data-is-equatio=&quot;1&quot; data-latex=&quot;\frac{1}{10}\times\frac{1}{9}\ \ \ \ \ \ \frac{1}{8}\times\frac{1}{10}&quot;&gt;&lt;mfrac&gt;&lt;mn&gt;1&lt;/mn&gt;&lt;mn&gt;10&lt;/mn&gt;&lt;/mfrac&gt;&lt;mo&gt;×&lt;/mo&gt;&lt;mfrac&gt;&lt;mn&gt;1&lt;/mn&gt;&lt;mn&gt;9&lt;/mn&gt;&lt;/mfrac&gt;&lt;mtext&gt;&lt;/mtext&gt;&lt;mtext&gt;&lt;/mtext&gt;&lt;mtext&gt;&lt;/mtext&gt;&lt;mtext&gt;&lt;/mtext&gt;&lt;mtext&gt;&lt;/mtext&gt;&lt;mtext&gt;&lt;/mtext&gt;&lt;mfrac&gt;&lt;mn&gt;1&lt;/mn&gt;&lt;mn&gt;8&lt;/mn&gt;&lt;/mfrac&gt;&lt;mo&gt;×&lt;/mo&gt;&lt;mfrac&gt;&lt;mn&gt;1&lt;/mn&gt;&lt;mn&gt;10&lt;/mn&gt;&lt;/mfrac&gt;&lt;/math&gt;" title="one tenth times one ninth one eighth times one tenth"/>
          <p:cNvPicPr preferRelativeResize="0"/>
          <p:nvPr/>
        </p:nvPicPr>
        <p:blipFill>
          <a:blip r:embed="rId10">
            <a:alphaModFix/>
          </a:blip>
          <a:srcRect l="57202"/>
          <a:stretch>
            <a:fillRect/>
          </a:stretch>
        </p:blipFill>
        <p:spPr>
          <a:xfrm>
            <a:off x="1538502" y="7188760"/>
            <a:ext cx="529910" cy="32710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0" name="Google Shape;190;p20" descr="&lt;math xmlns=&quot;http://www.w3.org/1998/Math/MathML&quot; display=&quot;block&quot; data-is-equatio=&quot;1&quot; data-latex=&quot;\frac{3}{8}\times\frac{7}{4}\ \ \ \ \ \ \frac{4}{7}\times\frac{3}{8}&quot;&gt;&lt;mfrac&gt;&lt;mn&gt;3&lt;/mn&gt;&lt;mn&gt;8&lt;/mn&gt;&lt;/mfrac&gt;&lt;mo&gt;×&lt;/mo&gt;&lt;mfrac&gt;&lt;mn&gt;7&lt;/mn&gt;&lt;mn&gt;4&lt;/mn&gt;&lt;/mfrac&gt;&lt;mtext&gt;&lt;/mtext&gt;&lt;mtext&gt;&lt;/mtext&gt;&lt;mtext&gt;&lt;/mtext&gt;&lt;mtext&gt;&lt;/mtext&gt;&lt;mtext&gt;&lt;/mtext&gt;&lt;mtext&gt;&lt;/mtext&gt;&lt;mfrac&gt;&lt;mn&gt;4&lt;/mn&gt;&lt;mn&gt;7&lt;/mn&gt;&lt;/mfrac&gt;&lt;mo&gt;×&lt;/mo&gt;&lt;mfrac&gt;&lt;mn&gt;3&lt;/mn&gt;&lt;mn&gt;8&lt;/mn&gt;&lt;/mfrac&gt;&lt;/math&gt;" title="three eighths times seven fourths four sevenths times three eighths"/>
          <p:cNvPicPr preferRelativeResize="0"/>
          <p:nvPr/>
        </p:nvPicPr>
        <p:blipFill>
          <a:blip r:embed="rId11">
            <a:alphaModFix/>
          </a:blip>
          <a:srcRect l="57848"/>
          <a:stretch>
            <a:fillRect/>
          </a:stretch>
        </p:blipFill>
        <p:spPr>
          <a:xfrm>
            <a:off x="3918956" y="7182700"/>
            <a:ext cx="472878" cy="33922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1" name="Google Shape;191;p20" descr="&lt;math xmlns=&quot;http://www.w3.org/1998/Math/MathML&quot; display=&quot;block&quot; data-is-equatio=&quot;1&quot; data-latex=&quot;\frac{4}{5}\times\frac{3}{19}\ \ \ \ \ \ \frac{3}{5}\times\frac{4}{19}&quot;&gt;&lt;mfrac&gt;&lt;mn&gt;4&lt;/mn&gt;&lt;mn&gt;5&lt;/mn&gt;&lt;/mfrac&gt;&lt;mo&gt;×&lt;/mo&gt;&lt;mfrac&gt;&lt;mn&gt;3&lt;/mn&gt;&lt;mn&gt;19&lt;/mn&gt;&lt;/mfrac&gt;&lt;mtext&gt;&lt;/mtext&gt;&lt;mtext&gt;&lt;/mtext&gt;&lt;mtext&gt;&lt;/mtext&gt;&lt;mtext&gt;&lt;/mtext&gt;&lt;mtext&gt;&lt;/mtext&gt;&lt;mtext&gt;&lt;/mtext&gt;&lt;mfrac&gt;&lt;mn&gt;3&lt;/mn&gt;&lt;mn&gt;5&lt;/mn&gt;&lt;/mfrac&gt;&lt;mo&gt;×&lt;/mo&gt;&lt;mfrac&gt;&lt;mn&gt;4&lt;/mn&gt;&lt;mn&gt;19&lt;/mn&gt;&lt;/mfrac&gt;&lt;/math&gt;" title="four fifths times 3 over 19 three fifths times 4 over 19"/>
          <p:cNvPicPr preferRelativeResize="0"/>
          <p:nvPr/>
        </p:nvPicPr>
        <p:blipFill>
          <a:blip r:embed="rId12">
            <a:alphaModFix/>
          </a:blip>
          <a:srcRect l="58747"/>
          <a:stretch>
            <a:fillRect/>
          </a:stretch>
        </p:blipFill>
        <p:spPr>
          <a:xfrm>
            <a:off x="2326009" y="7182700"/>
            <a:ext cx="529909" cy="33922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2" name="Google Shape;192;p20" descr="&lt;math xmlns=&quot;http://www.w3.org/1998/Math/MathML&quot; display=&quot;block&quot; data-is-equatio=&quot;1&quot; data-latex=&quot;\frac{1}{10}\times\frac{1}{9}\ \ \ \ \ \ \frac{1}{8}\times\frac{1}{10}&quot;&gt;&lt;mfrac&gt;&lt;mn&gt;1&lt;/mn&gt;&lt;mn&gt;10&lt;/mn&gt;&lt;/mfrac&gt;&lt;mo&gt;×&lt;/mo&gt;&lt;mfrac&gt;&lt;mn&gt;1&lt;/mn&gt;&lt;mn&gt;9&lt;/mn&gt;&lt;/mfrac&gt;&lt;mtext&gt;&lt;/mtext&gt;&lt;mtext&gt;&lt;/mtext&gt;&lt;mtext&gt;&lt;/mtext&gt;&lt;mtext&gt;&lt;/mtext&gt;&lt;mtext&gt;&lt;/mtext&gt;&lt;mtext&gt;&lt;/mtext&gt;&lt;mfrac&gt;&lt;mn&gt;1&lt;/mn&gt;&lt;mn&gt;8&lt;/mn&gt;&lt;/mfrac&gt;&lt;mo&gt;×&lt;/mo&gt;&lt;mfrac&gt;&lt;mn&gt;1&lt;/mn&gt;&lt;mn&gt;10&lt;/mn&gt;&lt;/mfrac&gt;&lt;/math&gt;" title="one tenth times one ninth one eighth times one tenth"/>
          <p:cNvPicPr preferRelativeResize="0"/>
          <p:nvPr/>
        </p:nvPicPr>
        <p:blipFill>
          <a:blip r:embed="rId10">
            <a:alphaModFix/>
          </a:blip>
          <a:srcRect r="57202"/>
          <a:stretch>
            <a:fillRect/>
          </a:stretch>
        </p:blipFill>
        <p:spPr>
          <a:xfrm>
            <a:off x="750997" y="7188760"/>
            <a:ext cx="529910" cy="32710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20" descr="&lt;math xmlns=&quot;http://www.w3.org/1998/Math/MathML&quot; display=&quot;block&quot; data-is-equatio=&quot;1&quot; data-latex=&quot;\frac{3}{8}\times\frac{7}{4}\ \ \ \ \ \ \frac{4}{7}\times\frac{3}{8}&quot;&gt;&lt;mfrac&gt;&lt;mn&gt;3&lt;/mn&gt;&lt;mn&gt;8&lt;/mn&gt;&lt;/mfrac&gt;&lt;mo&gt;×&lt;/mo&gt;&lt;mfrac&gt;&lt;mn&gt;7&lt;/mn&gt;&lt;mn&gt;4&lt;/mn&gt;&lt;/mfrac&gt;&lt;mtext&gt;&lt;/mtext&gt;&lt;mtext&gt;&lt;/mtext&gt;&lt;mtext&gt;&lt;/mtext&gt;&lt;mtext&gt;&lt;/mtext&gt;&lt;mtext&gt;&lt;/mtext&gt;&lt;mtext&gt;&lt;/mtext&gt;&lt;mfrac&gt;&lt;mn&gt;4&lt;/mn&gt;&lt;mn&gt;7&lt;/mn&gt;&lt;/mfrac&gt;&lt;mo&gt;×&lt;/mo&gt;&lt;mfrac&gt;&lt;mn&gt;3&lt;/mn&gt;&lt;mn&gt;8&lt;/mn&gt;&lt;/mfrac&gt;&lt;/math&gt;" title="three eighths times seven fourths four sevenths times three eighths"/>
          <p:cNvPicPr preferRelativeResize="0"/>
          <p:nvPr/>
        </p:nvPicPr>
        <p:blipFill>
          <a:blip r:embed="rId11">
            <a:alphaModFix/>
          </a:blip>
          <a:srcRect r="57848"/>
          <a:stretch>
            <a:fillRect/>
          </a:stretch>
        </p:blipFill>
        <p:spPr>
          <a:xfrm>
            <a:off x="4812333" y="7188760"/>
            <a:ext cx="472878" cy="33922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4" name="Google Shape;194;p20" descr="&lt;math xmlns=&quot;http://www.w3.org/1998/Math/MathML&quot; display=&quot;block&quot; data-is-equatio=&quot;1&quot; data-latex=&quot;\frac{4}{5}\times\frac{3}{19}\ \ \ \ \ \ \frac{3}{5}\times\frac{4}{19}&quot;&gt;&lt;mfrac&gt;&lt;mn&gt;4&lt;/mn&gt;&lt;mn&gt;5&lt;/mn&gt;&lt;/mfrac&gt;&lt;mo&gt;×&lt;/mo&gt;&lt;mfrac&gt;&lt;mn&gt;3&lt;/mn&gt;&lt;mn&gt;19&lt;/mn&gt;&lt;/mfrac&gt;&lt;mtext&gt;&lt;/mtext&gt;&lt;mtext&gt;&lt;/mtext&gt;&lt;mtext&gt;&lt;/mtext&gt;&lt;mtext&gt;&lt;/mtext&gt;&lt;mtext&gt;&lt;/mtext&gt;&lt;mtext&gt;&lt;/mtext&gt;&lt;mfrac&gt;&lt;mn&gt;3&lt;/mn&gt;&lt;mn&gt;5&lt;/mn&gt;&lt;/mfrac&gt;&lt;mo&gt;×&lt;/mo&gt;&lt;mfrac&gt;&lt;mn&gt;4&lt;/mn&gt;&lt;mn&gt;19&lt;/mn&gt;&lt;/mfrac&gt;&lt;/math&gt;" title="four fifths times 3 over 19 three fifths times 4 over 19"/>
          <p:cNvPicPr preferRelativeResize="0"/>
          <p:nvPr/>
        </p:nvPicPr>
        <p:blipFill>
          <a:blip r:embed="rId12">
            <a:alphaModFix/>
          </a:blip>
          <a:srcRect r="58747"/>
          <a:stretch>
            <a:fillRect/>
          </a:stretch>
        </p:blipFill>
        <p:spPr>
          <a:xfrm>
            <a:off x="3092083" y="7182700"/>
            <a:ext cx="529909" cy="33922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5" name="Google Shape;195;p20"/>
          <p:cNvSpPr txBox="1"/>
          <p:nvPr/>
        </p:nvSpPr>
        <p:spPr>
          <a:xfrm>
            <a:off x="2803000" y="7087125"/>
            <a:ext cx="219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365935" y="4900398"/>
            <a:ext cx="258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365943" y="5545422"/>
            <a:ext cx="258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365935" y="6233346"/>
            <a:ext cx="258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805852" y="4913825"/>
            <a:ext cx="639300" cy="4575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805852" y="5580239"/>
            <a:ext cx="639300" cy="4575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1662179" y="5580239"/>
            <a:ext cx="639300" cy="4575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662179" y="4913825"/>
            <a:ext cx="639300" cy="4575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807808" y="6268213"/>
            <a:ext cx="639300" cy="4575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664135" y="6268213"/>
            <a:ext cx="639300" cy="4575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" name="Google Shape;205;p20"/>
          <p:cNvCxnSpPr/>
          <p:nvPr/>
        </p:nvCxnSpPr>
        <p:spPr>
          <a:xfrm>
            <a:off x="47283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9" name="Shape 209"/>
        <p:cNvGrpSpPr/>
        <p:nvPr/>
      </p:nvGrpSpPr>
      <p:grpSpPr>
        <a:xfrm>
          <a:off x="0" y="0"/>
          <a:ext cx="0" cy="0"/>
        </a:xfrm>
      </p:grpSpPr>
      <p:sp>
        <p:nvSpPr>
          <p:cNvPr id="210" name="Google Shape;21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1" name="Google Shape;21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multiplication with fractions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723452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Multiplying two or more fractions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10782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most efficient method to answer these questions.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" name="Google Shape;2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275" y="1564000"/>
            <a:ext cx="6212425" cy="28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Securing understanding of multiplication with fractions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2024-01-09T09:30:26.108</cp:lastPrinted>
  <dcterms:created xsi:type="dcterms:W3CDTF">2024-01-09T09:30:26Z</dcterms:created>
  <dcterms:modified xsi:type="dcterms:W3CDTF">2024-01-09T09:30:35Z</dcterms:modified>
</cp:coreProperties>
</file>