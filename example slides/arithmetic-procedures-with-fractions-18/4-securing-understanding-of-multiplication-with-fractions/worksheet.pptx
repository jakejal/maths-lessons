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2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Relationship Id="rId7" Type="http://schemas.openxmlformats.org/officeDocument/2006/relationships/image" Target="../media/image19.png" /><Relationship Id="rId8" Type="http://schemas.openxmlformats.org/officeDocument/2006/relationships/image" Target="../media/image20.png" /><Relationship Id="rId9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multiplication with fractions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52720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Comparing products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901200"/>
            <a:ext cx="662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this fact to answer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849762"/>
            <a:ext cx="260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972601" y="2849762"/>
            <a:ext cx="260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 descr="&lt;math xmlns=&quot;http://www.w3.org/1998/Math/MathML&quot; display=&quot;block&quot; data-is-equatio=&quot;1&quot; data-latex=&quot;\frac{8}{27}\times\frac{425}{1870}=\frac{340}{5049}&quot;&gt;&lt;mfrac&gt;&lt;mn&gt;8&lt;/mn&gt;&lt;mn&gt;27&lt;/mn&gt;&lt;/mfrac&gt;&lt;mo&gt;×&lt;/mo&gt;&lt;mfrac&gt;&lt;mn&gt;425&lt;/mn&gt;&lt;mn&gt;1870&lt;/mn&gt;&lt;/mfrac&gt;&lt;mo&gt;=&lt;/mo&gt;&lt;mfrac&gt;&lt;mn&gt;340&lt;/mn&gt;&lt;mn&gt;5049&lt;/mn&gt;&lt;/mfrac&gt;&lt;/math&gt;" title="8 over 27 times 425 over 1870 equals 340 over 50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992" y="2225227"/>
            <a:ext cx="1497559" cy="384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&lt;math xmlns=&quot;http://www.w3.org/1998/Math/MathML&quot; display=&quot;block&quot; data-is-equatio=&quot;1&quot; data-latex=&quot;\frac{4}{27}\times\frac{425}{1870}=\frac{170}{5049}&quot;&gt;&lt;mfrac&gt;&lt;mn&gt;4&lt;/mn&gt;&lt;mn&gt;27&lt;/mn&gt;&lt;/mfrac&gt;&lt;mo&gt;×&lt;/mo&gt;&lt;mfrac&gt;&lt;mn&gt;425&lt;/mn&gt;&lt;mn&gt;1870&lt;/mn&gt;&lt;/mfrac&gt;&lt;mo&gt;=&lt;/mo&gt;&lt;mfrac&gt;&lt;mn&gt;170&lt;/mn&gt;&lt;mn&gt;5049&lt;/mn&gt;&lt;/mfrac&gt;&lt;/math&gt;" title="4 over 27 times 425 over 1870 equals 170 over 5049"/>
          <p:cNvPicPr preferRelativeResize="0"/>
          <p:nvPr/>
        </p:nvPicPr>
        <p:blipFill>
          <a:blip r:embed="rId4">
            <a:alphaModFix/>
          </a:blip>
          <a:srcRect r="28269"/>
          <a:stretch>
            <a:fillRect/>
          </a:stretch>
        </p:blipFill>
        <p:spPr>
          <a:xfrm>
            <a:off x="786899" y="2825175"/>
            <a:ext cx="1060725" cy="37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&lt;math xmlns=&quot;http://www.w3.org/1998/Math/MathML&quot; display=&quot;block&quot; data-is-equatio=&quot;1&quot; data-latex=&quot;\frac{16}{27}\times\frac{425}{1870}=\frac{680}{5049}&quot;&gt;&lt;mfrac&gt;&lt;mn&gt;16&lt;/mn&gt;&lt;mn&gt;27&lt;/mn&gt;&lt;/mfrac&gt;&lt;mo&gt;×&lt;/mo&gt;&lt;mfrac&gt;&lt;mn&gt;425&lt;/mn&gt;&lt;mn&gt;1870&lt;/mn&gt;&lt;/mfrac&gt;&lt;mo&gt;=&lt;/mo&gt;&lt;mfrac&gt;&lt;mn&gt;680&lt;/mn&gt;&lt;mn&gt;5049&lt;/mn&gt;&lt;/mfrac&gt;&lt;/math&gt;" title="16 over 27 times 425 over 1870 equals 680 over 5049"/>
          <p:cNvPicPr preferRelativeResize="0"/>
          <p:nvPr/>
        </p:nvPicPr>
        <p:blipFill>
          <a:blip r:embed="rId5">
            <a:alphaModFix/>
          </a:blip>
          <a:srcRect r="28269" b="-1265"/>
          <a:stretch>
            <a:fillRect/>
          </a:stretch>
        </p:blipFill>
        <p:spPr>
          <a:xfrm>
            <a:off x="786900" y="3383275"/>
            <a:ext cx="1060725" cy="3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&lt;math xmlns=&quot;http://www.w3.org/1998/Math/MathML&quot; display=&quot;block&quot; data-is-equatio=&quot;1&quot; data-latex=&quot;\frac{2}{27}\times\frac{425}{1870}=\frac{85}{5049}&quot;&gt;&lt;mfrac&gt;&lt;mn&gt;2&lt;/mn&gt;&lt;mn&gt;27&lt;/mn&gt;&lt;/mfrac&gt;&lt;mo&gt;×&lt;/mo&gt;&lt;mfrac&gt;&lt;mn&gt;425&lt;/mn&gt;&lt;mn&gt;1870&lt;/mn&gt;&lt;/mfrac&gt;&lt;mo&gt;=&lt;/mo&gt;&lt;mfrac&gt;&lt;mn&gt;85&lt;/mn&gt;&lt;mn&gt;5049&lt;/mn&gt;&lt;/mfrac&gt;&lt;/math&gt;" title="2 over 27 times 425 over 1870 equals 85 over 5049"/>
          <p:cNvPicPr preferRelativeResize="0"/>
          <p:nvPr/>
        </p:nvPicPr>
        <p:blipFill>
          <a:blip r:embed="rId6">
            <a:alphaModFix/>
          </a:blip>
          <a:srcRect r="28269" b="-1265"/>
          <a:stretch>
            <a:fillRect/>
          </a:stretch>
        </p:blipFill>
        <p:spPr>
          <a:xfrm>
            <a:off x="786901" y="3953475"/>
            <a:ext cx="1060725" cy="3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&lt;math xmlns=&quot;http://www.w3.org/1998/Math/MathML&quot; display=&quot;block&quot; data-is-equatio=&quot;1&quot; data-latex=&quot;\frac{20}{27}\times\frac{425}{1870}=\frac{850}{5049}&quot;&gt;&lt;mfrac&gt;&lt;mn&gt;20&lt;/mn&gt;&lt;mn&gt;27&lt;/mn&gt;&lt;/mfrac&gt;&lt;mo&gt;×&lt;/mo&gt;&lt;mfrac&gt;&lt;mn&gt;425&lt;/mn&gt;&lt;mn&gt;1870&lt;/mn&gt;&lt;/mfrac&gt;&lt;mo&gt;=&lt;/mo&gt;&lt;mfrac&gt;&lt;mn&gt;850&lt;/mn&gt;&lt;mn&gt;5049&lt;/mn&gt;&lt;/mfrac&gt;&lt;/math&gt;" title="20 over 27 times 425 over 1870 equals 850 over 5049"/>
          <p:cNvPicPr preferRelativeResize="0"/>
          <p:nvPr/>
        </p:nvPicPr>
        <p:blipFill>
          <a:blip r:embed="rId7">
            <a:alphaModFix/>
          </a:blip>
          <a:srcRect r="29168"/>
          <a:stretch>
            <a:fillRect/>
          </a:stretch>
        </p:blipFill>
        <p:spPr>
          <a:xfrm>
            <a:off x="4333147" y="2822749"/>
            <a:ext cx="1060725" cy="3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&lt;math xmlns=&quot;http://www.w3.org/1998/Math/MathML&quot; display=&quot;block&quot; data-is-equatio=&quot;1&quot; data-latex=&quot;\frac{6}{27}\times\frac{425}{1870}=\frac{255}{5049}&quot;&gt;&lt;mfrac&gt;&lt;mn&gt;6&lt;/mn&gt;&lt;mn&gt;27&lt;/mn&gt;&lt;/mfrac&gt;&lt;mo&gt;×&lt;/mo&gt;&lt;mfrac&gt;&lt;mn&gt;425&lt;/mn&gt;&lt;mn&gt;1870&lt;/mn&gt;&lt;/mfrac&gt;&lt;mo&gt;=&lt;/mo&gt;&lt;mfrac&gt;&lt;mn&gt;255&lt;/mn&gt;&lt;mn&gt;5049&lt;/mn&gt;&lt;/mfrac&gt;&lt;/math&gt;" title="6 over 27 times 425 over 1870 equals 255 over 5049"/>
          <p:cNvPicPr preferRelativeResize="0"/>
          <p:nvPr/>
        </p:nvPicPr>
        <p:blipFill>
          <a:blip r:embed="rId8">
            <a:alphaModFix/>
          </a:blip>
          <a:srcRect r="29168" b="1332"/>
          <a:stretch>
            <a:fillRect/>
          </a:stretch>
        </p:blipFill>
        <p:spPr>
          <a:xfrm>
            <a:off x="4333147" y="3380875"/>
            <a:ext cx="1060725" cy="37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&lt;math xmlns=&quot;http://www.w3.org/1998/Math/MathML&quot; display=&quot;block&quot; data-is-equatio=&quot;1&quot; data-latex=&quot;\frac{22}{27}\times\frac{425}{1870}=\frac{935}{5049}&quot;&gt;&lt;mfrac&gt;&lt;mn&gt;22&lt;/mn&gt;&lt;mn&gt;27&lt;/mn&gt;&lt;/mfrac&gt;&lt;mo&gt;×&lt;/mo&gt;&lt;mfrac&gt;&lt;mn&gt;425&lt;/mn&gt;&lt;mn&gt;1870&lt;/mn&gt;&lt;/mfrac&gt;&lt;mo&gt;=&lt;/mo&gt;&lt;mfrac&gt;&lt;mn&gt;935&lt;/mn&gt;&lt;mn&gt;5049&lt;/mn&gt;&lt;/mfrac&gt;&lt;/math&gt;" title="22 over 27 times 425 over 1870 equals 935 over 5049"/>
          <p:cNvPicPr preferRelativeResize="0"/>
          <p:nvPr/>
        </p:nvPicPr>
        <p:blipFill>
          <a:blip r:embed="rId9">
            <a:alphaModFix/>
          </a:blip>
          <a:srcRect r="29168" b="-10"/>
          <a:stretch>
            <a:fillRect/>
          </a:stretch>
        </p:blipFill>
        <p:spPr>
          <a:xfrm>
            <a:off x="4333150" y="3951075"/>
            <a:ext cx="1060725" cy="38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2955615" y="2179228"/>
            <a:ext cx="1644900" cy="480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4639375"/>
            <a:ext cx="6624000" cy="28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Without calculating, decide which is the greater product in each pair.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Write the six products in order from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 descr="&lt;math xmlns=&quot;http://www.w3.org/1998/Math/MathML&quot; display=&quot;block&quot; data-is-equatio=&quot;1&quot; data-latex=&quot;\frac{1}{10}\times\frac{1}{9}\ \ \ \ \ \ \frac{1}{8}\times\frac{1}{10}&quot;&gt;&lt;mfrac&gt;&lt;mn&gt;1&lt;/mn&gt;&lt;mn&gt;10&lt;/mn&gt;&lt;/mfrac&gt;&lt;mo&gt;×&lt;/mo&gt;&lt;mfrac&gt;&lt;mn&gt;1&lt;/mn&gt;&lt;mn&gt;9&lt;/mn&gt;&lt;/mfrac&gt;&lt;mtext&gt;&lt;/mtext&gt;&lt;mtext&gt;&lt;/mtext&gt;&lt;mtext&gt;&lt;/mtext&gt;&lt;mtext&gt;&lt;/mtext&gt;&lt;mtext&gt;&lt;/mtext&gt;&lt;mtext&gt;&lt;/mtext&gt;&lt;mfrac&gt;&lt;mn&gt;1&lt;/mn&gt;&lt;mn&gt;8&lt;/mn&gt;&lt;/mfrac&gt;&lt;mo&gt;×&lt;/mo&gt;&lt;mfrac&gt;&lt;mn&gt;1&lt;/mn&gt;&lt;mn&gt;10&lt;/mn&gt;&lt;/mfrac&gt;&lt;/math&gt;" title="one tenth times one ninth one eighth times one ten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5851" y="6307235"/>
            <a:ext cx="1436017" cy="37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\frac{3}{8}\times\frac{7}{4}\ \ \ \ \ \ \frac{4}{7}\times\frac{3}{8}&quot;&gt;&lt;mfrac&gt;&lt;mn&gt;3&lt;/mn&gt;&lt;mn&gt;8&lt;/mn&gt;&lt;/mfrac&gt;&lt;mo&gt;×&lt;/mo&gt;&lt;mfrac&gt;&lt;mn&gt;7&lt;/mn&gt;&lt;mn&gt;4&lt;/mn&gt;&lt;/mfrac&gt;&lt;mtext&gt;&lt;/mtext&gt;&lt;mtext&gt;&lt;/mtext&gt;&lt;mtext&gt;&lt;/mtext&gt;&lt;mtext&gt;&lt;/mtext&gt;&lt;mtext&gt;&lt;/mtext&gt;&lt;mtext&gt;&lt;/mtext&gt;&lt;mfrac&gt;&lt;mn&gt;4&lt;/mn&gt;&lt;mn&gt;7&lt;/mn&gt;&lt;/mfrac&gt;&lt;mo&gt;×&lt;/mo&gt;&lt;mfrac&gt;&lt;mn&gt;3&lt;/mn&gt;&lt;mn&gt;8&lt;/mn&gt;&lt;/mfrac&gt;&lt;/math&gt;" title="three eighths times seven fourths four sevenths times three eigh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28310" y="5601975"/>
            <a:ext cx="1254669" cy="37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frac{4}{5}\times\frac{3}{19}\ \ \ \ \ \ \frac{3}{5}\times\frac{4}{19}&quot;&gt;&lt;mfrac&gt;&lt;mn&gt;4&lt;/mn&gt;&lt;mn&gt;5&lt;/mn&gt;&lt;/mfrac&gt;&lt;mo&gt;×&lt;/mo&gt;&lt;mfrac&gt;&lt;mn&gt;3&lt;/mn&gt;&lt;mn&gt;19&lt;/mn&gt;&lt;/mfrac&gt;&lt;mtext&gt;&lt;/mtext&gt;&lt;mtext&gt;&lt;/mtext&gt;&lt;mtext&gt;&lt;/mtext&gt;&lt;mtext&gt;&lt;/mtext&gt;&lt;mtext&gt;&lt;/mtext&gt;&lt;mtext&gt;&lt;/mtext&gt;&lt;mfrac&gt;&lt;mn&gt;3&lt;/mn&gt;&lt;mn&gt;5&lt;/mn&gt;&lt;/mfrac&gt;&lt;mo&gt;×&lt;/mo&gt;&lt;mfrac&gt;&lt;mn&gt;4&lt;/mn&gt;&lt;mn&gt;19&lt;/mn&gt;&lt;/mfrac&gt;&lt;/math&gt;" title="four fifths times 3 over 19 three fifths times 4 over 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7327" y="4957299"/>
            <a:ext cx="1436649" cy="3793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0"/>
          <p:cNvCxnSpPr/>
          <p:nvPr/>
        </p:nvCxnSpPr>
        <p:spPr>
          <a:xfrm>
            <a:off x="4728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5" name="Google Shape;18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multiplication with fractions</a:t>
            </a:r>
            <a:endParaRPr/>
          </a:p>
        </p:txBody>
      </p:sp>
      <p:sp>
        <p:nvSpPr>
          <p:cNvPr id="186" name="Google Shape;18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723452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Multiplying two or more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68000" y="10782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most efficient method to answer these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1" descr="&lt;math xmlns=&quot;http://www.w3.org/1998/Math/MathML&quot; display=&quot;block&quot; data-is-equatio=&quot;1&quot; data-latex=&quot;\frac{66}{65}\times\frac{15}{18}&quot;&gt;&lt;mfrac&gt;&lt;mn&gt;66&lt;/mn&gt;&lt;mn&gt;65&lt;/mn&gt;&lt;/mfrac&gt;&lt;mo&gt;×&lt;/mo&gt;&lt;mfrac&gt;&lt;mn&gt;15&lt;/mn&gt;&lt;mn&gt;18&lt;/mn&gt;&lt;/mfrac&gt;&lt;/math&gt;" title="66 over 65 times 15 over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648" y="1436127"/>
            <a:ext cx="699362" cy="41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&lt;math xmlns=&quot;http://www.w3.org/1998/Math/MathML&quot; display=&quot;block&quot; data-is-equatio=&quot;1&quot; data-latex=&quot;\frac{10}{77}\times\frac{21}{55}&quot;&gt;&lt;mfrac&gt;&lt;mn&gt;10&lt;/mn&gt;&lt;mn&gt;77&lt;/mn&gt;&lt;/mfrac&gt;&lt;mo&gt;×&lt;/mo&gt;&lt;mfrac&gt;&lt;mn&gt;21&lt;/mn&gt;&lt;mn&gt;55&lt;/mn&gt;&lt;/mfrac&gt;&lt;/math&gt;" title="10 over 77 times 21 over 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768" y="2478494"/>
            <a:ext cx="721120" cy="419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&lt;math xmlns=&quot;http://www.w3.org/1998/Math/MathML&quot; display=&quot;block&quot; data-is-equatio=&quot;1&quot; data-latex=&quot;\frac{21}{154}\times\frac{35}{105}&quot;&gt;&lt;mfrac&gt;&lt;mn&gt;21&lt;/mn&gt;&lt;mn&gt;154&lt;/mn&gt;&lt;/mfrac&gt;&lt;mo&gt;×&lt;/mo&gt;&lt;mfrac&gt;&lt;mn&gt;35&lt;/mn&gt;&lt;mn&gt;105&lt;/mn&gt;&lt;/mfrac&gt;&lt;/math&gt;" title="21 over 154 times 35 over 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7181" y="3522862"/>
            <a:ext cx="892075" cy="41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&lt;math xmlns=&quot;http://www.w3.org/1998/Math/MathML&quot; display=&quot;block&quot; data-is-equatio=&quot;1&quot; data-latex=&quot;\frac{2}{3}\times20\times\frac{1}{4}&quot;&gt;&lt;mfrac&gt;&lt;mn&gt;2&lt;/mn&gt;&lt;mn&gt;3&lt;/mn&gt;&lt;/mfrac&gt;&lt;mo&gt;×&lt;/mo&gt;&lt;mn&gt;20&lt;/mn&gt;&lt;mo&gt;×&lt;/mo&gt;&lt;mfrac&gt;&lt;mn&gt;1&lt;/mn&gt;&lt;mn&gt;4&lt;/mn&gt;&lt;/mfrac&gt;&lt;/math&gt;" title="two thirds times 20 times 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804" y="2468615"/>
            <a:ext cx="969782" cy="43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&lt;math xmlns=&quot;http://www.w3.org/1998/Math/MathML&quot; display=&quot;block&quot; data-is-equatio=&quot;1&quot; data-latex=&quot;36\times\frac{5}{6}\times\frac{4}{5}&quot;&gt;&lt;mn&gt;36&lt;/mn&gt;&lt;mo&gt;×&lt;/mo&gt;&lt;mfrac&gt;&lt;mn&gt;5&lt;/mn&gt;&lt;mn&gt;6&lt;/mn&gt;&lt;/mfrac&gt;&lt;mo&gt;×&lt;/mo&gt;&lt;mfrac&gt;&lt;mn&gt;4&lt;/mn&gt;&lt;mn&gt;5&lt;/mn&gt;&lt;/mfrac&gt;&lt;/math&gt;" title="36 times five sixths times four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7804" y="1377934"/>
            <a:ext cx="923158" cy="407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&lt;math xmlns=&quot;http://www.w3.org/1998/Math/MathML&quot; display=&quot;block&quot; data-is-equatio=&quot;1&quot; data-latex=&quot;\frac{3}{7}\times\frac{4}{9}\times\frac{7}{12}&quot;&gt;&lt;mfrac&gt;&lt;mn&gt;3&lt;/mn&gt;&lt;mn&gt;7&lt;/mn&gt;&lt;/mfrac&gt;&lt;mo&gt;×&lt;/mo&gt;&lt;mfrac&gt;&lt;mn&gt;4&lt;/mn&gt;&lt;mn&gt;9&lt;/mn&gt;&lt;/mfrac&gt;&lt;mo&gt;×&lt;/mo&gt;&lt;mfrac&gt;&lt;mn&gt;7&lt;/mn&gt;&lt;mn&gt;12&lt;/mn&gt;&lt;/mfrac&gt;&lt;/math&gt;" title="three sevenths times four ninths times 7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7204" y="4507007"/>
            <a:ext cx="1016406" cy="42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&lt;math xmlns=&quot;http://www.w3.org/1998/Math/MathML&quot; display=&quot;block&quot; data-is-equatio=&quot;1&quot; data-latex=&quot;\frac{7}{10}\times\frac{5}{8}\times\frac{16}{35}&quot;&gt;&lt;mfrac&gt;&lt;mn&gt;7&lt;/mn&gt;&lt;mn&gt;10&lt;/mn&gt;&lt;/mfrac&gt;&lt;mo&gt;×&lt;/mo&gt;&lt;mfrac&gt;&lt;mn&gt;5&lt;/mn&gt;&lt;mn&gt;8&lt;/mn&gt;&lt;/mfrac&gt;&lt;mo&gt;×&lt;/mo&gt;&lt;mfrac&gt;&lt;mn&gt;16&lt;/mn&gt;&lt;mn&gt;35&lt;/mn&gt;&lt;/mfrac&gt;&lt;/math&gt;" title="seven tenths times five eighths times 16 over 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7204" y="3519753"/>
            <a:ext cx="1087896" cy="413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468000" y="1493000"/>
            <a:ext cx="229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4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4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4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3844775" y="1493000"/>
            <a:ext cx="229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4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4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4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 descr="&lt;math xmlns=&quot;http://www.w3.org/1998/Math/MathML&quot; display=&quot;block&quot; data-is-equatio=&quot;1&quot; data-latex=&quot;\frac{231}{338}\times\frac{169}{385}\ \frac{3}{10}&quot;&gt;&lt;mfrac&gt;&lt;mn&gt;231&lt;/mn&gt;&lt;mn&gt;338&lt;/mn&gt;&lt;/mfrac&gt;&lt;mo&gt;×&lt;/mo&gt;&lt;mfrac&gt;&lt;mn&gt;169&lt;/mn&gt;&lt;mn&gt;385&lt;/mn&gt;&lt;/mfrac&gt;&lt;mtext&gt;&lt;/mtext&gt;&lt;mfrac&gt;&lt;mn&gt;3&lt;/mn&gt;&lt;mn&gt;10&lt;/mn&gt;&lt;/mfrac&gt;&lt;/math&gt;" title="231 over 338 times 169 over 385 three tenths"/>
          <p:cNvPicPr preferRelativeResize="0"/>
          <p:nvPr/>
        </p:nvPicPr>
        <p:blipFill>
          <a:blip r:embed="rId10">
            <a:alphaModFix/>
          </a:blip>
          <a:srcRect r="22462"/>
          <a:stretch>
            <a:fillRect/>
          </a:stretch>
        </p:blipFill>
        <p:spPr>
          <a:xfrm>
            <a:off x="4169730" y="4507007"/>
            <a:ext cx="995079" cy="43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Securing understanding of multiplication with fractions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2024-01-09T09:30:11.507</cp:lastPrinted>
  <dcterms:created xsi:type="dcterms:W3CDTF">2024-01-09T09:30:11Z</dcterms:created>
  <dcterms:modified xsi:type="dcterms:W3CDTF">2024-01-09T09:30:20Z</dcterms:modified>
</cp:coreProperties>
</file>