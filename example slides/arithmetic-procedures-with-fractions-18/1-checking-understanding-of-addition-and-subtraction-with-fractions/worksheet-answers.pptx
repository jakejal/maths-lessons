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3" name="Shape 263"/>
        <p:cNvGrpSpPr/>
        <p:nvPr/>
      </p:nvGrpSpPr>
      <p:grpSpPr>
        <a:xfrm>
          <a:off x="0" y="0"/>
          <a:ext cx="0" cy="0"/>
        </a:xfrm>
      </p:grpSpPr>
      <p:sp>
        <p:nvSpPr>
          <p:cNvPr id="264" name="Google Shape;26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18" Type="http://schemas.openxmlformats.org/officeDocument/2006/relationships/image" Target="../media/image22.png" /><Relationship Id="rId19" Type="http://schemas.openxmlformats.org/officeDocument/2006/relationships/image" Target="../media/image23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31.png" /><Relationship Id="rId11" Type="http://schemas.openxmlformats.org/officeDocument/2006/relationships/image" Target="../media/image32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4.png" /><Relationship Id="rId4" Type="http://schemas.openxmlformats.org/officeDocument/2006/relationships/image" Target="../media/image25.png" /><Relationship Id="rId5" Type="http://schemas.openxmlformats.org/officeDocument/2006/relationships/image" Target="../media/image26.png" /><Relationship Id="rId6" Type="http://schemas.openxmlformats.org/officeDocument/2006/relationships/image" Target="../media/image27.png" /><Relationship Id="rId7" Type="http://schemas.openxmlformats.org/officeDocument/2006/relationships/image" Target="../media/image28.png" /><Relationship Id="rId8" Type="http://schemas.openxmlformats.org/officeDocument/2006/relationships/image" Target="../media/image29.png" /><Relationship Id="rId9" Type="http://schemas.openxmlformats.org/officeDocument/2006/relationships/image" Target="../media/image3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35400"/>
            <a:ext cx="6624000" cy="8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addition and subtraction with fractions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67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Checking understanding of addition and subtraction 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87050"/>
            <a:ext cx="6624000" cy="24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Place the symbols &lt; or &gt; into the following.  Try to only work out the exact answer if it is not obvious.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 descr="&lt;math xmlns=&quot;http://www.w3.org/1998/Math/MathML&quot; display=&quot;block&quot; data-is-equatio=&quot;1&quot; data-latex=&quot;\frac{3}{8}+\frac{1}{2}\ \ \ \ \ \ \ \ \ \frac{3}{7}+\frac{1}{2}&quot;&gt;&lt;mfrac&gt;&lt;mn&gt;3&lt;/mn&gt;&lt;mn&gt;8&lt;/mn&gt;&lt;/mfrac&gt;&lt;mo&gt;+&lt;/mo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7&lt;/mn&gt;&lt;/mfrac&gt;&lt;mo&gt;+&lt;/mo&gt;&lt;mfrac&gt;&lt;mn&gt;1&lt;/mn&gt;&lt;mn&gt;2&lt;/mn&gt;&lt;/mfrac&gt;&lt;/math&gt;" title="three eighths plus one half three sevenths plu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575" y="2204775"/>
            <a:ext cx="1493449" cy="40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575" y="2897081"/>
            <a:ext cx="1453007" cy="39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frac{2}{3}-\frac{6}{10}\ \ \ \ \ \ \ \ \ \frac{6}{8}-\frac{2}{3}&quot;&gt;&lt;mfrac&gt;&lt;mn&gt;2&lt;/mn&gt;&lt;mn&gt;3&lt;/mn&gt;&lt;/mfrac&gt;&lt;mo&gt;−&lt;/mo&gt;&lt;mfrac&gt;&lt;mn&gt;6&lt;/mn&gt;&lt;mn&gt;10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6&lt;/mn&gt;&lt;mn&gt;8&lt;/mn&gt;&lt;/mfrac&gt;&lt;mo&gt;−&lt;/mo&gt;&lt;mfrac&gt;&lt;mn&gt;2&lt;/mn&gt;&lt;mn&gt;3&lt;/mn&gt;&lt;/mfrac&gt;&lt;/math&gt;" title="two thirds minus six tenths six eighths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575" y="3596628"/>
            <a:ext cx="1588775" cy="40152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1332428" y="2271825"/>
            <a:ext cx="3135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312198" y="2959800"/>
            <a:ext cx="3135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428175" y="3663675"/>
            <a:ext cx="3135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344396" y="4612097"/>
            <a:ext cx="2418900" cy="2795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9725" y="5311725"/>
            <a:ext cx="112639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6458" y="4653294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10}{12}&quot;&gt;&lt;mfrac&gt;&lt;mn&gt;10&lt;/mn&gt;&lt;mn&gt;12&lt;/mn&gt;&lt;/mfrac&gt;&lt;/math&gt;" title="10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42230" y="7315391"/>
            <a:ext cx="203823" cy="36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36445" y="6328201"/>
            <a:ext cx="115321" cy="3673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0"/>
          <p:cNvGrpSpPr/>
          <p:nvPr/>
        </p:nvGrpSpPr>
        <p:grpSpPr>
          <a:xfrm>
            <a:off x="700839" y="5048417"/>
            <a:ext cx="1530371" cy="241897"/>
            <a:chOff x="790050" y="1497675"/>
            <a:chExt cx="1953000" cy="308700"/>
          </a:xfrm>
        </p:grpSpPr>
        <p:grpSp>
          <p:nvGrpSpPr>
            <p:cNvPr id="187" name="Google Shape;187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88" name="Google Shape;188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1" name="Google Shape;191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92" name="Google Shape;192;p20"/>
          <p:cNvGrpSpPr/>
          <p:nvPr/>
        </p:nvGrpSpPr>
        <p:grpSpPr>
          <a:xfrm>
            <a:off x="700839" y="6056769"/>
            <a:ext cx="1530371" cy="241897"/>
            <a:chOff x="790050" y="1497675"/>
            <a:chExt cx="1953000" cy="308700"/>
          </a:xfrm>
        </p:grpSpPr>
        <p:grpSp>
          <p:nvGrpSpPr>
            <p:cNvPr id="193" name="Google Shape;193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94" name="Google Shape;194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7" name="Google Shape;197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98" name="Google Shape;198;p20"/>
          <p:cNvGrpSpPr/>
          <p:nvPr/>
        </p:nvGrpSpPr>
        <p:grpSpPr>
          <a:xfrm>
            <a:off x="700839" y="7065121"/>
            <a:ext cx="1530371" cy="241897"/>
            <a:chOff x="790050" y="1497675"/>
            <a:chExt cx="1953000" cy="308700"/>
          </a:xfrm>
        </p:grpSpPr>
        <p:grpSp>
          <p:nvGrpSpPr>
            <p:cNvPr id="199" name="Google Shape;199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200" name="Google Shape;200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" name="Google Shape;201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03" name="Google Shape;203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04" name="Google Shape;204;p20"/>
          <p:cNvGrpSpPr/>
          <p:nvPr/>
        </p:nvGrpSpPr>
        <p:grpSpPr>
          <a:xfrm>
            <a:off x="5153753" y="5041061"/>
            <a:ext cx="1530371" cy="241897"/>
            <a:chOff x="790050" y="1497675"/>
            <a:chExt cx="1953000" cy="308700"/>
          </a:xfrm>
        </p:grpSpPr>
        <p:grpSp>
          <p:nvGrpSpPr>
            <p:cNvPr id="205" name="Google Shape;205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206" name="Google Shape;206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" name="Google Shape;207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09" name="Google Shape;209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10" name="Google Shape;210;p20"/>
          <p:cNvGrpSpPr/>
          <p:nvPr/>
        </p:nvGrpSpPr>
        <p:grpSpPr>
          <a:xfrm>
            <a:off x="5153753" y="6049413"/>
            <a:ext cx="1530371" cy="241897"/>
            <a:chOff x="790050" y="1497675"/>
            <a:chExt cx="1953000" cy="308700"/>
          </a:xfrm>
        </p:grpSpPr>
        <p:grpSp>
          <p:nvGrpSpPr>
            <p:cNvPr id="211" name="Google Shape;211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212" name="Google Shape;212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15" name="Google Shape;215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16" name="Google Shape;216;p20"/>
          <p:cNvGrpSpPr/>
          <p:nvPr/>
        </p:nvGrpSpPr>
        <p:grpSpPr>
          <a:xfrm>
            <a:off x="5153753" y="7057765"/>
            <a:ext cx="1530371" cy="241897"/>
            <a:chOff x="790050" y="1497675"/>
            <a:chExt cx="1953000" cy="308700"/>
          </a:xfrm>
        </p:grpSpPr>
        <p:grpSp>
          <p:nvGrpSpPr>
            <p:cNvPr id="217" name="Google Shape;217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218" name="Google Shape;218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9" name="Google Shape;219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21" name="Google Shape;221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pic>
        <p:nvPicPr>
          <p:cNvPr id="222" name="Google Shape;222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9725" y="6325518"/>
            <a:ext cx="112639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1118" y="5694514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&lt;math xmlns=&quot;http://www.w3.org/1998/Math/MathML&quot; display=&quot;block&quot; data-is-equatio=&quot;1&quot; data-latex=&quot;\frac{10}{12}&quot;&gt;&lt;mfrac&gt;&lt;mn&gt;10&lt;/mn&gt;&lt;mn&gt;12&lt;/mn&gt;&lt;/mfrac&gt;&lt;/math&gt;" title="10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7046" y="5314408"/>
            <a:ext cx="203823" cy="36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61295" y="7318075"/>
            <a:ext cx="115321" cy="36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6458" y="6581029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7832" y="4653294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8449" y="6616487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5229" y="5644128"/>
            <a:ext cx="113827" cy="37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468000" y="5033786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68000" y="6059043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468000" y="7069156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874225" y="5027463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874225" y="6059050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874225" y="7090613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0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8258" y="4964907"/>
            <a:ext cx="122659" cy="39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&lt;math xmlns=&quot;http://www.w3.org/1998/Math/MathML&quot; display=&quot;block&quot; data-is-equatio=&quot;1&quot; data-latex=&quot;\frac{3}{2}=1\ \frac{1}{2}&quot;&gt;&lt;mfrac&gt;&lt;mn&gt;3&lt;/mn&gt;&lt;mn&gt;2&lt;/mn&gt;&lt;/mfrac&gt;&lt;mo&gt;=&lt;/mo&gt;&lt;mn&gt;1&lt;/mn&gt;&lt;mtext&gt;&lt;/mtext&gt;&lt;mfrac&gt;&lt;mn&gt;1&lt;/mn&gt;&lt;mn&gt;2&lt;/mn&gt;&lt;/mfrac&gt;&lt;/math&gt;" title="three halves equals 1 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3186" y="5898574"/>
            <a:ext cx="677544" cy="4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&lt;math xmlns=&quot;http://www.w3.org/1998/Math/MathML&quot; display=&quot;block&quot; data-is-equatio=&quot;1&quot; data-latex=&quot;0&quot;&gt;&lt;mn&gt;0&lt;/mn&gt;&lt;/math&gt;" title="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47445" y="7019230"/>
            <a:ext cx="112644" cy="16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&lt;math xmlns=&quot;http://www.w3.org/1998/Math/MathML&quot; display=&quot;block&quot; data-is-equatio=&quot;1&quot; data-latex=&quot;\frac{5}{3}=1\ \frac{2}{3}&quot;&gt;&lt;mfrac&gt;&lt;mn&gt;5&lt;/mn&gt;&lt;mn&gt;3&lt;/mn&gt;&lt;/mfrac&gt;&lt;mo&gt;=&lt;/mo&gt;&lt;mn&gt;1&lt;/mn&gt;&lt;mtext&gt;&lt;/mtext&gt;&lt;mfrac&gt;&lt;mn&gt;2&lt;/mn&gt;&lt;mn&gt;3&lt;/mn&gt;&lt;/mfrac&gt;&lt;/math&gt;" title="five thirds equals 1 two third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13612" y="4933419"/>
            <a:ext cx="657101" cy="39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468000" y="4285750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value in each diagram.  Give your answer in 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11966" y="5831375"/>
            <a:ext cx="122659" cy="405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&lt;math xmlns=&quot;http://www.w3.org/1998/Math/MathML&quot; display=&quot;block&quot; data-is-equatio=&quot;1&quot; data-latex=&quot;\frac{4}{3}=1\frac{1}{3}&quot;&gt;&lt;mfrac&gt;&lt;mn&gt;4&lt;/mn&gt;&lt;mn&gt;3&lt;/mn&gt;&lt;/mfrac&gt;&lt;mo&gt;=&lt;/mo&gt;&lt;mn&gt;1&lt;/mn&gt;&lt;mfrac&gt;&lt;mn&gt;1&lt;/mn&gt;&lt;mn&gt;3&lt;/mn&gt;&lt;/mfrac&gt;&lt;/math&gt;" title="four thirds equals 1 and 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025292" y="6898155"/>
            <a:ext cx="633737" cy="40886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986005" y="4817667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1807073" y="5831989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961733" y="6772025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255834" y="4813984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5418447" y="5828316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6255834" y="6808756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454450" y="7979575"/>
            <a:ext cx="663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Find the missing digits.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20" descr="&lt;math xmlns=&quot;http://www.w3.org/1998/Math/MathML&quot; display=&quot;block&quot; data-is-equatio=&quot;1&quot; data-latex=&quot;\frac{2}{3}+\frac{1}{5}=\frac{13}{15}&quot;&gt;&lt;mfrac&gt;&lt;mn&gt;2&lt;/mn&gt;&lt;mn&gt;3&lt;/mn&gt;&lt;/mfrac&gt;&lt;mo&gt;+&lt;/mo&gt;&lt;mfrac&gt;&lt;mn&gt;1&lt;/mn&gt;&lt;mn&gt;5&lt;/mn&gt;&lt;/mfrac&gt;&lt;mo&gt;=&lt;/mo&gt;&lt;mfrac&gt;&lt;mn&gt;13&lt;/mn&gt;&lt;mn&gt;15&lt;/mn&gt;&lt;/mfrac&gt;&lt;/math&gt;" title="two thirds plus one fifth equals 13 over 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48152" y="8295612"/>
            <a:ext cx="1082823" cy="43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0" descr="&lt;math xmlns=&quot;http://www.w3.org/1998/Math/MathML&quot; display=&quot;block&quot; data-is-equatio=&quot;1&quot; data-latex=&quot;\frac{7}{9}-\frac{5}{6}=\left(-\frac{1}{18}\right)&quot;&gt;&lt;mfrac&gt;&lt;mn&gt;7&lt;/mn&gt;&lt;mn&gt;9&lt;/mn&gt;&lt;/mfrac&gt;&lt;mo&gt;−&lt;/mo&gt;&lt;mfrac&gt;&lt;mn&gt;5&lt;/mn&gt;&lt;mn&gt;6&lt;/mn&gt;&lt;/mfrac&gt;&lt;mo&gt;=&lt;/mo&gt;&lt;mrow data-mjx-texclass=&quot;INNER&quot;&gt;&lt;mo data-mjx-texclass=&quot;OPEN&quot;&gt;(&lt;/mo&gt;&lt;mo&gt;−&lt;/mo&gt;&lt;mfrac&gt;&lt;mn&gt;1&lt;/mn&gt;&lt;mn&gt;18&lt;/mn&gt;&lt;/mfrac&gt;&lt;mo data-mjx-texclass=&quot;CLOSE&quot;&gt;)&lt;/mo&gt;&lt;/mrow&gt;&lt;/math&gt;" title="seven ninths minus five sixths equals open paren negative 1 over 18 close paren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942063" y="9312930"/>
            <a:ext cx="1476388" cy="497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&lt;math xmlns=&quot;http://www.w3.org/1998/Math/MathML&quot; display=&quot;block&quot; data-is-equatio=&quot;1&quot; data-latex=&quot;\frac{2}{7}+\frac{1}{3}=\frac{13}{21}&quot;&gt;&lt;mfrac&gt;&lt;mn&gt;2&lt;/mn&gt;&lt;mn&gt;7&lt;/mn&gt;&lt;/mfrac&gt;&lt;mo&gt;+&lt;/mo&gt;&lt;mfrac&gt;&lt;mn&gt;1&lt;/mn&gt;&lt;mn&gt;3&lt;/mn&gt;&lt;/mfrac&gt;&lt;mo&gt;=&lt;/mo&gt;&lt;mfrac&gt;&lt;mn&gt;13&lt;/mn&gt;&lt;mn&gt;21&lt;/mn&gt;&lt;/mfrac&gt;&lt;/math&gt;" title="two sevenths plus one third equals 13 over 2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956648" y="8291114"/>
            <a:ext cx="1108511" cy="441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&lt;math xmlns=&quot;http://www.w3.org/1998/Math/MathML&quot; display=&quot;block&quot; data-is-equatio=&quot;1&quot; data-latex=&quot;\frac{5}{8}-\frac{3}{11}=\frac{31}{88}&quot;&gt;&lt;mfrac&gt;&lt;mn&gt;5&lt;/mn&gt;&lt;mn&gt;8&lt;/mn&gt;&lt;/mfrac&gt;&lt;mo&gt;−&lt;/mo&gt;&lt;mfrac&gt;&lt;mn&gt;3&lt;/mn&gt;&lt;mn&gt;11&lt;/mn&gt;&lt;/mfrac&gt;&lt;mo&gt;=&lt;/mo&gt;&lt;mfrac&gt;&lt;mn&gt;31&lt;/mn&gt;&lt;mn&gt;88&lt;/mn&gt;&lt;/mfrac&gt;&lt;/math&gt;" title="five eighths minus 3 over 11 equals 31 over 8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48148" y="9336561"/>
            <a:ext cx="1236527" cy="44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1134630" y="8235565"/>
            <a:ext cx="194400" cy="255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725850" y="9294601"/>
            <a:ext cx="194400" cy="255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3926095" y="8254906"/>
            <a:ext cx="194400" cy="255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3902400" y="9581986"/>
            <a:ext cx="194400" cy="255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54450" y="838367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54450" y="942461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615467" y="838367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3615467" y="942461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0"/>
          <p:cNvCxnSpPr/>
          <p:nvPr/>
        </p:nvCxnSpPr>
        <p:spPr>
          <a:xfrm>
            <a:off x="4679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6" name="Shape 266"/>
        <p:cNvGrpSpPr/>
        <p:nvPr/>
      </p:nvGrpSpPr>
      <p:grpSpPr>
        <a:xfrm>
          <a:off x="0" y="0"/>
          <a:ext cx="0" cy="0"/>
        </a:xfrm>
      </p:grpSpPr>
      <p:sp>
        <p:nvSpPr>
          <p:cNvPr id="267" name="Google Shape;26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68" name="Google Shape;26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addition and subtraction with fractions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Further understanding of addition and subtraction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68000" y="1057200"/>
            <a:ext cx="6624000" cy="30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3" name="Google Shape;2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2" y="1963756"/>
            <a:ext cx="995231" cy="40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&lt;math xmlns=&quot;http://www.w3.org/1998/Math/MathML&quot; display=&quot;block&quot; data-is-equatio=&quot;1&quot; data-latex=&quot;\frac{1}{3}-\frac{4}{5}+\frac{3}{10}&quot;&gt;&lt;mfrac&gt;&lt;mn&gt;1&lt;/mn&gt;&lt;mn&gt;3&lt;/mn&gt;&lt;/mfrac&gt;&lt;mo&gt;−&lt;/mo&gt;&lt;mfrac&gt;&lt;mn&gt;4&lt;/mn&gt;&lt;mn&gt;5&lt;/mn&gt;&lt;/mfrac&gt;&lt;mo&gt;+&lt;/mo&gt;&lt;mfrac&gt;&lt;mn&gt;3&lt;/mn&gt;&lt;mn&gt;10&lt;/mn&gt;&lt;/mfrac&gt;&lt;/math&gt;" title="one third minus four fifths plus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68" y="1286071"/>
            <a:ext cx="995227" cy="40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&lt;math xmlns=&quot;http://www.w3.org/1998/Math/MathML&quot; display=&quot;block&quot; data-is-equatio=&quot;1&quot; data-latex=&quot;\frac{3}{5}-\frac{7}{9}+\frac{2}{15}-\frac{2}{3}&quot;&gt;&lt;mfrac&gt;&lt;mn&gt;3&lt;/mn&gt;&lt;mn&gt;5&lt;/mn&gt;&lt;/mfrac&gt;&lt;mo&gt;−&lt;/mo&gt;&lt;mfrac&gt;&lt;mn&gt;7&lt;/mn&gt;&lt;mn&gt;9&lt;/mn&gt;&lt;/mfrac&gt;&lt;mo&gt;+&lt;/mo&gt;&lt;mfrac&gt;&lt;mn&gt;2&lt;/mn&gt;&lt;mn&gt;15&lt;/mn&gt;&lt;/mfrac&gt;&lt;mo&gt;−&lt;/mo&gt;&lt;mfrac&gt;&lt;mn&gt;2&lt;/mn&gt;&lt;mn&gt;3&lt;/mn&gt;&lt;/mfrac&gt;&lt;/math&gt;" title="three fifths minus seven ninths plus 2 over 15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440" y="2622355"/>
            <a:ext cx="1386749" cy="40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&lt;math xmlns=&quot;http://www.w3.org/1998/Math/MathML&quot; display=&quot;block&quot; data-is-equatio=&quot;1&quot; data-latex=&quot;\left(-\frac{1}{6}\right)&quot;&gt;&lt;mrow data-mjx-texclass=&quot;INNER&quot;&gt;&lt;mo data-mjx-texclass=&quot;OPEN&quot;&gt;(&lt;/mo&gt;&lt;mo&gt;−&lt;/mo&gt;&lt;mfrac&gt;&lt;mn&gt;1&lt;/mn&gt;&lt;mn&gt;6&lt;/mn&gt;&lt;/mfrac&gt;&lt;mo data-mjx-texclass=&quot;CLOSE&quot;&gt;)&lt;/mo&gt;&lt;/mrow&gt;&lt;/math&gt;" title="negative 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6169" y="1312060"/>
            <a:ext cx="440466" cy="40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&lt;math xmlns=&quot;http://www.w3.org/1998/Math/MathML&quot; display=&quot;block&quot; data-is-equatio=&quot;1&quot; data-latex=&quot;\frac{7}{10}&quot;&gt;&lt;mfrac&gt;&lt;mn&gt;7&lt;/mn&gt;&lt;mn&gt;10&lt;/mn&gt;&lt;/mfrac&gt;&lt;/math&gt;" title="seven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7861" y="1963755"/>
            <a:ext cx="222236" cy="407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&lt;math xmlns=&quot;http://www.w3.org/1998/Math/MathML&quot; display=&quot;block&quot; data-is-equatio=&quot;1&quot; data-latex=&quot;\left(-\frac{32}{45}\right)&quot;&gt;&lt;mrow data-mjx-texclass=&quot;INNER&quot;&gt;&lt;mo data-mjx-texclass=&quot;OPEN&quot;&gt;(&lt;/mo&gt;&lt;mo&gt;−&lt;/mo&gt;&lt;mfrac&gt;&lt;mn&gt;32&lt;/mn&gt;&lt;mn&gt;45&lt;/mn&gt;&lt;/mfrac&gt;&lt;mo data-mjx-texclass=&quot;CLOSE&quot;&gt;)&lt;/mo&gt;&lt;/mrow&gt;&lt;/math&gt;" title="open paren negative 32 over 45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6163" y="2622340"/>
            <a:ext cx="522105" cy="40481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468000" y="33620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digits in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0" name="Google Shape;280;p21" descr="&lt;math xmlns=&quot;http://www.w3.org/1998/Math/MathML&quot; display=&quot;block&quot; data-is-equatio=&quot;1&quot; data-latex=&quot;\frac{5}{11}-\frac{7}{8}+\frac{3}{4}=\frac{29}{88}&quot;&gt;&lt;mfrac&gt;&lt;mn&gt;5&lt;/mn&gt;&lt;mn&gt;11&lt;/mn&gt;&lt;/mfrac&gt;&lt;mo&gt;−&lt;/mo&gt;&lt;mfrac&gt;&lt;mn&gt;7&lt;/mn&gt;&lt;mn&gt;8&lt;/mn&gt;&lt;/mfrac&gt;&lt;mo&gt;+&lt;/mo&gt;&lt;mfrac&gt;&lt;mn&gt;3&lt;/mn&gt;&lt;mn&gt;4&lt;/mn&gt;&lt;/mfrac&gt;&lt;mo&gt;=&lt;/mo&gt;&lt;mfrac&gt;&lt;mn&gt;29&lt;/mn&gt;&lt;mn&gt;88&lt;/mn&gt;&lt;/mfrac&gt;&lt;/math&gt;" title="5 over 11 minus seven eighths plus three fourths equals 29 over 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5547" y="3606109"/>
            <a:ext cx="1641180" cy="4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&lt;math xmlns=&quot;http://www.w3.org/1998/Math/MathML&quot; display=&quot;block&quot; data-is-equatio=&quot;1&quot; data-latex=&quot;\frac{3}{4}-\frac{7}{8}+\frac{1}{6}=\frac{1}{24}&quot;&gt;&lt;mfrac&gt;&lt;mn&gt;3&lt;/mn&gt;&lt;mn&gt;4&lt;/mn&gt;&lt;/mfrac&gt;&lt;mo&gt;−&lt;/mo&gt;&lt;mfrac&gt;&lt;mn&gt;7&lt;/mn&gt;&lt;mn&gt;8&lt;/mn&gt;&lt;/mfrac&gt;&lt;mo&gt;+&lt;/mo&gt;&lt;mfrac&gt;&lt;mn&gt;1&lt;/mn&gt;&lt;mn&gt;6&lt;/mn&gt;&lt;/mfrac&gt;&lt;mo&gt;=&lt;/mo&gt;&lt;mfrac&gt;&lt;mn&gt;1&lt;/mn&gt;&lt;mn&gt;24&lt;/mn&gt;&lt;/mfrac&gt;&lt;/math&gt;" title="three fourths minus seven eighths plus one sixth equals 1 over 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5547" y="4304831"/>
            <a:ext cx="1530483" cy="4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 descr="&lt;math xmlns=&quot;http://www.w3.org/1998/Math/MathML&quot; display=&quot;block&quot; data-is-equatio=&quot;1&quot; data-latex=&quot;\begin{array}{l}\frac{1}{3}-\frac{5}{6}+\frac{7}{12}-\frac{5}{8}=\left(-\frac{13}{24}\right)\end{array}&quot;&gt;&lt;mtable columnalign=&quot;left&quot; columnspacing=&quot;1em&quot; rowspacing=&quot;4pt&quot;&gt;&lt;mtr&gt;&lt;mtd&gt;&lt;mfrac&gt;&lt;mn&gt;1&lt;/mn&gt;&lt;mn&gt;3&lt;/mn&gt;&lt;/mfrac&gt;&lt;mo&gt;−&lt;/mo&gt;&lt;mfrac&gt;&lt;mn&gt;5&lt;/mn&gt;&lt;mn&gt;6&lt;/mn&gt;&lt;/mfrac&gt;&lt;mo&gt;+&lt;/mo&gt;&lt;mfrac&gt;&lt;mn&gt;7&lt;/mn&gt;&lt;mn&gt;12&lt;/mn&gt;&lt;/mfrac&gt;&lt;mo&gt;−&lt;/mo&gt;&lt;mfrac&gt;&lt;mn&gt;5&lt;/mn&gt;&lt;mn&gt;8&lt;/mn&gt;&lt;/mfrac&gt;&lt;mo&gt;=&lt;/mo&gt;&lt;mrow data-mjx-texclass=&quot;INNER&quot;&gt;&lt;mo data-mjx-texclass=&quot;OPEN&quot;&gt;(&lt;/mo&gt;&lt;mo&gt;−&lt;/mo&gt;&lt;mfrac&gt;&lt;mn&gt;13&lt;/mn&gt;&lt;mn&gt;24&lt;/mn&gt;&lt;/mfrac&gt;&lt;mo data-mjx-texclass=&quot;CLOSE&quot;&gt;)&lt;/mo&gt;&lt;/mrow&gt;&lt;/mtd&gt;&lt;/mtr&gt;&lt;/mtable&gt;&lt;/math&gt;" title="1 lines Line 1: one third minus five sixths plus 7 over 12 minus five eighths equals open paren negative 13 over 24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1793" y="5004486"/>
            <a:ext cx="3257341" cy="4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/>
          <p:nvPr/>
        </p:nvSpPr>
        <p:spPr>
          <a:xfrm>
            <a:off x="1301803" y="3568980"/>
            <a:ext cx="195900" cy="257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77658" y="4262228"/>
            <a:ext cx="195900" cy="257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77658" y="4942983"/>
            <a:ext cx="195900" cy="257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2636242" y="4942967"/>
            <a:ext cx="195900" cy="257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addition and subtraction with fractions
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2024-01-09T09:25:55.354</cp:lastPrinted>
  <dcterms:created xsi:type="dcterms:W3CDTF">2024-01-09T09:25:55Z</dcterms:created>
  <dcterms:modified xsi:type="dcterms:W3CDTF">2024-01-09T09:26:05Z</dcterms:modified>
</cp:coreProperties>
</file>