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4" Type="http://schemas.openxmlformats.org/officeDocument/2006/relationships/slide" Target="slides/slide30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c0612c0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c0612c0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c0612c04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c0612c04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9c0612c04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9c0612c04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9c0612c04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9c0612c04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9c0612c04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9c0612c04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eb77fa24f7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eb77fa24f7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9c0612c04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9c0612c04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9c0612c04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9c0612c04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1eb77fa24f7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1eb77fa24f7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9c0612c0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9c0612c0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eb65b8e6b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eb65b8e6b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9e18f687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9e18f687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9e18f6871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9e18f6871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9e18f6871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9e18f6871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9c0612c04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9c0612c04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29e4cf4923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29e4cf4923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29e4cf4923e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9e4cf4923e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9c0612c04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9c0612c04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9c0612c04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29c0612c04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9c0612c04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9c0612c04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29c0612c04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29c0612c04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1eb77fa24f7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1eb77fa24f7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1eb77fa24f7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1eb77fa24f7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9e18f6871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9e18f6871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9e18f6871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29e18f6871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111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11.png"/><Relationship Id="rId4" Type="http://schemas.openxmlformats.org/officeDocument/2006/relationships/image" Target="../media/image23.png"/><Relationship Id="rId9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11.png"/><Relationship Id="rId4" Type="http://schemas.openxmlformats.org/officeDocument/2006/relationships/image" Target="../media/image31.png"/><Relationship Id="rId11" Type="http://schemas.openxmlformats.org/officeDocument/2006/relationships/image" Target="../media/image21.png"/><Relationship Id="rId10" Type="http://schemas.openxmlformats.org/officeDocument/2006/relationships/image" Target="../media/image34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55.png"/><Relationship Id="rId9" Type="http://schemas.openxmlformats.org/officeDocument/2006/relationships/image" Target="../media/image49.png"/><Relationship Id="rId5" Type="http://schemas.openxmlformats.org/officeDocument/2006/relationships/image" Target="../media/image54.png"/><Relationship Id="rId6" Type="http://schemas.openxmlformats.org/officeDocument/2006/relationships/image" Target="../media/image51.png"/><Relationship Id="rId7" Type="http://schemas.openxmlformats.org/officeDocument/2006/relationships/image" Target="../media/image53.png"/><Relationship Id="rId8" Type="http://schemas.openxmlformats.org/officeDocument/2006/relationships/image" Target="../media/image47.png"/><Relationship Id="rId11" Type="http://schemas.openxmlformats.org/officeDocument/2006/relationships/image" Target="../media/image57.png"/><Relationship Id="rId10" Type="http://schemas.openxmlformats.org/officeDocument/2006/relationships/image" Target="../media/image5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56.png"/><Relationship Id="rId6" Type="http://schemas.openxmlformats.org/officeDocument/2006/relationships/image" Target="../media/image62.png"/><Relationship Id="rId7" Type="http://schemas.openxmlformats.org/officeDocument/2006/relationships/image" Target="../media/image6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1.png"/><Relationship Id="rId4" Type="http://schemas.openxmlformats.org/officeDocument/2006/relationships/image" Target="../media/image6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9" Type="http://schemas.openxmlformats.org/officeDocument/2006/relationships/image" Target="../media/image68.png"/><Relationship Id="rId5" Type="http://schemas.openxmlformats.org/officeDocument/2006/relationships/image" Target="../media/image59.png"/><Relationship Id="rId6" Type="http://schemas.openxmlformats.org/officeDocument/2006/relationships/image" Target="../media/image56.png"/><Relationship Id="rId7" Type="http://schemas.openxmlformats.org/officeDocument/2006/relationships/image" Target="../media/image64.png"/><Relationship Id="rId8" Type="http://schemas.openxmlformats.org/officeDocument/2006/relationships/image" Target="../media/image69.png"/><Relationship Id="rId10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9.png"/><Relationship Id="rId4" Type="http://schemas.openxmlformats.org/officeDocument/2006/relationships/image" Target="../media/image73.png"/><Relationship Id="rId5" Type="http://schemas.openxmlformats.org/officeDocument/2006/relationships/image" Target="../media/image7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1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8.png"/><Relationship Id="rId4" Type="http://schemas.openxmlformats.org/officeDocument/2006/relationships/image" Target="../media/image81.png"/><Relationship Id="rId5" Type="http://schemas.openxmlformats.org/officeDocument/2006/relationships/image" Target="../media/image7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Relationship Id="rId4" Type="http://schemas.openxmlformats.org/officeDocument/2006/relationships/image" Target="../media/image80.png"/><Relationship Id="rId5" Type="http://schemas.openxmlformats.org/officeDocument/2006/relationships/image" Target="../media/image83.png"/><Relationship Id="rId6" Type="http://schemas.openxmlformats.org/officeDocument/2006/relationships/image" Target="../media/image8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4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8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8.png"/><Relationship Id="rId4" Type="http://schemas.openxmlformats.org/officeDocument/2006/relationships/image" Target="../media/image81.png"/><Relationship Id="rId5" Type="http://schemas.openxmlformats.org/officeDocument/2006/relationships/image" Target="../media/image7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7.png"/><Relationship Id="rId4" Type="http://schemas.openxmlformats.org/officeDocument/2006/relationships/image" Target="../media/image80.png"/><Relationship Id="rId9" Type="http://schemas.openxmlformats.org/officeDocument/2006/relationships/image" Target="../media/image87.png"/><Relationship Id="rId5" Type="http://schemas.openxmlformats.org/officeDocument/2006/relationships/image" Target="../media/image83.png"/><Relationship Id="rId6" Type="http://schemas.openxmlformats.org/officeDocument/2006/relationships/image" Target="../media/image82.png"/><Relationship Id="rId7" Type="http://schemas.openxmlformats.org/officeDocument/2006/relationships/image" Target="../media/image91.png"/><Relationship Id="rId8" Type="http://schemas.openxmlformats.org/officeDocument/2006/relationships/image" Target="../media/image85.png"/><Relationship Id="rId11" Type="http://schemas.openxmlformats.org/officeDocument/2006/relationships/image" Target="../media/image86.png"/><Relationship Id="rId10" Type="http://schemas.openxmlformats.org/officeDocument/2006/relationships/image" Target="../media/image93.png"/><Relationship Id="rId12" Type="http://schemas.openxmlformats.org/officeDocument/2006/relationships/image" Target="../media/image9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4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8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8.png"/><Relationship Id="rId4" Type="http://schemas.openxmlformats.org/officeDocument/2006/relationships/image" Target="../media/image59.png"/><Relationship Id="rId5" Type="http://schemas.openxmlformats.org/officeDocument/2006/relationships/image" Target="../media/image56.png"/><Relationship Id="rId6" Type="http://schemas.openxmlformats.org/officeDocument/2006/relationships/image" Target="../media/image99.png"/><Relationship Id="rId7" Type="http://schemas.openxmlformats.org/officeDocument/2006/relationships/image" Target="../media/image94.png"/><Relationship Id="rId8" Type="http://schemas.openxmlformats.org/officeDocument/2006/relationships/image" Target="../media/image9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5.png"/><Relationship Id="rId4" Type="http://schemas.openxmlformats.org/officeDocument/2006/relationships/image" Target="../media/image101.png"/><Relationship Id="rId5" Type="http://schemas.openxmlformats.org/officeDocument/2006/relationships/image" Target="../media/image100.png"/><Relationship Id="rId6" Type="http://schemas.openxmlformats.org/officeDocument/2006/relationships/image" Target="../media/image97.png"/><Relationship Id="rId7" Type="http://schemas.openxmlformats.org/officeDocument/2006/relationships/image" Target="../media/image10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5.png"/><Relationship Id="rId4" Type="http://schemas.openxmlformats.org/officeDocument/2006/relationships/image" Target="../media/image108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7.png"/><Relationship Id="rId4" Type="http://schemas.openxmlformats.org/officeDocument/2006/relationships/image" Target="../media/image106.png"/><Relationship Id="rId5" Type="http://schemas.openxmlformats.org/officeDocument/2006/relationships/image" Target="../media/image10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0.png"/><Relationship Id="rId4" Type="http://schemas.openxmlformats.org/officeDocument/2006/relationships/image" Target="../media/image107.png"/><Relationship Id="rId5" Type="http://schemas.openxmlformats.org/officeDocument/2006/relationships/image" Target="../media/image59.png"/><Relationship Id="rId6" Type="http://schemas.openxmlformats.org/officeDocument/2006/relationships/image" Target="../media/image56.png"/><Relationship Id="rId7" Type="http://schemas.openxmlformats.org/officeDocument/2006/relationships/image" Target="../media/image109.png"/><Relationship Id="rId8" Type="http://schemas.openxmlformats.org/officeDocument/2006/relationships/image" Target="../media/image1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2.png"/><Relationship Id="rId4" Type="http://schemas.openxmlformats.org/officeDocument/2006/relationships/image" Target="../media/image114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9.png"/><Relationship Id="rId8" Type="http://schemas.openxmlformats.org/officeDocument/2006/relationships/image" Target="../media/image1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0.png"/><Relationship Id="rId4" Type="http://schemas.openxmlformats.org/officeDocument/2006/relationships/image" Target="../media/image127.png"/><Relationship Id="rId5" Type="http://schemas.openxmlformats.org/officeDocument/2006/relationships/image" Target="../media/image1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0.png"/><Relationship Id="rId4" Type="http://schemas.openxmlformats.org/officeDocument/2006/relationships/image" Target="../media/image127.png"/><Relationship Id="rId5" Type="http://schemas.openxmlformats.org/officeDocument/2006/relationships/image" Target="../media/image126.png"/><Relationship Id="rId6" Type="http://schemas.openxmlformats.org/officeDocument/2006/relationships/image" Target="../media/image128.png"/><Relationship Id="rId7" Type="http://schemas.openxmlformats.org/officeDocument/2006/relationships/image" Target="../media/image125.png"/><Relationship Id="rId8" Type="http://schemas.openxmlformats.org/officeDocument/2006/relationships/image" Target="../media/image1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image" Target="../media/image108.png"/><Relationship Id="rId6" Type="http://schemas.openxmlformats.org/officeDocument/2006/relationships/image" Target="../media/image10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addition and subtraction with fractions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procedures with fractions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mathematical structures that underpin the addition and subtraction of fractions.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0" y="1524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Denominator − The expression in a fraction that is written below the fraction line. It is the divisor. 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6798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Numerator − The expression in a fraction that is written above the fraction line. It is the dividend.</a:t>
            </a:r>
            <a:endParaRPr b="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583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proper fraction is a fraction where the numerator is less than the denominator.  </a:t>
            </a:r>
            <a:endParaRPr b="0"/>
          </a:p>
        </p:txBody>
      </p:sp>
      <p:sp>
        <p:nvSpPr>
          <p:cNvPr id="769" name="Google Shape;769;p67"/>
          <p:cNvSpPr txBox="1"/>
          <p:nvPr>
            <p:ph idx="4" type="subTitle"/>
          </p:nvPr>
        </p:nvSpPr>
        <p:spPr>
          <a:xfrm>
            <a:off x="324000" y="44968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LCM is an abbreviation for lowest common multiple. 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770" name="Google Shape;770;p67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0" y="2412825"/>
            <a:ext cx="292900" cy="969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1" name="Google Shape;771;p67"/>
          <p:cNvCxnSpPr/>
          <p:nvPr/>
        </p:nvCxnSpPr>
        <p:spPr>
          <a:xfrm flipH="1">
            <a:off x="5264275" y="2451200"/>
            <a:ext cx="605100" cy="156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2" name="Google Shape;772;p67"/>
          <p:cNvCxnSpPr/>
          <p:nvPr/>
        </p:nvCxnSpPr>
        <p:spPr>
          <a:xfrm rot="10800000">
            <a:off x="5264150" y="3211325"/>
            <a:ext cx="614400" cy="16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3" name="Google Shape;773;p67"/>
          <p:cNvSpPr txBox="1"/>
          <p:nvPr/>
        </p:nvSpPr>
        <p:spPr>
          <a:xfrm>
            <a:off x="5848800" y="2176750"/>
            <a:ext cx="177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numerator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7"/>
          <p:cNvSpPr txBox="1"/>
          <p:nvPr/>
        </p:nvSpPr>
        <p:spPr>
          <a:xfrm>
            <a:off x="5873400" y="3078517"/>
            <a:ext cx="219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denomin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ator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sp>
        <p:nvSpPr>
          <p:cNvPr id="780" name="Google Shape;780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understanding of addition and subtraction</a:t>
            </a:r>
            <a:endParaRPr/>
          </a:p>
        </p:txBody>
      </p:sp>
      <p:sp>
        <p:nvSpPr>
          <p:cNvPr id="781" name="Google Shape;781;p68"/>
          <p:cNvSpPr txBox="1"/>
          <p:nvPr>
            <p:ph idx="3" type="title"/>
          </p:nvPr>
        </p:nvSpPr>
        <p:spPr>
          <a:xfrm>
            <a:off x="324000" y="657600"/>
            <a:ext cx="84960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addition and subtraction with fractions</a:t>
            </a:r>
            <a:endParaRPr/>
          </a:p>
        </p:txBody>
      </p:sp>
      <p:pic>
        <p:nvPicPr>
          <p:cNvPr id="782" name="Google Shape;78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0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12100"/>
            <a:ext cx="6746999" cy="73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pic>
        <p:nvPicPr>
          <p:cNvPr id="789" name="Google Shape;789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1050" y="759300"/>
            <a:ext cx="870652" cy="121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7000" y="2573963"/>
            <a:ext cx="954407" cy="133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3600" y="2573950"/>
            <a:ext cx="954407" cy="1332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2" name="Google Shape;792;p69"/>
          <p:cNvGrpSpPr/>
          <p:nvPr/>
        </p:nvGrpSpPr>
        <p:grpSpPr>
          <a:xfrm>
            <a:off x="1266212" y="2906910"/>
            <a:ext cx="768300" cy="712305"/>
            <a:chOff x="1962500" y="2906910"/>
            <a:chExt cx="768300" cy="712305"/>
          </a:xfrm>
        </p:grpSpPr>
        <p:cxnSp>
          <p:nvCxnSpPr>
            <p:cNvPr id="793" name="Google Shape;793;p69"/>
            <p:cNvCxnSpPr/>
            <p:nvPr/>
          </p:nvCxnSpPr>
          <p:spPr>
            <a:xfrm rot="10800000">
              <a:off x="1962500" y="2906910"/>
              <a:ext cx="768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94" name="Google Shape;794;p69"/>
            <p:cNvCxnSpPr/>
            <p:nvPr/>
          </p:nvCxnSpPr>
          <p:spPr>
            <a:xfrm rot="10800000">
              <a:off x="1962500" y="3144345"/>
              <a:ext cx="768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95" name="Google Shape;795;p69"/>
            <p:cNvCxnSpPr/>
            <p:nvPr/>
          </p:nvCxnSpPr>
          <p:spPr>
            <a:xfrm rot="10800000">
              <a:off x="1962500" y="3381780"/>
              <a:ext cx="768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96" name="Google Shape;796;p69"/>
            <p:cNvCxnSpPr/>
            <p:nvPr/>
          </p:nvCxnSpPr>
          <p:spPr>
            <a:xfrm rot="10800000">
              <a:off x="1962500" y="3619215"/>
              <a:ext cx="768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97" name="Google Shape;797;p69"/>
          <p:cNvGrpSpPr/>
          <p:nvPr/>
        </p:nvGrpSpPr>
        <p:grpSpPr>
          <a:xfrm>
            <a:off x="3488562" y="3070830"/>
            <a:ext cx="768300" cy="397025"/>
            <a:chOff x="5810175" y="3070830"/>
            <a:chExt cx="768300" cy="397025"/>
          </a:xfrm>
        </p:grpSpPr>
        <p:cxnSp>
          <p:nvCxnSpPr>
            <p:cNvPr id="798" name="Google Shape;798;p69"/>
            <p:cNvCxnSpPr/>
            <p:nvPr/>
          </p:nvCxnSpPr>
          <p:spPr>
            <a:xfrm rot="10800000">
              <a:off x="5810175" y="3467855"/>
              <a:ext cx="768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69"/>
            <p:cNvCxnSpPr/>
            <p:nvPr/>
          </p:nvCxnSpPr>
          <p:spPr>
            <a:xfrm rot="10800000">
              <a:off x="5810175" y="3070830"/>
              <a:ext cx="768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800" name="Google Shape;800;p69"/>
          <p:cNvSpPr/>
          <p:nvPr/>
        </p:nvSpPr>
        <p:spPr>
          <a:xfrm>
            <a:off x="1281800" y="3378412"/>
            <a:ext cx="768300" cy="501000"/>
          </a:xfrm>
          <a:prstGeom prst="rect">
            <a:avLst/>
          </a:prstGeom>
          <a:solidFill>
            <a:srgbClr val="845AD9">
              <a:alpha val="393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/>
          <p:nvPr/>
        </p:nvSpPr>
        <p:spPr>
          <a:xfrm>
            <a:off x="3522475" y="3065724"/>
            <a:ext cx="768300" cy="813600"/>
          </a:xfrm>
          <a:prstGeom prst="rect">
            <a:avLst/>
          </a:prstGeom>
          <a:solidFill>
            <a:srgbClr val="845AD9">
              <a:alpha val="393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2" name="Google Shape;802;p69"/>
          <p:cNvGrpSpPr/>
          <p:nvPr/>
        </p:nvGrpSpPr>
        <p:grpSpPr>
          <a:xfrm>
            <a:off x="1274409" y="2739915"/>
            <a:ext cx="758100" cy="1046771"/>
            <a:chOff x="3375575" y="2739500"/>
            <a:chExt cx="758100" cy="974375"/>
          </a:xfrm>
        </p:grpSpPr>
        <p:cxnSp>
          <p:nvCxnSpPr>
            <p:cNvPr id="803" name="Google Shape;803;p69"/>
            <p:cNvCxnSpPr/>
            <p:nvPr/>
          </p:nvCxnSpPr>
          <p:spPr>
            <a:xfrm rot="10800000">
              <a:off x="3375575" y="281327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04" name="Google Shape;804;p69"/>
            <p:cNvCxnSpPr/>
            <p:nvPr/>
          </p:nvCxnSpPr>
          <p:spPr>
            <a:xfrm rot="10800000">
              <a:off x="3375575" y="303460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05" name="Google Shape;805;p69"/>
            <p:cNvCxnSpPr/>
            <p:nvPr/>
          </p:nvCxnSpPr>
          <p:spPr>
            <a:xfrm rot="10800000">
              <a:off x="3375575" y="310837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06" name="Google Shape;806;p69"/>
            <p:cNvCxnSpPr/>
            <p:nvPr/>
          </p:nvCxnSpPr>
          <p:spPr>
            <a:xfrm rot="10800000">
              <a:off x="3375575" y="325592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07" name="Google Shape;807;p69"/>
            <p:cNvCxnSpPr/>
            <p:nvPr/>
          </p:nvCxnSpPr>
          <p:spPr>
            <a:xfrm rot="10800000">
              <a:off x="3375575" y="340347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08" name="Google Shape;808;p69"/>
            <p:cNvCxnSpPr/>
            <p:nvPr/>
          </p:nvCxnSpPr>
          <p:spPr>
            <a:xfrm rot="10800000">
              <a:off x="3375575" y="355102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p69"/>
            <p:cNvCxnSpPr/>
            <p:nvPr/>
          </p:nvCxnSpPr>
          <p:spPr>
            <a:xfrm rot="10800000">
              <a:off x="3375575" y="362480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0" name="Google Shape;810;p69"/>
            <p:cNvCxnSpPr/>
            <p:nvPr/>
          </p:nvCxnSpPr>
          <p:spPr>
            <a:xfrm rot="10800000">
              <a:off x="3375575" y="288705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1" name="Google Shape;811;p69"/>
            <p:cNvCxnSpPr/>
            <p:nvPr/>
          </p:nvCxnSpPr>
          <p:spPr>
            <a:xfrm rot="10800000">
              <a:off x="3375575" y="273950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2" name="Google Shape;812;p69"/>
            <p:cNvCxnSpPr/>
            <p:nvPr/>
          </p:nvCxnSpPr>
          <p:spPr>
            <a:xfrm rot="10800000">
              <a:off x="3375575" y="296082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3" name="Google Shape;813;p69"/>
            <p:cNvCxnSpPr/>
            <p:nvPr/>
          </p:nvCxnSpPr>
          <p:spPr>
            <a:xfrm rot="10800000">
              <a:off x="3375575" y="332970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4" name="Google Shape;814;p69"/>
            <p:cNvCxnSpPr/>
            <p:nvPr/>
          </p:nvCxnSpPr>
          <p:spPr>
            <a:xfrm rot="10800000">
              <a:off x="3375575" y="347725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5" name="Google Shape;815;p69"/>
            <p:cNvCxnSpPr/>
            <p:nvPr/>
          </p:nvCxnSpPr>
          <p:spPr>
            <a:xfrm rot="10800000">
              <a:off x="3375575" y="318215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6" name="Google Shape;816;p69"/>
            <p:cNvCxnSpPr/>
            <p:nvPr/>
          </p:nvCxnSpPr>
          <p:spPr>
            <a:xfrm rot="10800000">
              <a:off x="3375575" y="369857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17" name="Google Shape;817;p69"/>
          <p:cNvGrpSpPr/>
          <p:nvPr/>
        </p:nvGrpSpPr>
        <p:grpSpPr>
          <a:xfrm>
            <a:off x="3507234" y="2739590"/>
            <a:ext cx="758100" cy="1046771"/>
            <a:chOff x="3375575" y="2739500"/>
            <a:chExt cx="758100" cy="974375"/>
          </a:xfrm>
        </p:grpSpPr>
        <p:cxnSp>
          <p:nvCxnSpPr>
            <p:cNvPr id="818" name="Google Shape;818;p69"/>
            <p:cNvCxnSpPr/>
            <p:nvPr/>
          </p:nvCxnSpPr>
          <p:spPr>
            <a:xfrm rot="10800000">
              <a:off x="3375575" y="281327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9" name="Google Shape;819;p69"/>
            <p:cNvCxnSpPr/>
            <p:nvPr/>
          </p:nvCxnSpPr>
          <p:spPr>
            <a:xfrm rot="10800000">
              <a:off x="3375575" y="303460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69"/>
            <p:cNvCxnSpPr/>
            <p:nvPr/>
          </p:nvCxnSpPr>
          <p:spPr>
            <a:xfrm rot="10800000">
              <a:off x="3375575" y="310837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69"/>
            <p:cNvCxnSpPr/>
            <p:nvPr/>
          </p:nvCxnSpPr>
          <p:spPr>
            <a:xfrm rot="10800000">
              <a:off x="3375575" y="325592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22" name="Google Shape;822;p69"/>
            <p:cNvCxnSpPr/>
            <p:nvPr/>
          </p:nvCxnSpPr>
          <p:spPr>
            <a:xfrm rot="10800000">
              <a:off x="3375575" y="340347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23" name="Google Shape;823;p69"/>
            <p:cNvCxnSpPr/>
            <p:nvPr/>
          </p:nvCxnSpPr>
          <p:spPr>
            <a:xfrm rot="10800000">
              <a:off x="3375575" y="355102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p69"/>
            <p:cNvCxnSpPr/>
            <p:nvPr/>
          </p:nvCxnSpPr>
          <p:spPr>
            <a:xfrm rot="10800000">
              <a:off x="3375575" y="362480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25" name="Google Shape;825;p69"/>
            <p:cNvCxnSpPr/>
            <p:nvPr/>
          </p:nvCxnSpPr>
          <p:spPr>
            <a:xfrm rot="10800000">
              <a:off x="3375575" y="288705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p69"/>
            <p:cNvCxnSpPr/>
            <p:nvPr/>
          </p:nvCxnSpPr>
          <p:spPr>
            <a:xfrm rot="10800000">
              <a:off x="3375575" y="273950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27" name="Google Shape;827;p69"/>
            <p:cNvCxnSpPr/>
            <p:nvPr/>
          </p:nvCxnSpPr>
          <p:spPr>
            <a:xfrm rot="10800000">
              <a:off x="3375575" y="296082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28" name="Google Shape;828;p69"/>
            <p:cNvCxnSpPr/>
            <p:nvPr/>
          </p:nvCxnSpPr>
          <p:spPr>
            <a:xfrm rot="10800000">
              <a:off x="3375575" y="332970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29" name="Google Shape;829;p69"/>
            <p:cNvCxnSpPr/>
            <p:nvPr/>
          </p:nvCxnSpPr>
          <p:spPr>
            <a:xfrm rot="10800000">
              <a:off x="3375575" y="347725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30" name="Google Shape;830;p69"/>
            <p:cNvCxnSpPr/>
            <p:nvPr/>
          </p:nvCxnSpPr>
          <p:spPr>
            <a:xfrm rot="10800000">
              <a:off x="3375575" y="3182150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31" name="Google Shape;831;p69"/>
            <p:cNvCxnSpPr/>
            <p:nvPr/>
          </p:nvCxnSpPr>
          <p:spPr>
            <a:xfrm rot="10800000">
              <a:off x="3375575" y="3698575"/>
              <a:ext cx="758100" cy="1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2\times3}{5\times3}=\frac{6}{15}&quot;&gt;&lt;mfrac&gt;&lt;mrow&gt;&lt;mn&gt;2&lt;/mn&gt;&lt;mo&gt;×&lt;/mo&gt;&lt;mn&gt;3&lt;/mn&gt;&lt;/mrow&gt;&lt;mrow&gt;&lt;mn&gt;5&lt;/mn&gt;&lt;mo&gt;×&lt;/mo&gt;&lt;mn&gt;3&lt;/mn&gt;&lt;/mrow&gt;&lt;/mfrac&gt;&lt;mo&gt;=&lt;/mo&gt;&lt;mfrac&gt;&lt;mn&gt;6&lt;/mn&gt;&lt;mn&gt;15&lt;/mn&gt;&lt;/mfrac&gt;&lt;/math&gt;" id="832" name="Google Shape;832;p69" title="the fraction with numerator 2 times 3 and denominator 5 times 3 equals 6 over 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5491" y="4060525"/>
            <a:ext cx="1337419" cy="5829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\times5}{3\times5}=\frac{10}{15}&quot;&gt;&lt;mfrac&gt;&lt;mrow&gt;&lt;mn&gt;2&lt;/mn&gt;&lt;mo&gt;×&lt;/mo&gt;&lt;mn&gt;5&lt;/mn&gt;&lt;/mrow&gt;&lt;mrow&gt;&lt;mn&gt;3&lt;/mn&gt;&lt;mo&gt;×&lt;/mo&gt;&lt;mn&gt;5&lt;/mn&gt;&lt;/mrow&gt;&lt;/mfrac&gt;&lt;mo&gt;=&lt;/mo&gt;&lt;mfrac&gt;&lt;mn&gt;10&lt;/mn&gt;&lt;mn&gt;15&lt;/mn&gt;&lt;/mfrac&gt;&lt;/math&gt;" id="833" name="Google Shape;833;p69" title="the fraction with numerator 2 times 5 and denominator 3 times 5 equals 10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6849" y="4081651"/>
            <a:ext cx="1408288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5}+\frac{10}{15}=\frac{16}{15}&quot;&gt;&lt;mfrac&gt;&lt;mn&gt;6&lt;/mn&gt;&lt;mn&gt;15&lt;/mn&gt;&lt;/mfrac&gt;&lt;mo&gt;+&lt;/mo&gt;&lt;mfrac&gt;&lt;mn&gt;10&lt;/mn&gt;&lt;mn&gt;15&lt;/mn&gt;&lt;/mfrac&gt;&lt;mo&gt;=&lt;/mo&gt;&lt;mfrac&gt;&lt;mn&gt;16&lt;/mn&gt;&lt;mn&gt;15&lt;/mn&gt;&lt;/mfrac&gt;&lt;/math&gt;" id="834" name="Google Shape;834;p69" title="6 over 15 plus 10 over 15 equals 16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78749" y="3239998"/>
            <a:ext cx="1727500" cy="57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835" name="Google Shape;835;p69" title="two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19875" y="4089050"/>
            <a:ext cx="18537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836" name="Google Shape;836;p69" title="two fif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3152" y="4054100"/>
            <a:ext cx="185375" cy="595829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69"/>
          <p:cNvSpPr txBox="1"/>
          <p:nvPr/>
        </p:nvSpPr>
        <p:spPr>
          <a:xfrm>
            <a:off x="714462" y="4078750"/>
            <a:ext cx="3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69"/>
          <p:cNvSpPr/>
          <p:nvPr/>
        </p:nvSpPr>
        <p:spPr>
          <a:xfrm>
            <a:off x="1480225" y="4060150"/>
            <a:ext cx="185400" cy="58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69"/>
          <p:cNvSpPr/>
          <p:nvPr/>
        </p:nvSpPr>
        <p:spPr>
          <a:xfrm>
            <a:off x="1775075" y="4060525"/>
            <a:ext cx="697200" cy="58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69"/>
          <p:cNvSpPr txBox="1"/>
          <p:nvPr/>
        </p:nvSpPr>
        <p:spPr>
          <a:xfrm>
            <a:off x="3425962" y="4126800"/>
            <a:ext cx="3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69"/>
          <p:cNvSpPr/>
          <p:nvPr/>
        </p:nvSpPr>
        <p:spPr>
          <a:xfrm>
            <a:off x="4254937" y="4044902"/>
            <a:ext cx="185400" cy="65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69"/>
          <p:cNvSpPr/>
          <p:nvPr/>
        </p:nvSpPr>
        <p:spPr>
          <a:xfrm>
            <a:off x="4511099" y="4044900"/>
            <a:ext cx="758100" cy="65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69"/>
          <p:cNvSpPr/>
          <p:nvPr/>
        </p:nvSpPr>
        <p:spPr>
          <a:xfrm>
            <a:off x="6854212" y="3201898"/>
            <a:ext cx="697200" cy="65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69"/>
          <p:cNvSpPr txBox="1"/>
          <p:nvPr/>
        </p:nvSpPr>
        <p:spPr>
          <a:xfrm>
            <a:off x="5778750" y="4012900"/>
            <a:ext cx="2726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Alex cannot fit both into the same box.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845" name="Google Shape;845;p69" title="two fif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76350" y="2998700"/>
            <a:ext cx="155825" cy="500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846" name="Google Shape;846;p69" title="two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4650" y="2996425"/>
            <a:ext cx="155825" cy="515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6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4000" y="1444000"/>
            <a:ext cx="5848948" cy="56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6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4000" y="2092500"/>
            <a:ext cx="4215799" cy="28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\frac{5}{6}-\frac{3}{4}=\frac{5\times4}{6\times4}-\frac{3\times6}{4\times6}=\frac{20}{24}-\frac{18}{24}=\frac{2}{24}=\frac{1\times2}{12\times2}=\frac{1}{12}\end{array}&quot;&gt;&lt;mtable columnalign=&quot;left&quot; columnspacing=&quot;1em&quot; rowspacing=&quot;4pt&quot;&gt;&lt;mtr&gt;&lt;mtd&gt;&lt;mfrac&gt;&lt;mn&gt;5&lt;/mn&gt;&lt;mn&gt;6&lt;/mn&gt;&lt;/mfrac&gt;&lt;mo&gt;−&lt;/mo&gt;&lt;mfrac&gt;&lt;mn&gt;3&lt;/mn&gt;&lt;mn&gt;4&lt;/mn&gt;&lt;/mfrac&gt;&lt;mo&gt;=&lt;/mo&gt;&lt;mfrac&gt;&lt;mrow&gt;&lt;mn&gt;5&lt;/mn&gt;&lt;mo&gt;×&lt;/mo&gt;&lt;mn&gt;4&lt;/mn&gt;&lt;/mrow&gt;&lt;mrow&gt;&lt;mn&gt;6&lt;/mn&gt;&lt;mo&gt;×&lt;/mo&gt;&lt;mn&gt;4&lt;/mn&gt;&lt;/mrow&gt;&lt;/mfrac&gt;&lt;mo&gt;−&lt;/mo&gt;&lt;mfrac&gt;&lt;mrow&gt;&lt;mn&gt;3&lt;/mn&gt;&lt;mo&gt;×&lt;/mo&gt;&lt;mn&gt;6&lt;/mn&gt;&lt;/mrow&gt;&lt;mrow&gt;&lt;mn&gt;4&lt;/mn&gt;&lt;mo&gt;×&lt;/mo&gt;&lt;mn&gt;6&lt;/mn&gt;&lt;/mrow&gt;&lt;/mfrac&gt;&lt;mo&gt;=&lt;/mo&gt;&lt;mfrac&gt;&lt;mn&gt;20&lt;/mn&gt;&lt;mn&gt;24&lt;/mn&gt;&lt;/mfrac&gt;&lt;mo&gt;−&lt;/mo&gt;&lt;mfrac&gt;&lt;mn&gt;18&lt;/mn&gt;&lt;mn&gt;24&lt;/mn&gt;&lt;/mfrac&gt;&lt;mo&gt;=&lt;/mo&gt;&lt;mfrac&gt;&lt;mn&gt;2&lt;/mn&gt;&lt;mn&gt;24&lt;/mn&gt;&lt;/mfrac&gt;&lt;mo&gt;=&lt;/mo&gt;&lt;mfrac&gt;&lt;mrow&gt;&lt;mn&gt;1&lt;/mn&gt;&lt;mo&gt;×&lt;/mo&gt;&lt;mn&gt;2&lt;/mn&gt;&lt;/mrow&gt;&lt;mrow&gt;&lt;mn&gt;12&lt;/mn&gt;&lt;mo&gt;×&lt;/mo&gt;&lt;mn&gt;2&lt;/mn&gt;&lt;/mrow&gt;&lt;/mfrac&gt;&lt;mo&gt;=&lt;/mo&gt;&lt;mfrac&gt;&lt;mn&gt;1&lt;/mn&gt;&lt;mn&gt;12&lt;/mn&gt;&lt;/mfrac&gt;&lt;/mtd&gt;&lt;/mtr&gt;&lt;/mtable&gt;&lt;/math&gt;" id="853" name="Google Shape;853;p70" title="1 lines Line 1: five sixths minus three fourths equals the fraction with numerator 5 times 4 and denominator 6 times 4 minus the fraction with numerator 3 times 6 and denominator 4 times 6 equals 20 over 24 minus 18 over 24 equals 2 over 24 equals the fraction with numerator 1 times 2 and denominator 12 times 2 equals 1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938" y="2216363"/>
            <a:ext cx="7009462" cy="4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sp>
        <p:nvSpPr>
          <p:cNvPr id="855" name="Google Shape;855;p70"/>
          <p:cNvSpPr txBox="1"/>
          <p:nvPr>
            <p:ph idx="1" type="body"/>
          </p:nvPr>
        </p:nvSpPr>
        <p:spPr>
          <a:xfrm>
            <a:off x="324000" y="759300"/>
            <a:ext cx="8496000" cy="7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To add or subtract fractions they must have the same denominator.</a:t>
            </a:r>
            <a:endParaRPr sz="2000"/>
          </a:p>
        </p:txBody>
      </p:sp>
      <p:pic>
        <p:nvPicPr>
          <p:cNvPr id="856" name="Google Shape;85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8133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0"/>
          <p:cNvSpPr txBox="1"/>
          <p:nvPr/>
        </p:nvSpPr>
        <p:spPr>
          <a:xfrm>
            <a:off x="304000" y="4134900"/>
            <a:ext cx="753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0"/>
          <p:cNvSpPr txBox="1"/>
          <p:nvPr/>
        </p:nvSpPr>
        <p:spPr>
          <a:xfrm>
            <a:off x="7789750" y="3813000"/>
            <a:ext cx="6234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9" name="Google Shape;859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2947" y="286566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70"/>
          <p:cNvSpPr txBox="1"/>
          <p:nvPr>
            <p:ph idx="1" type="body"/>
          </p:nvPr>
        </p:nvSpPr>
        <p:spPr>
          <a:xfrm>
            <a:off x="324000" y="1283550"/>
            <a:ext cx="8496000" cy="33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and Alex are working out the answer to this question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861" name="Google Shape;861;p70"/>
          <p:cNvSpPr txBox="1"/>
          <p:nvPr>
            <p:ph idx="1" type="body"/>
          </p:nvPr>
        </p:nvSpPr>
        <p:spPr>
          <a:xfrm>
            <a:off x="324000" y="1797175"/>
            <a:ext cx="3017400" cy="33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Here are their workings: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5}{6}-\frac{3}{4}&quot;&gt;&lt;mfrac&gt;&lt;mn&gt;5&lt;/mn&gt;&lt;mn&gt;6&lt;/mn&gt;&lt;/mfrac&gt;&lt;mo&gt;−&lt;/mo&gt;&lt;mfrac&gt;&lt;mn&gt;3&lt;/mn&gt;&lt;mn&gt;4&lt;/mn&gt;&lt;/mfrac&gt;&lt;/math&gt;" id="862" name="Google Shape;862;p70" title="five sixths minus three four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49575" y="1231800"/>
            <a:ext cx="712125" cy="56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-\frac{3}{4}=\frac{5\times2}{6\times2}-\frac{3\times3}{4\times3}=\frac{10}{12}-\frac{9}{12}=\frac{1}{12}&quot;&gt;&lt;mfrac&gt;&lt;mn&gt;5&lt;/mn&gt;&lt;mn&gt;6&lt;/mn&gt;&lt;/mfrac&gt;&lt;mo&gt;−&lt;/mo&gt;&lt;mfrac&gt;&lt;mn&gt;3&lt;/mn&gt;&lt;mn&gt;4&lt;/mn&gt;&lt;/mfrac&gt;&lt;mo&gt;=&lt;/mo&gt;&lt;mfrac&gt;&lt;mrow&gt;&lt;mn&gt;5&lt;/mn&gt;&lt;mo&gt;×&lt;/mo&gt;&lt;mn&gt;2&lt;/mn&gt;&lt;/mrow&gt;&lt;mrow&gt;&lt;mn&gt;6&lt;/mn&gt;&lt;mo&gt;×&lt;/mo&gt;&lt;mn&gt;2&lt;/mn&gt;&lt;/mrow&gt;&lt;/mfrac&gt;&lt;mo&gt;−&lt;/mo&gt;&lt;mfrac&gt;&lt;mrow&gt;&lt;mn&gt;3&lt;/mn&gt;&lt;mo&gt;×&lt;/mo&gt;&lt;mn&gt;3&lt;/mn&gt;&lt;/mrow&gt;&lt;mrow&gt;&lt;mn&gt;4&lt;/mn&gt;&lt;mo&gt;×&lt;/mo&gt;&lt;mn&gt;3&lt;/mn&gt;&lt;/mrow&gt;&lt;/mfrac&gt;&lt;mo&gt;=&lt;/mo&gt;&lt;mfrac&gt;&lt;mn&gt;10&lt;/mn&gt;&lt;mn&gt;12&lt;/mn&gt;&lt;/mfrac&gt;&lt;mo&gt;−&lt;/mo&gt;&lt;mfrac&gt;&lt;mn&gt;9&lt;/mn&gt;&lt;mn&gt;12&lt;/mn&gt;&lt;/mfrac&gt;&lt;mo&gt;=&lt;/mo&gt;&lt;mfrac&gt;&lt;mn&gt;1&lt;/mn&gt;&lt;mn&gt;12&lt;/mn&gt;&lt;/mfrac&gt;&lt;/math&gt;" id="863" name="Google Shape;863;p70" title="five sixths minus three fourths equals the fraction with numerator 5 times 2 and denominator 6 times 2 minus the fraction with numerator 3 times 3 and denominator 4 times 3 equals 10 over 12 minus 9 over 12 equals 1 over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7548" y="2865600"/>
            <a:ext cx="4106401" cy="490536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70"/>
          <p:cNvSpPr/>
          <p:nvPr/>
        </p:nvSpPr>
        <p:spPr>
          <a:xfrm>
            <a:off x="1697975" y="2199900"/>
            <a:ext cx="18468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0"/>
          <p:cNvSpPr/>
          <p:nvPr/>
        </p:nvSpPr>
        <p:spPr>
          <a:xfrm>
            <a:off x="3596400" y="2192913"/>
            <a:ext cx="1447200" cy="57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0"/>
          <p:cNvSpPr/>
          <p:nvPr/>
        </p:nvSpPr>
        <p:spPr>
          <a:xfrm>
            <a:off x="5132600" y="2192925"/>
            <a:ext cx="777000" cy="57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0"/>
          <p:cNvSpPr/>
          <p:nvPr/>
        </p:nvSpPr>
        <p:spPr>
          <a:xfrm>
            <a:off x="5956225" y="2219700"/>
            <a:ext cx="996000" cy="57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0"/>
          <p:cNvSpPr/>
          <p:nvPr/>
        </p:nvSpPr>
        <p:spPr>
          <a:xfrm>
            <a:off x="7028425" y="2192925"/>
            <a:ext cx="996000" cy="57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0"/>
          <p:cNvSpPr/>
          <p:nvPr/>
        </p:nvSpPr>
        <p:spPr>
          <a:xfrm>
            <a:off x="3783625" y="2804125"/>
            <a:ext cx="16383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0"/>
          <p:cNvSpPr/>
          <p:nvPr/>
        </p:nvSpPr>
        <p:spPr>
          <a:xfrm>
            <a:off x="5478000" y="2804125"/>
            <a:ext cx="11799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0"/>
          <p:cNvSpPr/>
          <p:nvPr/>
        </p:nvSpPr>
        <p:spPr>
          <a:xfrm>
            <a:off x="6657900" y="2825800"/>
            <a:ext cx="6009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0"/>
          <p:cNvSpPr txBox="1"/>
          <p:nvPr/>
        </p:nvSpPr>
        <p:spPr>
          <a:xfrm>
            <a:off x="1684800" y="3535150"/>
            <a:ext cx="37677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Whose method do you prefer?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0"/>
          <p:cNvSpPr txBox="1"/>
          <p:nvPr/>
        </p:nvSpPr>
        <p:spPr>
          <a:xfrm>
            <a:off x="1684800" y="3894958"/>
            <a:ext cx="4515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prefer Alex’s as it is more efficient.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0"/>
          <p:cNvSpPr txBox="1"/>
          <p:nvPr/>
        </p:nvSpPr>
        <p:spPr>
          <a:xfrm>
            <a:off x="1684800" y="4254767"/>
            <a:ext cx="5416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Why is Alex’s method more efficient?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0"/>
          <p:cNvSpPr txBox="1"/>
          <p:nvPr/>
        </p:nvSpPr>
        <p:spPr>
          <a:xfrm>
            <a:off x="1684800" y="4614575"/>
            <a:ext cx="4515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Alex has used the LCM of 6 and 4.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1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8}+\frac{5}{6}=\frac{3\times3}{8\times3}+\frac{5\times4}{6\times4}=\frac{9}{24}+\frac{20}{24}=\frac{29}{24}=\frac{24}{24}+\frac{5}{24}=1\frac{5}{24}&quot;&gt;&lt;mfrac&gt;&lt;mn&gt;3&lt;/mn&gt;&lt;mn&gt;8&lt;/mn&gt;&lt;/mfrac&gt;&lt;mo&gt;+&lt;/mo&gt;&lt;mfrac&gt;&lt;mn&gt;5&lt;/mn&gt;&lt;mn&gt;6&lt;/mn&gt;&lt;/mfrac&gt;&lt;mo&gt;=&lt;/mo&gt;&lt;mfrac&gt;&lt;mrow&gt;&lt;mn&gt;3&lt;/mn&gt;&lt;mo&gt;×&lt;/mo&gt;&lt;mn&gt;3&lt;/mn&gt;&lt;/mrow&gt;&lt;mrow&gt;&lt;mn&gt;8&lt;/mn&gt;&lt;mo&gt;×&lt;/mo&gt;&lt;mn&gt;3&lt;/mn&gt;&lt;/mrow&gt;&lt;/mfrac&gt;&lt;mo&gt;+&lt;/mo&gt;&lt;mfrac&gt;&lt;mrow&gt;&lt;mn&gt;5&lt;/mn&gt;&lt;mo&gt;×&lt;/mo&gt;&lt;mn&gt;4&lt;/mn&gt;&lt;/mrow&gt;&lt;mrow&gt;&lt;mn&gt;6&lt;/mn&gt;&lt;mo&gt;×&lt;/mo&gt;&lt;mn&gt;4&lt;/mn&gt;&lt;/mrow&gt;&lt;/mfrac&gt;&lt;mo&gt;=&lt;/mo&gt;&lt;mfrac&gt;&lt;mn&gt;9&lt;/mn&gt;&lt;mn&gt;24&lt;/mn&gt;&lt;/mfrac&gt;&lt;mo&gt;+&lt;/mo&gt;&lt;mfrac&gt;&lt;mn&gt;20&lt;/mn&gt;&lt;mn&gt;24&lt;/mn&gt;&lt;/mfrac&gt;&lt;mo&gt;=&lt;/mo&gt;&lt;mfrac&gt;&lt;mn&gt;29&lt;/mn&gt;&lt;mn&gt;24&lt;/mn&gt;&lt;/mfrac&gt;&lt;mo&gt;=&lt;/mo&gt;&lt;mfrac&gt;&lt;mn&gt;24&lt;/mn&gt;&lt;mn&gt;24&lt;/mn&gt;&lt;/mfrac&gt;&lt;mo&gt;+&lt;/mo&gt;&lt;mfrac&gt;&lt;mn&gt;5&lt;/mn&gt;&lt;mn&gt;24&lt;/mn&gt;&lt;/mfrac&gt;&lt;mo&gt;=&lt;/mo&gt;&lt;mn&gt;1&lt;/mn&gt;&lt;mfrac&gt;&lt;mn&gt;5&lt;/mn&gt;&lt;mn&gt;24&lt;/mn&gt;&lt;/mfrac&gt;&lt;/math&gt;" id="881" name="Google Shape;881;p71" title="three eighths plus five sixths equals the fraction with numerator 3 times 3 and denominator 8 times 3 plus the fraction with numerator 5 times 4 and denominator 6 times 4 equals 9 over 24 plus 20 over 24 equals 29 over 24 equals 24 over 24 plus 5 over 24 equals 1 and 5 over 24"/>
          <p:cNvPicPr preferRelativeResize="0"/>
          <p:nvPr/>
        </p:nvPicPr>
        <p:blipFill rotWithShape="1">
          <a:blip r:embed="rId3">
            <a:alphaModFix/>
          </a:blip>
          <a:srcRect b="0" l="0" r="60701" t="0"/>
          <a:stretch/>
        </p:blipFill>
        <p:spPr>
          <a:xfrm>
            <a:off x="324001" y="818000"/>
            <a:ext cx="2523749" cy="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+\frac{3}{4}=\frac{5\times2}{6\times2}+\frac{3\times3}{4\times3}=\frac{10}{12}+\frac{9}{12}=\frac{19}{12}=\frac{12}{12}+\frac{7}{12}=1\frac{7}{12}&quot;&gt;&lt;mfrac&gt;&lt;mn&gt;5&lt;/mn&gt;&lt;mn&gt;6&lt;/mn&gt;&lt;/mfrac&gt;&lt;mo&gt;+&lt;/mo&gt;&lt;mfrac&gt;&lt;mn&gt;3&lt;/mn&gt;&lt;mn&gt;4&lt;/mn&gt;&lt;/mfrac&gt;&lt;mo&gt;=&lt;/mo&gt;&lt;mfrac&gt;&lt;mrow&gt;&lt;mn&gt;5&lt;/mn&gt;&lt;mo&gt;×&lt;/mo&gt;&lt;mn&gt;2&lt;/mn&gt;&lt;/mrow&gt;&lt;mrow&gt;&lt;mn&gt;6&lt;/mn&gt;&lt;mo&gt;×&lt;/mo&gt;&lt;mn&gt;2&lt;/mn&gt;&lt;/mrow&gt;&lt;/mfrac&gt;&lt;mo&gt;+&lt;/mo&gt;&lt;mfrac&gt;&lt;mrow&gt;&lt;mn&gt;3&lt;/mn&gt;&lt;mo&gt;×&lt;/mo&gt;&lt;mn&gt;3&lt;/mn&gt;&lt;/mrow&gt;&lt;mrow&gt;&lt;mn&gt;4&lt;/mn&gt;&lt;mo&gt;×&lt;/mo&gt;&lt;mn&gt;3&lt;/mn&gt;&lt;/mrow&gt;&lt;/mfrac&gt;&lt;mo&gt;=&lt;/mo&gt;&lt;mfrac&gt;&lt;mn&gt;10&lt;/mn&gt;&lt;mn&gt;12&lt;/mn&gt;&lt;/mfrac&gt;&lt;mo&gt;+&lt;/mo&gt;&lt;mfrac&gt;&lt;mn&gt;9&lt;/mn&gt;&lt;mn&gt;12&lt;/mn&gt;&lt;/mfrac&gt;&lt;mo&gt;=&lt;/mo&gt;&lt;mfrac&gt;&lt;mn&gt;19&lt;/mn&gt;&lt;mn&gt;12&lt;/mn&gt;&lt;/mfrac&gt;&lt;mo&gt;=&lt;/mo&gt;&lt;mfrac&gt;&lt;mn&gt;12&lt;/mn&gt;&lt;mn&gt;12&lt;/mn&gt;&lt;/mfrac&gt;&lt;mo&gt;+&lt;/mo&gt;&lt;mfrac&gt;&lt;mn&gt;7&lt;/mn&gt;&lt;mn&gt;12&lt;/mn&gt;&lt;/mfrac&gt;&lt;mo&gt;=&lt;/mo&gt;&lt;mn&gt;1&lt;/mn&gt;&lt;mfrac&gt;&lt;mn&gt;7&lt;/mn&gt;&lt;mn&gt;12&lt;/mn&gt;&lt;/mfrac&gt;&lt;/math&gt;" id="882" name="Google Shape;882;p71" title="five sixths plus three fourths equals the fraction with numerator 5 times 2 and denominator 6 times 2 plus the fraction with numerator 3 times 3 and denominator 4 times 3 equals 10 over 12 plus 9 over 12 equals 19 over 12 equals 12 over 12 plus 7 over 12 equals 1 and 7 over 12"/>
          <p:cNvPicPr preferRelativeResize="0"/>
          <p:nvPr/>
        </p:nvPicPr>
        <p:blipFill rotWithShape="1">
          <a:blip r:embed="rId4">
            <a:alphaModFix/>
          </a:blip>
          <a:srcRect b="0" l="69242" r="0" t="0"/>
          <a:stretch/>
        </p:blipFill>
        <p:spPr>
          <a:xfrm>
            <a:off x="4824152" y="2700163"/>
            <a:ext cx="1975227" cy="52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+\frac{5}{6}=\frac{3\times3}{8\times3}+\frac{5\times4}{6\times4}=\frac{9}{24}+\frac{20}{24}=\frac{29}{24}=\frac{24}{24}+\frac{5}{24}=1\frac{5}{24}&quot;&gt;&lt;mfrac&gt;&lt;mn&gt;3&lt;/mn&gt;&lt;mn&gt;8&lt;/mn&gt;&lt;/mfrac&gt;&lt;mo&gt;+&lt;/mo&gt;&lt;mfrac&gt;&lt;mn&gt;5&lt;/mn&gt;&lt;mn&gt;6&lt;/mn&gt;&lt;/mfrac&gt;&lt;mo&gt;=&lt;/mo&gt;&lt;mfrac&gt;&lt;mrow&gt;&lt;mn&gt;3&lt;/mn&gt;&lt;mo&gt;×&lt;/mo&gt;&lt;mn&gt;3&lt;/mn&gt;&lt;/mrow&gt;&lt;mrow&gt;&lt;mn&gt;8&lt;/mn&gt;&lt;mo&gt;×&lt;/mo&gt;&lt;mn&gt;3&lt;/mn&gt;&lt;/mrow&gt;&lt;/mfrac&gt;&lt;mo&gt;+&lt;/mo&gt;&lt;mfrac&gt;&lt;mrow&gt;&lt;mn&gt;5&lt;/mn&gt;&lt;mo&gt;×&lt;/mo&gt;&lt;mn&gt;4&lt;/mn&gt;&lt;/mrow&gt;&lt;mrow&gt;&lt;mn&gt;6&lt;/mn&gt;&lt;mo&gt;×&lt;/mo&gt;&lt;mn&gt;4&lt;/mn&gt;&lt;/mrow&gt;&lt;/mfrac&gt;&lt;mo&gt;=&lt;/mo&gt;&lt;mfrac&gt;&lt;mn&gt;9&lt;/mn&gt;&lt;mn&gt;24&lt;/mn&gt;&lt;/mfrac&gt;&lt;mo&gt;+&lt;/mo&gt;&lt;mfrac&gt;&lt;mn&gt;20&lt;/mn&gt;&lt;mn&gt;24&lt;/mn&gt;&lt;/mfrac&gt;&lt;mo&gt;=&lt;/mo&gt;&lt;mfrac&gt;&lt;mn&gt;29&lt;/mn&gt;&lt;mn&gt;24&lt;/mn&gt;&lt;/mfrac&gt;&lt;mo&gt;=&lt;/mo&gt;&lt;mfrac&gt;&lt;mn&gt;24&lt;/mn&gt;&lt;mn&gt;24&lt;/mn&gt;&lt;/mfrac&gt;&lt;mo&gt;+&lt;/mo&gt;&lt;mfrac&gt;&lt;mn&gt;5&lt;/mn&gt;&lt;mn&gt;24&lt;/mn&gt;&lt;/mfrac&gt;&lt;mo&gt;=&lt;/mo&gt;&lt;mn&gt;1&lt;/mn&gt;&lt;mfrac&gt;&lt;mn&gt;5&lt;/mn&gt;&lt;mn&gt;24&lt;/mn&gt;&lt;/mfrac&gt;&lt;/math&gt;" id="883" name="Google Shape;883;p71" title="three eighths plus five sixths equals the fraction with numerator 3 times 3 and denominator 8 times 3 plus the fraction with numerator 5 times 4 and denominator 6 times 4 equals 9 over 24 plus 20 over 24 equals 29 over 24 equals 24 over 24 plus 5 over 24 equals 1 and 5 over 24"/>
          <p:cNvPicPr preferRelativeResize="0"/>
          <p:nvPr/>
        </p:nvPicPr>
        <p:blipFill rotWithShape="1">
          <a:blip r:embed="rId3">
            <a:alphaModFix/>
          </a:blip>
          <a:srcRect b="0" l="68851" r="0" t="0"/>
          <a:stretch/>
        </p:blipFill>
        <p:spPr>
          <a:xfrm>
            <a:off x="323999" y="2700000"/>
            <a:ext cx="2000324" cy="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+\frac{5}{6}=\frac{3\times3}{8\times3}+\frac{5\times4}{6\times4}=\frac{9}{24}+\frac{20}{24}=\frac{29}{24}=\frac{24}{24}+\frac{5}{24}=1\frac{5}{24}&quot;&gt;&lt;mfrac&gt;&lt;mn&gt;3&lt;/mn&gt;&lt;mn&gt;8&lt;/mn&gt;&lt;/mfrac&gt;&lt;mo&gt;+&lt;/mo&gt;&lt;mfrac&gt;&lt;mn&gt;5&lt;/mn&gt;&lt;mn&gt;6&lt;/mn&gt;&lt;/mfrac&gt;&lt;mo&gt;=&lt;/mo&gt;&lt;mfrac&gt;&lt;mrow&gt;&lt;mn&gt;3&lt;/mn&gt;&lt;mo&gt;×&lt;/mo&gt;&lt;mn&gt;3&lt;/mn&gt;&lt;/mrow&gt;&lt;mrow&gt;&lt;mn&gt;8&lt;/mn&gt;&lt;mo&gt;×&lt;/mo&gt;&lt;mn&gt;3&lt;/mn&gt;&lt;/mrow&gt;&lt;/mfrac&gt;&lt;mo&gt;+&lt;/mo&gt;&lt;mfrac&gt;&lt;mrow&gt;&lt;mn&gt;5&lt;/mn&gt;&lt;mo&gt;×&lt;/mo&gt;&lt;mn&gt;4&lt;/mn&gt;&lt;/mrow&gt;&lt;mrow&gt;&lt;mn&gt;6&lt;/mn&gt;&lt;mo&gt;×&lt;/mo&gt;&lt;mn&gt;4&lt;/mn&gt;&lt;/mrow&gt;&lt;/mfrac&gt;&lt;mo&gt;=&lt;/mo&gt;&lt;mfrac&gt;&lt;mn&gt;9&lt;/mn&gt;&lt;mn&gt;24&lt;/mn&gt;&lt;/mfrac&gt;&lt;mo&gt;+&lt;/mo&gt;&lt;mfrac&gt;&lt;mn&gt;20&lt;/mn&gt;&lt;mn&gt;24&lt;/mn&gt;&lt;/mfrac&gt;&lt;mo&gt;=&lt;/mo&gt;&lt;mfrac&gt;&lt;mn&gt;29&lt;/mn&gt;&lt;mn&gt;24&lt;/mn&gt;&lt;/mfrac&gt;&lt;mo&gt;=&lt;/mo&gt;&lt;mfrac&gt;&lt;mn&gt;24&lt;/mn&gt;&lt;mn&gt;24&lt;/mn&gt;&lt;/mfrac&gt;&lt;mo&gt;+&lt;/mo&gt;&lt;mfrac&gt;&lt;mn&gt;5&lt;/mn&gt;&lt;mn&gt;24&lt;/mn&gt;&lt;/mfrac&gt;&lt;mo&gt;=&lt;/mo&gt;&lt;mn&gt;1&lt;/mn&gt;&lt;mfrac&gt;&lt;mn&gt;5&lt;/mn&gt;&lt;mn&gt;24&lt;/mn&gt;&lt;/mfrac&gt;&lt;/math&gt;" id="884" name="Google Shape;884;p71" title="three eighths plus five sixths equals the fraction with numerator 3 times 3 and denominator 8 times 3 plus the fraction with numerator 5 times 4 and denominator 6 times 4 equals 9 over 24 plus 20 over 24 equals 29 over 24 equals 24 over 24 plus 5 over 24 equals 1 and 5 over 24"/>
          <p:cNvPicPr preferRelativeResize="0"/>
          <p:nvPr/>
        </p:nvPicPr>
        <p:blipFill rotWithShape="1">
          <a:blip r:embed="rId3">
            <a:alphaModFix/>
          </a:blip>
          <a:srcRect b="0" l="38812" r="30430" t="0"/>
          <a:stretch/>
        </p:blipFill>
        <p:spPr>
          <a:xfrm>
            <a:off x="336550" y="1759000"/>
            <a:ext cx="1975226" cy="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+\frac{3}{4}=\frac{5\times2}{6\times2}+\frac{3\times3}{4\times3}=\frac{10}{12}+\frac{9}{12}=\frac{19}{12}=\frac{12}{12}+\frac{7}{12}=1\frac{7}{12}&quot;&gt;&lt;mfrac&gt;&lt;mn&gt;5&lt;/mn&gt;&lt;mn&gt;6&lt;/mn&gt;&lt;/mfrac&gt;&lt;mo&gt;+&lt;/mo&gt;&lt;mfrac&gt;&lt;mn&gt;3&lt;/mn&gt;&lt;mn&gt;4&lt;/mn&gt;&lt;/mfrac&gt;&lt;mo&gt;=&lt;/mo&gt;&lt;mfrac&gt;&lt;mrow&gt;&lt;mn&gt;5&lt;/mn&gt;&lt;mo&gt;×&lt;/mo&gt;&lt;mn&gt;2&lt;/mn&gt;&lt;/mrow&gt;&lt;mrow&gt;&lt;mn&gt;6&lt;/mn&gt;&lt;mo&gt;×&lt;/mo&gt;&lt;mn&gt;2&lt;/mn&gt;&lt;/mrow&gt;&lt;/mfrac&gt;&lt;mo&gt;+&lt;/mo&gt;&lt;mfrac&gt;&lt;mrow&gt;&lt;mn&gt;3&lt;/mn&gt;&lt;mo&gt;×&lt;/mo&gt;&lt;mn&gt;3&lt;/mn&gt;&lt;/mrow&gt;&lt;mrow&gt;&lt;mn&gt;4&lt;/mn&gt;&lt;mo&gt;×&lt;/mo&gt;&lt;mn&gt;3&lt;/mn&gt;&lt;/mrow&gt;&lt;/mfrac&gt;&lt;mo&gt;=&lt;/mo&gt;&lt;mfrac&gt;&lt;mn&gt;10&lt;/mn&gt;&lt;mn&gt;12&lt;/mn&gt;&lt;/mfrac&gt;&lt;mo&gt;+&lt;/mo&gt;&lt;mfrac&gt;&lt;mn&gt;9&lt;/mn&gt;&lt;mn&gt;12&lt;/mn&gt;&lt;/mfrac&gt;&lt;mo&gt;=&lt;/mo&gt;&lt;mfrac&gt;&lt;mn&gt;19&lt;/mn&gt;&lt;mn&gt;12&lt;/mn&gt;&lt;/mfrac&gt;&lt;mo&gt;=&lt;/mo&gt;&lt;mfrac&gt;&lt;mn&gt;12&lt;/mn&gt;&lt;mn&gt;12&lt;/mn&gt;&lt;/mfrac&gt;&lt;mo&gt;+&lt;/mo&gt;&lt;mfrac&gt;&lt;mn&gt;7&lt;/mn&gt;&lt;mn&gt;12&lt;/mn&gt;&lt;/mfrac&gt;&lt;mo&gt;=&lt;/mo&gt;&lt;mn&gt;1&lt;/mn&gt;&lt;mfrac&gt;&lt;mn&gt;7&lt;/mn&gt;&lt;mn&gt;12&lt;/mn&gt;&lt;/mfrac&gt;&lt;/math&gt;" id="885" name="Google Shape;885;p71" title="five sixths plus three fourths equals the fraction with numerator 5 times 2 and denominator 6 times 2 plus the fraction with numerator 3 times 3 and denominator 4 times 3 equals 10 over 12 plus 9 over 12 equals 19 over 12 equals 12 over 12 plus 7 over 12 equals 1 and 7 over 12"/>
          <p:cNvPicPr preferRelativeResize="0"/>
          <p:nvPr/>
        </p:nvPicPr>
        <p:blipFill rotWithShape="1">
          <a:blip r:embed="rId4">
            <a:alphaModFix/>
          </a:blip>
          <a:srcRect b="0" l="39096" r="30561" t="0"/>
          <a:stretch/>
        </p:blipFill>
        <p:spPr>
          <a:xfrm>
            <a:off x="4800138" y="1759163"/>
            <a:ext cx="1948523" cy="52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+\frac{3}{4}=\frac{5\times2}{6\times2}+\frac{3\times3}{4\times3}=\frac{10}{12}+\frac{9}{12}=\frac{19}{12}=\frac{12}{12}+\frac{7}{12}=1\frac{7}{12}&quot;&gt;&lt;mfrac&gt;&lt;mn&gt;5&lt;/mn&gt;&lt;mn&gt;6&lt;/mn&gt;&lt;/mfrac&gt;&lt;mo&gt;+&lt;/mo&gt;&lt;mfrac&gt;&lt;mn&gt;3&lt;/mn&gt;&lt;mn&gt;4&lt;/mn&gt;&lt;/mfrac&gt;&lt;mo&gt;=&lt;/mo&gt;&lt;mfrac&gt;&lt;mrow&gt;&lt;mn&gt;5&lt;/mn&gt;&lt;mo&gt;×&lt;/mo&gt;&lt;mn&gt;2&lt;/mn&gt;&lt;/mrow&gt;&lt;mrow&gt;&lt;mn&gt;6&lt;/mn&gt;&lt;mo&gt;×&lt;/mo&gt;&lt;mn&gt;2&lt;/mn&gt;&lt;/mrow&gt;&lt;/mfrac&gt;&lt;mo&gt;+&lt;/mo&gt;&lt;mfrac&gt;&lt;mrow&gt;&lt;mn&gt;3&lt;/mn&gt;&lt;mo&gt;×&lt;/mo&gt;&lt;mn&gt;3&lt;/mn&gt;&lt;/mrow&gt;&lt;mrow&gt;&lt;mn&gt;4&lt;/mn&gt;&lt;mo&gt;×&lt;/mo&gt;&lt;mn&gt;3&lt;/mn&gt;&lt;/mrow&gt;&lt;/mfrac&gt;&lt;mo&gt;=&lt;/mo&gt;&lt;mfrac&gt;&lt;mn&gt;10&lt;/mn&gt;&lt;mn&gt;12&lt;/mn&gt;&lt;/mfrac&gt;&lt;mo&gt;+&lt;/mo&gt;&lt;mfrac&gt;&lt;mn&gt;9&lt;/mn&gt;&lt;mn&gt;12&lt;/mn&gt;&lt;/mfrac&gt;&lt;mo&gt;=&lt;/mo&gt;&lt;mfrac&gt;&lt;mn&gt;19&lt;/mn&gt;&lt;mn&gt;12&lt;/mn&gt;&lt;/mfrac&gt;&lt;mo&gt;=&lt;/mo&gt;&lt;mfrac&gt;&lt;mn&gt;12&lt;/mn&gt;&lt;mn&gt;12&lt;/mn&gt;&lt;/mfrac&gt;&lt;mo&gt;+&lt;/mo&gt;&lt;mfrac&gt;&lt;mn&gt;7&lt;/mn&gt;&lt;mn&gt;12&lt;/mn&gt;&lt;/mfrac&gt;&lt;mo&gt;=&lt;/mo&gt;&lt;mn&gt;1&lt;/mn&gt;&lt;mfrac&gt;&lt;mn&gt;7&lt;/mn&gt;&lt;mn&gt;12&lt;/mn&gt;&lt;/mfrac&gt;&lt;/math&gt;" id="886" name="Google Shape;886;p71" title="five sixths plus three fourths equals the fraction with numerator 5 times 2 and denominator 6 times 2 plus the fraction with numerator 3 times 3 and denominator 4 times 3 equals 10 over 12 plus 9 over 12 equals 19 over 12 equals 12 over 12 plus 7 over 12 equals 1 and 7 over 12"/>
          <p:cNvPicPr preferRelativeResize="0"/>
          <p:nvPr/>
        </p:nvPicPr>
        <p:blipFill rotWithShape="1">
          <a:blip r:embed="rId4">
            <a:alphaModFix/>
          </a:blip>
          <a:srcRect b="0" l="0" r="88788" t="0"/>
          <a:stretch/>
        </p:blipFill>
        <p:spPr>
          <a:xfrm>
            <a:off x="4824150" y="818175"/>
            <a:ext cx="720001" cy="5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1"/>
          <p:cNvSpPr/>
          <p:nvPr/>
        </p:nvSpPr>
        <p:spPr>
          <a:xfrm>
            <a:off x="1026400" y="738000"/>
            <a:ext cx="1860900" cy="69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6}+\frac{3}{4}=\frac{5\times2}{6\times2}+\frac{3\times3}{4\times3}=\frac{10}{12}+\frac{9}{12}=\frac{19}{12}=\frac{12}{12}+\frac{7}{12}=1\frac{7}{12}&quot;&gt;&lt;mfrac&gt;&lt;mn&gt;5&lt;/mn&gt;&lt;mn&gt;6&lt;/mn&gt;&lt;/mfrac&gt;&lt;mo&gt;+&lt;/mo&gt;&lt;mfrac&gt;&lt;mn&gt;3&lt;/mn&gt;&lt;mn&gt;4&lt;/mn&gt;&lt;/mfrac&gt;&lt;mo&gt;=&lt;/mo&gt;&lt;mfrac&gt;&lt;mrow&gt;&lt;mn&gt;5&lt;/mn&gt;&lt;mo&gt;×&lt;/mo&gt;&lt;mn&gt;2&lt;/mn&gt;&lt;/mrow&gt;&lt;mrow&gt;&lt;mn&gt;6&lt;/mn&gt;&lt;mo&gt;×&lt;/mo&gt;&lt;mn&gt;2&lt;/mn&gt;&lt;/mrow&gt;&lt;/mfrac&gt;&lt;mo&gt;+&lt;/mo&gt;&lt;mfrac&gt;&lt;mrow&gt;&lt;mn&gt;3&lt;/mn&gt;&lt;mo&gt;×&lt;/mo&gt;&lt;mn&gt;3&lt;/mn&gt;&lt;/mrow&gt;&lt;mrow&gt;&lt;mn&gt;4&lt;/mn&gt;&lt;mo&gt;×&lt;/mo&gt;&lt;mn&gt;3&lt;/mn&gt;&lt;/mrow&gt;&lt;/mfrac&gt;&lt;mo&gt;=&lt;/mo&gt;&lt;mfrac&gt;&lt;mn&gt;10&lt;/mn&gt;&lt;mn&gt;12&lt;/mn&gt;&lt;/mfrac&gt;&lt;mo&gt;+&lt;/mo&gt;&lt;mfrac&gt;&lt;mn&gt;9&lt;/mn&gt;&lt;mn&gt;12&lt;/mn&gt;&lt;/mfrac&gt;&lt;mo&gt;=&lt;/mo&gt;&lt;mfrac&gt;&lt;mn&gt;19&lt;/mn&gt;&lt;mn&gt;12&lt;/mn&gt;&lt;/mfrac&gt;&lt;mo&gt;=&lt;/mo&gt;&lt;mfrac&gt;&lt;mn&gt;12&lt;/mn&gt;&lt;mn&gt;12&lt;/mn&gt;&lt;/mfrac&gt;&lt;mo&gt;+&lt;/mo&gt;&lt;mfrac&gt;&lt;mn&gt;7&lt;/mn&gt;&lt;mn&gt;12&lt;/mn&gt;&lt;/mfrac&gt;&lt;mo&gt;=&lt;/mo&gt;&lt;mn&gt;1&lt;/mn&gt;&lt;mfrac&gt;&lt;mn&gt;7&lt;/mn&gt;&lt;mn&gt;12&lt;/mn&gt;&lt;/mfrac&gt;&lt;/math&gt;" id="888" name="Google Shape;888;p71" title="five sixths plus three fourths equals the fraction with numerator 5 times 2 and denominator 6 times 2 plus the fraction with numerator 3 times 3 and denominator 4 times 3 equals 10 over 12 plus 9 over 12 equals 19 over 12 equals 12 over 12 plus 7 over 12 equals 1 and 7 over 12"/>
          <p:cNvPicPr preferRelativeResize="0"/>
          <p:nvPr/>
        </p:nvPicPr>
        <p:blipFill rotWithShape="1">
          <a:blip r:embed="rId4">
            <a:alphaModFix/>
          </a:blip>
          <a:srcRect b="0" l="11236" r="60322" t="0"/>
          <a:stretch/>
        </p:blipFill>
        <p:spPr>
          <a:xfrm>
            <a:off x="5622000" y="818175"/>
            <a:ext cx="1826475" cy="5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71"/>
          <p:cNvSpPr txBox="1"/>
          <p:nvPr/>
        </p:nvSpPr>
        <p:spPr>
          <a:xfrm>
            <a:off x="3039300" y="842550"/>
            <a:ext cx="150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LCM of 8 and 6 is 24.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1"/>
          <p:cNvSpPr txBox="1"/>
          <p:nvPr/>
        </p:nvSpPr>
        <p:spPr>
          <a:xfrm>
            <a:off x="7475025" y="690150"/>
            <a:ext cx="1344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LCM of 6 and 4 is 12.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2"/>
          <p:cNvSpPr/>
          <p:nvPr/>
        </p:nvSpPr>
        <p:spPr>
          <a:xfrm>
            <a:off x="2279263" y="950462"/>
            <a:ext cx="1215900" cy="105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2"/>
          <p:cNvSpPr/>
          <p:nvPr/>
        </p:nvSpPr>
        <p:spPr>
          <a:xfrm>
            <a:off x="5648838" y="950462"/>
            <a:ext cx="1215900" cy="105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2"/>
          <p:cNvSpPr txBox="1"/>
          <p:nvPr>
            <p:ph idx="1" type="body"/>
          </p:nvPr>
        </p:nvSpPr>
        <p:spPr>
          <a:xfrm>
            <a:off x="324000" y="581462"/>
            <a:ext cx="24321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is greater?</a:t>
            </a:r>
            <a:endParaRPr/>
          </a:p>
        </p:txBody>
      </p:sp>
      <p:sp>
        <p:nvSpPr>
          <p:cNvPr id="898" name="Google Shape;89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7}+\frac{2}{3}&quot;&gt;&lt;mfrac&gt;&lt;mn&gt;2&lt;/mn&gt;&lt;mn&gt;7&lt;/mn&gt;&lt;/mfrac&gt;&lt;mo&gt;+&lt;/mo&gt;&lt;mfrac&gt;&lt;mn&gt;2&lt;/mn&gt;&lt;mn&gt;3&lt;/mn&gt;&lt;/mfrac&gt;&lt;/math&gt;" id="899" name="Google Shape;899;p72" title="two sevenths plus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3913" y="1126087"/>
            <a:ext cx="986577" cy="78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+\frac{2}{3}&quot;&gt;&lt;mfrac&gt;&lt;mn&gt;2&lt;/mn&gt;&lt;mn&gt;9&lt;/mn&gt;&lt;/mfrac&gt;&lt;mo&gt;+&lt;/mo&gt;&lt;mfrac&gt;&lt;mn&gt;2&lt;/mn&gt;&lt;mn&gt;3&lt;/mn&gt;&lt;/mfrac&gt;&lt;/math&gt;" id="900" name="Google Shape;900;p72" title="two ninths plus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3511" y="1126087"/>
            <a:ext cx="986577" cy="783459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72"/>
          <p:cNvSpPr txBox="1"/>
          <p:nvPr>
            <p:ph idx="1" type="body"/>
          </p:nvPr>
        </p:nvSpPr>
        <p:spPr>
          <a:xfrm>
            <a:off x="324000" y="2101974"/>
            <a:ext cx="62376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it necessary to calculate the exact answer?</a:t>
            </a:r>
            <a:endParaRPr/>
          </a:p>
        </p:txBody>
      </p:sp>
      <p:pic>
        <p:nvPicPr>
          <p:cNvPr id="902" name="Google Shape;902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71146" y="2762568"/>
            <a:ext cx="623342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2"/>
          <p:cNvSpPr txBox="1"/>
          <p:nvPr/>
        </p:nvSpPr>
        <p:spPr>
          <a:xfrm>
            <a:off x="7740675" y="4053562"/>
            <a:ext cx="753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2"/>
          <p:cNvSpPr txBox="1"/>
          <p:nvPr/>
        </p:nvSpPr>
        <p:spPr>
          <a:xfrm>
            <a:off x="474150" y="3995875"/>
            <a:ext cx="6234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5" name="Google Shape;905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23994" y="3099788"/>
            <a:ext cx="773553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2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>
            <a:off x="5600598" y="2325175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2"/>
          <p:cNvSpPr txBox="1"/>
          <p:nvPr/>
        </p:nvSpPr>
        <p:spPr>
          <a:xfrm>
            <a:off x="5763500" y="2548800"/>
            <a:ext cx="14577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No we don’t.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8" name="Google Shape;908;p72"/>
          <p:cNvGrpSpPr/>
          <p:nvPr/>
        </p:nvGrpSpPr>
        <p:grpSpPr>
          <a:xfrm>
            <a:off x="1316798" y="2396400"/>
            <a:ext cx="1955251" cy="1316250"/>
            <a:chOff x="1316798" y="2701200"/>
            <a:chExt cx="1955251" cy="1316250"/>
          </a:xfrm>
        </p:grpSpPr>
        <p:pic>
          <p:nvPicPr>
            <p:cNvPr id="909" name="Google Shape;909;p72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 flipH="1">
              <a:off x="1316798" y="2701200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0" name="Google Shape;910;p72"/>
            <p:cNvSpPr txBox="1"/>
            <p:nvPr/>
          </p:nvSpPr>
          <p:spPr>
            <a:xfrm>
              <a:off x="1469025" y="2723600"/>
              <a:ext cx="1704300" cy="66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Of course we will have to.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1" name="Google Shape;911;p72"/>
          <p:cNvSpPr txBox="1"/>
          <p:nvPr>
            <p:ph idx="1" type="body"/>
          </p:nvPr>
        </p:nvSpPr>
        <p:spPr>
          <a:xfrm>
            <a:off x="1684795" y="3808550"/>
            <a:ext cx="37299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Why might Aisha say that?</a:t>
            </a:r>
            <a:endParaRPr/>
          </a:p>
        </p:txBody>
      </p:sp>
      <p:sp>
        <p:nvSpPr>
          <p:cNvPr id="912" name="Google Shape;912;p72"/>
          <p:cNvSpPr txBox="1"/>
          <p:nvPr>
            <p:ph idx="1" type="body"/>
          </p:nvPr>
        </p:nvSpPr>
        <p:spPr>
          <a:xfrm>
            <a:off x="1955625" y="4358325"/>
            <a:ext cx="57000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is larger than   and you are adding   in both.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913" name="Google Shape;913;p72" title="two sev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03949" y="4265000"/>
            <a:ext cx="169562" cy="5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914" name="Google Shape;914;p72" title="two ni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4207" y="4281850"/>
            <a:ext cx="169567" cy="545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915" name="Google Shape;915;p72" title="two third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20343" y="4263000"/>
            <a:ext cx="169550" cy="561130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2"/>
          <p:cNvSpPr txBox="1"/>
          <p:nvPr/>
        </p:nvSpPr>
        <p:spPr>
          <a:xfrm>
            <a:off x="4416763" y="1217900"/>
            <a:ext cx="31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sp>
        <p:nvSpPr>
          <p:cNvPr id="922" name="Google Shape;922;p73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number is the arrow pointing at?</a:t>
            </a:r>
            <a:endParaRPr/>
          </a:p>
        </p:txBody>
      </p:sp>
      <p:cxnSp>
        <p:nvCxnSpPr>
          <p:cNvPr id="923" name="Google Shape;923;p73"/>
          <p:cNvCxnSpPr/>
          <p:nvPr/>
        </p:nvCxnSpPr>
        <p:spPr>
          <a:xfrm>
            <a:off x="1682700" y="2162500"/>
            <a:ext cx="5240100" cy="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73"/>
          <p:cNvCxnSpPr/>
          <p:nvPr/>
        </p:nvCxnSpPr>
        <p:spPr>
          <a:xfrm flipH="1">
            <a:off x="2884650" y="2060800"/>
            <a:ext cx="5100" cy="208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73"/>
          <p:cNvCxnSpPr/>
          <p:nvPr/>
        </p:nvCxnSpPr>
        <p:spPr>
          <a:xfrm flipH="1">
            <a:off x="5458725" y="2060800"/>
            <a:ext cx="5100" cy="208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6" name="Google Shape;926;p73"/>
          <p:cNvSpPr/>
          <p:nvPr/>
        </p:nvSpPr>
        <p:spPr>
          <a:xfrm>
            <a:off x="2751075" y="1434975"/>
            <a:ext cx="285000" cy="564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927" name="Google Shape;927;p73" title="two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6913" y="1472950"/>
            <a:ext cx="148725" cy="488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8" name="Google Shape;928;p73"/>
          <p:cNvCxnSpPr/>
          <p:nvPr/>
        </p:nvCxnSpPr>
        <p:spPr>
          <a:xfrm>
            <a:off x="2878275" y="2508450"/>
            <a:ext cx="2574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929" name="Google Shape;929;p73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5925" y="2571750"/>
            <a:ext cx="148725" cy="47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-\frac{3}{4}=\frac{2\times4}{7\times4}-\frac{3\times7}{4\times7}=\frac{8}{28}-\frac{21}{28}=\frac{8}{28}+\left(-\frac{21}{28}\right)=\left(-\frac{13}{28}\right)&quot;&gt;&lt;mfrac&gt;&lt;mn&gt;2&lt;/mn&gt;&lt;mn&gt;7&lt;/mn&gt;&lt;/mfrac&gt;&lt;mo&gt;−&lt;/mo&gt;&lt;mfrac&gt;&lt;mn&gt;3&lt;/mn&gt;&lt;mn&gt;4&lt;/mn&gt;&lt;/mfrac&gt;&lt;mo&gt;=&lt;/mo&gt;&lt;mfrac&gt;&lt;mrow&gt;&lt;mn&gt;2&lt;/mn&gt;&lt;mo&gt;×&lt;/mo&gt;&lt;mn&gt;4&lt;/mn&gt;&lt;/mrow&gt;&lt;mrow&gt;&lt;mn&gt;7&lt;/mn&gt;&lt;mo&gt;×&lt;/mo&gt;&lt;mn&gt;4&lt;/mn&gt;&lt;/mrow&gt;&lt;/mfrac&gt;&lt;mo&gt;−&lt;/mo&gt;&lt;mfrac&gt;&lt;mrow&gt;&lt;mn&gt;3&lt;/mn&gt;&lt;mo&gt;×&lt;/mo&gt;&lt;mn&gt;7&lt;/mn&gt;&lt;/mrow&gt;&lt;mrow&gt;&lt;mn&gt;4&lt;/mn&gt;&lt;mo&gt;×&lt;/mo&gt;&lt;mn&gt;7&lt;/mn&gt;&lt;/mrow&gt;&lt;/mfrac&gt;&lt;mo&gt;=&lt;/mo&gt;&lt;mfrac&gt;&lt;mn&gt;8&lt;/mn&gt;&lt;mn&gt;28&lt;/mn&gt;&lt;/mfrac&gt;&lt;mo&gt;−&lt;/mo&gt;&lt;mfrac&gt;&lt;mn&gt;21&lt;/mn&gt;&lt;mn&gt;28&lt;/mn&gt;&lt;/mfrac&gt;&lt;mo&gt;=&lt;/mo&gt;&lt;mfrac&gt;&lt;mn&gt;8&lt;/mn&gt;&lt;mn&gt;28&lt;/mn&gt;&lt;/mfrac&gt;&lt;mo&gt;+&lt;/mo&gt;&lt;mrow data-mjx-texclass=&quot;INNER&quot;&gt;&lt;mo data-mjx-texclass=&quot;OPEN&quot;&gt;(&lt;/mo&gt;&lt;mo&gt;−&lt;/mo&gt;&lt;mfrac&gt;&lt;mn&gt;21&lt;/mn&gt;&lt;mn&gt;28&lt;/mn&gt;&lt;/mfrac&gt;&lt;mo data-mjx-texclass=&quot;CLOSE&quot;&gt;)&lt;/mo&gt;&lt;/mrow&gt;&lt;mo&gt;=&lt;/mo&gt;&lt;mrow data-mjx-texclass=&quot;INNER&quot;&gt;&lt;mo data-mjx-texclass=&quot;OPEN&quot;&gt;(&lt;/mo&gt;&lt;mo&gt;−&lt;/mo&gt;&lt;mfrac&gt;&lt;mn&gt;13&lt;/mn&gt;&lt;mn&gt;28&lt;/mn&gt;&lt;/mfrac&gt;&lt;mo data-mjx-texclass=&quot;CLOSE&quot;&gt;)&lt;/mo&gt;&lt;/mrow&gt;&lt;/math&gt;" id="930" name="Google Shape;930;p73" title="two sevenths minus three fourths equals the fraction with numerator 2 times 4 and denominator 7 times 4 minus the fraction with numerator 3 times 7 and denominator 4 times 7 equals 8 over 28 minus 21 over 28 equals 8 over 28 plus open paren negative 21 over 28 close paren equals open paren negative 13 over 28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7300" y="3250100"/>
            <a:ext cx="7619224" cy="7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73"/>
          <p:cNvSpPr/>
          <p:nvPr/>
        </p:nvSpPr>
        <p:spPr>
          <a:xfrm>
            <a:off x="1611475" y="3241050"/>
            <a:ext cx="1999500" cy="7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3"/>
          <p:cNvSpPr/>
          <p:nvPr/>
        </p:nvSpPr>
        <p:spPr>
          <a:xfrm>
            <a:off x="3647525" y="3250100"/>
            <a:ext cx="1438800" cy="7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3"/>
          <p:cNvSpPr/>
          <p:nvPr/>
        </p:nvSpPr>
        <p:spPr>
          <a:xfrm>
            <a:off x="5082075" y="3241050"/>
            <a:ext cx="2039100" cy="7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3"/>
          <p:cNvSpPr/>
          <p:nvPr/>
        </p:nvSpPr>
        <p:spPr>
          <a:xfrm>
            <a:off x="7183000" y="3241050"/>
            <a:ext cx="1408500" cy="7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3"/>
          <p:cNvSpPr txBox="1"/>
          <p:nvPr>
            <p:ph idx="1" type="body"/>
          </p:nvPr>
        </p:nvSpPr>
        <p:spPr>
          <a:xfrm>
            <a:off x="324000" y="4466225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we have a negative answer.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sp>
        <p:nvSpPr>
          <p:cNvPr id="941" name="Google Shape;941;p74"/>
          <p:cNvSpPr txBox="1"/>
          <p:nvPr>
            <p:ph idx="1" type="subTitle"/>
          </p:nvPr>
        </p:nvSpPr>
        <p:spPr>
          <a:xfrm>
            <a:off x="337825" y="810000"/>
            <a:ext cx="3982200" cy="6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number is the arrow pointing at?</a:t>
            </a:r>
            <a:endParaRPr/>
          </a:p>
        </p:txBody>
      </p:sp>
      <p:sp>
        <p:nvSpPr>
          <p:cNvPr id="942" name="Google Shape;942;p74"/>
          <p:cNvSpPr txBox="1"/>
          <p:nvPr>
            <p:ph idx="2" type="subTitle"/>
          </p:nvPr>
        </p:nvSpPr>
        <p:spPr>
          <a:xfrm>
            <a:off x="4824000" y="810000"/>
            <a:ext cx="3982200" cy="6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number is the arrow pointing at?</a:t>
            </a:r>
            <a:endParaRPr/>
          </a:p>
        </p:txBody>
      </p:sp>
      <p:cxnSp>
        <p:nvCxnSpPr>
          <p:cNvPr id="943" name="Google Shape;943;p74"/>
          <p:cNvCxnSpPr/>
          <p:nvPr/>
        </p:nvCxnSpPr>
        <p:spPr>
          <a:xfrm>
            <a:off x="705900" y="2192043"/>
            <a:ext cx="3111900" cy="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74"/>
          <p:cNvCxnSpPr/>
          <p:nvPr/>
        </p:nvCxnSpPr>
        <p:spPr>
          <a:xfrm flipH="1">
            <a:off x="1419710" y="2131648"/>
            <a:ext cx="3000" cy="12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74"/>
          <p:cNvCxnSpPr/>
          <p:nvPr/>
        </p:nvCxnSpPr>
        <p:spPr>
          <a:xfrm flipH="1">
            <a:off x="2948333" y="2131648"/>
            <a:ext cx="3000" cy="12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6" name="Google Shape;946;p74"/>
          <p:cNvSpPr/>
          <p:nvPr/>
        </p:nvSpPr>
        <p:spPr>
          <a:xfrm>
            <a:off x="1340358" y="1760000"/>
            <a:ext cx="169200" cy="335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7" name="Google Shape;947;p74"/>
          <p:cNvCxnSpPr/>
          <p:nvPr/>
        </p:nvCxnSpPr>
        <p:spPr>
          <a:xfrm>
            <a:off x="1415896" y="2397487"/>
            <a:ext cx="1528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3}{8}-\frac{5}{6}=\frac{3\times3}{8\times3}-\frac{5\times4}{6\times4}=\frac{9}{24}-\frac{20}{24}=\frac{9}{24}+\left(-\frac{20}{24}\right)=\left(-\frac{11}{24}\right)&quot;&gt;&lt;mfrac&gt;&lt;mn&gt;3&lt;/mn&gt;&lt;mn&gt;8&lt;/mn&gt;&lt;/mfrac&gt;&lt;mo&gt;−&lt;/mo&gt;&lt;mfrac&gt;&lt;mn&gt;5&lt;/mn&gt;&lt;mn&gt;6&lt;/mn&gt;&lt;/mfrac&gt;&lt;mo&gt;=&lt;/mo&gt;&lt;mfrac&gt;&lt;mrow&gt;&lt;mn&gt;3&lt;/mn&gt;&lt;mo&gt;×&lt;/mo&gt;&lt;mn&gt;3&lt;/mn&gt;&lt;/mrow&gt;&lt;mrow&gt;&lt;mn&gt;8&lt;/mn&gt;&lt;mo&gt;×&lt;/mo&gt;&lt;mn&gt;3&lt;/mn&gt;&lt;/mrow&gt;&lt;/mfrac&gt;&lt;mo&gt;−&lt;/mo&gt;&lt;mfrac&gt;&lt;mrow&gt;&lt;mn&gt;5&lt;/mn&gt;&lt;mo&gt;×&lt;/mo&gt;&lt;mn&gt;4&lt;/mn&gt;&lt;/mrow&gt;&lt;mrow&gt;&lt;mn&gt;6&lt;/mn&gt;&lt;mo&gt;×&lt;/mo&gt;&lt;mn&gt;4&lt;/mn&gt;&lt;/mrow&gt;&lt;/mfrac&gt;&lt;mo&gt;=&lt;/mo&gt;&lt;mfrac&gt;&lt;mn&gt;9&lt;/mn&gt;&lt;mn&gt;24&lt;/mn&gt;&lt;/mfrac&gt;&lt;mo&gt;−&lt;/mo&gt;&lt;mfrac&gt;&lt;mn&gt;20&lt;/mn&gt;&lt;mn&gt;24&lt;/mn&gt;&lt;/mfrac&gt;&lt;mo&gt;=&lt;/mo&gt;&lt;mfrac&gt;&lt;mn&gt;9&lt;/mn&gt;&lt;mn&gt;24&lt;/mn&gt;&lt;/mfrac&gt;&lt;mo&gt;+&lt;/mo&gt;&lt;mrow data-mjx-texclass=&quot;INNER&quot;&gt;&lt;mo data-mjx-texclass=&quot;OPEN&quot;&gt;(&lt;/mo&gt;&lt;mo&gt;−&lt;/mo&gt;&lt;mfrac&gt;&lt;mn&gt;20&lt;/mn&gt;&lt;mn&gt;24&lt;/mn&gt;&lt;/mfrac&gt;&lt;mo data-mjx-texclass=&quot;CLOSE&quot;&gt;)&lt;/mo&gt;&lt;/mrow&gt;&lt;mo&gt;=&lt;/mo&gt;&lt;mrow data-mjx-texclass=&quot;INNER&quot;&gt;&lt;mo data-mjx-texclass=&quot;OPEN&quot;&gt;(&lt;/mo&gt;&lt;mo&gt;−&lt;/mo&gt;&lt;mfrac&gt;&lt;mn&gt;11&lt;/mn&gt;&lt;mn&gt;24&lt;/mn&gt;&lt;/mfrac&gt;&lt;mo data-mjx-texclass=&quot;CLOSE&quot;&gt;)&lt;/mo&gt;&lt;/mrow&gt;&lt;/math&gt;" id="948" name="Google Shape;948;p74" title="three eighths minus five sixths equals the fraction with numerator 3 times 3 and denominator 8 times 3 minus the fraction with numerator 5 times 4 and denominator 6 times 4 equals 9 over 24 minus 20 over 24 equals 9 over 24 plus open paren negative 20 over 24 close paren equals open paren negative 11 over 24 close paren"/>
          <p:cNvPicPr preferRelativeResize="0"/>
          <p:nvPr/>
        </p:nvPicPr>
        <p:blipFill rotWithShape="1">
          <a:blip r:embed="rId3">
            <a:alphaModFix/>
          </a:blip>
          <a:srcRect b="0" l="0" r="62890" t="0"/>
          <a:stretch/>
        </p:blipFill>
        <p:spPr>
          <a:xfrm>
            <a:off x="324000" y="3233645"/>
            <a:ext cx="2412866" cy="597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-\frac{5}{6}&quot;&gt;&lt;mfrac&gt;&lt;mn&gt;3&lt;/mn&gt;&lt;mn&gt;8&lt;/mn&gt;&lt;/mfrac&gt;&lt;mo&gt;−&lt;/mo&gt;&lt;mfrac&gt;&lt;mn&gt;5&lt;/mn&gt;&lt;mn&gt;6&lt;/mn&gt;&lt;/mfrac&gt;&lt;/math&gt;" id="949" name="Google Shape;949;p74" title="three eighths minus five sixths"/>
          <p:cNvPicPr preferRelativeResize="0"/>
          <p:nvPr/>
        </p:nvPicPr>
        <p:blipFill rotWithShape="1">
          <a:blip r:embed="rId4">
            <a:alphaModFix/>
          </a:blip>
          <a:srcRect b="0" l="73350" r="0" t="0"/>
          <a:stretch/>
        </p:blipFill>
        <p:spPr>
          <a:xfrm>
            <a:off x="2127875" y="2447975"/>
            <a:ext cx="169200" cy="50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-\frac{5}{6}&quot;&gt;&lt;mfrac&gt;&lt;mn&gt;3&lt;/mn&gt;&lt;mn&gt;8&lt;/mn&gt;&lt;/mfrac&gt;&lt;mo&gt;−&lt;/mo&gt;&lt;mfrac&gt;&lt;mn&gt;5&lt;/mn&gt;&lt;mn&gt;6&lt;/mn&gt;&lt;/mfrac&gt;&lt;/math&gt;" id="950" name="Google Shape;950;p74" title="three eighths minus five sixths"/>
          <p:cNvPicPr preferRelativeResize="0"/>
          <p:nvPr/>
        </p:nvPicPr>
        <p:blipFill rotWithShape="1">
          <a:blip r:embed="rId4">
            <a:alphaModFix/>
          </a:blip>
          <a:srcRect b="0" l="0" r="67432" t="0"/>
          <a:stretch/>
        </p:blipFill>
        <p:spPr>
          <a:xfrm>
            <a:off x="2882050" y="1574200"/>
            <a:ext cx="206775" cy="50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-\frac{5}{6}=\frac{3\times3}{8\times3}-\frac{5\times4}{6\times4}=\frac{9}{24}-\frac{20}{24}=\frac{9}{24}+\left(-\frac{20}{24}\right)=\left(-\frac{11}{24}\right)&quot;&gt;&lt;mfrac&gt;&lt;mn&gt;3&lt;/mn&gt;&lt;mn&gt;8&lt;/mn&gt;&lt;/mfrac&gt;&lt;mo&gt;−&lt;/mo&gt;&lt;mfrac&gt;&lt;mn&gt;5&lt;/mn&gt;&lt;mn&gt;6&lt;/mn&gt;&lt;/mfrac&gt;&lt;mo&gt;=&lt;/mo&gt;&lt;mfrac&gt;&lt;mrow&gt;&lt;mn&gt;3&lt;/mn&gt;&lt;mo&gt;×&lt;/mo&gt;&lt;mn&gt;3&lt;/mn&gt;&lt;/mrow&gt;&lt;mrow&gt;&lt;mn&gt;8&lt;/mn&gt;&lt;mo&gt;×&lt;/mo&gt;&lt;mn&gt;3&lt;/mn&gt;&lt;/mrow&gt;&lt;/mfrac&gt;&lt;mo&gt;−&lt;/mo&gt;&lt;mfrac&gt;&lt;mrow&gt;&lt;mn&gt;5&lt;/mn&gt;&lt;mo&gt;×&lt;/mo&gt;&lt;mn&gt;4&lt;/mn&gt;&lt;/mrow&gt;&lt;mrow&gt;&lt;mn&gt;6&lt;/mn&gt;&lt;mo&gt;×&lt;/mo&gt;&lt;mn&gt;4&lt;/mn&gt;&lt;/mrow&gt;&lt;/mfrac&gt;&lt;mo&gt;=&lt;/mo&gt;&lt;mfrac&gt;&lt;mn&gt;9&lt;/mn&gt;&lt;mn&gt;24&lt;/mn&gt;&lt;/mfrac&gt;&lt;mo&gt;−&lt;/mo&gt;&lt;mfrac&gt;&lt;mn&gt;20&lt;/mn&gt;&lt;mn&gt;24&lt;/mn&gt;&lt;/mfrac&gt;&lt;mo&gt;=&lt;/mo&gt;&lt;mfrac&gt;&lt;mn&gt;9&lt;/mn&gt;&lt;mn&gt;24&lt;/mn&gt;&lt;/mfrac&gt;&lt;mo&gt;+&lt;/mo&gt;&lt;mrow data-mjx-texclass=&quot;INNER&quot;&gt;&lt;mo data-mjx-texclass=&quot;OPEN&quot;&gt;(&lt;/mo&gt;&lt;mo&gt;−&lt;/mo&gt;&lt;mfrac&gt;&lt;mn&gt;20&lt;/mn&gt;&lt;mn&gt;24&lt;/mn&gt;&lt;/mfrac&gt;&lt;mo data-mjx-texclass=&quot;CLOSE&quot;&gt;)&lt;/mo&gt;&lt;/mrow&gt;&lt;mo&gt;=&lt;/mo&gt;&lt;mrow data-mjx-texclass=&quot;INNER&quot;&gt;&lt;mo data-mjx-texclass=&quot;OPEN&quot;&gt;(&lt;/mo&gt;&lt;mo&gt;−&lt;/mo&gt;&lt;mfrac&gt;&lt;mn&gt;11&lt;/mn&gt;&lt;mn&gt;24&lt;/mn&gt;&lt;/mfrac&gt;&lt;mo data-mjx-texclass=&quot;CLOSE&quot;&gt;)&lt;/mo&gt;&lt;/mrow&gt;&lt;/math&gt;" id="951" name="Google Shape;951;p74" title="three eighths minus five sixths equals the fraction with numerator 3 times 3 and denominator 8 times 3 minus the fraction with numerator 5 times 4 and denominator 6 times 4 equals 9 over 24 minus 20 over 24 equals 9 over 24 plus open paren negative 20 over 24 close paren equals open paren negative 11 over 24 close paren"/>
          <p:cNvPicPr preferRelativeResize="0"/>
          <p:nvPr/>
        </p:nvPicPr>
        <p:blipFill rotWithShape="1">
          <a:blip r:embed="rId3">
            <a:alphaModFix/>
          </a:blip>
          <a:srcRect b="0" l="83382" r="0" t="0"/>
          <a:stretch/>
        </p:blipFill>
        <p:spPr>
          <a:xfrm>
            <a:off x="3398612" y="3992070"/>
            <a:ext cx="1080446" cy="597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-\frac{5}{6}=\frac{3\times3}{8\times3}-\frac{5\times4}{6\times4}=\frac{9}{24}-\frac{20}{24}=\frac{9}{24}+\left(-\frac{20}{24}\right)=\left(-\frac{11}{24}\right)&quot;&gt;&lt;mfrac&gt;&lt;mn&gt;3&lt;/mn&gt;&lt;mn&gt;8&lt;/mn&gt;&lt;/mfrac&gt;&lt;mo&gt;−&lt;/mo&gt;&lt;mfrac&gt;&lt;mn&gt;5&lt;/mn&gt;&lt;mn&gt;6&lt;/mn&gt;&lt;/mfrac&gt;&lt;mo&gt;=&lt;/mo&gt;&lt;mfrac&gt;&lt;mrow&gt;&lt;mn&gt;3&lt;/mn&gt;&lt;mo&gt;×&lt;/mo&gt;&lt;mn&gt;3&lt;/mn&gt;&lt;/mrow&gt;&lt;mrow&gt;&lt;mn&gt;8&lt;/mn&gt;&lt;mo&gt;×&lt;/mo&gt;&lt;mn&gt;3&lt;/mn&gt;&lt;/mrow&gt;&lt;/mfrac&gt;&lt;mo&gt;−&lt;/mo&gt;&lt;mfrac&gt;&lt;mrow&gt;&lt;mn&gt;5&lt;/mn&gt;&lt;mo&gt;×&lt;/mo&gt;&lt;mn&gt;4&lt;/mn&gt;&lt;/mrow&gt;&lt;mrow&gt;&lt;mn&gt;6&lt;/mn&gt;&lt;mo&gt;×&lt;/mo&gt;&lt;mn&gt;4&lt;/mn&gt;&lt;/mrow&gt;&lt;/mfrac&gt;&lt;mo&gt;=&lt;/mo&gt;&lt;mfrac&gt;&lt;mn&gt;9&lt;/mn&gt;&lt;mn&gt;24&lt;/mn&gt;&lt;/mfrac&gt;&lt;mo&gt;−&lt;/mo&gt;&lt;mfrac&gt;&lt;mn&gt;20&lt;/mn&gt;&lt;mn&gt;24&lt;/mn&gt;&lt;/mfrac&gt;&lt;mo&gt;=&lt;/mo&gt;&lt;mfrac&gt;&lt;mn&gt;9&lt;/mn&gt;&lt;mn&gt;24&lt;/mn&gt;&lt;/mfrac&gt;&lt;mo&gt;+&lt;/mo&gt;&lt;mrow data-mjx-texclass=&quot;INNER&quot;&gt;&lt;mo data-mjx-texclass=&quot;OPEN&quot;&gt;(&lt;/mo&gt;&lt;mo&gt;−&lt;/mo&gt;&lt;mfrac&gt;&lt;mn&gt;20&lt;/mn&gt;&lt;mn&gt;24&lt;/mn&gt;&lt;/mfrac&gt;&lt;mo data-mjx-texclass=&quot;CLOSE&quot;&gt;)&lt;/mo&gt;&lt;/mrow&gt;&lt;mo&gt;=&lt;/mo&gt;&lt;mrow data-mjx-texclass=&quot;INNER&quot;&gt;&lt;mo data-mjx-texclass=&quot;OPEN&quot;&gt;(&lt;/mo&gt;&lt;mo&gt;−&lt;/mo&gt;&lt;mfrac&gt;&lt;mn&gt;11&lt;/mn&gt;&lt;mn&gt;24&lt;/mn&gt;&lt;/mfrac&gt;&lt;mo data-mjx-texclass=&quot;CLOSE&quot;&gt;)&lt;/mo&gt;&lt;/mrow&gt;&lt;/math&gt;" id="952" name="Google Shape;952;p74" title="three eighths minus five sixths equals the fraction with numerator 3 times 3 and denominator 8 times 3 minus the fraction with numerator 5 times 4 and denominator 6 times 4 equals 9 over 24 minus 20 over 24 equals 9 over 24 plus open paren negative 20 over 24 close paren equals open paren negative 11 over 24 close paren"/>
          <p:cNvPicPr preferRelativeResize="0"/>
          <p:nvPr/>
        </p:nvPicPr>
        <p:blipFill rotWithShape="1">
          <a:blip r:embed="rId3">
            <a:alphaModFix/>
          </a:blip>
          <a:srcRect b="0" l="56617" r="17434" t="0"/>
          <a:stretch/>
        </p:blipFill>
        <p:spPr>
          <a:xfrm>
            <a:off x="1655715" y="4002292"/>
            <a:ext cx="1687172" cy="5974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-\frac{5}{6}=\frac{3\times3}{8\times3}-\frac{5\times4}{6\times4}=\frac{9}{24}-\frac{20}{24}=\frac{9}{24}+\left(-\frac{20}{24}\right)=\left(-\frac{11}{24}\right)&quot;&gt;&lt;mfrac&gt;&lt;mn&gt;3&lt;/mn&gt;&lt;mn&gt;8&lt;/mn&gt;&lt;/mfrac&gt;&lt;mo&gt;−&lt;/mo&gt;&lt;mfrac&gt;&lt;mn&gt;5&lt;/mn&gt;&lt;mn&gt;6&lt;/mn&gt;&lt;/mfrac&gt;&lt;mo&gt;=&lt;/mo&gt;&lt;mfrac&gt;&lt;mrow&gt;&lt;mn&gt;3&lt;/mn&gt;&lt;mo&gt;×&lt;/mo&gt;&lt;mn&gt;3&lt;/mn&gt;&lt;/mrow&gt;&lt;mrow&gt;&lt;mn&gt;8&lt;/mn&gt;&lt;mo&gt;×&lt;/mo&gt;&lt;mn&gt;3&lt;/mn&gt;&lt;/mrow&gt;&lt;/mfrac&gt;&lt;mo&gt;−&lt;/mo&gt;&lt;mfrac&gt;&lt;mrow&gt;&lt;mn&gt;5&lt;/mn&gt;&lt;mo&gt;×&lt;/mo&gt;&lt;mn&gt;4&lt;/mn&gt;&lt;/mrow&gt;&lt;mrow&gt;&lt;mn&gt;6&lt;/mn&gt;&lt;mo&gt;×&lt;/mo&gt;&lt;mn&gt;4&lt;/mn&gt;&lt;/mrow&gt;&lt;/mfrac&gt;&lt;mo&gt;=&lt;/mo&gt;&lt;mfrac&gt;&lt;mn&gt;9&lt;/mn&gt;&lt;mn&gt;24&lt;/mn&gt;&lt;/mfrac&gt;&lt;mo&gt;−&lt;/mo&gt;&lt;mfrac&gt;&lt;mn&gt;20&lt;/mn&gt;&lt;mn&gt;24&lt;/mn&gt;&lt;/mfrac&gt;&lt;mo&gt;=&lt;/mo&gt;&lt;mfrac&gt;&lt;mn&gt;9&lt;/mn&gt;&lt;mn&gt;24&lt;/mn&gt;&lt;/mfrac&gt;&lt;mo&gt;+&lt;/mo&gt;&lt;mrow data-mjx-texclass=&quot;INNER&quot;&gt;&lt;mo data-mjx-texclass=&quot;OPEN&quot;&gt;(&lt;/mo&gt;&lt;mo&gt;−&lt;/mo&gt;&lt;mfrac&gt;&lt;mn&gt;20&lt;/mn&gt;&lt;mn&gt;24&lt;/mn&gt;&lt;/mfrac&gt;&lt;mo data-mjx-texclass=&quot;CLOSE&quot;&gt;)&lt;/mo&gt;&lt;/mrow&gt;&lt;mo&gt;=&lt;/mo&gt;&lt;mrow data-mjx-texclass=&quot;INNER&quot;&gt;&lt;mo data-mjx-texclass=&quot;OPEN&quot;&gt;(&lt;/mo&gt;&lt;mo&gt;−&lt;/mo&gt;&lt;mfrac&gt;&lt;mn&gt;11&lt;/mn&gt;&lt;mn&gt;24&lt;/mn&gt;&lt;/mfrac&gt;&lt;mo data-mjx-texclass=&quot;CLOSE&quot;&gt;)&lt;/mo&gt;&lt;/mrow&gt;&lt;/math&gt;" id="953" name="Google Shape;953;p74" title="three eighths minus five sixths equals the fraction with numerator 3 times 3 and denominator 8 times 3 minus the fraction with numerator 5 times 4 and denominator 6 times 4 equals 9 over 24 minus 20 over 24 equals 9 over 24 plus open paren negative 20 over 24 close paren equals open paren negative 11 over 24 close paren"/>
          <p:cNvPicPr preferRelativeResize="0"/>
          <p:nvPr/>
        </p:nvPicPr>
        <p:blipFill rotWithShape="1">
          <a:blip r:embed="rId3">
            <a:alphaModFix/>
          </a:blip>
          <a:srcRect b="0" l="37110" r="43592" t="0"/>
          <a:stretch/>
        </p:blipFill>
        <p:spPr>
          <a:xfrm>
            <a:off x="337825" y="4002300"/>
            <a:ext cx="1254706" cy="5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74"/>
          <p:cNvSpPr/>
          <p:nvPr/>
        </p:nvSpPr>
        <p:spPr>
          <a:xfrm>
            <a:off x="1011150" y="3180675"/>
            <a:ext cx="1725600" cy="65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5" name="Google Shape;955;p74"/>
          <p:cNvCxnSpPr/>
          <p:nvPr/>
        </p:nvCxnSpPr>
        <p:spPr>
          <a:xfrm>
            <a:off x="5259150" y="2202343"/>
            <a:ext cx="3111900" cy="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6" name="Google Shape;956;p74"/>
          <p:cNvCxnSpPr/>
          <p:nvPr/>
        </p:nvCxnSpPr>
        <p:spPr>
          <a:xfrm flipH="1">
            <a:off x="5972960" y="2141949"/>
            <a:ext cx="3000" cy="12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74"/>
          <p:cNvCxnSpPr/>
          <p:nvPr/>
        </p:nvCxnSpPr>
        <p:spPr>
          <a:xfrm flipH="1">
            <a:off x="7501583" y="2141949"/>
            <a:ext cx="3000" cy="12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8" name="Google Shape;958;p74"/>
          <p:cNvSpPr/>
          <p:nvPr/>
        </p:nvSpPr>
        <p:spPr>
          <a:xfrm>
            <a:off x="5893608" y="1770300"/>
            <a:ext cx="169200" cy="335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9" name="Google Shape;959;p74"/>
          <p:cNvCxnSpPr/>
          <p:nvPr/>
        </p:nvCxnSpPr>
        <p:spPr>
          <a:xfrm>
            <a:off x="5969146" y="2407787"/>
            <a:ext cx="1528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4}{9}-\frac{5}{6}=\frac{4\times2}{9\times2}-\frac{5\times3}{6\times3}=\frac{8}{18}-\frac{15}{18}=\frac{8}{18}+\left(-\frac{15}{18}\right)=\left(-\frac{7}{18}\right)&quot;&gt;&lt;mfrac&gt;&lt;mn&gt;4&lt;/mn&gt;&lt;mn&gt;9&lt;/mn&gt;&lt;/mfrac&gt;&lt;mo&gt;−&lt;/mo&gt;&lt;mfrac&gt;&lt;mn&gt;5&lt;/mn&gt;&lt;mn&gt;6&lt;/mn&gt;&lt;/mfrac&gt;&lt;mo&gt;=&lt;/mo&gt;&lt;mfrac&gt;&lt;mrow&gt;&lt;mn&gt;4&lt;/mn&gt;&lt;mo&gt;×&lt;/mo&gt;&lt;mn&gt;2&lt;/mn&gt;&lt;/mrow&gt;&lt;mrow&gt;&lt;mn&gt;9&lt;/mn&gt;&lt;mo&gt;×&lt;/mo&gt;&lt;mn&gt;2&lt;/mn&gt;&lt;/mrow&gt;&lt;/mfrac&gt;&lt;mo&gt;−&lt;/mo&gt;&lt;mfrac&gt;&lt;mrow&gt;&lt;mn&gt;5&lt;/mn&gt;&lt;mo&gt;×&lt;/mo&gt;&lt;mn&gt;3&lt;/mn&gt;&lt;/mrow&gt;&lt;mrow&gt;&lt;mn&gt;6&lt;/mn&gt;&lt;mo&gt;×&lt;/mo&gt;&lt;mn&gt;3&lt;/mn&gt;&lt;/mrow&gt;&lt;/mfrac&gt;&lt;mo&gt;=&lt;/mo&gt;&lt;mfrac&gt;&lt;mn&gt;8&lt;/mn&gt;&lt;mn&gt;18&lt;/mn&gt;&lt;/mfrac&gt;&lt;mo&gt;−&lt;/mo&gt;&lt;mfrac&gt;&lt;mn&gt;15&lt;/mn&gt;&lt;mn&gt;18&lt;/mn&gt;&lt;/mfrac&gt;&lt;mo&gt;=&lt;/mo&gt;&lt;mfrac&gt;&lt;mn&gt;8&lt;/mn&gt;&lt;mn&gt;18&lt;/mn&gt;&lt;/mfrac&gt;&lt;mo&gt;+&lt;/mo&gt;&lt;mrow data-mjx-texclass=&quot;INNER&quot;&gt;&lt;mo data-mjx-texclass=&quot;OPEN&quot;&gt;(&lt;/mo&gt;&lt;mo&gt;−&lt;/mo&gt;&lt;mfrac&gt;&lt;mn&gt;15&lt;/mn&gt;&lt;mn&gt;18&lt;/mn&gt;&lt;/mfrac&gt;&lt;mo data-mjx-texclass=&quot;CLOSE&quot;&gt;)&lt;/mo&gt;&lt;/mrow&gt;&lt;mo&gt;=&lt;/mo&gt;&lt;mrow data-mjx-texclass=&quot;INNER&quot;&gt;&lt;mo data-mjx-texclass=&quot;OPEN&quot;&gt;(&lt;/mo&gt;&lt;mo&gt;−&lt;/mo&gt;&lt;mfrac&gt;&lt;mn&gt;7&lt;/mn&gt;&lt;mn&gt;18&lt;/mn&gt;&lt;/mfrac&gt;&lt;mo data-mjx-texclass=&quot;CLOSE&quot;&gt;)&lt;/mo&gt;&lt;/mrow&gt;&lt;/math&gt;" id="960" name="Google Shape;960;p74" title="four ninths minus five sixths equals the fraction with numerator 4 times 2 and denominator 9 times 2 minus the fraction with numerator 5 times 3 and denominator 6 times 3 equals 8 over 18 minus 15 over 18 equals 8 over 18 plus open paren negative 15 over 18 close paren equals open paren negative 7 over 18 close paren"/>
          <p:cNvPicPr preferRelativeResize="0"/>
          <p:nvPr/>
        </p:nvPicPr>
        <p:blipFill rotWithShape="1">
          <a:blip r:embed="rId5">
            <a:alphaModFix/>
          </a:blip>
          <a:srcRect b="0" l="82660" r="0" t="0"/>
          <a:stretch/>
        </p:blipFill>
        <p:spPr>
          <a:xfrm>
            <a:off x="7739551" y="3850800"/>
            <a:ext cx="1080450" cy="57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-\frac{5}{6}&quot;&gt;&lt;mfrac&gt;&lt;mn&gt;4&lt;/mn&gt;&lt;mn&gt;9&lt;/mn&gt;&lt;/mfrac&gt;&lt;mo&gt;−&lt;/mo&gt;&lt;mfrac&gt;&lt;mn&gt;5&lt;/mn&gt;&lt;mn&gt;6&lt;/mn&gt;&lt;/mfrac&gt;&lt;/math&gt;" id="961" name="Google Shape;961;p74" title="four ninths minus five sixths"/>
          <p:cNvPicPr preferRelativeResize="0"/>
          <p:nvPr/>
        </p:nvPicPr>
        <p:blipFill rotWithShape="1">
          <a:blip r:embed="rId6">
            <a:alphaModFix/>
          </a:blip>
          <a:srcRect b="0" l="67379" r="0" t="0"/>
          <a:stretch/>
        </p:blipFill>
        <p:spPr>
          <a:xfrm>
            <a:off x="6630156" y="2454475"/>
            <a:ext cx="206775" cy="50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-\frac{5}{6}&quot;&gt;&lt;mfrac&gt;&lt;mn&gt;4&lt;/mn&gt;&lt;mn&gt;9&lt;/mn&gt;&lt;/mfrac&gt;&lt;mo&gt;−&lt;/mo&gt;&lt;mfrac&gt;&lt;mn&gt;5&lt;/mn&gt;&lt;mn&gt;6&lt;/mn&gt;&lt;/mfrac&gt;&lt;/math&gt;" id="962" name="Google Shape;962;p74" title="four ninths minus five sixths"/>
          <p:cNvPicPr preferRelativeResize="0"/>
          <p:nvPr/>
        </p:nvPicPr>
        <p:blipFill rotWithShape="1">
          <a:blip r:embed="rId6">
            <a:alphaModFix/>
          </a:blip>
          <a:srcRect b="0" l="0" r="67379" t="0"/>
          <a:stretch/>
        </p:blipFill>
        <p:spPr>
          <a:xfrm>
            <a:off x="7430212" y="1518500"/>
            <a:ext cx="206775" cy="50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-\frac{5}{6}=\frac{4\times2}{9\times2}-\frac{5\times3}{6\times3}=\frac{8}{18}-\frac{15}{18}=\frac{8}{18}+\left(-\frac{15}{18}\right)=\left(-\frac{7}{18}\right)&quot;&gt;&lt;mfrac&gt;&lt;mn&gt;4&lt;/mn&gt;&lt;mn&gt;9&lt;/mn&gt;&lt;/mfrac&gt;&lt;mo&gt;−&lt;/mo&gt;&lt;mfrac&gt;&lt;mn&gt;5&lt;/mn&gt;&lt;mn&gt;6&lt;/mn&gt;&lt;/mfrac&gt;&lt;mo&gt;=&lt;/mo&gt;&lt;mfrac&gt;&lt;mrow&gt;&lt;mn&gt;4&lt;/mn&gt;&lt;mo&gt;×&lt;/mo&gt;&lt;mn&gt;2&lt;/mn&gt;&lt;/mrow&gt;&lt;mrow&gt;&lt;mn&gt;9&lt;/mn&gt;&lt;mo&gt;×&lt;/mo&gt;&lt;mn&gt;2&lt;/mn&gt;&lt;/mrow&gt;&lt;/mfrac&gt;&lt;mo&gt;−&lt;/mo&gt;&lt;mfrac&gt;&lt;mrow&gt;&lt;mn&gt;5&lt;/mn&gt;&lt;mo&gt;×&lt;/mo&gt;&lt;mn&gt;3&lt;/mn&gt;&lt;/mrow&gt;&lt;mrow&gt;&lt;mn&gt;6&lt;/mn&gt;&lt;mo&gt;×&lt;/mo&gt;&lt;mn&gt;3&lt;/mn&gt;&lt;/mrow&gt;&lt;/mfrac&gt;&lt;mo&gt;=&lt;/mo&gt;&lt;mfrac&gt;&lt;mn&gt;8&lt;/mn&gt;&lt;mn&gt;18&lt;/mn&gt;&lt;/mfrac&gt;&lt;mo&gt;−&lt;/mo&gt;&lt;mfrac&gt;&lt;mn&gt;15&lt;/mn&gt;&lt;mn&gt;18&lt;/mn&gt;&lt;/mfrac&gt;&lt;mo&gt;=&lt;/mo&gt;&lt;mfrac&gt;&lt;mn&gt;8&lt;/mn&gt;&lt;mn&gt;18&lt;/mn&gt;&lt;/mfrac&gt;&lt;mo&gt;+&lt;/mo&gt;&lt;mrow data-mjx-texclass=&quot;INNER&quot;&gt;&lt;mo data-mjx-texclass=&quot;OPEN&quot;&gt;(&lt;/mo&gt;&lt;mo&gt;−&lt;/mo&gt;&lt;mfrac&gt;&lt;mn&gt;15&lt;/mn&gt;&lt;mn&gt;18&lt;/mn&gt;&lt;/mfrac&gt;&lt;mo data-mjx-texclass=&quot;CLOSE&quot;&gt;)&lt;/mo&gt;&lt;/mrow&gt;&lt;mo&gt;=&lt;/mo&gt;&lt;mrow data-mjx-texclass=&quot;INNER&quot;&gt;&lt;mo data-mjx-texclass=&quot;OPEN&quot;&gt;(&lt;/mo&gt;&lt;mo&gt;−&lt;/mo&gt;&lt;mfrac&gt;&lt;mn&gt;7&lt;/mn&gt;&lt;mn&gt;18&lt;/mn&gt;&lt;/mfrac&gt;&lt;mo data-mjx-texclass=&quot;CLOSE&quot;&gt;)&lt;/mo&gt;&lt;/mrow&gt;&lt;/math&gt;" id="963" name="Google Shape;963;p74" title="four ninths minus five sixths equals the fraction with numerator 4 times 2 and denominator 9 times 2 minus the fraction with numerator 5 times 3 and denominator 6 times 3 equals 8 over 18 minus 15 over 18 equals 8 over 18 plus open paren negative 15 over 18 close paren equals open paren negative 7 over 18 close paren"/>
          <p:cNvPicPr preferRelativeResize="0"/>
          <p:nvPr/>
        </p:nvPicPr>
        <p:blipFill rotWithShape="1">
          <a:blip r:embed="rId5">
            <a:alphaModFix/>
          </a:blip>
          <a:srcRect b="0" l="56139" r="16784" t="0"/>
          <a:stretch/>
        </p:blipFill>
        <p:spPr>
          <a:xfrm>
            <a:off x="6120774" y="3850800"/>
            <a:ext cx="1687149" cy="57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-\frac{5}{6}=\frac{4\times2}{9\times2}-\frac{5\times3}{6\times3}=\frac{8}{18}-\frac{15}{18}=\frac{8}{18}+\left(-\frac{15}{18}\right)=\left(-\frac{7}{18}\right)&quot;&gt;&lt;mfrac&gt;&lt;mn&gt;4&lt;/mn&gt;&lt;mn&gt;9&lt;/mn&gt;&lt;/mfrac&gt;&lt;mo&gt;−&lt;/mo&gt;&lt;mfrac&gt;&lt;mn&gt;5&lt;/mn&gt;&lt;mn&gt;6&lt;/mn&gt;&lt;/mfrac&gt;&lt;mo&gt;=&lt;/mo&gt;&lt;mfrac&gt;&lt;mrow&gt;&lt;mn&gt;4&lt;/mn&gt;&lt;mo&gt;×&lt;/mo&gt;&lt;mn&gt;2&lt;/mn&gt;&lt;/mrow&gt;&lt;mrow&gt;&lt;mn&gt;9&lt;/mn&gt;&lt;mo&gt;×&lt;/mo&gt;&lt;mn&gt;2&lt;/mn&gt;&lt;/mrow&gt;&lt;/mfrac&gt;&lt;mo&gt;−&lt;/mo&gt;&lt;mfrac&gt;&lt;mrow&gt;&lt;mn&gt;5&lt;/mn&gt;&lt;mo&gt;×&lt;/mo&gt;&lt;mn&gt;3&lt;/mn&gt;&lt;/mrow&gt;&lt;mrow&gt;&lt;mn&gt;6&lt;/mn&gt;&lt;mo&gt;×&lt;/mo&gt;&lt;mn&gt;3&lt;/mn&gt;&lt;/mrow&gt;&lt;/mfrac&gt;&lt;mo&gt;=&lt;/mo&gt;&lt;mfrac&gt;&lt;mn&gt;8&lt;/mn&gt;&lt;mn&gt;18&lt;/mn&gt;&lt;/mfrac&gt;&lt;mo&gt;−&lt;/mo&gt;&lt;mfrac&gt;&lt;mn&gt;15&lt;/mn&gt;&lt;mn&gt;18&lt;/mn&gt;&lt;/mfrac&gt;&lt;mo&gt;=&lt;/mo&gt;&lt;mfrac&gt;&lt;mn&gt;8&lt;/mn&gt;&lt;mn&gt;18&lt;/mn&gt;&lt;/mfrac&gt;&lt;mo&gt;+&lt;/mo&gt;&lt;mrow data-mjx-texclass=&quot;INNER&quot;&gt;&lt;mo data-mjx-texclass=&quot;OPEN&quot;&gt;(&lt;/mo&gt;&lt;mo&gt;−&lt;/mo&gt;&lt;mfrac&gt;&lt;mn&gt;15&lt;/mn&gt;&lt;mn&gt;18&lt;/mn&gt;&lt;/mfrac&gt;&lt;mo data-mjx-texclass=&quot;CLOSE&quot;&gt;)&lt;/mo&gt;&lt;/mrow&gt;&lt;mo&gt;=&lt;/mo&gt;&lt;mrow data-mjx-texclass=&quot;INNER&quot;&gt;&lt;mo data-mjx-texclass=&quot;OPEN&quot;&gt;(&lt;/mo&gt;&lt;mo&gt;−&lt;/mo&gt;&lt;mfrac&gt;&lt;mn&gt;7&lt;/mn&gt;&lt;mn&gt;18&lt;/mn&gt;&lt;/mfrac&gt;&lt;mo data-mjx-texclass=&quot;CLOSE&quot;&gt;)&lt;/mo&gt;&lt;/mrow&gt;&lt;/math&gt;" id="964" name="Google Shape;964;p74" title="four ninths minus five sixths equals the fraction with numerator 4 times 2 and denominator 9 times 2 minus the fraction with numerator 5 times 3 and denominator 6 times 3 equals 8 over 18 minus 15 over 18 equals 8 over 18 plus open paren negative 15 over 18 close paren equals open paren negative 7 over 18 close paren"/>
          <p:cNvPicPr preferRelativeResize="0"/>
          <p:nvPr/>
        </p:nvPicPr>
        <p:blipFill rotWithShape="1">
          <a:blip r:embed="rId5">
            <a:alphaModFix/>
          </a:blip>
          <a:srcRect b="0" l="37788" r="43508" t="0"/>
          <a:stretch/>
        </p:blipFill>
        <p:spPr>
          <a:xfrm>
            <a:off x="4841000" y="3850800"/>
            <a:ext cx="1165451" cy="57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-\frac{5}{6}=\frac{4\times2}{9\times2}-\frac{5\times3}{6\times3}=\frac{8}{18}-\frac{15}{18}=\frac{8}{18}+\left(-\frac{15}{18}\right)=\left(-\frac{7}{18}\right)&quot;&gt;&lt;mfrac&gt;&lt;mn&gt;4&lt;/mn&gt;&lt;mn&gt;9&lt;/mn&gt;&lt;/mfrac&gt;&lt;mo&gt;−&lt;/mo&gt;&lt;mfrac&gt;&lt;mn&gt;5&lt;/mn&gt;&lt;mn&gt;6&lt;/mn&gt;&lt;/mfrac&gt;&lt;mo&gt;=&lt;/mo&gt;&lt;mfrac&gt;&lt;mrow&gt;&lt;mn&gt;4&lt;/mn&gt;&lt;mo&gt;×&lt;/mo&gt;&lt;mn&gt;2&lt;/mn&gt;&lt;/mrow&gt;&lt;mrow&gt;&lt;mn&gt;9&lt;/mn&gt;&lt;mo&gt;×&lt;/mo&gt;&lt;mn&gt;2&lt;/mn&gt;&lt;/mrow&gt;&lt;/mfrac&gt;&lt;mo&gt;−&lt;/mo&gt;&lt;mfrac&gt;&lt;mrow&gt;&lt;mn&gt;5&lt;/mn&gt;&lt;mo&gt;×&lt;/mo&gt;&lt;mn&gt;3&lt;/mn&gt;&lt;/mrow&gt;&lt;mrow&gt;&lt;mn&gt;6&lt;/mn&gt;&lt;mo&gt;×&lt;/mo&gt;&lt;mn&gt;3&lt;/mn&gt;&lt;/mrow&gt;&lt;/mfrac&gt;&lt;mo&gt;=&lt;/mo&gt;&lt;mfrac&gt;&lt;mn&gt;8&lt;/mn&gt;&lt;mn&gt;18&lt;/mn&gt;&lt;/mfrac&gt;&lt;mo&gt;−&lt;/mo&gt;&lt;mfrac&gt;&lt;mn&gt;15&lt;/mn&gt;&lt;mn&gt;18&lt;/mn&gt;&lt;/mfrac&gt;&lt;mo&gt;=&lt;/mo&gt;&lt;mfrac&gt;&lt;mn&gt;8&lt;/mn&gt;&lt;mn&gt;18&lt;/mn&gt;&lt;/mfrac&gt;&lt;mo&gt;+&lt;/mo&gt;&lt;mrow data-mjx-texclass=&quot;INNER&quot;&gt;&lt;mo data-mjx-texclass=&quot;OPEN&quot;&gt;(&lt;/mo&gt;&lt;mo&gt;−&lt;/mo&gt;&lt;mfrac&gt;&lt;mn&gt;15&lt;/mn&gt;&lt;mn&gt;18&lt;/mn&gt;&lt;/mfrac&gt;&lt;mo data-mjx-texclass=&quot;CLOSE&quot;&gt;)&lt;/mo&gt;&lt;/mrow&gt;&lt;mo&gt;=&lt;/mo&gt;&lt;mrow data-mjx-texclass=&quot;INNER&quot;&gt;&lt;mo data-mjx-texclass=&quot;OPEN&quot;&gt;(&lt;/mo&gt;&lt;mo&gt;−&lt;/mo&gt;&lt;mfrac&gt;&lt;mn&gt;7&lt;/mn&gt;&lt;mn&gt;18&lt;/mn&gt;&lt;/mfrac&gt;&lt;mo data-mjx-texclass=&quot;CLOSE&quot;&gt;)&lt;/mo&gt;&lt;/mrow&gt;&lt;/math&gt;" id="965" name="Google Shape;965;p74" title="four ninths minus five sixths equals the fraction with numerator 4 times 2 and denominator 9 times 2 minus the fraction with numerator 5 times 3 and denominator 6 times 3 equals 8 over 18 minus 15 over 18 equals 8 over 18 plus open paren negative 15 over 18 close paren equals open paren negative 7 over 18 close paren"/>
          <p:cNvPicPr preferRelativeResize="0"/>
          <p:nvPr/>
        </p:nvPicPr>
        <p:blipFill rotWithShape="1">
          <a:blip r:embed="rId5">
            <a:alphaModFix/>
          </a:blip>
          <a:srcRect b="0" l="0" r="62513" t="0"/>
          <a:stretch/>
        </p:blipFill>
        <p:spPr>
          <a:xfrm>
            <a:off x="4824000" y="3075600"/>
            <a:ext cx="2335901" cy="5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75"/>
          <p:cNvSpPr txBox="1"/>
          <p:nvPr>
            <p:ph idx="1" type="body"/>
          </p:nvPr>
        </p:nvSpPr>
        <p:spPr>
          <a:xfrm>
            <a:off x="324000" y="759300"/>
            <a:ext cx="8237700" cy="3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r>
              <a:rPr lang="en-GB"/>
              <a:t>)  Place the symbols &lt; or &gt; into the following.  Try to only work out the exact answer if it is not obvious.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971" name="Google Shape;971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8}+\frac{1}{2}\ \ \ \ \ \ \ \ \ \frac{3}{7}+\frac{1}{2}&quot;&gt;&lt;mfrac&gt;&lt;mn&gt;3&lt;/mn&gt;&lt;mn&gt;8&lt;/mn&gt;&lt;/mfrac&gt;&lt;mo&gt;+&lt;/mo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frac&gt;&lt;mn&gt;3&lt;/mn&gt;&lt;mn&gt;7&lt;/mn&gt;&lt;/mfrac&gt;&lt;mo&gt;+&lt;/mo&gt;&lt;mfrac&gt;&lt;mn&gt;1&lt;/mn&gt;&lt;mn&gt;2&lt;/mn&gt;&lt;/mfrac&gt;&lt;/math&gt;" id="972" name="Google Shape;972;p75" title="three eighths plus one half three sevenths plu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379" y="1568693"/>
            <a:ext cx="2216507" cy="59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379" y="2596189"/>
            <a:ext cx="2156485" cy="583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-\frac{6}{10}\ \ \ \ \ \ \ \ \ \frac{6}{8}-\frac{2}{3}&quot;&gt;&lt;mfrac&gt;&lt;mn&gt;2&lt;/mn&gt;&lt;mn&gt;3&lt;/mn&gt;&lt;/mfrac&gt;&lt;mo&gt;−&lt;/mo&gt;&lt;mfrac&gt;&lt;mn&gt;6&lt;/mn&gt;&lt;mn&gt;10&lt;/mn&gt;&lt;/mfrac&gt;&lt;mtext&gt;&lt;/mtext&gt;&lt;mtext&gt;&lt;/mtext&gt;&lt;mtext&gt;&lt;/mtext&gt;&lt;mtext&gt;&lt;/mtext&gt;&lt;mtext&gt;&lt;/mtext&gt;&lt;mtext&gt;&lt;/mtext&gt;&lt;mtext&gt;&lt;/mtext&gt;&lt;mtext&gt;&lt;/mtext&gt;&lt;mtext&gt;&lt;/mtext&gt;&lt;mfrac&gt;&lt;mn&gt;6&lt;/mn&gt;&lt;mn&gt;8&lt;/mn&gt;&lt;/mfrac&gt;&lt;mo&gt;−&lt;/mo&gt;&lt;mfrac&gt;&lt;mn&gt;2&lt;/mn&gt;&lt;mn&gt;3&lt;/mn&gt;&lt;/mfrac&gt;&lt;/math&gt;" id="974" name="Google Shape;974;p75" title="two thirds minus six tenths six eighths minu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2379" y="3634432"/>
            <a:ext cx="2357986" cy="595924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75"/>
          <p:cNvSpPr/>
          <p:nvPr/>
        </p:nvSpPr>
        <p:spPr>
          <a:xfrm>
            <a:off x="1889425" y="1668213"/>
            <a:ext cx="302400" cy="396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5"/>
          <p:cNvSpPr/>
          <p:nvPr/>
        </p:nvSpPr>
        <p:spPr>
          <a:xfrm>
            <a:off x="1859425" y="2689263"/>
            <a:ext cx="302400" cy="396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5"/>
          <p:cNvSpPr/>
          <p:nvPr/>
        </p:nvSpPr>
        <p:spPr>
          <a:xfrm>
            <a:off x="2031550" y="3733938"/>
            <a:ext cx="302400" cy="396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76"/>
          <p:cNvSpPr txBox="1"/>
          <p:nvPr>
            <p:ph idx="1" type="body"/>
          </p:nvPr>
        </p:nvSpPr>
        <p:spPr>
          <a:xfrm>
            <a:off x="324000" y="606900"/>
            <a:ext cx="8496000" cy="4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 Find the missing value in each diagram. Give your answer in its simplest form.</a:t>
            </a:r>
            <a:endParaRPr sz="1800"/>
          </a:p>
        </p:txBody>
      </p:sp>
      <p:sp>
        <p:nvSpPr>
          <p:cNvPr id="983" name="Google Shape;983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984" name="Google Shape;984;p76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2928" y="1777828"/>
            <a:ext cx="143743" cy="47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985" name="Google Shape;985;p76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9215" y="937574"/>
            <a:ext cx="145260" cy="47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2}&quot;&gt;&lt;mfrac&gt;&lt;mn&gt;10&lt;/mn&gt;&lt;mn&gt;12&lt;/mn&gt;&lt;/mfrac&gt;&lt;/math&gt;" id="986" name="Google Shape;986;p76" title="10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6795" y="4334803"/>
            <a:ext cx="260107" cy="46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987" name="Google Shape;987;p76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62050" y="3075003"/>
            <a:ext cx="147166" cy="468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8" name="Google Shape;988;p76"/>
          <p:cNvGrpSpPr/>
          <p:nvPr/>
        </p:nvGrpSpPr>
        <p:grpSpPr>
          <a:xfrm>
            <a:off x="708300" y="1441825"/>
            <a:ext cx="1953000" cy="308700"/>
            <a:chOff x="790050" y="1497675"/>
            <a:chExt cx="1953000" cy="308700"/>
          </a:xfrm>
        </p:grpSpPr>
        <p:grpSp>
          <p:nvGrpSpPr>
            <p:cNvPr id="989" name="Google Shape;989;p76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990" name="Google Shape;990;p76"/>
              <p:cNvCxnSpPr/>
              <p:nvPr/>
            </p:nvCxnSpPr>
            <p:spPr>
              <a:xfrm flipH="1" rot="10800000">
                <a:off x="790050" y="1615350"/>
                <a:ext cx="19530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" name="Google Shape;991;p76"/>
              <p:cNvCxnSpPr/>
              <p:nvPr/>
            </p:nvCxnSpPr>
            <p:spPr>
              <a:xfrm>
                <a:off x="12026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" name="Google Shape;992;p76"/>
              <p:cNvCxnSpPr/>
              <p:nvPr/>
            </p:nvCxnSpPr>
            <p:spPr>
              <a:xfrm>
                <a:off x="22694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993" name="Google Shape;993;p76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994" name="Google Shape;994;p76"/>
          <p:cNvGrpSpPr/>
          <p:nvPr/>
        </p:nvGrpSpPr>
        <p:grpSpPr>
          <a:xfrm>
            <a:off x="708300" y="2728631"/>
            <a:ext cx="1953000" cy="308700"/>
            <a:chOff x="790050" y="1497675"/>
            <a:chExt cx="1953000" cy="308700"/>
          </a:xfrm>
        </p:grpSpPr>
        <p:grpSp>
          <p:nvGrpSpPr>
            <p:cNvPr id="995" name="Google Shape;995;p76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996" name="Google Shape;996;p76"/>
              <p:cNvCxnSpPr/>
              <p:nvPr/>
            </p:nvCxnSpPr>
            <p:spPr>
              <a:xfrm flipH="1" rot="10800000">
                <a:off x="790050" y="1615350"/>
                <a:ext cx="19530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7" name="Google Shape;997;p76"/>
              <p:cNvCxnSpPr/>
              <p:nvPr/>
            </p:nvCxnSpPr>
            <p:spPr>
              <a:xfrm>
                <a:off x="12026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8" name="Google Shape;998;p76"/>
              <p:cNvCxnSpPr/>
              <p:nvPr/>
            </p:nvCxnSpPr>
            <p:spPr>
              <a:xfrm>
                <a:off x="22694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999" name="Google Shape;999;p76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000" name="Google Shape;1000;p76"/>
          <p:cNvGrpSpPr/>
          <p:nvPr/>
        </p:nvGrpSpPr>
        <p:grpSpPr>
          <a:xfrm>
            <a:off x="708300" y="4015437"/>
            <a:ext cx="1953000" cy="308700"/>
            <a:chOff x="790050" y="1497675"/>
            <a:chExt cx="1953000" cy="308700"/>
          </a:xfrm>
        </p:grpSpPr>
        <p:grpSp>
          <p:nvGrpSpPr>
            <p:cNvPr id="1001" name="Google Shape;1001;p76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002" name="Google Shape;1002;p76"/>
              <p:cNvCxnSpPr/>
              <p:nvPr/>
            </p:nvCxnSpPr>
            <p:spPr>
              <a:xfrm flipH="1" rot="10800000">
                <a:off x="790050" y="1615350"/>
                <a:ext cx="19530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3" name="Google Shape;1003;p76"/>
              <p:cNvCxnSpPr/>
              <p:nvPr/>
            </p:nvCxnSpPr>
            <p:spPr>
              <a:xfrm>
                <a:off x="12026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4" name="Google Shape;1004;p76"/>
              <p:cNvCxnSpPr/>
              <p:nvPr/>
            </p:nvCxnSpPr>
            <p:spPr>
              <a:xfrm>
                <a:off x="22694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005" name="Google Shape;1005;p76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006" name="Google Shape;1006;p76"/>
          <p:cNvGrpSpPr/>
          <p:nvPr/>
        </p:nvGrpSpPr>
        <p:grpSpPr>
          <a:xfrm>
            <a:off x="6390850" y="1432438"/>
            <a:ext cx="1953000" cy="308700"/>
            <a:chOff x="790050" y="1497675"/>
            <a:chExt cx="1953000" cy="308700"/>
          </a:xfrm>
        </p:grpSpPr>
        <p:grpSp>
          <p:nvGrpSpPr>
            <p:cNvPr id="1007" name="Google Shape;1007;p76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008" name="Google Shape;1008;p76"/>
              <p:cNvCxnSpPr/>
              <p:nvPr/>
            </p:nvCxnSpPr>
            <p:spPr>
              <a:xfrm flipH="1" rot="10800000">
                <a:off x="790050" y="1615350"/>
                <a:ext cx="19530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9" name="Google Shape;1009;p76"/>
              <p:cNvCxnSpPr/>
              <p:nvPr/>
            </p:nvCxnSpPr>
            <p:spPr>
              <a:xfrm>
                <a:off x="12026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0" name="Google Shape;1010;p76"/>
              <p:cNvCxnSpPr/>
              <p:nvPr/>
            </p:nvCxnSpPr>
            <p:spPr>
              <a:xfrm>
                <a:off x="22694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011" name="Google Shape;1011;p76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012" name="Google Shape;1012;p76"/>
          <p:cNvGrpSpPr/>
          <p:nvPr/>
        </p:nvGrpSpPr>
        <p:grpSpPr>
          <a:xfrm>
            <a:off x="6390850" y="2719244"/>
            <a:ext cx="1953000" cy="308700"/>
            <a:chOff x="790050" y="1497675"/>
            <a:chExt cx="1953000" cy="308700"/>
          </a:xfrm>
        </p:grpSpPr>
        <p:grpSp>
          <p:nvGrpSpPr>
            <p:cNvPr id="1013" name="Google Shape;1013;p76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014" name="Google Shape;1014;p76"/>
              <p:cNvCxnSpPr/>
              <p:nvPr/>
            </p:nvCxnSpPr>
            <p:spPr>
              <a:xfrm flipH="1" rot="10800000">
                <a:off x="790050" y="1615350"/>
                <a:ext cx="19530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5" name="Google Shape;1015;p76"/>
              <p:cNvCxnSpPr/>
              <p:nvPr/>
            </p:nvCxnSpPr>
            <p:spPr>
              <a:xfrm>
                <a:off x="12026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6" name="Google Shape;1016;p76"/>
              <p:cNvCxnSpPr/>
              <p:nvPr/>
            </p:nvCxnSpPr>
            <p:spPr>
              <a:xfrm>
                <a:off x="22694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017" name="Google Shape;1017;p76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018" name="Google Shape;1018;p76"/>
          <p:cNvGrpSpPr/>
          <p:nvPr/>
        </p:nvGrpSpPr>
        <p:grpSpPr>
          <a:xfrm>
            <a:off x="6390850" y="4006050"/>
            <a:ext cx="1953000" cy="308700"/>
            <a:chOff x="790050" y="1497675"/>
            <a:chExt cx="1953000" cy="308700"/>
          </a:xfrm>
        </p:grpSpPr>
        <p:grpSp>
          <p:nvGrpSpPr>
            <p:cNvPr id="1019" name="Google Shape;1019;p76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020" name="Google Shape;1020;p76"/>
              <p:cNvCxnSpPr/>
              <p:nvPr/>
            </p:nvCxnSpPr>
            <p:spPr>
              <a:xfrm flipH="1" rot="10800000">
                <a:off x="790050" y="1615350"/>
                <a:ext cx="19530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" name="Google Shape;1021;p76"/>
              <p:cNvCxnSpPr/>
              <p:nvPr/>
            </p:nvCxnSpPr>
            <p:spPr>
              <a:xfrm>
                <a:off x="12026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" name="Google Shape;1022;p76"/>
              <p:cNvCxnSpPr/>
              <p:nvPr/>
            </p:nvCxnSpPr>
            <p:spPr>
              <a:xfrm>
                <a:off x="22694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023" name="Google Shape;1023;p76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024" name="Google Shape;1024;p76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2928" y="3071578"/>
            <a:ext cx="143743" cy="47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025" name="Google Shape;1025;p76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440" y="2266324"/>
            <a:ext cx="145260" cy="47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2}&quot;&gt;&lt;mfrac&gt;&lt;mn&gt;10&lt;/mn&gt;&lt;mn&gt;12&lt;/mn&gt;&lt;/mfrac&gt;&lt;/math&gt;" id="1026" name="Google Shape;1026;p76" title="10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7295" y="1781253"/>
            <a:ext cx="260107" cy="46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027" name="Google Shape;1027;p76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3762" y="4338228"/>
            <a:ext cx="147166" cy="46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028" name="Google Shape;1028;p76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9215" y="3397649"/>
            <a:ext cx="145260" cy="47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029" name="Google Shape;1029;p76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840" y="937574"/>
            <a:ext cx="145260" cy="47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030" name="Google Shape;1030;p76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8628" y="3442899"/>
            <a:ext cx="145260" cy="475696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76"/>
          <p:cNvSpPr txBox="1"/>
          <p:nvPr/>
        </p:nvSpPr>
        <p:spPr>
          <a:xfrm>
            <a:off x="1072200" y="1147338"/>
            <a:ext cx="1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6"/>
          <p:cNvSpPr txBox="1"/>
          <p:nvPr/>
        </p:nvSpPr>
        <p:spPr>
          <a:xfrm>
            <a:off x="2120000" y="2441763"/>
            <a:ext cx="1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6"/>
          <p:cNvSpPr txBox="1"/>
          <p:nvPr/>
        </p:nvSpPr>
        <p:spPr>
          <a:xfrm>
            <a:off x="1041225" y="3641388"/>
            <a:ext cx="1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6"/>
          <p:cNvSpPr txBox="1"/>
          <p:nvPr/>
        </p:nvSpPr>
        <p:spPr>
          <a:xfrm>
            <a:off x="7797250" y="1142638"/>
            <a:ext cx="1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6"/>
          <p:cNvSpPr txBox="1"/>
          <p:nvPr/>
        </p:nvSpPr>
        <p:spPr>
          <a:xfrm>
            <a:off x="6728625" y="2437075"/>
            <a:ext cx="1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6"/>
          <p:cNvSpPr txBox="1"/>
          <p:nvPr/>
        </p:nvSpPr>
        <p:spPr>
          <a:xfrm>
            <a:off x="7797250" y="3688263"/>
            <a:ext cx="1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037" name="Google Shape;1037;p76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6478" y="2202024"/>
            <a:ext cx="145260" cy="475696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76"/>
          <p:cNvSpPr txBox="1"/>
          <p:nvPr/>
        </p:nvSpPr>
        <p:spPr>
          <a:xfrm>
            <a:off x="324000" y="1384800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6"/>
          <p:cNvSpPr txBox="1"/>
          <p:nvPr/>
        </p:nvSpPr>
        <p:spPr>
          <a:xfrm>
            <a:off x="324000" y="2623513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6"/>
          <p:cNvSpPr txBox="1"/>
          <p:nvPr/>
        </p:nvSpPr>
        <p:spPr>
          <a:xfrm>
            <a:off x="324000" y="3938425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6"/>
          <p:cNvSpPr txBox="1"/>
          <p:nvPr/>
        </p:nvSpPr>
        <p:spPr>
          <a:xfrm>
            <a:off x="5981100" y="1400913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6"/>
          <p:cNvSpPr txBox="1"/>
          <p:nvPr/>
        </p:nvSpPr>
        <p:spPr>
          <a:xfrm>
            <a:off x="5981100" y="2639625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6"/>
          <p:cNvSpPr txBox="1"/>
          <p:nvPr/>
        </p:nvSpPr>
        <p:spPr>
          <a:xfrm>
            <a:off x="5981100" y="3954538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77"/>
          <p:cNvSpPr txBox="1"/>
          <p:nvPr>
            <p:ph idx="1" type="body"/>
          </p:nvPr>
        </p:nvSpPr>
        <p:spPr>
          <a:xfrm>
            <a:off x="324000" y="759300"/>
            <a:ext cx="8237700" cy="4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 Find the missing digits.</a:t>
            </a:r>
            <a:endParaRPr/>
          </a:p>
        </p:txBody>
      </p:sp>
      <p:sp>
        <p:nvSpPr>
          <p:cNvPr id="1049" name="Google Shape;1049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+\frac{1}{5}=\frac{13}{15}&quot;&gt;&lt;mfrac&gt;&lt;mn&gt;2&lt;/mn&gt;&lt;mn&gt;3&lt;/mn&gt;&lt;/mfrac&gt;&lt;mo&gt;+&lt;/mo&gt;&lt;mfrac&gt;&lt;mn&gt;1&lt;/mn&gt;&lt;mn&gt;5&lt;/mn&gt;&lt;/mfrac&gt;&lt;mo&gt;=&lt;/mo&gt;&lt;mfrac&gt;&lt;mn&gt;13&lt;/mn&gt;&lt;mn&gt;15&lt;/mn&gt;&lt;/mfrac&gt;&lt;/math&gt;" id="1050" name="Google Shape;1050;p77" title="two thirds plus one fifth equals 13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82" y="1620000"/>
            <a:ext cx="1685175" cy="673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9}-\frac{5}{6}=\left(-\frac{1}{18}\right)&quot;&gt;&lt;mfrac&gt;&lt;mn&gt;7&lt;/mn&gt;&lt;mn&gt;9&lt;/mn&gt;&lt;/mfrac&gt;&lt;mo&gt;−&lt;/mo&gt;&lt;mfrac&gt;&lt;mn&gt;5&lt;/mn&gt;&lt;mn&gt;6&lt;/mn&gt;&lt;/mfrac&gt;&lt;mo&gt;=&lt;/mo&gt;&lt;mrow data-mjx-texclass=&quot;INNER&quot;&gt;&lt;mo data-mjx-texclass=&quot;OPEN&quot;&gt;(&lt;/mo&gt;&lt;mo&gt;−&lt;/mo&gt;&lt;mfrac&gt;&lt;mn&gt;1&lt;/mn&gt;&lt;mn&gt;18&lt;/mn&gt;&lt;/mfrac&gt;&lt;mo data-mjx-texclass=&quot;CLOSE&quot;&gt;)&lt;/mo&gt;&lt;/mrow&gt;&lt;/math&gt;" id="1051" name="Google Shape;1051;p77" title="seven ninths minus five sixths equals open paren negative 1 over 18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1700" y="3203226"/>
            <a:ext cx="2297670" cy="773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+\frac{1}{3}=\frac{13}{21}&quot;&gt;&lt;mfrac&gt;&lt;mn&gt;2&lt;/mn&gt;&lt;mn&gt;7&lt;/mn&gt;&lt;/mfrac&gt;&lt;mo&gt;+&lt;/mo&gt;&lt;mfrac&gt;&lt;mn&gt;1&lt;/mn&gt;&lt;mn&gt;3&lt;/mn&gt;&lt;/mfrac&gt;&lt;mo&gt;=&lt;/mo&gt;&lt;mfrac&gt;&lt;mn&gt;13&lt;/mn&gt;&lt;mn&gt;21&lt;/mn&gt;&lt;/mfrac&gt;&lt;/math&gt;" id="1052" name="Google Shape;1052;p77" title="two sevenths plus one third equals 13 over 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4398" y="1613000"/>
            <a:ext cx="1725152" cy="687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-\frac{3}{11}=\frac{31}{88}&quot;&gt;&lt;mfrac&gt;&lt;mn&gt;5&lt;/mn&gt;&lt;mn&gt;8&lt;/mn&gt;&lt;/mfrac&gt;&lt;mo&gt;−&lt;/mo&gt;&lt;mfrac&gt;&lt;mn&gt;3&lt;/mn&gt;&lt;mn&gt;11&lt;/mn&gt;&lt;/mfrac&gt;&lt;mo&gt;=&lt;/mo&gt;&lt;mfrac&gt;&lt;mn&gt;31&lt;/mn&gt;&lt;mn&gt;88&lt;/mn&gt;&lt;/mfrac&gt;&lt;/math&gt;" id="1053" name="Google Shape;1053;p77" title="five eighths minus 3 over 11 equals 31 over 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076" y="3240001"/>
            <a:ext cx="1924383" cy="700248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77"/>
          <p:cNvSpPr/>
          <p:nvPr/>
        </p:nvSpPr>
        <p:spPr>
          <a:xfrm>
            <a:off x="1382550" y="1526550"/>
            <a:ext cx="302400" cy="396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7"/>
          <p:cNvSpPr/>
          <p:nvPr/>
        </p:nvSpPr>
        <p:spPr>
          <a:xfrm>
            <a:off x="746375" y="3174700"/>
            <a:ext cx="302400" cy="396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7"/>
          <p:cNvSpPr/>
          <p:nvPr/>
        </p:nvSpPr>
        <p:spPr>
          <a:xfrm>
            <a:off x="5726850" y="1556650"/>
            <a:ext cx="302400" cy="396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7"/>
          <p:cNvSpPr/>
          <p:nvPr/>
        </p:nvSpPr>
        <p:spPr>
          <a:xfrm>
            <a:off x="5726850" y="3621950"/>
            <a:ext cx="302400" cy="396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7"/>
          <p:cNvSpPr txBox="1"/>
          <p:nvPr/>
        </p:nvSpPr>
        <p:spPr>
          <a:xfrm>
            <a:off x="324000" y="1450650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7"/>
          <p:cNvSpPr txBox="1"/>
          <p:nvPr/>
        </p:nvSpPr>
        <p:spPr>
          <a:xfrm>
            <a:off x="324000" y="3070638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7"/>
          <p:cNvSpPr txBox="1"/>
          <p:nvPr/>
        </p:nvSpPr>
        <p:spPr>
          <a:xfrm>
            <a:off x="5243425" y="1450650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77"/>
          <p:cNvSpPr txBox="1"/>
          <p:nvPr/>
        </p:nvSpPr>
        <p:spPr>
          <a:xfrm>
            <a:off x="5243425" y="3070638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 Place the symbols &lt; or &gt; into the following.  Try to only work out the exact answer if it is not obvious.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067" name="Google Shape;1067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8}+\frac{1}{2}\ \ \ \ \ \ \ \ \ \frac{3}{7}+\frac{1}{2}&quot;&gt;&lt;mfrac&gt;&lt;mn&gt;3&lt;/mn&gt;&lt;mn&gt;8&lt;/mn&gt;&lt;/mfrac&gt;&lt;mo&gt;+&lt;/mo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frac&gt;&lt;mn&gt;3&lt;/mn&gt;&lt;mn&gt;7&lt;/mn&gt;&lt;/mfrac&gt;&lt;mo&gt;+&lt;/mo&gt;&lt;mfrac&gt;&lt;mn&gt;1&lt;/mn&gt;&lt;mn&gt;2&lt;/mn&gt;&lt;/mfrac&gt;&lt;/math&gt;" id="1068" name="Google Shape;1068;p78" title="three eighths plus one half three sevenths plu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379" y="1568693"/>
            <a:ext cx="2216507" cy="59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379" y="2596189"/>
            <a:ext cx="2156485" cy="583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-\frac{6}{10}\ \ \ \ \ \ \ \ \ \frac{6}{8}-\frac{2}{3}&quot;&gt;&lt;mfrac&gt;&lt;mn&gt;2&lt;/mn&gt;&lt;mn&gt;3&lt;/mn&gt;&lt;/mfrac&gt;&lt;mo&gt;−&lt;/mo&gt;&lt;mfrac&gt;&lt;mn&gt;6&lt;/mn&gt;&lt;mn&gt;10&lt;/mn&gt;&lt;/mfrac&gt;&lt;mtext&gt;&lt;/mtext&gt;&lt;mtext&gt;&lt;/mtext&gt;&lt;mtext&gt;&lt;/mtext&gt;&lt;mtext&gt;&lt;/mtext&gt;&lt;mtext&gt;&lt;/mtext&gt;&lt;mtext&gt;&lt;/mtext&gt;&lt;mtext&gt;&lt;/mtext&gt;&lt;mtext&gt;&lt;/mtext&gt;&lt;mtext&gt;&lt;/mtext&gt;&lt;mfrac&gt;&lt;mn&gt;6&lt;/mn&gt;&lt;mn&gt;8&lt;/mn&gt;&lt;/mfrac&gt;&lt;mo&gt;−&lt;/mo&gt;&lt;mfrac&gt;&lt;mn&gt;2&lt;/mn&gt;&lt;mn&gt;3&lt;/mn&gt;&lt;/mfrac&gt;&lt;/math&gt;" id="1070" name="Google Shape;1070;p78" title="two thirds minus six tenths six eighths minu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2379" y="3634432"/>
            <a:ext cx="2357986" cy="5959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78"/>
          <p:cNvSpPr/>
          <p:nvPr/>
        </p:nvSpPr>
        <p:spPr>
          <a:xfrm>
            <a:off x="1889425" y="1668213"/>
            <a:ext cx="302400" cy="396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&lt;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2" name="Google Shape;1072;p78"/>
          <p:cNvSpPr/>
          <p:nvPr/>
        </p:nvSpPr>
        <p:spPr>
          <a:xfrm>
            <a:off x="1859425" y="2689263"/>
            <a:ext cx="302400" cy="396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&gt;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3" name="Google Shape;1073;p78"/>
          <p:cNvSpPr/>
          <p:nvPr/>
        </p:nvSpPr>
        <p:spPr>
          <a:xfrm>
            <a:off x="2031550" y="3733938"/>
            <a:ext cx="302400" cy="396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&lt;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79"/>
          <p:cNvSpPr/>
          <p:nvPr/>
        </p:nvSpPr>
        <p:spPr>
          <a:xfrm>
            <a:off x="2805700" y="885000"/>
            <a:ext cx="3086700" cy="3567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ANSWERS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080" name="Google Shape;1080;p79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2928" y="1777828"/>
            <a:ext cx="143743" cy="47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081" name="Google Shape;1081;p79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9215" y="937574"/>
            <a:ext cx="145260" cy="47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2}&quot;&gt;&lt;mfrac&gt;&lt;mn&gt;10&lt;/mn&gt;&lt;mn&gt;12&lt;/mn&gt;&lt;/mfrac&gt;&lt;/math&gt;" id="1082" name="Google Shape;1082;p79" title="10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6795" y="4334803"/>
            <a:ext cx="260107" cy="46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083" name="Google Shape;1083;p79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62050" y="3075003"/>
            <a:ext cx="147166" cy="468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4" name="Google Shape;1084;p79"/>
          <p:cNvGrpSpPr/>
          <p:nvPr/>
        </p:nvGrpSpPr>
        <p:grpSpPr>
          <a:xfrm>
            <a:off x="708300" y="1441825"/>
            <a:ext cx="1953000" cy="308700"/>
            <a:chOff x="790050" y="1497675"/>
            <a:chExt cx="1953000" cy="308700"/>
          </a:xfrm>
        </p:grpSpPr>
        <p:grpSp>
          <p:nvGrpSpPr>
            <p:cNvPr id="1085" name="Google Shape;1085;p79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086" name="Google Shape;1086;p79"/>
              <p:cNvCxnSpPr/>
              <p:nvPr/>
            </p:nvCxnSpPr>
            <p:spPr>
              <a:xfrm flipH="1" rot="10800000">
                <a:off x="790050" y="1615350"/>
                <a:ext cx="19530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7" name="Google Shape;1087;p79"/>
              <p:cNvCxnSpPr/>
              <p:nvPr/>
            </p:nvCxnSpPr>
            <p:spPr>
              <a:xfrm>
                <a:off x="12026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8" name="Google Shape;1088;p79"/>
              <p:cNvCxnSpPr/>
              <p:nvPr/>
            </p:nvCxnSpPr>
            <p:spPr>
              <a:xfrm>
                <a:off x="22694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089" name="Google Shape;1089;p79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090" name="Google Shape;1090;p79"/>
          <p:cNvGrpSpPr/>
          <p:nvPr/>
        </p:nvGrpSpPr>
        <p:grpSpPr>
          <a:xfrm>
            <a:off x="708300" y="2728631"/>
            <a:ext cx="1953000" cy="308700"/>
            <a:chOff x="790050" y="1497675"/>
            <a:chExt cx="1953000" cy="308700"/>
          </a:xfrm>
        </p:grpSpPr>
        <p:grpSp>
          <p:nvGrpSpPr>
            <p:cNvPr id="1091" name="Google Shape;1091;p79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092" name="Google Shape;1092;p79"/>
              <p:cNvCxnSpPr/>
              <p:nvPr/>
            </p:nvCxnSpPr>
            <p:spPr>
              <a:xfrm flipH="1" rot="10800000">
                <a:off x="790050" y="1615350"/>
                <a:ext cx="19530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3" name="Google Shape;1093;p79"/>
              <p:cNvCxnSpPr/>
              <p:nvPr/>
            </p:nvCxnSpPr>
            <p:spPr>
              <a:xfrm>
                <a:off x="12026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4" name="Google Shape;1094;p79"/>
              <p:cNvCxnSpPr/>
              <p:nvPr/>
            </p:nvCxnSpPr>
            <p:spPr>
              <a:xfrm>
                <a:off x="22694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095" name="Google Shape;1095;p79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096" name="Google Shape;1096;p79"/>
          <p:cNvGrpSpPr/>
          <p:nvPr/>
        </p:nvGrpSpPr>
        <p:grpSpPr>
          <a:xfrm>
            <a:off x="708300" y="4015437"/>
            <a:ext cx="1953000" cy="308700"/>
            <a:chOff x="790050" y="1497675"/>
            <a:chExt cx="1953000" cy="308700"/>
          </a:xfrm>
        </p:grpSpPr>
        <p:grpSp>
          <p:nvGrpSpPr>
            <p:cNvPr id="1097" name="Google Shape;1097;p79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098" name="Google Shape;1098;p79"/>
              <p:cNvCxnSpPr/>
              <p:nvPr/>
            </p:nvCxnSpPr>
            <p:spPr>
              <a:xfrm flipH="1" rot="10800000">
                <a:off x="790050" y="1615350"/>
                <a:ext cx="19530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9" name="Google Shape;1099;p79"/>
              <p:cNvCxnSpPr/>
              <p:nvPr/>
            </p:nvCxnSpPr>
            <p:spPr>
              <a:xfrm>
                <a:off x="12026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0" name="Google Shape;1100;p79"/>
              <p:cNvCxnSpPr/>
              <p:nvPr/>
            </p:nvCxnSpPr>
            <p:spPr>
              <a:xfrm>
                <a:off x="22694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101" name="Google Shape;1101;p79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02" name="Google Shape;1102;p79"/>
          <p:cNvGrpSpPr/>
          <p:nvPr/>
        </p:nvGrpSpPr>
        <p:grpSpPr>
          <a:xfrm>
            <a:off x="6390850" y="1432438"/>
            <a:ext cx="1953000" cy="308700"/>
            <a:chOff x="790050" y="1497675"/>
            <a:chExt cx="1953000" cy="308700"/>
          </a:xfrm>
        </p:grpSpPr>
        <p:grpSp>
          <p:nvGrpSpPr>
            <p:cNvPr id="1103" name="Google Shape;1103;p79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104" name="Google Shape;1104;p79"/>
              <p:cNvCxnSpPr/>
              <p:nvPr/>
            </p:nvCxnSpPr>
            <p:spPr>
              <a:xfrm flipH="1" rot="10800000">
                <a:off x="790050" y="1615350"/>
                <a:ext cx="19530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5" name="Google Shape;1105;p79"/>
              <p:cNvCxnSpPr/>
              <p:nvPr/>
            </p:nvCxnSpPr>
            <p:spPr>
              <a:xfrm>
                <a:off x="12026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6" name="Google Shape;1106;p79"/>
              <p:cNvCxnSpPr/>
              <p:nvPr/>
            </p:nvCxnSpPr>
            <p:spPr>
              <a:xfrm>
                <a:off x="22694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107" name="Google Shape;1107;p79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08" name="Google Shape;1108;p79"/>
          <p:cNvGrpSpPr/>
          <p:nvPr/>
        </p:nvGrpSpPr>
        <p:grpSpPr>
          <a:xfrm>
            <a:off x="6390850" y="2719244"/>
            <a:ext cx="1953000" cy="308700"/>
            <a:chOff x="790050" y="1497675"/>
            <a:chExt cx="1953000" cy="308700"/>
          </a:xfrm>
        </p:grpSpPr>
        <p:grpSp>
          <p:nvGrpSpPr>
            <p:cNvPr id="1109" name="Google Shape;1109;p79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110" name="Google Shape;1110;p79"/>
              <p:cNvCxnSpPr/>
              <p:nvPr/>
            </p:nvCxnSpPr>
            <p:spPr>
              <a:xfrm flipH="1" rot="10800000">
                <a:off x="790050" y="1615350"/>
                <a:ext cx="19530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1" name="Google Shape;1111;p79"/>
              <p:cNvCxnSpPr/>
              <p:nvPr/>
            </p:nvCxnSpPr>
            <p:spPr>
              <a:xfrm>
                <a:off x="12026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2" name="Google Shape;1112;p79"/>
              <p:cNvCxnSpPr/>
              <p:nvPr/>
            </p:nvCxnSpPr>
            <p:spPr>
              <a:xfrm>
                <a:off x="22694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113" name="Google Shape;1113;p79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14" name="Google Shape;1114;p79"/>
          <p:cNvGrpSpPr/>
          <p:nvPr/>
        </p:nvGrpSpPr>
        <p:grpSpPr>
          <a:xfrm>
            <a:off x="6390850" y="4006050"/>
            <a:ext cx="1953000" cy="308700"/>
            <a:chOff x="790050" y="1497675"/>
            <a:chExt cx="1953000" cy="308700"/>
          </a:xfrm>
        </p:grpSpPr>
        <p:grpSp>
          <p:nvGrpSpPr>
            <p:cNvPr id="1115" name="Google Shape;1115;p79"/>
            <p:cNvGrpSpPr/>
            <p:nvPr/>
          </p:nvGrpSpPr>
          <p:grpSpPr>
            <a:xfrm>
              <a:off x="790050" y="1497675"/>
              <a:ext cx="1953000" cy="247500"/>
              <a:chOff x="790050" y="1497675"/>
              <a:chExt cx="1953000" cy="247500"/>
            </a:xfrm>
          </p:grpSpPr>
          <p:cxnSp>
            <p:nvCxnSpPr>
              <p:cNvPr id="1116" name="Google Shape;1116;p79"/>
              <p:cNvCxnSpPr/>
              <p:nvPr/>
            </p:nvCxnSpPr>
            <p:spPr>
              <a:xfrm flipH="1" rot="10800000">
                <a:off x="790050" y="1615350"/>
                <a:ext cx="19530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" name="Google Shape;1117;p79"/>
              <p:cNvCxnSpPr/>
              <p:nvPr/>
            </p:nvCxnSpPr>
            <p:spPr>
              <a:xfrm>
                <a:off x="12026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8" name="Google Shape;1118;p79"/>
              <p:cNvCxnSpPr/>
              <p:nvPr/>
            </p:nvCxnSpPr>
            <p:spPr>
              <a:xfrm>
                <a:off x="2269450" y="1497675"/>
                <a:ext cx="0" cy="24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119" name="Google Shape;1119;p79"/>
            <p:cNvCxnSpPr/>
            <p:nvPr/>
          </p:nvCxnSpPr>
          <p:spPr>
            <a:xfrm>
              <a:off x="1204475" y="1806375"/>
              <a:ext cx="1068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120" name="Google Shape;1120;p79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2928" y="3071578"/>
            <a:ext cx="143743" cy="47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121" name="Google Shape;1121;p79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440" y="2266324"/>
            <a:ext cx="145260" cy="47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2}&quot;&gt;&lt;mfrac&gt;&lt;mn&gt;10&lt;/mn&gt;&lt;mn&gt;12&lt;/mn&gt;&lt;/mfrac&gt;&lt;/math&gt;" id="1122" name="Google Shape;1122;p79" title="10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7295" y="1781253"/>
            <a:ext cx="260107" cy="46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123" name="Google Shape;1123;p79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3762" y="4338228"/>
            <a:ext cx="147166" cy="46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124" name="Google Shape;1124;p79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9215" y="3397649"/>
            <a:ext cx="145260" cy="47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125" name="Google Shape;1125;p79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840" y="937574"/>
            <a:ext cx="145260" cy="47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126" name="Google Shape;1126;p79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8628" y="3442899"/>
            <a:ext cx="145260" cy="47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127" name="Google Shape;1127;p79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6478" y="2202024"/>
            <a:ext cx="145260" cy="475696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79"/>
          <p:cNvSpPr txBox="1"/>
          <p:nvPr/>
        </p:nvSpPr>
        <p:spPr>
          <a:xfrm>
            <a:off x="324000" y="1384800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79"/>
          <p:cNvSpPr txBox="1"/>
          <p:nvPr/>
        </p:nvSpPr>
        <p:spPr>
          <a:xfrm>
            <a:off x="324000" y="2699713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79"/>
          <p:cNvSpPr txBox="1"/>
          <p:nvPr/>
        </p:nvSpPr>
        <p:spPr>
          <a:xfrm>
            <a:off x="324000" y="4014625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79"/>
          <p:cNvSpPr txBox="1"/>
          <p:nvPr/>
        </p:nvSpPr>
        <p:spPr>
          <a:xfrm>
            <a:off x="5981100" y="1400913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79"/>
          <p:cNvSpPr txBox="1"/>
          <p:nvPr/>
        </p:nvSpPr>
        <p:spPr>
          <a:xfrm>
            <a:off x="5981100" y="2715825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79"/>
          <p:cNvSpPr txBox="1"/>
          <p:nvPr/>
        </p:nvSpPr>
        <p:spPr>
          <a:xfrm>
            <a:off x="5981100" y="4030738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134" name="Google Shape;1134;p79" title="one six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7197" y="1335238"/>
            <a:ext cx="156530" cy="5031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=1\ \frac{1}{2}&quot;&gt;&lt;mfrac&gt;&lt;mn&gt;3&lt;/mn&gt;&lt;mn&gt;2&lt;/mn&gt;&lt;/mfrac&gt;&lt;mo&gt;=&lt;/mo&gt;&lt;mn&gt;1&lt;/mn&gt;&lt;mtext&gt;&lt;/mtext&gt;&lt;mfrac&gt;&lt;mn&gt;1&lt;/mn&gt;&lt;mn&gt;2&lt;/mn&gt;&lt;/mfrac&gt;&lt;/math&gt;" id="1135" name="Google Shape;1135;p79" title="three halves equals 1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80725" y="2526735"/>
            <a:ext cx="864642" cy="510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&quot;&gt;&lt;mn&gt;0&lt;/mn&gt;&lt;/math&gt;" id="1136" name="Google Shape;1136;p79" title="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64820" y="3956857"/>
            <a:ext cx="143750" cy="21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3}=1\ \frac{2}{3}&quot;&gt;&lt;mfrac&gt;&lt;mn&gt;5&lt;/mn&gt;&lt;mn&gt;3&lt;/mn&gt;&lt;/mfrac&gt;&lt;mo&gt;=&lt;/mo&gt;&lt;mn&gt;1&lt;/mn&gt;&lt;mtext&gt;&lt;/mtext&gt;&lt;mfrac&gt;&lt;mn&gt;2&lt;/mn&gt;&lt;mn&gt;3&lt;/mn&gt;&lt;/mfrac&gt;&lt;/math&gt;" id="1137" name="Google Shape;1137;p79" title="five thirds equals 1 two third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35857" y="1295055"/>
            <a:ext cx="838554" cy="503133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79"/>
          <p:cNvSpPr txBox="1"/>
          <p:nvPr>
            <p:ph idx="1" type="body"/>
          </p:nvPr>
        </p:nvSpPr>
        <p:spPr>
          <a:xfrm>
            <a:off x="324000" y="606900"/>
            <a:ext cx="8496000" cy="4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 Find the missing value in each diagram.  Give your answer in its simplest form.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139" name="Google Shape;1139;p79" title="one thir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71828" y="2440979"/>
            <a:ext cx="156530" cy="518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3}=1\frac{1}{3}&quot;&gt;&lt;mfrac&gt;&lt;mn&gt;4&lt;/mn&gt;&lt;mn&gt;3&lt;/mn&gt;&lt;/mfrac&gt;&lt;mo&gt;=&lt;/mo&gt;&lt;mn&gt;1&lt;/mn&gt;&lt;mfrac&gt;&lt;mn&gt;1&lt;/mn&gt;&lt;mn&gt;3&lt;/mn&gt;&lt;/mfrac&gt;&lt;/math&gt;" id="1140" name="Google Shape;1140;p79" title="four thirds equals 1 and one thir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950762" y="3802349"/>
            <a:ext cx="808738" cy="521767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79"/>
          <p:cNvSpPr txBox="1"/>
          <p:nvPr/>
        </p:nvSpPr>
        <p:spPr>
          <a:xfrm>
            <a:off x="1072200" y="1147338"/>
            <a:ext cx="1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79"/>
          <p:cNvSpPr txBox="1"/>
          <p:nvPr/>
        </p:nvSpPr>
        <p:spPr>
          <a:xfrm>
            <a:off x="2120000" y="2441763"/>
            <a:ext cx="1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79"/>
          <p:cNvSpPr txBox="1"/>
          <p:nvPr/>
        </p:nvSpPr>
        <p:spPr>
          <a:xfrm>
            <a:off x="1041225" y="3641388"/>
            <a:ext cx="1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79"/>
          <p:cNvSpPr txBox="1"/>
          <p:nvPr/>
        </p:nvSpPr>
        <p:spPr>
          <a:xfrm>
            <a:off x="7797250" y="1142638"/>
            <a:ext cx="1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79"/>
          <p:cNvSpPr txBox="1"/>
          <p:nvPr/>
        </p:nvSpPr>
        <p:spPr>
          <a:xfrm>
            <a:off x="6728625" y="2437075"/>
            <a:ext cx="1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79"/>
          <p:cNvSpPr txBox="1"/>
          <p:nvPr/>
        </p:nvSpPr>
        <p:spPr>
          <a:xfrm>
            <a:off x="7797250" y="3688263"/>
            <a:ext cx="1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 Find the missing digits.</a:t>
            </a:r>
            <a:endParaRPr/>
          </a:p>
        </p:txBody>
      </p:sp>
      <p:sp>
        <p:nvSpPr>
          <p:cNvPr id="1152" name="Google Shape;1152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+\frac{1}{5}=\frac{13}{15}&quot;&gt;&lt;mfrac&gt;&lt;mn&gt;2&lt;/mn&gt;&lt;mn&gt;3&lt;/mn&gt;&lt;/mfrac&gt;&lt;mo&gt;+&lt;/mo&gt;&lt;mfrac&gt;&lt;mn&gt;1&lt;/mn&gt;&lt;mn&gt;5&lt;/mn&gt;&lt;/mfrac&gt;&lt;mo&gt;=&lt;/mo&gt;&lt;mfrac&gt;&lt;mn&gt;13&lt;/mn&gt;&lt;mn&gt;15&lt;/mn&gt;&lt;/mfrac&gt;&lt;/math&gt;" id="1153" name="Google Shape;1153;p80" title="two thirds plus one fifth equals 13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82" y="1620000"/>
            <a:ext cx="1685175" cy="673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9}-\frac{5}{6}=\left(-\frac{1}{18}\right)&quot;&gt;&lt;mfrac&gt;&lt;mn&gt;7&lt;/mn&gt;&lt;mn&gt;9&lt;/mn&gt;&lt;/mfrac&gt;&lt;mo&gt;−&lt;/mo&gt;&lt;mfrac&gt;&lt;mn&gt;5&lt;/mn&gt;&lt;mn&gt;6&lt;/mn&gt;&lt;/mfrac&gt;&lt;mo&gt;=&lt;/mo&gt;&lt;mrow data-mjx-texclass=&quot;INNER&quot;&gt;&lt;mo data-mjx-texclass=&quot;OPEN&quot;&gt;(&lt;/mo&gt;&lt;mo&gt;−&lt;/mo&gt;&lt;mfrac&gt;&lt;mn&gt;1&lt;/mn&gt;&lt;mn&gt;18&lt;/mn&gt;&lt;/mfrac&gt;&lt;mo data-mjx-texclass=&quot;CLOSE&quot;&gt;)&lt;/mo&gt;&lt;/mrow&gt;&lt;/math&gt;" id="1154" name="Google Shape;1154;p80" title="seven ninths minus five sixths equals open paren negative 1 over 18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1700" y="3203226"/>
            <a:ext cx="2297670" cy="773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+\frac{1}{3}=\frac{13}{21}&quot;&gt;&lt;mfrac&gt;&lt;mn&gt;2&lt;/mn&gt;&lt;mn&gt;7&lt;/mn&gt;&lt;/mfrac&gt;&lt;mo&gt;+&lt;/mo&gt;&lt;mfrac&gt;&lt;mn&gt;1&lt;/mn&gt;&lt;mn&gt;3&lt;/mn&gt;&lt;/mfrac&gt;&lt;mo&gt;=&lt;/mo&gt;&lt;mfrac&gt;&lt;mn&gt;13&lt;/mn&gt;&lt;mn&gt;21&lt;/mn&gt;&lt;/mfrac&gt;&lt;/math&gt;" id="1155" name="Google Shape;1155;p80" title="two sevenths plus one third equals 13 over 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4398" y="1613000"/>
            <a:ext cx="1725152" cy="687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-\frac{3}{11}=\frac{31}{88}&quot;&gt;&lt;mfrac&gt;&lt;mn&gt;5&lt;/mn&gt;&lt;mn&gt;8&lt;/mn&gt;&lt;/mfrac&gt;&lt;mo&gt;−&lt;/mo&gt;&lt;mfrac&gt;&lt;mn&gt;3&lt;/mn&gt;&lt;mn&gt;11&lt;/mn&gt;&lt;/mfrac&gt;&lt;mo&gt;=&lt;/mo&gt;&lt;mfrac&gt;&lt;mn&gt;31&lt;/mn&gt;&lt;mn&gt;88&lt;/mn&gt;&lt;/mfrac&gt;&lt;/math&gt;" id="1156" name="Google Shape;1156;p80" title="five eighths minus 3 over 11 equals 31 over 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076" y="3240001"/>
            <a:ext cx="1924383" cy="700248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80"/>
          <p:cNvSpPr/>
          <p:nvPr/>
        </p:nvSpPr>
        <p:spPr>
          <a:xfrm>
            <a:off x="1382550" y="1526550"/>
            <a:ext cx="302400" cy="396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80"/>
          <p:cNvSpPr/>
          <p:nvPr/>
        </p:nvSpPr>
        <p:spPr>
          <a:xfrm>
            <a:off x="746375" y="3174700"/>
            <a:ext cx="302400" cy="396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80"/>
          <p:cNvSpPr/>
          <p:nvPr/>
        </p:nvSpPr>
        <p:spPr>
          <a:xfrm>
            <a:off x="5726850" y="1556650"/>
            <a:ext cx="302400" cy="396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0"/>
          <p:cNvSpPr/>
          <p:nvPr/>
        </p:nvSpPr>
        <p:spPr>
          <a:xfrm>
            <a:off x="5726850" y="3621950"/>
            <a:ext cx="302400" cy="396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0"/>
          <p:cNvSpPr txBox="1"/>
          <p:nvPr/>
        </p:nvSpPr>
        <p:spPr>
          <a:xfrm>
            <a:off x="324000" y="1450650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0"/>
          <p:cNvSpPr txBox="1"/>
          <p:nvPr/>
        </p:nvSpPr>
        <p:spPr>
          <a:xfrm>
            <a:off x="324000" y="3070638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0"/>
          <p:cNvSpPr txBox="1"/>
          <p:nvPr/>
        </p:nvSpPr>
        <p:spPr>
          <a:xfrm>
            <a:off x="5243425" y="1450650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0"/>
          <p:cNvSpPr txBox="1"/>
          <p:nvPr/>
        </p:nvSpPr>
        <p:spPr>
          <a:xfrm>
            <a:off x="5243425" y="3070638"/>
            <a:ext cx="32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addition and subtraction</a:t>
            </a:r>
            <a:endParaRPr/>
          </a:p>
        </p:txBody>
      </p:sp>
      <p:sp>
        <p:nvSpPr>
          <p:cNvPr id="1170" name="Google Shape;1170;p8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understanding of addition and subtraction</a:t>
            </a:r>
            <a:endParaRPr/>
          </a:p>
        </p:txBody>
      </p:sp>
      <p:sp>
        <p:nvSpPr>
          <p:cNvPr id="1171" name="Google Shape;1171;p81"/>
          <p:cNvSpPr txBox="1"/>
          <p:nvPr>
            <p:ph idx="3" type="title"/>
          </p:nvPr>
        </p:nvSpPr>
        <p:spPr>
          <a:xfrm>
            <a:off x="324000" y="657600"/>
            <a:ext cx="7870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addition and subtraction with fractions</a:t>
            </a:r>
            <a:endParaRPr/>
          </a:p>
        </p:txBody>
      </p:sp>
      <p:pic>
        <p:nvPicPr>
          <p:cNvPr id="1172" name="Google Shape;117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6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understanding of addition and subtraction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3}-\frac{3}{5}+\frac{7}{10}&quot;&gt;&lt;mfrac&gt;&lt;mn&gt;1&lt;/mn&gt;&lt;mn&gt;3&lt;/mn&gt;&lt;/mfrac&gt;&lt;mo&gt;−&lt;/mo&gt;&lt;mfrac&gt;&lt;mn&gt;3&lt;/mn&gt;&lt;mn&gt;5&lt;/mn&gt;&lt;/mfrac&gt;&lt;mo&gt;+&lt;/mo&gt;&lt;mfrac&gt;&lt;mn&gt;7&lt;/mn&gt;&lt;mn&gt;10&lt;/mn&gt;&lt;/mfrac&gt;&lt;/math&gt;" id="1178" name="Google Shape;1178;p82" title="one third minus three fifths plus sev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810000"/>
            <a:ext cx="150666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200" y="22037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82"/>
          <p:cNvSpPr txBox="1"/>
          <p:nvPr/>
        </p:nvSpPr>
        <p:spPr>
          <a:xfrm>
            <a:off x="380200" y="3420746"/>
            <a:ext cx="753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2"/>
          <p:cNvSpPr txBox="1"/>
          <p:nvPr/>
        </p:nvSpPr>
        <p:spPr>
          <a:xfrm>
            <a:off x="8094550" y="3813000"/>
            <a:ext cx="6234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2" name="Google Shape;1182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7747" y="286566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82"/>
          <p:cNvSpPr txBox="1"/>
          <p:nvPr/>
        </p:nvSpPr>
        <p:spPr>
          <a:xfrm>
            <a:off x="3846775" y="3380754"/>
            <a:ext cx="1875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Is Alex right?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4" name="Google Shape;1184;p82"/>
          <p:cNvGrpSpPr/>
          <p:nvPr/>
        </p:nvGrpSpPr>
        <p:grpSpPr>
          <a:xfrm>
            <a:off x="325950" y="3781315"/>
            <a:ext cx="7988100" cy="664741"/>
            <a:chOff x="324000" y="3898704"/>
            <a:chExt cx="7988100" cy="664741"/>
          </a:xfrm>
        </p:grpSpPr>
        <p:sp>
          <p:nvSpPr>
            <p:cNvPr id="1185" name="Google Shape;1185;p82"/>
            <p:cNvSpPr txBox="1"/>
            <p:nvPr/>
          </p:nvSpPr>
          <p:spPr>
            <a:xfrm>
              <a:off x="324000" y="4335146"/>
              <a:ext cx="79881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No, we need to change the subtraction of   to +       and then we can change the order using commutativity of addition.</a:t>
              </a:r>
              <a:endParaRPr sz="2200"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3}-\frac{3}{5}+\frac{7}{10}&quot;&gt;&lt;mfrac&gt;&lt;mn&gt;1&lt;/mn&gt;&lt;mn&gt;3&lt;/mn&gt;&lt;/mfrac&gt;&lt;mo&gt;−&lt;/mo&gt;&lt;mfrac&gt;&lt;mn&gt;3&lt;/mn&gt;&lt;mn&gt;5&lt;/mn&gt;&lt;/mfrac&gt;&lt;mo&gt;+&lt;/mo&gt;&lt;mfrac&gt;&lt;mn&gt;7&lt;/mn&gt;&lt;mn&gt;10&lt;/mn&gt;&lt;/mfrac&gt;&lt;/math&gt;" id="1186" name="Google Shape;1186;p82" title="one third minus three fifths plus seven tenths"/>
            <p:cNvPicPr preferRelativeResize="0"/>
            <p:nvPr/>
          </p:nvPicPr>
          <p:blipFill rotWithShape="1">
            <a:blip r:embed="rId3">
              <a:alphaModFix/>
            </a:blip>
            <a:srcRect b="0" l="37385" r="46736" t="0"/>
            <a:stretch/>
          </p:blipFill>
          <p:spPr>
            <a:xfrm>
              <a:off x="5386977" y="3930378"/>
              <a:ext cx="201928" cy="517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left(-\frac{3}{5}\right)&quot;&gt;&lt;mrow data-mjx-texclass=&quot;INNER&quot;&gt;&lt;mo data-mjx-texclass=&quot;OPEN&quot;&gt;(&lt;/mo&gt;&lt;mo&gt;−&lt;/mo&gt;&lt;mfrac&gt;&lt;mn&gt;3&lt;/mn&gt;&lt;mn&gt;5&lt;/mn&gt;&lt;/mfrac&gt;&lt;mo data-mjx-texclass=&quot;CLOSE&quot;&gt;)&lt;/mo&gt;&lt;/mrow&gt;&lt;/math&gt;" id="1187" name="Google Shape;1187;p82" title="negative three fif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220925" y="3898704"/>
              <a:ext cx="623350" cy="5708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88" name="Google Shape;1188;p82"/>
          <p:cNvPicPr preferRelativeResize="0"/>
          <p:nvPr/>
        </p:nvPicPr>
        <p:blipFill rotWithShape="1">
          <a:blip r:embed="rId7">
            <a:alphaModFix/>
          </a:blip>
          <a:srcRect b="546" l="0" r="0" t="0"/>
          <a:stretch/>
        </p:blipFill>
        <p:spPr>
          <a:xfrm>
            <a:off x="2116400" y="722000"/>
            <a:ext cx="3932414" cy="263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42750" y="747737"/>
            <a:ext cx="1875000" cy="2579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8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understanding of addition and subtraction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4}-\left(\frac{3}{8}+\frac{5}{16}\right)&quot;&gt;&lt;mfrac&gt;&lt;mn&gt;1&lt;/mn&gt;&lt;mn&gt;4&lt;/mn&gt;&lt;/mfrac&gt;&lt;mo&gt;−&lt;/mo&gt;&lt;mrow data-mjx-texclass=&quot;INNER&quot;&gt;&lt;mo data-mjx-texclass=&quot;OPEN&quot;&gt;(&lt;/mo&gt;&lt;mfrac&gt;&lt;mn&gt;3&lt;/mn&gt;&lt;mn&gt;8&lt;/mn&gt;&lt;/mfrac&gt;&lt;mo&gt;+&lt;/mo&gt;&lt;mfrac&gt;&lt;mn&gt;5&lt;/mn&gt;&lt;mn&gt;16&lt;/mn&gt;&lt;/mfrac&gt;&lt;mo data-mjx-texclass=&quot;CLOSE&quot;&gt;)&lt;/mo&gt;&lt;/mrow&gt;&lt;/math&gt;" id="1195" name="Google Shape;1195;p83" title="one fourth minus open paren three eighths plus 5 over 16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667" y="1733042"/>
            <a:ext cx="1590767" cy="6016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+\frac{5}{16}+\left(-\frac{3}{8}\right)&quot;&gt;&lt;mfrac&gt;&lt;mn&gt;1&lt;/mn&gt;&lt;mn&gt;4&lt;/mn&gt;&lt;/mfrac&gt;&lt;mo&gt;+&lt;/mo&gt;&lt;mfrac&gt;&lt;mn&gt;5&lt;/mn&gt;&lt;mn&gt;16&lt;/mn&gt;&lt;/mfrac&gt;&lt;mo&gt;+&lt;/mo&gt;&lt;mrow data-mjx-texclass=&quot;INNER&quot;&gt;&lt;mo data-mjx-texclass=&quot;OPEN&quot;&gt;(&lt;/mo&gt;&lt;mo&gt;−&lt;/mo&gt;&lt;mfrac&gt;&lt;mn&gt;3&lt;/mn&gt;&lt;mn&gt;8&lt;/mn&gt;&lt;/mfrac&gt;&lt;mo data-mjx-texclass=&quot;CLOSE&quot;&gt;)&lt;/mo&gt;&lt;/mrow&gt;&lt;/math&gt;" id="1196" name="Google Shape;1196;p83" title="one fourth plus 5 over 16 plus negative thre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8623" y="2676205"/>
            <a:ext cx="1756857" cy="6016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+\frac{5}{16}-\frac{3}{8}&quot;&gt;&lt;mfrac&gt;&lt;mn&gt;1&lt;/mn&gt;&lt;mn&gt;4&lt;/mn&gt;&lt;/mfrac&gt;&lt;mo&gt;+&lt;/mo&gt;&lt;mfrac&gt;&lt;mn&gt;5&lt;/mn&gt;&lt;mn&gt;16&lt;/mn&gt;&lt;/mfrac&gt;&lt;mo&gt;−&lt;/mo&gt;&lt;mfrac&gt;&lt;mn&gt;3&lt;/mn&gt;&lt;mn&gt;8&lt;/mn&gt;&lt;/mfrac&gt;&lt;/math&gt;" id="1197" name="Google Shape;1197;p83" title="one fourth plus 5 over 16 minus 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0567" y="3714045"/>
            <a:ext cx="1188462" cy="483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54483" y="276746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83"/>
          <p:cNvSpPr txBox="1"/>
          <p:nvPr/>
        </p:nvSpPr>
        <p:spPr>
          <a:xfrm>
            <a:off x="2879175" y="1524300"/>
            <a:ext cx="59409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incorrect. The calculation is no longer subtracting   and then adding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-\left(\frac{3}{8}+\frac{5}{16}\right)&quot;&gt;&lt;mfrac&gt;&lt;mn&gt;1&lt;/mn&gt;&lt;mn&gt;4&lt;/mn&gt;&lt;/mfrac&gt;&lt;mo&gt;−&lt;/mo&gt;&lt;mrow data-mjx-texclass=&quot;INNER&quot;&gt;&lt;mo data-mjx-texclass=&quot;OPEN&quot;&gt;(&lt;/mo&gt;&lt;mfrac&gt;&lt;mn&gt;3&lt;/mn&gt;&lt;mn&gt;8&lt;/mn&gt;&lt;/mfrac&gt;&lt;mo&gt;+&lt;/mo&gt;&lt;mfrac&gt;&lt;mn&gt;5&lt;/mn&gt;&lt;mn&gt;16&lt;/mn&gt;&lt;/mfrac&gt;&lt;mo data-mjx-texclass=&quot;CLOSE&quot;&gt;)&lt;/mo&gt;&lt;/mrow&gt;&lt;/math&gt;" id="1200" name="Google Shape;1200;p83" title="one fourth minus open paren three eighths plus 5 over 16 close paren"/>
          <p:cNvPicPr preferRelativeResize="0"/>
          <p:nvPr/>
        </p:nvPicPr>
        <p:blipFill rotWithShape="1">
          <a:blip r:embed="rId3">
            <a:alphaModFix/>
          </a:blip>
          <a:srcRect b="0" l="40269" r="44573" t="0"/>
          <a:stretch/>
        </p:blipFill>
        <p:spPr>
          <a:xfrm>
            <a:off x="4112553" y="1859188"/>
            <a:ext cx="241100" cy="60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-\left(\frac{3}{8}+\frac{5}{16}\right)&quot;&gt;&lt;mfrac&gt;&lt;mn&gt;1&lt;/mn&gt;&lt;mn&gt;4&lt;/mn&gt;&lt;/mfrac&gt;&lt;mo&gt;−&lt;/mo&gt;&lt;mrow data-mjx-texclass=&quot;INNER&quot;&gt;&lt;mo data-mjx-texclass=&quot;OPEN&quot;&gt;(&lt;/mo&gt;&lt;mfrac&gt;&lt;mn&gt;3&lt;/mn&gt;&lt;mn&gt;8&lt;/mn&gt;&lt;/mfrac&gt;&lt;mo&gt;+&lt;/mo&gt;&lt;mfrac&gt;&lt;mn&gt;5&lt;/mn&gt;&lt;mn&gt;16&lt;/mn&gt;&lt;/mfrac&gt;&lt;mo data-mjx-texclass=&quot;CLOSE&quot;&gt;)&lt;/mo&gt;&lt;/mrow&gt;&lt;/math&gt;" id="1201" name="Google Shape;1201;p83" title="one fourth minus open paren three eighths plus 5 over 16 close paren"/>
          <p:cNvPicPr preferRelativeResize="0"/>
          <p:nvPr/>
        </p:nvPicPr>
        <p:blipFill rotWithShape="1">
          <a:blip r:embed="rId3">
            <a:alphaModFix/>
          </a:blip>
          <a:srcRect b="0" l="70688" r="8261" t="0"/>
          <a:stretch/>
        </p:blipFill>
        <p:spPr>
          <a:xfrm>
            <a:off x="6207752" y="1859188"/>
            <a:ext cx="334850" cy="6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83183" y="377998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83"/>
          <p:cNvSpPr txBox="1"/>
          <p:nvPr/>
        </p:nvSpPr>
        <p:spPr>
          <a:xfrm>
            <a:off x="3051650" y="3714050"/>
            <a:ext cx="57684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the same as b but adding the negative has been written as subtraction.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04" name="Google Shape;1204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025" y="775200"/>
            <a:ext cx="5138750" cy="6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=\frac{22}{18}+\left(-\frac{15}{18}\right)=\frac{7}{18}&quot;&gt;&lt;mo&gt;=&lt;/mo&gt;&lt;mfrac&gt;&lt;mn&gt;22&lt;/mn&gt;&lt;mn&gt;18&lt;/mn&gt;&lt;/mfrac&gt;&lt;mo&gt;+&lt;/mo&gt;&lt;mrow data-mjx-texclass=&quot;INNER&quot;&gt;&lt;mo data-mjx-texclass=&quot;OPEN&quot;&gt;(&lt;/mo&gt;&lt;mo&gt;−&lt;/mo&gt;&lt;mfrac&gt;&lt;mn&gt;15&lt;/mn&gt;&lt;mn&gt;18&lt;/mn&gt;&lt;/mfrac&gt;&lt;mo data-mjx-texclass=&quot;CLOSE&quot;&gt;)&lt;/mo&gt;&lt;/mrow&gt;&lt;mo&gt;=&lt;/mo&gt;&lt;mfrac&gt;&lt;mn&gt;7&lt;/mn&gt;&lt;mn&gt;18&lt;/mn&gt;&lt;/mfrac&gt;&lt;/math&gt;" id="1209" name="Google Shape;1209;p84" title="equals 22 over 18 plus open paren negative 15 over 18 close paren equals 7 over 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1573" y="4067286"/>
            <a:ext cx="2541224" cy="6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understanding of addition and subtraction</a:t>
            </a:r>
            <a:endParaRPr/>
          </a:p>
        </p:txBody>
      </p:sp>
      <p:sp>
        <p:nvSpPr>
          <p:cNvPr id="1211" name="Google Shape;1211;p84"/>
          <p:cNvSpPr txBox="1"/>
          <p:nvPr>
            <p:ph idx="1" type="body"/>
          </p:nvPr>
        </p:nvSpPr>
        <p:spPr>
          <a:xfrm>
            <a:off x="324000" y="759300"/>
            <a:ext cx="1704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23 − 48 + 62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-\frac{5}{6}+\frac{5}{9}&quot;&gt;&lt;mfrac&gt;&lt;mn&gt;2&lt;/mn&gt;&lt;mn&gt;3&lt;/mn&gt;&lt;/mfrac&gt;&lt;mo&gt;−&lt;/mo&gt;&lt;mfrac&gt;&lt;mn&gt;5&lt;/mn&gt;&lt;mn&gt;6&lt;/mn&gt;&lt;/mfrac&gt;&lt;mo&gt;+&lt;/mo&gt;&lt;mfrac&gt;&lt;mn&gt;5&lt;/mn&gt;&lt;mn&gt;9&lt;/mn&gt;&lt;/mfrac&gt;&lt;/math&gt;" id="1212" name="Google Shape;1212;p84" title="two thirds minus five sixths plus fiv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240000"/>
            <a:ext cx="1476625" cy="6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84"/>
          <p:cNvSpPr txBox="1"/>
          <p:nvPr>
            <p:ph idx="1" type="body"/>
          </p:nvPr>
        </p:nvSpPr>
        <p:spPr>
          <a:xfrm>
            <a:off x="324000" y="1299300"/>
            <a:ext cx="870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would be the most efficient way to answer this question?</a:t>
            </a:r>
            <a:endParaRPr/>
          </a:p>
        </p:txBody>
      </p:sp>
      <p:sp>
        <p:nvSpPr>
          <p:cNvPr id="1214" name="Google Shape;1214;p84"/>
          <p:cNvSpPr txBox="1"/>
          <p:nvPr>
            <p:ph idx="1" type="body"/>
          </p:nvPr>
        </p:nvSpPr>
        <p:spPr>
          <a:xfrm>
            <a:off x="324000" y="1839300"/>
            <a:ext cx="119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Reorder</a:t>
            </a:r>
            <a:endParaRPr/>
          </a:p>
        </p:txBody>
      </p:sp>
      <p:sp>
        <p:nvSpPr>
          <p:cNvPr id="1215" name="Google Shape;1215;p84"/>
          <p:cNvSpPr/>
          <p:nvPr/>
        </p:nvSpPr>
        <p:spPr>
          <a:xfrm>
            <a:off x="1876025" y="1839300"/>
            <a:ext cx="1011300" cy="34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4"/>
          <p:cNvSpPr txBox="1"/>
          <p:nvPr>
            <p:ph idx="1" type="body"/>
          </p:nvPr>
        </p:nvSpPr>
        <p:spPr>
          <a:xfrm>
            <a:off x="2518200" y="2251050"/>
            <a:ext cx="1011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85</a:t>
            </a:r>
            <a:r>
              <a:rPr lang="en-GB"/>
              <a:t> </a:t>
            </a:r>
            <a:endParaRPr/>
          </a:p>
        </p:txBody>
      </p:sp>
      <p:sp>
        <p:nvSpPr>
          <p:cNvPr id="1217" name="Google Shape;1217;p84"/>
          <p:cNvSpPr/>
          <p:nvPr/>
        </p:nvSpPr>
        <p:spPr>
          <a:xfrm>
            <a:off x="2496075" y="2239650"/>
            <a:ext cx="391200" cy="34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4"/>
          <p:cNvSpPr txBox="1"/>
          <p:nvPr>
            <p:ph idx="1" type="body"/>
          </p:nvPr>
        </p:nvSpPr>
        <p:spPr>
          <a:xfrm>
            <a:off x="3586375" y="2251050"/>
            <a:ext cx="568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37</a:t>
            </a:r>
            <a:r>
              <a:rPr lang="en-GB"/>
              <a:t> </a:t>
            </a:r>
            <a:endParaRPr/>
          </a:p>
        </p:txBody>
      </p:sp>
      <p:sp>
        <p:nvSpPr>
          <p:cNvPr id="1219" name="Google Shape;1219;p84"/>
          <p:cNvSpPr txBox="1"/>
          <p:nvPr>
            <p:ph idx="1" type="body"/>
          </p:nvPr>
        </p:nvSpPr>
        <p:spPr>
          <a:xfrm>
            <a:off x="324000" y="2700000"/>
            <a:ext cx="5019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do the same with </a:t>
            </a:r>
            <a:r>
              <a:rPr lang="en-GB"/>
              <a:t>fractions</a:t>
            </a:r>
            <a:r>
              <a:rPr lang="en-GB"/>
              <a:t>.</a:t>
            </a:r>
            <a:r>
              <a:rPr lang="en-GB"/>
              <a:t>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=\frac{2}{3}+\frac{5}{9}-\frac{5}{6}&quot;&gt;&lt;mo&gt;=&lt;/mo&gt;&lt;mfrac&gt;&lt;mn&gt;2&lt;/mn&gt;&lt;mn&gt;3&lt;/mn&gt;&lt;/mfrac&gt;&lt;mo&gt;+&lt;/mo&gt;&lt;mfrac&gt;&lt;mn&gt;5&lt;/mn&gt;&lt;mn&gt;9&lt;/mn&gt;&lt;/mfrac&gt;&lt;mo&gt;−&lt;/mo&gt;&lt;mfrac&gt;&lt;mn&gt;5&lt;/mn&gt;&lt;mn&gt;6&lt;/mn&gt;&lt;/mfrac&gt;&lt;/math&gt;" id="1220" name="Google Shape;1220;p84" title="equals two thirds plus five ninths minus fiv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1925" y="3240000"/>
            <a:ext cx="1807587" cy="6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2}{18}+\frac{10}{18}-\frac{15}{18}&quot;&gt;&lt;mo&gt;=&lt;/mo&gt;&lt;mfrac&gt;&lt;mn&gt;12&lt;/mn&gt;&lt;mn&gt;18&lt;/mn&gt;&lt;/mfrac&gt;&lt;mo&gt;+&lt;/mo&gt;&lt;mfrac&gt;&lt;mn&gt;10&lt;/mn&gt;&lt;mn&gt;18&lt;/mn&gt;&lt;/mfrac&gt;&lt;mo&gt;−&lt;/mo&gt;&lt;mfrac&gt;&lt;mn&gt;15&lt;/mn&gt;&lt;mn&gt;18&lt;/mn&gt;&lt;/mfrac&gt;&lt;/math&gt;" id="1221" name="Google Shape;1221;p84" title="equals 12 over 18 plus 10 over 18 minus 15 over 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30795" y="3250654"/>
            <a:ext cx="2214554" cy="645721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84"/>
          <p:cNvSpPr/>
          <p:nvPr/>
        </p:nvSpPr>
        <p:spPr>
          <a:xfrm>
            <a:off x="4226250" y="3172000"/>
            <a:ext cx="1195800" cy="78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4"/>
          <p:cNvSpPr/>
          <p:nvPr/>
        </p:nvSpPr>
        <p:spPr>
          <a:xfrm>
            <a:off x="4266725" y="3998838"/>
            <a:ext cx="443100" cy="78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84"/>
          <p:cNvSpPr/>
          <p:nvPr/>
        </p:nvSpPr>
        <p:spPr>
          <a:xfrm>
            <a:off x="5997225" y="4009200"/>
            <a:ext cx="758100" cy="76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4"/>
          <p:cNvSpPr/>
          <p:nvPr/>
        </p:nvSpPr>
        <p:spPr>
          <a:xfrm>
            <a:off x="5461800" y="3172000"/>
            <a:ext cx="723600" cy="78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84"/>
          <p:cNvSpPr/>
          <p:nvPr/>
        </p:nvSpPr>
        <p:spPr>
          <a:xfrm>
            <a:off x="4709825" y="3998850"/>
            <a:ext cx="1243200" cy="78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84"/>
          <p:cNvSpPr/>
          <p:nvPr/>
        </p:nvSpPr>
        <p:spPr>
          <a:xfrm>
            <a:off x="4739508" y="4060250"/>
            <a:ext cx="1151100" cy="6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4"/>
          <p:cNvSpPr txBox="1"/>
          <p:nvPr>
            <p:ph idx="1" type="body"/>
          </p:nvPr>
        </p:nvSpPr>
        <p:spPr>
          <a:xfrm>
            <a:off x="1501400" y="1839300"/>
            <a:ext cx="391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to:</a:t>
            </a:r>
            <a:endParaRPr/>
          </a:p>
        </p:txBody>
      </p:sp>
      <p:sp>
        <p:nvSpPr>
          <p:cNvPr id="1229" name="Google Shape;1229;p84"/>
          <p:cNvSpPr txBox="1"/>
          <p:nvPr>
            <p:ph idx="1" type="body"/>
          </p:nvPr>
        </p:nvSpPr>
        <p:spPr>
          <a:xfrm>
            <a:off x="1918100" y="1839300"/>
            <a:ext cx="969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23 + 62</a:t>
            </a:r>
            <a:endParaRPr/>
          </a:p>
        </p:txBody>
      </p:sp>
      <p:sp>
        <p:nvSpPr>
          <p:cNvPr id="1230" name="Google Shape;1230;p84"/>
          <p:cNvSpPr txBox="1"/>
          <p:nvPr>
            <p:ph idx="1" type="body"/>
          </p:nvPr>
        </p:nvSpPr>
        <p:spPr>
          <a:xfrm>
            <a:off x="2922700" y="1839300"/>
            <a:ext cx="1064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− 48 </a:t>
            </a:r>
            <a:endParaRPr/>
          </a:p>
        </p:txBody>
      </p:sp>
      <p:sp>
        <p:nvSpPr>
          <p:cNvPr id="1231" name="Google Shape;1231;p84"/>
          <p:cNvSpPr txBox="1"/>
          <p:nvPr>
            <p:ph idx="1" type="body"/>
          </p:nvPr>
        </p:nvSpPr>
        <p:spPr>
          <a:xfrm>
            <a:off x="2923800" y="2251050"/>
            <a:ext cx="758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− 48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understanding of addition and subtraction</a:t>
            </a:r>
            <a:endParaRPr/>
          </a:p>
        </p:txBody>
      </p:sp>
      <p:sp>
        <p:nvSpPr>
          <p:cNvPr id="1237" name="Google Shape;1237;p85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Would rearranging the calculation be useful here?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-\frac{3}{10}+\frac{4}{15}&quot;&gt;&lt;mfrac&gt;&lt;mn&gt;3&lt;/mn&gt;&lt;mn&gt;5&lt;/mn&gt;&lt;/mfrac&gt;&lt;mo&gt;−&lt;/mo&gt;&lt;mfrac&gt;&lt;mn&gt;3&lt;/mn&gt;&lt;mn&gt;10&lt;/mn&gt;&lt;/mfrac&gt;&lt;mo&gt;+&lt;/mo&gt;&lt;mfrac&gt;&lt;mn&gt;4&lt;/mn&gt;&lt;mn&gt;15&lt;/mn&gt;&lt;/mfrac&gt;&lt;/math&gt;" id="1238" name="Google Shape;1238;p85" title="three fifths minus three tenths plus 4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276350"/>
            <a:ext cx="1786050" cy="66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9" name="Google Shape;1239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050" y="2235550"/>
            <a:ext cx="6677324" cy="7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050" y="3246000"/>
            <a:ext cx="5522702" cy="8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5" name="Google Shape;124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965375"/>
            <a:ext cx="6516351" cy="60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understanding of addition and subtraction</a:t>
            </a:r>
            <a:endParaRPr/>
          </a:p>
        </p:txBody>
      </p:sp>
      <p:sp>
        <p:nvSpPr>
          <p:cNvPr id="1247" name="Google Shape;1247;p86"/>
          <p:cNvSpPr txBox="1"/>
          <p:nvPr>
            <p:ph idx="1" type="body"/>
          </p:nvPr>
        </p:nvSpPr>
        <p:spPr>
          <a:xfrm>
            <a:off x="324000" y="759300"/>
            <a:ext cx="8237700" cy="32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Alex are working on this question.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-\frac{3}{10}+\frac{4}{15}&quot;&gt;&lt;mfrac&gt;&lt;mn&gt;3&lt;/mn&gt;&lt;mn&gt;5&lt;/mn&gt;&lt;/mfrac&gt;&lt;mo&gt;−&lt;/mo&gt;&lt;mfrac&gt;&lt;mn&gt;3&lt;/mn&gt;&lt;mn&gt;10&lt;/mn&gt;&lt;/mfrac&gt;&lt;mo&gt;+&lt;/mo&gt;&lt;mfrac&gt;&lt;mn&gt;4&lt;/mn&gt;&lt;mn&gt;15&lt;/mn&gt;&lt;/mfrac&gt;&lt;/math&gt;" id="1248" name="Google Shape;1248;p86" title="three fifths minus three tenths plus 4 over 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276350"/>
            <a:ext cx="1786050" cy="66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32705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86"/>
          <p:cNvSpPr txBox="1"/>
          <p:nvPr/>
        </p:nvSpPr>
        <p:spPr>
          <a:xfrm>
            <a:off x="304000" y="4592100"/>
            <a:ext cx="753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6"/>
          <p:cNvSpPr txBox="1"/>
          <p:nvPr/>
        </p:nvSpPr>
        <p:spPr>
          <a:xfrm>
            <a:off x="7789750" y="4270200"/>
            <a:ext cx="6234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2" name="Google Shape;1252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12947" y="3322863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6-0.3+\frac{4}{15}=\frac{3}{10}+\frac{4}{15}=\frac{9}{30}+\frac{8}{30}=\frac{17}{30}&quot;&gt;&lt;mn&gt;0.6&lt;/mn&gt;&lt;mo&gt;−&lt;/mo&gt;&lt;mn&gt;0.3&lt;/mn&gt;&lt;mo&gt;+&lt;/mo&gt;&lt;mfrac&gt;&lt;mn&gt;4&lt;/mn&gt;&lt;mn&gt;15&lt;/mn&gt;&lt;/mfrac&gt;&lt;mo&gt;=&lt;/mo&gt;&lt;mfrac&gt;&lt;mn&gt;3&lt;/mn&gt;&lt;mn&gt;10&lt;/mn&gt;&lt;/mfrac&gt;&lt;mo&gt;+&lt;/mo&gt;&lt;mfrac&gt;&lt;mn&gt;4&lt;/mn&gt;&lt;mn&gt;15&lt;/mn&gt;&lt;/mfrac&gt;&lt;mo&gt;=&lt;/mo&gt;&lt;mfrac&gt;&lt;mn&gt;9&lt;/mn&gt;&lt;mn&gt;30&lt;/mn&gt;&lt;/mfrac&gt;&lt;mo&gt;+&lt;/mo&gt;&lt;mfrac&gt;&lt;mn&gt;8&lt;/mn&gt;&lt;mn&gt;30&lt;/mn&gt;&lt;/mfrac&gt;&lt;mo&gt;=&lt;/mo&gt;&lt;mfrac&gt;&lt;mn&gt;17&lt;/mn&gt;&lt;mn&gt;30&lt;/mn&gt;&lt;/mfrac&gt;&lt;/math&gt;" id="1253" name="Google Shape;1253;p86" title="0.6 minus 0.3 plus 4 over 15 equals three tenths plus 4 over 15 equals 9 over 30 plus 8 over 30 equals 17 over 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000" y="2664487"/>
            <a:ext cx="4622100" cy="513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30}-\frac{9}{30}+\frac{8}{30}=\frac{17}{30}&quot;&gt;&lt;mfrac&gt;&lt;mn&gt;18&lt;/mn&gt;&lt;mn&gt;30&lt;/mn&gt;&lt;/mfrac&gt;&lt;mo&gt;−&lt;/mo&gt;&lt;mfrac&gt;&lt;mn&gt;9&lt;/mn&gt;&lt;mn&gt;30&lt;/mn&gt;&lt;/mfrac&gt;&lt;mo&gt;+&lt;/mo&gt;&lt;mfrac&gt;&lt;mn&gt;8&lt;/mn&gt;&lt;mn&gt;30&lt;/mn&gt;&lt;/mfrac&gt;&lt;mo&gt;=&lt;/mo&gt;&lt;mfrac&gt;&lt;mn&gt;17&lt;/mn&gt;&lt;mn&gt;30&lt;/mn&gt;&lt;/mfrac&gt;&lt;/math&gt;" id="1254" name="Google Shape;1254;p86" title="18 over 30 minus 9 over 30 plus 8 over 30 equals 17 over 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59275" y="4135613"/>
            <a:ext cx="2147869" cy="51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86"/>
          <p:cNvSpPr txBox="1"/>
          <p:nvPr>
            <p:ph idx="1" type="body"/>
          </p:nvPr>
        </p:nvSpPr>
        <p:spPr>
          <a:xfrm>
            <a:off x="2582400" y="3322875"/>
            <a:ext cx="4763100" cy="6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converts the </a:t>
            </a:r>
            <a:r>
              <a:rPr lang="en-GB"/>
              <a:t>fractions</a:t>
            </a:r>
            <a:r>
              <a:rPr lang="en-GB"/>
              <a:t> so that they have a common denominator.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understanding of addition and subtraction</a:t>
            </a:r>
            <a:endParaRPr/>
          </a:p>
        </p:txBody>
      </p:sp>
      <p:sp>
        <p:nvSpPr>
          <p:cNvPr id="1261" name="Google Shape;1261;p87"/>
          <p:cNvSpPr txBox="1"/>
          <p:nvPr>
            <p:ph idx="1" type="subTitle"/>
          </p:nvPr>
        </p:nvSpPr>
        <p:spPr>
          <a:xfrm>
            <a:off x="337825" y="810000"/>
            <a:ext cx="11466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</a:t>
            </a:r>
            <a:endParaRPr/>
          </a:p>
        </p:txBody>
      </p:sp>
      <p:sp>
        <p:nvSpPr>
          <p:cNvPr id="1262" name="Google Shape;1262;p87"/>
          <p:cNvSpPr txBox="1"/>
          <p:nvPr>
            <p:ph idx="2" type="subTitle"/>
          </p:nvPr>
        </p:nvSpPr>
        <p:spPr>
          <a:xfrm>
            <a:off x="4824000" y="810000"/>
            <a:ext cx="1101600" cy="3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3}-\frac{5}{6}+\frac{7}{9}=\frac{6}{18}+\frac{14}{18}-\frac{15}{18}=\frac{5}{18}&quot;&gt;&lt;mfrac&gt;&lt;mn&gt;1&lt;/mn&gt;&lt;mn&gt;3&lt;/mn&gt;&lt;/mfrac&gt;&lt;mo&gt;−&lt;/mo&gt;&lt;mfrac&gt;&lt;mn&gt;5&lt;/mn&gt;&lt;mn&gt;6&lt;/mn&gt;&lt;/mfrac&gt;&lt;mo&gt;+&lt;/mo&gt;&lt;mfrac&gt;&lt;mn&gt;7&lt;/mn&gt;&lt;mn&gt;9&lt;/mn&gt;&lt;/mfrac&gt;&lt;mo&gt;=&lt;/mo&gt;&lt;mfrac&gt;&lt;mn&gt;6&lt;/mn&gt;&lt;mn&gt;18&lt;/mn&gt;&lt;/mfrac&gt;&lt;mo&gt;+&lt;/mo&gt;&lt;mfrac&gt;&lt;mn&gt;14&lt;/mn&gt;&lt;mn&gt;18&lt;/mn&gt;&lt;/mfrac&gt;&lt;mo&gt;−&lt;/mo&gt;&lt;mfrac&gt;&lt;mn&gt;15&lt;/mn&gt;&lt;mn&gt;18&lt;/mn&gt;&lt;/mfrac&gt;&lt;mo&gt;=&lt;/mo&gt;&lt;mfrac&gt;&lt;mn&gt;5&lt;/mn&gt;&lt;mn&gt;18&lt;/mn&gt;&lt;/mfrac&gt;&lt;/math&gt;" id="1263" name="Google Shape;1263;p87" title="one third minus five sixths plus seven ninths equals 6 over 18 plus 14 over 18 minus 15 over 18 equals 5 over 18"/>
          <p:cNvPicPr preferRelativeResize="0"/>
          <p:nvPr/>
        </p:nvPicPr>
        <p:blipFill rotWithShape="1">
          <a:blip r:embed="rId3">
            <a:alphaModFix/>
          </a:blip>
          <a:srcRect b="0" l="0" r="66030" t="0"/>
          <a:stretch/>
        </p:blipFill>
        <p:spPr>
          <a:xfrm>
            <a:off x="337825" y="1160350"/>
            <a:ext cx="1354575" cy="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-\frac{7}{8}+\frac{5}{12}=\frac{16}{24}+\frac{10}{24}-\frac{21}{24}=\frac{5}{24}&quot;&gt;&lt;mfrac&gt;&lt;mn&gt;2&lt;/mn&gt;&lt;mn&gt;3&lt;/mn&gt;&lt;/mfrac&gt;&lt;mo&gt;−&lt;/mo&gt;&lt;mfrac&gt;&lt;mn&gt;7&lt;/mn&gt;&lt;mn&gt;8&lt;/mn&gt;&lt;/mfrac&gt;&lt;mo&gt;+&lt;/mo&gt;&lt;mfrac&gt;&lt;mn&gt;5&lt;/mn&gt;&lt;mn&gt;12&lt;/mn&gt;&lt;/mfrac&gt;&lt;mo&gt;=&lt;/mo&gt;&lt;mfrac&gt;&lt;mn&gt;16&lt;/mn&gt;&lt;mn&gt;24&lt;/mn&gt;&lt;/mfrac&gt;&lt;mo&gt;+&lt;/mo&gt;&lt;mfrac&gt;&lt;mn&gt;10&lt;/mn&gt;&lt;mn&gt;24&lt;/mn&gt;&lt;/mfrac&gt;&lt;mo&gt;−&lt;/mo&gt;&lt;mfrac&gt;&lt;mn&gt;21&lt;/mn&gt;&lt;mn&gt;24&lt;/mn&gt;&lt;/mfrac&gt;&lt;mo&gt;=&lt;/mo&gt;&lt;mfrac&gt;&lt;mn&gt;5&lt;/mn&gt;&lt;mn&gt;24&lt;/mn&gt;&lt;/mfrac&gt;&lt;/math&gt;" id="1264" name="Google Shape;1264;p87" title="two thirds minus seven eighths plus 5 over 12 equals 16 over 24 plus 10 over 24 minus 21 over 24 equals 5 over 24"/>
          <p:cNvPicPr preferRelativeResize="0"/>
          <p:nvPr/>
        </p:nvPicPr>
        <p:blipFill rotWithShape="1">
          <a:blip r:embed="rId4">
            <a:alphaModFix/>
          </a:blip>
          <a:srcRect b="0" l="0" r="64068" t="0"/>
          <a:stretch/>
        </p:blipFill>
        <p:spPr>
          <a:xfrm>
            <a:off x="4824000" y="1316100"/>
            <a:ext cx="1432801" cy="54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-\frac{7}{8}+\frac{5}{12}=\frac{16}{24}+\frac{10}{24}-\frac{21}{24}=\frac{5}{24}&quot;&gt;&lt;mfrac&gt;&lt;mn&gt;2&lt;/mn&gt;&lt;mn&gt;3&lt;/mn&gt;&lt;/mfrac&gt;&lt;mo&gt;−&lt;/mo&gt;&lt;mfrac&gt;&lt;mn&gt;7&lt;/mn&gt;&lt;mn&gt;8&lt;/mn&gt;&lt;/mfrac&gt;&lt;mo&gt;+&lt;/mo&gt;&lt;mfrac&gt;&lt;mn&gt;5&lt;/mn&gt;&lt;mn&gt;12&lt;/mn&gt;&lt;/mfrac&gt;&lt;mo&gt;=&lt;/mo&gt;&lt;mfrac&gt;&lt;mn&gt;16&lt;/mn&gt;&lt;mn&gt;24&lt;/mn&gt;&lt;/mfrac&gt;&lt;mo&gt;+&lt;/mo&gt;&lt;mfrac&gt;&lt;mn&gt;10&lt;/mn&gt;&lt;mn&gt;24&lt;/mn&gt;&lt;/mfrac&gt;&lt;mo&gt;−&lt;/mo&gt;&lt;mfrac&gt;&lt;mn&gt;21&lt;/mn&gt;&lt;mn&gt;24&lt;/mn&gt;&lt;/mfrac&gt;&lt;mo&gt;=&lt;/mo&gt;&lt;mfrac&gt;&lt;mn&gt;5&lt;/mn&gt;&lt;mn&gt;24&lt;/mn&gt;&lt;/mfrac&gt;&lt;/math&gt;" id="1265" name="Google Shape;1265;p87" title="two thirds minus seven eighths plus 5 over 12 equals 16 over 24 plus 10 over 24 minus 21 over 24 equals 5 over 24"/>
          <p:cNvPicPr preferRelativeResize="0"/>
          <p:nvPr/>
        </p:nvPicPr>
        <p:blipFill rotWithShape="1">
          <a:blip r:embed="rId4">
            <a:alphaModFix/>
          </a:blip>
          <a:srcRect b="0" l="34776" r="0" t="0"/>
          <a:stretch/>
        </p:blipFill>
        <p:spPr>
          <a:xfrm>
            <a:off x="6180600" y="1316100"/>
            <a:ext cx="2600749" cy="54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+\frac{7}{9}-\frac{5}{6}=\frac{6}{18}+\frac{14}{18}-\frac{15}{18}=\frac{5}{18}&quot;&gt;&lt;mfrac&gt;&lt;mn&gt;1&lt;/mn&gt;&lt;mn&gt;3&lt;/mn&gt;&lt;/mfrac&gt;&lt;mo&gt;+&lt;/mo&gt;&lt;mfrac&gt;&lt;mn&gt;7&lt;/mn&gt;&lt;mn&gt;9&lt;/mn&gt;&lt;/mfrac&gt;&lt;mo&gt;−&lt;/mo&gt;&lt;mfrac&gt;&lt;mn&gt;5&lt;/mn&gt;&lt;mn&gt;6&lt;/mn&gt;&lt;/mfrac&gt;&lt;mo&gt;=&lt;/mo&gt;&lt;mfrac&gt;&lt;mn&gt;6&lt;/mn&gt;&lt;mn&gt;18&lt;/mn&gt;&lt;/mfrac&gt;&lt;mo&gt;+&lt;/mo&gt;&lt;mfrac&gt;&lt;mn&gt;14&lt;/mn&gt;&lt;mn&gt;18&lt;/mn&gt;&lt;/mfrac&gt;&lt;mo&gt;−&lt;/mo&gt;&lt;mfrac&gt;&lt;mn&gt;15&lt;/mn&gt;&lt;mn&gt;18&lt;/mn&gt;&lt;/mfrac&gt;&lt;mo&gt;=&lt;/mo&gt;&lt;mfrac&gt;&lt;mn&gt;5&lt;/mn&gt;&lt;mn&gt;18&lt;/mn&gt;&lt;/mfrac&gt;&lt;/math&gt;" id="1266" name="Google Shape;1266;p87" title="one third plus seven ninths minus five sixths equals 6 over 18 plus 14 over 18 minus 15 over 18 equals 5 over 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825" y="1868270"/>
            <a:ext cx="3987634" cy="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87"/>
          <p:cNvSpPr/>
          <p:nvPr/>
        </p:nvSpPr>
        <p:spPr>
          <a:xfrm>
            <a:off x="1684800" y="1805176"/>
            <a:ext cx="2045100" cy="69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87"/>
          <p:cNvSpPr/>
          <p:nvPr/>
        </p:nvSpPr>
        <p:spPr>
          <a:xfrm>
            <a:off x="3729900" y="1805176"/>
            <a:ext cx="747900" cy="69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-\frac{5}{6}+\frac{7}{9}=\left(-\frac{9}{18}\right)+\frac{14}{18}=\frac{11}{18}&quot;&gt;&lt;mfrac&gt;&lt;mn&gt;1&lt;/mn&gt;&lt;mn&gt;3&lt;/mn&gt;&lt;/mfrac&gt;&lt;mo&gt;−&lt;/mo&gt;&lt;mfrac&gt;&lt;mn&gt;5&lt;/mn&gt;&lt;mn&gt;6&lt;/mn&gt;&lt;/mfrac&gt;&lt;mo&gt;+&lt;/mo&gt;&lt;mfrac&gt;&lt;mn&gt;7&lt;/mn&gt;&lt;mn&gt;9&lt;/mn&gt;&lt;/mfrac&gt;&lt;mo&gt;=&lt;/mo&gt;&lt;mrow data-mjx-texclass=&quot;INNER&quot;&gt;&lt;mo data-mjx-texclass=&quot;OPEN&quot;&gt;(&lt;/mo&gt;&lt;mo&gt;−&lt;/mo&gt;&lt;mfrac&gt;&lt;mn&gt;9&lt;/mn&gt;&lt;mn&gt;18&lt;/mn&gt;&lt;/mfrac&gt;&lt;mo data-mjx-texclass=&quot;CLOSE&quot;&gt;)&lt;/mo&gt;&lt;/mrow&gt;&lt;mo&gt;+&lt;/mo&gt;&lt;mfrac&gt;&lt;mn&gt;14&lt;/mn&gt;&lt;mn&gt;18&lt;/mn&gt;&lt;/mfrac&gt;&lt;mo&gt;=&lt;/mo&gt;&lt;mfrac&gt;&lt;mn&gt;11&lt;/mn&gt;&lt;mn&gt;18&lt;/mn&gt;&lt;/mfrac&gt;&lt;/math&gt;" id="1269" name="Google Shape;1269;p87" title="one third minus five sixths plus seven ninths equals open paren negative 9 over 18 close paren plus 14 over 18 equals 11 over 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001" y="2700000"/>
            <a:ext cx="3443251" cy="66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-\frac{5}{6}+\frac{7}{9}=\left(-\frac{3}{6}\right)+\frac{7}{9}=\left(-\frac{9}{18}\right)+\frac{14}{18}=\frac{11}{18}&quot;&gt;&lt;mfrac&gt;&lt;mn&gt;1&lt;/mn&gt;&lt;mn&gt;3&lt;/mn&gt;&lt;/mfrac&gt;&lt;mo&gt;−&lt;/mo&gt;&lt;mfrac&gt;&lt;mn&gt;5&lt;/mn&gt;&lt;mn&gt;6&lt;/mn&gt;&lt;/mfrac&gt;&lt;mo&gt;+&lt;/mo&gt;&lt;mfrac&gt;&lt;mn&gt;7&lt;/mn&gt;&lt;mn&gt;9&lt;/mn&gt;&lt;/mfrac&gt;&lt;mo&gt;=&lt;/mo&gt;&lt;mrow data-mjx-texclass=&quot;INNER&quot;&gt;&lt;mo data-mjx-texclass=&quot;OPEN&quot;&gt;(&lt;/mo&gt;&lt;mo&gt;−&lt;/mo&gt;&lt;mfrac&gt;&lt;mn&gt;3&lt;/mn&gt;&lt;mn&gt;6&lt;/mn&gt;&lt;/mfrac&gt;&lt;mo data-mjx-texclass=&quot;CLOSE&quot;&gt;)&lt;/mo&gt;&lt;/mrow&gt;&lt;mo&gt;+&lt;/mo&gt;&lt;mfrac&gt;&lt;mn&gt;7&lt;/mn&gt;&lt;mn&gt;9&lt;/mn&gt;&lt;/mfrac&gt;&lt;mo&gt;=&lt;/mo&gt;&lt;mrow data-mjx-texclass=&quot;INNER&quot;&gt;&lt;mo data-mjx-texclass=&quot;OPEN&quot;&gt;(&lt;/mo&gt;&lt;mo&gt;−&lt;/mo&gt;&lt;mfrac&gt;&lt;mn&gt;9&lt;/mn&gt;&lt;mn&gt;18&lt;/mn&gt;&lt;/mfrac&gt;&lt;mo data-mjx-texclass=&quot;CLOSE&quot;&gt;)&lt;/mo&gt;&lt;/mrow&gt;&lt;mo&gt;+&lt;/mo&gt;&lt;mfrac&gt;&lt;mn&gt;14&lt;/mn&gt;&lt;mn&gt;18&lt;/mn&gt;&lt;/mfrac&gt;&lt;mo&gt;=&lt;/mo&gt;&lt;mfrac&gt;&lt;mn&gt;11&lt;/mn&gt;&lt;mn&gt;18&lt;/mn&gt;&lt;/mfrac&gt;&lt;/math&gt;" id="1270" name="Google Shape;1270;p87" title="one third minus five sixths plus seven ninths equals negative three sixths plus seven ninths equals open paren negative 9 over 18 close paren plus 14 over 18 equals 11 over 18"/>
          <p:cNvPicPr preferRelativeResize="0"/>
          <p:nvPr/>
        </p:nvPicPr>
        <p:blipFill rotWithShape="1">
          <a:blip r:embed="rId7">
            <a:alphaModFix/>
          </a:blip>
          <a:srcRect b="0" l="24214" r="46477" t="0"/>
          <a:stretch/>
        </p:blipFill>
        <p:spPr>
          <a:xfrm>
            <a:off x="1684800" y="3397826"/>
            <a:ext cx="1625786" cy="661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1" name="Google Shape;1271;p87"/>
          <p:cNvCxnSpPr/>
          <p:nvPr/>
        </p:nvCxnSpPr>
        <p:spPr>
          <a:xfrm>
            <a:off x="334125" y="2575775"/>
            <a:ext cx="39915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2" name="Google Shape;1272;p87"/>
          <p:cNvSpPr/>
          <p:nvPr/>
        </p:nvSpPr>
        <p:spPr>
          <a:xfrm>
            <a:off x="1616200" y="2685050"/>
            <a:ext cx="2137800" cy="69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87"/>
          <p:cNvSpPr/>
          <p:nvPr/>
        </p:nvSpPr>
        <p:spPr>
          <a:xfrm>
            <a:off x="1616200" y="3382850"/>
            <a:ext cx="1694400" cy="69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87"/>
          <p:cNvSpPr txBox="1"/>
          <p:nvPr/>
        </p:nvSpPr>
        <p:spPr>
          <a:xfrm>
            <a:off x="4824000" y="2582475"/>
            <a:ext cx="3987600" cy="12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if you have different steps your final answer should be the same.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-\frac{5}{6}+\frac{7}{9}=\left(-\frac{9}{18}\right)+\frac{14}{18}=\frac{5}{18}&quot;&gt;&lt;mfrac&gt;&lt;mn&gt;1&lt;/mn&gt;&lt;mn&gt;3&lt;/mn&gt;&lt;/mfrac&gt;&lt;mo&gt;−&lt;/mo&gt;&lt;mfrac&gt;&lt;mn&gt;5&lt;/mn&gt;&lt;mn&gt;6&lt;/mn&gt;&lt;/mfrac&gt;&lt;mo&gt;+&lt;/mo&gt;&lt;mfrac&gt;&lt;mn&gt;7&lt;/mn&gt;&lt;mn&gt;9&lt;/mn&gt;&lt;/mfrac&gt;&lt;mo&gt;=&lt;/mo&gt;&lt;mrow data-mjx-texclass=&quot;INNER&quot;&gt;&lt;mo data-mjx-texclass=&quot;OPEN&quot;&gt;(&lt;/mo&gt;&lt;mo&gt;−&lt;/mo&gt;&lt;mfrac&gt;&lt;mn&gt;9&lt;/mn&gt;&lt;mn&gt;18&lt;/mn&gt;&lt;/mfrac&gt;&lt;mo data-mjx-texclass=&quot;CLOSE&quot;&gt;)&lt;/mo&gt;&lt;/mrow&gt;&lt;mo&gt;+&lt;/mo&gt;&lt;mfrac&gt;&lt;mn&gt;14&lt;/mn&gt;&lt;mn&gt;18&lt;/mn&gt;&lt;/mfrac&gt;&lt;mo&gt;=&lt;/mo&gt;&lt;mfrac&gt;&lt;mn&gt;5&lt;/mn&gt;&lt;mn&gt;18&lt;/mn&gt;&lt;/mfrac&gt;&lt;/math&gt;" id="1275" name="Google Shape;1275;p87" title="one third minus five sixths plus seven ninths equals open paren negative 9 over 18 close paren plus 14 over 18 equals 5 over 18"/>
          <p:cNvPicPr preferRelativeResize="0"/>
          <p:nvPr/>
        </p:nvPicPr>
        <p:blipFill rotWithShape="1">
          <a:blip r:embed="rId8">
            <a:alphaModFix/>
          </a:blip>
          <a:srcRect b="0" l="33391" r="0" t="0"/>
          <a:stretch/>
        </p:blipFill>
        <p:spPr>
          <a:xfrm>
            <a:off x="1616197" y="4149225"/>
            <a:ext cx="2577551" cy="6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87"/>
          <p:cNvSpPr/>
          <p:nvPr/>
        </p:nvSpPr>
        <p:spPr>
          <a:xfrm>
            <a:off x="1616200" y="4080650"/>
            <a:ext cx="1959300" cy="73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7"/>
          <p:cNvSpPr/>
          <p:nvPr/>
        </p:nvSpPr>
        <p:spPr>
          <a:xfrm>
            <a:off x="3575500" y="4104651"/>
            <a:ext cx="747900" cy="69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Further understanding of addition and subtraction</a:t>
            </a:r>
            <a:endParaRPr/>
          </a:p>
        </p:txBody>
      </p:sp>
      <p:sp>
        <p:nvSpPr>
          <p:cNvPr id="1283" name="Google Shape;1283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Calculate the answers to the following: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id="1284" name="Google Shape;128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015" y="2270000"/>
            <a:ext cx="1307910" cy="534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-\frac{4}{5}+\frac{3}{10}&quot;&gt;&lt;mfrac&gt;&lt;mn&gt;1&lt;/mn&gt;&lt;mn&gt;3&lt;/mn&gt;&lt;/mfrac&gt;&lt;mo&gt;−&lt;/mo&gt;&lt;mfrac&gt;&lt;mn&gt;4&lt;/mn&gt;&lt;mn&gt;5&lt;/mn&gt;&lt;/mfrac&gt;&lt;mo&gt;+&lt;/mo&gt;&lt;mfrac&gt;&lt;mn&gt;3&lt;/mn&gt;&lt;mn&gt;10&lt;/mn&gt;&lt;/mfrac&gt;&lt;/math&gt;" id="1285" name="Google Shape;1285;p88" title="one third minus four fifths plus 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205" y="1243864"/>
            <a:ext cx="1307904" cy="534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-\frac{7}{9}+\frac{2}{15}-\frac{2}{3}&quot;&gt;&lt;mfrac&gt;&lt;mn&gt;3&lt;/mn&gt;&lt;mn&gt;5&lt;/mn&gt;&lt;/mfrac&gt;&lt;mo&gt;−&lt;/mo&gt;&lt;mfrac&gt;&lt;mn&gt;7&lt;/mn&gt;&lt;mn&gt;9&lt;/mn&gt;&lt;/mfrac&gt;&lt;mo&gt;+&lt;/mo&gt;&lt;mfrac&gt;&lt;mn&gt;2&lt;/mn&gt;&lt;mn&gt;15&lt;/mn&gt;&lt;/mfrac&gt;&lt;mo&gt;−&lt;/mo&gt;&lt;mfrac&gt;&lt;mn&gt;2&lt;/mn&gt;&lt;mn&gt;3&lt;/mn&gt;&lt;/mfrac&gt;&lt;/math&gt;" id="1286" name="Google Shape;1286;p88" title="three fifths minus seven ninths plus 2 over 15 minu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250" y="3231487"/>
            <a:ext cx="1822433" cy="534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Further understanding of addition and subtraction</a:t>
            </a:r>
            <a:endParaRPr/>
          </a:p>
        </p:txBody>
      </p:sp>
      <p:sp>
        <p:nvSpPr>
          <p:cNvPr id="1292" name="Google Shape;1292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Find the missing digits in the following</a:t>
            </a:r>
            <a:r>
              <a:rPr lang="en-GB"/>
              <a:t>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11}-\frac{7}{8}+\frac{3}{4}=\frac{29}{88}&quot;&gt;&lt;mfrac&gt;&lt;mn&gt;5&lt;/mn&gt;&lt;mn&gt;11&lt;/mn&gt;&lt;/mfrac&gt;&lt;mo&gt;−&lt;/mo&gt;&lt;mfrac&gt;&lt;mn&gt;7&lt;/mn&gt;&lt;mn&gt;8&lt;/mn&gt;&lt;/mfrac&gt;&lt;mo&gt;+&lt;/mo&gt;&lt;mfrac&gt;&lt;mn&gt;3&lt;/mn&gt;&lt;mn&gt;4&lt;/mn&gt;&lt;/mfrac&gt;&lt;mo&gt;=&lt;/mo&gt;&lt;mfrac&gt;&lt;mn&gt;29&lt;/mn&gt;&lt;mn&gt;88&lt;/mn&gt;&lt;/mfrac&gt;&lt;/math&gt;" id="1293" name="Google Shape;1293;p89" title="5 over 11 minus seven eighths plus three fourths equals 29 over 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575" y="1174950"/>
            <a:ext cx="2533341" cy="68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-\frac{7}{8}+\frac{1}{6}=\frac{1}{24}&quot;&gt;&lt;mfrac&gt;&lt;mn&gt;3&lt;/mn&gt;&lt;mn&gt;4&lt;/mn&gt;&lt;/mfrac&gt;&lt;mo&gt;−&lt;/mo&gt;&lt;mfrac&gt;&lt;mn&gt;7&lt;/mn&gt;&lt;mn&gt;8&lt;/mn&gt;&lt;/mfrac&gt;&lt;mo&gt;+&lt;/mo&gt;&lt;mfrac&gt;&lt;mn&gt;1&lt;/mn&gt;&lt;mn&gt;6&lt;/mn&gt;&lt;/mfrac&gt;&lt;mo&gt;=&lt;/mo&gt;&lt;mfrac&gt;&lt;mn&gt;1&lt;/mn&gt;&lt;mn&gt;24&lt;/mn&gt;&lt;/mfrac&gt;&lt;/math&gt;" id="1294" name="Google Shape;1294;p89" title="three fourths minus seven eighths plus one sixth equals 1 over 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575" y="2160000"/>
            <a:ext cx="2362466" cy="68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3}-\frac{5}{6}+\frac{7}{12}-\frac{5}{8}=\left(-\frac{13}{24}\right)\end{array}&quot;&gt;&lt;mtable columnalign=&quot;left&quot; columnspacing=&quot;1em&quot; rowspacing=&quot;4pt&quot;&gt;&lt;mtr&gt;&lt;mtd&gt;&lt;mfrac&gt;&lt;mn&gt;1&lt;/mn&gt;&lt;mn&gt;3&lt;/mn&gt;&lt;/mfrac&gt;&lt;mo&gt;−&lt;/mo&gt;&lt;mfrac&gt;&lt;mn&gt;5&lt;/mn&gt;&lt;mn&gt;6&lt;/mn&gt;&lt;/mfrac&gt;&lt;mo&gt;+&lt;/mo&gt;&lt;mfrac&gt;&lt;mn&gt;7&lt;/mn&gt;&lt;mn&gt;12&lt;/mn&gt;&lt;/mfrac&gt;&lt;mo&gt;−&lt;/mo&gt;&lt;mfrac&gt;&lt;mn&gt;5&lt;/mn&gt;&lt;mn&gt;8&lt;/mn&gt;&lt;/mfrac&gt;&lt;mo&gt;=&lt;/mo&gt;&lt;mrow data-mjx-texclass=&quot;INNER&quot;&gt;&lt;mo data-mjx-texclass=&quot;OPEN&quot;&gt;(&lt;/mo&gt;&lt;mo&gt;−&lt;/mo&gt;&lt;mfrac&gt;&lt;mn&gt;13&lt;/mn&gt;&lt;mn&gt;24&lt;/mn&gt;&lt;/mfrac&gt;&lt;mo data-mjx-texclass=&quot;CLOSE&quot;&gt;)&lt;/mo&gt;&lt;/mrow&gt;&lt;/mtd&gt;&lt;/mtr&gt;&lt;/mtable&gt;&lt;/math&gt;" id="1295" name="Google Shape;1295;p89" title="1 lines Line 1: one third minus five sixths plus 7 over 12 minus five eighths equals open paren negative 13 over 24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343" y="3240000"/>
            <a:ext cx="5028057" cy="6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89"/>
          <p:cNvSpPr/>
          <p:nvPr/>
        </p:nvSpPr>
        <p:spPr>
          <a:xfrm>
            <a:off x="1533600" y="1117638"/>
            <a:ext cx="302400" cy="396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89"/>
          <p:cNvSpPr/>
          <p:nvPr/>
        </p:nvSpPr>
        <p:spPr>
          <a:xfrm>
            <a:off x="724525" y="2094238"/>
            <a:ext cx="302400" cy="396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89"/>
          <p:cNvSpPr/>
          <p:nvPr/>
        </p:nvSpPr>
        <p:spPr>
          <a:xfrm>
            <a:off x="724525" y="3145062"/>
            <a:ext cx="302400" cy="396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9"/>
          <p:cNvSpPr/>
          <p:nvPr/>
        </p:nvSpPr>
        <p:spPr>
          <a:xfrm>
            <a:off x="3593450" y="3145038"/>
            <a:ext cx="302400" cy="396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Further understanding of addition and subtraction</a:t>
            </a:r>
            <a:endParaRPr/>
          </a:p>
        </p:txBody>
      </p:sp>
      <p:sp>
        <p:nvSpPr>
          <p:cNvPr id="1305" name="Google Shape;1305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Calculate the answers to the following: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id="1306" name="Google Shape;130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015" y="2270000"/>
            <a:ext cx="1307910" cy="534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-\frac{4}{5}+\frac{3}{10}&quot;&gt;&lt;mfrac&gt;&lt;mn&gt;1&lt;/mn&gt;&lt;mn&gt;3&lt;/mn&gt;&lt;/mfrac&gt;&lt;mo&gt;−&lt;/mo&gt;&lt;mfrac&gt;&lt;mn&gt;4&lt;/mn&gt;&lt;mn&gt;5&lt;/mn&gt;&lt;/mfrac&gt;&lt;mo&gt;+&lt;/mo&gt;&lt;mfrac&gt;&lt;mn&gt;3&lt;/mn&gt;&lt;mn&gt;10&lt;/mn&gt;&lt;/mfrac&gt;&lt;/math&gt;" id="1307" name="Google Shape;1307;p90" title="one third minus four fifths plus 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205" y="1243864"/>
            <a:ext cx="1307904" cy="534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-\frac{7}{9}+\frac{2}{15}-\frac{2}{3}&quot;&gt;&lt;mfrac&gt;&lt;mn&gt;3&lt;/mn&gt;&lt;mn&gt;5&lt;/mn&gt;&lt;/mfrac&gt;&lt;mo&gt;−&lt;/mo&gt;&lt;mfrac&gt;&lt;mn&gt;7&lt;/mn&gt;&lt;mn&gt;9&lt;/mn&gt;&lt;/mfrac&gt;&lt;mo&gt;+&lt;/mo&gt;&lt;mfrac&gt;&lt;mn&gt;2&lt;/mn&gt;&lt;mn&gt;15&lt;/mn&gt;&lt;/mfrac&gt;&lt;mo&gt;−&lt;/mo&gt;&lt;mfrac&gt;&lt;mn&gt;2&lt;/mn&gt;&lt;mn&gt;3&lt;/mn&gt;&lt;/mfrac&gt;&lt;/math&gt;" id="1308" name="Google Shape;1308;p90" title="three fifths minus seven ninths plus 2 over 15 minu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250" y="3231487"/>
            <a:ext cx="1822433" cy="534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}{6}\right)&quot;&gt;&lt;mrow data-mjx-texclass=&quot;INNER&quot;&gt;&lt;mo data-mjx-texclass=&quot;OPEN&quot;&gt;(&lt;/mo&gt;&lt;mo&gt;−&lt;/mo&gt;&lt;mfrac&gt;&lt;mn&gt;1&lt;/mn&gt;&lt;mn&gt;6&lt;/mn&gt;&lt;/mfrac&gt;&lt;mo data-mjx-texclass=&quot;CLOSE&quot;&gt;)&lt;/mo&gt;&lt;/mrow&gt;&lt;/math&gt;" id="1309" name="Google Shape;1309;p90" title="negative one six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9600" y="1277892"/>
            <a:ext cx="578850" cy="530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310" name="Google Shape;1310;p90" title="seven t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11248" y="2269998"/>
            <a:ext cx="292057" cy="53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32}{45}\right)&quot;&gt;&lt;mrow data-mjx-texclass=&quot;INNER&quot;&gt;&lt;mo data-mjx-texclass=&quot;OPEN&quot;&gt;(&lt;/mo&gt;&lt;mo&gt;−&lt;/mo&gt;&lt;mfrac&gt;&lt;mn&gt;32&lt;/mn&gt;&lt;mn&gt;45&lt;/mn&gt;&lt;/mfrac&gt;&lt;mo data-mjx-texclass=&quot;CLOSE&quot;&gt;)&lt;/mo&gt;&lt;/mrow&gt;&lt;/math&gt;" id="1311" name="Google Shape;1311;p90" title="open paren negative 32 over 45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69592" y="3231467"/>
            <a:ext cx="686138" cy="5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Further understanding of addition and subtraction</a:t>
            </a:r>
            <a:endParaRPr/>
          </a:p>
        </p:txBody>
      </p:sp>
      <p:sp>
        <p:nvSpPr>
          <p:cNvPr id="1317" name="Google Shape;1317;p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Find the missing digits in the following: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11}-\frac{7}{8}+\frac{3}{4}=\frac{29}{88}&quot;&gt;&lt;mfrac&gt;&lt;mn&gt;5&lt;/mn&gt;&lt;mn&gt;11&lt;/mn&gt;&lt;/mfrac&gt;&lt;mo&gt;−&lt;/mo&gt;&lt;mfrac&gt;&lt;mn&gt;7&lt;/mn&gt;&lt;mn&gt;8&lt;/mn&gt;&lt;/mfrac&gt;&lt;mo&gt;+&lt;/mo&gt;&lt;mfrac&gt;&lt;mn&gt;3&lt;/mn&gt;&lt;mn&gt;4&lt;/mn&gt;&lt;/mfrac&gt;&lt;mo&gt;=&lt;/mo&gt;&lt;mfrac&gt;&lt;mn&gt;29&lt;/mn&gt;&lt;mn&gt;88&lt;/mn&gt;&lt;/mfrac&gt;&lt;/math&gt;" id="1318" name="Google Shape;1318;p91" title="5 over 11 minus seven eighths plus three fourths equals 29 over 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575" y="1174950"/>
            <a:ext cx="2533341" cy="68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-\frac{7}{8}+\frac{1}{6}=\frac{1}{24}&quot;&gt;&lt;mfrac&gt;&lt;mn&gt;3&lt;/mn&gt;&lt;mn&gt;4&lt;/mn&gt;&lt;/mfrac&gt;&lt;mo&gt;−&lt;/mo&gt;&lt;mfrac&gt;&lt;mn&gt;7&lt;/mn&gt;&lt;mn&gt;8&lt;/mn&gt;&lt;/mfrac&gt;&lt;mo&gt;+&lt;/mo&gt;&lt;mfrac&gt;&lt;mn&gt;1&lt;/mn&gt;&lt;mn&gt;6&lt;/mn&gt;&lt;/mfrac&gt;&lt;mo&gt;=&lt;/mo&gt;&lt;mfrac&gt;&lt;mn&gt;1&lt;/mn&gt;&lt;mn&gt;24&lt;/mn&gt;&lt;/mfrac&gt;&lt;/math&gt;" id="1319" name="Google Shape;1319;p91" title="three fourths minus seven eighths plus one sixth equals 1 over 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575" y="2160000"/>
            <a:ext cx="2362466" cy="68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3}-\frac{5}{6}+\frac{7}{12}-\frac{5}{8}=\left(-\frac{13}{24}\right)\end{array}&quot;&gt;&lt;mtable columnalign=&quot;left&quot; columnspacing=&quot;1em&quot; rowspacing=&quot;4pt&quot;&gt;&lt;mtr&gt;&lt;mtd&gt;&lt;mfrac&gt;&lt;mn&gt;1&lt;/mn&gt;&lt;mn&gt;3&lt;/mn&gt;&lt;/mfrac&gt;&lt;mo&gt;−&lt;/mo&gt;&lt;mfrac&gt;&lt;mn&gt;5&lt;/mn&gt;&lt;mn&gt;6&lt;/mn&gt;&lt;/mfrac&gt;&lt;mo&gt;+&lt;/mo&gt;&lt;mfrac&gt;&lt;mn&gt;7&lt;/mn&gt;&lt;mn&gt;12&lt;/mn&gt;&lt;/mfrac&gt;&lt;mo&gt;−&lt;/mo&gt;&lt;mfrac&gt;&lt;mn&gt;5&lt;/mn&gt;&lt;mn&gt;8&lt;/mn&gt;&lt;/mfrac&gt;&lt;mo&gt;=&lt;/mo&gt;&lt;mrow data-mjx-texclass=&quot;INNER&quot;&gt;&lt;mo data-mjx-texclass=&quot;OPEN&quot;&gt;(&lt;/mo&gt;&lt;mo&gt;−&lt;/mo&gt;&lt;mfrac&gt;&lt;mn&gt;13&lt;/mn&gt;&lt;mn&gt;24&lt;/mn&gt;&lt;/mfrac&gt;&lt;mo data-mjx-texclass=&quot;CLOSE&quot;&gt;)&lt;/mo&gt;&lt;/mrow&gt;&lt;/mtd&gt;&lt;/mtr&gt;&lt;/mtable&gt;&lt;/math&gt;" id="1320" name="Google Shape;1320;p91" title="1 lines Line 1: one third minus five sixths plus 7 over 12 minus five eighths equals open paren negative 13 over 24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343" y="3240000"/>
            <a:ext cx="5028057" cy="6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91"/>
          <p:cNvSpPr/>
          <p:nvPr/>
        </p:nvSpPr>
        <p:spPr>
          <a:xfrm>
            <a:off x="1533600" y="1117638"/>
            <a:ext cx="302400" cy="3969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91"/>
          <p:cNvSpPr/>
          <p:nvPr/>
        </p:nvSpPr>
        <p:spPr>
          <a:xfrm>
            <a:off x="724525" y="2094238"/>
            <a:ext cx="302400" cy="3969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91"/>
          <p:cNvSpPr/>
          <p:nvPr/>
        </p:nvSpPr>
        <p:spPr>
          <a:xfrm>
            <a:off x="724525" y="3145062"/>
            <a:ext cx="302400" cy="3969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91"/>
          <p:cNvSpPr/>
          <p:nvPr/>
        </p:nvSpPr>
        <p:spPr>
          <a:xfrm>
            <a:off x="3593450" y="3145038"/>
            <a:ext cx="302400" cy="3969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92"/>
          <p:cNvSpPr txBox="1"/>
          <p:nvPr>
            <p:ph idx="1" type="body"/>
          </p:nvPr>
        </p:nvSpPr>
        <p:spPr>
          <a:xfrm>
            <a:off x="324000" y="622800"/>
            <a:ext cx="8496000" cy="41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It is not always necessary to calculate exact answers when adding and subtracting fractions if you are only comparing their size.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E.g.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When adding or subtracting fractions they must have a common denominator.  The most efficient way is using the LCM.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E.g.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When adding and subtracting multiple fractions they can be reordered to make the calculation easier.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E.g.</a:t>
            </a:r>
            <a:endParaRPr sz="2000"/>
          </a:p>
        </p:txBody>
      </p:sp>
      <p:sp>
        <p:nvSpPr>
          <p:cNvPr id="1330" name="Google Shape;1330;p92"/>
          <p:cNvSpPr txBox="1"/>
          <p:nvPr>
            <p:ph type="title"/>
          </p:nvPr>
        </p:nvSpPr>
        <p:spPr>
          <a:xfrm>
            <a:off x="2173200" y="4800"/>
            <a:ext cx="6367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addition and subtraction with fractions</a:t>
            </a:r>
            <a:endParaRPr/>
          </a:p>
        </p:txBody>
      </p:sp>
      <p:pic>
        <p:nvPicPr>
          <p:cNvPr id="1331" name="Google Shape;133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824" y="1309698"/>
            <a:ext cx="14099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-\frac{3}{4}=\frac{10}{12}-\frac{9}{12}=\frac{1}{12}&quot;&gt;&lt;mfrac&gt;&lt;mn&gt;5&lt;/mn&gt;&lt;mn&gt;6&lt;/mn&gt;&lt;/mfrac&gt;&lt;mo&gt;−&lt;/mo&gt;&lt;mfrac&gt;&lt;mn&gt;3&lt;/mn&gt;&lt;mn&gt;4&lt;/mn&gt;&lt;/mfrac&gt;&lt;mo&gt;=&lt;/mo&gt;&lt;mfrac&gt;&lt;mn&gt;10&lt;/mn&gt;&lt;mn&gt;12&lt;/mn&gt;&lt;/mfrac&gt;&lt;mo&gt;−&lt;/mo&gt;&lt;mfrac&gt;&lt;mn&gt;9&lt;/mn&gt;&lt;mn&gt;12&lt;/mn&gt;&lt;/mfrac&gt;&lt;mo&gt;=&lt;/mo&gt;&lt;mfrac&gt;&lt;mn&gt;1&lt;/mn&gt;&lt;mn&gt;12&lt;/mn&gt;&lt;/mfrac&gt;&lt;/math&gt;" id="1332" name="Google Shape;1332;p92" title="five sixths minus three fourths equals 10 over 12 minus 9 over 12 equals 1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925" y="2600750"/>
            <a:ext cx="2734200" cy="5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-\frac{5}{6}+\frac{5}{9}&quot;&gt;&lt;mfrac&gt;&lt;mn&gt;2&lt;/mn&gt;&lt;mn&gt;3&lt;/mn&gt;&lt;/mfrac&gt;&lt;mo&gt;−&lt;/mo&gt;&lt;mfrac&gt;&lt;mn&gt;5&lt;/mn&gt;&lt;mn&gt;6&lt;/mn&gt;&lt;/mfrac&gt;&lt;mo&gt;+&lt;/mo&gt;&lt;mfrac&gt;&lt;mn&gt;5&lt;/mn&gt;&lt;mn&gt;9&lt;/mn&gt;&lt;/mfrac&gt;&lt;/math&gt;" id="1333" name="Google Shape;1333;p92" title="two thirds minus five sixths plus five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4019" y="3988070"/>
            <a:ext cx="1308278" cy="590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3}+\frac{5}{9}-\frac{5}{6}&quot;&gt;&lt;mo&gt;=&lt;/mo&gt;&lt;mfrac&gt;&lt;mn&gt;2&lt;/mn&gt;&lt;mn&gt;3&lt;/mn&gt;&lt;/mfrac&gt;&lt;mo&gt;+&lt;/mo&gt;&lt;mfrac&gt;&lt;mn&gt;5&lt;/mn&gt;&lt;mn&gt;9&lt;/mn&gt;&lt;/mfrac&gt;&lt;mo&gt;−&lt;/mo&gt;&lt;mfrac&gt;&lt;mn&gt;5&lt;/mn&gt;&lt;mn&gt;6&lt;/mn&gt;&lt;/mfrac&gt;&lt;/math&gt;" id="1334" name="Google Shape;1334;p92" title="equals two thirds plus five ninths minus five six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43966" y="3988070"/>
            <a:ext cx="1601509" cy="590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9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40" name="Google Shape;134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