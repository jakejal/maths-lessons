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1" name="Shape 231"/>
        <p:cNvGrpSpPr/>
        <p:nvPr/>
      </p:nvGrpSpPr>
      <p:grpSpPr>
        <a:xfrm>
          <a:off x="0" y="0"/>
          <a:ext cx="0" cy="0"/>
        </a:xfrm>
      </p:grpSpPr>
      <p:sp>
        <p:nvSpPr>
          <p:cNvPr id="232" name="Google Shape;23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Relationship Id="rId6" Type="http://schemas.openxmlformats.org/officeDocument/2006/relationships/image" Target="../media/image12.png" /><Relationship Id="rId7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Modelling with graphs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68000" y="1715800"/>
            <a:ext cx="5939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Here is a distance time graph of a cycle ride that Jacob took.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3786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Reading distance time graphs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156" y="2028922"/>
            <a:ext cx="3896137" cy="245178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5821516" y="4534071"/>
            <a:ext cx="949500" cy="2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 rot="-5400000">
            <a:off x="2403684" y="2503730"/>
            <a:ext cx="12090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distance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km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824595" y="4379187"/>
            <a:ext cx="1977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090032" y="1997995"/>
            <a:ext cx="197700" cy="20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090032" y="2800256"/>
            <a:ext cx="197700" cy="20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175154" y="3537727"/>
            <a:ext cx="112500" cy="20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425745" y="4379187"/>
            <a:ext cx="1977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050346" y="4379187"/>
            <a:ext cx="1977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660439" y="4379187"/>
            <a:ext cx="1977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211315" y="4379187"/>
            <a:ext cx="3063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6785637" y="4379187"/>
            <a:ext cx="3063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8000" y="2035362"/>
            <a:ext cx="23670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far away was he 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minutes?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68000" y="2609682"/>
            <a:ext cx="23670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happened on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minutes?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68000" y="3122958"/>
            <a:ext cx="23670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At what time did Jacob start to return home?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794309" y="2261104"/>
            <a:ext cx="7248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km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117250" y="2890800"/>
            <a:ext cx="19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3542745" y="2807236"/>
            <a:ext cx="574500" cy="25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(30, 9)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370820" y="2862247"/>
            <a:ext cx="14958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minute stop.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401655" y="2479019"/>
            <a:ext cx="574500" cy="2523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370820" y="3562118"/>
            <a:ext cx="1338900" cy="2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minutes.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943813" y="1996401"/>
            <a:ext cx="1977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6192349" y="2021461"/>
            <a:ext cx="634800" cy="25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(90, 15)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68000" y="3869376"/>
            <a:ext cx="23670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How far did Jacob cycle in total?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370820" y="4150960"/>
            <a:ext cx="24270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 km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km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out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km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back.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68000" y="4664950"/>
            <a:ext cx="5114700" cy="12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Was Jacob’s furthest point from home the high point, or low point, in altitude of this cycle?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 a sentence to justify your answer.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high point.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might have written: 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Kalam"/>
              <a:buChar char="●"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“The gradient on the journey home is the steepest part of the graph which tells us it is the highest speed.”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Kalam"/>
              <a:buChar char="●"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“Jacob has a break on the way there but, not on the way back. This would suggest the route back was easier (i.e. downhill)”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were </a:t>
            </a:r>
            <a:r>
              <a:rPr lang="en-GB" sz="12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not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allowed to write: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“The return journey is going downhill on the graph”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80240" y="7501641"/>
            <a:ext cx="3490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For each labelled moment declare if that moment is possible or impossible and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explaining why.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63011" y="6923365"/>
            <a:ext cx="66234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 shows you a distance time graph which he drew before this lesson. He now knows there are moments in it which can not be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582728" y="9605259"/>
            <a:ext cx="9834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 rot="-5400000">
            <a:off x="3273608" y="8343509"/>
            <a:ext cx="2159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distance from home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4445" y="7335294"/>
            <a:ext cx="605736" cy="6985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20"/>
          <p:cNvCxnSpPr/>
          <p:nvPr/>
        </p:nvCxnSpPr>
        <p:spPr>
          <a:xfrm rot="10800000" flipH="1">
            <a:off x="4558891" y="7655986"/>
            <a:ext cx="0" cy="1953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" name="Google Shape;208;p20"/>
          <p:cNvCxnSpPr/>
          <p:nvPr/>
        </p:nvCxnSpPr>
        <p:spPr>
          <a:xfrm rot="10800000" flipH="1">
            <a:off x="4570077" y="9017986"/>
            <a:ext cx="358800" cy="5919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20"/>
          <p:cNvCxnSpPr/>
          <p:nvPr/>
        </p:nvCxnSpPr>
        <p:spPr>
          <a:xfrm rot="10800000">
            <a:off x="4928750" y="9017855"/>
            <a:ext cx="495900" cy="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0"/>
          <p:cNvCxnSpPr/>
          <p:nvPr/>
        </p:nvCxnSpPr>
        <p:spPr>
          <a:xfrm rot="10800000">
            <a:off x="5406841" y="8659013"/>
            <a:ext cx="2100" cy="3612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0"/>
          <p:cNvCxnSpPr/>
          <p:nvPr/>
        </p:nvCxnSpPr>
        <p:spPr>
          <a:xfrm>
            <a:off x="5404888" y="8672229"/>
            <a:ext cx="471600" cy="2922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20"/>
          <p:cNvCxnSpPr/>
          <p:nvPr/>
        </p:nvCxnSpPr>
        <p:spPr>
          <a:xfrm rot="10800000" flipH="1">
            <a:off x="5862177" y="8545407"/>
            <a:ext cx="248700" cy="4059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0"/>
          <p:cNvCxnSpPr/>
          <p:nvPr/>
        </p:nvCxnSpPr>
        <p:spPr>
          <a:xfrm rot="10800000">
            <a:off x="5041870" y="7900854"/>
            <a:ext cx="1054200" cy="6534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0"/>
          <p:cNvCxnSpPr/>
          <p:nvPr/>
        </p:nvCxnSpPr>
        <p:spPr>
          <a:xfrm>
            <a:off x="4558891" y="9589042"/>
            <a:ext cx="2190900" cy="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p20"/>
          <p:cNvCxnSpPr/>
          <p:nvPr/>
        </p:nvCxnSpPr>
        <p:spPr>
          <a:xfrm rot="10800000">
            <a:off x="5065680" y="7912690"/>
            <a:ext cx="1229100" cy="6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" name="Google Shape;216;p20"/>
          <p:cNvCxnSpPr/>
          <p:nvPr/>
        </p:nvCxnSpPr>
        <p:spPr>
          <a:xfrm rot="10800000">
            <a:off x="6288864" y="7913721"/>
            <a:ext cx="14100" cy="16872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7" name="Google Shape;217;p20"/>
          <p:cNvSpPr txBox="1"/>
          <p:nvPr/>
        </p:nvSpPr>
        <p:spPr>
          <a:xfrm>
            <a:off x="5095794" y="9014024"/>
            <a:ext cx="196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5191079" y="8702453"/>
            <a:ext cx="196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5588965" y="8574675"/>
            <a:ext cx="196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428695" y="8203700"/>
            <a:ext cx="196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6319751" y="8569093"/>
            <a:ext cx="196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62299" y="8376233"/>
            <a:ext cx="196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62299" y="9189947"/>
            <a:ext cx="196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62299" y="9736343"/>
            <a:ext cx="196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77565" y="8098363"/>
            <a:ext cx="22782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You might have written: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715185" y="8386408"/>
            <a:ext cx="34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Possible - This a is stop in the journey.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1410082" y="8692407"/>
            <a:ext cx="27960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Impossible - This would be a change in position in zero time.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468599" y="8692407"/>
            <a:ext cx="829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715185" y="9200122"/>
            <a:ext cx="34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Possible - This is a move towards home at a constant speed.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756639" y="9738158"/>
            <a:ext cx="46722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Impossible - This would represent going back in time.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4" name="Shape 234"/>
        <p:cNvGrpSpPr/>
        <p:nvPr/>
      </p:nvGrpSpPr>
      <p:grpSpPr>
        <a:xfrm>
          <a:off x="0" y="0"/>
          <a:ext cx="0" cy="0"/>
        </a:xfrm>
      </p:grpSpPr>
      <p:cxnSp>
        <p:nvCxnSpPr>
          <p:cNvPr id="235" name="Google Shape;235;p21"/>
          <p:cNvCxnSpPr/>
          <p:nvPr/>
        </p:nvCxnSpPr>
        <p:spPr>
          <a:xfrm rot="10800000" flipH="1">
            <a:off x="4501487" y="6533449"/>
            <a:ext cx="350700" cy="4482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1"/>
          <p:cNvCxnSpPr/>
          <p:nvPr/>
        </p:nvCxnSpPr>
        <p:spPr>
          <a:xfrm rot="10800000">
            <a:off x="5448243" y="5516430"/>
            <a:ext cx="322200" cy="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1"/>
          <p:cNvCxnSpPr/>
          <p:nvPr/>
        </p:nvCxnSpPr>
        <p:spPr>
          <a:xfrm rot="10800000" flipH="1">
            <a:off x="4859199" y="5516626"/>
            <a:ext cx="585600" cy="10014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8" name="Google Shape;238;p21"/>
          <p:cNvSpPr txBox="1"/>
          <p:nvPr/>
        </p:nvSpPr>
        <p:spPr>
          <a:xfrm>
            <a:off x="4678192" y="5400291"/>
            <a:ext cx="6693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(90, 140)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9" name="Google Shape;239;p21"/>
          <p:cNvCxnSpPr/>
          <p:nvPr/>
        </p:nvCxnSpPr>
        <p:spPr>
          <a:xfrm rot="10800000" flipH="1">
            <a:off x="5785423" y="5331213"/>
            <a:ext cx="632400" cy="1779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0" name="Google Shape;240;p21"/>
          <p:cNvSpPr txBox="1"/>
          <p:nvPr/>
        </p:nvSpPr>
        <p:spPr>
          <a:xfrm>
            <a:off x="5709778" y="5652328"/>
            <a:ext cx="8118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(120, 140)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42" name="Google Shape;24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Modelling with graphs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pic>
        <p:nvPicPr>
          <p:cNvPr id="245" name="Google Shape;2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559" y="1802615"/>
            <a:ext cx="3091359" cy="199245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468000" y="1535329"/>
            <a:ext cx="3091200" cy="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“We cycle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12 km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in half an hour. In the next half hour we only cycle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km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 We speed up and cycle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km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minutes then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turn for home cycling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km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minutes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again. We rest for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minutes before taking an hour to cycle home after our rest.”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68561" y="1202882"/>
            <a:ext cx="63714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grid to plot Jacob’s long distance training ride.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68000" y="720000"/>
            <a:ext cx="66240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Drawing distance time graphs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9" name="Google Shape;24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4299" y="2879802"/>
            <a:ext cx="627651" cy="773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0928" y="1798939"/>
            <a:ext cx="3099889" cy="199245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3839152" y="1585366"/>
            <a:ext cx="1806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6968326" y="3635892"/>
            <a:ext cx="1236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3591584" y="1751661"/>
            <a:ext cx="1968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3735574" y="3826871"/>
            <a:ext cx="1968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5285723" y="3826871"/>
            <a:ext cx="1968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90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6718003" y="3826871"/>
            <a:ext cx="3048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180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7" name="Google Shape;257;p21"/>
          <p:cNvCxnSpPr/>
          <p:nvPr/>
        </p:nvCxnSpPr>
        <p:spPr>
          <a:xfrm>
            <a:off x="3824416" y="1862866"/>
            <a:ext cx="53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21"/>
          <p:cNvCxnSpPr/>
          <p:nvPr/>
        </p:nvCxnSpPr>
        <p:spPr>
          <a:xfrm flipH="1">
            <a:off x="6889508" y="3788800"/>
            <a:ext cx="0" cy="5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" name="Google Shape;259;p21"/>
          <p:cNvCxnSpPr/>
          <p:nvPr/>
        </p:nvCxnSpPr>
        <p:spPr>
          <a:xfrm flipH="1">
            <a:off x="5380496" y="3788800"/>
            <a:ext cx="0" cy="5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0" name="Google Shape;260;p21"/>
          <p:cNvSpPr txBox="1"/>
          <p:nvPr/>
        </p:nvSpPr>
        <p:spPr>
          <a:xfrm>
            <a:off x="6219811" y="3826871"/>
            <a:ext cx="3048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150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1" name="Google Shape;261;p21"/>
          <p:cNvCxnSpPr/>
          <p:nvPr/>
        </p:nvCxnSpPr>
        <p:spPr>
          <a:xfrm flipH="1">
            <a:off x="6391317" y="3788800"/>
            <a:ext cx="0" cy="5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2" name="Google Shape;262;p21"/>
          <p:cNvSpPr txBox="1"/>
          <p:nvPr/>
        </p:nvSpPr>
        <p:spPr>
          <a:xfrm>
            <a:off x="5712720" y="3826871"/>
            <a:ext cx="3048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3" name="Google Shape;263;p21"/>
          <p:cNvCxnSpPr/>
          <p:nvPr/>
        </p:nvCxnSpPr>
        <p:spPr>
          <a:xfrm flipH="1">
            <a:off x="5884225" y="3788800"/>
            <a:ext cx="0" cy="5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4" name="Google Shape;264;p21"/>
          <p:cNvSpPr txBox="1"/>
          <p:nvPr/>
        </p:nvSpPr>
        <p:spPr>
          <a:xfrm>
            <a:off x="4787532" y="3826871"/>
            <a:ext cx="1968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5" name="Google Shape;265;p21"/>
          <p:cNvCxnSpPr/>
          <p:nvPr/>
        </p:nvCxnSpPr>
        <p:spPr>
          <a:xfrm flipH="1">
            <a:off x="4882304" y="3788800"/>
            <a:ext cx="0" cy="5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p21"/>
          <p:cNvSpPr txBox="1"/>
          <p:nvPr/>
        </p:nvSpPr>
        <p:spPr>
          <a:xfrm>
            <a:off x="4289340" y="3826871"/>
            <a:ext cx="1968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7" name="Google Shape;267;p21"/>
          <p:cNvCxnSpPr/>
          <p:nvPr/>
        </p:nvCxnSpPr>
        <p:spPr>
          <a:xfrm flipH="1">
            <a:off x="4387475" y="3788800"/>
            <a:ext cx="0" cy="5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8" name="Google Shape;268;p21"/>
          <p:cNvSpPr txBox="1"/>
          <p:nvPr/>
        </p:nvSpPr>
        <p:spPr>
          <a:xfrm>
            <a:off x="3591584" y="2399964"/>
            <a:ext cx="1968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9" name="Google Shape;269;p21"/>
          <p:cNvCxnSpPr/>
          <p:nvPr/>
        </p:nvCxnSpPr>
        <p:spPr>
          <a:xfrm>
            <a:off x="3824416" y="2511169"/>
            <a:ext cx="53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21"/>
          <p:cNvSpPr txBox="1"/>
          <p:nvPr/>
        </p:nvSpPr>
        <p:spPr>
          <a:xfrm>
            <a:off x="3591584" y="3030468"/>
            <a:ext cx="1968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1" name="Google Shape;271;p21"/>
          <p:cNvCxnSpPr/>
          <p:nvPr/>
        </p:nvCxnSpPr>
        <p:spPr>
          <a:xfrm>
            <a:off x="3824416" y="3141673"/>
            <a:ext cx="53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72" name="Google Shape;272;p21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453373" y="4624266"/>
            <a:ext cx="3425823" cy="204212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707852" y="4707364"/>
            <a:ext cx="3111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We set off and it takes us half an hour to do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40 km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get to the motorway. In one hour on the motorway we travel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km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 Then we hit traffic and stop still for half an hour. Then we move slowly doing the final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km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in an hour.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553063" y="4259525"/>
            <a:ext cx="52731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Sketch the graph of Izzy’s car journey to visit relatives.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446982" y="4798039"/>
            <a:ext cx="1794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6841237" y="6831772"/>
            <a:ext cx="1230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7" name="Google Shape;277;p21"/>
          <p:cNvCxnSpPr/>
          <p:nvPr/>
        </p:nvCxnSpPr>
        <p:spPr>
          <a:xfrm rot="10800000" flipH="1">
            <a:off x="4501567" y="5081298"/>
            <a:ext cx="0" cy="1928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8" name="Google Shape;278;p21"/>
          <p:cNvCxnSpPr/>
          <p:nvPr/>
        </p:nvCxnSpPr>
        <p:spPr>
          <a:xfrm>
            <a:off x="4501567" y="6993326"/>
            <a:ext cx="2254500" cy="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9" name="Google Shape;279;p21"/>
          <p:cNvCxnSpPr/>
          <p:nvPr/>
        </p:nvCxnSpPr>
        <p:spPr>
          <a:xfrm>
            <a:off x="4441177" y="5340520"/>
            <a:ext cx="5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21"/>
          <p:cNvCxnSpPr/>
          <p:nvPr/>
        </p:nvCxnSpPr>
        <p:spPr>
          <a:xfrm>
            <a:off x="4441177" y="6129032"/>
            <a:ext cx="5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21"/>
          <p:cNvCxnSpPr/>
          <p:nvPr/>
        </p:nvCxnSpPr>
        <p:spPr>
          <a:xfrm flipH="1">
            <a:off x="6464283" y="7007047"/>
            <a:ext cx="0" cy="53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1"/>
          <p:cNvCxnSpPr/>
          <p:nvPr/>
        </p:nvCxnSpPr>
        <p:spPr>
          <a:xfrm flipH="1">
            <a:off x="5807747" y="7007047"/>
            <a:ext cx="0" cy="53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3" name="Google Shape;283;p21"/>
          <p:cNvSpPr txBox="1"/>
          <p:nvPr/>
        </p:nvSpPr>
        <p:spPr>
          <a:xfrm>
            <a:off x="6310295" y="7071453"/>
            <a:ext cx="2712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180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4105974" y="5233262"/>
            <a:ext cx="3087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160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719550" y="6410875"/>
            <a:ext cx="195600" cy="2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961184" y="6513934"/>
            <a:ext cx="6210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(30, 40)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5325176" y="5348306"/>
            <a:ext cx="195600" cy="2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5688107" y="5344962"/>
            <a:ext cx="195600" cy="2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6310569" y="5048618"/>
            <a:ext cx="7668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(180, 160)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0" name="Google Shape;29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555932" y="6552271"/>
            <a:ext cx="857071" cy="8294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1" name="Google Shape;291;p21"/>
          <p:cNvCxnSpPr/>
          <p:nvPr/>
        </p:nvCxnSpPr>
        <p:spPr>
          <a:xfrm flipH="1">
            <a:off x="5151210" y="7007047"/>
            <a:ext cx="0" cy="53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" name="Google Shape;292;p21"/>
          <p:cNvCxnSpPr/>
          <p:nvPr/>
        </p:nvCxnSpPr>
        <p:spPr>
          <a:xfrm flipH="1">
            <a:off x="4494674" y="7007047"/>
            <a:ext cx="0" cy="53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3" name="Google Shape;293;p21"/>
          <p:cNvSpPr txBox="1"/>
          <p:nvPr/>
        </p:nvSpPr>
        <p:spPr>
          <a:xfrm>
            <a:off x="6344366" y="5186002"/>
            <a:ext cx="195600" cy="2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Modelling with graphs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2024-03-05T14:33:03.706</cp:lastPrinted>
  <dcterms:created xsi:type="dcterms:W3CDTF">2024-03-05T14:33:03Z</dcterms:created>
  <dcterms:modified xsi:type="dcterms:W3CDTF">2024-03-05T14:30:45Z</dcterms:modified>
</cp:coreProperties>
</file>