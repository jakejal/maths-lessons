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Modelling with graphs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715800"/>
            <a:ext cx="5939100" cy="2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is a distance time graph of a cycle ride that Jacob took.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78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Reading distance time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5156" y="2028922"/>
            <a:ext cx="3896137" cy="2451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 txBox="1"/>
          <p:nvPr/>
        </p:nvSpPr>
        <p:spPr>
          <a:xfrm>
            <a:off x="5821516" y="4534071"/>
            <a:ext cx="9495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 rot="-5400000">
            <a:off x="2403684" y="2503730"/>
            <a:ext cx="1209000" cy="2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km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824595" y="4379187"/>
            <a:ext cx="1977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090032" y="1997995"/>
            <a:ext cx="197700" cy="2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090032" y="2800256"/>
            <a:ext cx="197700" cy="2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3175154" y="3537727"/>
            <a:ext cx="112500" cy="20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425745" y="4379187"/>
            <a:ext cx="1977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050346" y="4379187"/>
            <a:ext cx="1977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660439" y="4379187"/>
            <a:ext cx="1977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211315" y="4379187"/>
            <a:ext cx="3063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785637" y="4379187"/>
            <a:ext cx="3063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8000" y="2035362"/>
            <a:ext cx="236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How far away was he at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2609682"/>
            <a:ext cx="236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What happened on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minutes?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3122958"/>
            <a:ext cx="236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At what time did Jacob start to return home?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68000" y="3869376"/>
            <a:ext cx="23670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How far did Jacob cycle in total?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4664950"/>
            <a:ext cx="5114700" cy="12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Was Jacob’s furthest point from home the high point, or low point, in altitude of this cycle? Write a sentence to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80240" y="7501641"/>
            <a:ext cx="3490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labelled moment declare if that moment is possible or impossible and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explaining why.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3011" y="6923365"/>
            <a:ext cx="66234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shows you a distance time graph which he drew before this lesson. He now knows there are moments in it which can not be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582728" y="9605259"/>
            <a:ext cx="9834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mins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 rot="-5400000">
            <a:off x="3273608" y="8343509"/>
            <a:ext cx="2159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 from home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4445" y="7335294"/>
            <a:ext cx="605736" cy="6985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20"/>
          <p:cNvCxnSpPr/>
          <p:nvPr/>
        </p:nvCxnSpPr>
        <p:spPr>
          <a:xfrm rot="10800000" flipH="1">
            <a:off x="4558891" y="7655986"/>
            <a:ext cx="0" cy="19539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20"/>
          <p:cNvCxnSpPr/>
          <p:nvPr/>
        </p:nvCxnSpPr>
        <p:spPr>
          <a:xfrm rot="10800000" flipH="1">
            <a:off x="4570077" y="9017986"/>
            <a:ext cx="358800" cy="5919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0"/>
          <p:cNvCxnSpPr/>
          <p:nvPr/>
        </p:nvCxnSpPr>
        <p:spPr>
          <a:xfrm rot="10800000">
            <a:off x="4928750" y="9017855"/>
            <a:ext cx="495900" cy="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0"/>
          <p:cNvCxnSpPr/>
          <p:nvPr/>
        </p:nvCxnSpPr>
        <p:spPr>
          <a:xfrm rot="10800000">
            <a:off x="5406841" y="8659013"/>
            <a:ext cx="2100" cy="361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5404888" y="8672229"/>
            <a:ext cx="471600" cy="292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0"/>
          <p:cNvCxnSpPr/>
          <p:nvPr/>
        </p:nvCxnSpPr>
        <p:spPr>
          <a:xfrm rot="10800000" flipH="1">
            <a:off x="5862177" y="8545407"/>
            <a:ext cx="248700" cy="4059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0"/>
          <p:cNvCxnSpPr/>
          <p:nvPr/>
        </p:nvCxnSpPr>
        <p:spPr>
          <a:xfrm rot="10800000">
            <a:off x="5041870" y="7900854"/>
            <a:ext cx="1054200" cy="6534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0"/>
          <p:cNvCxnSpPr/>
          <p:nvPr/>
        </p:nvCxnSpPr>
        <p:spPr>
          <a:xfrm>
            <a:off x="4558891" y="9589042"/>
            <a:ext cx="21909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 rot="10800000">
            <a:off x="5065680" y="7912690"/>
            <a:ext cx="1229100" cy="6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0"/>
          <p:cNvCxnSpPr/>
          <p:nvPr/>
        </p:nvCxnSpPr>
        <p:spPr>
          <a:xfrm rot="10800000">
            <a:off x="6288864" y="7913721"/>
            <a:ext cx="14100" cy="1687200"/>
          </a:xfrm>
          <a:prstGeom prst="straightConnector1">
            <a:avLst/>
          </a:prstGeom>
          <a:noFill/>
          <a:ln w="38100" cap="flat" cmpd="sng">
            <a:solidFill>
              <a:srgbClr val="845A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" name="Google Shape;196;p20"/>
          <p:cNvSpPr txBox="1"/>
          <p:nvPr/>
        </p:nvSpPr>
        <p:spPr>
          <a:xfrm>
            <a:off x="5095794" y="9014024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191079" y="8702453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588965" y="8574675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428695" y="8203700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6319751" y="8569093"/>
            <a:ext cx="1968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6" name="Google Shape;20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Modelling with graphs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559" y="1802615"/>
            <a:ext cx="3091359" cy="199245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468000" y="1535329"/>
            <a:ext cx="3091200" cy="9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“We cycle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 half an hour. In the next half hour we only cycle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We speed up and cycle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minutes then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turn for home cycling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km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minutes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again. We rest for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minutes before taking an hour to cycle home after our rest.”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8561" y="1202882"/>
            <a:ext cx="63714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grid to plot Jacob’s long distance training ride.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720000"/>
            <a:ext cx="66240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Drawing distance time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4299" y="2879802"/>
            <a:ext cx="627651" cy="77315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3839152" y="1585366"/>
            <a:ext cx="1806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6968326" y="3635892"/>
            <a:ext cx="1236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3591584" y="1751661"/>
            <a:ext cx="1968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735574" y="3826871"/>
            <a:ext cx="196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285723" y="3826871"/>
            <a:ext cx="196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718003" y="3826871"/>
            <a:ext cx="304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180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0" name="Google Shape;220;p21"/>
          <p:cNvCxnSpPr/>
          <p:nvPr/>
        </p:nvCxnSpPr>
        <p:spPr>
          <a:xfrm>
            <a:off x="3824416" y="1862866"/>
            <a:ext cx="53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1"/>
          <p:cNvCxnSpPr/>
          <p:nvPr/>
        </p:nvCxnSpPr>
        <p:spPr>
          <a:xfrm flipH="1">
            <a:off x="6889508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1"/>
          <p:cNvCxnSpPr/>
          <p:nvPr/>
        </p:nvCxnSpPr>
        <p:spPr>
          <a:xfrm flipH="1">
            <a:off x="5380496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21"/>
          <p:cNvSpPr txBox="1"/>
          <p:nvPr/>
        </p:nvSpPr>
        <p:spPr>
          <a:xfrm>
            <a:off x="6219811" y="3826871"/>
            <a:ext cx="304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150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4" name="Google Shape;224;p21"/>
          <p:cNvCxnSpPr/>
          <p:nvPr/>
        </p:nvCxnSpPr>
        <p:spPr>
          <a:xfrm flipH="1">
            <a:off x="6391317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21"/>
          <p:cNvSpPr txBox="1"/>
          <p:nvPr/>
        </p:nvSpPr>
        <p:spPr>
          <a:xfrm>
            <a:off x="5712720" y="3826871"/>
            <a:ext cx="304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6" name="Google Shape;226;p21"/>
          <p:cNvCxnSpPr/>
          <p:nvPr/>
        </p:nvCxnSpPr>
        <p:spPr>
          <a:xfrm flipH="1">
            <a:off x="5884225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7" name="Google Shape;227;p21"/>
          <p:cNvSpPr txBox="1"/>
          <p:nvPr/>
        </p:nvSpPr>
        <p:spPr>
          <a:xfrm>
            <a:off x="4787532" y="3826871"/>
            <a:ext cx="196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8" name="Google Shape;228;p21"/>
          <p:cNvCxnSpPr/>
          <p:nvPr/>
        </p:nvCxnSpPr>
        <p:spPr>
          <a:xfrm flipH="1">
            <a:off x="4882304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21"/>
          <p:cNvSpPr txBox="1"/>
          <p:nvPr/>
        </p:nvSpPr>
        <p:spPr>
          <a:xfrm>
            <a:off x="4289340" y="3826871"/>
            <a:ext cx="1968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30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0" name="Google Shape;230;p21"/>
          <p:cNvCxnSpPr/>
          <p:nvPr/>
        </p:nvCxnSpPr>
        <p:spPr>
          <a:xfrm flipH="1">
            <a:off x="4387475" y="3788800"/>
            <a:ext cx="0" cy="53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" name="Google Shape;231;p21"/>
          <p:cNvSpPr txBox="1"/>
          <p:nvPr/>
        </p:nvSpPr>
        <p:spPr>
          <a:xfrm>
            <a:off x="3591584" y="2399964"/>
            <a:ext cx="1968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2" name="Google Shape;232;p21"/>
          <p:cNvCxnSpPr/>
          <p:nvPr/>
        </p:nvCxnSpPr>
        <p:spPr>
          <a:xfrm>
            <a:off x="3824416" y="2511169"/>
            <a:ext cx="53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" name="Google Shape;233;p21"/>
          <p:cNvSpPr txBox="1"/>
          <p:nvPr/>
        </p:nvSpPr>
        <p:spPr>
          <a:xfrm>
            <a:off x="3591584" y="3030468"/>
            <a:ext cx="1968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3824416" y="3141673"/>
            <a:ext cx="534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5" name="Google Shape;235;p21"/>
          <p:cNvPicPr preferRelativeResize="0"/>
          <p:nvPr/>
        </p:nvPicPr>
        <p:blipFill>
          <a:blip r:embed="rId5">
            <a:alphaModFix/>
          </a:blip>
          <a:srcRect r="57905" b="43690"/>
          <a:stretch>
            <a:fillRect/>
          </a:stretch>
        </p:blipFill>
        <p:spPr>
          <a:xfrm flipH="1">
            <a:off x="453373" y="4624266"/>
            <a:ext cx="3425823" cy="204212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707852" y="4707364"/>
            <a:ext cx="3111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 set off and it takes us half an hour to do </a:t>
            </a:r>
            <a:r>
              <a:rPr lang="en-GB" sz="1200">
                <a:latin typeface="Times New Roman"/>
                <a:ea typeface="Times New Roman"/>
                <a:cs typeface="Times New Roman"/>
                <a:sym typeface="Times New Roman"/>
              </a:rPr>
              <a:t>40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get to the motorway. In one hour on the motorway we travel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 Then we hit traffic and stop still for half an hour. Then we move slowly doing the final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 km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in an hour.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553063" y="4259525"/>
            <a:ext cx="52731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Sketch the graph of Izzy’s car journey to visit relatives.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446982" y="4798039"/>
            <a:ext cx="1794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6841237" y="6831772"/>
            <a:ext cx="123000" cy="2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200" i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1"/>
          <p:cNvCxnSpPr/>
          <p:nvPr/>
        </p:nvCxnSpPr>
        <p:spPr>
          <a:xfrm rot="10800000" flipH="1">
            <a:off x="4501567" y="5081298"/>
            <a:ext cx="0" cy="19281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1" name="Google Shape;241;p21"/>
          <p:cNvCxnSpPr/>
          <p:nvPr/>
        </p:nvCxnSpPr>
        <p:spPr>
          <a:xfrm>
            <a:off x="4501567" y="6993326"/>
            <a:ext cx="2254500" cy="1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42" name="Google Shape;24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555932" y="6552271"/>
            <a:ext cx="857071" cy="82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52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Modelling with graphs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2024-03-05T14:32:46.155</cp:lastPrinted>
  <dcterms:created xsi:type="dcterms:W3CDTF">2024-03-05T14:32:46Z</dcterms:created>
  <dcterms:modified xsi:type="dcterms:W3CDTF">2024-03-05T14:33:10Z</dcterms:modified>
</cp:coreProperties>
</file>