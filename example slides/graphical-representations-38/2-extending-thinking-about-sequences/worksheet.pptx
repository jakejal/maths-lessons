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58CA52-974F-4525-87EC-E28635B314EC}">
  <a:tblStyle styleId="{8F58CA52-974F-4525-87EC-E28635B314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8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3350" y="1757200"/>
            <a:ext cx="614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table shows us the history of men’s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sprint world record times.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Concrete versus abstract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3350" y="3433600"/>
            <a:ext cx="5739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 pattern and use it to predict the times up to the year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3350" y="4224590"/>
            <a:ext cx="5739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This is a concrete sequence. What is its physical limit?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/>
          <p:nvPr/>
        </p:nvGraphicFramePr>
        <p:xfrm>
          <a:off x="468005" y="20826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{8F58CA52-974F-4525-87EC-E28635B314EC}</a:tableStyleId>
              </a:tblPr>
              <a:tblGrid>
                <a:gridCol w="8902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</a:tblGrid>
              <a:tr h="3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9.74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468000" y="1041723"/>
            <a:ext cx="66240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Scientists start studying the Penguin population on an island in the Southern Ocean annually and they find these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722198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Extending sequences in both directions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3773416"/>
            <a:ext cx="60540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Move forwards to estimate the population next year and in two years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3327723"/>
            <a:ext cx="622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population data forms a geometric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9" name="Google Shape;179;p21"/>
          <p:cNvGraphicFramePr/>
          <p:nvPr/>
        </p:nvGraphicFramePr>
        <p:xfrm>
          <a:off x="478030" y="165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{8F58CA52-974F-4525-87EC-E28635B314EC}</a:tableStyleId>
              </a:tblPr>
              <a:tblGrid>
                <a:gridCol w="1243450"/>
                <a:gridCol w="896775"/>
                <a:gridCol w="896775"/>
                <a:gridCol w="896775"/>
                <a:gridCol w="896775"/>
                <a:gridCol w="896775"/>
                <a:gridCol w="8967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1"/>
          <p:cNvSpPr txBox="1"/>
          <p:nvPr/>
        </p:nvSpPr>
        <p:spPr>
          <a:xfrm>
            <a:off x="457850" y="4936552"/>
            <a:ext cx="4720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Move backwards to find how many years ago the population was under one hundred thousand.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