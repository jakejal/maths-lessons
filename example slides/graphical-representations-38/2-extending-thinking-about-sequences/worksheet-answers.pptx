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05D428-7A0C-4CB4-83BC-D5FE0E43360A}">
  <a:tblStyle styleId="{E205D428-7A0C-4CB4-83BC-D5FE0E4336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thinking about sequences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80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3350" y="1757200"/>
            <a:ext cx="614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table shows us the history of men’s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sprint world record times.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4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Concrete versus abstract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3350" y="3433600"/>
            <a:ext cx="5739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Identify a pattern and use it to predict the times up to the year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3350" y="4224590"/>
            <a:ext cx="5739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This is a concrete sequence. What is its physical limit?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" name="Google Shape;178;p20"/>
          <p:cNvGrpSpPr/>
          <p:nvPr/>
        </p:nvGrpSpPr>
        <p:grpSpPr>
          <a:xfrm>
            <a:off x="1601106" y="2683372"/>
            <a:ext cx="2591608" cy="653254"/>
            <a:chOff x="1908977" y="2456421"/>
            <a:chExt cx="3160883" cy="653254"/>
          </a:xfrm>
        </p:grpSpPr>
        <p:sp>
          <p:nvSpPr>
            <p:cNvPr id="179" name="Google Shape;179;p20"/>
            <p:cNvSpPr txBox="1"/>
            <p:nvPr/>
          </p:nvSpPr>
          <p:spPr>
            <a:xfrm>
              <a:off x="1908977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 flipH="1" rot="10800000">
              <a:off x="1937563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2724226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 flipH="1" rot="10800000">
              <a:off x="2752812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3562426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 flipH="1" rot="10800000">
              <a:off x="3591012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4377674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 flipH="1" rot="10800000">
              <a:off x="4406260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4243932" y="2683372"/>
            <a:ext cx="2591608" cy="653254"/>
            <a:chOff x="5132329" y="2456421"/>
            <a:chExt cx="3160883" cy="653254"/>
          </a:xfrm>
        </p:grpSpPr>
        <p:sp>
          <p:nvSpPr>
            <p:cNvPr id="188" name="Google Shape;188;p20"/>
            <p:cNvSpPr txBox="1"/>
            <p:nvPr/>
          </p:nvSpPr>
          <p:spPr>
            <a:xfrm>
              <a:off x="5132329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 flipH="1" rot="10800000">
              <a:off x="5160915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5947577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 flipH="1" rot="10800000">
              <a:off x="5976163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6785777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 flipH="1" rot="10800000">
              <a:off x="6814363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7601026" y="2770375"/>
              <a:ext cx="66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−0.16</a:t>
              </a:r>
              <a:endParaRPr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" name="Google Shape;195;p20"/>
            <p:cNvSpPr/>
            <p:nvPr/>
          </p:nvSpPr>
          <p:spPr>
            <a:xfrm flipH="1" rot="10800000">
              <a:off x="7629612" y="2456421"/>
              <a:ext cx="663600" cy="3207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graphicFrame>
        <p:nvGraphicFramePr>
          <p:cNvPr id="196" name="Google Shape;196;p20"/>
          <p:cNvGraphicFramePr/>
          <p:nvPr/>
        </p:nvGraphicFramePr>
        <p:xfrm>
          <a:off x="468005" y="20826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{E205D428-7A0C-4CB4-83BC-D5FE0E43360A}</a:tableStyleId>
              </a:tblPr>
              <a:tblGrid>
                <a:gridCol w="890200"/>
                <a:gridCol w="637100"/>
                <a:gridCol w="637100"/>
                <a:gridCol w="637100"/>
                <a:gridCol w="637100"/>
                <a:gridCol w="637100"/>
                <a:gridCol w="637100"/>
                <a:gridCol w="637100"/>
                <a:gridCol w="637100"/>
                <a:gridCol w="637100"/>
              </a:tblGrid>
              <a:tr h="37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1940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1960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1980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2040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2060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2080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</a:t>
                      </a:r>
                      <a:r>
                        <a:rPr i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10.22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9.74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9.58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9.42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9.26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8.94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20"/>
          <p:cNvSpPr txBox="1"/>
          <p:nvPr/>
        </p:nvSpPr>
        <p:spPr>
          <a:xfrm>
            <a:off x="473350" y="4501124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year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3140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would see a time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−0.1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seconds. It would be impossible to have a negative term in this context. The sequence would become abstract.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2185847" y="3719365"/>
            <a:ext cx="23613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Arithmetic sequence of common difference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−0.16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Extending thinking about sequences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468000" y="1041723"/>
            <a:ext cx="66240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Scientists start studying the Penguin population on an island in the Southern Ocean annually and they find these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722198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Extending sequences in both directions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68000" y="3773416"/>
            <a:ext cx="60540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Move forwards to estimate the population next year and in two years time.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 flipH="1">
            <a:off x="4875615" y="3011173"/>
            <a:ext cx="1865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160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1.25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3327723"/>
            <a:ext cx="6226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population data forms a geometric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2" name="Google Shape;212;p21"/>
          <p:cNvGrpSpPr/>
          <p:nvPr/>
        </p:nvGrpSpPr>
        <p:grpSpPr>
          <a:xfrm>
            <a:off x="2214422" y="2314048"/>
            <a:ext cx="2680532" cy="747300"/>
            <a:chOff x="2375128" y="2412632"/>
            <a:chExt cx="3256235" cy="747300"/>
          </a:xfrm>
        </p:grpSpPr>
        <p:grpSp>
          <p:nvGrpSpPr>
            <p:cNvPr id="213" name="Google Shape;213;p21"/>
            <p:cNvGrpSpPr/>
            <p:nvPr/>
          </p:nvGrpSpPr>
          <p:grpSpPr>
            <a:xfrm>
              <a:off x="2375128" y="2412632"/>
              <a:ext cx="1057941" cy="747300"/>
              <a:chOff x="1896486" y="1803025"/>
              <a:chExt cx="627300" cy="747300"/>
            </a:xfrm>
          </p:grpSpPr>
          <p:sp>
            <p:nvSpPr>
              <p:cNvPr id="214" name="Google Shape;214;p21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/>
              </a:p>
            </p:txBody>
          </p:sp>
          <p:sp>
            <p:nvSpPr>
              <p:cNvPr id="215" name="Google Shape;215;p21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6" name="Google Shape;216;p21"/>
            <p:cNvGrpSpPr/>
            <p:nvPr/>
          </p:nvGrpSpPr>
          <p:grpSpPr>
            <a:xfrm>
              <a:off x="3464941" y="2412632"/>
              <a:ext cx="1057941" cy="747300"/>
              <a:chOff x="1896486" y="1803025"/>
              <a:chExt cx="627300" cy="747300"/>
            </a:xfrm>
          </p:grpSpPr>
          <p:sp>
            <p:nvSpPr>
              <p:cNvPr id="217" name="Google Shape;217;p21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/>
              </a:p>
            </p:txBody>
          </p:sp>
          <p:sp>
            <p:nvSpPr>
              <p:cNvPr id="218" name="Google Shape;218;p21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9" name="Google Shape;219;p21"/>
            <p:cNvGrpSpPr/>
            <p:nvPr/>
          </p:nvGrpSpPr>
          <p:grpSpPr>
            <a:xfrm>
              <a:off x="4573421" y="2412632"/>
              <a:ext cx="1057941" cy="747300"/>
              <a:chOff x="1896486" y="1803025"/>
              <a:chExt cx="627300" cy="747300"/>
            </a:xfrm>
          </p:grpSpPr>
          <p:sp>
            <p:nvSpPr>
              <p:cNvPr id="220" name="Google Shape;220;p21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/>
              </a:p>
            </p:txBody>
          </p:sp>
          <p:sp>
            <p:nvSpPr>
              <p:cNvPr id="221" name="Google Shape;221;p21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aphicFrame>
        <p:nvGraphicFramePr>
          <p:cNvPr id="222" name="Google Shape;222;p21"/>
          <p:cNvGraphicFramePr/>
          <p:nvPr/>
        </p:nvGraphicFramePr>
        <p:xfrm>
          <a:off x="478030" y="1657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{E205D428-7A0C-4CB4-83BC-D5FE0E43360A}</a:tableStyleId>
              </a:tblPr>
              <a:tblGrid>
                <a:gridCol w="1243450"/>
                <a:gridCol w="896775"/>
                <a:gridCol w="896775"/>
                <a:gridCol w="896775"/>
                <a:gridCol w="896775"/>
                <a:gridCol w="896775"/>
                <a:gridCol w="896775"/>
              </a:tblGrid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000’s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312.5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390.6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488.3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3" name="Google Shape;223;p21"/>
          <p:cNvSpPr txBox="1"/>
          <p:nvPr/>
        </p:nvSpPr>
        <p:spPr>
          <a:xfrm flipH="1">
            <a:off x="457856" y="4163423"/>
            <a:ext cx="3110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312.5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1.25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390.625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 flipH="1">
            <a:off x="457856" y="4544423"/>
            <a:ext cx="3110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390.625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1.25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488.281…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5" name="Google Shape;225;p21"/>
          <p:cNvGrpSpPr/>
          <p:nvPr/>
        </p:nvGrpSpPr>
        <p:grpSpPr>
          <a:xfrm>
            <a:off x="4921191" y="2314048"/>
            <a:ext cx="1773926" cy="747300"/>
            <a:chOff x="5663234" y="2412632"/>
            <a:chExt cx="2154915" cy="747300"/>
          </a:xfrm>
        </p:grpSpPr>
        <p:grpSp>
          <p:nvGrpSpPr>
            <p:cNvPr id="226" name="Google Shape;226;p21"/>
            <p:cNvGrpSpPr/>
            <p:nvPr/>
          </p:nvGrpSpPr>
          <p:grpSpPr>
            <a:xfrm>
              <a:off x="5663234" y="2412632"/>
              <a:ext cx="1057941" cy="747300"/>
              <a:chOff x="1896486" y="1803025"/>
              <a:chExt cx="627300" cy="747300"/>
            </a:xfrm>
          </p:grpSpPr>
          <p:sp>
            <p:nvSpPr>
              <p:cNvPr id="227" name="Google Shape;227;p21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/>
              </a:p>
            </p:txBody>
          </p:sp>
          <p:sp>
            <p:nvSpPr>
              <p:cNvPr id="228" name="Google Shape;228;p21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9" name="Google Shape;229;p21"/>
            <p:cNvGrpSpPr/>
            <p:nvPr/>
          </p:nvGrpSpPr>
          <p:grpSpPr>
            <a:xfrm>
              <a:off x="6760208" y="2412632"/>
              <a:ext cx="1057941" cy="747300"/>
              <a:chOff x="1896486" y="1803025"/>
              <a:chExt cx="627300" cy="747300"/>
            </a:xfrm>
          </p:grpSpPr>
          <p:sp>
            <p:nvSpPr>
              <p:cNvPr id="230" name="Google Shape;230;p21"/>
              <p:cNvSpPr/>
              <p:nvPr/>
            </p:nvSpPr>
            <p:spPr>
              <a:xfrm flipH="1" rot="10800000">
                <a:off x="1896486" y="1803025"/>
                <a:ext cx="6273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/>
              </a:p>
            </p:txBody>
          </p:sp>
          <p:sp>
            <p:nvSpPr>
              <p:cNvPr id="231" name="Google Shape;231;p21"/>
              <p:cNvSpPr txBox="1"/>
              <p:nvPr/>
            </p:nvSpPr>
            <p:spPr>
              <a:xfrm>
                <a:off x="2016621" y="2211025"/>
                <a:ext cx="393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×1.25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32" name="Google Shape;232;p21"/>
          <p:cNvSpPr txBox="1"/>
          <p:nvPr/>
        </p:nvSpPr>
        <p:spPr>
          <a:xfrm>
            <a:off x="457850" y="4936552"/>
            <a:ext cx="47202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Move backwards to find how many years ago the population was under one hundred thousand.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 flipH="1">
            <a:off x="577821" y="5469299"/>
            <a:ext cx="2671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160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1.25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128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5325805" y="4970295"/>
            <a:ext cx="17562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Assume this model worked historically.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 flipH="1">
            <a:off x="577821" y="5711431"/>
            <a:ext cx="2671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128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1.25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102.4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 flipH="1">
            <a:off x="577821" y="5953563"/>
            <a:ext cx="2671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102.4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÷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1.25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81.92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2456319" y="5591334"/>
            <a:ext cx="43182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population was under one hundred thousand three years before the study began.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