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2716022" y="2438881"/>
            <a:ext cx="5070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(0, 31)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2490275" y="2493386"/>
            <a:ext cx="199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629650"/>
            <a:ext cx="6446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Sketch two lines for each equation to decide if the solution is positive or negative.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3524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Using sketches to locate intersections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1862994"/>
            <a:ext cx="18633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15 − 9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521452" y="1882667"/>
            <a:ext cx="1827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824358" y="3569030"/>
            <a:ext cx="1251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rot="10800000" flipH="1">
            <a:off x="2576986" y="2171080"/>
            <a:ext cx="0" cy="2103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1503604" y="3745284"/>
            <a:ext cx="22938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20"/>
          <p:cNvCxnSpPr/>
          <p:nvPr/>
        </p:nvCxnSpPr>
        <p:spPr>
          <a:xfrm rot="10800000" flipH="1">
            <a:off x="1931029" y="2337496"/>
            <a:ext cx="784500" cy="19155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0"/>
          <p:cNvSpPr txBox="1"/>
          <p:nvPr/>
        </p:nvSpPr>
        <p:spPr>
          <a:xfrm>
            <a:off x="2490275" y="3030079"/>
            <a:ext cx="199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716022" y="3061321"/>
            <a:ext cx="5070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(0, 15)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610508" y="1862994"/>
            <a:ext cx="18633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9 − 15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663960" y="1882667"/>
            <a:ext cx="1827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966866" y="2698155"/>
            <a:ext cx="1251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 rot="10800000" flipH="1">
            <a:off x="5719494" y="2171080"/>
            <a:ext cx="0" cy="2103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4646112" y="2874409"/>
            <a:ext cx="22938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1" name="Google Shape;191;p20"/>
          <p:cNvSpPr txBox="1"/>
          <p:nvPr/>
        </p:nvSpPr>
        <p:spPr>
          <a:xfrm>
            <a:off x="5618074" y="3208975"/>
            <a:ext cx="2139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061535" y="3213203"/>
            <a:ext cx="5886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(0,−31)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632783" y="2374121"/>
            <a:ext cx="199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202574" y="2387354"/>
            <a:ext cx="4140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(0, 9)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 rot="10800000">
            <a:off x="5670810" y="2315296"/>
            <a:ext cx="444300" cy="1946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0"/>
          <p:cNvCxnSpPr/>
          <p:nvPr/>
        </p:nvCxnSpPr>
        <p:spPr>
          <a:xfrm rot="10800000">
            <a:off x="2244745" y="2316177"/>
            <a:ext cx="778800" cy="1928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0"/>
          <p:cNvCxnSpPr/>
          <p:nvPr/>
        </p:nvCxnSpPr>
        <p:spPr>
          <a:xfrm rot="10800000" flipH="1">
            <a:off x="5371699" y="2299096"/>
            <a:ext cx="777900" cy="19539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" name="Google Shape;198;p20"/>
          <p:cNvSpPr txBox="1"/>
          <p:nvPr/>
        </p:nvSpPr>
        <p:spPr>
          <a:xfrm>
            <a:off x="481039" y="2453172"/>
            <a:ext cx="14739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Intersection in the second quadrant, solution for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must be negative.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596563" y="2503238"/>
            <a:ext cx="14016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Intersection in the fourth quadrant, solution for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must be positive.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8000" y="4988734"/>
            <a:ext cx="33237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might have written, “This sketch shows us that the intersection of the pair of simultaneous equations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8000" y="4377822"/>
            <a:ext cx="33795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equations does this sketch help us to solve and what can we see about the solution?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151690" y="5390939"/>
            <a:ext cx="1171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102096" y="5393802"/>
            <a:ext cx="14016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68000" y="5639270"/>
            <a:ext cx="31788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lies in the second quadrant.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85005" y="6015580"/>
            <a:ext cx="33795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the solution the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value must be negative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 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value positive.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56750" y="6837975"/>
            <a:ext cx="41895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Draw appropriate lines on this graph and identify intersections to answer these questions about Laura’s improving cricket throw.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56750" y="7459371"/>
            <a:ext cx="23547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many times was the ball at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m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56750" y="8284213"/>
            <a:ext cx="23547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times was the ball at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m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56750" y="9141281"/>
            <a:ext cx="23547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times was the ball at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m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78534" y="7969639"/>
            <a:ext cx="26127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Two intersections therefore twice.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78534" y="8812275"/>
            <a:ext cx="26127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One intersection therefore once.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78534" y="9696034"/>
            <a:ext cx="26127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One intersection therefore once.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3" name="Google Shape;2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474" y="4292925"/>
            <a:ext cx="2797412" cy="252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2467" y="7715137"/>
            <a:ext cx="3902258" cy="19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sp>
        <p:nvSpPr>
          <p:cNvPr id="219" name="Google Shape;21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0" name="Google Shape;22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73287" y="997200"/>
            <a:ext cx="55050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these blank axes to draw three race events.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3450" y="720000"/>
            <a:ext cx="6628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Matching sketches to real-life models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199397" y="3570086"/>
            <a:ext cx="4668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 rot="-5400000">
            <a:off x="2828676" y="1927857"/>
            <a:ext cx="7779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" name="Google Shape;227;p21"/>
          <p:cNvCxnSpPr/>
          <p:nvPr/>
        </p:nvCxnSpPr>
        <p:spPr>
          <a:xfrm rot="10800000" flipH="1">
            <a:off x="3426044" y="1652389"/>
            <a:ext cx="0" cy="189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" name="Google Shape;228;p21"/>
          <p:cNvCxnSpPr/>
          <p:nvPr/>
        </p:nvCxnSpPr>
        <p:spPr>
          <a:xfrm>
            <a:off x="3426044" y="3550116"/>
            <a:ext cx="3496800" cy="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9" name="Google Shape;229;p21"/>
          <p:cNvSpPr txBox="1"/>
          <p:nvPr/>
        </p:nvSpPr>
        <p:spPr>
          <a:xfrm>
            <a:off x="480038" y="1360971"/>
            <a:ext cx="2488800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A short distance, fast race run at a constant speed.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80038" y="2242816"/>
            <a:ext cx="2488800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A middle distance, medium pace race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run at a constant speed.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80038" y="3301031"/>
            <a:ext cx="2488800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A long distance, slow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run at a constant speed.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 rot="10800000" flipH="1">
            <a:off x="3439449" y="1685774"/>
            <a:ext cx="3364800" cy="18465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" name="Google Shape;233;p21"/>
          <p:cNvSpPr txBox="1"/>
          <p:nvPr/>
        </p:nvSpPr>
        <p:spPr>
          <a:xfrm>
            <a:off x="6820452" y="1478550"/>
            <a:ext cx="2715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63450" y="3781417"/>
            <a:ext cx="34968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Longest time, longest distance. Slow speed.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5" name="Google Shape;235;p21"/>
          <p:cNvCxnSpPr/>
          <p:nvPr/>
        </p:nvCxnSpPr>
        <p:spPr>
          <a:xfrm rot="10800000" flipH="1">
            <a:off x="3439449" y="2387174"/>
            <a:ext cx="1198500" cy="114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6" name="Google Shape;236;p21"/>
          <p:cNvSpPr txBox="1"/>
          <p:nvPr/>
        </p:nvSpPr>
        <p:spPr>
          <a:xfrm>
            <a:off x="4645232" y="2151870"/>
            <a:ext cx="2715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63450" y="2935082"/>
            <a:ext cx="25587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Middle distance. Medium speed.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8" name="Google Shape;238;p21"/>
          <p:cNvCxnSpPr/>
          <p:nvPr/>
        </p:nvCxnSpPr>
        <p:spPr>
          <a:xfrm rot="10800000" flipH="1">
            <a:off x="3439449" y="2875274"/>
            <a:ext cx="230700" cy="6570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21"/>
          <p:cNvSpPr txBox="1"/>
          <p:nvPr/>
        </p:nvSpPr>
        <p:spPr>
          <a:xfrm>
            <a:off x="3645806" y="2622188"/>
            <a:ext cx="2715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63450" y="1841357"/>
            <a:ext cx="25587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Short distance. Fast speed.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6212680" y="6854616"/>
            <a:ext cx="4674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 rot="-5400000">
            <a:off x="2542852" y="5327841"/>
            <a:ext cx="7791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53225" y="4121522"/>
            <a:ext cx="40125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This graph shows two animals running.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One is a human, one is a cheetah.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4" name="Google Shape;244;p21"/>
          <p:cNvCxnSpPr/>
          <p:nvPr/>
        </p:nvCxnSpPr>
        <p:spPr>
          <a:xfrm rot="10800000" flipH="1">
            <a:off x="3080821" y="4934202"/>
            <a:ext cx="0" cy="190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Google Shape;245;p21"/>
          <p:cNvCxnSpPr/>
          <p:nvPr/>
        </p:nvCxnSpPr>
        <p:spPr>
          <a:xfrm>
            <a:off x="3080821" y="6834627"/>
            <a:ext cx="3856200" cy="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" name="Google Shape;246;p21"/>
          <p:cNvSpPr/>
          <p:nvPr/>
        </p:nvSpPr>
        <p:spPr>
          <a:xfrm>
            <a:off x="3072342" y="5372560"/>
            <a:ext cx="1182348" cy="1461991"/>
          </a:xfrm>
          <a:custGeom>
            <a:rect l="l" t="t" r="r" b="b"/>
            <a:pathLst>
              <a:path w="61214" h="75692" extrusionOk="0">
                <a:moveTo>
                  <a:pt x="0" y="75692"/>
                </a:moveTo>
                <a:cubicBezTo>
                  <a:pt x="8966" y="72106"/>
                  <a:pt x="18844" y="68177"/>
                  <a:pt x="24638" y="60452"/>
                </a:cubicBezTo>
                <a:cubicBezTo>
                  <a:pt x="33892" y="48113"/>
                  <a:pt x="32980" y="30559"/>
                  <a:pt x="39878" y="16764"/>
                </a:cubicBezTo>
                <a:cubicBezTo>
                  <a:pt x="43923" y="8674"/>
                  <a:pt x="52439" y="2194"/>
                  <a:pt x="61214" y="0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247" name="Google Shape;247;p21"/>
          <p:cNvCxnSpPr/>
          <p:nvPr/>
        </p:nvCxnSpPr>
        <p:spPr>
          <a:xfrm>
            <a:off x="4244896" y="5372560"/>
            <a:ext cx="2630100" cy="1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21"/>
          <p:cNvCxnSpPr/>
          <p:nvPr/>
        </p:nvCxnSpPr>
        <p:spPr>
          <a:xfrm rot="10800000" flipH="1">
            <a:off x="4708694" y="5089909"/>
            <a:ext cx="2175000" cy="6729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p21"/>
          <p:cNvSpPr/>
          <p:nvPr/>
        </p:nvSpPr>
        <p:spPr>
          <a:xfrm>
            <a:off x="2937662" y="5757903"/>
            <a:ext cx="1785788" cy="1074030"/>
          </a:xfrm>
          <a:custGeom>
            <a:rect l="l" t="t" r="r" b="b"/>
            <a:pathLst>
              <a:path w="92456" h="55606" extrusionOk="0">
                <a:moveTo>
                  <a:pt x="0" y="54102"/>
                </a:moveTo>
                <a:cubicBezTo>
                  <a:pt x="5391" y="57696"/>
                  <a:pt x="13157" y="53865"/>
                  <a:pt x="19304" y="51816"/>
                </a:cubicBezTo>
                <a:cubicBezTo>
                  <a:pt x="28401" y="48784"/>
                  <a:pt x="37670" y="44626"/>
                  <a:pt x="44450" y="37846"/>
                </a:cubicBezTo>
                <a:cubicBezTo>
                  <a:pt x="52353" y="29943"/>
                  <a:pt x="56740" y="18392"/>
                  <a:pt x="66040" y="12192"/>
                </a:cubicBezTo>
                <a:cubicBezTo>
                  <a:pt x="74109" y="6813"/>
                  <a:pt x="83376" y="3405"/>
                  <a:pt x="92456" y="0"/>
                </a:cubicBezTo>
              </a:path>
            </a:pathLst>
          </a:cu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50" name="Google Shape;250;p21"/>
          <p:cNvSpPr/>
          <p:nvPr/>
        </p:nvSpPr>
        <p:spPr>
          <a:xfrm>
            <a:off x="2888603" y="6734173"/>
            <a:ext cx="173700" cy="156000"/>
          </a:xfrm>
          <a:prstGeom prst="rect">
            <a:avLst/>
          </a:prstGeom>
          <a:solidFill>
            <a:srgbClr val="EAF2F2"/>
          </a:solidFill>
          <a:ln w="9525" cap="flat" cmpd="sng">
            <a:solidFill>
              <a:srgbClr val="EA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53225" y="4751309"/>
            <a:ext cx="2261100" cy="7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Identify which line represents which and explain how you know?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328815" y="5147372"/>
            <a:ext cx="8037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Cheetah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 rot="-1073535">
            <a:off x="4723113" y="5695125"/>
            <a:ext cx="701108" cy="212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Human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975342" y="5929918"/>
            <a:ext cx="14511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Faster acceleration, faster top speed.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5" name="Google Shape;255;p21"/>
          <p:cNvCxnSpPr>
            <a:stCxn id="254" idx="3"/>
          </p:cNvCxnSpPr>
          <p:nvPr/>
        </p:nvCxnSpPr>
        <p:spPr>
          <a:xfrm>
            <a:off x="2426442" y="6138568"/>
            <a:ext cx="1159200" cy="1548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6" name="Google Shape;256;p21"/>
          <p:cNvSpPr txBox="1"/>
          <p:nvPr/>
        </p:nvSpPr>
        <p:spPr>
          <a:xfrm>
            <a:off x="3231050" y="4634766"/>
            <a:ext cx="19509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Full stop after exhausting their explosive energy.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7" name="Google Shape;257;p21"/>
          <p:cNvCxnSpPr>
            <a:stCxn id="256" idx="2"/>
          </p:cNvCxnSpPr>
          <p:nvPr/>
        </p:nvCxnSpPr>
        <p:spPr>
          <a:xfrm>
            <a:off x="4206500" y="5052066"/>
            <a:ext cx="38100" cy="2937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8" name="Google Shape;258;p21"/>
          <p:cNvSpPr txBox="1"/>
          <p:nvPr/>
        </p:nvSpPr>
        <p:spPr>
          <a:xfrm>
            <a:off x="4040834" y="6283141"/>
            <a:ext cx="30408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Slower animal but able to maintain a steady, constant speed for long periods.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9" name="Google Shape;259;p21"/>
          <p:cNvCxnSpPr/>
          <p:nvPr/>
        </p:nvCxnSpPr>
        <p:spPr>
          <a:xfrm rot="10800000">
            <a:off x="4528000" y="5884236"/>
            <a:ext cx="142200" cy="4092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0" name="Google Shape;260;p21"/>
          <p:cNvSpPr txBox="1"/>
          <p:nvPr/>
        </p:nvSpPr>
        <p:spPr>
          <a:xfrm>
            <a:off x="4967041" y="9454632"/>
            <a:ext cx="3948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 rot="-5400000">
            <a:off x="1867900" y="8165311"/>
            <a:ext cx="6579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 rot="10800000" flipH="1">
            <a:off x="2322206" y="7832928"/>
            <a:ext cx="0" cy="1605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" name="Google Shape;263;p21"/>
          <p:cNvCxnSpPr/>
          <p:nvPr/>
        </p:nvCxnSpPr>
        <p:spPr>
          <a:xfrm>
            <a:off x="2322206" y="9437752"/>
            <a:ext cx="3256800" cy="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4" name="Google Shape;264;p21"/>
          <p:cNvSpPr/>
          <p:nvPr/>
        </p:nvSpPr>
        <p:spPr>
          <a:xfrm>
            <a:off x="2315046" y="8203032"/>
            <a:ext cx="998400" cy="1234537"/>
          </a:xfrm>
          <a:custGeom>
            <a:rect l="l" t="t" r="r" b="b"/>
            <a:pathLst>
              <a:path w="61214" h="75692" extrusionOk="0">
                <a:moveTo>
                  <a:pt x="0" y="75692"/>
                </a:moveTo>
                <a:cubicBezTo>
                  <a:pt x="8966" y="72106"/>
                  <a:pt x="18844" y="68177"/>
                  <a:pt x="24638" y="60452"/>
                </a:cubicBezTo>
                <a:cubicBezTo>
                  <a:pt x="33892" y="48113"/>
                  <a:pt x="32980" y="30559"/>
                  <a:pt x="39878" y="16764"/>
                </a:cubicBezTo>
                <a:cubicBezTo>
                  <a:pt x="43923" y="8674"/>
                  <a:pt x="52439" y="2194"/>
                  <a:pt x="61214" y="0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265" name="Google Shape;265;p21"/>
          <p:cNvCxnSpPr/>
          <p:nvPr/>
        </p:nvCxnSpPr>
        <p:spPr>
          <a:xfrm>
            <a:off x="3305260" y="8203032"/>
            <a:ext cx="2221200" cy="1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1"/>
          <p:cNvCxnSpPr/>
          <p:nvPr/>
        </p:nvCxnSpPr>
        <p:spPr>
          <a:xfrm rot="10800000" flipH="1">
            <a:off x="3696935" y="7964398"/>
            <a:ext cx="1836600" cy="5682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21"/>
          <p:cNvSpPr/>
          <p:nvPr/>
        </p:nvSpPr>
        <p:spPr>
          <a:xfrm>
            <a:off x="2201309" y="8528455"/>
            <a:ext cx="1507957" cy="906934"/>
          </a:xfrm>
          <a:custGeom>
            <a:rect l="l" t="t" r="r" b="b"/>
            <a:pathLst>
              <a:path w="92456" h="55606" extrusionOk="0">
                <a:moveTo>
                  <a:pt x="0" y="54102"/>
                </a:moveTo>
                <a:cubicBezTo>
                  <a:pt x="5391" y="57696"/>
                  <a:pt x="13157" y="53865"/>
                  <a:pt x="19304" y="51816"/>
                </a:cubicBezTo>
                <a:cubicBezTo>
                  <a:pt x="28401" y="48784"/>
                  <a:pt x="37670" y="44626"/>
                  <a:pt x="44450" y="37846"/>
                </a:cubicBezTo>
                <a:cubicBezTo>
                  <a:pt x="52353" y="29943"/>
                  <a:pt x="56740" y="18392"/>
                  <a:pt x="66040" y="12192"/>
                </a:cubicBezTo>
                <a:cubicBezTo>
                  <a:pt x="74109" y="6813"/>
                  <a:pt x="83376" y="3405"/>
                  <a:pt x="92456" y="0"/>
                </a:cubicBezTo>
              </a:path>
            </a:pathLst>
          </a:cu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68" name="Google Shape;268;p21"/>
          <p:cNvSpPr/>
          <p:nvPr/>
        </p:nvSpPr>
        <p:spPr>
          <a:xfrm>
            <a:off x="2159879" y="9352917"/>
            <a:ext cx="146700" cy="131700"/>
          </a:xfrm>
          <a:prstGeom prst="rect">
            <a:avLst/>
          </a:prstGeom>
          <a:solidFill>
            <a:srgbClr val="EAF2F2"/>
          </a:solidFill>
          <a:ln w="9525" cap="flat" cmpd="sng">
            <a:solidFill>
              <a:srgbClr val="EA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3376129" y="8012860"/>
            <a:ext cx="6786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Cheetah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 rot="-1074165">
            <a:off x="3709049" y="8475351"/>
            <a:ext cx="592383" cy="179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Human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3033499" y="7537750"/>
            <a:ext cx="24552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This intersection is reassurance that you can outrun a Cheetah…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672925" y="8056325"/>
            <a:ext cx="168000" cy="1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2575712" y="9583622"/>
            <a:ext cx="18876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Provided you last this long!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>
            <a:off x="2335165" y="9532596"/>
            <a:ext cx="23955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Problem solving with graphical representations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2024-03-05T14:34:11.528</cp:lastPrinted>
  <dcterms:created xsi:type="dcterms:W3CDTF">2024-03-05T14:34:11Z</dcterms:created>
  <dcterms:modified xsi:type="dcterms:W3CDTF">2024-03-05T14:31:37Z</dcterms:modified>
</cp:coreProperties>
</file>