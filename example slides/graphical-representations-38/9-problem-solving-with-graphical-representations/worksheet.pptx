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8" name="Shape 198"/>
        <p:cNvGrpSpPr/>
        <p:nvPr/>
      </p:nvGrpSpPr>
      <p:grpSpPr>
        <a:xfrm>
          <a:off x="0" y="0"/>
          <a:ext cx="0" cy="0"/>
        </a:xfrm>
      </p:grpSpPr>
      <p:sp>
        <p:nvSpPr>
          <p:cNvPr id="199" name="Google Shape;199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graphical representations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" name="Google Shape;162;p20"/>
          <p:cNvSpPr txBox="1"/>
          <p:nvPr/>
        </p:nvSpPr>
        <p:spPr>
          <a:xfrm>
            <a:off x="468000" y="1629650"/>
            <a:ext cx="64467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Sketch two lines for each equation to decide if the solution is positive or negative. Don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’t forget to label key features like the 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-intercept.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35245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Using sketches to locate intersections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2091594"/>
            <a:ext cx="1863300" cy="2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15 − 9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31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3610508" y="2091594"/>
            <a:ext cx="1863300" cy="2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9 − 15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68000" y="4377822"/>
            <a:ext cx="3379500" cy="8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What equations does this sketch help us to solve and what can we see about the solution?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Write at least two sentences.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5307940" y="4386347"/>
            <a:ext cx="196200" cy="2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8" name="Google Shape;168;p20"/>
          <p:cNvCxnSpPr/>
          <p:nvPr/>
        </p:nvCxnSpPr>
        <p:spPr>
          <a:xfrm rot="10800000" flipH="1">
            <a:off x="5352334" y="4700166"/>
            <a:ext cx="0" cy="2289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9" name="Google Shape;169;p20"/>
          <p:cNvCxnSpPr/>
          <p:nvPr/>
        </p:nvCxnSpPr>
        <p:spPr>
          <a:xfrm>
            <a:off x="3865687" y="5989272"/>
            <a:ext cx="3018000" cy="1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0" name="Google Shape;170;p20"/>
          <p:cNvSpPr txBox="1"/>
          <p:nvPr/>
        </p:nvSpPr>
        <p:spPr>
          <a:xfrm>
            <a:off x="5256155" y="5098599"/>
            <a:ext cx="213900" cy="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845AD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1" name="Google Shape;171;p20"/>
          <p:cNvCxnSpPr/>
          <p:nvPr/>
        </p:nvCxnSpPr>
        <p:spPr>
          <a:xfrm rot="10800000" flipH="1">
            <a:off x="3864313" y="4782153"/>
            <a:ext cx="2312700" cy="1346700"/>
          </a:xfrm>
          <a:prstGeom prst="straightConnector1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2" name="Google Shape;172;p20"/>
          <p:cNvSpPr txBox="1"/>
          <p:nvPr/>
        </p:nvSpPr>
        <p:spPr>
          <a:xfrm>
            <a:off x="5433605" y="6218366"/>
            <a:ext cx="544500" cy="2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(0,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5256155" y="6301307"/>
            <a:ext cx="213900" cy="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5472765" y="5179053"/>
            <a:ext cx="420900" cy="2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(0, 3)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5" name="Google Shape;175;p20"/>
          <p:cNvCxnSpPr/>
          <p:nvPr/>
        </p:nvCxnSpPr>
        <p:spPr>
          <a:xfrm rot="10800000">
            <a:off x="3874216" y="5452565"/>
            <a:ext cx="2316000" cy="154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6" name="Google Shape;176;p20"/>
          <p:cNvSpPr txBox="1"/>
          <p:nvPr/>
        </p:nvSpPr>
        <p:spPr>
          <a:xfrm>
            <a:off x="3971014" y="5824273"/>
            <a:ext cx="213900" cy="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845AD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711871" y="5741356"/>
            <a:ext cx="544500" cy="2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(0,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3960452" y="6077542"/>
            <a:ext cx="503100" cy="2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(0,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586216" y="5824269"/>
            <a:ext cx="213900" cy="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6912808" y="5821442"/>
            <a:ext cx="134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5872226" y="4504521"/>
            <a:ext cx="11715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5690370" y="6999034"/>
            <a:ext cx="14016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−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56750" y="6837975"/>
            <a:ext cx="41895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Draw appropriate lines on this graph and identify intersections to answer these questions about Laura’s improving cricket throw.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" name="Google Shape;18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0235" y="7601475"/>
            <a:ext cx="3732159" cy="154422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/>
          <p:nvPr/>
        </p:nvSpPr>
        <p:spPr>
          <a:xfrm>
            <a:off x="3987386" y="7930812"/>
            <a:ext cx="181200" cy="208200"/>
          </a:xfrm>
          <a:prstGeom prst="ellipse">
            <a:avLst/>
          </a:prstGeom>
          <a:solidFill>
            <a:srgbClr val="C63D01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6" name="Google Shape;18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6025" y="8466432"/>
            <a:ext cx="393870" cy="112334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3407052" y="8596008"/>
            <a:ext cx="6276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(0,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3206933" y="8509717"/>
            <a:ext cx="1953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747073" y="7596017"/>
            <a:ext cx="1953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6136182" y="8836001"/>
            <a:ext cx="5556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(45,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6749122" y="8990382"/>
            <a:ext cx="1953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6860709" y="9212518"/>
            <a:ext cx="195300" cy="20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3121452" y="7478200"/>
            <a:ext cx="135600" cy="2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586232" y="7884749"/>
            <a:ext cx="6276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(20,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456750" y="7459371"/>
            <a:ext cx="23547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How many times was the ball at a height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m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456750" y="8284213"/>
            <a:ext cx="23547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How many times was the ball at a height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m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456750" y="9141281"/>
            <a:ext cx="23547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How many times was the ball at a height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m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1" name="Shape 201"/>
        <p:cNvGrpSpPr/>
        <p:nvPr/>
      </p:nvGrpSpPr>
      <p:grpSpPr>
        <a:xfrm>
          <a:off x="0" y="0"/>
          <a:ext cx="0" cy="0"/>
        </a:xfrm>
      </p:grpSpPr>
      <p:sp>
        <p:nvSpPr>
          <p:cNvPr id="202" name="Google Shape;202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03" name="Google Shape;203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graphical representations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473287" y="997200"/>
            <a:ext cx="55050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these blank axes to draw three race events.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463450" y="720000"/>
            <a:ext cx="6628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Matching sketches to real-life models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6199397" y="3570086"/>
            <a:ext cx="466800" cy="2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time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 rot="-5400000">
            <a:off x="2828676" y="1927857"/>
            <a:ext cx="7779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distance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0" name="Google Shape;210;p21"/>
          <p:cNvCxnSpPr/>
          <p:nvPr/>
        </p:nvCxnSpPr>
        <p:spPr>
          <a:xfrm rot="10800000" flipH="1">
            <a:off x="3426044" y="1652389"/>
            <a:ext cx="0" cy="1899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1" name="Google Shape;211;p21"/>
          <p:cNvCxnSpPr/>
          <p:nvPr/>
        </p:nvCxnSpPr>
        <p:spPr>
          <a:xfrm>
            <a:off x="3426044" y="3550116"/>
            <a:ext cx="3496800" cy="1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2" name="Google Shape;212;p21"/>
          <p:cNvSpPr txBox="1"/>
          <p:nvPr/>
        </p:nvSpPr>
        <p:spPr>
          <a:xfrm>
            <a:off x="480038" y="1360971"/>
            <a:ext cx="2488800" cy="4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A short distance, fast race run at a constant speed.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480038" y="2242816"/>
            <a:ext cx="2488800" cy="4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A middle distance, medium pace race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run at a constant speed.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480038" y="3301031"/>
            <a:ext cx="2488800" cy="4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A long distance, slow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run at a constant speed.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6212680" y="6854616"/>
            <a:ext cx="467400" cy="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time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 rot="-5400000">
            <a:off x="2542852" y="5327841"/>
            <a:ext cx="779100" cy="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distance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453225" y="4121522"/>
            <a:ext cx="40125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This graph shows two animals running.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One is a human, one is a cheetah.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8" name="Google Shape;218;p21"/>
          <p:cNvCxnSpPr/>
          <p:nvPr/>
        </p:nvCxnSpPr>
        <p:spPr>
          <a:xfrm rot="10800000" flipH="1">
            <a:off x="3080821" y="4934202"/>
            <a:ext cx="0" cy="190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9" name="Google Shape;219;p21"/>
          <p:cNvCxnSpPr/>
          <p:nvPr/>
        </p:nvCxnSpPr>
        <p:spPr>
          <a:xfrm>
            <a:off x="3080821" y="6834627"/>
            <a:ext cx="3856200" cy="1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0" name="Google Shape;220;p21"/>
          <p:cNvSpPr/>
          <p:nvPr/>
        </p:nvSpPr>
        <p:spPr>
          <a:xfrm>
            <a:off x="3072342" y="5372560"/>
            <a:ext cx="1182348" cy="1461991"/>
          </a:xfrm>
          <a:custGeom>
            <a:rect l="l" t="t" r="r" b="b"/>
            <a:pathLst>
              <a:path w="61214" h="75692" extrusionOk="0">
                <a:moveTo>
                  <a:pt x="0" y="75692"/>
                </a:moveTo>
                <a:cubicBezTo>
                  <a:pt x="8966" y="72106"/>
                  <a:pt x="18844" y="68177"/>
                  <a:pt x="24638" y="60452"/>
                </a:cubicBezTo>
                <a:cubicBezTo>
                  <a:pt x="33892" y="48113"/>
                  <a:pt x="32980" y="30559"/>
                  <a:pt x="39878" y="16764"/>
                </a:cubicBezTo>
                <a:cubicBezTo>
                  <a:pt x="43923" y="8674"/>
                  <a:pt x="52439" y="2194"/>
                  <a:pt x="61214" y="0"/>
                </a:cubicBez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cxnSp>
        <p:nvCxnSpPr>
          <p:cNvPr id="221" name="Google Shape;221;p21"/>
          <p:cNvCxnSpPr/>
          <p:nvPr/>
        </p:nvCxnSpPr>
        <p:spPr>
          <a:xfrm>
            <a:off x="4244896" y="5372560"/>
            <a:ext cx="2630100" cy="1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" name="Google Shape;222;p21"/>
          <p:cNvCxnSpPr/>
          <p:nvPr/>
        </p:nvCxnSpPr>
        <p:spPr>
          <a:xfrm rot="10800000" flipH="1">
            <a:off x="4708694" y="5089909"/>
            <a:ext cx="2175000" cy="672900"/>
          </a:xfrm>
          <a:prstGeom prst="straightConnector1">
            <a:avLst/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3" name="Google Shape;223;p21"/>
          <p:cNvSpPr/>
          <p:nvPr/>
        </p:nvSpPr>
        <p:spPr>
          <a:xfrm>
            <a:off x="2937662" y="5757903"/>
            <a:ext cx="1785788" cy="1074030"/>
          </a:xfrm>
          <a:custGeom>
            <a:rect l="l" t="t" r="r" b="b"/>
            <a:pathLst>
              <a:path w="92456" h="55606" extrusionOk="0">
                <a:moveTo>
                  <a:pt x="0" y="54102"/>
                </a:moveTo>
                <a:cubicBezTo>
                  <a:pt x="5391" y="57696"/>
                  <a:pt x="13157" y="53865"/>
                  <a:pt x="19304" y="51816"/>
                </a:cubicBezTo>
                <a:cubicBezTo>
                  <a:pt x="28401" y="48784"/>
                  <a:pt x="37670" y="44626"/>
                  <a:pt x="44450" y="37846"/>
                </a:cubicBezTo>
                <a:cubicBezTo>
                  <a:pt x="52353" y="29943"/>
                  <a:pt x="56740" y="18392"/>
                  <a:pt x="66040" y="12192"/>
                </a:cubicBezTo>
                <a:cubicBezTo>
                  <a:pt x="74109" y="6813"/>
                  <a:pt x="83376" y="3405"/>
                  <a:pt x="92456" y="0"/>
                </a:cubicBezTo>
              </a:path>
            </a:pathLst>
          </a:cu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224" name="Google Shape;224;p21"/>
          <p:cNvSpPr/>
          <p:nvPr/>
        </p:nvSpPr>
        <p:spPr>
          <a:xfrm>
            <a:off x="2888603" y="6734173"/>
            <a:ext cx="173700" cy="156000"/>
          </a:xfrm>
          <a:prstGeom prst="rect">
            <a:avLst/>
          </a:prstGeom>
          <a:solidFill>
            <a:srgbClr val="EAF2F2"/>
          </a:solidFill>
          <a:ln w="9525" cap="flat" cmpd="sng">
            <a:solidFill>
              <a:srgbClr val="EA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453225" y="4751309"/>
            <a:ext cx="2261100" cy="7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Identify which line represents which and explain how you know?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Point to more than one key moment in the graph to support your explanation.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49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Problem solving with graphical representations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2024-03-05T14:34:10.010</cp:lastPrinted>
  <dcterms:created xsi:type="dcterms:W3CDTF">2024-03-05T14:34:10Z</dcterms:created>
  <dcterms:modified xsi:type="dcterms:W3CDTF">2024-03-05T14:31:35Z</dcterms:modified>
</cp:coreProperties>
</file>