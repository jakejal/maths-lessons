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g2be0c983425_0_4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e0c983425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3" name="Shape 273"/>
        <p:cNvGrpSpPr/>
        <p:nvPr/>
      </p:nvGrpSpPr>
      <p:grpSpPr>
        <a:xfrm>
          <a:off x="0" y="0"/>
          <a:ext cx="0" cy="0"/>
        </a:xfrm>
      </p:grpSpPr>
      <p:sp>
        <p:nvSpPr>
          <p:cNvPr id="274" name="Google Shape;27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pic>
        <p:nvPicPr>
          <p:cNvPr id="173" name="Google Shape;173;p20" descr="&lt;math xmlns=&quot;http://www.w3.org/1998/Math/MathML&quot; display=&quot;block&quot; data-is-equatio=&quot;1&quot; data-latex=&quot;3-x=\frac{1}{2}x-6&quot;&gt;&lt;mn&gt;3&lt;/mn&gt;&lt;mo&gt;−&lt;/mo&gt;&lt;mi&gt;x&lt;/mi&gt;&lt;mo&gt;=&lt;/mo&gt;&lt;mfrac&gt;&lt;mn&gt;1&lt;/mn&gt;&lt;mn&gt;2&lt;/mn&gt;&lt;/mfrac&gt;&lt;mi&gt;x&lt;/mi&gt;&lt;mo&gt;−&lt;/mo&gt;&lt;mn&gt;6&lt;/mn&gt;&lt;/math&gt;" title="3 minus x equals one half x min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736" y="3866331"/>
            <a:ext cx="1238670" cy="40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&lt;math xmlns=&quot;http://www.w3.org/1998/Math/MathML&quot; display=&quot;block&quot; data-is-equatio=&quot;1&quot; data-latex=&quot;2x-3=\frac{1}{2}x-6&quot;&gt;&lt;mn&gt;2&lt;/mn&gt;&lt;mi&gt;x&lt;/mi&gt;&lt;mo&gt;−&lt;/mo&gt;&lt;mn&gt;3&lt;/mn&gt;&lt;mo&gt;=&lt;/mo&gt;&lt;mfrac&gt;&lt;mn&gt;1&lt;/mn&gt;&lt;mn&gt;2&lt;/mn&gt;&lt;/mfrac&gt;&lt;mi&gt;x&lt;/mi&gt;&lt;mo&gt;−&lt;/mo&gt;&lt;mn&gt;6&lt;/mn&gt;&lt;/math&gt;" title="2 x minus 3 equals one half x minu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762" y="2896488"/>
            <a:ext cx="1238670" cy="36971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1644150"/>
            <a:ext cx="4282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these graphs to solve the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396350"/>
            <a:ext cx="66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Points of intersection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6853" y="1921212"/>
            <a:ext cx="3573155" cy="29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197812" y="1883643"/>
            <a:ext cx="10692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335362" y="3859378"/>
            <a:ext cx="7566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9083" y="4454298"/>
            <a:ext cx="756638" cy="3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2123118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887097" y="2123118"/>
            <a:ext cx="1238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2961313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3919249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306195" y="2422473"/>
            <a:ext cx="48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802800" y="2157850"/>
            <a:ext cx="1998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 rot="10800000">
            <a:off x="4895939" y="2303479"/>
            <a:ext cx="2400" cy="2616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3614420" y="4289500"/>
            <a:ext cx="1998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rot="10800000" flipH="1">
            <a:off x="3712822" y="2575983"/>
            <a:ext cx="2400" cy="1841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1306195" y="3380410"/>
            <a:ext cx="6639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991179" y="3220862"/>
            <a:ext cx="1998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 rot="10800000">
            <a:off x="6085682" y="2590646"/>
            <a:ext cx="3900" cy="758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1306195" y="4338346"/>
            <a:ext cx="48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8000" y="5021500"/>
            <a:ext cx="64725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graphs to solve these pairs of simultaneous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6853" y="5298562"/>
            <a:ext cx="3573155" cy="29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197812" y="5260993"/>
            <a:ext cx="10692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335362" y="7236728"/>
            <a:ext cx="756600" cy="29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9083" y="7831648"/>
            <a:ext cx="756638" cy="3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68000" y="5500468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8000" y="6338663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7296599"/>
            <a:ext cx="2634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887097" y="5500477"/>
            <a:ext cx="1069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887097" y="5799823"/>
            <a:ext cx="756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647" y="6632125"/>
            <a:ext cx="898673" cy="39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87097" y="6335256"/>
            <a:ext cx="1069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887097" y="7320306"/>
            <a:ext cx="756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0" descr="&lt;math xmlns=&quot;http://www.w3.org/1998/Math/MathML&quot; display=&quot;block&quot; data-is-equatio=&quot;1&quot; data-latex=&quot;y=\frac{1}{2}x-6&quot;&gt;&lt;mi&gt;y&lt;/mi&gt;&lt;mo&gt;=&lt;/mo&gt;&lt;mfrac&gt;&lt;mn&gt;1&lt;/mn&gt;&lt;mn&gt;2&lt;/mn&gt;&lt;/mfrac&gt;&lt;mi&gt;x&lt;/mi&gt;&lt;mo&gt;−&lt;/mo&gt;&lt;mn&gt;6&lt;/mn&gt;&lt;/math&gt;" title="y equals one half x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647" y="7599102"/>
            <a:ext cx="898673" cy="39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802800" y="5544241"/>
            <a:ext cx="1998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001312" y="5539138"/>
            <a:ext cx="471600" cy="25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989746" y="5644351"/>
            <a:ext cx="11883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604361" y="7642300"/>
            <a:ext cx="1998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809994" y="7869224"/>
            <a:ext cx="660000" cy="25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(−2, 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989752" y="6542416"/>
            <a:ext cx="12765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985554" y="6603838"/>
            <a:ext cx="1998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333053" y="6562570"/>
            <a:ext cx="552900" cy="25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989752" y="7380611"/>
            <a:ext cx="1276500" cy="3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pic>
        <p:nvPicPr>
          <p:cNvPr id="221" name="Google Shape;2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100" y="5582507"/>
            <a:ext cx="2285914" cy="316558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858031" y="5304894"/>
            <a:ext cx="806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483282" y="7176815"/>
            <a:ext cx="648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329000" y="7935062"/>
            <a:ext cx="771300" cy="28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Graphically solving two linear graphs that intersect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720000"/>
            <a:ext cx="31014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Use the graph to identify two pairs of simultaneous equations which can be solved and find the solutions.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9289" y="776403"/>
            <a:ext cx="3494480" cy="269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6145315" y="770214"/>
            <a:ext cx="937800" cy="29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967899" y="3194900"/>
            <a:ext cx="1124100" cy="29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143530" y="891865"/>
            <a:ext cx="1251300" cy="29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384151" y="1635877"/>
            <a:ext cx="1974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773803" y="1663138"/>
            <a:ext cx="4659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76930" y="1752777"/>
            <a:ext cx="12513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75786" y="1437043"/>
            <a:ext cx="2859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One pair of simultaneous equations: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86277" y="2050317"/>
            <a:ext cx="937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912528" y="2047814"/>
            <a:ext cx="1260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390184" y="1761821"/>
            <a:ext cx="1124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solution: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7382" y="2829740"/>
            <a:ext cx="16122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endParaRPr sz="1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65900" y="2575318"/>
            <a:ext cx="3892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Another pair of simultaneous equations: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08275" y="3130193"/>
            <a:ext cx="12084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129543" y="3096218"/>
            <a:ext cx="16245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456505" y="2803918"/>
            <a:ext cx="1448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solution: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65751" y="195558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537405" y="2307077"/>
            <a:ext cx="600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2448" y="3557275"/>
            <a:ext cx="6629700" cy="10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a third different pair of equations can not be found and solved using these particular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2450" y="3990725"/>
            <a:ext cx="6629700" cy="10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Because they are linear equations there are no more intersections (therefore solutions) for the equations we have already highlighted.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third pair of lines,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24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are parallel, therefore have no intersection, no solution.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7" name="Google Shape;247;p21"/>
          <p:cNvCxnSpPr/>
          <p:nvPr/>
        </p:nvCxnSpPr>
        <p:spPr>
          <a:xfrm>
            <a:off x="474757" y="50951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21"/>
          <p:cNvSpPr txBox="1"/>
          <p:nvPr/>
        </p:nvSpPr>
        <p:spPr>
          <a:xfrm>
            <a:off x="462450" y="5160600"/>
            <a:ext cx="6629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Regions of a graph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679128" y="7358965"/>
            <a:ext cx="1620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248398" y="5341125"/>
            <a:ext cx="1620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182617" y="5917034"/>
            <a:ext cx="220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595656" y="6985255"/>
            <a:ext cx="220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840240" y="7652865"/>
            <a:ext cx="220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60775" y="6088900"/>
            <a:ext cx="38922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three coordinates all satisfy the equation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this line is fine.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60774" y="5478000"/>
            <a:ext cx="44085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the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60774" y="5787150"/>
            <a:ext cx="4117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410366" y="5824046"/>
            <a:ext cx="516900" cy="28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816469" y="6791056"/>
            <a:ext cx="516900" cy="28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127137" y="7738796"/>
            <a:ext cx="965100" cy="28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(1.6,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0775" y="7594650"/>
            <a:ext cx="36828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three coordinates all in the region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 region is fine.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0775" y="7292900"/>
            <a:ext cx="35160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359329" y="5905755"/>
            <a:ext cx="222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796120" y="8062092"/>
            <a:ext cx="222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476106" y="7854268"/>
            <a:ext cx="222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491794" y="5680095"/>
            <a:ext cx="705300" cy="28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585632" y="8150792"/>
            <a:ext cx="972000" cy="28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(0.6,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60775" y="8871275"/>
            <a:ext cx="44085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three coordinates all in the region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12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 region is fine.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60775" y="8569525"/>
            <a:ext cx="41391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572997" y="553850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205819" y="7905439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369814" y="7349025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346812" y="8219965"/>
            <a:ext cx="12981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6" name="Shape 276"/>
        <p:cNvGrpSpPr/>
        <p:nvPr/>
      </p:nvGrpSpPr>
      <p:grpSpPr>
        <a:xfrm>
          <a:off x="0" y="0"/>
          <a:ext cx="0" cy="0"/>
        </a:xfrm>
      </p:grpSpPr>
      <p:sp>
        <p:nvSpPr>
          <p:cNvPr id="277" name="Google Shape;27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8" name="Google Shape;278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Graphically solving two linear graphs that intersect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68000" y="720000"/>
            <a:ext cx="3470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lines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6944722" y="2204518"/>
            <a:ext cx="147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5024137" y="799728"/>
            <a:ext cx="1473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446" y="1068071"/>
            <a:ext cx="2258291" cy="255399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5379666" y="1906673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5051709" y="1049950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5520335" y="2318587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68000" y="1711328"/>
            <a:ext cx="34794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three coordinates all satisfy the equation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-coordinates are all greater than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this line in this region are fine.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468000" y="1144429"/>
            <a:ext cx="33219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Mark and label three points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5252493" y="919981"/>
            <a:ext cx="4701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5621772" y="1799304"/>
            <a:ext cx="4701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4905635" y="2584586"/>
            <a:ext cx="8775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(1.5,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6944747" y="5308979"/>
            <a:ext cx="147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5024154" y="3904176"/>
            <a:ext cx="1473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462" y="4172521"/>
            <a:ext cx="2258301" cy="255401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5046075" y="6402674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5541949" y="5957859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5367172" y="6120124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468000" y="4968186"/>
            <a:ext cx="34794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three coordinates all satisfy the equation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-coordinates are all less than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were not limited to integer value coordinates. Any three coordinates </a:t>
            </a: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on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this line in this region are fine.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468000" y="4327186"/>
            <a:ext cx="2943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Mark three coordinates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716831" y="5777508"/>
            <a:ext cx="9183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5246867" y="6659543"/>
            <a:ext cx="6960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5586431" y="6335329"/>
            <a:ext cx="8775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6944771" y="8388570"/>
            <a:ext cx="147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5024171" y="6983773"/>
            <a:ext cx="1473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6" name="Google Shape;3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477" y="7252117"/>
            <a:ext cx="2258308" cy="255400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 txBox="1"/>
          <p:nvPr/>
        </p:nvSpPr>
        <p:spPr>
          <a:xfrm>
            <a:off x="468000" y="7348035"/>
            <a:ext cx="33528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Mark and label the one point 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5657197" y="8924231"/>
            <a:ext cx="200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468000" y="8228205"/>
            <a:ext cx="31539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is only one coordinate that satisfies these conditions, that of the intersection.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5941112" y="9037524"/>
            <a:ext cx="642000" cy="25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Graphically solving two linear graphs that intersect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2024-03-05T14:31:01.407</cp:lastPrinted>
  <dcterms:created xsi:type="dcterms:W3CDTF">2024-03-05T14:31:01Z</dcterms:created>
  <dcterms:modified xsi:type="dcterms:W3CDTF">2024-03-05T14:33:56Z</dcterms:modified>
</cp:coreProperties>
</file>