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be11bd89dd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e11bd89d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1" name="Google Shape;161;p20" descr="&lt;math xmlns=&quot;http://www.w3.org/1998/Math/MathML&quot; display=&quot;block&quot; data-is-equatio=&quot;1&quot; data-latex=&quot;3-x=\frac{1}{2}x-6&quot;&gt;&lt;mn&gt;3&lt;/mn&gt;&lt;mo&gt;−&lt;/mo&gt;&lt;mi&gt;x&lt;/mi&gt;&lt;mo&gt;=&lt;/mo&gt;&lt;mfrac&gt;&lt;mn&gt;1&lt;/mn&gt;&lt;mn&gt;2&lt;/mn&gt;&lt;/mfrac&gt;&lt;mi&gt;x&lt;/mi&gt;&lt;mo&gt;−&lt;/mo&gt;&lt;mn&gt;6&lt;/mn&gt;&lt;/math&gt;" title="3 minus x equals one half x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36" y="3866331"/>
            <a:ext cx="1238670" cy="40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&lt;math xmlns=&quot;http://www.w3.org/1998/Math/MathML&quot; display=&quot;block&quot; data-is-equatio=&quot;1&quot; data-latex=&quot;2x-3=\frac{1}{2}x-6&quot;&gt;&lt;mn&gt;2&lt;/mn&gt;&lt;mi&gt;x&lt;/mi&gt;&lt;mo&gt;−&lt;/mo&gt;&lt;mn&gt;3&lt;/mn&gt;&lt;mo&gt;=&lt;/mo&gt;&lt;mfrac&gt;&lt;mn&gt;1&lt;/mn&gt;&lt;mn&gt;2&lt;/mn&gt;&lt;/mfrac&gt;&lt;mi&gt;x&lt;/mi&gt;&lt;mo&gt;−&lt;/mo&gt;&lt;mn&gt;6&lt;/mn&gt;&lt;/math&gt;" title="2 x minus 3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762" y="2896488"/>
            <a:ext cx="1238670" cy="36971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1644150"/>
            <a:ext cx="4282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these graphs to solve the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9635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Points of intersection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6853" y="1921212"/>
            <a:ext cx="3573155" cy="29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197812" y="1883643"/>
            <a:ext cx="10692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335362" y="3859378"/>
            <a:ext cx="7566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9083" y="4454298"/>
            <a:ext cx="756638" cy="3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468000" y="2123118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887097" y="2123118"/>
            <a:ext cx="1238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2961313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3919249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5021500"/>
            <a:ext cx="64725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graphs to solve these pairs of simultaneous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6853" y="5298562"/>
            <a:ext cx="3573155" cy="29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197812" y="5260993"/>
            <a:ext cx="10692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335362" y="7236728"/>
            <a:ext cx="7566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9083" y="7831648"/>
            <a:ext cx="756638" cy="3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68000" y="5500468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6338663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7296599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87097" y="5500477"/>
            <a:ext cx="1069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887097" y="5799823"/>
            <a:ext cx="756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647" y="6632125"/>
            <a:ext cx="898673" cy="39210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87097" y="6335256"/>
            <a:ext cx="1069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887097" y="7320306"/>
            <a:ext cx="756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647" y="7599102"/>
            <a:ext cx="898673" cy="39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Graphically solving two linear graphs that intersect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100" y="5582507"/>
            <a:ext cx="2285914" cy="316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468000" y="720000"/>
            <a:ext cx="31014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Use the graph to identify two pairs of simultaneous equations which can be solved and find the solutions.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9289" y="776403"/>
            <a:ext cx="3494480" cy="269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6145315" y="770214"/>
            <a:ext cx="9378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967899" y="3194900"/>
            <a:ext cx="11241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143530" y="891865"/>
            <a:ext cx="12513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2448" y="3557275"/>
            <a:ext cx="66297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a third different pair of equations can not be found and solved using these particular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1"/>
          <p:cNvCxnSpPr/>
          <p:nvPr/>
        </p:nvCxnSpPr>
        <p:spPr>
          <a:xfrm>
            <a:off x="474757" y="50951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1"/>
          <p:cNvSpPr txBox="1"/>
          <p:nvPr/>
        </p:nvSpPr>
        <p:spPr>
          <a:xfrm>
            <a:off x="462450" y="5160600"/>
            <a:ext cx="6629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Regions of a graph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679128" y="7358965"/>
            <a:ext cx="1620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248398" y="5341125"/>
            <a:ext cx="1620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0774" y="5478000"/>
            <a:ext cx="44085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the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0774" y="5787150"/>
            <a:ext cx="4117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0775" y="6226100"/>
            <a:ext cx="35160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0775" y="6816925"/>
            <a:ext cx="41391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2" name="Google Shape;21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68000" y="720000"/>
            <a:ext cx="3470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lines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944722" y="2204518"/>
            <a:ext cx="14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024137" y="799728"/>
            <a:ext cx="1473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46" y="1068071"/>
            <a:ext cx="2258291" cy="255399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468000" y="1144429"/>
            <a:ext cx="33219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1812586"/>
            <a:ext cx="2943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Mark three coordinates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8000" y="2623635"/>
            <a:ext cx="3352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Mark and label the one point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Graphically solving two linear graphs that intersect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2024-03-05T14:33:23.463</cp:lastPrinted>
  <dcterms:created xsi:type="dcterms:W3CDTF">2024-03-05T14:33:23Z</dcterms:created>
  <dcterms:modified xsi:type="dcterms:W3CDTF">2024-03-05T14:33:49Z</dcterms:modified>
</cp:coreProperties>
</file>