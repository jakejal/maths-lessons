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" name="Shape 175"/>
        <p:cNvGrpSpPr/>
        <p:nvPr/>
      </p:nvGrpSpPr>
      <p:grpSpPr>
        <a:xfrm>
          <a:off x="0" y="0"/>
          <a:ext cx="0" cy="0"/>
        </a:xfrm>
      </p:grpSpPr>
      <p:sp>
        <p:nvSpPr>
          <p:cNvPr id="176" name="Google Shape;176;g2be022de10d_0_3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be022de10d_0_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3.png" /><Relationship Id="rId4" Type="http://schemas.openxmlformats.org/officeDocument/2006/relationships/image" Target="../media/image14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Equations and their graphs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763000"/>
            <a:ext cx="66240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Gradient of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of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 description unique to graph (a). Write descriptions for b) and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25" y="2286701"/>
            <a:ext cx="1507448" cy="275426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3" name="Google Shape;163;p20"/>
          <p:cNvSpPr txBox="1"/>
          <p:nvPr/>
        </p:nvSpPr>
        <p:spPr>
          <a:xfrm>
            <a:off x="468000" y="2231263"/>
            <a:ext cx="289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771767" y="2231263"/>
            <a:ext cx="289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141356" y="2231263"/>
            <a:ext cx="289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1228" y="2306655"/>
            <a:ext cx="1630132" cy="273431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7" name="Google Shape;16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1871" y="2306655"/>
            <a:ext cx="1630129" cy="272979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8" name="Google Shape;168;p20"/>
          <p:cNvSpPr txBox="1"/>
          <p:nvPr/>
        </p:nvSpPr>
        <p:spPr>
          <a:xfrm>
            <a:off x="461795" y="138020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Reviewing features of linear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1800" y="5733825"/>
            <a:ext cx="6410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linear equations to their respective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1800" y="6313257"/>
            <a:ext cx="16584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1800" y="7032129"/>
            <a:ext cx="16584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1800" y="7751002"/>
            <a:ext cx="16008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−3 − 2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1800" y="8469875"/>
            <a:ext cx="1658400" cy="28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30638" y="6144352"/>
            <a:ext cx="2786186" cy="362040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Equations and their graphs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68167" y="720000"/>
            <a:ext cx="3279000" cy="5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Laura is writing the equation of this linear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541" y="782140"/>
            <a:ext cx="2393960" cy="279635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2" name="Google Shape;182;p21"/>
          <p:cNvGrpSpPr/>
          <p:nvPr/>
        </p:nvGrpSpPr>
        <p:grpSpPr>
          <a:xfrm>
            <a:off x="5305135" y="1359454"/>
            <a:ext cx="548444" cy="802460"/>
            <a:chOff x="3511650" y="1061825"/>
            <a:chExt cx="1008725" cy="1475925"/>
          </a:xfrm>
        </p:grpSpPr>
        <p:cxnSp>
          <p:nvCxnSpPr>
            <p:cNvPr id="183" name="Google Shape;183;p21"/>
            <p:cNvCxnSpPr/>
            <p:nvPr/>
          </p:nvCxnSpPr>
          <p:spPr>
            <a:xfrm>
              <a:off x="3511650" y="1061825"/>
              <a:ext cx="1008600" cy="39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1"/>
            <p:cNvCxnSpPr/>
            <p:nvPr/>
          </p:nvCxnSpPr>
          <p:spPr>
            <a:xfrm rot="10800000" flipH="1">
              <a:off x="4513775" y="1065650"/>
              <a:ext cx="6600" cy="14721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85" name="Google Shape;1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99" y="2481767"/>
            <a:ext cx="662841" cy="86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rcRect l="40550" t="13015" b="4760"/>
          <a:stretch>
            <a:fillRect/>
          </a:stretch>
        </p:blipFill>
        <p:spPr>
          <a:xfrm>
            <a:off x="494025" y="1387575"/>
            <a:ext cx="3763574" cy="13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820923" y="1470357"/>
            <a:ext cx="33615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see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a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and intercept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 this is the line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1" descr="&lt;math xmlns=&quot;http://www.w3.org/1998/Math/MathML&quot; display=&quot;block&quot; data-is-equatio=&quot;1&quot; data-latex=&quot;y=\frac{3}{2}x+4&quot;&gt;&lt;mi&gt;y&lt;/mi&gt;&lt;mo&gt;=&lt;/mo&gt;&lt;mfrac&gt;&lt;mn&gt;3&lt;/mn&gt;&lt;mn&gt;2&lt;/mn&gt;&lt;/mfrac&gt;&lt;mi&gt;x&lt;/mi&gt;&lt;mo&gt;+&lt;/mo&gt;&lt;mn&gt;4&lt;/mn&gt;&lt;/math&gt;" title="y equals three halves x plu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726" y="1967101"/>
            <a:ext cx="965050" cy="4197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467997" y="3444825"/>
            <a:ext cx="4216500" cy="4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at least two sentences to explain Laura’s errors to her. You may choose to annotate the graph in your explanation.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6294206" y="2840597"/>
            <a:ext cx="277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2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905202" y="1585008"/>
            <a:ext cx="1500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530023" y="1084770"/>
            <a:ext cx="1500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45A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i="1">
              <a:solidFill>
                <a:srgbClr val="845AD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" name="Shape 197"/>
        <p:cNvGrpSpPr/>
        <p:nvPr/>
      </p:nvGrpSpPr>
      <p:grpSpPr>
        <a:xfrm>
          <a:off x="0" y="0"/>
          <a:ext cx="0" cy="0"/>
        </a:xfrm>
      </p:grpSpPr>
      <p:sp>
        <p:nvSpPr>
          <p:cNvPr id="198" name="Google Shape;19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99" name="Google Shape;199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Equations and their graphs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02" name="Google Shape;2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361" y="1758456"/>
            <a:ext cx="2521174" cy="265873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468000" y="1011450"/>
            <a:ext cx="56943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Sketch the lines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and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 the below axes.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6947540" y="3104618"/>
            <a:ext cx="144300" cy="24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5650174" y="1549280"/>
            <a:ext cx="144300" cy="24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468175" y="720000"/>
            <a:ext cx="6623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Sketching linear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993" y="5797648"/>
            <a:ext cx="2377631" cy="2468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468175" y="4955050"/>
            <a:ext cx="51612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linear equations to their respective lines.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77556" y="5241103"/>
            <a:ext cx="3735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2274313" y="5241109"/>
            <a:ext cx="13521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18 − 2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071062" y="5241103"/>
            <a:ext cx="15021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−5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5820857" y="5241103"/>
            <a:ext cx="465300" cy="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8794" y="5797351"/>
            <a:ext cx="2341744" cy="246870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310292" y="5605249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6440802" y="6886690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2" descr="&lt;math xmlns=&quot;http://www.w3.org/1998/Math/MathML&quot; display=&quot;block&quot; data-is-equatio=&quot;1&quot; data-latex=&quot;y=2x-\frac{1}{4}&quot;&gt;&lt;mi&gt;y&lt;/mi&gt;&lt;mo&gt;=&lt;/mo&gt;&lt;mn&gt;2&lt;/mn&gt;&lt;mi&gt;x&lt;/mi&gt;&lt;mo&gt;−&lt;/mo&gt;&lt;mfrac&gt;&lt;mn&gt;1&lt;/mn&gt;&lt;mn&gt;4&lt;/mn&gt;&lt;/mfrac&gt;&lt;/math&gt;" title="y equals 2 x minus 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518" y="5120812"/>
            <a:ext cx="960610" cy="4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&lt;math xmlns=&quot;http://www.w3.org/1998/Math/MathML&quot; display=&quot;block&quot; data-is-equatio=&quot;1&quot; data-latex=&quot;y=\frac{1}{4}x-2&quot;&gt;&lt;mi&gt;y&lt;/mi&gt;&lt;mo&gt;=&lt;/mo&gt;&lt;mfrac&gt;&lt;mn&gt;1&lt;/mn&gt;&lt;mn&gt;4&lt;/mn&gt;&lt;/mfrac&gt;&lt;mi&gt;x&lt;/mi&gt;&lt;mo&gt;−&lt;/mo&gt;&lt;mn&gt;2&lt;/mn&gt;&lt;/math&gt;" title="y equals one fourth x minu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9432" y="5120812"/>
            <a:ext cx="982442" cy="42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2122825" y="5605249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3240402" y="7115290"/>
            <a:ext cx="130500" cy="21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Equations and their graphs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2024-03-05T14:31:44.324</cp:lastPrinted>
  <dcterms:created xsi:type="dcterms:W3CDTF">2024-03-05T14:31:44Z</dcterms:created>
  <dcterms:modified xsi:type="dcterms:W3CDTF">2024-03-05T14:29:10Z</dcterms:modified>
</cp:coreProperties>
</file>