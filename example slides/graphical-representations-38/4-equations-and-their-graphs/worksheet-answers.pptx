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g2bded249cc6_0_6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bded249cc6_0_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6" name="Shape 216"/>
        <p:cNvGrpSpPr/>
        <p:nvPr/>
      </p:nvGrpSpPr>
      <p:grpSpPr>
        <a:xfrm>
          <a:off x="0" y="0"/>
          <a:ext cx="0" cy="0"/>
        </a:xfrm>
      </p:grpSpPr>
      <p:sp>
        <p:nvSpPr>
          <p:cNvPr id="217" name="Google Shape;21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6.png" /><Relationship Id="rId4" Type="http://schemas.openxmlformats.org/officeDocument/2006/relationships/image" Target="../media/image17.png" /><Relationship Id="rId5" Type="http://schemas.openxmlformats.org/officeDocument/2006/relationships/image" Target="../media/image18.png" /><Relationship Id="rId6" Type="http://schemas.openxmlformats.org/officeDocument/2006/relationships/image" Target="../media/image19.png" /><Relationship Id="rId7" Type="http://schemas.openxmlformats.org/officeDocument/2006/relationships/image" Target="../media/image20.png" /><Relationship Id="rId8" Type="http://schemas.openxmlformats.org/officeDocument/2006/relationships/image" Target="../media/image2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Equations and their graphs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63000"/>
            <a:ext cx="6624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Gradient of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a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of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 description unique to graph (a). Write descriptions for b) and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25" y="2286701"/>
            <a:ext cx="1507448" cy="275426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5" name="Google Shape;175;p20"/>
          <p:cNvSpPr txBox="1"/>
          <p:nvPr/>
        </p:nvSpPr>
        <p:spPr>
          <a:xfrm>
            <a:off x="468000" y="2231263"/>
            <a:ext cx="2895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771767" y="2231263"/>
            <a:ext cx="2895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141356" y="2231263"/>
            <a:ext cx="2895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1228" y="2306655"/>
            <a:ext cx="1630132" cy="273431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1871" y="2306655"/>
            <a:ext cx="1630129" cy="272979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0" name="Google Shape;180;p20"/>
          <p:cNvSpPr txBox="1"/>
          <p:nvPr/>
        </p:nvSpPr>
        <p:spPr>
          <a:xfrm>
            <a:off x="461795" y="138020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Reviewing features of linear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061225" y="5236950"/>
            <a:ext cx="16302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Gradient of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intercept of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461975" y="5236950"/>
            <a:ext cx="16302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Gradient of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intercept of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1800" y="5733825"/>
            <a:ext cx="6410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linear equations to their respective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1800" y="6313257"/>
            <a:ext cx="1658400" cy="28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1800" y="7032129"/>
            <a:ext cx="1658400" cy="28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1800" y="7751002"/>
            <a:ext cx="1600800" cy="28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−3 − 2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1800" y="8469875"/>
            <a:ext cx="1658400" cy="28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0638" y="6144352"/>
            <a:ext cx="2786186" cy="362040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9" name="Google Shape;189;p20"/>
          <p:cNvSpPr txBox="1"/>
          <p:nvPr/>
        </p:nvSpPr>
        <p:spPr>
          <a:xfrm rot="-3711815">
            <a:off x="2428349" y="8824779"/>
            <a:ext cx="1360130" cy="2881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 rot="3757707">
            <a:off x="5048326" y="8978987"/>
            <a:ext cx="1506007" cy="288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 rot="3757878">
            <a:off x="2343526" y="6695546"/>
            <a:ext cx="1453945" cy="288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−3 − 2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 rot="-3712188">
            <a:off x="5068727" y="6679050"/>
            <a:ext cx="1453942" cy="2881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Equations and their graphs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68167" y="720000"/>
            <a:ext cx="3279000" cy="5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is writing the equation of this linear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541" y="782140"/>
            <a:ext cx="2393960" cy="279635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0" name="Google Shape;200;p21"/>
          <p:cNvGrpSpPr/>
          <p:nvPr/>
        </p:nvGrpSpPr>
        <p:grpSpPr>
          <a:xfrm>
            <a:off x="5305135" y="1359454"/>
            <a:ext cx="548444" cy="802460"/>
            <a:chOff x="3511650" y="1061825"/>
            <a:chExt cx="1008725" cy="1475925"/>
          </a:xfrm>
        </p:grpSpPr>
        <p:cxnSp>
          <p:nvCxnSpPr>
            <p:cNvPr id="201" name="Google Shape;201;p21"/>
            <p:cNvCxnSpPr/>
            <p:nvPr/>
          </p:nvCxnSpPr>
          <p:spPr>
            <a:xfrm>
              <a:off x="3511650" y="1061825"/>
              <a:ext cx="1008600" cy="3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21"/>
            <p:cNvCxnSpPr/>
            <p:nvPr/>
          </p:nvCxnSpPr>
          <p:spPr>
            <a:xfrm rot="10800000" flipH="1">
              <a:off x="4513775" y="1065650"/>
              <a:ext cx="6600" cy="14721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03" name="Google Shape;20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99" y="2481767"/>
            <a:ext cx="662841" cy="86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>
          <a:blip r:embed="rId5">
            <a:alphaModFix/>
          </a:blip>
          <a:srcRect l="40550" t="13015" b="4760"/>
          <a:stretch>
            <a:fillRect/>
          </a:stretch>
        </p:blipFill>
        <p:spPr>
          <a:xfrm>
            <a:off x="494025" y="1387575"/>
            <a:ext cx="3763574" cy="13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820923" y="1470357"/>
            <a:ext cx="33615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see a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a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and intercept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 this is the line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 descr="&lt;math xmlns=&quot;http://www.w3.org/1998/Math/MathML&quot; display=&quot;block&quot; data-is-equatio=&quot;1&quot; data-latex=&quot;y=\frac{3}{2}x+4&quot;&gt;&lt;mi&gt;y&lt;/mi&gt;&lt;mo&gt;=&lt;/mo&gt;&lt;mfrac&gt;&lt;mn&gt;3&lt;/mn&gt;&lt;mn&gt;2&lt;/mn&gt;&lt;/mfrac&gt;&lt;mi&gt;x&lt;/mi&gt;&lt;mo&gt;+&lt;/mo&gt;&lt;mn&gt;4&lt;/mn&gt;&lt;/math&gt;" title="y equals three halves x plu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726" y="1967101"/>
            <a:ext cx="965050" cy="41974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467997" y="3444825"/>
            <a:ext cx="42165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at least two sentences to explain Laura’s errors to her. You may choose to annotate the graph in your explanation.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294206" y="2840597"/>
            <a:ext cx="277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905202" y="1585008"/>
            <a:ext cx="1500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530023" y="1084770"/>
            <a:ext cx="1500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174" y="4086950"/>
            <a:ext cx="66105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gradient is the change 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divided by the change 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but with respect to the </a:t>
            </a:r>
            <a:r>
              <a:rPr lang="en-GB" sz="12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positive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5125" y="4588050"/>
            <a:ext cx="66105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the form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the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relates to the 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-intercept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not that of the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axis.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5134" y="4958038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the line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4" name="Google Shape;214;p21" descr="&lt;math xmlns=&quot;http://www.w3.org/1998/Math/MathML&quot; display=&quot;block&quot; data-is-equatio=&quot;1&quot; data-latex=&quot;y=6-\frac{3}{2}x&quot;&gt;&lt;mi&gt;y&lt;/mi&gt;&lt;mo&gt;=&lt;/mo&gt;&lt;mn&gt;6&lt;/mn&gt;&lt;mo&gt;−&lt;/mo&gt;&lt;mfrac&gt;&lt;mn&gt;3&lt;/mn&gt;&lt;mn&gt;2&lt;/mn&gt;&lt;/mfrac&gt;&lt;mi&gt;x&lt;/mi&gt;&lt;/math&gt;" title="y equals 6 minus three halves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5650" y="4854126"/>
            <a:ext cx="815400" cy="3557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sp>
        <p:nvSpPr>
          <p:cNvPr id="220" name="Google Shape;220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21" name="Google Shape;221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Equations and their graphs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pic>
        <p:nvPicPr>
          <p:cNvPr id="224" name="Google Shape;2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361" y="1758456"/>
            <a:ext cx="2521174" cy="265873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468000" y="1011450"/>
            <a:ext cx="56943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Sketch the lines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on the below axes.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204" y="1742380"/>
            <a:ext cx="2521182" cy="266720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6947540" y="3104618"/>
            <a:ext cx="144300" cy="24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5650174" y="1549280"/>
            <a:ext cx="144300" cy="24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5816591" y="1760930"/>
            <a:ext cx="5679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5661178" y="1821008"/>
            <a:ext cx="1650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5816591" y="2399964"/>
            <a:ext cx="5679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5661178" y="2460042"/>
            <a:ext cx="1650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177558" y="3569533"/>
            <a:ext cx="552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(0,−5)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5661178" y="3757408"/>
            <a:ext cx="1650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68000" y="1669793"/>
            <a:ext cx="43725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-intercepts should be labelled and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(0, 10)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should be twice as far from the origin as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12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68000" y="2353430"/>
            <a:ext cx="33513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(0,−5)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should be the same distance from the origin as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12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468000" y="3002113"/>
            <a:ext cx="31083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should have the same gradient therefore look parallel in your sketch.</a:t>
            </a:r>
            <a:endParaRPr sz="12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468000" y="3902764"/>
            <a:ext cx="31083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a steeper gradient. This should be visibly obvious.</a:t>
            </a:r>
            <a:endParaRPr sz="12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468175" y="720000"/>
            <a:ext cx="6623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Sketching linear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" name="Google Shape;2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993" y="5797648"/>
            <a:ext cx="2377631" cy="2468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468175" y="4955050"/>
            <a:ext cx="51612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linear equations to their respective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477556" y="5241103"/>
            <a:ext cx="3735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2274313" y="5241109"/>
            <a:ext cx="13521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18 − 2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4071062" y="5241103"/>
            <a:ext cx="15021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−5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5820857" y="5241103"/>
            <a:ext cx="4653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8794" y="5797351"/>
            <a:ext cx="2341744" cy="246870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5310292" y="5605249"/>
            <a:ext cx="130500" cy="2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6440802" y="6886690"/>
            <a:ext cx="130500" cy="2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" name="Google Shape;249;p22" descr="&lt;math xmlns=&quot;http://www.w3.org/1998/Math/MathML&quot; display=&quot;block&quot; data-is-equatio=&quot;1&quot; data-latex=&quot;y=2x-\frac{1}{4}&quot;&gt;&lt;mi&gt;y&lt;/mi&gt;&lt;mo&gt;=&lt;/mo&gt;&lt;mn&gt;2&lt;/mn&gt;&lt;mi&gt;x&lt;/mi&gt;&lt;mo&gt;−&lt;/mo&gt;&lt;mfrac&gt;&lt;mn&gt;1&lt;/mn&gt;&lt;mn&gt;4&lt;/mn&gt;&lt;/mfrac&gt;&lt;/math&gt;" title="y equals 2 x minus one four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518" y="5120812"/>
            <a:ext cx="960610" cy="42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&lt;math xmlns=&quot;http://www.w3.org/1998/Math/MathML&quot; display=&quot;block&quot; data-is-equatio=&quot;1&quot; data-latex=&quot;y=\frac{1}{4}x-2&quot;&gt;&lt;mi&gt;y&lt;/mi&gt;&lt;mo&gt;=&lt;/mo&gt;&lt;mfrac&gt;&lt;mn&gt;1&lt;/mn&gt;&lt;mn&gt;4&lt;/mn&gt;&lt;/mfrac&gt;&lt;mi&gt;x&lt;/mi&gt;&lt;mo&gt;−&lt;/mo&gt;&lt;mn&gt;2&lt;/mn&gt;&lt;/math&gt;" title="y equals one fourth x minus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09432" y="5120812"/>
            <a:ext cx="982442" cy="42727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2122825" y="5605249"/>
            <a:ext cx="130500" cy="2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 rot="-1526">
            <a:off x="2733785" y="7334769"/>
            <a:ext cx="13521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18 − 2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5845459" y="6173074"/>
            <a:ext cx="3735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" name="Google Shape;254;p22" descr="&lt;math xmlns=&quot;http://www.w3.org/1998/Math/MathML&quot; display=&quot;block&quot; data-is-equatio=&quot;1&quot; data-latex=&quot;y=2x-\frac{1}{4}&quot;&gt;&lt;mi&gt;y&lt;/mi&gt;&lt;mo&gt;=&lt;/mo&gt;&lt;mn&gt;2&lt;/mn&gt;&lt;mi&gt;x&lt;/mi&gt;&lt;mo&gt;−&lt;/mo&gt;&lt;mfrac&gt;&lt;mn&gt;1&lt;/mn&gt;&lt;mn&gt;4&lt;/mn&gt;&lt;/mfrac&gt;&lt;/math&gt;" title="y equals 2 x minus one four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07422" y="6112832"/>
            <a:ext cx="960610" cy="42727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989094" y="8021796"/>
            <a:ext cx="1502100" cy="23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−5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5634462" y="7788490"/>
            <a:ext cx="4653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7" name="Google Shape;257;p22" descr="&lt;math xmlns=&quot;http://www.w3.org/1998/Math/MathML&quot; display=&quot;block&quot; data-is-equatio=&quot;1&quot; data-latex=&quot;y=\frac{1}{4}x-2&quot;&gt;&lt;mi&gt;y&lt;/mi&gt;&lt;mo&gt;=&lt;/mo&gt;&lt;mfrac&gt;&lt;mn&gt;1&lt;/mn&gt;&lt;mn&gt;4&lt;/mn&gt;&lt;/mfrac&gt;&lt;mi&gt;x&lt;/mi&gt;&lt;mo&gt;−&lt;/mo&gt;&lt;mn&gt;2&lt;/mn&gt;&lt;/math&gt;" title="y equals one fourth x minus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23038" y="7728248"/>
            <a:ext cx="982442" cy="42727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3240402" y="7115290"/>
            <a:ext cx="130500" cy="2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Equations and their graphs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2024-03-05T14:31:41.946</cp:lastPrinted>
  <dcterms:created xsi:type="dcterms:W3CDTF">2024-03-05T14:31:41Z</dcterms:created>
  <dcterms:modified xsi:type="dcterms:W3CDTF">2024-03-05T14:29:09Z</dcterms:modified>
</cp:coreProperties>
</file>