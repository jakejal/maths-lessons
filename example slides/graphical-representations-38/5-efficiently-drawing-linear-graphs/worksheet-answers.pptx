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2bdfea40f20_0_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bdfea40f20_0_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1" name="Shape 221"/>
        <p:cNvGrpSpPr/>
        <p:nvPr/>
      </p:nvGrpSpPr>
      <p:grpSpPr>
        <a:xfrm>
          <a:off x="0" y="0"/>
          <a:ext cx="0" cy="0"/>
        </a:xfrm>
      </p:grpSpPr>
      <p:sp>
        <p:nvSpPr>
          <p:cNvPr id="222" name="Google Shape;222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1.png" /><Relationship Id="rId4" Type="http://schemas.openxmlformats.org/officeDocument/2006/relationships/image" Target="../media/image22.png" /><Relationship Id="rId5" Type="http://schemas.openxmlformats.org/officeDocument/2006/relationships/image" Target="../media/image23.png" /><Relationship Id="rId6" Type="http://schemas.openxmlformats.org/officeDocument/2006/relationships/image" Target="../media/image24.png" /><Relationship Id="rId7" Type="http://schemas.openxmlformats.org/officeDocument/2006/relationships/image" Target="../media/image25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33.png" /><Relationship Id="rId11" Type="http://schemas.openxmlformats.org/officeDocument/2006/relationships/image" Target="../media/image34.png" /><Relationship Id="rId12" Type="http://schemas.openxmlformats.org/officeDocument/2006/relationships/image" Target="../media/image35.png" /><Relationship Id="rId13" Type="http://schemas.openxmlformats.org/officeDocument/2006/relationships/image" Target="../media/image36.png" /><Relationship Id="rId14" Type="http://schemas.openxmlformats.org/officeDocument/2006/relationships/image" Target="../media/image37.png" /><Relationship Id="rId15" Type="http://schemas.openxmlformats.org/officeDocument/2006/relationships/image" Target="../media/image38.png" /><Relationship Id="rId16" Type="http://schemas.openxmlformats.org/officeDocument/2006/relationships/image" Target="../media/image39.png" /><Relationship Id="rId17" Type="http://schemas.openxmlformats.org/officeDocument/2006/relationships/image" Target="../media/image40.png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26.png" /><Relationship Id="rId4" Type="http://schemas.openxmlformats.org/officeDocument/2006/relationships/image" Target="../media/image27.png" /><Relationship Id="rId5" Type="http://schemas.openxmlformats.org/officeDocument/2006/relationships/image" Target="../media/image28.png" /><Relationship Id="rId6" Type="http://schemas.openxmlformats.org/officeDocument/2006/relationships/image" Target="../media/image29.png" /><Relationship Id="rId7" Type="http://schemas.openxmlformats.org/officeDocument/2006/relationships/image" Target="../media/image30.png" /><Relationship Id="rId8" Type="http://schemas.openxmlformats.org/officeDocument/2006/relationships/image" Target="../media/image31.png" /><Relationship Id="rId9" Type="http://schemas.openxmlformats.org/officeDocument/2006/relationships/image" Target="../media/image3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Efficiently drawing linear graphs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6807" y="2422876"/>
            <a:ext cx="1395192" cy="284239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1278" y="2431294"/>
            <a:ext cx="1395192" cy="283016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46349" y="2461389"/>
            <a:ext cx="2121443" cy="280006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6" name="Google Shape;176;p20"/>
          <p:cNvSpPr txBox="1"/>
          <p:nvPr/>
        </p:nvSpPr>
        <p:spPr>
          <a:xfrm>
            <a:off x="468000" y="1710200"/>
            <a:ext cx="5840400" cy="6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In each case fill in the missing coordinate and draw the respective linear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380200"/>
            <a:ext cx="6652200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Plotting linear graphs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2476421"/>
            <a:ext cx="13146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194239" y="2475151"/>
            <a:ext cx="14559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5 − 3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3294" y="2462119"/>
            <a:ext cx="2121444" cy="280943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1" name="Google Shape;181;p20"/>
          <p:cNvSpPr txBox="1"/>
          <p:nvPr/>
        </p:nvSpPr>
        <p:spPr>
          <a:xfrm>
            <a:off x="470414" y="2954286"/>
            <a:ext cx="8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-4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0414" y="3623295"/>
            <a:ext cx="8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196654" y="2954286"/>
            <a:ext cx="8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196654" y="3623295"/>
            <a:ext cx="8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-4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54897" y="2455761"/>
            <a:ext cx="2121442" cy="280950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95547" y="2441846"/>
            <a:ext cx="1395191" cy="280951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07824" y="5523674"/>
            <a:ext cx="1470676" cy="268413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30010" y="5573806"/>
            <a:ext cx="1723948" cy="263484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30119" y="5573741"/>
            <a:ext cx="1708760" cy="262899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0" name="Google Shape;190;p20"/>
          <p:cNvSpPr txBox="1"/>
          <p:nvPr/>
        </p:nvSpPr>
        <p:spPr>
          <a:xfrm>
            <a:off x="468000" y="5584266"/>
            <a:ext cx="1234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966582" y="5583073"/>
            <a:ext cx="1367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0267" y="6284179"/>
            <a:ext cx="950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-2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470267" y="6912323"/>
            <a:ext cx="8298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968838" y="6284179"/>
            <a:ext cx="9015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(−1,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-4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968849" y="6912323"/>
            <a:ext cx="8298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</a:t>
            </a:r>
            <a:r>
              <a:rPr lang="en-GB" sz="1200">
                <a:solidFill>
                  <a:srgbClr val="282828"/>
                </a:solidFill>
                <a:latin typeface="Kalam"/>
                <a:ea typeface="Kalam"/>
                <a:cs typeface="Kalam"/>
                <a:sym typeface="Kalam"/>
              </a:rPr>
              <a:t>6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" name="Google Shape;196;p20" descr="&lt;math xmlns=&quot;http://www.w3.org/1998/Math/MathML&quot; display=&quot;block&quot; data-is-equatio=&quot;1&quot; data-latex=&quot;y=\frac{3x-1}{2}&quot;&gt;&lt;mi&gt;y&lt;/mi&gt;&lt;mo&gt;=&lt;/mo&gt;&lt;mfrac&gt;&lt;mrow&gt;&lt;mn&gt;3&lt;/mn&gt;&lt;mi&gt;x&lt;/mi&gt;&lt;mo&gt;−&lt;/mo&gt;&lt;mn&gt;1&lt;/mn&gt;&lt;/mrow&gt;&lt;mn&gt;2&lt;/mn&gt;&lt;/mfrac&gt;&lt;/math&gt;" title="y equals the fraction with numerator 3 x minus 1 and denominator 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0022" y="5557894"/>
            <a:ext cx="1118256" cy="497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23751" y="5569825"/>
            <a:ext cx="1723939" cy="262899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606998" y="5523674"/>
            <a:ext cx="1470675" cy="268604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9" name="Google Shape;199;p20" descr="&lt;math xmlns=&quot;http://www.w3.org/1998/Math/MathML&quot; display=&quot;block&quot; data-is-equatio=&quot;1&quot; data-latex=&quot;y=\frac{5}{2}x-\frac{3}{2}&quot;&gt;&lt;mi&gt;y&lt;/mi&gt;&lt;mo&gt;=&lt;/mo&gt;&lt;mfrac&gt;&lt;mn&gt;5&lt;/mn&gt;&lt;mn&gt;2&lt;/mn&gt;&lt;/mfrac&gt;&lt;mi&gt;x&lt;/mi&gt;&lt;mo&gt;−&lt;/mo&gt;&lt;mfrac&gt;&lt;mn&gt;3&lt;/mn&gt;&lt;mn&gt;2&lt;/mn&gt;&lt;/mfrac&gt;&lt;/math&gt;" title="y equals five halves x minus three halve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241593" y="5554659"/>
            <a:ext cx="1204272" cy="497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605029" y="5523674"/>
            <a:ext cx="1470678" cy="266875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Efficiently drawing linear graphs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72727" y="740525"/>
            <a:ext cx="6619200" cy="5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plots the linear graph of                           using these two coordinates.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83891" y="1051865"/>
            <a:ext cx="63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806" y="1342167"/>
            <a:ext cx="4068306" cy="143822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9" name="Google Shape;209;p21"/>
          <p:cNvSpPr txBox="1"/>
          <p:nvPr/>
        </p:nvSpPr>
        <p:spPr>
          <a:xfrm>
            <a:off x="1485032" y="2029000"/>
            <a:ext cx="544500" cy="22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1678835" y="2179174"/>
            <a:ext cx="156900" cy="18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900" b="1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900" b="1">
              <a:solidFill>
                <a:srgbClr val="845AD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1"/>
          <p:cNvCxnSpPr/>
          <p:nvPr/>
        </p:nvCxnSpPr>
        <p:spPr>
          <a:xfrm flipH="1">
            <a:off x="1471113" y="1525251"/>
            <a:ext cx="4092300" cy="866100"/>
          </a:xfrm>
          <a:prstGeom prst="straightConnector1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2" name="Google Shape;212;p21" descr="&lt;math xmlns=&quot;http://www.w3.org/1998/Math/MathML&quot; display=&quot;block&quot; data-is-equatio=&quot;1&quot; data-latex=&quot;y=2+\frac{x}{4}&quot;&gt;&lt;mi&gt;y&lt;/mi&gt;&lt;mo&gt;=&lt;/mo&gt;&lt;mn&gt;2&lt;/mn&gt;&lt;mo&gt;+&lt;/mo&gt;&lt;mfrac&gt;&lt;mi&gt;x&lt;/mi&gt;&lt;mn&gt;4&lt;/mn&gt;&lt;/mfrac&gt;&lt;/math&gt;" title="y equals 2 plus x ove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8928" y="627648"/>
            <a:ext cx="977485" cy="432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&lt;math xmlns=&quot;http://www.w3.org/1998/Math/MathML&quot; display=&quot;block&quot; data-is-equatio=&quot;1&quot; data-latex=&quot;\left(2,\ 2\frac{1}{2}\right)&quot;&gt;&lt;mrow data-mjx-texclass=&quot;INNER&quot;&gt;&lt;mo data-mjx-texclass=&quot;OPEN&quot;&gt;(&lt;/mo&gt;&lt;mn&gt;2&lt;/mn&gt;&lt;mo&gt;,&lt;/mo&gt;&lt;mtext&gt;&lt;/mtext&gt;&lt;mn&gt;2&lt;/mn&gt;&lt;mfrac&gt;&lt;mn&gt;1&lt;/mn&gt;&lt;mn&gt;2&lt;/mn&gt;&lt;/mfrac&gt;&lt;mo data-mjx-texclass=&quot;CLOSE&quot;&gt;)&lt;/mo&gt;&lt;/mrow&gt;&lt;/math&gt;" title="open paren 2 comma 2 and one half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1511673"/>
            <a:ext cx="765420" cy="513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0381" y="1472277"/>
            <a:ext cx="765419" cy="882744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472725" y="3060050"/>
            <a:ext cx="661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coordinate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demonstrate that they are wrong and write a sentence advising what they might do better.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p21" descr="&lt;math xmlns=&quot;http://www.w3.org/1998/Math/MathML&quot; display=&quot;block&quot; data-is-equatio=&quot;1&quot; data-latex=&quot;2+\frac{-9}{4}\ne0&quot;&gt;&lt;mn&gt;2&lt;/mn&gt;&lt;mo&gt;+&lt;/mo&gt;&lt;mfrac&gt;&lt;mrow&gt;&lt;mo&gt;−&lt;/mo&gt;&lt;mn&gt;9&lt;/mn&gt;&lt;/mrow&gt;&lt;mn&gt;4&lt;/mn&gt;&lt;/mfrac&gt;&lt;mo&gt;≠&lt;/mo&gt;&lt;mn&gt;0&lt;/mn&gt;&lt;/math&gt;" title="2 plus negative 9 over 4 is not equal to 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2604" y="3485973"/>
            <a:ext cx="977475" cy="41328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1642744" y="3590189"/>
            <a:ext cx="43569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(−9, 0)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can not be a coordinate on the line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8" name="Google Shape;218;p21" descr="&lt;math xmlns=&quot;http://www.w3.org/1998/Math/MathML&quot; display=&quot;block&quot; data-is-equatio=&quot;1&quot; data-latex=&quot;y=2+\frac{x}{4}&quot;&gt;&lt;mi&gt;y&lt;/mi&gt;&lt;mo&gt;=&lt;/mo&gt;&lt;mn&gt;2&lt;/mn&gt;&lt;mo&gt;+&lt;/mo&gt;&lt;mfrac&gt;&lt;mi&gt;x&lt;/mi&gt;&lt;mn&gt;4&lt;/mn&gt;&lt;/mfrac&gt;&lt;/math&gt;" title="y equals 2 plus x over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1025" y="3477679"/>
            <a:ext cx="1026338" cy="45402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468234" y="4049319"/>
            <a:ext cx="59811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might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“Start with two more distant coordinates to increase accuracy”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20" name="Google Shape;220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4" name="Shape 224"/>
        <p:cNvGrpSpPr/>
        <p:nvPr/>
      </p:nvGrpSpPr>
      <p:grpSpPr>
        <a:xfrm>
          <a:off x="0" y="0"/>
          <a:ext cx="0" cy="0"/>
        </a:xfrm>
      </p:grpSpPr>
      <p:sp>
        <p:nvSpPr>
          <p:cNvPr id="225" name="Google Shape;22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26" name="Google Shape;226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Efficiently drawing linear graphs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618" y="4206728"/>
            <a:ext cx="1492637" cy="270693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0" name="Google Shape;2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9362" y="4194525"/>
            <a:ext cx="1492636" cy="271914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791" y="4206728"/>
            <a:ext cx="1492637" cy="270693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9363" y="4211191"/>
            <a:ext cx="1492646" cy="269501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3" name="Google Shape;233;p22"/>
          <p:cNvSpPr txBox="1"/>
          <p:nvPr/>
        </p:nvSpPr>
        <p:spPr>
          <a:xfrm>
            <a:off x="469312" y="4291479"/>
            <a:ext cx="15078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84592" y="4665679"/>
            <a:ext cx="1200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72663" y="5629415"/>
            <a:ext cx="1200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77417" y="5046472"/>
            <a:ext cx="66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467999" y="5976094"/>
            <a:ext cx="66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952357" y="4291479"/>
            <a:ext cx="15078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− 9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3967637" y="4665679"/>
            <a:ext cx="1200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3955708" y="5629415"/>
            <a:ext cx="1200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3960462" y="5046472"/>
            <a:ext cx="66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3951044" y="5976094"/>
            <a:ext cx="667500" cy="2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(−3,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3" name="Google Shape;24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2574" y="4211553"/>
            <a:ext cx="1507819" cy="269501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4" name="Google Shape;24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96682" y="4205492"/>
            <a:ext cx="1492637" cy="269692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5" name="Google Shape;245;p22"/>
          <p:cNvSpPr txBox="1"/>
          <p:nvPr/>
        </p:nvSpPr>
        <p:spPr>
          <a:xfrm>
            <a:off x="455549" y="1058675"/>
            <a:ext cx="66192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coordinates for 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thus draw the linear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54249" y="729271"/>
            <a:ext cx="66192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Efficiency in plotting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455556" y="1376354"/>
            <a:ext cx="1502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8" name="Google Shape;248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14632" y="1375483"/>
            <a:ext cx="1703303" cy="260421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9" name="Google Shape;249;p22"/>
          <p:cNvSpPr txBox="1"/>
          <p:nvPr/>
        </p:nvSpPr>
        <p:spPr>
          <a:xfrm>
            <a:off x="470780" y="1749161"/>
            <a:ext cx="11961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58895" y="2709309"/>
            <a:ext cx="11961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463631" y="2128536"/>
            <a:ext cx="665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454248" y="3054698"/>
            <a:ext cx="665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" name="Google Shape;25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69831" y="1375483"/>
            <a:ext cx="1703303" cy="260421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4" name="Google Shape;254;p22"/>
          <p:cNvSpPr txBox="1"/>
          <p:nvPr/>
        </p:nvSpPr>
        <p:spPr>
          <a:xfrm>
            <a:off x="3925640" y="1376354"/>
            <a:ext cx="15021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3940863" y="1749161"/>
            <a:ext cx="11961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3928979" y="2709309"/>
            <a:ext cx="11961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When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3933715" y="2128536"/>
            <a:ext cx="665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3924332" y="3054698"/>
            <a:ext cx="6651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9" name="Google Shape;259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70143" y="1381873"/>
            <a:ext cx="1703305" cy="258898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0" name="Google Shape;260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05149" y="1368157"/>
            <a:ext cx="1703305" cy="261888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1" name="Google Shape;261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12790" y="1378886"/>
            <a:ext cx="1703305" cy="2596983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2" name="Google Shape;262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366209" y="1374162"/>
            <a:ext cx="1703305" cy="260169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3" name="Google Shape;263;p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194112" y="7218495"/>
            <a:ext cx="1901776" cy="265731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4" name="Google Shape;264;p2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188313" y="7224142"/>
            <a:ext cx="1901778" cy="264921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5" name="Google Shape;265;p2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192366" y="7232733"/>
            <a:ext cx="1901782" cy="264306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6" name="Google Shape;266;p22"/>
          <p:cNvSpPr txBox="1"/>
          <p:nvPr/>
        </p:nvSpPr>
        <p:spPr>
          <a:xfrm>
            <a:off x="461125" y="6976100"/>
            <a:ext cx="6619200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graph find two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-values that will give you integer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-values and draw the linear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461125" y="7456605"/>
            <a:ext cx="15246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0.8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469320" y="7794033"/>
            <a:ext cx="6750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(0, 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464559" y="8134797"/>
            <a:ext cx="46731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Then because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0.8, 1.6, 2.4, 3.2, 4, …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know you’ll hit another integer 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2045822" y="7794033"/>
            <a:ext cx="8637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(−5, 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3748446" y="7794033"/>
            <a:ext cx="8637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(5, 1)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461125" y="8621231"/>
            <a:ext cx="1810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3.25 − 1.25</a:t>
            </a:r>
            <a:r>
              <a:rPr lang="en-GB" sz="1200" i="1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469320" y="8958660"/>
            <a:ext cx="6750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64559" y="9299424"/>
            <a:ext cx="46731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Then because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1.25, 2.5, 3.75, 5, …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know you’ll hit another integer for every change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in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2045822" y="8958660"/>
            <a:ext cx="8637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 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3748446" y="8958660"/>
            <a:ext cx="863700" cy="2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(−3, 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7" name="Google Shape;277;p2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87534" y="7235889"/>
            <a:ext cx="1901777" cy="263038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8" name="Google Shape;278;p2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197099" y="7232316"/>
            <a:ext cx="1901776" cy="262803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62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Efficiently drawing linear graphs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2024-03-05T14:32:14.844</cp:lastPrinted>
  <dcterms:created xsi:type="dcterms:W3CDTF">2024-03-05T14:32:14Z</dcterms:created>
  <dcterms:modified xsi:type="dcterms:W3CDTF">2024-03-05T14:32:15Z</dcterms:modified>
</cp:coreProperties>
</file>