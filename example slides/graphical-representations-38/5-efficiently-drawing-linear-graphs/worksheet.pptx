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1" name="Shape 181"/>
        <p:cNvGrpSpPr/>
        <p:nvPr/>
      </p:nvGrpSpPr>
      <p:grpSpPr>
        <a:xfrm>
          <a:off x="0" y="0"/>
          <a:ext cx="0" cy="0"/>
        </a:xfrm>
      </p:grpSpPr>
      <p:sp>
        <p:nvSpPr>
          <p:cNvPr id="182" name="Google Shape;182;g2bdf5597eb1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bdf5597eb1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7" name="Shape 197"/>
        <p:cNvGrpSpPr/>
        <p:nvPr/>
      </p:nvGrpSpPr>
      <p:grpSpPr>
        <a:xfrm>
          <a:off x="0" y="0"/>
          <a:ext cx="0" cy="0"/>
        </a:xfrm>
      </p:grpSpPr>
      <p:sp>
        <p:nvSpPr>
          <p:cNvPr id="198" name="Google Shape;198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5" Type="http://schemas.openxmlformats.org/officeDocument/2006/relationships/image" Target="../media/image13.png" /><Relationship Id="rId6" Type="http://schemas.openxmlformats.org/officeDocument/2006/relationships/image" Target="../media/image14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5.png" /><Relationship Id="rId4" Type="http://schemas.openxmlformats.org/officeDocument/2006/relationships/image" Target="../media/image16.png" /><Relationship Id="rId5" Type="http://schemas.openxmlformats.org/officeDocument/2006/relationships/image" Target="../media/image1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Efficiently drawing linear graphs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pic>
        <p:nvPicPr>
          <p:cNvPr id="161" name="Google Shape;16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6807" y="2422876"/>
            <a:ext cx="1395192" cy="284239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2" name="Google Shape;16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6349" y="2461389"/>
            <a:ext cx="2121443" cy="280006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3" name="Google Shape;163;p20"/>
          <p:cNvSpPr txBox="1"/>
          <p:nvPr/>
        </p:nvSpPr>
        <p:spPr>
          <a:xfrm>
            <a:off x="468000" y="1710200"/>
            <a:ext cx="5840400" cy="6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In each case fill in the missing coordinate and draw the respective linear graph.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380200"/>
            <a:ext cx="66522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Plotting linear graphs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2476421"/>
            <a:ext cx="13146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194239" y="2475151"/>
            <a:ext cx="14559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5 − 3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70414" y="2954286"/>
            <a:ext cx="8838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</a:t>
            </a:r>
            <a:r>
              <a:rPr lang="en-GB" sz="1200" u="sng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70414" y="3623295"/>
            <a:ext cx="8838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(4, </a:t>
            </a:r>
            <a:r>
              <a:rPr lang="en-GB" sz="1200" u="sng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196654" y="2954286"/>
            <a:ext cx="8838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</a:t>
            </a:r>
            <a:r>
              <a:rPr lang="en-GB" sz="1200" u="sng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196654" y="3623295"/>
            <a:ext cx="8838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</a:t>
            </a:r>
            <a:r>
              <a:rPr lang="en-GB" sz="1200" u="sng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" name="Google Shape;17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07824" y="5523674"/>
            <a:ext cx="1470676" cy="268413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30010" y="5573806"/>
            <a:ext cx="1723948" cy="263484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3" name="Google Shape;173;p20"/>
          <p:cNvSpPr txBox="1"/>
          <p:nvPr/>
        </p:nvSpPr>
        <p:spPr>
          <a:xfrm>
            <a:off x="468000" y="5584266"/>
            <a:ext cx="12342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3966582" y="5583073"/>
            <a:ext cx="13671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0267" y="6284179"/>
            <a:ext cx="9501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(−1, </a:t>
            </a:r>
            <a:r>
              <a:rPr lang="en-GB" sz="12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-</a:t>
            </a:r>
            <a:r>
              <a:rPr lang="en-GB" sz="1200" u="sng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70267" y="6912323"/>
            <a:ext cx="8298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</a:t>
            </a:r>
            <a:r>
              <a:rPr lang="en-GB" sz="1200" u="sng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3968838" y="6284179"/>
            <a:ext cx="9015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(−1, </a:t>
            </a:r>
            <a:r>
              <a:rPr lang="en-GB" sz="1200" u="sng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968849" y="6912323"/>
            <a:ext cx="8298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</a:t>
            </a:r>
            <a:r>
              <a:rPr lang="en-GB" sz="1200" u="sng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12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9" name="Google Shape;179;p20" descr="&lt;math xmlns=&quot;http://www.w3.org/1998/Math/MathML&quot; display=&quot;block&quot; data-is-equatio=&quot;1&quot; data-latex=&quot;y=\frac{3x-1}{2}&quot;&gt;&lt;mi&gt;y&lt;/mi&gt;&lt;mo&gt;=&lt;/mo&gt;&lt;mfrac&gt;&lt;mrow&gt;&lt;mn&gt;3&lt;/mn&gt;&lt;mi&gt;x&lt;/mi&gt;&lt;mo&gt;−&lt;/mo&gt;&lt;mn&gt;1&lt;/mn&gt;&lt;/mrow&gt;&lt;mn&gt;2&lt;/mn&gt;&lt;/mfrac&gt;&lt;/math&gt;" title="y equals the fraction with numerator 3 x minus 1 and denominator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0022" y="5557894"/>
            <a:ext cx="1118256" cy="497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&lt;math xmlns=&quot;http://www.w3.org/1998/Math/MathML&quot; display=&quot;block&quot; data-is-equatio=&quot;1&quot; data-latex=&quot;y=\frac{5}{2}x-\frac{3}{2}&quot;&gt;&lt;mi&gt;y&lt;/mi&gt;&lt;mo&gt;=&lt;/mo&gt;&lt;mfrac&gt;&lt;mn&gt;5&lt;/mn&gt;&lt;mn&gt;2&lt;/mn&gt;&lt;/mfrac&gt;&lt;mi&gt;x&lt;/mi&gt;&lt;mo&gt;−&lt;/mo&gt;&lt;mfrac&gt;&lt;mn&gt;3&lt;/mn&gt;&lt;mn&gt;2&lt;/mn&gt;&lt;/mfrac&gt;&lt;/math&gt;" title="y equals five halves x minus three halve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41593" y="5554659"/>
            <a:ext cx="1204272" cy="497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4" name="Shape 184"/>
        <p:cNvGrpSpPr/>
        <p:nvPr/>
      </p:nvGrpSpPr>
      <p:grpSpPr>
        <a:xfrm>
          <a:off x="0" y="0"/>
          <a:ext cx="0" cy="0"/>
        </a:xfrm>
      </p:grpSpPr>
      <p:sp>
        <p:nvSpPr>
          <p:cNvPr id="185" name="Google Shape;185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Efficiently drawing linear graphs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472727" y="740525"/>
            <a:ext cx="66192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Alex plots the linear graph of                           using these two coordinates.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483891" y="1051865"/>
            <a:ext cx="639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8" name="Google Shape;18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8806" y="1342167"/>
            <a:ext cx="4068306" cy="143822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9" name="Google Shape;189;p21"/>
          <p:cNvSpPr txBox="1"/>
          <p:nvPr/>
        </p:nvSpPr>
        <p:spPr>
          <a:xfrm>
            <a:off x="1485032" y="2029000"/>
            <a:ext cx="544500" cy="22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(−9, 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1668860" y="2236311"/>
            <a:ext cx="156900" cy="18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 b="1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900" b="1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" name="Google Shape;191;p21"/>
          <p:cNvCxnSpPr/>
          <p:nvPr/>
        </p:nvCxnSpPr>
        <p:spPr>
          <a:xfrm flipH="1">
            <a:off x="1471113" y="1525251"/>
            <a:ext cx="4092300" cy="866100"/>
          </a:xfrm>
          <a:prstGeom prst="straightConnector1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2" name="Google Shape;192;p21" descr="&lt;math xmlns=&quot;http://www.w3.org/1998/Math/MathML&quot; display=&quot;block&quot; data-is-equatio=&quot;1&quot; data-latex=&quot;y=2+\frac{x}{4}&quot;&gt;&lt;mi&gt;y&lt;/mi&gt;&lt;mo&gt;=&lt;/mo&gt;&lt;mn&gt;2&lt;/mn&gt;&lt;mo&gt;+&lt;/mo&gt;&lt;mfrac&gt;&lt;mi&gt;x&lt;/mi&gt;&lt;mn&gt;4&lt;/mn&gt;&lt;/mfrac&gt;&lt;/math&gt;" title="y equals 2 plus x over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8928" y="627648"/>
            <a:ext cx="977485" cy="432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 descr="&lt;math xmlns=&quot;http://www.w3.org/1998/Math/MathML&quot; display=&quot;block&quot; data-is-equatio=&quot;1&quot; data-latex=&quot;\left(2,\ 2\frac{1}{2}\right)&quot;&gt;&lt;mrow data-mjx-texclass=&quot;INNER&quot;&gt;&lt;mo data-mjx-texclass=&quot;OPEN&quot;&gt;(&lt;/mo&gt;&lt;mn&gt;2&lt;/mn&gt;&lt;mo&gt;,&lt;/mo&gt;&lt;mtext&gt;&lt;/mtext&gt;&lt;mn&gt;2&lt;/mn&gt;&lt;mfrac&gt;&lt;mn&gt;1&lt;/mn&gt;&lt;mn&gt;2&lt;/mn&gt;&lt;/mfrac&gt;&lt;mo data-mjx-texclass=&quot;CLOSE&quot;&gt;)&lt;/mo&gt;&lt;/mrow&gt;&lt;/math&gt;" title="open paren 2 comma 2 and one half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000" y="1511673"/>
            <a:ext cx="765420" cy="513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0381" y="1472277"/>
            <a:ext cx="765419" cy="882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472725" y="3060050"/>
            <a:ext cx="6619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coordinate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(−9, 0)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demonstrate that they are wrong and write a sentence advising what they might do better.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6" name="Google Shape;196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0" name="Shape 200"/>
        <p:cNvGrpSpPr/>
        <p:nvPr/>
      </p:nvGrpSpPr>
      <p:grpSpPr>
        <a:xfrm>
          <a:off x="0" y="0"/>
          <a:ext cx="0" cy="0"/>
        </a:xfrm>
      </p:grpSpPr>
      <p:sp>
        <p:nvSpPr>
          <p:cNvPr id="201" name="Google Shape;201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02" name="Google Shape;202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Efficiently drawing linear graphs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pic>
        <p:nvPicPr>
          <p:cNvPr id="205" name="Google Shape;20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0618" y="4206728"/>
            <a:ext cx="1492637" cy="270693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6" name="Google Shape;20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5791" y="4206728"/>
            <a:ext cx="1492637" cy="270693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7" name="Google Shape;207;p22"/>
          <p:cNvSpPr txBox="1"/>
          <p:nvPr/>
        </p:nvSpPr>
        <p:spPr>
          <a:xfrm>
            <a:off x="469312" y="4291479"/>
            <a:ext cx="1507800" cy="3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484592" y="4665679"/>
            <a:ext cx="12006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472663" y="5629415"/>
            <a:ext cx="12006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477417" y="5046472"/>
            <a:ext cx="6675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467999" y="5976094"/>
            <a:ext cx="6675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3952357" y="4291479"/>
            <a:ext cx="1507800" cy="3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− 9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3967637" y="4665679"/>
            <a:ext cx="12006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3955708" y="5629415"/>
            <a:ext cx="12006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3960462" y="5046472"/>
            <a:ext cx="6675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3951044" y="5976094"/>
            <a:ext cx="6675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(−3, 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455549" y="1058675"/>
            <a:ext cx="6619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coordinates for when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when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thus draw the linear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454249" y="729271"/>
            <a:ext cx="6619200" cy="3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Efficiency in plotting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455556" y="1376354"/>
            <a:ext cx="1502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0" name="Google Shape;22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4632" y="1375483"/>
            <a:ext cx="1703303" cy="260421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1" name="Google Shape;221;p22"/>
          <p:cNvSpPr txBox="1"/>
          <p:nvPr/>
        </p:nvSpPr>
        <p:spPr>
          <a:xfrm>
            <a:off x="470780" y="1749161"/>
            <a:ext cx="1196100" cy="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458895" y="2709309"/>
            <a:ext cx="1196100" cy="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463631" y="2128536"/>
            <a:ext cx="6651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454248" y="3054698"/>
            <a:ext cx="6651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(2, 0)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5" name="Google Shape;22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9831" y="1375483"/>
            <a:ext cx="1703303" cy="260421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6" name="Google Shape;226;p22"/>
          <p:cNvSpPr txBox="1"/>
          <p:nvPr/>
        </p:nvSpPr>
        <p:spPr>
          <a:xfrm>
            <a:off x="3925640" y="1376354"/>
            <a:ext cx="1502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3940863" y="1749161"/>
            <a:ext cx="1196100" cy="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3928979" y="2709309"/>
            <a:ext cx="1196100" cy="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3933715" y="2128536"/>
            <a:ext cx="6651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−3)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3924332" y="3054698"/>
            <a:ext cx="6651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(2, 0)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1" name="Google Shape;23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4112" y="7218495"/>
            <a:ext cx="1901776" cy="265731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32" name="Google Shape;232;p22"/>
          <p:cNvSpPr txBox="1"/>
          <p:nvPr/>
        </p:nvSpPr>
        <p:spPr>
          <a:xfrm>
            <a:off x="461125" y="6976100"/>
            <a:ext cx="6619200" cy="6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For each graph find two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-values that will give you integer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-values and draw the linear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461125" y="7456605"/>
            <a:ext cx="15246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0.8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461125" y="8621231"/>
            <a:ext cx="18105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3.25 − 1.25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4139158" y="2081455"/>
            <a:ext cx="172500" cy="2763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3866660" y="2979704"/>
            <a:ext cx="172500" cy="2763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684389" y="2076828"/>
            <a:ext cx="172500" cy="2763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398318" y="3007451"/>
            <a:ext cx="172500" cy="2763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4139140" y="4978902"/>
            <a:ext cx="172500" cy="2763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710140" y="4983457"/>
            <a:ext cx="172500" cy="2763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3967618" y="5887730"/>
            <a:ext cx="172500" cy="2763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405340" y="5974057"/>
            <a:ext cx="172500" cy="2763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51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Efficiently drawing linear graphs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2024-03-05T14:29:14.281</cp:lastPrinted>
  <dcterms:created xsi:type="dcterms:W3CDTF">2024-03-05T14:29:14Z</dcterms:created>
  <dcterms:modified xsi:type="dcterms:W3CDTF">2024-03-05T14:29:25Z</dcterms:modified>
</cp:coreProperties>
</file>