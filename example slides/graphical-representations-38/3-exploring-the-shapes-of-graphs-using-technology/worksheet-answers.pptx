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shapes of graphs using technology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780400"/>
            <a:ext cx="3941100" cy="15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Create a table of values to plot the linear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11 − 5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-values in the range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 ≤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steps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443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Reviewing plotting graphs of equations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206" y="1780400"/>
            <a:ext cx="1590575" cy="373530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5620775"/>
            <a:ext cx="1696200" cy="11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Without using a table plot the linear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7068575"/>
            <a:ext cx="16962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Without using a table plot the linear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8592575"/>
            <a:ext cx="16398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do you notice about the shape of the two graphs?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2267575" y="5620776"/>
            <a:ext cx="4824428" cy="3123625"/>
            <a:chOff x="3984600" y="803326"/>
            <a:chExt cx="4824428" cy="3123625"/>
          </a:xfrm>
        </p:grpSpPr>
        <p:pic>
          <p:nvPicPr>
            <p:cNvPr id="181" name="Google Shape;18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84600" y="803326"/>
              <a:ext cx="4824428" cy="3123625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82" name="Google Shape;182;p20"/>
            <p:cNvSpPr/>
            <p:nvPr/>
          </p:nvSpPr>
          <p:spPr>
            <a:xfrm>
              <a:off x="3989725" y="1691025"/>
              <a:ext cx="1663200" cy="738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" name="Google Shape;183;p20"/>
          <p:cNvSpPr txBox="1"/>
          <p:nvPr/>
        </p:nvSpPr>
        <p:spPr>
          <a:xfrm>
            <a:off x="2047125" y="9005550"/>
            <a:ext cx="5044800" cy="7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are linear graphs. Both have a gradient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making them parallel.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10" y="7802275"/>
            <a:ext cx="18309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</a:t>
            </a: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1200" i="1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936813" y="8136445"/>
            <a:ext cx="11103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Exploring the shapes of graphs using technology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486985" y="3118659"/>
            <a:ext cx="6605100" cy="771000"/>
          </a:xfrm>
          <a:prstGeom prst="rect">
            <a:avLst/>
          </a:prstGeom>
          <a:solidFill>
            <a:srgbClr val="F0F0F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1040700"/>
            <a:ext cx="66240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Categorise these equations into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quadratic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linear, and ‘other’.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7200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Plotting quadratic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86985" y="1359697"/>
            <a:ext cx="6605100" cy="771000"/>
          </a:xfrm>
          <a:prstGeom prst="rect">
            <a:avLst/>
          </a:prstGeom>
          <a:solidFill>
            <a:srgbClr val="F0F0F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86985" y="2237183"/>
            <a:ext cx="6605100" cy="771000"/>
          </a:xfrm>
          <a:prstGeom prst="rect">
            <a:avLst/>
          </a:prstGeom>
          <a:solidFill>
            <a:srgbClr val="F0F0F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12835" y="1373672"/>
            <a:ext cx="8757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Quadratic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21807" y="2264821"/>
            <a:ext cx="5787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Linear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03865" y="3138027"/>
            <a:ext cx="5787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‘Other’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1529662" y="2243583"/>
            <a:ext cx="123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529662" y="1375959"/>
            <a:ext cx="123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1542022" y="3136924"/>
            <a:ext cx="123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3347842" y="1370369"/>
            <a:ext cx="16236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090858" y="1370369"/>
            <a:ext cx="138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1524084" y="1708886"/>
            <a:ext cx="16236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344453" y="2243583"/>
            <a:ext cx="123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 + 2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353424" y="1708894"/>
            <a:ext cx="123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425194" y="3134731"/>
            <a:ext cx="123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101029" y="2249157"/>
            <a:ext cx="138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085276" y="1708886"/>
            <a:ext cx="138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088673" y="3134723"/>
            <a:ext cx="13824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69065" y="4898945"/>
            <a:ext cx="2942400" cy="2648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4220600"/>
            <a:ext cx="66240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technology to plot the graphs of these quadratic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They all form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parabolas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Spot the odd one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58327" y="5032294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609230" y="5032294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2080900" y="5032294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248592" y="5032294"/>
            <a:ext cx="1271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2092362" y="5406820"/>
            <a:ext cx="11694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a) and b) Addition is commutative, hence the same graph.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19" y="5346912"/>
            <a:ext cx="1336792" cy="213197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5760" y="5341842"/>
            <a:ext cx="1336789" cy="213916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3" name="Google Shape;2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2474" y="5354573"/>
            <a:ext cx="1336789" cy="212058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4" name="Google Shape;224;p21"/>
          <p:cNvSpPr txBox="1"/>
          <p:nvPr/>
        </p:nvSpPr>
        <p:spPr>
          <a:xfrm>
            <a:off x="468000" y="7864800"/>
            <a:ext cx="37524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“c) is the odd one out because it is the only one with a negative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-intercept”.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111027" y="6573761"/>
            <a:ext cx="3321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1"/>
          <p:cNvCxnSpPr>
            <a:stCxn id="224" idx="0"/>
          </p:cNvCxnSpPr>
          <p:nvPr/>
        </p:nvCxnSpPr>
        <p:spPr>
          <a:xfrm rot="10800000" flipH="1">
            <a:off x="2344200" y="6779100"/>
            <a:ext cx="1912200" cy="1085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7" name="Google Shape;227;p21"/>
          <p:cNvSpPr txBox="1"/>
          <p:nvPr/>
        </p:nvSpPr>
        <p:spPr>
          <a:xfrm>
            <a:off x="5262475" y="7560000"/>
            <a:ext cx="1829400" cy="20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“d) is the one out. It is upside down”.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Whilst it is very different it is still a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parabola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 It looks upside down but we would tend to say it “Opens downwards” or is ‘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⋂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-shaped’. Importantly, we still have a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quadratic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equation and a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parabola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Exploring the shapes of graphs using technology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2024-03-05T14:28:29.207</cp:lastPrinted>
  <dcterms:created xsi:type="dcterms:W3CDTF">2024-03-05T14:28:29Z</dcterms:created>
  <dcterms:modified xsi:type="dcterms:W3CDTF">2024-03-05T14:31:10Z</dcterms:modified>
</cp:coreProperties>
</file>