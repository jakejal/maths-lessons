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" name="Shape 169"/>
        <p:cNvGrpSpPr/>
        <p:nvPr/>
      </p:nvGrpSpPr>
      <p:grpSpPr>
        <a:xfrm>
          <a:off x="0" y="0"/>
          <a:ext cx="0" cy="0"/>
        </a:xfrm>
      </p:grpSpPr>
      <p:sp>
        <p:nvSpPr>
          <p:cNvPr id="170" name="Google Shape;17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780400"/>
            <a:ext cx="66240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Create a table of values to plot the linear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11 − 5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 ≤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steps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3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Reviewing plotting graphs of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5620775"/>
            <a:ext cx="4291200" cy="11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Without using a table plot the linear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7068575"/>
            <a:ext cx="42912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Without using a table plot the linear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8592575"/>
            <a:ext cx="62025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do you notice about the shape of the two graphs?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10" y="7802275"/>
            <a:ext cx="18309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36813" y="8136445"/>
            <a:ext cx="11103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" name="Shape 172"/>
        <p:cNvGrpSpPr/>
        <p:nvPr/>
      </p:nvGrpSpPr>
      <p:grpSpPr>
        <a:xfrm>
          <a:off x="0" y="0"/>
          <a:ext cx="0" cy="0"/>
        </a:xfrm>
      </p:grpSpPr>
      <p:sp>
        <p:nvSpPr>
          <p:cNvPr id="173" name="Google Shape;17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4" name="Google Shape;17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1040700"/>
            <a:ext cx="6624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Categorise these equations into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quadratic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linear, and ‘other’.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Plotting quadratic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4220600"/>
            <a:ext cx="6624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technology to plot the graphs of these quadratic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They all form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parabolas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Spot the odd one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558327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3609230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2080900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248592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86626" y="1325148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2909789" y="1325148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232407" y="1325148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86626" y="1876596"/>
            <a:ext cx="16743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2909785" y="1876596"/>
            <a:ext cx="1425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232411" y="1876596"/>
            <a:ext cx="16743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86626" y="2428060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+ 2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909789" y="2428060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232407" y="2428060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86626" y="2979507"/>
            <a:ext cx="1425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909785" y="2979507"/>
            <a:ext cx="1425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232411" y="2979507"/>
            <a:ext cx="1425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6825" y="3380449"/>
            <a:ext cx="66240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Use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Desmos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check if you’re unsure. If the graph forms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parabola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quadratic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Exploring the shapes of graphs using technology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2024-03-05T14:30:57.417</cp:lastPrinted>
  <dcterms:created xsi:type="dcterms:W3CDTF">2024-03-05T14:30:57Z</dcterms:created>
  <dcterms:modified xsi:type="dcterms:W3CDTF">2024-03-05T14:31:28Z</dcterms:modified>
</cp:coreProperties>
</file>