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bdf8c0e6e4_0_7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df8c0e6e4_0_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1" name="Shape 211"/>
        <p:cNvGrpSpPr/>
        <p:nvPr/>
      </p:nvGrpSpPr>
      <p:grpSpPr>
        <a:xfrm>
          <a:off x="0" y="0"/>
          <a:ext cx="0" cy="0"/>
        </a:xfrm>
      </p:grpSpPr>
      <p:sp>
        <p:nvSpPr>
          <p:cNvPr id="212" name="Google Shape;21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6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968825"/>
            <a:ext cx="662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Categorise these sequences into arithmetic and geometric.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33925"/>
            <a:ext cx="66240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Arithmetic and geometric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5448423"/>
            <a:ext cx="662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blanked out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terms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9287" y="5892462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The arithmetic sequence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−9,  9,  27,  45,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9287" y="6542200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The geometric sequence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 9,  27,  81,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9287" y="7290221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The arithmetic sequence 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 4,  1,  −2,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9287" y="8025494"/>
            <a:ext cx="4769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The geometric sequence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16,  4,  1,     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9" name="Google Shape;169;p20" descr="&lt;math xmlns=&quot;http://www.w3.org/1998/Math/MathML&quot; display=&quot;block&quot; data-is-equatio=&quot;1&quot; data-latex=&quot;\frac{1}{4}&quot;&gt;&lt;mfrac&gt;&lt;mn&gt;1&lt;/mn&gt;&lt;mn&gt;4&lt;/mn&gt;&lt;/mfrac&gt;&lt;/math&gt;" title="one four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973" y="7983857"/>
            <a:ext cx="113962" cy="363087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/>
          <p:nvPr/>
        </p:nvSpPr>
        <p:spPr>
          <a:xfrm>
            <a:off x="2589605" y="5900505"/>
            <a:ext cx="222600" cy="2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3264915" y="5900505"/>
            <a:ext cx="222600" cy="202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2568330" y="6517495"/>
            <a:ext cx="203700" cy="26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3256717" y="6517504"/>
            <a:ext cx="286800" cy="26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2552179" y="7260819"/>
            <a:ext cx="203700" cy="26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3214987" y="7260828"/>
            <a:ext cx="286800" cy="26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553381" y="7952168"/>
            <a:ext cx="244200" cy="36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171102" y="7979443"/>
            <a:ext cx="203700" cy="36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56150" y="2235849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−4, −2, 0, 2,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667481" y="2235849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 4, 8, 16,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56150" y="2937790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−4, 4, 12, 20,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3667481" y="2937790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36, 108,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56150" y="3639732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36, 24, 12, 0,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667481" y="3639732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108, 36, 12, 4,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56150" y="4341673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4, −8,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667481" y="4341673"/>
            <a:ext cx="2129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−2, −5, −8,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non-linear sequences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1003498"/>
            <a:ext cx="66240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Identify which of these sequences have a common second difference, and which have a common third difference.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720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Other types of sequences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565170" y="1616232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 2,   5,  11,  21,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473761" y="3235517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100, 95, 86, 65, 24,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473761" y="1616232"/>
            <a:ext cx="27942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2,  12,  31,  59,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462198" y="5186520"/>
            <a:ext cx="6629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Given that these sequences have a common second difference find the missing terms.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562080" y="5503756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14, 23, 39, 62,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7964" y="7044655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 20,  36,  48,  56,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7964" y="5503756"/>
            <a:ext cx="27966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5,  11,  19,  29,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3552817" y="7096037"/>
            <a:ext cx="328200" cy="1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21" descr="&lt;math xmlns=&quot;http://www.w3.org/1998/Math/MathML&quot; display=&quot;block&quot; data-is-equatio=&quot;1&quot; data-latex=&quot;\frac{1}{4},\frac{1}{2},\frac{5}{4},\frac{5}{2},\frac{17}{4},...&quot;&gt;&lt;mfrac&gt;&lt;mn&gt;1&lt;/mn&gt;&lt;mn&gt;4&lt;/mn&gt;&lt;/mfrac&gt;&lt;mo&gt;,&lt;/mo&gt;&lt;mfrac&gt;&lt;mn&gt;1&lt;/mn&gt;&lt;mn&gt;2&lt;/mn&gt;&lt;/mfrac&gt;&lt;mo&gt;,&lt;/mo&gt;&lt;mfrac&gt;&lt;mn&gt;5&lt;/mn&gt;&lt;mn&gt;4&lt;/mn&gt;&lt;/mfrac&gt;&lt;mo&gt;,&lt;/mo&gt;&lt;mfrac&gt;&lt;mn&gt;5&lt;/mn&gt;&lt;mn&gt;2&lt;/mn&gt;&lt;/mfrac&gt;&lt;mo&gt;,&lt;/mo&gt;&lt;mfrac&gt;&lt;mn&gt;17&lt;/mn&gt;&lt;mn&gt;4&lt;/mn&gt;&lt;/mfrac&gt;&lt;mo&gt;,&lt;/mo&gt;&lt;mo&gt;.&lt;/mo&gt;&lt;mo&gt;.&lt;/mo&gt;&lt;mo&gt;.&lt;/mo&gt;&lt;/math&gt;" title="one fourth comma one half comma five fourths comma five halves comma seventeen four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695" y="6969294"/>
            <a:ext cx="1879071" cy="38123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1314451" y="5527400"/>
            <a:ext cx="2328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1599502" y="5527400"/>
            <a:ext cx="2328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747374" y="5460277"/>
            <a:ext cx="1917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4015523" y="5460276"/>
            <a:ext cx="1980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1658583" y="7012668"/>
            <a:ext cx="2778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69897" y="7040400"/>
            <a:ext cx="191400" cy="2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4875902" y="6960202"/>
            <a:ext cx="198000" cy="381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236951" y="6960202"/>
            <a:ext cx="232800" cy="381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3555915" y="3241282"/>
            <a:ext cx="31863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−68, −66, −54, −32,  0,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4" name="Shape 214"/>
        <p:cNvGrpSpPr/>
        <p:nvPr/>
      </p:nvGrpSpPr>
      <p:grpSpPr>
        <a:xfrm>
          <a:off x="0" y="0"/>
          <a:ext cx="0" cy="0"/>
        </a:xfrm>
      </p:grpSpPr>
      <p:sp>
        <p:nvSpPr>
          <p:cNvPr id="215" name="Google Shape;215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216" name="Google Shape;216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non-linear sequences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68000" y="720000"/>
            <a:ext cx="45324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is examining these three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482735" y="1940870"/>
            <a:ext cx="27423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20, 30, 42, 56,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73663" y="2861063"/>
            <a:ext cx="30375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56,  70,  82,  92,  100,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473663" y="1140947"/>
            <a:ext cx="30375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12,  20,  28,  36,  44, …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473" y="1937145"/>
            <a:ext cx="769526" cy="94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/>
          <p:cNvPicPr preferRelativeResize="0"/>
          <p:nvPr/>
        </p:nvPicPr>
        <p:blipFill>
          <a:blip r:embed="rId4">
            <a:alphaModFix/>
          </a:blip>
          <a:srcRect r="57905" b="43690"/>
          <a:stretch>
            <a:fillRect/>
          </a:stretch>
        </p:blipFill>
        <p:spPr>
          <a:xfrm>
            <a:off x="4088525" y="1059041"/>
            <a:ext cx="2453176" cy="109855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 flipH="1">
            <a:off x="4199724" y="1133292"/>
            <a:ext cx="2187600" cy="7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see three increasing sequences whereby the terms will always go up.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468000" y="3426100"/>
            <a:ext cx="66240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Jacob’s statement is not entirely true. Explore the sequences and see if you can find the contradiction.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39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non-linear sequences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2024-03-05T14:27:31.746</cp:lastPrinted>
  <dcterms:created xsi:type="dcterms:W3CDTF">2024-03-05T14:27:31Z</dcterms:created>
  <dcterms:modified xsi:type="dcterms:W3CDTF">2024-03-05T14:27:42Z</dcterms:modified>
</cp:coreProperties>
</file>