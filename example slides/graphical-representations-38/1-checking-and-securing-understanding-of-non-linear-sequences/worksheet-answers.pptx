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g1f2e5f67ea9_0_25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f2e5f67ea9_0_2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22" name="Shape 422"/>
        <p:cNvGrpSpPr/>
        <p:nvPr/>
      </p:nvGrpSpPr>
      <p:grpSpPr>
        <a:xfrm>
          <a:off x="0" y="0"/>
          <a:ext cx="0" cy="0"/>
        </a:xfrm>
      </p:grpSpPr>
      <p:sp>
        <p:nvSpPr>
          <p:cNvPr id="423" name="Google Shape;42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7.png" /><Relationship Id="rId4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925738" y="3842397"/>
            <a:ext cx="5579400" cy="1344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925738" y="2399605"/>
            <a:ext cx="5579400" cy="1344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968825"/>
            <a:ext cx="6624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Categorise these sequences into arithmetic and geometric.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733925"/>
            <a:ext cx="66240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Arithmetic and geometric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020745" y="2459130"/>
            <a:ext cx="1937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−4, −2, 0, 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024249" y="3938939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4, 8, 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039258" y="3072619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−4, 4, 12, 20,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024249" y="4595191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12, 36, 108,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108667" y="2464138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36, 24, 12, 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112162" y="3943943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108, 36, 12, 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108667" y="4575932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−2, 4, −8,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108667" y="3081117"/>
            <a:ext cx="21315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−2, −5, −8,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040213" y="2754115"/>
            <a:ext cx="20091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034455" y="4187659"/>
            <a:ext cx="1526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40213" y="3366845"/>
            <a:ext cx="20091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65127" y="2754116"/>
            <a:ext cx="21315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165137" y="3366845"/>
            <a:ext cx="20091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034455" y="4824651"/>
            <a:ext cx="1526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177884" y="4206164"/>
            <a:ext cx="1526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ratio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177894" y="4824653"/>
            <a:ext cx="17721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228" y="4117740"/>
            <a:ext cx="102746" cy="3399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 rot="-5400000">
            <a:off x="243773" y="2962197"/>
            <a:ext cx="9969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rot="-5400000">
            <a:off x="243773" y="4380728"/>
            <a:ext cx="9969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Geometric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5448423"/>
            <a:ext cx="662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blanked out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69287" y="5892462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The arithmetic sequence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−9,  9,  27,  45,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9287" y="6542200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The geometric sequence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 9,  27,  81,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9287" y="7290221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The arithmetic sequence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 4,  1,  −2,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9287" y="8025494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The geometric sequence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16,  4,  1,     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973" y="7983857"/>
            <a:ext cx="113962" cy="363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20"/>
          <p:cNvGrpSpPr/>
          <p:nvPr/>
        </p:nvGrpSpPr>
        <p:grpSpPr>
          <a:xfrm>
            <a:off x="2534878" y="6775585"/>
            <a:ext cx="885147" cy="232013"/>
            <a:chOff x="292283" y="1666541"/>
            <a:chExt cx="1460157" cy="367400"/>
          </a:xfrm>
        </p:grpSpPr>
        <p:pic>
          <p:nvPicPr>
            <p:cNvPr id="204" name="Google Shape;204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83" y="1671089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7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92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2577151" y="6150023"/>
            <a:ext cx="982448" cy="202801"/>
            <a:chOff x="228522" y="1666541"/>
            <a:chExt cx="1670545" cy="367393"/>
          </a:xfrm>
        </p:grpSpPr>
        <p:pic>
          <p:nvPicPr>
            <p:cNvPr id="211" name="Google Shape;211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83" y="1671089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7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92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0"/>
            <p:cNvSpPr txBox="1"/>
            <p:nvPr/>
          </p:nvSpPr>
          <p:spPr>
            <a:xfrm>
              <a:off x="228522" y="1796934"/>
              <a:ext cx="4878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+18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795981" y="1796934"/>
              <a:ext cx="5511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+18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1253167" y="1796934"/>
              <a:ext cx="645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+18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2585662" y="7496985"/>
            <a:ext cx="729786" cy="232013"/>
            <a:chOff x="292283" y="1666541"/>
            <a:chExt cx="1460157" cy="367400"/>
          </a:xfrm>
        </p:grpSpPr>
        <p:pic>
          <p:nvPicPr>
            <p:cNvPr id="218" name="Google Shape;218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83" y="1671089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7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0"/>
            <p:cNvPicPr preferRelativeResize="0"/>
            <p:nvPr/>
          </p:nvPicPr>
          <p:blipFill>
            <a:blip r:embed="rId5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92" y="1666541"/>
              <a:ext cx="551048" cy="232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0"/>
            <p:cNvSpPr txBox="1"/>
            <p:nvPr/>
          </p:nvSpPr>
          <p:spPr>
            <a:xfrm>
              <a:off x="3387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7959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1253187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2664072" y="8262416"/>
            <a:ext cx="651239" cy="334333"/>
            <a:chOff x="4003115" y="4298800"/>
            <a:chExt cx="1348601" cy="509343"/>
          </a:xfrm>
        </p:grpSpPr>
        <p:grpSp>
          <p:nvGrpSpPr>
            <p:cNvPr id="225" name="Google Shape;225;p20"/>
            <p:cNvGrpSpPr/>
            <p:nvPr/>
          </p:nvGrpSpPr>
          <p:grpSpPr>
            <a:xfrm>
              <a:off x="4003115" y="4298800"/>
              <a:ext cx="1348601" cy="237002"/>
              <a:chOff x="292283" y="1666541"/>
              <a:chExt cx="1460157" cy="237002"/>
            </a:xfrm>
          </p:grpSpPr>
          <p:pic>
            <p:nvPicPr>
              <p:cNvPr id="226" name="Google Shape;226;p20"/>
              <p:cNvPicPr preferRelativeResize="0"/>
              <p:nvPr/>
            </p:nvPicPr>
            <p:blipFill>
              <a:blip r:embed="rId5">
                <a:alphaModFix/>
              </a:blip>
              <a:srcRect l="57225" r="18284" b="84458"/>
              <a:stretch>
                <a:fillRect/>
              </a:stretch>
            </p:blipFill>
            <p:spPr>
              <a:xfrm rot="10800000" flipH="1">
                <a:off x="292283" y="1671089"/>
                <a:ext cx="551048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20"/>
              <p:cNvPicPr preferRelativeResize="0"/>
              <p:nvPr/>
            </p:nvPicPr>
            <p:blipFill>
              <a:blip r:embed="rId5">
                <a:alphaModFix/>
              </a:blip>
              <a:srcRect l="57225" r="18284" b="84458"/>
              <a:stretch>
                <a:fillRect/>
              </a:stretch>
            </p:blipFill>
            <p:spPr>
              <a:xfrm rot="10800000" flipH="1">
                <a:off x="747147" y="1666541"/>
                <a:ext cx="551048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20"/>
              <p:cNvPicPr preferRelativeResize="0"/>
              <p:nvPr/>
            </p:nvPicPr>
            <p:blipFill>
              <a:blip r:embed="rId5">
                <a:alphaModFix/>
              </a:blip>
              <a:srcRect l="57225" r="18284" b="84458"/>
              <a:stretch>
                <a:fillRect/>
              </a:stretch>
            </p:blipFill>
            <p:spPr>
              <a:xfrm rot="10800000" flipH="1">
                <a:off x="1201392" y="1666541"/>
                <a:ext cx="551048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9" name="Google Shape;229;p20" descr="&lt;math xmlns=&quot;http://www.w3.org/1998/Math/MathML&quot; display=&quot;block&quot; data-is-equatio=&quot;1&quot; data-latex=&quot;\times\frac{1}{4}&quot;&gt;&lt;mo&gt;×&lt;/mo&gt;&lt;mfrac&gt;&lt;mn&gt;1&lt;/mn&gt;&lt;mn&gt;4&lt;/mn&gt;&lt;/mfrac&gt;&lt;/math&gt;" title="times one four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43375" y="4483543"/>
              <a:ext cx="214809" cy="3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0" descr="&lt;math xmlns=&quot;http://www.w3.org/1998/Math/MathML&quot; display=&quot;block&quot; data-is-equatio=&quot;1&quot; data-latex=&quot;\times\frac{1}{4}&quot;&gt;&lt;mo&gt;×&lt;/mo&gt;&lt;mfrac&gt;&lt;mn&gt;1&lt;/mn&gt;&lt;mn&gt;4&lt;/mn&gt;&lt;/mfrac&gt;&lt;/math&gt;" title="times one four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89068" y="4483543"/>
              <a:ext cx="214809" cy="3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0" descr="&lt;math xmlns=&quot;http://www.w3.org/1998/Math/MathML&quot; display=&quot;block&quot; data-is-equatio=&quot;1&quot; data-latex=&quot;\times\frac{1}{4}&quot;&gt;&lt;mo&gt;×&lt;/mo&gt;&lt;mfrac&gt;&lt;mn&gt;1&lt;/mn&gt;&lt;mn&gt;4&lt;/mn&gt;&lt;/mfrac&gt;&lt;/math&gt;" title="times one four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00241" y="4483543"/>
              <a:ext cx="214809" cy="324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sp>
        <p:nvSpPr>
          <p:cNvPr id="236" name="Google Shape;23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non-linear sequences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1003498"/>
            <a:ext cx="66240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which of these sequences have a common second difference, and which have a common third difference.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Other types of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565170" y="1616232"/>
            <a:ext cx="2794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 2,   5,  11,  21,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3764751" y="1707027"/>
            <a:ext cx="1181065" cy="331729"/>
            <a:chOff x="345240" y="3215421"/>
            <a:chExt cx="3285299" cy="630304"/>
          </a:xfrm>
        </p:grpSpPr>
        <p:grpSp>
          <p:nvGrpSpPr>
            <p:cNvPr id="241" name="Google Shape;241;p21"/>
            <p:cNvGrpSpPr/>
            <p:nvPr/>
          </p:nvGrpSpPr>
          <p:grpSpPr>
            <a:xfrm>
              <a:off x="345240" y="3215421"/>
              <a:ext cx="1491060" cy="630304"/>
              <a:chOff x="345240" y="1920021"/>
              <a:chExt cx="1491060" cy="630304"/>
            </a:xfrm>
          </p:grpSpPr>
          <p:sp>
            <p:nvSpPr>
              <p:cNvPr id="242" name="Google Shape;242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1"/>
              <p:cNvSpPr txBox="1"/>
              <p:nvPr/>
            </p:nvSpPr>
            <p:spPr>
              <a:xfrm>
                <a:off x="345240" y="2211011"/>
                <a:ext cx="6621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" name="Google Shape;245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6" name="Google Shape;246;p21"/>
            <p:cNvGrpSpPr/>
            <p:nvPr/>
          </p:nvGrpSpPr>
          <p:grpSpPr>
            <a:xfrm>
              <a:off x="1896483" y="3215421"/>
              <a:ext cx="1734056" cy="630304"/>
              <a:chOff x="1896483" y="1920021"/>
              <a:chExt cx="1734056" cy="630304"/>
            </a:xfrm>
          </p:grpSpPr>
          <p:sp>
            <p:nvSpPr>
              <p:cNvPr id="247" name="Google Shape;247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0" name="Google Shape;250;p21"/>
              <p:cNvSpPr txBox="1"/>
              <p:nvPr/>
            </p:nvSpPr>
            <p:spPr>
              <a:xfrm>
                <a:off x="2669939" y="2211011"/>
                <a:ext cx="96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51" name="Google Shape;251;p21"/>
          <p:cNvGrpSpPr/>
          <p:nvPr/>
        </p:nvGrpSpPr>
        <p:grpSpPr>
          <a:xfrm>
            <a:off x="3944880" y="1925816"/>
            <a:ext cx="710530" cy="325568"/>
            <a:chOff x="547357" y="3227128"/>
            <a:chExt cx="1976440" cy="618597"/>
          </a:xfrm>
        </p:grpSpPr>
        <p:grpSp>
          <p:nvGrpSpPr>
            <p:cNvPr id="252" name="Google Shape;252;p2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253" name="Google Shape;253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6" name="Google Shape;256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7" name="Google Shape;257;p2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258" name="Google Shape;258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60" name="Google Shape;260;p21"/>
          <p:cNvGrpSpPr/>
          <p:nvPr/>
        </p:nvGrpSpPr>
        <p:grpSpPr>
          <a:xfrm>
            <a:off x="4076807" y="2138328"/>
            <a:ext cx="463372" cy="331723"/>
            <a:chOff x="547365" y="1920032"/>
            <a:chExt cx="1288934" cy="630293"/>
          </a:xfrm>
        </p:grpSpPr>
        <p:sp>
          <p:nvSpPr>
            <p:cNvPr id="261" name="Google Shape;261;p21"/>
            <p:cNvSpPr/>
            <p:nvPr/>
          </p:nvSpPr>
          <p:spPr>
            <a:xfrm rot="10800000" flipH="1">
              <a:off x="547365" y="1920032"/>
              <a:ext cx="627300" cy="320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 rot="10800000" flipH="1">
              <a:off x="1208999" y="1920032"/>
              <a:ext cx="627300" cy="320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579942" y="2211023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1306231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5" name="Google Shape;265;p21"/>
          <p:cNvSpPr txBox="1"/>
          <p:nvPr/>
        </p:nvSpPr>
        <p:spPr>
          <a:xfrm>
            <a:off x="473761" y="3235517"/>
            <a:ext cx="2794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100, 95, 86, 65, 24,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6" name="Google Shape;266;p21"/>
          <p:cNvGrpSpPr/>
          <p:nvPr/>
        </p:nvGrpSpPr>
        <p:grpSpPr>
          <a:xfrm>
            <a:off x="681119" y="3344543"/>
            <a:ext cx="1129844" cy="359462"/>
            <a:chOff x="361737" y="3215421"/>
            <a:chExt cx="3063569" cy="630304"/>
          </a:xfrm>
        </p:grpSpPr>
        <p:grpSp>
          <p:nvGrpSpPr>
            <p:cNvPr id="267" name="Google Shape;267;p21"/>
            <p:cNvGrpSpPr/>
            <p:nvPr/>
          </p:nvGrpSpPr>
          <p:grpSpPr>
            <a:xfrm>
              <a:off x="361737" y="3215421"/>
              <a:ext cx="1474563" cy="630304"/>
              <a:chOff x="361737" y="1920021"/>
              <a:chExt cx="1474563" cy="630304"/>
            </a:xfrm>
          </p:grpSpPr>
          <p:sp>
            <p:nvSpPr>
              <p:cNvPr id="268" name="Google Shape;268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1"/>
              <p:cNvSpPr txBox="1"/>
              <p:nvPr/>
            </p:nvSpPr>
            <p:spPr>
              <a:xfrm>
                <a:off x="361737" y="2211021"/>
                <a:ext cx="645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−5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" name="Google Shape;271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2" name="Google Shape;272;p21"/>
            <p:cNvGrpSpPr/>
            <p:nvPr/>
          </p:nvGrpSpPr>
          <p:grpSpPr>
            <a:xfrm>
              <a:off x="1896483" y="3215421"/>
              <a:ext cx="1528823" cy="630300"/>
              <a:chOff x="1896483" y="1920021"/>
              <a:chExt cx="1528823" cy="630300"/>
            </a:xfrm>
          </p:grpSpPr>
          <p:sp>
            <p:nvSpPr>
              <p:cNvPr id="273" name="Google Shape;273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1"/>
              <p:cNvSpPr txBox="1"/>
              <p:nvPr/>
            </p:nvSpPr>
            <p:spPr>
              <a:xfrm>
                <a:off x="1915433" y="2211021"/>
                <a:ext cx="784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−21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p21"/>
              <p:cNvSpPr txBox="1"/>
              <p:nvPr/>
            </p:nvSpPr>
            <p:spPr>
              <a:xfrm>
                <a:off x="2641106" y="2211021"/>
                <a:ext cx="784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−41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7" name="Google Shape;277;p21"/>
          <p:cNvGrpSpPr/>
          <p:nvPr/>
        </p:nvGrpSpPr>
        <p:grpSpPr>
          <a:xfrm>
            <a:off x="859820" y="3581640"/>
            <a:ext cx="799101" cy="352788"/>
            <a:chOff x="547357" y="3227128"/>
            <a:chExt cx="2166759" cy="618600"/>
          </a:xfrm>
        </p:grpSpPr>
        <p:grpSp>
          <p:nvGrpSpPr>
            <p:cNvPr id="278" name="Google Shape;278;p21"/>
            <p:cNvGrpSpPr/>
            <p:nvPr/>
          </p:nvGrpSpPr>
          <p:grpSpPr>
            <a:xfrm>
              <a:off x="547357" y="3227128"/>
              <a:ext cx="1520846" cy="618600"/>
              <a:chOff x="547357" y="1931728"/>
              <a:chExt cx="1520846" cy="618600"/>
            </a:xfrm>
          </p:grpSpPr>
          <p:sp>
            <p:nvSpPr>
              <p:cNvPr id="279" name="Google Shape;279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p21"/>
              <p:cNvSpPr txBox="1"/>
              <p:nvPr/>
            </p:nvSpPr>
            <p:spPr>
              <a:xfrm>
                <a:off x="1131903" y="2211028"/>
                <a:ext cx="936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−12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3" name="Google Shape;283;p21"/>
            <p:cNvGrpSpPr/>
            <p:nvPr/>
          </p:nvGrpSpPr>
          <p:grpSpPr>
            <a:xfrm>
              <a:off x="1896497" y="3227128"/>
              <a:ext cx="817619" cy="618600"/>
              <a:chOff x="1896497" y="1931728"/>
              <a:chExt cx="817619" cy="618600"/>
            </a:xfrm>
          </p:grpSpPr>
          <p:sp>
            <p:nvSpPr>
              <p:cNvPr id="284" name="Google Shape;284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1"/>
              <p:cNvSpPr txBox="1"/>
              <p:nvPr/>
            </p:nvSpPr>
            <p:spPr>
              <a:xfrm>
                <a:off x="1929916" y="2211028"/>
                <a:ext cx="784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86" name="Google Shape;286;p21"/>
          <p:cNvGrpSpPr/>
          <p:nvPr/>
        </p:nvGrpSpPr>
        <p:grpSpPr>
          <a:xfrm>
            <a:off x="995156" y="3811988"/>
            <a:ext cx="475359" cy="359456"/>
            <a:chOff x="547365" y="1920032"/>
            <a:chExt cx="1288934" cy="630293"/>
          </a:xfrm>
        </p:grpSpPr>
        <p:sp>
          <p:nvSpPr>
            <p:cNvPr id="287" name="Google Shape;287;p21"/>
            <p:cNvSpPr/>
            <p:nvPr/>
          </p:nvSpPr>
          <p:spPr>
            <a:xfrm rot="10800000" flipH="1">
              <a:off x="547365" y="1920032"/>
              <a:ext cx="627300" cy="320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 rot="10800000" flipH="1">
              <a:off x="1208999" y="1920032"/>
              <a:ext cx="627300" cy="320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 txBox="1"/>
            <p:nvPr/>
          </p:nvSpPr>
          <p:spPr>
            <a:xfrm>
              <a:off x="579942" y="2211023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−8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1306231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−8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1" name="Google Shape;291;p21"/>
          <p:cNvSpPr txBox="1"/>
          <p:nvPr/>
        </p:nvSpPr>
        <p:spPr>
          <a:xfrm>
            <a:off x="473761" y="1616232"/>
            <a:ext cx="2794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2,  12,  31,  59,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2" name="Google Shape;292;p21"/>
          <p:cNvGrpSpPr/>
          <p:nvPr/>
        </p:nvGrpSpPr>
        <p:grpSpPr>
          <a:xfrm>
            <a:off x="682472" y="1707067"/>
            <a:ext cx="1209581" cy="384102"/>
            <a:chOff x="345386" y="3215421"/>
            <a:chExt cx="3253312" cy="630296"/>
          </a:xfrm>
        </p:grpSpPr>
        <p:grpSp>
          <p:nvGrpSpPr>
            <p:cNvPr id="293" name="Google Shape;293;p21"/>
            <p:cNvGrpSpPr/>
            <p:nvPr/>
          </p:nvGrpSpPr>
          <p:grpSpPr>
            <a:xfrm>
              <a:off x="345386" y="3215421"/>
              <a:ext cx="1490914" cy="630296"/>
              <a:chOff x="345386" y="1920021"/>
              <a:chExt cx="1490914" cy="630296"/>
            </a:xfrm>
          </p:grpSpPr>
          <p:sp>
            <p:nvSpPr>
              <p:cNvPr id="294" name="Google Shape;294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1"/>
              <p:cNvSpPr txBox="1"/>
              <p:nvPr/>
            </p:nvSpPr>
            <p:spPr>
              <a:xfrm>
                <a:off x="345386" y="2211016"/>
                <a:ext cx="661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p21"/>
              <p:cNvSpPr txBox="1"/>
              <p:nvPr/>
            </p:nvSpPr>
            <p:spPr>
              <a:xfrm>
                <a:off x="1038977" y="2211016"/>
                <a:ext cx="77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8" name="Google Shape;298;p21"/>
            <p:cNvGrpSpPr/>
            <p:nvPr/>
          </p:nvGrpSpPr>
          <p:grpSpPr>
            <a:xfrm>
              <a:off x="1836919" y="3215421"/>
              <a:ext cx="1761779" cy="630296"/>
              <a:chOff x="1836919" y="1920021"/>
              <a:chExt cx="1761779" cy="630296"/>
            </a:xfrm>
          </p:grpSpPr>
          <p:sp>
            <p:nvSpPr>
              <p:cNvPr id="299" name="Google Shape;299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1"/>
              <p:cNvSpPr txBox="1"/>
              <p:nvPr/>
            </p:nvSpPr>
            <p:spPr>
              <a:xfrm>
                <a:off x="1836919" y="2211016"/>
                <a:ext cx="77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+19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p21"/>
              <p:cNvSpPr txBox="1"/>
              <p:nvPr/>
            </p:nvSpPr>
            <p:spPr>
              <a:xfrm>
                <a:off x="2669898" y="2211016"/>
                <a:ext cx="928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03" name="Google Shape;303;p21"/>
          <p:cNvGrpSpPr/>
          <p:nvPr/>
        </p:nvGrpSpPr>
        <p:grpSpPr>
          <a:xfrm>
            <a:off x="868728" y="1960398"/>
            <a:ext cx="734840" cy="376973"/>
            <a:chOff x="547357" y="3227128"/>
            <a:chExt cx="1976440" cy="618597"/>
          </a:xfrm>
        </p:grpSpPr>
        <p:grpSp>
          <p:nvGrpSpPr>
            <p:cNvPr id="304" name="Google Shape;304;p2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305" name="Google Shape;305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07" name="Google Shape;307;p2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9" name="Google Shape;309;p2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310" name="Google Shape;310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11" name="Google Shape;311;p2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12" name="Google Shape;312;p21"/>
          <p:cNvSpPr txBox="1"/>
          <p:nvPr/>
        </p:nvSpPr>
        <p:spPr>
          <a:xfrm>
            <a:off x="3555915" y="3241282"/>
            <a:ext cx="31863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−68, −66, −54, −32,  0,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3" name="Google Shape;313;p21"/>
          <p:cNvGrpSpPr/>
          <p:nvPr/>
        </p:nvGrpSpPr>
        <p:grpSpPr>
          <a:xfrm>
            <a:off x="3948582" y="3273985"/>
            <a:ext cx="1312741" cy="376922"/>
            <a:chOff x="547354" y="3215421"/>
            <a:chExt cx="2880081" cy="630304"/>
          </a:xfrm>
        </p:grpSpPr>
        <p:grpSp>
          <p:nvGrpSpPr>
            <p:cNvPr id="314" name="Google Shape;314;p21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315" name="Google Shape;315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p21"/>
              <p:cNvSpPr txBox="1"/>
              <p:nvPr/>
            </p:nvSpPr>
            <p:spPr>
              <a:xfrm>
                <a:off x="1189502" y="2211016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19" name="Google Shape;319;p21"/>
            <p:cNvGrpSpPr/>
            <p:nvPr/>
          </p:nvGrpSpPr>
          <p:grpSpPr>
            <a:xfrm>
              <a:off x="1870785" y="3215421"/>
              <a:ext cx="1556650" cy="630295"/>
              <a:chOff x="1870785" y="1920021"/>
              <a:chExt cx="1556650" cy="630295"/>
            </a:xfrm>
          </p:grpSpPr>
          <p:sp>
            <p:nvSpPr>
              <p:cNvPr id="320" name="Google Shape;320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1"/>
              <p:cNvSpPr txBox="1"/>
              <p:nvPr/>
            </p:nvSpPr>
            <p:spPr>
              <a:xfrm>
                <a:off x="1870785" y="2211016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p21"/>
              <p:cNvSpPr txBox="1"/>
              <p:nvPr/>
            </p:nvSpPr>
            <p:spPr>
              <a:xfrm>
                <a:off x="2669935" y="2211016"/>
                <a:ext cx="757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+32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4" name="Google Shape;324;p21"/>
          <p:cNvGrpSpPr/>
          <p:nvPr/>
        </p:nvGrpSpPr>
        <p:grpSpPr>
          <a:xfrm>
            <a:off x="4043253" y="3522611"/>
            <a:ext cx="1043264" cy="369915"/>
            <a:chOff x="456086" y="3227128"/>
            <a:chExt cx="2288864" cy="618588"/>
          </a:xfrm>
        </p:grpSpPr>
        <p:grpSp>
          <p:nvGrpSpPr>
            <p:cNvPr id="325" name="Google Shape;325;p21"/>
            <p:cNvGrpSpPr/>
            <p:nvPr/>
          </p:nvGrpSpPr>
          <p:grpSpPr>
            <a:xfrm>
              <a:off x="456086" y="3227128"/>
              <a:ext cx="1380222" cy="618588"/>
              <a:chOff x="456086" y="1931728"/>
              <a:chExt cx="1380222" cy="618588"/>
            </a:xfrm>
          </p:grpSpPr>
          <p:sp>
            <p:nvSpPr>
              <p:cNvPr id="326" name="Google Shape;326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 txBox="1"/>
              <p:nvPr/>
            </p:nvSpPr>
            <p:spPr>
              <a:xfrm>
                <a:off x="456086" y="2211016"/>
                <a:ext cx="634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9" name="Google Shape;329;p21"/>
              <p:cNvSpPr txBox="1"/>
              <p:nvPr/>
            </p:nvSpPr>
            <p:spPr>
              <a:xfrm>
                <a:off x="1189512" y="2211016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30" name="Google Shape;330;p21"/>
            <p:cNvGrpSpPr/>
            <p:nvPr/>
          </p:nvGrpSpPr>
          <p:grpSpPr>
            <a:xfrm>
              <a:off x="1896497" y="3227128"/>
              <a:ext cx="848453" cy="618588"/>
              <a:chOff x="1896497" y="1931728"/>
              <a:chExt cx="848453" cy="618588"/>
            </a:xfrm>
          </p:grpSpPr>
          <p:sp>
            <p:nvSpPr>
              <p:cNvPr id="331" name="Google Shape;331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1"/>
              <p:cNvSpPr txBox="1"/>
              <p:nvPr/>
            </p:nvSpPr>
            <p:spPr>
              <a:xfrm>
                <a:off x="1987450" y="2211016"/>
                <a:ext cx="757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33" name="Google Shape;333;p21"/>
          <p:cNvSpPr txBox="1"/>
          <p:nvPr/>
        </p:nvSpPr>
        <p:spPr>
          <a:xfrm>
            <a:off x="484115" y="2380444"/>
            <a:ext cx="25410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second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848545" y="2185476"/>
            <a:ext cx="12702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third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1776891" y="3836220"/>
            <a:ext cx="12702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third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3874950" y="3916325"/>
            <a:ext cx="20667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second difference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62198" y="5186520"/>
            <a:ext cx="6629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Given that these sequences have a common second difference find the missing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3562080" y="5503756"/>
            <a:ext cx="27966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14, 23, 39, 62,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67964" y="7044655"/>
            <a:ext cx="27966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 20,  36,  48,  56,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467964" y="5503756"/>
            <a:ext cx="27966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5,  11,  19,  29,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3552817" y="7096037"/>
            <a:ext cx="3282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2" name="Google Shape;342;p21"/>
          <p:cNvGrpSpPr/>
          <p:nvPr/>
        </p:nvGrpSpPr>
        <p:grpSpPr>
          <a:xfrm>
            <a:off x="740442" y="5659897"/>
            <a:ext cx="1151131" cy="308786"/>
            <a:chOff x="547354" y="3215421"/>
            <a:chExt cx="2969128" cy="630304"/>
          </a:xfrm>
        </p:grpSpPr>
        <p:grpSp>
          <p:nvGrpSpPr>
            <p:cNvPr id="343" name="Google Shape;343;p21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344" name="Google Shape;344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1"/>
              <p:cNvSpPr txBox="1"/>
              <p:nvPr/>
            </p:nvSpPr>
            <p:spPr>
              <a:xfrm>
                <a:off x="579924" y="2211025"/>
                <a:ext cx="427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" name="Google Shape;347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48" name="Google Shape;348;p21"/>
            <p:cNvGrpSpPr/>
            <p:nvPr/>
          </p:nvGrpSpPr>
          <p:grpSpPr>
            <a:xfrm>
              <a:off x="1896483" y="3215421"/>
              <a:ext cx="1619999" cy="630304"/>
              <a:chOff x="1896483" y="1920021"/>
              <a:chExt cx="1619999" cy="630304"/>
            </a:xfrm>
          </p:grpSpPr>
          <p:sp>
            <p:nvSpPr>
              <p:cNvPr id="349" name="Google Shape;349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p21"/>
              <p:cNvSpPr txBox="1"/>
              <p:nvPr/>
            </p:nvSpPr>
            <p:spPr>
              <a:xfrm>
                <a:off x="2669882" y="2211005"/>
                <a:ext cx="846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53" name="Google Shape;353;p21"/>
          <p:cNvGrpSpPr/>
          <p:nvPr/>
        </p:nvGrpSpPr>
        <p:grpSpPr>
          <a:xfrm>
            <a:off x="856374" y="5863566"/>
            <a:ext cx="766266" cy="303051"/>
            <a:chOff x="547357" y="3227128"/>
            <a:chExt cx="1976440" cy="618597"/>
          </a:xfrm>
        </p:grpSpPr>
        <p:grpSp>
          <p:nvGrpSpPr>
            <p:cNvPr id="354" name="Google Shape;354;p2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355" name="Google Shape;355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8" name="Google Shape;358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59" name="Google Shape;359;p2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360" name="Google Shape;360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62" name="Google Shape;362;p21"/>
          <p:cNvGrpSpPr/>
          <p:nvPr/>
        </p:nvGrpSpPr>
        <p:grpSpPr>
          <a:xfrm>
            <a:off x="3781329" y="5659897"/>
            <a:ext cx="1151904" cy="308776"/>
            <a:chOff x="379833" y="3215421"/>
            <a:chExt cx="3202402" cy="630284"/>
          </a:xfrm>
        </p:grpSpPr>
        <p:grpSp>
          <p:nvGrpSpPr>
            <p:cNvPr id="363" name="Google Shape;363;p21"/>
            <p:cNvGrpSpPr/>
            <p:nvPr/>
          </p:nvGrpSpPr>
          <p:grpSpPr>
            <a:xfrm>
              <a:off x="379833" y="3215421"/>
              <a:ext cx="1456467" cy="630284"/>
              <a:chOff x="379833" y="1920021"/>
              <a:chExt cx="1456467" cy="630284"/>
            </a:xfrm>
          </p:grpSpPr>
          <p:sp>
            <p:nvSpPr>
              <p:cNvPr id="364" name="Google Shape;364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1"/>
              <p:cNvSpPr txBox="1"/>
              <p:nvPr/>
            </p:nvSpPr>
            <p:spPr>
              <a:xfrm>
                <a:off x="379833" y="2211005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7" name="Google Shape;367;p21"/>
              <p:cNvSpPr txBox="1"/>
              <p:nvPr/>
            </p:nvSpPr>
            <p:spPr>
              <a:xfrm>
                <a:off x="1189596" y="2211005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+9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68" name="Google Shape;368;p21"/>
            <p:cNvGrpSpPr/>
            <p:nvPr/>
          </p:nvGrpSpPr>
          <p:grpSpPr>
            <a:xfrm>
              <a:off x="1725727" y="3215421"/>
              <a:ext cx="1856509" cy="630284"/>
              <a:chOff x="1725727" y="1920021"/>
              <a:chExt cx="1856509" cy="630284"/>
            </a:xfrm>
          </p:grpSpPr>
          <p:sp>
            <p:nvSpPr>
              <p:cNvPr id="369" name="Google Shape;369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1"/>
              <p:cNvSpPr txBox="1"/>
              <p:nvPr/>
            </p:nvSpPr>
            <p:spPr>
              <a:xfrm>
                <a:off x="1725727" y="2211005"/>
                <a:ext cx="772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2669935" y="2211005"/>
                <a:ext cx="91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+23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73" name="Google Shape;373;p21"/>
          <p:cNvGrpSpPr/>
          <p:nvPr/>
        </p:nvGrpSpPr>
        <p:grpSpPr>
          <a:xfrm>
            <a:off x="3949133" y="5863566"/>
            <a:ext cx="710926" cy="303051"/>
            <a:chOff x="547357" y="3227128"/>
            <a:chExt cx="1976440" cy="618597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375" name="Google Shape;375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8" name="Google Shape;378;p21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79" name="Google Shape;379;p2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380" name="Google Shape;380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1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+7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82" name="Google Shape;382;p21"/>
          <p:cNvGrpSpPr/>
          <p:nvPr/>
        </p:nvGrpSpPr>
        <p:grpSpPr>
          <a:xfrm>
            <a:off x="674829" y="7186633"/>
            <a:ext cx="1186235" cy="308790"/>
            <a:chOff x="414635" y="3215421"/>
            <a:chExt cx="2786552" cy="630313"/>
          </a:xfrm>
        </p:grpSpPr>
        <p:grpSp>
          <p:nvGrpSpPr>
            <p:cNvPr id="383" name="Google Shape;383;p21"/>
            <p:cNvGrpSpPr/>
            <p:nvPr/>
          </p:nvGrpSpPr>
          <p:grpSpPr>
            <a:xfrm>
              <a:off x="414635" y="3215421"/>
              <a:ext cx="1554348" cy="630313"/>
              <a:chOff x="414635" y="1920021"/>
              <a:chExt cx="1554348" cy="630313"/>
            </a:xfrm>
          </p:grpSpPr>
          <p:sp>
            <p:nvSpPr>
              <p:cNvPr id="384" name="Google Shape;384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1"/>
              <p:cNvSpPr txBox="1"/>
              <p:nvPr/>
            </p:nvSpPr>
            <p:spPr>
              <a:xfrm>
                <a:off x="414635" y="2211034"/>
                <a:ext cx="652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p21"/>
              <p:cNvSpPr txBox="1"/>
              <p:nvPr/>
            </p:nvSpPr>
            <p:spPr>
              <a:xfrm>
                <a:off x="1197982" y="2211034"/>
                <a:ext cx="771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88" name="Google Shape;388;p21"/>
            <p:cNvGrpSpPr/>
            <p:nvPr/>
          </p:nvGrpSpPr>
          <p:grpSpPr>
            <a:xfrm>
              <a:off x="1896483" y="3215421"/>
              <a:ext cx="1304703" cy="630313"/>
              <a:chOff x="1896483" y="1920021"/>
              <a:chExt cx="1304703" cy="630313"/>
            </a:xfrm>
          </p:grpSpPr>
          <p:sp>
            <p:nvSpPr>
              <p:cNvPr id="389" name="Google Shape;389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1"/>
              <p:cNvSpPr txBox="1"/>
              <p:nvPr/>
            </p:nvSpPr>
            <p:spPr>
              <a:xfrm>
                <a:off x="1915444" y="2211034"/>
                <a:ext cx="652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93" name="Google Shape;393;p21"/>
          <p:cNvGrpSpPr/>
          <p:nvPr/>
        </p:nvGrpSpPr>
        <p:grpSpPr>
          <a:xfrm>
            <a:off x="858623" y="7390299"/>
            <a:ext cx="841371" cy="303051"/>
            <a:chOff x="547357" y="3227128"/>
            <a:chExt cx="1976440" cy="618597"/>
          </a:xfrm>
        </p:grpSpPr>
        <p:grpSp>
          <p:nvGrpSpPr>
            <p:cNvPr id="394" name="Google Shape;394;p21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395" name="Google Shape;395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1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8" name="Google Shape;398;p21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99" name="Google Shape;399;p21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400" name="Google Shape;400;p21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1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02" name="Google Shape;402;p21"/>
          <p:cNvGrpSpPr/>
          <p:nvPr/>
        </p:nvGrpSpPr>
        <p:grpSpPr>
          <a:xfrm>
            <a:off x="4059059" y="7297410"/>
            <a:ext cx="1270920" cy="182959"/>
            <a:chOff x="547354" y="3215421"/>
            <a:chExt cx="2653832" cy="320700"/>
          </a:xfrm>
        </p:grpSpPr>
        <p:grpSp>
          <p:nvGrpSpPr>
            <p:cNvPr id="403" name="Google Shape;403;p21"/>
            <p:cNvGrpSpPr/>
            <p:nvPr/>
          </p:nvGrpSpPr>
          <p:grpSpPr>
            <a:xfrm>
              <a:off x="547354" y="3215421"/>
              <a:ext cx="1288946" cy="320700"/>
              <a:chOff x="547354" y="1920021"/>
              <a:chExt cx="1288946" cy="320700"/>
            </a:xfrm>
          </p:grpSpPr>
          <p:sp>
            <p:nvSpPr>
              <p:cNvPr id="404" name="Google Shape;404;p21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" name="Google Shape;406;p21"/>
            <p:cNvGrpSpPr/>
            <p:nvPr/>
          </p:nvGrpSpPr>
          <p:grpSpPr>
            <a:xfrm>
              <a:off x="1896483" y="3215421"/>
              <a:ext cx="1304703" cy="320700"/>
              <a:chOff x="1896483" y="1920021"/>
              <a:chExt cx="1304703" cy="320700"/>
            </a:xfrm>
          </p:grpSpPr>
          <p:sp>
            <p:nvSpPr>
              <p:cNvPr id="407" name="Google Shape;407;p21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9" name="Google Shape;409;p21"/>
          <p:cNvGrpSpPr/>
          <p:nvPr/>
        </p:nvGrpSpPr>
        <p:grpSpPr>
          <a:xfrm>
            <a:off x="4198666" y="7658808"/>
            <a:ext cx="1028935" cy="176285"/>
            <a:chOff x="547357" y="3227128"/>
            <a:chExt cx="1976440" cy="309000"/>
          </a:xfrm>
        </p:grpSpPr>
        <p:grpSp>
          <p:nvGrpSpPr>
            <p:cNvPr id="410" name="Google Shape;410;p21"/>
            <p:cNvGrpSpPr/>
            <p:nvPr/>
          </p:nvGrpSpPr>
          <p:grpSpPr>
            <a:xfrm>
              <a:off x="547357" y="3227128"/>
              <a:ext cx="1288952" cy="309000"/>
              <a:chOff x="547357" y="1931728"/>
              <a:chExt cx="1288952" cy="309000"/>
            </a:xfrm>
          </p:grpSpPr>
          <p:sp>
            <p:nvSpPr>
              <p:cNvPr id="411" name="Google Shape;411;p21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413" name="Google Shape;413;p21"/>
            <p:cNvSpPr/>
            <p:nvPr/>
          </p:nvSpPr>
          <p:spPr>
            <a:xfrm rot="10800000" flipH="1">
              <a:off x="1896497" y="3227128"/>
              <a:ext cx="627300" cy="3090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414" name="Google Shape;414;p21" descr="&lt;math xmlns=&quot;http://www.w3.org/1998/Math/MathML&quot; display=&quot;block&quot; data-is-equatio=&quot;1&quot; data-latex=&quot;+\frac{1}{2}&quot;&gt;&lt;mo&gt;+&lt;/mo&gt;&lt;mfrac&gt;&lt;mn&gt;1&lt;/mn&gt;&lt;mn&gt;2&lt;/mn&gt;&lt;/mfrac&gt;&lt;/math&gt;" title="posi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984" y="7848076"/>
            <a:ext cx="198004" cy="22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1" descr="&lt;math xmlns=&quot;http://www.w3.org/1998/Math/MathML&quot; display=&quot;block&quot; data-is-equatio=&quot;1&quot; data-latex=&quot;+\frac{1}{4}&quot;&gt;&lt;mo&gt;+&lt;/mo&gt;&lt;mfrac&gt;&lt;mn&gt;1&lt;/mn&gt;&lt;mn&gt;4&lt;/mn&gt;&lt;/mfrac&gt;&lt;/math&gt;" title="positive 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3348" y="7501709"/>
            <a:ext cx="198004" cy="22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1" descr="&lt;math xmlns=&quot;http://www.w3.org/1998/Math/MathML&quot; display=&quot;block&quot; data-is-equatio=&quot;1&quot; data-latex=&quot;+\frac{3}{4}&quot;&gt;&lt;mo&gt;+&lt;/mo&gt;&lt;mfrac&gt;&lt;mn&gt;3&lt;/mn&gt;&lt;mn&gt;4&lt;/mn&gt;&lt;/mfrac&gt;&lt;/math&gt;" title="positive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8220" y="7501709"/>
            <a:ext cx="198004" cy="22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1" descr="&lt;math xmlns=&quot;http://www.w3.org/1998/Math/MathML&quot; display=&quot;block&quot; data-is-equatio=&quot;1&quot; data-latex=&quot;+\frac{5}{4}&quot;&gt;&lt;mo&gt;+&lt;/mo&gt;&lt;mfrac&gt;&lt;mn&gt;5&lt;/mn&gt;&lt;mn&gt;4&lt;/mn&gt;&lt;/mfrac&gt;&lt;/math&gt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7502" y="7504182"/>
            <a:ext cx="191548" cy="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1" descr="&lt;math xmlns=&quot;http://www.w3.org/1998/Math/MathML&quot; display=&quot;block&quot; data-is-equatio=&quot;1&quot; data-latex=&quot;+\frac{7}{4}&quot;&gt;&lt;mo&gt;+&lt;/mo&gt;&lt;mfrac&gt;&lt;mn&gt;7&lt;/mn&gt;&lt;mn&gt;4&lt;/mn&gt;&lt;/mfrac&gt;&lt;/math&gt;" title="positive seven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734" y="7501709"/>
            <a:ext cx="198004" cy="22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1" descr="&lt;math xmlns=&quot;http://www.w3.org/1998/Math/MathML&quot; display=&quot;block&quot; data-is-equatio=&quot;1&quot; data-latex=&quot;+\frac{1}{2}&quot;&gt;&lt;mo&gt;+&lt;/mo&gt;&lt;mfrac&gt;&lt;mn&gt;1&lt;/mn&gt;&lt;mn&gt;2&lt;/mn&gt;&lt;/mfrac&gt;&lt;/math&gt;" title="posi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8100" y="7848076"/>
            <a:ext cx="198004" cy="22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1" descr="&lt;math xmlns=&quot;http://www.w3.org/1998/Math/MathML&quot; display=&quot;block&quot; data-is-equatio=&quot;1&quot; data-latex=&quot;+\frac{1}{2}&quot;&gt;&lt;mo&gt;+&lt;/mo&gt;&lt;mfrac&gt;&lt;mn&gt;1&lt;/mn&gt;&lt;mn&gt;2&lt;/mn&gt;&lt;/mfrac&gt;&lt;/math&gt;" title="posi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424" y="7848076"/>
            <a:ext cx="198004" cy="22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1" descr="&lt;math xmlns=&quot;http://www.w3.org/1998/Math/MathML&quot; display=&quot;block&quot; data-is-equatio=&quot;1&quot; data-latex=&quot;\frac{1}{4},\frac{1}{2},\frac{5}{4},\frac{5}{2},\frac{17}{4},...&quot;&gt;&lt;mfrac&gt;&lt;mn&gt;1&lt;/mn&gt;&lt;mn&gt;4&lt;/mn&gt;&lt;/mfrac&gt;&lt;mo&gt;,&lt;/mo&gt;&lt;mfrac&gt;&lt;mn&gt;1&lt;/mn&gt;&lt;mn&gt;2&lt;/mn&gt;&lt;/mfrac&gt;&lt;mo&gt;,&lt;/mo&gt;&lt;mfrac&gt;&lt;mn&gt;5&lt;/mn&gt;&lt;mn&gt;4&lt;/mn&gt;&lt;/mfrac&gt;&lt;mo&gt;,&lt;/mo&gt;&lt;mfrac&gt;&lt;mn&gt;5&lt;/mn&gt;&lt;mn&gt;2&lt;/mn&gt;&lt;/mfrac&gt;&lt;mo&gt;,&lt;/mo&gt;&lt;mfrac&gt;&lt;mn&gt;17&lt;/mn&gt;&lt;mn&gt;4&lt;/mn&gt;&lt;/mfrac&gt;&lt;mo&gt;,&lt;/mo&gt;&lt;mo&gt;.&lt;/mo&gt;&lt;mo&gt;.&lt;/mo&gt;&lt;mo&gt;.&lt;/mo&gt;&lt;/math&gt;" title="one fourth comma one half comma five fourths comma five halves comma seventeen fourths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0695" y="6969294"/>
            <a:ext cx="1879071" cy="38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25" name="Shape 425"/>
        <p:cNvGrpSpPr/>
        <p:nvPr/>
      </p:nvGrpSpPr>
      <p:grpSpPr>
        <a:xfrm>
          <a:off x="0" y="0"/>
          <a:ext cx="0" cy="0"/>
        </a:xfrm>
      </p:grpSpPr>
      <p:sp>
        <p:nvSpPr>
          <p:cNvPr id="426" name="Google Shape;426;p22"/>
          <p:cNvSpPr txBox="1"/>
          <p:nvPr/>
        </p:nvSpPr>
        <p:spPr>
          <a:xfrm>
            <a:off x="468000" y="61892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56,  70,  82,  92,  100, 10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12, 112, 110, 106, 100, 92, …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476956" y="5158480"/>
            <a:ext cx="46146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12, 20, 30, 42, 56, 82, 100, 120, 142,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468000" y="4369089"/>
            <a:ext cx="46146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 20,  28,  36,  44, 52, 60, 68, 76, 84,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430" name="Google Shape;43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468000" y="720000"/>
            <a:ext cx="45324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is examining these three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482735" y="1940870"/>
            <a:ext cx="27423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20, 30, 42, 56,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473663" y="2861063"/>
            <a:ext cx="30375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56,  70,  82,  92,  100,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473663" y="1140947"/>
            <a:ext cx="30375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 20,  28,  36,  44,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473" y="1937145"/>
            <a:ext cx="769526" cy="94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4088525" y="1059041"/>
            <a:ext cx="2453176" cy="109855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2"/>
          <p:cNvSpPr txBox="1"/>
          <p:nvPr/>
        </p:nvSpPr>
        <p:spPr>
          <a:xfrm flipH="1">
            <a:off x="4199724" y="1133292"/>
            <a:ext cx="2187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see three increasing sequences whereby the terms will always go up.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22"/>
          <p:cNvSpPr txBox="1"/>
          <p:nvPr/>
        </p:nvSpPr>
        <p:spPr>
          <a:xfrm>
            <a:off x="468000" y="3426100"/>
            <a:ext cx="66240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Jacob’s statement is not entirely true. Explore the sequences and see if you can find the contradiction.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1" name="Google Shape;441;p22"/>
          <p:cNvGrpSpPr/>
          <p:nvPr/>
        </p:nvGrpSpPr>
        <p:grpSpPr>
          <a:xfrm>
            <a:off x="717101" y="5243861"/>
            <a:ext cx="1072943" cy="384112"/>
            <a:chOff x="379892" y="3215421"/>
            <a:chExt cx="2868065" cy="630312"/>
          </a:xfrm>
        </p:grpSpPr>
        <p:grpSp>
          <p:nvGrpSpPr>
            <p:cNvPr id="442" name="Google Shape;442;p22"/>
            <p:cNvGrpSpPr/>
            <p:nvPr/>
          </p:nvGrpSpPr>
          <p:grpSpPr>
            <a:xfrm>
              <a:off x="379892" y="3215421"/>
              <a:ext cx="1516500" cy="630306"/>
              <a:chOff x="379892" y="1920021"/>
              <a:chExt cx="1516500" cy="630306"/>
            </a:xfrm>
          </p:grpSpPr>
          <p:sp>
            <p:nvSpPr>
              <p:cNvPr id="443" name="Google Shape;443;p22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445" name="Google Shape;445;p22"/>
              <p:cNvSpPr txBox="1"/>
              <p:nvPr/>
            </p:nvSpPr>
            <p:spPr>
              <a:xfrm>
                <a:off x="379892" y="2211027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6" name="Google Shape;446;p22"/>
              <p:cNvSpPr txBox="1"/>
              <p:nvPr/>
            </p:nvSpPr>
            <p:spPr>
              <a:xfrm>
                <a:off x="1140392" y="2211027"/>
                <a:ext cx="75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47" name="Google Shape;447;p22"/>
            <p:cNvGrpSpPr/>
            <p:nvPr/>
          </p:nvGrpSpPr>
          <p:grpSpPr>
            <a:xfrm>
              <a:off x="1870730" y="3215421"/>
              <a:ext cx="1377227" cy="630312"/>
              <a:chOff x="1870730" y="1920021"/>
              <a:chExt cx="1377227" cy="630312"/>
            </a:xfrm>
          </p:grpSpPr>
          <p:sp>
            <p:nvSpPr>
              <p:cNvPr id="448" name="Google Shape;448;p22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450" name="Google Shape;450;p22"/>
              <p:cNvSpPr txBox="1"/>
              <p:nvPr/>
            </p:nvSpPr>
            <p:spPr>
              <a:xfrm>
                <a:off x="1870730" y="2211027"/>
                <a:ext cx="75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1" name="Google Shape;451;p22"/>
              <p:cNvSpPr txBox="1"/>
              <p:nvPr/>
            </p:nvSpPr>
            <p:spPr>
              <a:xfrm>
                <a:off x="2620657" y="2211033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52" name="Google Shape;452;p22"/>
          <p:cNvGrpSpPr/>
          <p:nvPr/>
        </p:nvGrpSpPr>
        <p:grpSpPr>
          <a:xfrm>
            <a:off x="891598" y="5497203"/>
            <a:ext cx="739386" cy="376973"/>
            <a:chOff x="547357" y="3227128"/>
            <a:chExt cx="1976440" cy="618597"/>
          </a:xfrm>
        </p:grpSpPr>
        <p:grpSp>
          <p:nvGrpSpPr>
            <p:cNvPr id="453" name="Google Shape;453;p22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454" name="Google Shape;454;p22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2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7" name="Google Shape;457;p2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58" name="Google Shape;458;p22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459" name="Google Shape;459;p22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61" name="Google Shape;461;p22"/>
          <p:cNvGrpSpPr/>
          <p:nvPr/>
        </p:nvGrpSpPr>
        <p:grpSpPr>
          <a:xfrm>
            <a:off x="735275" y="4437670"/>
            <a:ext cx="1067019" cy="431574"/>
            <a:chOff x="379877" y="3215421"/>
            <a:chExt cx="2821309" cy="630311"/>
          </a:xfrm>
        </p:grpSpPr>
        <p:grpSp>
          <p:nvGrpSpPr>
            <p:cNvPr id="462" name="Google Shape;462;p22"/>
            <p:cNvGrpSpPr/>
            <p:nvPr/>
          </p:nvGrpSpPr>
          <p:grpSpPr>
            <a:xfrm>
              <a:off x="379877" y="3215421"/>
              <a:ext cx="1456423" cy="630311"/>
              <a:chOff x="379877" y="1920021"/>
              <a:chExt cx="1456423" cy="630311"/>
            </a:xfrm>
          </p:grpSpPr>
          <p:sp>
            <p:nvSpPr>
              <p:cNvPr id="463" name="Google Shape;463;p22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2"/>
              <p:cNvSpPr txBox="1"/>
              <p:nvPr/>
            </p:nvSpPr>
            <p:spPr>
              <a:xfrm>
                <a:off x="379877" y="2211032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6" name="Google Shape;466;p22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7" name="Google Shape;467;p2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468" name="Google Shape;468;p22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2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" name="Google Shape;471;p22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72" name="Google Shape;472;p22"/>
          <p:cNvSpPr txBox="1"/>
          <p:nvPr/>
        </p:nvSpPr>
        <p:spPr>
          <a:xfrm>
            <a:off x="3528150" y="4415300"/>
            <a:ext cx="35640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 sequence, positive common difference. Terms will increase forever.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3477620" y="5158500"/>
            <a:ext cx="36144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Positive second difference forever increasing the first difference. Terms will increase forever.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4759200" y="6539988"/>
            <a:ext cx="20478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Negative second difference </a:t>
            </a: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decreasing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first difference.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5" name="Google Shape;475;p22"/>
          <p:cNvGrpSpPr/>
          <p:nvPr/>
        </p:nvGrpSpPr>
        <p:grpSpPr>
          <a:xfrm>
            <a:off x="1808556" y="4437565"/>
            <a:ext cx="1258966" cy="431578"/>
            <a:chOff x="2926077" y="1534721"/>
            <a:chExt cx="2461803" cy="630317"/>
          </a:xfrm>
        </p:grpSpPr>
        <p:grpSp>
          <p:nvGrpSpPr>
            <p:cNvPr id="476" name="Google Shape;476;p22"/>
            <p:cNvGrpSpPr/>
            <p:nvPr/>
          </p:nvGrpSpPr>
          <p:grpSpPr>
            <a:xfrm>
              <a:off x="2926077" y="1534721"/>
              <a:ext cx="1962774" cy="630317"/>
              <a:chOff x="547354" y="3215421"/>
              <a:chExt cx="2653832" cy="630317"/>
            </a:xfrm>
          </p:grpSpPr>
          <p:grpSp>
            <p:nvGrpSpPr>
              <p:cNvPr id="477" name="Google Shape;477;p22"/>
              <p:cNvGrpSpPr/>
              <p:nvPr/>
            </p:nvGrpSpPr>
            <p:grpSpPr>
              <a:xfrm>
                <a:off x="547354" y="3215421"/>
                <a:ext cx="1288946" cy="630317"/>
                <a:chOff x="547354" y="1920021"/>
                <a:chExt cx="1288946" cy="630317"/>
              </a:xfrm>
            </p:grpSpPr>
            <p:sp>
              <p:nvSpPr>
                <p:cNvPr id="478" name="Google Shape;478;p22"/>
                <p:cNvSpPr/>
                <p:nvPr/>
              </p:nvSpPr>
              <p:spPr>
                <a:xfrm rot="10800000" flipH="1">
                  <a:off x="547354" y="1920021"/>
                  <a:ext cx="627300" cy="3207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22"/>
                <p:cNvSpPr/>
                <p:nvPr/>
              </p:nvSpPr>
              <p:spPr>
                <a:xfrm rot="10800000" flipH="1">
                  <a:off x="1209000" y="1920021"/>
                  <a:ext cx="627300" cy="3207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480;p22"/>
                <p:cNvSpPr txBox="1"/>
                <p:nvPr/>
              </p:nvSpPr>
              <p:spPr>
                <a:xfrm>
                  <a:off x="579924" y="2211038"/>
                  <a:ext cx="627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1" name="Google Shape;481;p22"/>
                <p:cNvSpPr txBox="1"/>
                <p:nvPr/>
              </p:nvSpPr>
              <p:spPr>
                <a:xfrm>
                  <a:off x="1306231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2" name="Google Shape;482;p22"/>
              <p:cNvGrpSpPr/>
              <p:nvPr/>
            </p:nvGrpSpPr>
            <p:grpSpPr>
              <a:xfrm>
                <a:off x="1896483" y="3215421"/>
                <a:ext cx="1304703" cy="630304"/>
                <a:chOff x="1896483" y="1920021"/>
                <a:chExt cx="1304703" cy="630304"/>
              </a:xfrm>
            </p:grpSpPr>
            <p:sp>
              <p:nvSpPr>
                <p:cNvPr id="483" name="Google Shape;483;p22"/>
                <p:cNvSpPr/>
                <p:nvPr/>
              </p:nvSpPr>
              <p:spPr>
                <a:xfrm rot="10800000" flipH="1">
                  <a:off x="1896483" y="1920021"/>
                  <a:ext cx="627300" cy="3207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22"/>
                <p:cNvSpPr/>
                <p:nvPr/>
              </p:nvSpPr>
              <p:spPr>
                <a:xfrm rot="10800000" flipH="1">
                  <a:off x="2573886" y="1920021"/>
                  <a:ext cx="627300" cy="3207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22"/>
                <p:cNvSpPr txBox="1"/>
                <p:nvPr/>
              </p:nvSpPr>
              <p:spPr>
                <a:xfrm>
                  <a:off x="1987459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6" name="Google Shape;486;p22"/>
                <p:cNvSpPr txBox="1"/>
                <p:nvPr/>
              </p:nvSpPr>
              <p:spPr>
                <a:xfrm>
                  <a:off x="2669906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+8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87" name="Google Shape;487;p22"/>
            <p:cNvSpPr/>
            <p:nvPr/>
          </p:nvSpPr>
          <p:spPr>
            <a:xfrm rot="10800000" flipH="1">
              <a:off x="4923780" y="1534721"/>
              <a:ext cx="464100" cy="320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8" name="Google Shape;488;p22"/>
            <p:cNvSpPr txBox="1"/>
            <p:nvPr/>
          </p:nvSpPr>
          <p:spPr>
            <a:xfrm>
              <a:off x="4987636" y="1825725"/>
              <a:ext cx="377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89" name="Google Shape;489;p22"/>
          <p:cNvGrpSpPr/>
          <p:nvPr/>
        </p:nvGrpSpPr>
        <p:grpSpPr>
          <a:xfrm>
            <a:off x="1790642" y="5243861"/>
            <a:ext cx="1109861" cy="384108"/>
            <a:chOff x="547354" y="3215421"/>
            <a:chExt cx="2966749" cy="630306"/>
          </a:xfrm>
        </p:grpSpPr>
        <p:grpSp>
          <p:nvGrpSpPr>
            <p:cNvPr id="490" name="Google Shape;490;p22"/>
            <p:cNvGrpSpPr/>
            <p:nvPr/>
          </p:nvGrpSpPr>
          <p:grpSpPr>
            <a:xfrm>
              <a:off x="547354" y="3215421"/>
              <a:ext cx="1561011" cy="630306"/>
              <a:chOff x="547354" y="1920021"/>
              <a:chExt cx="1561011" cy="630306"/>
            </a:xfrm>
          </p:grpSpPr>
          <p:sp>
            <p:nvSpPr>
              <p:cNvPr id="491" name="Google Shape;491;p22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2"/>
              <p:cNvSpPr txBox="1"/>
              <p:nvPr/>
            </p:nvSpPr>
            <p:spPr>
              <a:xfrm>
                <a:off x="579920" y="2211027"/>
                <a:ext cx="8934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" name="Google Shape;494;p22"/>
              <p:cNvSpPr txBox="1"/>
              <p:nvPr/>
            </p:nvSpPr>
            <p:spPr>
              <a:xfrm>
                <a:off x="1214965" y="2211027"/>
                <a:ext cx="8934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95" name="Google Shape;495;p22"/>
            <p:cNvGrpSpPr/>
            <p:nvPr/>
          </p:nvGrpSpPr>
          <p:grpSpPr>
            <a:xfrm>
              <a:off x="1896483" y="3215421"/>
              <a:ext cx="1617620" cy="630306"/>
              <a:chOff x="1896483" y="1920021"/>
              <a:chExt cx="1617620" cy="630306"/>
            </a:xfrm>
          </p:grpSpPr>
          <p:sp>
            <p:nvSpPr>
              <p:cNvPr id="496" name="Google Shape;496;p22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2"/>
              <p:cNvSpPr txBox="1"/>
              <p:nvPr/>
            </p:nvSpPr>
            <p:spPr>
              <a:xfrm>
                <a:off x="1903023" y="2211027"/>
                <a:ext cx="8934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9" name="Google Shape;499;p22"/>
              <p:cNvSpPr txBox="1"/>
              <p:nvPr/>
            </p:nvSpPr>
            <p:spPr>
              <a:xfrm>
                <a:off x="2620703" y="2211027"/>
                <a:ext cx="8934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00" name="Google Shape;500;p22"/>
          <p:cNvGrpSpPr/>
          <p:nvPr/>
        </p:nvGrpSpPr>
        <p:grpSpPr>
          <a:xfrm>
            <a:off x="1656290" y="5497209"/>
            <a:ext cx="985467" cy="376973"/>
            <a:chOff x="2540151" y="2929579"/>
            <a:chExt cx="1876723" cy="618597"/>
          </a:xfrm>
        </p:grpSpPr>
        <p:grpSp>
          <p:nvGrpSpPr>
            <p:cNvPr id="501" name="Google Shape;501;p22"/>
            <p:cNvGrpSpPr/>
            <p:nvPr/>
          </p:nvGrpSpPr>
          <p:grpSpPr>
            <a:xfrm>
              <a:off x="3008858" y="2929579"/>
              <a:ext cx="1408016" cy="618597"/>
              <a:chOff x="547357" y="3227128"/>
              <a:chExt cx="1976440" cy="618597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>
                <a:off x="547357" y="3227128"/>
                <a:ext cx="1288952" cy="618597"/>
                <a:chOff x="547357" y="1931728"/>
                <a:chExt cx="1288952" cy="618597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 rot="10800000" flipH="1">
                  <a:off x="547357" y="1931728"/>
                  <a:ext cx="627300" cy="3090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 rot="10800000" flipH="1">
                  <a:off x="1209008" y="1931728"/>
                  <a:ext cx="627300" cy="3090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22"/>
                <p:cNvSpPr txBox="1"/>
                <p:nvPr/>
              </p:nvSpPr>
              <p:spPr>
                <a:xfrm>
                  <a:off x="579942" y="2211023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06" name="Google Shape;506;p22"/>
                <p:cNvSpPr txBox="1"/>
                <p:nvPr/>
              </p:nvSpPr>
              <p:spPr>
                <a:xfrm>
                  <a:off x="1306231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507" name="Google Shape;507;p22"/>
              <p:cNvGrpSpPr/>
              <p:nvPr/>
            </p:nvGrpSpPr>
            <p:grpSpPr>
              <a:xfrm>
                <a:off x="1896497" y="3227128"/>
                <a:ext cx="627300" cy="618597"/>
                <a:chOff x="1896497" y="1931728"/>
                <a:chExt cx="627300" cy="618597"/>
              </a:xfrm>
            </p:grpSpPr>
            <p:sp>
              <p:nvSpPr>
                <p:cNvPr id="508" name="Google Shape;508;p22"/>
                <p:cNvSpPr/>
                <p:nvPr/>
              </p:nvSpPr>
              <p:spPr>
                <a:xfrm rot="10800000" flipH="1">
                  <a:off x="1896497" y="1931728"/>
                  <a:ext cx="627300" cy="309000"/>
                </a:xfrm>
                <a:prstGeom prst="arc">
                  <a:avLst>
                    <a:gd name="adj1" fmla="val 10729459"/>
                    <a:gd name="adj2" fmla="val 0"/>
                  </a:avLst>
                </a:prstGeom>
                <a:noFill/>
                <a:ln w="19050" cap="flat" cmpd="sng">
                  <a:solidFill>
                    <a:srgbClr val="037B7D"/>
                  </a:solidFill>
                  <a:prstDash val="solid"/>
                  <a:round/>
                  <a:headEnd type="none" w="sm" len="sm"/>
                  <a:tailEnd type="triangl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22"/>
                <p:cNvSpPr txBox="1"/>
                <p:nvPr/>
              </p:nvSpPr>
              <p:spPr>
                <a:xfrm>
                  <a:off x="1987459" y="2211025"/>
                  <a:ext cx="510600" cy="33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solidFill>
                        <a:srgbClr val="037B7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+2</a:t>
                  </a:r>
                  <a:endParaRPr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510" name="Google Shape;510;p22"/>
            <p:cNvSpPr/>
            <p:nvPr/>
          </p:nvSpPr>
          <p:spPr>
            <a:xfrm rot="10800000" flipH="1">
              <a:off x="2540151" y="2929579"/>
              <a:ext cx="447000" cy="3090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1" name="Google Shape;511;p22"/>
            <p:cNvSpPr txBox="1"/>
            <p:nvPr/>
          </p:nvSpPr>
          <p:spPr>
            <a:xfrm>
              <a:off x="2597885" y="3208874"/>
              <a:ext cx="3639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2" name="Google Shape;512;p22"/>
          <p:cNvGrpSpPr/>
          <p:nvPr/>
        </p:nvGrpSpPr>
        <p:grpSpPr>
          <a:xfrm>
            <a:off x="701570" y="6230537"/>
            <a:ext cx="1224676" cy="432200"/>
            <a:chOff x="439797" y="3215421"/>
            <a:chExt cx="2761389" cy="630304"/>
          </a:xfrm>
        </p:grpSpPr>
        <p:grpSp>
          <p:nvGrpSpPr>
            <p:cNvPr id="513" name="Google Shape;513;p22"/>
            <p:cNvGrpSpPr/>
            <p:nvPr/>
          </p:nvGrpSpPr>
          <p:grpSpPr>
            <a:xfrm>
              <a:off x="439797" y="3215421"/>
              <a:ext cx="1421728" cy="630298"/>
              <a:chOff x="439797" y="1920021"/>
              <a:chExt cx="1421728" cy="630298"/>
            </a:xfrm>
          </p:grpSpPr>
          <p:sp>
            <p:nvSpPr>
              <p:cNvPr id="514" name="Google Shape;514;p22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2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2"/>
              <p:cNvSpPr txBox="1"/>
              <p:nvPr/>
            </p:nvSpPr>
            <p:spPr>
              <a:xfrm>
                <a:off x="439797" y="2211019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7" name="Google Shape;517;p22"/>
              <p:cNvSpPr txBox="1"/>
              <p:nvPr/>
            </p:nvSpPr>
            <p:spPr>
              <a:xfrm>
                <a:off x="1234225" y="2211019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18" name="Google Shape;518;p2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519" name="Google Shape;519;p22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2"/>
              <p:cNvSpPr txBox="1"/>
              <p:nvPr/>
            </p:nvSpPr>
            <p:spPr>
              <a:xfrm>
                <a:off x="1915453" y="2211019"/>
                <a:ext cx="627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2" name="Google Shape;522;p22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23" name="Google Shape;523;p22"/>
          <p:cNvGrpSpPr/>
          <p:nvPr/>
        </p:nvGrpSpPr>
        <p:grpSpPr>
          <a:xfrm>
            <a:off x="881856" y="6515593"/>
            <a:ext cx="876551" cy="424172"/>
            <a:chOff x="547357" y="3227128"/>
            <a:chExt cx="1976440" cy="618597"/>
          </a:xfrm>
        </p:grpSpPr>
        <p:grpSp>
          <p:nvGrpSpPr>
            <p:cNvPr id="524" name="Google Shape;524;p22"/>
            <p:cNvGrpSpPr/>
            <p:nvPr/>
          </p:nvGrpSpPr>
          <p:grpSpPr>
            <a:xfrm>
              <a:off x="547357" y="3227128"/>
              <a:ext cx="1288952" cy="618597"/>
              <a:chOff x="547357" y="1931728"/>
              <a:chExt cx="1288952" cy="618597"/>
            </a:xfrm>
          </p:grpSpPr>
          <p:sp>
            <p:nvSpPr>
              <p:cNvPr id="525" name="Google Shape;525;p22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2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8" name="Google Shape;528;p22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29" name="Google Shape;529;p22"/>
            <p:cNvGrpSpPr/>
            <p:nvPr/>
          </p:nvGrpSpPr>
          <p:grpSpPr>
            <a:xfrm>
              <a:off x="1896497" y="3227128"/>
              <a:ext cx="627300" cy="618597"/>
              <a:chOff x="1896497" y="1931728"/>
              <a:chExt cx="627300" cy="618597"/>
            </a:xfrm>
          </p:grpSpPr>
          <p:sp>
            <p:nvSpPr>
              <p:cNvPr id="530" name="Google Shape;530;p22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2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32" name="Google Shape;532;p22"/>
          <p:cNvGrpSpPr/>
          <p:nvPr/>
        </p:nvGrpSpPr>
        <p:grpSpPr>
          <a:xfrm>
            <a:off x="1933262" y="6230537"/>
            <a:ext cx="1176975" cy="432200"/>
            <a:chOff x="547354" y="3215421"/>
            <a:chExt cx="2653832" cy="630304"/>
          </a:xfrm>
        </p:grpSpPr>
        <p:grpSp>
          <p:nvGrpSpPr>
            <p:cNvPr id="533" name="Google Shape;533;p22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534" name="Google Shape;534;p22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2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7" name="Google Shape;537;p22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38" name="Google Shape;538;p2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539" name="Google Shape;539;p22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2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2" name="Google Shape;542;p22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+0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43" name="Google Shape;543;p22"/>
          <p:cNvGrpSpPr/>
          <p:nvPr/>
        </p:nvGrpSpPr>
        <p:grpSpPr>
          <a:xfrm>
            <a:off x="3136408" y="6230537"/>
            <a:ext cx="1176975" cy="432200"/>
            <a:chOff x="547354" y="3215421"/>
            <a:chExt cx="2653832" cy="630304"/>
          </a:xfrm>
        </p:grpSpPr>
        <p:grpSp>
          <p:nvGrpSpPr>
            <p:cNvPr id="544" name="Google Shape;544;p22"/>
            <p:cNvGrpSpPr/>
            <p:nvPr/>
          </p:nvGrpSpPr>
          <p:grpSpPr>
            <a:xfrm>
              <a:off x="547354" y="3215421"/>
              <a:ext cx="1288946" cy="630304"/>
              <a:chOff x="547354" y="1920021"/>
              <a:chExt cx="1288946" cy="630304"/>
            </a:xfrm>
          </p:grpSpPr>
          <p:sp>
            <p:nvSpPr>
              <p:cNvPr id="545" name="Google Shape;545;p22"/>
              <p:cNvSpPr/>
              <p:nvPr/>
            </p:nvSpPr>
            <p:spPr>
              <a:xfrm rot="10800000" flipH="1">
                <a:off x="547354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 rot="10800000" flipH="1">
                <a:off x="1209000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2"/>
              <p:cNvSpPr txBox="1"/>
              <p:nvPr/>
            </p:nvSpPr>
            <p:spPr>
              <a:xfrm>
                <a:off x="556573" y="221101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8" name="Google Shape;548;p22"/>
              <p:cNvSpPr txBox="1"/>
              <p:nvPr/>
            </p:nvSpPr>
            <p:spPr>
              <a:xfrm>
                <a:off x="12342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−4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49" name="Google Shape;549;p22"/>
            <p:cNvGrpSpPr/>
            <p:nvPr/>
          </p:nvGrpSpPr>
          <p:grpSpPr>
            <a:xfrm>
              <a:off x="1896483" y="3215421"/>
              <a:ext cx="1304703" cy="630304"/>
              <a:chOff x="1896483" y="1920021"/>
              <a:chExt cx="1304703" cy="630304"/>
            </a:xfrm>
          </p:grpSpPr>
          <p:sp>
            <p:nvSpPr>
              <p:cNvPr id="550" name="Google Shape;550;p22"/>
              <p:cNvSpPr/>
              <p:nvPr/>
            </p:nvSpPr>
            <p:spPr>
              <a:xfrm rot="10800000" flipH="1">
                <a:off x="1896483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 rot="10800000" flipH="1">
                <a:off x="2573886" y="1920021"/>
                <a:ext cx="627300" cy="320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2"/>
              <p:cNvSpPr txBox="1"/>
              <p:nvPr/>
            </p:nvSpPr>
            <p:spPr>
              <a:xfrm>
                <a:off x="19154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−6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3" name="Google Shape;553;p22"/>
              <p:cNvSpPr txBox="1"/>
              <p:nvPr/>
            </p:nvSpPr>
            <p:spPr>
              <a:xfrm>
                <a:off x="2641107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−8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54" name="Google Shape;554;p22"/>
          <p:cNvGrpSpPr/>
          <p:nvPr/>
        </p:nvGrpSpPr>
        <p:grpSpPr>
          <a:xfrm>
            <a:off x="1769746" y="6515609"/>
            <a:ext cx="1166122" cy="424172"/>
            <a:chOff x="2721440" y="4141484"/>
            <a:chExt cx="2101500" cy="618597"/>
          </a:xfrm>
        </p:grpSpPr>
        <p:grpSp>
          <p:nvGrpSpPr>
            <p:cNvPr id="555" name="Google Shape;555;p22"/>
            <p:cNvGrpSpPr/>
            <p:nvPr/>
          </p:nvGrpSpPr>
          <p:grpSpPr>
            <a:xfrm>
              <a:off x="2721440" y="4141484"/>
              <a:ext cx="1030001" cy="618597"/>
              <a:chOff x="547357" y="1931728"/>
              <a:chExt cx="1288952" cy="618597"/>
            </a:xfrm>
          </p:grpSpPr>
          <p:sp>
            <p:nvSpPr>
              <p:cNvPr id="556" name="Google Shape;556;p22"/>
              <p:cNvSpPr/>
              <p:nvPr/>
            </p:nvSpPr>
            <p:spPr>
              <a:xfrm rot="10800000" flipH="1">
                <a:off x="54735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 rot="10800000" flipH="1">
                <a:off x="1209008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2"/>
              <p:cNvSpPr txBox="1"/>
              <p:nvPr/>
            </p:nvSpPr>
            <p:spPr>
              <a:xfrm>
                <a:off x="579942" y="2211023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9" name="Google Shape;559;p22"/>
              <p:cNvSpPr txBox="1"/>
              <p:nvPr/>
            </p:nvSpPr>
            <p:spPr>
              <a:xfrm>
                <a:off x="1248633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0" name="Google Shape;560;p22"/>
            <p:cNvGrpSpPr/>
            <p:nvPr/>
          </p:nvGrpSpPr>
          <p:grpSpPr>
            <a:xfrm>
              <a:off x="3799538" y="4141484"/>
              <a:ext cx="501275" cy="618597"/>
              <a:chOff x="1896497" y="1931728"/>
              <a:chExt cx="627300" cy="618597"/>
            </a:xfrm>
          </p:grpSpPr>
          <p:sp>
            <p:nvSpPr>
              <p:cNvPr id="561" name="Google Shape;561;p22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2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63" name="Google Shape;563;p22"/>
            <p:cNvSpPr/>
            <p:nvPr/>
          </p:nvSpPr>
          <p:spPr>
            <a:xfrm rot="10800000" flipH="1">
              <a:off x="4321640" y="4141484"/>
              <a:ext cx="501300" cy="3090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 txBox="1"/>
            <p:nvPr/>
          </p:nvSpPr>
          <p:spPr>
            <a:xfrm>
              <a:off x="4347679" y="4420779"/>
              <a:ext cx="4080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65" name="Google Shape;565;p22"/>
          <p:cNvGrpSpPr/>
          <p:nvPr/>
        </p:nvGrpSpPr>
        <p:grpSpPr>
          <a:xfrm>
            <a:off x="2951087" y="6515609"/>
            <a:ext cx="1166122" cy="424172"/>
            <a:chOff x="4850366" y="4141484"/>
            <a:chExt cx="2101500" cy="618597"/>
          </a:xfrm>
        </p:grpSpPr>
        <p:sp>
          <p:nvSpPr>
            <p:cNvPr id="566" name="Google Shape;566;p22"/>
            <p:cNvSpPr/>
            <p:nvPr/>
          </p:nvSpPr>
          <p:spPr>
            <a:xfrm rot="10800000" flipH="1">
              <a:off x="4850366" y="4141484"/>
              <a:ext cx="501300" cy="3090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 txBox="1"/>
            <p:nvPr/>
          </p:nvSpPr>
          <p:spPr>
            <a:xfrm>
              <a:off x="4882030" y="4420781"/>
              <a:ext cx="4080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68" name="Google Shape;568;p22"/>
            <p:cNvGrpSpPr/>
            <p:nvPr/>
          </p:nvGrpSpPr>
          <p:grpSpPr>
            <a:xfrm>
              <a:off x="5399738" y="4141484"/>
              <a:ext cx="501275" cy="618597"/>
              <a:chOff x="1896497" y="1931728"/>
              <a:chExt cx="627300" cy="618597"/>
            </a:xfrm>
          </p:grpSpPr>
          <p:sp>
            <p:nvSpPr>
              <p:cNvPr id="569" name="Google Shape;569;p22"/>
              <p:cNvSpPr/>
              <p:nvPr/>
            </p:nvSpPr>
            <p:spPr>
              <a:xfrm rot="10800000" flipH="1">
                <a:off x="1896497" y="1931728"/>
                <a:ext cx="627300" cy="3090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2"/>
              <p:cNvSpPr txBox="1"/>
              <p:nvPr/>
            </p:nvSpPr>
            <p:spPr>
              <a:xfrm>
                <a:off x="192986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37B7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−2</a:t>
                </a:r>
                <a:endParaRPr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71" name="Google Shape;571;p22"/>
            <p:cNvSpPr/>
            <p:nvPr/>
          </p:nvSpPr>
          <p:spPr>
            <a:xfrm rot="10800000" flipH="1">
              <a:off x="5921840" y="4141484"/>
              <a:ext cx="501300" cy="3090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 rot="10800000" flipH="1">
              <a:off x="6450566" y="4141484"/>
              <a:ext cx="501300" cy="3090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3" name="Google Shape;573;p22"/>
            <p:cNvSpPr txBox="1"/>
            <p:nvPr/>
          </p:nvSpPr>
          <p:spPr>
            <a:xfrm>
              <a:off x="5947879" y="4420779"/>
              <a:ext cx="4080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4" name="Google Shape;574;p22"/>
            <p:cNvSpPr txBox="1"/>
            <p:nvPr/>
          </p:nvSpPr>
          <p:spPr>
            <a:xfrm>
              <a:off x="6482230" y="4420781"/>
              <a:ext cx="4080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−2</a:t>
              </a:r>
              <a:endParaRPr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168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non-linear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2024-03-05T14:27:18.649</cp:lastPrinted>
  <dcterms:created xsi:type="dcterms:W3CDTF">2024-03-05T14:27:18Z</dcterms:created>
  <dcterms:modified xsi:type="dcterms:W3CDTF">2024-03-05T14:25:00Z</dcterms:modified>
</cp:coreProperties>
</file>