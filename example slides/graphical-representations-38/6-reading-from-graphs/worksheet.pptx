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be0a79fd9a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be0a79fd9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3" name="Shape 213"/>
        <p:cNvGrpSpPr/>
        <p:nvPr/>
      </p:nvGrpSpPr>
      <p:grpSpPr>
        <a:xfrm>
          <a:off x="0" y="0"/>
          <a:ext cx="0" cy="0"/>
        </a:xfrm>
      </p:grpSpPr>
      <p:sp>
        <p:nvSpPr>
          <p:cNvPr id="214" name="Google Shape;21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12.png" /><Relationship Id="rId5" Type="http://schemas.openxmlformats.org/officeDocument/2006/relationships/image" Target="../media/image13.png" /><Relationship Id="rId6" Type="http://schemas.openxmlformats.org/officeDocument/2006/relationships/image" Target="../media/image14.png" /><Relationship Id="rId7" Type="http://schemas.openxmlformats.org/officeDocument/2006/relationships/image" Target="../media/image15.png" /><Relationship Id="rId8" Type="http://schemas.openxmlformats.org/officeDocument/2006/relationships/image" Target="../media/image1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5586400"/>
            <a:ext cx="27627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0.8</a:t>
            </a:r>
            <a:r>
              <a:rPr lang="en-GB" sz="16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6579241"/>
            <a:ext cx="28533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0.4</a:t>
            </a:r>
            <a:r>
              <a:rPr lang="en-GB" sz="16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7582312"/>
            <a:ext cx="26862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1.75 × −0.4</a:t>
            </a:r>
            <a:r>
              <a:rPr lang="en-GB" sz="16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69942"/>
            <a:ext cx="57534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this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solve these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3963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Reading from linear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6" name="Google Shape;16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3868" y="2206299"/>
            <a:ext cx="4025009" cy="2775797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7" name="Google Shape;167;p20"/>
          <p:cNvSpPr txBox="1"/>
          <p:nvPr/>
        </p:nvSpPr>
        <p:spPr>
          <a:xfrm>
            <a:off x="6944394" y="4092536"/>
            <a:ext cx="1476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36220" y="2214598"/>
            <a:ext cx="147600" cy="25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2252153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 descr="&lt;math xmlns=&quot;http://www.w3.org/1998/Math/MathML&quot; display=&quot;block&quot; data-is-equatio=&quot;1&quot; data-latex=&quot;y=3-\frac{1}{2}x&quot;&gt;&lt;mi&gt;y&lt;/mi&gt;&lt;mo&gt;=&lt;/mo&gt;&lt;mn&gt;3&lt;/mn&gt;&lt;mo&gt;−&lt;/mo&gt;&lt;mfrac&gt;&lt;mn&gt;1&lt;/mn&gt;&lt;mn&gt;2&lt;/mn&gt;&lt;/mfrac&gt;&lt;mi&gt;x&lt;/mi&gt;&lt;/math&gt;" title="y equals 3 minus one half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2401" y="1634397"/>
            <a:ext cx="1036881" cy="452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 descr="&lt;math xmlns=&quot;http://www.w3.org/1998/Math/MathML&quot; display=&quot;block&quot; data-is-equatio=&quot;1&quot; data-latex=&quot;3-\frac{1}{2}x=0&quot;&gt;&lt;mn&gt;3&lt;/mn&gt;&lt;mo&gt;−&lt;/mo&gt;&lt;mfrac&gt;&lt;mn&gt;1&lt;/mn&gt;&lt;mn&gt;2&lt;/mn&gt;&lt;/mfrac&gt;&lt;mi&gt;x&lt;/mi&gt;&lt;mo&gt;=&lt;/mo&gt;&lt;mn&gt;0&lt;/mn&gt;&lt;/math&gt;" title="3 minus one half x equals 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600" y="3028751"/>
            <a:ext cx="1036800" cy="4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descr="&lt;math xmlns=&quot;http://www.w3.org/1998/Math/MathML&quot; display=&quot;block&quot; data-is-equatio=&quot;1&quot; data-latex=&quot;3-\frac{1}{2}x=1&quot;&gt;&lt;mn&gt;3&lt;/mn&gt;&lt;mo&gt;−&lt;/mo&gt;&lt;mfrac&gt;&lt;mn&gt;1&lt;/mn&gt;&lt;mn&gt;2&lt;/mn&gt;&lt;/mfrac&gt;&lt;mi&gt;x&lt;/mi&gt;&lt;mo&gt;=&lt;/mo&gt;&lt;mn&gt;1&lt;/mn&gt;&lt;/math&gt;" title="3 minus one half x equals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600" y="2156900"/>
            <a:ext cx="1017033" cy="4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&lt;math xmlns=&quot;http://www.w3.org/1998/Math/MathML&quot; display=&quot;block&quot; data-is-equatio=&quot;1&quot; data-latex=&quot;3-\frac{1}{2}x=5&quot;&gt;&lt;mn&gt;3&lt;/mn&gt;&lt;mo&gt;−&lt;/mo&gt;&lt;mfrac&gt;&lt;mn&gt;1&lt;/mn&gt;&lt;mn&gt;2&lt;/mn&gt;&lt;/mfrac&gt;&lt;mi&gt;x&lt;/mi&gt;&lt;mo&gt;=&lt;/mo&gt;&lt;mn&gt;5&lt;/mn&gt;&lt;/math&gt;" title="3 minus one half x equals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0600" y="3940825"/>
            <a:ext cx="1026952" cy="4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468000" y="3136980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4030910"/>
            <a:ext cx="283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60132" y="5407365"/>
            <a:ext cx="3320683" cy="290342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5105175"/>
            <a:ext cx="56784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this graph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1.75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− 0.3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calculate: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931195" y="6788606"/>
            <a:ext cx="147300" cy="2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98260" y="5425533"/>
            <a:ext cx="147300" cy="226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Reading from graphs</a:t>
            </a:r>
            <a:endParaRPr/>
          </a:p>
        </p:txBody>
      </p:sp>
      <p:cxnSp>
        <p:nvCxnSpPr>
          <p:cNvPr id="185" name="Google Shape;185;p21"/>
          <p:cNvCxnSpPr/>
          <p:nvPr/>
        </p:nvCxnSpPr>
        <p:spPr>
          <a:xfrm>
            <a:off x="474757" y="41091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2015" y="1355307"/>
            <a:ext cx="3419320" cy="2487719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7" name="Google Shape;187;p21"/>
          <p:cNvSpPr txBox="1"/>
          <p:nvPr/>
        </p:nvSpPr>
        <p:spPr>
          <a:xfrm>
            <a:off x="468000" y="720002"/>
            <a:ext cx="5637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Oak pupils plot their age against how many books they have read and find a linear relationship.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1"/>
          <p:cNvCxnSpPr/>
          <p:nvPr/>
        </p:nvCxnSpPr>
        <p:spPr>
          <a:xfrm>
            <a:off x="3697205" y="3677090"/>
            <a:ext cx="3138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1"/>
          <p:cNvCxnSpPr/>
          <p:nvPr/>
        </p:nvCxnSpPr>
        <p:spPr>
          <a:xfrm rot="10800000" flipH="1">
            <a:off x="3697205" y="1350590"/>
            <a:ext cx="0" cy="2326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1"/>
          <p:cNvSpPr txBox="1"/>
          <p:nvPr/>
        </p:nvSpPr>
        <p:spPr>
          <a:xfrm>
            <a:off x="3390624" y="2847691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3390624" y="248940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390624" y="2122101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390624" y="176381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390624" y="3214995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6021412" y="3395132"/>
            <a:ext cx="791100" cy="25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Age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 rot="-5400000">
            <a:off x="2756136" y="1735679"/>
            <a:ext cx="1013400" cy="2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Books read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2451713"/>
            <a:ext cx="2386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Use the graph to predict how many books a pupil will have read by the time they reach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1335181"/>
            <a:ext cx="23868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the graph to estimate the age of a pupil who has read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books.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3390624" y="1423563"/>
            <a:ext cx="270300" cy="215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4541250"/>
            <a:ext cx="32112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is the graph of the quadratic equation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4215375"/>
            <a:ext cx="66105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Reading from quadratic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2" name="Google Shape;2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1046" y="4581993"/>
            <a:ext cx="2983611" cy="321906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3" name="Google Shape;203;p21"/>
          <p:cNvSpPr txBox="1"/>
          <p:nvPr/>
        </p:nvSpPr>
        <p:spPr>
          <a:xfrm>
            <a:off x="6928544" y="6165998"/>
            <a:ext cx="1500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609636" y="4598180"/>
            <a:ext cx="150000" cy="23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21" descr="&lt;math xmlns=&quot;http://www.w3.org/1998/Math/MathML&quot; display=&quot;block&quot; data-is-equatio=&quot;1&quot; data-latex=&quot;y=\frac{1}{2}x^2+4x&quot;&gt;&lt;mi&gt;y&lt;/mi&gt;&lt;mo&gt;=&lt;/mo&gt;&lt;mfrac&gt;&lt;mn&gt;1&lt;/mn&gt;&lt;mn&gt;2&lt;/mn&gt;&lt;/mfrac&gt;&lt;msup&gt;&lt;mi&gt;x&lt;/mi&gt;&lt;mn&gt;2&lt;/mn&gt;&lt;/msup&gt;&lt;mo&gt;+&lt;/mo&gt;&lt;mn&gt;4&lt;/mn&gt;&lt;mi&gt;x&lt;/mi&gt;&lt;/math&gt;" title="y equals one half x squared plus 4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6000" y="4723447"/>
            <a:ext cx="1217400" cy="43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&lt;math xmlns=&quot;http://www.w3.org/1998/Math/MathML&quot; display=&quot;block&quot; data-is-equatio=&quot;1&quot; data-latex=&quot;\frac{1}{2}x^2+4x=10&quot;&gt;&lt;mfrac&gt;&lt;mn&gt;1&lt;/mn&gt;&lt;mn&gt;2&lt;/mn&gt;&lt;/mfrac&gt;&lt;msup&gt;&lt;mi&gt;x&lt;/mi&gt;&lt;mn&gt;2&lt;/mn&gt;&lt;/msup&gt;&lt;mo&gt;+&lt;/mo&gt;&lt;mn&gt;4&lt;/mn&gt;&lt;mi&gt;x&lt;/mi&gt;&lt;mo&gt;=&lt;/mo&gt;&lt;mn&gt;10&lt;/mn&gt;&lt;/math&gt;" title="one half x squared plus 4 x equals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5376" y="5846653"/>
            <a:ext cx="1324240" cy="44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&lt;math xmlns=&quot;http://www.w3.org/1998/Math/MathML&quot; display=&quot;block&quot; data-is-equatio=&quot;1&quot; data-latex=&quot;\frac{1}{2}x^2+4x=0&quot;&gt;&lt;mfrac&gt;&lt;mn&gt;1&lt;/mn&gt;&lt;mn&gt;2&lt;/mn&gt;&lt;/mfrac&gt;&lt;msup&gt;&lt;mi&gt;x&lt;/mi&gt;&lt;mn&gt;2&lt;/mn&gt;&lt;/msup&gt;&lt;mo&gt;+&lt;/mo&gt;&lt;mn&gt;4&lt;/mn&gt;&lt;mi&gt;x&lt;/mi&gt;&lt;mo&gt;=&lt;/mo&gt;&lt;mn&gt;0&lt;/mn&gt;&lt;/math&gt;" title="one half x squared plus 4 x equals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5376" y="6553102"/>
            <a:ext cx="1217394" cy="443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&lt;math xmlns=&quot;http://www.w3.org/1998/Math/MathML&quot; display=&quot;block&quot; data-is-equatio=&quot;1&quot; data-latex=&quot;\frac{1}{2}x^2+4x=-8&quot;&gt;&lt;mfrac&gt;&lt;mn&gt;1&lt;/mn&gt;&lt;mn&gt;2&lt;/mn&gt;&lt;/mfrac&gt;&lt;msup&gt;&lt;mi&gt;x&lt;/mi&gt;&lt;mn&gt;2&lt;/mn&gt;&lt;/msup&gt;&lt;mo&gt;+&lt;/mo&gt;&lt;mn&gt;4&lt;/mn&gt;&lt;mi&gt;x&lt;/mi&gt;&lt;mo&gt;=&lt;/mo&gt;&lt;mo&gt;−&lt;/mo&gt;&lt;mn&gt;8&lt;/mn&gt;&lt;/math&gt;" title="one half x squared plus 4 x equals negative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5376" y="7256629"/>
            <a:ext cx="1356617" cy="44357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8000" y="5398557"/>
            <a:ext cx="23406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graph to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8000" y="5940437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000" y="6647530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7348870"/>
            <a:ext cx="2694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6" name="Shape 216"/>
        <p:cNvGrpSpPr/>
        <p:nvPr/>
      </p:nvGrpSpPr>
      <p:grpSpPr>
        <a:xfrm>
          <a:off x="0" y="0"/>
          <a:ext cx="0" cy="0"/>
        </a:xfrm>
      </p:grpSpPr>
      <p:sp>
        <p:nvSpPr>
          <p:cNvPr id="217" name="Google Shape;217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8" name="Google Shape;218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Reading from graphs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468000" y="720000"/>
            <a:ext cx="64254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This parabola models the flight of a cricket ball being thrown.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68000" y="1076621"/>
            <a:ext cx="2271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graph to read: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468000" y="1355859"/>
            <a:ext cx="211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height of the ball at a distance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1754" y="973711"/>
            <a:ext cx="4370248" cy="249982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49943" y="3532014"/>
            <a:ext cx="1122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 rot="-5400000">
            <a:off x="2574050" y="1328383"/>
            <a:ext cx="933300" cy="27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5719849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769575" y="3362555"/>
            <a:ext cx="1506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6709658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4732933" y="3362564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2779293" y="3362555"/>
            <a:ext cx="1506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2686662" y="2254536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2686662" y="1280028"/>
            <a:ext cx="183300" cy="2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68000" y="2191364"/>
            <a:ext cx="211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distance when the ball is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68000" y="3252244"/>
            <a:ext cx="19992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distance when the ball is at a height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53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Reading from graphs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2024-03-05T14:32:16.152</cp:lastPrinted>
  <dcterms:created xsi:type="dcterms:W3CDTF">2024-03-05T14:32:16Z</dcterms:created>
  <dcterms:modified xsi:type="dcterms:W3CDTF">2024-03-05T14:29:56Z</dcterms:modified>
</cp:coreProperties>
</file>