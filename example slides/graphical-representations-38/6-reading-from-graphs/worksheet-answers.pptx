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8" name="Shape 218"/>
        <p:cNvGrpSpPr/>
        <p:nvPr/>
      </p:nvGrpSpPr>
      <p:grpSpPr>
        <a:xfrm>
          <a:off x="0" y="0"/>
          <a:ext cx="0" cy="0"/>
        </a:xfrm>
      </p:grpSpPr>
      <p:sp>
        <p:nvSpPr>
          <p:cNvPr id="219" name="Google Shape;219;g2be09ed2c04_0_48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be09ed2c04_0_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80" name="Shape 280"/>
        <p:cNvGrpSpPr/>
        <p:nvPr/>
      </p:nvGrpSpPr>
      <p:grpSpPr>
        <a:xfrm>
          <a:off x="0" y="0"/>
          <a:ext cx="0" cy="0"/>
        </a:xfrm>
      </p:grpSpPr>
      <p:sp>
        <p:nvSpPr>
          <p:cNvPr id="281" name="Google Shape;281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3.png" /><Relationship Id="rId4" Type="http://schemas.openxmlformats.org/officeDocument/2006/relationships/image" Target="../media/image14.png" /><Relationship Id="rId5" Type="http://schemas.openxmlformats.org/officeDocument/2006/relationships/image" Target="../media/image15.png" /><Relationship Id="rId6" Type="http://schemas.openxmlformats.org/officeDocument/2006/relationships/image" Target="../media/image16.png" /><Relationship Id="rId7" Type="http://schemas.openxmlformats.org/officeDocument/2006/relationships/image" Target="../media/image17.png" /><Relationship Id="rId8" Type="http://schemas.openxmlformats.org/officeDocument/2006/relationships/image" Target="../media/image18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9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/>
        </p:nvSpPr>
        <p:spPr>
          <a:xfrm>
            <a:off x="468000" y="5586405"/>
            <a:ext cx="27627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1.75 × 0.8</a:t>
            </a:r>
            <a:r>
              <a:rPr lang="en-GB" sz="17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− 0.3 = 1.1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6469429"/>
            <a:ext cx="28533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1.75 × 0.4</a:t>
            </a:r>
            <a:r>
              <a:rPr lang="en-GB" sz="17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− 0.3 = 0.4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7361552"/>
            <a:ext cx="26862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1.75 × −0.4</a:t>
            </a:r>
            <a:r>
              <a:rPr lang="en-GB" sz="17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− 0.3 = −1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5" name="Google Shape;175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Reading from graphs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2262801" y="2288694"/>
            <a:ext cx="6018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1769942"/>
            <a:ext cx="57534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this graph of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solve these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8000" y="139632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Reading from linear graphs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3868" y="2206299"/>
            <a:ext cx="4025009" cy="2775797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0" name="Google Shape;180;p20"/>
          <p:cNvSpPr txBox="1"/>
          <p:nvPr/>
        </p:nvSpPr>
        <p:spPr>
          <a:xfrm>
            <a:off x="6944394" y="4092536"/>
            <a:ext cx="147600" cy="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636220" y="2214598"/>
            <a:ext cx="147600" cy="25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68000" y="2252153"/>
            <a:ext cx="2832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" name="Google Shape;183;p20" descr="&lt;math xmlns=&quot;http://www.w3.org/1998/Math/MathML&quot; display=&quot;block&quot; data-is-equatio=&quot;1&quot; data-latex=&quot;y=3-\frac{1}{2}x&quot;&gt;&lt;mi&gt;y&lt;/mi&gt;&lt;mo&gt;=&lt;/mo&gt;&lt;mn&gt;3&lt;/mn&gt;&lt;mo&gt;−&lt;/mo&gt;&lt;mfrac&gt;&lt;mn&gt;1&lt;/mn&gt;&lt;mn&gt;2&lt;/mn&gt;&lt;/mfrac&gt;&lt;mi&gt;x&lt;/mi&gt;&lt;/math&gt;" title="y equals 3 minus one half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2401" y="1634397"/>
            <a:ext cx="1036881" cy="452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&lt;math xmlns=&quot;http://www.w3.org/1998/Math/MathML&quot; display=&quot;block&quot; data-is-equatio=&quot;1&quot; data-latex=&quot;3-\frac{1}{2}x=0&quot;&gt;&lt;mn&gt;3&lt;/mn&gt;&lt;mo&gt;−&lt;/mo&gt;&lt;mfrac&gt;&lt;mn&gt;1&lt;/mn&gt;&lt;mn&gt;2&lt;/mn&gt;&lt;/mfrac&gt;&lt;mi&gt;x&lt;/mi&gt;&lt;mo&gt;=&lt;/mo&gt;&lt;mn&gt;0&lt;/mn&gt;&lt;/math&gt;" title="3 minus one half x equals 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0603" y="3028757"/>
            <a:ext cx="1207378" cy="526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&lt;math xmlns=&quot;http://www.w3.org/1998/Math/MathML&quot; display=&quot;block&quot; data-is-equatio=&quot;1&quot; data-latex=&quot;3-\frac{1}{2}x=1&quot;&gt;&lt;mn&gt;3&lt;/mn&gt;&lt;mo&gt;−&lt;/mo&gt;&lt;mfrac&gt;&lt;mn&gt;1&lt;/mn&gt;&lt;mn&gt;2&lt;/mn&gt;&lt;/mfrac&gt;&lt;mi&gt;x&lt;/mi&gt;&lt;mo&gt;=&lt;/mo&gt;&lt;mn&gt;1&lt;/mn&gt;&lt;/math&gt;" title="3 minus one half x equals 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0603" y="2156893"/>
            <a:ext cx="1184306" cy="526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&lt;math xmlns=&quot;http://www.w3.org/1998/Math/MathML&quot; display=&quot;block&quot; data-is-equatio=&quot;1&quot; data-latex=&quot;3-\frac{1}{2}x=5&quot;&gt;&lt;mn&gt;3&lt;/mn&gt;&lt;mo&gt;−&lt;/mo&gt;&lt;mfrac&gt;&lt;mn&gt;1&lt;/mn&gt;&lt;mn&gt;2&lt;/mn&gt;&lt;/mfrac&gt;&lt;mi&gt;x&lt;/mi&gt;&lt;mo&gt;=&lt;/mo&gt;&lt;mn&gt;5&lt;/mn&gt;&lt;/math&gt;" title="3 minus one half x equals 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0603" y="3940822"/>
            <a:ext cx="1195846" cy="52678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468000" y="3136980"/>
            <a:ext cx="2832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68000" y="4030910"/>
            <a:ext cx="2832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9" name="Google Shape;189;p20"/>
          <p:cNvCxnSpPr/>
          <p:nvPr/>
        </p:nvCxnSpPr>
        <p:spPr>
          <a:xfrm>
            <a:off x="3632554" y="2662036"/>
            <a:ext cx="1251000" cy="51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0" name="Google Shape;190;p20"/>
          <p:cNvSpPr txBox="1"/>
          <p:nvPr/>
        </p:nvSpPr>
        <p:spPr>
          <a:xfrm>
            <a:off x="2207566" y="4064021"/>
            <a:ext cx="6480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2262801" y="3159869"/>
            <a:ext cx="6018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" name="Google Shape;192;p20"/>
          <p:cNvCxnSpPr/>
          <p:nvPr/>
        </p:nvCxnSpPr>
        <p:spPr>
          <a:xfrm rot="10800000" flipH="1">
            <a:off x="3633964" y="2667000"/>
            <a:ext cx="2700" cy="15573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3" name="Google Shape;193;p20"/>
          <p:cNvSpPr txBox="1"/>
          <p:nvPr/>
        </p:nvSpPr>
        <p:spPr>
          <a:xfrm>
            <a:off x="3035846" y="2734976"/>
            <a:ext cx="548700" cy="25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(−4, 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3573448" y="2578054"/>
            <a:ext cx="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5" name="Google Shape;195;p20"/>
          <p:cNvCxnSpPr/>
          <p:nvPr/>
        </p:nvCxnSpPr>
        <p:spPr>
          <a:xfrm>
            <a:off x="4883550" y="4215648"/>
            <a:ext cx="1843800" cy="228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6" name="Google Shape;196;p20"/>
          <p:cNvSpPr txBox="1"/>
          <p:nvPr/>
        </p:nvSpPr>
        <p:spPr>
          <a:xfrm>
            <a:off x="6693184" y="4127230"/>
            <a:ext cx="2604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6247784" y="3550025"/>
            <a:ext cx="4797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(4, 1)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8" name="Google Shape;198;p20"/>
          <p:cNvCxnSpPr/>
          <p:nvPr/>
        </p:nvCxnSpPr>
        <p:spPr>
          <a:xfrm>
            <a:off x="4883550" y="3896350"/>
            <a:ext cx="1268700" cy="15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9" name="Google Shape;199;p20"/>
          <p:cNvCxnSpPr/>
          <p:nvPr/>
        </p:nvCxnSpPr>
        <p:spPr>
          <a:xfrm rot="10800000">
            <a:off x="6151399" y="3899050"/>
            <a:ext cx="6300" cy="3864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0" name="Google Shape;200;p20"/>
          <p:cNvSpPr txBox="1"/>
          <p:nvPr/>
        </p:nvSpPr>
        <p:spPr>
          <a:xfrm>
            <a:off x="6092518" y="3787226"/>
            <a:ext cx="2709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6264574" y="4333600"/>
            <a:ext cx="5985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(6, 0)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2" name="Google Shape;202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60132" y="5407365"/>
            <a:ext cx="3320683" cy="290342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3" name="Google Shape;203;p20"/>
          <p:cNvSpPr txBox="1"/>
          <p:nvPr/>
        </p:nvSpPr>
        <p:spPr>
          <a:xfrm>
            <a:off x="468000" y="5105175"/>
            <a:ext cx="56784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this graph of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1.75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− 0.3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calculate: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6931195" y="6788606"/>
            <a:ext cx="1473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4598260" y="5425533"/>
            <a:ext cx="147300" cy="226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067996" y="8063175"/>
            <a:ext cx="2670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" name="Google Shape;207;p20"/>
          <p:cNvCxnSpPr/>
          <p:nvPr/>
        </p:nvCxnSpPr>
        <p:spPr>
          <a:xfrm>
            <a:off x="4114316" y="8176937"/>
            <a:ext cx="753900" cy="48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20"/>
          <p:cNvCxnSpPr/>
          <p:nvPr/>
        </p:nvCxnSpPr>
        <p:spPr>
          <a:xfrm rot="10800000">
            <a:off x="4106072" y="6931693"/>
            <a:ext cx="3900" cy="12579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9" name="Google Shape;209;p20"/>
          <p:cNvSpPr txBox="1"/>
          <p:nvPr/>
        </p:nvSpPr>
        <p:spPr>
          <a:xfrm>
            <a:off x="3154365" y="7960267"/>
            <a:ext cx="835800" cy="25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0.4,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5666049" y="6533263"/>
            <a:ext cx="7620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(0.4, 0.4)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1" name="Google Shape;211;p20"/>
          <p:cNvCxnSpPr/>
          <p:nvPr/>
        </p:nvCxnSpPr>
        <p:spPr>
          <a:xfrm>
            <a:off x="4847475" y="6410868"/>
            <a:ext cx="759000" cy="24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12" name="Google Shape;212;p20"/>
          <p:cNvCxnSpPr/>
          <p:nvPr/>
        </p:nvCxnSpPr>
        <p:spPr>
          <a:xfrm rot="10800000">
            <a:off x="5605662" y="6415425"/>
            <a:ext cx="3900" cy="6492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3" name="Google Shape;213;p20"/>
          <p:cNvSpPr txBox="1"/>
          <p:nvPr/>
        </p:nvSpPr>
        <p:spPr>
          <a:xfrm>
            <a:off x="5535572" y="6290153"/>
            <a:ext cx="2697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430625" y="5640759"/>
            <a:ext cx="7728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(0.8, 1.1)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5" name="Google Shape;215;p20"/>
          <p:cNvCxnSpPr/>
          <p:nvPr/>
        </p:nvCxnSpPr>
        <p:spPr>
          <a:xfrm>
            <a:off x="4851250" y="5518378"/>
            <a:ext cx="1506900" cy="66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16" name="Google Shape;216;p20"/>
          <p:cNvCxnSpPr/>
          <p:nvPr/>
        </p:nvCxnSpPr>
        <p:spPr>
          <a:xfrm rot="10800000">
            <a:off x="6356545" y="5530500"/>
            <a:ext cx="7500" cy="17271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7" name="Google Shape;217;p20"/>
          <p:cNvSpPr txBox="1"/>
          <p:nvPr/>
        </p:nvSpPr>
        <p:spPr>
          <a:xfrm>
            <a:off x="6297876" y="5425400"/>
            <a:ext cx="2736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1" name="Shape 221"/>
        <p:cNvGrpSpPr/>
        <p:nvPr/>
      </p:nvGrpSpPr>
      <p:grpSpPr>
        <a:xfrm>
          <a:off x="0" y="0"/>
          <a:ext cx="0" cy="0"/>
        </a:xfrm>
      </p:grpSpPr>
      <p:sp>
        <p:nvSpPr>
          <p:cNvPr id="222" name="Google Shape;222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Reading from graphs</a:t>
            </a:r>
            <a:endParaRPr/>
          </a:p>
        </p:txBody>
      </p:sp>
      <p:cxnSp>
        <p:nvCxnSpPr>
          <p:cNvPr id="223" name="Google Shape;223;p21"/>
          <p:cNvCxnSpPr/>
          <p:nvPr/>
        </p:nvCxnSpPr>
        <p:spPr>
          <a:xfrm>
            <a:off x="474757" y="41091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4" name="Google Shape;2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2015" y="1355307"/>
            <a:ext cx="3419320" cy="248771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5" name="Google Shape;225;p21"/>
          <p:cNvSpPr txBox="1"/>
          <p:nvPr/>
        </p:nvSpPr>
        <p:spPr>
          <a:xfrm>
            <a:off x="468000" y="720002"/>
            <a:ext cx="5637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 Oak pupils plot their age against how many books they have read and find a linear relationship.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6" name="Google Shape;226;p21"/>
          <p:cNvCxnSpPr/>
          <p:nvPr/>
        </p:nvCxnSpPr>
        <p:spPr>
          <a:xfrm>
            <a:off x="3697205" y="3677090"/>
            <a:ext cx="31380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" name="Google Shape;227;p21"/>
          <p:cNvCxnSpPr/>
          <p:nvPr/>
        </p:nvCxnSpPr>
        <p:spPr>
          <a:xfrm rot="10800000" flipH="1">
            <a:off x="3697205" y="1350590"/>
            <a:ext cx="0" cy="23265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8" name="Google Shape;228;p21"/>
          <p:cNvSpPr txBox="1"/>
          <p:nvPr/>
        </p:nvSpPr>
        <p:spPr>
          <a:xfrm>
            <a:off x="3390624" y="2847691"/>
            <a:ext cx="270300" cy="21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3390624" y="2489405"/>
            <a:ext cx="270300" cy="21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3390624" y="2122101"/>
            <a:ext cx="270300" cy="21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3390624" y="1763815"/>
            <a:ext cx="270300" cy="21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3390624" y="3214995"/>
            <a:ext cx="270300" cy="21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6021412" y="3395132"/>
            <a:ext cx="791100" cy="25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Age (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yrs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 rot="-5400000">
            <a:off x="2756136" y="1735679"/>
            <a:ext cx="10134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Books read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68000" y="2451713"/>
            <a:ext cx="23868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Use the graph to predict how many books a pupil will have read by the time they reach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468000" y="1335181"/>
            <a:ext cx="23868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Use the graph to estimate the age of a pupil who has read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books.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6330193" y="1667027"/>
            <a:ext cx="748200" cy="25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(18, 575)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8" name="Google Shape;238;p21"/>
          <p:cNvCxnSpPr/>
          <p:nvPr/>
        </p:nvCxnSpPr>
        <p:spPr>
          <a:xfrm>
            <a:off x="3697205" y="1630814"/>
            <a:ext cx="2567100" cy="75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39" name="Google Shape;239;p21"/>
          <p:cNvCxnSpPr/>
          <p:nvPr/>
        </p:nvCxnSpPr>
        <p:spPr>
          <a:xfrm rot="10800000">
            <a:off x="6261827" y="1645206"/>
            <a:ext cx="12900" cy="20043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0" name="Google Shape;240;p21"/>
          <p:cNvSpPr txBox="1"/>
          <p:nvPr/>
        </p:nvSpPr>
        <p:spPr>
          <a:xfrm>
            <a:off x="6202660" y="1530561"/>
            <a:ext cx="264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2315731" y="2098371"/>
            <a:ext cx="556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≈ 14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2315728" y="3292650"/>
            <a:ext cx="68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≈ 575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3390624" y="1423563"/>
            <a:ext cx="270300" cy="21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600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5201538" y="2258209"/>
            <a:ext cx="7605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(14, 400)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5" name="Google Shape;245;p21"/>
          <p:cNvCxnSpPr/>
          <p:nvPr/>
        </p:nvCxnSpPr>
        <p:spPr>
          <a:xfrm>
            <a:off x="3669275" y="2212011"/>
            <a:ext cx="1469700" cy="66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46" name="Google Shape;246;p21"/>
          <p:cNvCxnSpPr/>
          <p:nvPr/>
        </p:nvCxnSpPr>
        <p:spPr>
          <a:xfrm rot="10800000">
            <a:off x="5137654" y="2224575"/>
            <a:ext cx="7500" cy="17784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7" name="Google Shape;247;p21"/>
          <p:cNvSpPr txBox="1"/>
          <p:nvPr/>
        </p:nvSpPr>
        <p:spPr>
          <a:xfrm>
            <a:off x="5071373" y="2123605"/>
            <a:ext cx="2691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468000" y="4541250"/>
            <a:ext cx="32112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This is the graph of the quadratic equation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468000" y="4215375"/>
            <a:ext cx="66105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Reading from quadratic graphs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0" name="Google Shape;25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1046" y="4581993"/>
            <a:ext cx="2983611" cy="321906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51" name="Google Shape;251;p21"/>
          <p:cNvSpPr txBox="1"/>
          <p:nvPr/>
        </p:nvSpPr>
        <p:spPr>
          <a:xfrm>
            <a:off x="6928544" y="6165998"/>
            <a:ext cx="1500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5609636" y="4598180"/>
            <a:ext cx="150000" cy="23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3" name="Google Shape;253;p21" descr="&lt;math xmlns=&quot;http://www.w3.org/1998/Math/MathML&quot; display=&quot;block&quot; data-is-equatio=&quot;1&quot; data-latex=&quot;y=\frac{1}{2}x^2+4x&quot;&gt;&lt;mi&gt;y&lt;/mi&gt;&lt;mo&gt;=&lt;/mo&gt;&lt;mfrac&gt;&lt;mn&gt;1&lt;/mn&gt;&lt;mn&gt;2&lt;/mn&gt;&lt;/mfrac&gt;&lt;msup&gt;&lt;mi&gt;x&lt;/mi&gt;&lt;mn&gt;2&lt;/mn&gt;&lt;/msup&gt;&lt;mo&gt;+&lt;/mo&gt;&lt;mn&gt;4&lt;/mn&gt;&lt;mi&gt;x&lt;/mi&gt;&lt;/math&gt;" title="y equals one half x squared plus 4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36000" y="4723447"/>
            <a:ext cx="1217400" cy="438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1" descr="&lt;math xmlns=&quot;http://www.w3.org/1998/Math/MathML&quot; display=&quot;block&quot; data-is-equatio=&quot;1&quot; data-latex=&quot;\frac{1}{2}x^2+4x=10&quot;&gt;&lt;mfrac&gt;&lt;mn&gt;1&lt;/mn&gt;&lt;mn&gt;2&lt;/mn&gt;&lt;/mfrac&gt;&lt;msup&gt;&lt;mi&gt;x&lt;/mi&gt;&lt;mn&gt;2&lt;/mn&gt;&lt;/msup&gt;&lt;mo&gt;+&lt;/mo&gt;&lt;mn&gt;4&lt;/mn&gt;&lt;mi&gt;x&lt;/mi&gt;&lt;mo&gt;=&lt;/mo&gt;&lt;mn&gt;10&lt;/mn&gt;&lt;/math&gt;" title="one half x squared plus 4 x equals 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5376" y="5846653"/>
            <a:ext cx="1324240" cy="443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1" descr="&lt;math xmlns=&quot;http://www.w3.org/1998/Math/MathML&quot; display=&quot;block&quot; data-is-equatio=&quot;1&quot; data-latex=&quot;\frac{1}{2}x^2+4x=0&quot;&gt;&lt;mfrac&gt;&lt;mn&gt;1&lt;/mn&gt;&lt;mn&gt;2&lt;/mn&gt;&lt;/mfrac&gt;&lt;msup&gt;&lt;mi&gt;x&lt;/mi&gt;&lt;mn&gt;2&lt;/mn&gt;&lt;/msup&gt;&lt;mo&gt;+&lt;/mo&gt;&lt;mn&gt;4&lt;/mn&gt;&lt;mi&gt;x&lt;/mi&gt;&lt;mo&gt;=&lt;/mo&gt;&lt;mn&gt;0&lt;/mn&gt;&lt;/math&gt;" title="one half x squared plus 4 x equals 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5376" y="6553102"/>
            <a:ext cx="1217394" cy="443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1" descr="&lt;math xmlns=&quot;http://www.w3.org/1998/Math/MathML&quot; display=&quot;block&quot; data-is-equatio=&quot;1&quot; data-latex=&quot;\frac{1}{2}x^2+4x=-8&quot;&gt;&lt;mfrac&gt;&lt;mn&gt;1&lt;/mn&gt;&lt;mn&gt;2&lt;/mn&gt;&lt;/mfrac&gt;&lt;msup&gt;&lt;mi&gt;x&lt;/mi&gt;&lt;mn&gt;2&lt;/mn&gt;&lt;/msup&gt;&lt;mo&gt;+&lt;/mo&gt;&lt;mn&gt;4&lt;/mn&gt;&lt;mi&gt;x&lt;/mi&gt;&lt;mo&gt;=&lt;/mo&gt;&lt;mo&gt;−&lt;/mo&gt;&lt;mn&gt;8&lt;/mn&gt;&lt;/math&gt;" title="one half x squared plus 4 x equals negative 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5376" y="7256629"/>
            <a:ext cx="1356617" cy="443576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/>
        </p:nvSpPr>
        <p:spPr>
          <a:xfrm>
            <a:off x="468000" y="5398557"/>
            <a:ext cx="23406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graph to solve: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468000" y="5940437"/>
            <a:ext cx="2694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468000" y="6647530"/>
            <a:ext cx="2694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468000" y="7348870"/>
            <a:ext cx="2694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6319133" y="4608875"/>
            <a:ext cx="555600" cy="26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(2, 10)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2" name="Google Shape;262;p21"/>
          <p:cNvCxnSpPr/>
          <p:nvPr/>
        </p:nvCxnSpPr>
        <p:spPr>
          <a:xfrm>
            <a:off x="4413625" y="4777978"/>
            <a:ext cx="1788300" cy="240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63" name="Google Shape;263;p21"/>
          <p:cNvCxnSpPr/>
          <p:nvPr/>
        </p:nvCxnSpPr>
        <p:spPr>
          <a:xfrm rot="10800000" flipH="1">
            <a:off x="6190937" y="4788420"/>
            <a:ext cx="3900" cy="150180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4" name="Google Shape;264;p21"/>
          <p:cNvSpPr txBox="1"/>
          <p:nvPr/>
        </p:nvSpPr>
        <p:spPr>
          <a:xfrm>
            <a:off x="3541502" y="4599623"/>
            <a:ext cx="781500" cy="26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(−10, 10)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5" name="Google Shape;265;p21"/>
          <p:cNvCxnSpPr/>
          <p:nvPr/>
        </p:nvCxnSpPr>
        <p:spPr>
          <a:xfrm rot="10800000" flipH="1">
            <a:off x="4410283" y="4788420"/>
            <a:ext cx="3900" cy="150180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6" name="Google Shape;266;p21"/>
          <p:cNvSpPr txBox="1"/>
          <p:nvPr/>
        </p:nvSpPr>
        <p:spPr>
          <a:xfrm>
            <a:off x="4346944" y="4683043"/>
            <a:ext cx="2718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6150536" y="4683043"/>
            <a:ext cx="2718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2525362" y="5963287"/>
            <a:ext cx="1217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endParaRPr sz="1200"/>
          </a:p>
        </p:txBody>
      </p:sp>
      <p:sp>
        <p:nvSpPr>
          <p:cNvPr id="269" name="Google Shape;269;p21"/>
          <p:cNvSpPr txBox="1"/>
          <p:nvPr/>
        </p:nvSpPr>
        <p:spPr>
          <a:xfrm>
            <a:off x="2463850" y="6701650"/>
            <a:ext cx="1340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</a:t>
            </a:r>
            <a:endParaRPr sz="1200"/>
          </a:p>
        </p:txBody>
      </p:sp>
      <p:sp>
        <p:nvSpPr>
          <p:cNvPr id="270" name="Google Shape;270;p21"/>
          <p:cNvSpPr txBox="1"/>
          <p:nvPr/>
        </p:nvSpPr>
        <p:spPr>
          <a:xfrm>
            <a:off x="2463850" y="7311250"/>
            <a:ext cx="134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one value only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71" name="Google Shape;271;p21"/>
          <p:cNvCxnSpPr/>
          <p:nvPr/>
        </p:nvCxnSpPr>
        <p:spPr>
          <a:xfrm>
            <a:off x="4678629" y="6323774"/>
            <a:ext cx="1242000" cy="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2" name="Google Shape;272;p21"/>
          <p:cNvSpPr txBox="1"/>
          <p:nvPr/>
        </p:nvSpPr>
        <p:spPr>
          <a:xfrm>
            <a:off x="5999804" y="6355975"/>
            <a:ext cx="4677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5856139" y="6225411"/>
            <a:ext cx="2721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4126925" y="6390500"/>
            <a:ext cx="5889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(−8, 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4643469" y="6213904"/>
            <a:ext cx="2721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6" name="Google Shape;276;p21"/>
          <p:cNvCxnSpPr/>
          <p:nvPr/>
        </p:nvCxnSpPr>
        <p:spPr>
          <a:xfrm rot="10800000" flipH="1">
            <a:off x="5323490" y="7478318"/>
            <a:ext cx="597000" cy="180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7" name="Google Shape;277;p21"/>
          <p:cNvSpPr txBox="1"/>
          <p:nvPr/>
        </p:nvSpPr>
        <p:spPr>
          <a:xfrm>
            <a:off x="4563875" y="7444548"/>
            <a:ext cx="625800" cy="2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(−4,−8)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5250948" y="7391163"/>
            <a:ext cx="2646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9" name="Google Shape;279;p21"/>
          <p:cNvCxnSpPr/>
          <p:nvPr/>
        </p:nvCxnSpPr>
        <p:spPr>
          <a:xfrm rot="10800000" flipH="1">
            <a:off x="5328015" y="6295560"/>
            <a:ext cx="10500" cy="118110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83" name="Shape 283"/>
        <p:cNvGrpSpPr/>
        <p:nvPr/>
      </p:nvGrpSpPr>
      <p:grpSpPr>
        <a:xfrm>
          <a:off x="0" y="0"/>
          <a:ext cx="0" cy="0"/>
        </a:xfrm>
      </p:grpSpPr>
      <p:sp>
        <p:nvSpPr>
          <p:cNvPr id="284" name="Google Shape;284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85" name="Google Shape;285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Reading from graphs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468000" y="720000"/>
            <a:ext cx="64254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This parabola models the flight of a cricket ball being thrown.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2"/>
          <p:cNvSpPr txBox="1"/>
          <p:nvPr/>
        </p:nvSpPr>
        <p:spPr>
          <a:xfrm>
            <a:off x="468000" y="1076621"/>
            <a:ext cx="22716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graph to read: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468000" y="1355859"/>
            <a:ext cx="21192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height of the ball at a distance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metres.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1" name="Google Shape;29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1754" y="973711"/>
            <a:ext cx="4370248" cy="2499821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2"/>
          <p:cNvSpPr txBox="1"/>
          <p:nvPr/>
        </p:nvSpPr>
        <p:spPr>
          <a:xfrm>
            <a:off x="5749943" y="3532014"/>
            <a:ext cx="1122000" cy="21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distance (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2"/>
          <p:cNvSpPr txBox="1"/>
          <p:nvPr/>
        </p:nvSpPr>
        <p:spPr>
          <a:xfrm rot="-5400000">
            <a:off x="2574050" y="1328383"/>
            <a:ext cx="9333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Height (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5719849" y="3362564"/>
            <a:ext cx="183300" cy="2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3769575" y="3362555"/>
            <a:ext cx="150600" cy="2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6709658" y="3362564"/>
            <a:ext cx="183300" cy="2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22"/>
          <p:cNvSpPr txBox="1"/>
          <p:nvPr/>
        </p:nvSpPr>
        <p:spPr>
          <a:xfrm>
            <a:off x="4732933" y="3362564"/>
            <a:ext cx="183300" cy="2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22"/>
          <p:cNvSpPr txBox="1"/>
          <p:nvPr/>
        </p:nvSpPr>
        <p:spPr>
          <a:xfrm>
            <a:off x="2779293" y="3362555"/>
            <a:ext cx="150600" cy="2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>
            <a:off x="2686662" y="2254536"/>
            <a:ext cx="183300" cy="2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22"/>
          <p:cNvSpPr txBox="1"/>
          <p:nvPr/>
        </p:nvSpPr>
        <p:spPr>
          <a:xfrm>
            <a:off x="2686662" y="1280028"/>
            <a:ext cx="183300" cy="2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468000" y="2191364"/>
            <a:ext cx="21192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distance when the ball is at a height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metres.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2"/>
          <p:cNvSpPr txBox="1"/>
          <p:nvPr/>
        </p:nvSpPr>
        <p:spPr>
          <a:xfrm>
            <a:off x="468000" y="3252244"/>
            <a:ext cx="19992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The distance when the ball is at a height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metres.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3" name="Google Shape;303;p22"/>
          <p:cNvCxnSpPr/>
          <p:nvPr/>
        </p:nvCxnSpPr>
        <p:spPr>
          <a:xfrm>
            <a:off x="2903447" y="1586650"/>
            <a:ext cx="2706600" cy="270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04" name="Google Shape;304;p22"/>
          <p:cNvCxnSpPr/>
          <p:nvPr/>
        </p:nvCxnSpPr>
        <p:spPr>
          <a:xfrm rot="10800000" flipH="1">
            <a:off x="5623869" y="1640893"/>
            <a:ext cx="6000" cy="171870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5" name="Google Shape;305;p22"/>
          <p:cNvSpPr txBox="1"/>
          <p:nvPr/>
        </p:nvSpPr>
        <p:spPr>
          <a:xfrm>
            <a:off x="479955" y="1833445"/>
            <a:ext cx="1185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Height =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6" name="Google Shape;306;p22"/>
          <p:cNvSpPr txBox="1"/>
          <p:nvPr/>
        </p:nvSpPr>
        <p:spPr>
          <a:xfrm>
            <a:off x="479952" y="2879770"/>
            <a:ext cx="224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Distance =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m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 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07" name="Google Shape;307;p22"/>
          <p:cNvCxnSpPr/>
          <p:nvPr/>
        </p:nvCxnSpPr>
        <p:spPr>
          <a:xfrm rot="10800000" flipH="1">
            <a:off x="4051584" y="1617357"/>
            <a:ext cx="6000" cy="171870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8" name="Google Shape;308;p22"/>
          <p:cNvSpPr txBox="1"/>
          <p:nvPr/>
        </p:nvSpPr>
        <p:spPr>
          <a:xfrm>
            <a:off x="5677293" y="1302618"/>
            <a:ext cx="539100" cy="2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(14, 9)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2"/>
          <p:cNvSpPr txBox="1"/>
          <p:nvPr/>
        </p:nvSpPr>
        <p:spPr>
          <a:xfrm>
            <a:off x="5568451" y="1488845"/>
            <a:ext cx="2637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2"/>
          <p:cNvSpPr txBox="1"/>
          <p:nvPr/>
        </p:nvSpPr>
        <p:spPr>
          <a:xfrm>
            <a:off x="3531981" y="1302609"/>
            <a:ext cx="447300" cy="2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(6, 9)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2"/>
          <p:cNvSpPr txBox="1"/>
          <p:nvPr/>
        </p:nvSpPr>
        <p:spPr>
          <a:xfrm>
            <a:off x="3999557" y="1488845"/>
            <a:ext cx="2637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2"/>
          <p:cNvSpPr txBox="1"/>
          <p:nvPr/>
        </p:nvSpPr>
        <p:spPr>
          <a:xfrm>
            <a:off x="2348451" y="3634497"/>
            <a:ext cx="3476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ball never reaches a height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13" name="Google Shape;313;p22"/>
          <p:cNvCxnSpPr/>
          <p:nvPr/>
        </p:nvCxnSpPr>
        <p:spPr>
          <a:xfrm>
            <a:off x="2864375" y="2368501"/>
            <a:ext cx="3504000" cy="180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14" name="Google Shape;314;p22"/>
          <p:cNvCxnSpPr/>
          <p:nvPr/>
        </p:nvCxnSpPr>
        <p:spPr>
          <a:xfrm rot="10800000" flipH="1">
            <a:off x="6374787" y="2399000"/>
            <a:ext cx="7800" cy="96060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15" name="Google Shape;315;p22"/>
          <p:cNvSpPr txBox="1"/>
          <p:nvPr/>
        </p:nvSpPr>
        <p:spPr>
          <a:xfrm>
            <a:off x="6483592" y="2191375"/>
            <a:ext cx="542100" cy="2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(18, 5)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6336029" y="2247757"/>
            <a:ext cx="2652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96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Reading from graphs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2024-03-05T14:32:32.567</cp:lastPrinted>
  <dcterms:created xsi:type="dcterms:W3CDTF">2024-03-05T14:32:32Z</dcterms:created>
  <dcterms:modified xsi:type="dcterms:W3CDTF">2024-03-05T14:30:14Z</dcterms:modified>
</cp:coreProperties>
</file>