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70" r:id="rId1"/>
    <p:sldMasterId id="2147483771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9144000" cy="5143500"/>
  <p:notesSz cx="6858000" cy="9144000"/>
  <p:embeddedFontLst>
    <p:embeddedFont>
      <p:font typeface="Lexend" panose="00000000000000000000"/>
      <p:regular r:id="rId45"/>
    </p:embeddedFont>
    <p:embeddedFont>
      <p:font typeface="Lexend Medium" panose="00000000000000000000"/>
      <p:regular r:id="rId46"/>
    </p:embeddedFont>
    <p:embeddedFont>
      <p:font typeface="Kalam" panose="02000000000000000000"/>
      <p:regular r:id="rId47"/>
    </p:embeddedFont>
    <p:embeddedFont>
      <p:font typeface="Lexend Light" panose="00000000000000000000"/>
      <p:regular r:id="rId48"/>
    </p:embeddedFont>
  </p:embeddedFontLst>
  <p:custDataLst>
    <p:tags r:id="rId44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8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C477ECC-7C17-48F1-9C18-92A26A508614}">
  <a:tblStyle styleId="{6C477ECC-7C17-48F1-9C18-92A26A5086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098"/>
      </p:guideLst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slide" Target="slides/slide39.xml" /><Relationship Id="rId43" Type="http://schemas.openxmlformats.org/officeDocument/2006/relationships/slide" Target="slides/slide40.xml" /><Relationship Id="rId44" Type="http://schemas.openxmlformats.org/officeDocument/2006/relationships/tags" Target="tags/tag1.xml" /><Relationship Id="rId45" Type="http://schemas.openxmlformats.org/officeDocument/2006/relationships/font" Target="fonts/font1.fntdata" /><Relationship Id="rId46" Type="http://schemas.openxmlformats.org/officeDocument/2006/relationships/font" Target="fonts/font2.fntdata" /><Relationship Id="rId47" Type="http://schemas.openxmlformats.org/officeDocument/2006/relationships/font" Target="fonts/font3.fntdata" /><Relationship Id="rId48" Type="http://schemas.openxmlformats.org/officeDocument/2006/relationships/font" Target="fonts/font4.fntdata" /><Relationship Id="rId49" Type="http://schemas.openxmlformats.org/officeDocument/2006/relationships/presProps" Target="presProps.xml" /><Relationship Id="rId5" Type="http://schemas.openxmlformats.org/officeDocument/2006/relationships/slide" Target="slides/slide2.xml" /><Relationship Id="rId50" Type="http://schemas.openxmlformats.org/officeDocument/2006/relationships/viewProps" Target="viewProps.xml" /><Relationship Id="rId51" Type="http://schemas.openxmlformats.org/officeDocument/2006/relationships/theme" Target="theme/theme1.xml" /><Relationship Id="rId52" Type="http://schemas.openxmlformats.org/officeDocument/2006/relationships/tableStyles" Target="tableStyles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5" name="Shape 1495"/>
        <p:cNvGrpSpPr/>
        <p:nvPr/>
      </p:nvGrpSpPr>
      <p:grpSpPr>
        <a:xfrm>
          <a:off x="0" y="0"/>
          <a:ext cx="0" cy="0"/>
        </a:xfrm>
      </p:grpSpPr>
      <p:sp>
        <p:nvSpPr>
          <p:cNvPr id="1496" name="Google Shape;1496;g2b2592dd14d_0_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b2592dd14d_0_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1" name="Shape 1501"/>
        <p:cNvGrpSpPr/>
        <p:nvPr/>
      </p:nvGrpSpPr>
      <p:grpSpPr>
        <a:xfrm>
          <a:off x="0" y="0"/>
          <a:ext cx="0" cy="0"/>
        </a:xfrm>
      </p:grpSpPr>
      <p:sp>
        <p:nvSpPr>
          <p:cNvPr id="1502" name="Google Shape;1502;g2b2592dd14d_0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2b2592dd14d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6" name="Shape 1506"/>
        <p:cNvGrpSpPr/>
        <p:nvPr/>
      </p:nvGrpSpPr>
      <p:grpSpPr>
        <a:xfrm>
          <a:off x="0" y="0"/>
          <a:ext cx="0" cy="0"/>
        </a:xfrm>
      </p:grpSpPr>
      <p:sp>
        <p:nvSpPr>
          <p:cNvPr id="1507" name="Google Shape;1507;g2b2592dd14d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b2592dd14d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1" name="Shape 1511"/>
        <p:cNvGrpSpPr/>
        <p:nvPr/>
      </p:nvGrpSpPr>
      <p:grpSpPr>
        <a:xfrm>
          <a:off x="0" y="0"/>
          <a:ext cx="0" cy="0"/>
        </a:xfrm>
      </p:grpSpPr>
      <p:sp>
        <p:nvSpPr>
          <p:cNvPr id="1512" name="Google Shape;1512;g2b570d8bcdb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2b570d8bcdb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7" name="Shape 1517"/>
        <p:cNvGrpSpPr/>
        <p:nvPr/>
      </p:nvGrpSpPr>
      <p:grpSpPr>
        <a:xfrm>
          <a:off x="0" y="0"/>
          <a:ext cx="0" cy="0"/>
        </a:xfrm>
      </p:grpSpPr>
      <p:sp>
        <p:nvSpPr>
          <p:cNvPr id="1518" name="Google Shape;1518;g2b49ebe7c52_0_15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2b49ebe7c52_0_15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25" name="Shape 1525"/>
        <p:cNvGrpSpPr/>
        <p:nvPr/>
      </p:nvGrpSpPr>
      <p:grpSpPr>
        <a:xfrm>
          <a:off x="0" y="0"/>
          <a:ext cx="0" cy="0"/>
        </a:xfrm>
      </p:grpSpPr>
      <p:sp>
        <p:nvSpPr>
          <p:cNvPr id="1526" name="Google Shape;1526;g2b49ebe7c52_0_15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b49ebe7c52_0_15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1" name="Shape 1531"/>
        <p:cNvGrpSpPr/>
        <p:nvPr/>
      </p:nvGrpSpPr>
      <p:grpSpPr>
        <a:xfrm>
          <a:off x="0" y="0"/>
          <a:ext cx="0" cy="0"/>
        </a:xfrm>
      </p:grpSpPr>
      <p:sp>
        <p:nvSpPr>
          <p:cNvPr id="1532" name="Google Shape;1532;g2b49ebe7c52_0_25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" name="Google Shape;1533;g2b49ebe7c52_0_25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6" name="Shape 1586"/>
        <p:cNvGrpSpPr/>
        <p:nvPr/>
      </p:nvGrpSpPr>
      <p:grpSpPr>
        <a:xfrm>
          <a:off x="0" y="0"/>
          <a:ext cx="0" cy="0"/>
        </a:xfrm>
      </p:grpSpPr>
      <p:sp>
        <p:nvSpPr>
          <p:cNvPr id="1587" name="Google Shape;1587;g2b49ebe7c52_0_16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2b49ebe7c52_0_16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07" name="Shape 1707"/>
        <p:cNvGrpSpPr/>
        <p:nvPr/>
      </p:nvGrpSpPr>
      <p:grpSpPr>
        <a:xfrm>
          <a:off x="0" y="0"/>
          <a:ext cx="0" cy="0"/>
        </a:xfrm>
      </p:grpSpPr>
      <p:sp>
        <p:nvSpPr>
          <p:cNvPr id="1708" name="Google Shape;1708;g2b49ebe7c52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2b49ebe7c52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2" name="Shape 1742"/>
        <p:cNvGrpSpPr/>
        <p:nvPr/>
      </p:nvGrpSpPr>
      <p:grpSpPr>
        <a:xfrm>
          <a:off x="0" y="0"/>
          <a:ext cx="0" cy="0"/>
        </a:xfrm>
      </p:grpSpPr>
      <p:sp>
        <p:nvSpPr>
          <p:cNvPr id="1743" name="Google Shape;1743;g2b763110050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2b763110050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2" name="Shape 1772"/>
        <p:cNvGrpSpPr/>
        <p:nvPr/>
      </p:nvGrpSpPr>
      <p:grpSpPr>
        <a:xfrm>
          <a:off x="0" y="0"/>
          <a:ext cx="0" cy="0"/>
        </a:xfrm>
      </p:grpSpPr>
      <p:sp>
        <p:nvSpPr>
          <p:cNvPr id="1773" name="Google Shape;1773;g2b49ebe7c52_2_1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2b49ebe7c52_2_1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1" name="Shape 1821"/>
        <p:cNvGrpSpPr/>
        <p:nvPr/>
      </p:nvGrpSpPr>
      <p:grpSpPr>
        <a:xfrm>
          <a:off x="0" y="0"/>
          <a:ext cx="0" cy="0"/>
        </a:xfrm>
      </p:grpSpPr>
      <p:sp>
        <p:nvSpPr>
          <p:cNvPr id="1822" name="Google Shape;1822;g2b49ebe7c52_3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" name="Google Shape;1823;g2b49ebe7c52_3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7" name="Shape 1867"/>
        <p:cNvGrpSpPr/>
        <p:nvPr/>
      </p:nvGrpSpPr>
      <p:grpSpPr>
        <a:xfrm>
          <a:off x="0" y="0"/>
          <a:ext cx="0" cy="0"/>
        </a:xfrm>
      </p:grpSpPr>
      <p:sp>
        <p:nvSpPr>
          <p:cNvPr id="1868" name="Google Shape;1868;g2b49ebe7c52_2_2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2b49ebe7c52_2_2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9" name="Shape 1919"/>
        <p:cNvGrpSpPr/>
        <p:nvPr/>
      </p:nvGrpSpPr>
      <p:grpSpPr>
        <a:xfrm>
          <a:off x="0" y="0"/>
          <a:ext cx="0" cy="0"/>
        </a:xfrm>
      </p:grpSpPr>
      <p:sp>
        <p:nvSpPr>
          <p:cNvPr id="1920" name="Google Shape;1920;g2b49ebe7c52_3_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1" name="Google Shape;1921;g2b49ebe7c52_3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1" name="Shape 1951"/>
        <p:cNvGrpSpPr/>
        <p:nvPr/>
      </p:nvGrpSpPr>
      <p:grpSpPr>
        <a:xfrm>
          <a:off x="0" y="0"/>
          <a:ext cx="0" cy="0"/>
        </a:xfrm>
      </p:grpSpPr>
      <p:sp>
        <p:nvSpPr>
          <p:cNvPr id="1952" name="Google Shape;1952;g2b49ebe7c52_3_1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2b49ebe7c52_3_1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9" name="Shape 1979"/>
        <p:cNvGrpSpPr/>
        <p:nvPr/>
      </p:nvGrpSpPr>
      <p:grpSpPr>
        <a:xfrm>
          <a:off x="0" y="0"/>
          <a:ext cx="0" cy="0"/>
        </a:xfrm>
      </p:grpSpPr>
      <p:sp>
        <p:nvSpPr>
          <p:cNvPr id="1980" name="Google Shape;1980;g2b763110050_0_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2b763110050_0_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26" name="Shape 2026"/>
        <p:cNvGrpSpPr/>
        <p:nvPr/>
      </p:nvGrpSpPr>
      <p:grpSpPr>
        <a:xfrm>
          <a:off x="0" y="0"/>
          <a:ext cx="0" cy="0"/>
        </a:xfrm>
      </p:grpSpPr>
      <p:sp>
        <p:nvSpPr>
          <p:cNvPr id="2027" name="Google Shape;2027;g2b49ebe7c52_3_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8" name="Google Shape;2028;g2b49ebe7c52_3_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36" name="Shape 2036"/>
        <p:cNvGrpSpPr/>
        <p:nvPr/>
      </p:nvGrpSpPr>
      <p:grpSpPr>
        <a:xfrm>
          <a:off x="0" y="0"/>
          <a:ext cx="0" cy="0"/>
        </a:xfrm>
      </p:grpSpPr>
      <p:sp>
        <p:nvSpPr>
          <p:cNvPr id="2037" name="Google Shape;2037;g2b49ebe7c52_3_4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8" name="Google Shape;2038;g2b49ebe7c52_3_4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13" name="Shape 2113"/>
        <p:cNvGrpSpPr/>
        <p:nvPr/>
      </p:nvGrpSpPr>
      <p:grpSpPr>
        <a:xfrm>
          <a:off x="0" y="0"/>
          <a:ext cx="0" cy="0"/>
        </a:xfrm>
      </p:grpSpPr>
      <p:sp>
        <p:nvSpPr>
          <p:cNvPr id="2114" name="Google Shape;2114;g2b4b342da37_0_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2b4b342da37_0_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89" name="Shape 2189"/>
        <p:cNvGrpSpPr/>
        <p:nvPr/>
      </p:nvGrpSpPr>
      <p:grpSpPr>
        <a:xfrm>
          <a:off x="0" y="0"/>
          <a:ext cx="0" cy="0"/>
        </a:xfrm>
      </p:grpSpPr>
      <p:sp>
        <p:nvSpPr>
          <p:cNvPr id="2190" name="Google Shape;2190;g2b763110050_0_1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1" name="Google Shape;2191;g2b763110050_0_1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29" name="Shape 2229"/>
        <p:cNvGrpSpPr/>
        <p:nvPr/>
      </p:nvGrpSpPr>
      <p:grpSpPr>
        <a:xfrm>
          <a:off x="0" y="0"/>
          <a:ext cx="0" cy="0"/>
        </a:xfrm>
      </p:grpSpPr>
      <p:sp>
        <p:nvSpPr>
          <p:cNvPr id="2230" name="Google Shape;2230;g2b49ebe7c52_3_4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1" name="Google Shape;2231;g2b49ebe7c52_3_4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39" name="Shape 2239"/>
        <p:cNvGrpSpPr/>
        <p:nvPr/>
      </p:nvGrpSpPr>
      <p:grpSpPr>
        <a:xfrm>
          <a:off x="0" y="0"/>
          <a:ext cx="0" cy="0"/>
        </a:xfrm>
      </p:grpSpPr>
      <p:sp>
        <p:nvSpPr>
          <p:cNvPr id="2240" name="Google Shape;2240;g2b49ebe7c52_3_4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1" name="Google Shape;2241;g2b49ebe7c52_3_4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49" name="Shape 2249"/>
        <p:cNvGrpSpPr/>
        <p:nvPr/>
      </p:nvGrpSpPr>
      <p:grpSpPr>
        <a:xfrm>
          <a:off x="0" y="0"/>
          <a:ext cx="0" cy="0"/>
        </a:xfrm>
      </p:grpSpPr>
      <p:sp>
        <p:nvSpPr>
          <p:cNvPr id="2250" name="Google Shape;2250;g2b49ebe7c52_3_4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1" name="Google Shape;2251;g2b49ebe7c52_3_4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59" name="Shape 2259"/>
        <p:cNvGrpSpPr/>
        <p:nvPr/>
      </p:nvGrpSpPr>
      <p:grpSpPr>
        <a:xfrm>
          <a:off x="0" y="0"/>
          <a:ext cx="0" cy="0"/>
        </a:xfrm>
      </p:grpSpPr>
      <p:sp>
        <p:nvSpPr>
          <p:cNvPr id="2260" name="Google Shape;2260;g2b4b342da37_0_1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1" name="Google Shape;2261;g2b4b342da37_0_1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34" name="Shape 2334"/>
        <p:cNvGrpSpPr/>
        <p:nvPr/>
      </p:nvGrpSpPr>
      <p:grpSpPr>
        <a:xfrm>
          <a:off x="0" y="0"/>
          <a:ext cx="0" cy="0"/>
        </a:xfrm>
      </p:grpSpPr>
      <p:sp>
        <p:nvSpPr>
          <p:cNvPr id="2335" name="Google Shape;2335;g2b4b342da37_0_2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6" name="Google Shape;2336;g2b4b342da37_0_2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09" name="Shape 2409"/>
        <p:cNvGrpSpPr/>
        <p:nvPr/>
      </p:nvGrpSpPr>
      <p:grpSpPr>
        <a:xfrm>
          <a:off x="0" y="0"/>
          <a:ext cx="0" cy="0"/>
        </a:xfrm>
      </p:grpSpPr>
      <p:sp>
        <p:nvSpPr>
          <p:cNvPr id="2410" name="Google Shape;2410;g2b49ebe7c52_0_15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1" name="Google Shape;2411;g2b49ebe7c52_0_15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17" name="Shape 2417"/>
        <p:cNvGrpSpPr/>
        <p:nvPr/>
      </p:nvGrpSpPr>
      <p:grpSpPr>
        <a:xfrm>
          <a:off x="0" y="0"/>
          <a:ext cx="0" cy="0"/>
        </a:xfrm>
      </p:grpSpPr>
      <p:sp>
        <p:nvSpPr>
          <p:cNvPr id="2418" name="Google Shape;2418;g2b4b342da37_0_11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9" name="Google Shape;2419;g2b4b342da37_0_11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39" name="Shape 2439"/>
        <p:cNvGrpSpPr/>
        <p:nvPr/>
      </p:nvGrpSpPr>
      <p:grpSpPr>
        <a:xfrm>
          <a:off x="0" y="0"/>
          <a:ext cx="0" cy="0"/>
        </a:xfrm>
      </p:grpSpPr>
      <p:sp>
        <p:nvSpPr>
          <p:cNvPr id="2440" name="Google Shape;2440;g2b4b342da37_0_18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1" name="Google Shape;2441;g2b4b342da37_0_18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97" name="Shape 2497"/>
        <p:cNvGrpSpPr/>
        <p:nvPr/>
      </p:nvGrpSpPr>
      <p:grpSpPr>
        <a:xfrm>
          <a:off x="0" y="0"/>
          <a:ext cx="0" cy="0"/>
        </a:xfrm>
      </p:grpSpPr>
      <p:sp>
        <p:nvSpPr>
          <p:cNvPr id="2498" name="Google Shape;2498;g2b4b342da37_0_20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9" name="Google Shape;2499;g2b4b342da37_0_20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70" name="Shape 2570"/>
        <p:cNvGrpSpPr/>
        <p:nvPr/>
      </p:nvGrpSpPr>
      <p:grpSpPr>
        <a:xfrm>
          <a:off x="0" y="0"/>
          <a:ext cx="0" cy="0"/>
        </a:xfrm>
      </p:grpSpPr>
      <p:sp>
        <p:nvSpPr>
          <p:cNvPr id="2571" name="Google Shape;2571;g2b4b342da37_1_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2" name="Google Shape;2572;g2b4b342da37_1_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79" name="Shape 2579"/>
        <p:cNvGrpSpPr/>
        <p:nvPr/>
      </p:nvGrpSpPr>
      <p:grpSpPr>
        <a:xfrm>
          <a:off x="0" y="0"/>
          <a:ext cx="0" cy="0"/>
        </a:xfrm>
      </p:grpSpPr>
      <p:sp>
        <p:nvSpPr>
          <p:cNvPr id="2580" name="Google Shape;2580;g2b4b342da37_0_19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1" name="Google Shape;2581;g2b4b342da37_0_19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98" name="Shape 2598"/>
        <p:cNvGrpSpPr/>
        <p:nvPr/>
      </p:nvGrpSpPr>
      <p:grpSpPr>
        <a:xfrm>
          <a:off x="0" y="0"/>
          <a:ext cx="0" cy="0"/>
        </a:xfrm>
      </p:grpSpPr>
      <p:sp>
        <p:nvSpPr>
          <p:cNvPr id="2599" name="Google Shape;2599;g2b4b342da37_1_1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0" name="Google Shape;2600;g2b4b342da37_1_1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11" name="Shape 2611"/>
        <p:cNvGrpSpPr/>
        <p:nvPr/>
      </p:nvGrpSpPr>
      <p:grpSpPr>
        <a:xfrm>
          <a:off x="0" y="0"/>
          <a:ext cx="0" cy="0"/>
        </a:xfrm>
      </p:grpSpPr>
      <p:sp>
        <p:nvSpPr>
          <p:cNvPr id="2612" name="Google Shape;2612;g2b4b342da37_4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3" name="Google Shape;2613;g2b4b342da37_4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42" name="Shape 2642"/>
        <p:cNvGrpSpPr/>
        <p:nvPr/>
      </p:nvGrpSpPr>
      <p:grpSpPr>
        <a:xfrm>
          <a:off x="0" y="0"/>
          <a:ext cx="0" cy="0"/>
        </a:xfrm>
      </p:grpSpPr>
      <p:sp>
        <p:nvSpPr>
          <p:cNvPr id="2643" name="Google Shape;2643;g2b4b342da37_4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4" name="Google Shape;2644;g2b4b342da37_4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49" name="Shape 2649"/>
        <p:cNvGrpSpPr/>
        <p:nvPr/>
      </p:nvGrpSpPr>
      <p:grpSpPr>
        <a:xfrm>
          <a:off x="0" y="0"/>
          <a:ext cx="0" cy="0"/>
        </a:xfrm>
      </p:grpSpPr>
      <p:sp>
        <p:nvSpPr>
          <p:cNvPr id="2650" name="Google Shape;2650;g2b4b342da37_4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1" name="Google Shape;2651;g2b4b342da37_4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65" name="Shape 2665"/>
        <p:cNvGrpSpPr/>
        <p:nvPr/>
      </p:nvGrpSpPr>
      <p:grpSpPr>
        <a:xfrm>
          <a:off x="0" y="0"/>
          <a:ext cx="0" cy="0"/>
        </a:xfrm>
      </p:grpSpPr>
      <p:sp>
        <p:nvSpPr>
          <p:cNvPr id="2666" name="Google Shape;2666;g2b4b342da37_4_1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7" name="Google Shape;2667;g2b4b342da37_4_1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78" name="Shape 2678"/>
        <p:cNvGrpSpPr/>
        <p:nvPr/>
      </p:nvGrpSpPr>
      <p:grpSpPr>
        <a:xfrm>
          <a:off x="0" y="0"/>
          <a:ext cx="0" cy="0"/>
        </a:xfrm>
      </p:grpSpPr>
      <p:sp>
        <p:nvSpPr>
          <p:cNvPr id="2679" name="Google Shape;2679;g2b4b342da37_4_1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0" name="Google Shape;2680;g2b4b342da37_4_1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00" name="Shape 2700"/>
        <p:cNvGrpSpPr/>
        <p:nvPr/>
      </p:nvGrpSpPr>
      <p:grpSpPr>
        <a:xfrm>
          <a:off x="0" y="0"/>
          <a:ext cx="0" cy="0"/>
        </a:xfrm>
      </p:grpSpPr>
      <p:sp>
        <p:nvSpPr>
          <p:cNvPr id="2701" name="Google Shape;2701;g2b4b342da37_4_1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2" name="Google Shape;2702;g2b4b342da37_4_1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25" name="Shape 2725"/>
        <p:cNvGrpSpPr/>
        <p:nvPr/>
      </p:nvGrpSpPr>
      <p:grpSpPr>
        <a:xfrm>
          <a:off x="0" y="0"/>
          <a:ext cx="0" cy="0"/>
        </a:xfrm>
      </p:grpSpPr>
      <p:sp>
        <p:nvSpPr>
          <p:cNvPr id="2726" name="Google Shape;2726;g2b49ebe7c52_0_7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7" name="Google Shape;2727;g2b49ebe7c52_0_7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31" name="Shape 2731"/>
        <p:cNvGrpSpPr/>
        <p:nvPr/>
      </p:nvGrpSpPr>
      <p:grpSpPr>
        <a:xfrm>
          <a:off x="0" y="0"/>
          <a:ext cx="0" cy="0"/>
        </a:xfrm>
      </p:grpSpPr>
      <p:sp>
        <p:nvSpPr>
          <p:cNvPr id="2732" name="Google Shape;2732;g2b49ebe7c52_0_7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3" name="Google Shape;2733;g2b49ebe7c52_0_7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2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2.xml" /></Relationships>
</file>

<file path=ppt/slideLayouts/_rels/slideLayout6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2.xml" /></Relationships>
</file>

<file path=ppt/slideLayouts/_rels/slideLayout7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7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7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2.xml" /></Relationships>
</file>

<file path=ppt/slideLayouts/_rels/slideLayout7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2.xml" /></Relationships>
</file>

<file path=ppt/slideLayouts/_rels/slideLayout7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2.xml" /></Relationships>
</file>

<file path=ppt/slideLayouts/_rels/slideLayout7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2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8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2.xml" /></Relationships>
</file>

<file path=ppt/slideLayouts/_rels/slideLayout8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0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2.xml" /></Relationships>
</file>

<file path=ppt/slideLayouts/_rels/slideLayout1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1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pic>
        <p:nvPicPr>
          <p:cNvPr id="220" name="Google Shape;220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pic>
        <p:nvPicPr>
          <p:cNvPr id="309" name="Google Shape;309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</a:xfrm>
      </p:grpSpPr>
      <p:pic>
        <p:nvPicPr>
          <p:cNvPr id="332" name="Google Shape;332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</a:xfrm>
      </p:grpSpPr>
      <p:pic>
        <p:nvPicPr>
          <p:cNvPr id="355" name="Google Shape;355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pic>
        <p:nvPicPr>
          <p:cNvPr id="397" name="Google Shape;397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</a:xfrm>
      </p:grpSpPr>
      <p:pic>
        <p:nvPicPr>
          <p:cNvPr id="416" name="Google Shape;416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</a:xfrm>
      </p:grpSpPr>
      <p:pic>
        <p:nvPicPr>
          <p:cNvPr id="435" name="Google Shape;435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</a:xfrm>
      </p:grpSpPr>
      <p:pic>
        <p:nvPicPr>
          <p:cNvPr id="500" name="Google Shape;500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</a:xfrm>
      </p:grpSpPr>
      <p:pic>
        <p:nvPicPr>
          <p:cNvPr id="523" name="Google Shape;523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4" name="Google Shape;554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</a:xfrm>
      </p:grpSpPr>
      <p:pic>
        <p:nvPicPr>
          <p:cNvPr id="565" name="Google Shape;565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3" name="Google Shape;573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</a:xfrm>
      </p:grpSpPr>
      <p:pic>
        <p:nvPicPr>
          <p:cNvPr id="584" name="Google Shape;584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2" name="Google Shape;592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</a:xfrm>
      </p:grpSpPr>
      <p:pic>
        <p:nvPicPr>
          <p:cNvPr id="603" name="Google Shape;603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1" name="Google Shape;611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4" name="Google Shape;624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</a:xfrm>
      </p:grpSpPr>
      <p:pic>
        <p:nvPicPr>
          <p:cNvPr id="636" name="Google Shape;636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8" name="Google Shape;638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</a:xfrm>
      </p:grpSpPr>
      <p:pic>
        <p:nvPicPr>
          <p:cNvPr id="643" name="Google Shape;643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5" name="Google Shape;645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2" name="Google Shape;652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</a:xfrm>
      </p:grpSpPr>
      <p:pic>
        <p:nvPicPr>
          <p:cNvPr id="658" name="Google Shape;658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0" name="Google Shape;660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</a:xfrm>
      </p:grpSpPr>
      <p:pic>
        <p:nvPicPr>
          <p:cNvPr id="666" name="Google Shape;666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8" name="Google Shape;668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</a:xfrm>
      </p:grpSpPr>
      <p:pic>
        <p:nvPicPr>
          <p:cNvPr id="674" name="Google Shape;674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6" name="Google Shape;676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4" name="Google Shape;684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</a:xfrm>
      </p:grpSpPr>
      <p:pic>
        <p:nvPicPr>
          <p:cNvPr id="690" name="Google Shape;690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2" name="Google Shape;692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</a:xfrm>
      </p:grpSpPr>
      <p:pic>
        <p:nvPicPr>
          <p:cNvPr id="698" name="Google Shape;698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0" name="Google Shape;700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</a:xfrm>
      </p:grpSpPr>
      <p:pic>
        <p:nvPicPr>
          <p:cNvPr id="706" name="Google Shape;706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45" name="Google Shape;745;p62"/>
          <p:cNvSpPr/>
          <p:nvPr/>
        </p:nvSpPr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</a:xfrm>
      </p:grpSpPr>
      <p:pic>
        <p:nvPicPr>
          <p:cNvPr id="755" name="Google Shape;755;p6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pic>
        <p:nvPicPr>
          <p:cNvPr id="763" name="Google Shape;763;p6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65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7" name="Google Shape;767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9" name="Google Shape;769;p65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pic>
        <p:nvPicPr>
          <p:cNvPr id="771" name="Google Shape;771;p66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</a:xfrm>
      </p:grpSpPr>
      <p:pic>
        <p:nvPicPr>
          <p:cNvPr id="779" name="Google Shape;779;p67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1" name="Google Shape;781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3" name="Google Shape;783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5" name="Google Shape;785;p6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6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788" name="Google Shape;788;p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</a:xfrm>
      </p:grpSpPr>
      <p:pic>
        <p:nvPicPr>
          <p:cNvPr id="790" name="Google Shape;790;p6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</a:xfrm>
      </p:grpSpPr>
      <p:sp>
        <p:nvSpPr>
          <p:cNvPr id="798" name="Google Shape;798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9" name="Google Shape;799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1" name="Google Shape;801;p6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3" name="Google Shape;803;p69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07" name="Google Shape;807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</a:xfrm>
      </p:grpSpPr>
      <p:pic>
        <p:nvPicPr>
          <p:cNvPr id="809" name="Google Shape;809;p7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</a:xfrm>
      </p:grpSpPr>
      <p:pic>
        <p:nvPicPr>
          <p:cNvPr id="817" name="Google Shape;817;p71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9" name="Google Shape;819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1" name="Google Shape;821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3" name="Google Shape;823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4" name="Google Shape;824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5" name="Google Shape;825;p71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26" name="Google Shape;826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1" name="Google Shape;831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3" name="Google Shape;83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7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</a:xfrm>
      </p:grpSpPr>
      <p:pic>
        <p:nvPicPr>
          <p:cNvPr id="836" name="Google Shape;836;p7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3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839" name="Shape 839"/>
        <p:cNvGrpSpPr/>
        <p:nvPr/>
      </p:nvGrpSpPr>
      <p:grpSpPr>
        <a:xfrm>
          <a:off x="0" y="0"/>
          <a:ext cx="0" cy="0"/>
        </a:xfrm>
      </p:grpSpPr>
      <p:sp>
        <p:nvSpPr>
          <p:cNvPr id="840" name="Google Shape;840;p74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4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4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4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4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5" name="Google Shape;845;p74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846" name="Google Shape;846;p74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7" name="Google Shape;847;p7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8" name="Google Shape;848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9" name="Google Shape;849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50" name="Google Shape;850;p74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52" name="Google Shape;852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853" name="Shape 853"/>
        <p:cNvGrpSpPr/>
        <p:nvPr/>
      </p:nvGrpSpPr>
      <p:grpSpPr>
        <a:xfrm>
          <a:off x="0" y="0"/>
          <a:ext cx="0" cy="0"/>
        </a:xfrm>
      </p:grpSpPr>
      <p:sp>
        <p:nvSpPr>
          <p:cNvPr id="854" name="Google Shape;854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55" name="Google Shape;855;p7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7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9" name="Google Shape;859;p75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5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5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5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863" name="Shape 863"/>
        <p:cNvGrpSpPr/>
        <p:nvPr/>
      </p:nvGrpSpPr>
      <p:grpSpPr>
        <a:xfrm>
          <a:off x="0" y="0"/>
          <a:ext cx="0" cy="0"/>
        </a:xfrm>
      </p:grpSpPr>
      <p:sp>
        <p:nvSpPr>
          <p:cNvPr id="864" name="Google Shape;864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65" name="Google Shape;865;p7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7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7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76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6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6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6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6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6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875" name="Shape 875"/>
        <p:cNvGrpSpPr/>
        <p:nvPr/>
      </p:nvGrpSpPr>
      <p:grpSpPr>
        <a:xfrm>
          <a:off x="0" y="0"/>
          <a:ext cx="0" cy="0"/>
        </a:xfrm>
      </p:grpSpPr>
      <p:sp>
        <p:nvSpPr>
          <p:cNvPr id="876" name="Google Shape;876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77" name="Google Shape;877;p7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77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7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7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7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7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4" name="Google Shape;884;p77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5" name="Google Shape;885;p77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7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7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7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889" name="Shape 889"/>
        <p:cNvGrpSpPr/>
        <p:nvPr/>
      </p:nvGrpSpPr>
      <p:grpSpPr>
        <a:xfrm>
          <a:off x="0" y="0"/>
          <a:ext cx="0" cy="0"/>
        </a:xfrm>
      </p:grpSpPr>
      <p:sp>
        <p:nvSpPr>
          <p:cNvPr id="890" name="Google Shape;890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91" name="Google Shape;891;p7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78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4" name="Google Shape;894;p78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78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6" name="Google Shape;896;p78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897" name="Shape 897"/>
        <p:cNvGrpSpPr/>
        <p:nvPr/>
      </p:nvGrpSpPr>
      <p:grpSpPr>
        <a:xfrm>
          <a:off x="0" y="0"/>
          <a:ext cx="0" cy="0"/>
        </a:xfrm>
      </p:grpSpPr>
      <p:sp>
        <p:nvSpPr>
          <p:cNvPr id="898" name="Google Shape;898;p7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99" name="Google Shape;899;p7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7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2" name="Google Shape;902;p79"/>
          <p:cNvCxnSpPr>
            <a:endCxn id="903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04" name="Google Shape;90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7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6" name="Google Shape;906;p7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3" name="Google Shape;903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7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910" name="Shape 910"/>
        <p:cNvGrpSpPr/>
        <p:nvPr/>
      </p:nvGrpSpPr>
      <p:grpSpPr>
        <a:xfrm>
          <a:off x="0" y="0"/>
          <a:ext cx="0" cy="0"/>
        </a:xfrm>
      </p:grpSpPr>
      <p:pic>
        <p:nvPicPr>
          <p:cNvPr id="911" name="Google Shape;911;p8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8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7" name="Google Shape;917;p80"/>
          <p:cNvCxnSpPr>
            <a:endCxn id="918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8" name="Google Shape;918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1" name="Google Shape;921;p8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2" name="Google Shape;922;p8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3" name="Google Shape;923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25" name="Google Shape;925;p8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8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928" name="Shape 928"/>
        <p:cNvGrpSpPr/>
        <p:nvPr/>
      </p:nvGrpSpPr>
      <p:grpSpPr>
        <a:xfrm>
          <a:off x="0" y="0"/>
          <a:ext cx="0" cy="0"/>
        </a:xfrm>
      </p:grpSpPr>
      <p:pic>
        <p:nvPicPr>
          <p:cNvPr id="929" name="Google Shape;929;p8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7" name="Google Shape;937;p8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38" name="Google Shape;938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2" name="Google Shape;942;p8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3" name="Google Shape;943;p8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4" name="Google Shape;944;p8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5" name="Google Shape;945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47" name="Google Shape;947;p8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8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950" name="Shape 950"/>
        <p:cNvGrpSpPr/>
        <p:nvPr/>
      </p:nvGrpSpPr>
      <p:grpSpPr>
        <a:xfrm>
          <a:off x="0" y="0"/>
          <a:ext cx="0" cy="0"/>
        </a:xfrm>
      </p:grpSpPr>
      <p:pic>
        <p:nvPicPr>
          <p:cNvPr id="951" name="Google Shape;951;p8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3" name="Google Shape;953;p8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4" name="Google Shape;9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5" name="Google Shape;955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8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957" name="Shape 957"/>
        <p:cNvGrpSpPr/>
        <p:nvPr/>
      </p:nvGrpSpPr>
      <p:grpSpPr>
        <a:xfrm>
          <a:off x="0" y="0"/>
          <a:ext cx="0" cy="0"/>
        </a:xfrm>
      </p:grpSpPr>
      <p:pic>
        <p:nvPicPr>
          <p:cNvPr id="958" name="Google Shape;958;p8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0" name="Google Shape;960;p8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1" name="Google Shape;961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3" name="Google Shape;963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964" name="Shape 964"/>
        <p:cNvGrpSpPr/>
        <p:nvPr/>
      </p:nvGrpSpPr>
      <p:grpSpPr>
        <a:xfrm>
          <a:off x="0" y="0"/>
          <a:ext cx="0" cy="0"/>
        </a:xfrm>
      </p:grpSpPr>
      <p:pic>
        <p:nvPicPr>
          <p:cNvPr id="965" name="Google Shape;965;p8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7" name="Google Shape;967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8" name="Google Shape;968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0" name="Google Shape;970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971" name="Shape 971"/>
        <p:cNvGrpSpPr/>
        <p:nvPr/>
      </p:nvGrpSpPr>
      <p:grpSpPr>
        <a:xfrm>
          <a:off x="0" y="0"/>
          <a:ext cx="0" cy="0"/>
        </a:xfrm>
      </p:grpSpPr>
      <p:pic>
        <p:nvPicPr>
          <p:cNvPr id="972" name="Google Shape;972;p8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4" name="Google Shape;974;p8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5" name="Google Shape;975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7" name="Google Shape;977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</a:xfrm>
      </p:grpSpPr>
      <p:sp>
        <p:nvSpPr>
          <p:cNvPr id="979" name="Google Shape;979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80" name="Google Shape;980;p8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2" name="Google Shape;982;p8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3" name="Google Shape;983;p8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4" name="Google Shape;984;p8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5" name="Google Shape;985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6" name="Google Shape;986;p8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8" name="Google Shape;988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9" name="Google Shape;989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</a:xfrm>
      </p:grpSpPr>
      <p:sp>
        <p:nvSpPr>
          <p:cNvPr id="992" name="Google Shape;992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93" name="Google Shape;993;p8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95" name="Google Shape;995;p8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6" name="Google Shape;996;p8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7" name="Google Shape;99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8" name="Google Shape;998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9" name="Google Shape;999;p8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1" name="Google Shape;1001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2" name="Google Shape;1002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4" name="Shape 1004"/>
        <p:cNvGrpSpPr/>
        <p:nvPr/>
      </p:nvGrpSpPr>
      <p:grpSpPr>
        <a:xfrm>
          <a:off x="0" y="0"/>
          <a:ext cx="0" cy="0"/>
        </a:xfrm>
      </p:grpSpPr>
      <p:sp>
        <p:nvSpPr>
          <p:cNvPr id="1005" name="Google Shape;1005;p8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06" name="Google Shape;1006;p8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8" name="Google Shape;1008;p8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9" name="Google Shape;1009;p8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0" name="Google Shape;101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1" name="Google Shape;1011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2" name="Google Shape;1012;p8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4" name="Google Shape;1014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5" name="Google Shape;1015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6" name="Google Shape;1016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7" name="Shape 1017"/>
        <p:cNvGrpSpPr/>
        <p:nvPr/>
      </p:nvGrpSpPr>
      <p:grpSpPr>
        <a:xfrm>
          <a:off x="0" y="0"/>
          <a:ext cx="0" cy="0"/>
        </a:xfrm>
      </p:grpSpPr>
      <p:sp>
        <p:nvSpPr>
          <p:cNvPr id="1018" name="Google Shape;1018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19" name="Google Shape;1019;p8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1" name="Google Shape;1021;p8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2" name="Google Shape;1022;p8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3" name="Google Shape;1023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4" name="Google Shape;1024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5" name="Google Shape;1025;p8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6" name="Google Shape;1026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7" name="Google Shape;1027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8" name="Google Shape;1028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</a:xfrm>
      </p:grpSpPr>
      <p:pic>
        <p:nvPicPr>
          <p:cNvPr id="1031" name="Google Shape;1031;p9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5" name="Google Shape;1035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9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9" name="Google Shape;1039;p9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0" name="Google Shape;1040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1" name="Google Shape;1041;p9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2" name="Google Shape;1042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4" name="Google Shape;104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7" name="Google Shape;1047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8" name="Google Shape;1048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0" name="Google Shape;1050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1" name="Google Shape;1051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</a:xfrm>
      </p:grpSpPr>
      <p:pic>
        <p:nvPicPr>
          <p:cNvPr id="1054" name="Google Shape;1054;p9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6" name="Google Shape;1056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0" name="Google Shape;1060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1" name="Google Shape;1061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4" name="Google Shape;1064;p9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5" name="Google Shape;1065;p9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6" name="Google Shape;1066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7" name="Google Shape;1067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9" name="Google Shape;1069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0" name="Google Shape;107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2" name="Google Shape;1072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6" name="Shape 1076"/>
        <p:cNvGrpSpPr/>
        <p:nvPr/>
      </p:nvGrpSpPr>
      <p:grpSpPr>
        <a:xfrm>
          <a:off x="0" y="0"/>
          <a:ext cx="0" cy="0"/>
        </a:xfrm>
      </p:grpSpPr>
      <p:pic>
        <p:nvPicPr>
          <p:cNvPr id="1077" name="Google Shape;1077;p9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9" name="Google Shape;1079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4" name="Google Shape;1084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7" name="Google Shape;1087;p9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8" name="Google Shape;1088;p9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9" name="Google Shape;1089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0" name="Google Shape;1090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1" name="Google Shape;1091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2" name="Google Shape;1092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3" name="Google Shape;1093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4" name="Google Shape;109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5" name="Google Shape;109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9" name="Shape 1099"/>
        <p:cNvGrpSpPr/>
        <p:nvPr/>
      </p:nvGrpSpPr>
      <p:grpSpPr>
        <a:xfrm>
          <a:off x="0" y="0"/>
          <a:ext cx="0" cy="0"/>
        </a:xfrm>
      </p:grpSpPr>
      <p:pic>
        <p:nvPicPr>
          <p:cNvPr id="1100" name="Google Shape;1100;p9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9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2" name="Google Shape;1102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6" name="Google Shape;1106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7" name="Google Shape;1107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0" name="Google Shape;1110;p9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1" name="Google Shape;1111;p9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2" name="Google Shape;1112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3" name="Google Shape;1113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4" name="Google Shape;1114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5" name="Google Shape;1115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6" name="Google Shape;1116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7" name="Google Shape;111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8" name="Google Shape;111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2" name="Shape 1122"/>
        <p:cNvGrpSpPr/>
        <p:nvPr/>
      </p:nvGrpSpPr>
      <p:grpSpPr>
        <a:xfrm>
          <a:off x="0" y="0"/>
          <a:ext cx="0" cy="0"/>
        </a:xfrm>
      </p:grpSpPr>
      <p:pic>
        <p:nvPicPr>
          <p:cNvPr id="1123" name="Google Shape;1123;p9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5" name="Google Shape;1125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6" name="Google Shape;1126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9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9" name="Google Shape;1129;p9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0" name="Google Shape;1130;p9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1" name="Google Shape;1131;p9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2" name="Google Shape;1132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3" name="Google Shape;1133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4" name="Google Shape;1134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5" name="Google Shape;1135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6" name="Google Shape;1136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9" name="Google Shape;1139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1" name="Shape 1141"/>
        <p:cNvGrpSpPr/>
        <p:nvPr/>
      </p:nvGrpSpPr>
      <p:grpSpPr>
        <a:xfrm>
          <a:off x="0" y="0"/>
          <a:ext cx="0" cy="0"/>
        </a:xfrm>
      </p:grpSpPr>
      <p:pic>
        <p:nvPicPr>
          <p:cNvPr id="1142" name="Google Shape;1142;p9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4" name="Google Shape;1144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5" name="Google Shape;1145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8" name="Google Shape;1148;p9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0" name="Google Shape;1150;p9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1" name="Google Shape;1151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2" name="Google Shape;1152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4" name="Google Shape;1154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5" name="Google Shape;1155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8" name="Google Shape;1158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60" name="Shape 1160"/>
        <p:cNvGrpSpPr/>
        <p:nvPr/>
      </p:nvGrpSpPr>
      <p:grpSpPr>
        <a:xfrm>
          <a:off x="0" y="0"/>
          <a:ext cx="0" cy="0"/>
        </a:xfrm>
      </p:grpSpPr>
      <p:pic>
        <p:nvPicPr>
          <p:cNvPr id="1161" name="Google Shape;1161;p9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63" name="Google Shape;1163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4" name="Google Shape;1164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9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7" name="Google Shape;1167;p9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8" name="Google Shape;1168;p9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9" name="Google Shape;1169;p9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0" name="Google Shape;1170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1" name="Google Shape;1171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2" name="Google Shape;117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3" name="Google Shape;1173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4" name="Google Shape;1174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7" name="Google Shape;1177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9" name="Shape 1179"/>
        <p:cNvGrpSpPr/>
        <p:nvPr/>
      </p:nvGrpSpPr>
      <p:grpSpPr>
        <a:xfrm>
          <a:off x="0" y="0"/>
          <a:ext cx="0" cy="0"/>
        </a:xfrm>
      </p:grpSpPr>
      <p:pic>
        <p:nvPicPr>
          <p:cNvPr id="1180" name="Google Shape;1180;p9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2" name="Google Shape;1182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3" name="Google Shape;1183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9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6" name="Google Shape;1186;p9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7" name="Google Shape;1187;p9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8" name="Google Shape;1188;p9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9" name="Google Shape;1189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90" name="Google Shape;1190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1" name="Google Shape;119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2" name="Google Shape;1192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3" name="Google Shape;1193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5" name="Google Shape;1195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6" name="Google Shape;1196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7" name="Google Shape;1197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8" name="Shape 1198"/>
        <p:cNvGrpSpPr/>
        <p:nvPr/>
      </p:nvGrpSpPr>
      <p:grpSpPr>
        <a:xfrm>
          <a:off x="0" y="0"/>
          <a:ext cx="0" cy="0"/>
        </a:xfrm>
      </p:grpSpPr>
      <p:pic>
        <p:nvPicPr>
          <p:cNvPr id="1199" name="Google Shape;1199;p9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1" name="Google Shape;1201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2" name="Google Shape;1202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5" name="Google Shape;1205;p9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6" name="Google Shape;1206;p9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7" name="Google Shape;1207;p9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8" name="Google Shape;1208;p9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9" name="Google Shape;1209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0" name="Google Shape;1210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1" name="Google Shape;121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2" name="Google Shape;1212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3" name="Google Shape;1213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4" name="Google Shape;1214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5" name="Google Shape;1215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6" name="Google Shape;1216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9" name="Google Shape;1219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1" name="Shape 1221"/>
        <p:cNvGrpSpPr/>
        <p:nvPr/>
      </p:nvGrpSpPr>
      <p:grpSpPr>
        <a:xfrm>
          <a:off x="0" y="0"/>
          <a:ext cx="0" cy="0"/>
        </a:xfrm>
      </p:grpSpPr>
      <p:pic>
        <p:nvPicPr>
          <p:cNvPr id="1222" name="Google Shape;1222;p9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24" name="Google Shape;1224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5" name="Google Shape;1225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8" name="Google Shape;1228;p9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9" name="Google Shape;1229;p9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0" name="Google Shape;1230;p9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1" name="Google Shape;1231;p9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2" name="Google Shape;1232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3" name="Google Shape;1233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4" name="Google Shape;123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5" name="Google Shape;1235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6" name="Google Shape;1236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7" name="Google Shape;123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8" name="Google Shape;1238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9" name="Google Shape;1239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0" name="Google Shape;124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1" name="Google Shape;1241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2" name="Google Shape;1242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3" name="Google Shape;124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4" name="Shape 1244"/>
        <p:cNvGrpSpPr/>
        <p:nvPr/>
      </p:nvGrpSpPr>
      <p:grpSpPr>
        <a:xfrm>
          <a:off x="0" y="0"/>
          <a:ext cx="0" cy="0"/>
        </a:xfrm>
      </p:grpSpPr>
      <p:pic>
        <p:nvPicPr>
          <p:cNvPr id="1245" name="Google Shape;1245;p10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7" name="Google Shape;1247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8" name="Google Shape;1248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10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1" name="Google Shape;1251;p10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2" name="Google Shape;1252;p10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3" name="Google Shape;1253;p10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4" name="Google Shape;1254;p10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5" name="Google Shape;1255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6" name="Google Shape;1256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7" name="Google Shape;125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8" name="Google Shape;1258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9" name="Google Shape;1259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0" name="Google Shape;126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1" name="Google Shape;1261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2" name="Google Shape;1262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3" name="Google Shape;126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4" name="Google Shape;1264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5" name="Google Shape;1265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6" name="Google Shape;126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7" name="Shape 1267"/>
        <p:cNvGrpSpPr/>
        <p:nvPr/>
      </p:nvGrpSpPr>
      <p:grpSpPr>
        <a:xfrm>
          <a:off x="0" y="0"/>
          <a:ext cx="0" cy="0"/>
        </a:xfrm>
      </p:grpSpPr>
      <p:pic>
        <p:nvPicPr>
          <p:cNvPr id="1268" name="Google Shape;1268;p10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10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70" name="Google Shape;1270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1" name="Google Shape;1271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10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4" name="Google Shape;1274;p10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5" name="Google Shape;1275;p10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6" name="Google Shape;1276;p10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7" name="Google Shape;1277;p10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8" name="Google Shape;1278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9" name="Google Shape;1279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0" name="Google Shape;128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1" name="Google Shape;1281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2" name="Google Shape;1282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3" name="Google Shape;128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4" name="Google Shape;1284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90" name="Shape 1290"/>
        <p:cNvGrpSpPr/>
        <p:nvPr/>
      </p:nvGrpSpPr>
      <p:grpSpPr>
        <a:xfrm>
          <a:off x="0" y="0"/>
          <a:ext cx="0" cy="0"/>
        </a:xfrm>
      </p:grpSpPr>
      <p:pic>
        <p:nvPicPr>
          <p:cNvPr id="1291" name="Google Shape;1291;p10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93" name="Google Shape;1293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4" name="Google Shape;1294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10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7" name="Google Shape;1297;p10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8" name="Google Shape;1298;p10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9" name="Google Shape;1299;p10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00" name="Google Shape;1300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1" name="Google Shape;1301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2" name="Google Shape;130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3" name="Google Shape;1303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9" name="Shape 1309"/>
        <p:cNvGrpSpPr/>
        <p:nvPr/>
      </p:nvGrpSpPr>
      <p:grpSpPr>
        <a:xfrm>
          <a:off x="0" y="0"/>
          <a:ext cx="0" cy="0"/>
        </a:xfrm>
      </p:grpSpPr>
      <p:pic>
        <p:nvPicPr>
          <p:cNvPr id="1310" name="Google Shape;1310;p10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2" name="Google Shape;1312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3" name="Google Shape;1313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10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6" name="Google Shape;1316;p10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7" name="Google Shape;1317;p10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8" name="Google Shape;1318;p10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19" name="Google Shape;1319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0" name="Google Shape;1320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1" name="Google Shape;132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2" name="Google Shape;1322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8" name="Shape 1328"/>
        <p:cNvGrpSpPr/>
        <p:nvPr/>
      </p:nvGrpSpPr>
      <p:grpSpPr>
        <a:xfrm>
          <a:off x="0" y="0"/>
          <a:ext cx="0" cy="0"/>
        </a:xfrm>
      </p:grpSpPr>
      <p:pic>
        <p:nvPicPr>
          <p:cNvPr id="1329" name="Google Shape;1329;p10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1" name="Google Shape;1331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2" name="Google Shape;1332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10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5" name="Google Shape;1335;p10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36" name="Google Shape;1336;p10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37" name="Google Shape;1337;p10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38" name="Google Shape;1338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9" name="Google Shape;1339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0" name="Google Shape;134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1" name="Google Shape;1341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7" name="Shape 1347"/>
        <p:cNvGrpSpPr/>
        <p:nvPr/>
      </p:nvGrpSpPr>
      <p:grpSpPr>
        <a:xfrm>
          <a:off x="0" y="0"/>
          <a:ext cx="0" cy="0"/>
        </a:xfrm>
      </p:grpSpPr>
      <p:pic>
        <p:nvPicPr>
          <p:cNvPr id="1348" name="Google Shape;1348;p10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50" name="Google Shape;1350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1" name="Google Shape;1351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10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4" name="Google Shape;1354;p10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55" name="Google Shape;1355;p10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56" name="Google Shape;1356;p10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57" name="Google Shape;1357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8" name="Google Shape;1358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9" name="Google Shape;135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0" name="Google Shape;1360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1" name="Google Shape;1361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2" name="Google Shape;136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3" name="Google Shape;1363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4" name="Google Shape;1364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5" name="Google Shape;136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6" name="Shape 1366"/>
        <p:cNvGrpSpPr/>
        <p:nvPr/>
      </p:nvGrpSpPr>
      <p:grpSpPr>
        <a:xfrm>
          <a:off x="0" y="0"/>
          <a:ext cx="0" cy="0"/>
        </a:xfrm>
      </p:grpSpPr>
      <p:pic>
        <p:nvPicPr>
          <p:cNvPr id="1367" name="Google Shape;1367;p10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9" name="Google Shape;1369;p10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0" name="Google Shape;1370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3" name="Shape 1373"/>
        <p:cNvGrpSpPr/>
        <p:nvPr/>
      </p:nvGrpSpPr>
      <p:grpSpPr>
        <a:xfrm>
          <a:off x="0" y="0"/>
          <a:ext cx="0" cy="0"/>
        </a:xfrm>
      </p:grpSpPr>
      <p:pic>
        <p:nvPicPr>
          <p:cNvPr id="1374" name="Google Shape;1374;p10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76" name="Google Shape;1376;p10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7" name="Google Shape;1377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80" name="Shape 1380"/>
        <p:cNvGrpSpPr/>
        <p:nvPr/>
      </p:nvGrpSpPr>
      <p:grpSpPr>
        <a:xfrm>
          <a:off x="0" y="0"/>
          <a:ext cx="0" cy="0"/>
        </a:xfrm>
      </p:grpSpPr>
      <p:pic>
        <p:nvPicPr>
          <p:cNvPr id="1381" name="Google Shape;1381;p10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3" name="Google Shape;1383;p10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4" name="Google Shape;1384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7" name="Shape 1387"/>
        <p:cNvGrpSpPr/>
        <p:nvPr/>
      </p:nvGrpSpPr>
      <p:grpSpPr>
        <a:xfrm>
          <a:off x="0" y="0"/>
          <a:ext cx="0" cy="0"/>
        </a:xfrm>
      </p:grpSpPr>
      <p:pic>
        <p:nvPicPr>
          <p:cNvPr id="1388" name="Google Shape;1388;p10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0" name="Google Shape;1390;p10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1" name="Google Shape;1391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1394" name="Shape 1394"/>
        <p:cNvGrpSpPr/>
        <p:nvPr/>
      </p:nvGrpSpPr>
      <p:grpSpPr>
        <a:xfrm>
          <a:off x="0" y="0"/>
          <a:ext cx="0" cy="0"/>
        </a:xfrm>
      </p:grpSpPr>
      <p:pic>
        <p:nvPicPr>
          <p:cNvPr id="1395" name="Google Shape;1395;p1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7" name="Google Shape;1397;p11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8" name="Google Shape;1398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1" name="Google Shape;1401;p11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1402" name="Shape 1402"/>
        <p:cNvGrpSpPr/>
        <p:nvPr/>
      </p:nvGrpSpPr>
      <p:grpSpPr>
        <a:xfrm>
          <a:off x="0" y="0"/>
          <a:ext cx="0" cy="0"/>
        </a:xfrm>
      </p:grpSpPr>
      <p:pic>
        <p:nvPicPr>
          <p:cNvPr id="1403" name="Google Shape;1403;p11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5" name="Google Shape;1405;p11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7" name="Google Shape;1407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9" name="Google Shape;1409;p11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1410" name="Shape 1410"/>
        <p:cNvGrpSpPr/>
        <p:nvPr/>
      </p:nvGrpSpPr>
      <p:grpSpPr>
        <a:xfrm>
          <a:off x="0" y="0"/>
          <a:ext cx="0" cy="0"/>
        </a:xfrm>
      </p:grpSpPr>
      <p:pic>
        <p:nvPicPr>
          <p:cNvPr id="1411" name="Google Shape;1411;p11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3" name="Google Shape;1413;p11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5" name="Google Shape;1415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7" name="Google Shape;1417;p11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1418" name="Shape 1418"/>
        <p:cNvGrpSpPr/>
        <p:nvPr/>
      </p:nvGrpSpPr>
      <p:grpSpPr>
        <a:xfrm>
          <a:off x="0" y="0"/>
          <a:ext cx="0" cy="0"/>
        </a:xfrm>
      </p:grpSpPr>
      <p:pic>
        <p:nvPicPr>
          <p:cNvPr id="1419" name="Google Shape;1419;p11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1" name="Google Shape;1421;p11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3" name="Google Shape;1423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11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5" name="Google Shape;1425;p11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</a:xfrm>
      </p:grpSpPr>
      <p:pic>
        <p:nvPicPr>
          <p:cNvPr id="1427" name="Google Shape;1427;p1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9" name="Google Shape;1429;p11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30" name="Google Shape;1430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11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3" name="Google Shape;1433;p11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</a:xfrm>
      </p:grpSpPr>
      <p:pic>
        <p:nvPicPr>
          <p:cNvPr id="1435" name="Google Shape;1435;p11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7" name="Google Shape;1437;p11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9" name="Google Shape;1439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1" name="Google Shape;1441;p11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</a:xfrm>
      </p:grpSpPr>
      <p:pic>
        <p:nvPicPr>
          <p:cNvPr id="1443" name="Google Shape;1443;p11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5" name="Google Shape;1445;p11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7" name="Google Shape;1447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9" name="Google Shape;1449;p11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</a:xfrm>
      </p:grpSpPr>
      <p:pic>
        <p:nvPicPr>
          <p:cNvPr id="1451" name="Google Shape;1451;p11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1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3" name="Google Shape;1453;p11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5" name="Google Shape;1455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1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11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1458" name="Shape 1458"/>
        <p:cNvGrpSpPr/>
        <p:nvPr/>
      </p:nvGrpSpPr>
      <p:grpSpPr>
        <a:xfrm>
          <a:off x="0" y="0"/>
          <a:ext cx="0" cy="0"/>
        </a:xfrm>
      </p:grpSpPr>
      <p:sp>
        <p:nvSpPr>
          <p:cNvPr id="1459" name="Google Shape;1459;p11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0" name="Google Shape;1460;p1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11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2" name="Google Shape;1462;p11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1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1464" name="Shape 1464"/>
        <p:cNvGrpSpPr/>
        <p:nvPr/>
      </p:nvGrpSpPr>
      <p:grpSpPr>
        <a:xfrm>
          <a:off x="0" y="0"/>
          <a:ext cx="0" cy="0"/>
        </a:xfrm>
      </p:grpSpPr>
      <p:sp>
        <p:nvSpPr>
          <p:cNvPr id="1465" name="Google Shape;1465;p11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6" name="Google Shape;1466;p11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11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8" name="Google Shape;1468;p11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1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1470" name="Shape 1470"/>
        <p:cNvGrpSpPr/>
        <p:nvPr/>
      </p:nvGrpSpPr>
      <p:grpSpPr>
        <a:xfrm>
          <a:off x="0" y="0"/>
          <a:ext cx="0" cy="0"/>
        </a:xfrm>
      </p:grpSpPr>
      <p:pic>
        <p:nvPicPr>
          <p:cNvPr id="1471" name="Google Shape;1471;p1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12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1473" name="Shape 1473"/>
        <p:cNvGrpSpPr/>
        <p:nvPr/>
      </p:nvGrpSpPr>
      <p:grpSpPr>
        <a:xfrm>
          <a:off x="0" y="0"/>
          <a:ext cx="0" cy="0"/>
        </a:xfrm>
      </p:grpSpPr>
      <p:sp>
        <p:nvSpPr>
          <p:cNvPr id="1474" name="Google Shape;1474;p12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12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12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1483" name="Shape 1483"/>
        <p:cNvGrpSpPr/>
        <p:nvPr/>
      </p:nvGrpSpPr>
      <p:grpSpPr>
        <a:xfrm>
          <a:off x="0" y="0"/>
          <a:ext cx="0" cy="0"/>
        </a:xfrm>
      </p:grpSpPr>
      <p:pic>
        <p:nvPicPr>
          <p:cNvPr id="1484" name="Google Shape;1484;p1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12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1486" name="Shape 1486"/>
        <p:cNvGrpSpPr/>
        <p:nvPr/>
      </p:nvGrpSpPr>
      <p:grpSpPr>
        <a:xfrm>
          <a:off x="0" y="0"/>
          <a:ext cx="0" cy="0"/>
        </a:xfrm>
      </p:grpSpPr>
      <p:sp>
        <p:nvSpPr>
          <p:cNvPr id="1487" name="Google Shape;1487;p12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 1">
  <p:cSld name="CUSTOM_3_1_2">
    <p:spTree>
      <p:nvGrpSpPr>
        <p:cNvPr id="1488" name="Shape 1488"/>
        <p:cNvGrpSpPr/>
        <p:nvPr/>
      </p:nvGrpSpPr>
      <p:grpSpPr>
        <a:xfrm>
          <a:off x="0" y="0"/>
          <a:ext cx="0" cy="0"/>
        </a:xfrm>
      </p:grpSpPr>
      <p:sp>
        <p:nvSpPr>
          <p:cNvPr id="1489" name="Google Shape;1489;p1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90" name="Google Shape;1490;p12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1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124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3" name="Google Shape;1493;p124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4" name="Google Shape;1494;p124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2.xml" /><Relationship Id="rId10" Type="http://schemas.openxmlformats.org/officeDocument/2006/relationships/slideLayout" Target="../slideLayouts/slideLayout71.xml" /><Relationship Id="rId11" Type="http://schemas.openxmlformats.org/officeDocument/2006/relationships/slideLayout" Target="../slideLayouts/slideLayout72.xml" /><Relationship Id="rId12" Type="http://schemas.openxmlformats.org/officeDocument/2006/relationships/slideLayout" Target="../slideLayouts/slideLayout73.xml" /><Relationship Id="rId13" Type="http://schemas.openxmlformats.org/officeDocument/2006/relationships/slideLayout" Target="../slideLayouts/slideLayout74.xml" /><Relationship Id="rId14" Type="http://schemas.openxmlformats.org/officeDocument/2006/relationships/slideLayout" Target="../slideLayouts/slideLayout75.xml" /><Relationship Id="rId15" Type="http://schemas.openxmlformats.org/officeDocument/2006/relationships/slideLayout" Target="../slideLayouts/slideLayout76.xml" /><Relationship Id="rId16" Type="http://schemas.openxmlformats.org/officeDocument/2006/relationships/slideLayout" Target="../slideLayouts/slideLayout77.xml" /><Relationship Id="rId17" Type="http://schemas.openxmlformats.org/officeDocument/2006/relationships/slideLayout" Target="../slideLayouts/slideLayout78.xml" /><Relationship Id="rId18" Type="http://schemas.openxmlformats.org/officeDocument/2006/relationships/slideLayout" Target="../slideLayouts/slideLayout79.xml" /><Relationship Id="rId19" Type="http://schemas.openxmlformats.org/officeDocument/2006/relationships/slideLayout" Target="../slideLayouts/slideLayout80.xml" /><Relationship Id="rId2" Type="http://schemas.openxmlformats.org/officeDocument/2006/relationships/slideLayout" Target="../slideLayouts/slideLayout63.xml" /><Relationship Id="rId20" Type="http://schemas.openxmlformats.org/officeDocument/2006/relationships/slideLayout" Target="../slideLayouts/slideLayout81.xml" /><Relationship Id="rId21" Type="http://schemas.openxmlformats.org/officeDocument/2006/relationships/slideLayout" Target="../slideLayouts/slideLayout82.xml" /><Relationship Id="rId22" Type="http://schemas.openxmlformats.org/officeDocument/2006/relationships/slideLayout" Target="../slideLayouts/slideLayout83.xml" /><Relationship Id="rId23" Type="http://schemas.openxmlformats.org/officeDocument/2006/relationships/slideLayout" Target="../slideLayouts/slideLayout84.xml" /><Relationship Id="rId24" Type="http://schemas.openxmlformats.org/officeDocument/2006/relationships/slideLayout" Target="../slideLayouts/slideLayout85.xml" /><Relationship Id="rId25" Type="http://schemas.openxmlformats.org/officeDocument/2006/relationships/slideLayout" Target="../slideLayouts/slideLayout86.xml" /><Relationship Id="rId26" Type="http://schemas.openxmlformats.org/officeDocument/2006/relationships/slideLayout" Target="../slideLayouts/slideLayout87.xml" /><Relationship Id="rId27" Type="http://schemas.openxmlformats.org/officeDocument/2006/relationships/slideLayout" Target="../slideLayouts/slideLayout88.xml" /><Relationship Id="rId28" Type="http://schemas.openxmlformats.org/officeDocument/2006/relationships/slideLayout" Target="../slideLayouts/slideLayout89.xml" /><Relationship Id="rId29" Type="http://schemas.openxmlformats.org/officeDocument/2006/relationships/slideLayout" Target="../slideLayouts/slideLayout90.xml" /><Relationship Id="rId3" Type="http://schemas.openxmlformats.org/officeDocument/2006/relationships/slideLayout" Target="../slideLayouts/slideLayout64.xml" /><Relationship Id="rId30" Type="http://schemas.openxmlformats.org/officeDocument/2006/relationships/slideLayout" Target="../slideLayouts/slideLayout91.xml" /><Relationship Id="rId31" Type="http://schemas.openxmlformats.org/officeDocument/2006/relationships/slideLayout" Target="../slideLayouts/slideLayout92.xml" /><Relationship Id="rId32" Type="http://schemas.openxmlformats.org/officeDocument/2006/relationships/slideLayout" Target="../slideLayouts/slideLayout93.xml" /><Relationship Id="rId33" Type="http://schemas.openxmlformats.org/officeDocument/2006/relationships/slideLayout" Target="../slideLayouts/slideLayout94.xml" /><Relationship Id="rId34" Type="http://schemas.openxmlformats.org/officeDocument/2006/relationships/slideLayout" Target="../slideLayouts/slideLayout95.xml" /><Relationship Id="rId35" Type="http://schemas.openxmlformats.org/officeDocument/2006/relationships/slideLayout" Target="../slideLayouts/slideLayout96.xml" /><Relationship Id="rId36" Type="http://schemas.openxmlformats.org/officeDocument/2006/relationships/slideLayout" Target="../slideLayouts/slideLayout97.xml" /><Relationship Id="rId37" Type="http://schemas.openxmlformats.org/officeDocument/2006/relationships/slideLayout" Target="../slideLayouts/slideLayout98.xml" /><Relationship Id="rId38" Type="http://schemas.openxmlformats.org/officeDocument/2006/relationships/slideLayout" Target="../slideLayouts/slideLayout99.xml" /><Relationship Id="rId39" Type="http://schemas.openxmlformats.org/officeDocument/2006/relationships/slideLayout" Target="../slideLayouts/slideLayout100.xml" /><Relationship Id="rId4" Type="http://schemas.openxmlformats.org/officeDocument/2006/relationships/slideLayout" Target="../slideLayouts/slideLayout65.xml" /><Relationship Id="rId40" Type="http://schemas.openxmlformats.org/officeDocument/2006/relationships/slideLayout" Target="../slideLayouts/slideLayout101.xml" /><Relationship Id="rId41" Type="http://schemas.openxmlformats.org/officeDocument/2006/relationships/slideLayout" Target="../slideLayouts/slideLayout102.xml" /><Relationship Id="rId42" Type="http://schemas.openxmlformats.org/officeDocument/2006/relationships/slideLayout" Target="../slideLayouts/slideLayout103.xml" /><Relationship Id="rId43" Type="http://schemas.openxmlformats.org/officeDocument/2006/relationships/slideLayout" Target="../slideLayouts/slideLayout104.xml" /><Relationship Id="rId44" Type="http://schemas.openxmlformats.org/officeDocument/2006/relationships/slideLayout" Target="../slideLayouts/slideLayout105.xml" /><Relationship Id="rId45" Type="http://schemas.openxmlformats.org/officeDocument/2006/relationships/slideLayout" Target="../slideLayouts/slideLayout106.xml" /><Relationship Id="rId46" Type="http://schemas.openxmlformats.org/officeDocument/2006/relationships/slideLayout" Target="../slideLayouts/slideLayout107.xml" /><Relationship Id="rId47" Type="http://schemas.openxmlformats.org/officeDocument/2006/relationships/slideLayout" Target="../slideLayouts/slideLayout108.xml" /><Relationship Id="rId48" Type="http://schemas.openxmlformats.org/officeDocument/2006/relationships/slideLayout" Target="../slideLayouts/slideLayout109.xml" /><Relationship Id="rId49" Type="http://schemas.openxmlformats.org/officeDocument/2006/relationships/slideLayout" Target="../slideLayouts/slideLayout110.xml" /><Relationship Id="rId5" Type="http://schemas.openxmlformats.org/officeDocument/2006/relationships/slideLayout" Target="../slideLayouts/slideLayout66.xml" /><Relationship Id="rId50" Type="http://schemas.openxmlformats.org/officeDocument/2006/relationships/slideLayout" Target="../slideLayouts/slideLayout111.xml" /><Relationship Id="rId51" Type="http://schemas.openxmlformats.org/officeDocument/2006/relationships/slideLayout" Target="../slideLayouts/slideLayout112.xml" /><Relationship Id="rId52" Type="http://schemas.openxmlformats.org/officeDocument/2006/relationships/slideLayout" Target="../slideLayouts/slideLayout113.xml" /><Relationship Id="rId53" Type="http://schemas.openxmlformats.org/officeDocument/2006/relationships/slideLayout" Target="../slideLayouts/slideLayout114.xml" /><Relationship Id="rId54" Type="http://schemas.openxmlformats.org/officeDocument/2006/relationships/slideLayout" Target="../slideLayouts/slideLayout115.xml" /><Relationship Id="rId55" Type="http://schemas.openxmlformats.org/officeDocument/2006/relationships/slideLayout" Target="../slideLayouts/slideLayout116.xml" /><Relationship Id="rId56" Type="http://schemas.openxmlformats.org/officeDocument/2006/relationships/slideLayout" Target="../slideLayouts/slideLayout117.xml" /><Relationship Id="rId57" Type="http://schemas.openxmlformats.org/officeDocument/2006/relationships/slideLayout" Target="../slideLayouts/slideLayout118.xml" /><Relationship Id="rId58" Type="http://schemas.openxmlformats.org/officeDocument/2006/relationships/slideLayout" Target="../slideLayouts/slideLayout119.xml" /><Relationship Id="rId59" Type="http://schemas.openxmlformats.org/officeDocument/2006/relationships/slideLayout" Target="../slideLayouts/slideLayout120.xml" /><Relationship Id="rId6" Type="http://schemas.openxmlformats.org/officeDocument/2006/relationships/slideLayout" Target="../slideLayouts/slideLayout67.xml" /><Relationship Id="rId60" Type="http://schemas.openxmlformats.org/officeDocument/2006/relationships/slideLayout" Target="../slideLayouts/slideLayout121.xml" /><Relationship Id="rId61" Type="http://schemas.openxmlformats.org/officeDocument/2006/relationships/slideLayout" Target="../slideLayouts/slideLayout122.xml" /><Relationship Id="rId62" Type="http://schemas.openxmlformats.org/officeDocument/2006/relationships/image" Target="../media/image42.png" /><Relationship Id="rId63" Type="http://schemas.openxmlformats.org/officeDocument/2006/relationships/theme" Target="../theme/theme2.xml" /><Relationship Id="rId7" Type="http://schemas.openxmlformats.org/officeDocument/2006/relationships/slideLayout" Target="../slideLayouts/slideLayout68.xml" /><Relationship Id="rId8" Type="http://schemas.openxmlformats.org/officeDocument/2006/relationships/slideLayout" Target="../slideLayouts/slideLayout69.xml" /><Relationship Id="rId9" Type="http://schemas.openxmlformats.org/officeDocument/2006/relationships/slideLayout" Target="../slideLayouts/slideLayout7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</a:xfrm>
      </p:grpSpPr>
      <p:sp>
        <p:nvSpPr>
          <p:cNvPr id="751" name="Google Shape;751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52" name="Google Shape;752;p63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53" name="Google Shape;753;p63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765" r:id="rId57"/>
    <p:sldLayoutId id="2147483766" r:id="rId58"/>
    <p:sldLayoutId id="2147483767" r:id="rId59"/>
    <p:sldLayoutId id="2147483768" r:id="rId60"/>
    <p:sldLayoutId id="2147483769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4.png" /><Relationship Id="rId4" Type="http://schemas.openxmlformats.org/officeDocument/2006/relationships/image" Target="../media/image39.png" /><Relationship Id="rId5" Type="http://schemas.openxmlformats.org/officeDocument/2006/relationships/image" Target="../media/image45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6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6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6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7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8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9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2.png" /><Relationship Id="rId4" Type="http://schemas.openxmlformats.org/officeDocument/2006/relationships/image" Target="../media/image53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6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7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7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7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58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59.png" /><Relationship Id="rId4" Type="http://schemas.openxmlformats.org/officeDocument/2006/relationships/image" Target="../media/image60.png" /><Relationship Id="rId5" Type="http://schemas.openxmlformats.org/officeDocument/2006/relationships/image" Target="../media/image61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43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62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5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64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9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9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65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3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3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65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3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0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8" name="Shape 1498"/>
        <p:cNvGrpSpPr/>
        <p:nvPr/>
      </p:nvGrpSpPr>
      <p:grpSpPr>
        <a:xfrm>
          <a:off x="0" y="0"/>
          <a:ext cx="0" cy="0"/>
        </a:xfrm>
      </p:grpSpPr>
      <p:sp>
        <p:nvSpPr>
          <p:cNvPr id="1499" name="Google Shape;1499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presented graphically</a:t>
            </a:r>
            <a:endParaRPr/>
          </a:p>
        </p:txBody>
      </p:sp>
      <p:sp>
        <p:nvSpPr>
          <p:cNvPr id="1500" name="Google Shape;1500;p125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multiplicative relationships: percentages and proportionality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1504" name="Shape 1504"/>
        <p:cNvGrpSpPr/>
        <p:nvPr/>
      </p:nvGrpSpPr>
      <p:grpSpPr>
        <a:xfrm>
          <a:off x="0" y="0"/>
          <a:ext cx="0" cy="0"/>
        </a:xfrm>
      </p:grpSpPr>
      <p:sp>
        <p:nvSpPr>
          <p:cNvPr id="1505" name="Google Shape;1505;p12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9" name="Shape 1509"/>
        <p:cNvGrpSpPr/>
        <p:nvPr/>
      </p:nvGrpSpPr>
      <p:grpSpPr>
        <a:xfrm>
          <a:off x="0" y="0"/>
          <a:ext cx="0" cy="0"/>
        </a:xfrm>
      </p:grpSpPr>
      <p:sp>
        <p:nvSpPr>
          <p:cNvPr id="1510" name="Google Shape;1510;p127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use a graph to represent a multiplicative relationship and connect to other known representations.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4" name="Shape 1514"/>
        <p:cNvGrpSpPr/>
        <p:nvPr/>
      </p:nvGrpSpPr>
      <p:grpSpPr>
        <a:xfrm>
          <a:off x="0" y="0"/>
          <a:ext cx="0" cy="0"/>
        </a:xfrm>
      </p:grpSpPr>
      <p:sp>
        <p:nvSpPr>
          <p:cNvPr id="1515" name="Google Shape;1515;p128"/>
          <p:cNvSpPr txBox="1"/>
          <p:nvPr>
            <p:ph type="subTitle" idx="1"/>
          </p:nvPr>
        </p:nvSpPr>
        <p:spPr>
          <a:xfrm>
            <a:off x="383151" y="1872400"/>
            <a:ext cx="822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b="0"/>
              <a:t>A ratio shows the relative sizes of two or more values and allows you to compare a part with another part in a whole.</a:t>
            </a:r>
            <a:endParaRPr sz="2200" b="0"/>
          </a:p>
        </p:txBody>
      </p:sp>
      <p:sp>
        <p:nvSpPr>
          <p:cNvPr id="1516" name="Google Shape;1516;p128"/>
          <p:cNvSpPr txBox="1"/>
          <p:nvPr/>
        </p:nvSpPr>
        <p:spPr>
          <a:xfrm>
            <a:off x="383150" y="836400"/>
            <a:ext cx="77673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Variables are in proportion if they have a constant multiplicative relationship.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20" name="Shape 1520"/>
        <p:cNvGrpSpPr/>
        <p:nvPr/>
      </p:nvGrpSpPr>
      <p:grpSpPr>
        <a:xfrm>
          <a:off x="0" y="0"/>
          <a:ext cx="0" cy="0"/>
        </a:xfrm>
      </p:grpSpPr>
      <p:sp>
        <p:nvSpPr>
          <p:cNvPr id="1521" name="Google Shape;1521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sp>
        <p:nvSpPr>
          <p:cNvPr id="1522" name="Google Shape;1522;p12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sp>
        <p:nvSpPr>
          <p:cNvPr id="1523" name="Google Shape;1523;p12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presented graphically</a:t>
            </a:r>
            <a:endParaRPr/>
          </a:p>
        </p:txBody>
      </p:sp>
      <p:pic>
        <p:nvPicPr>
          <p:cNvPr id="1524" name="Google Shape;1524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2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28" name="Shape 1528"/>
        <p:cNvGrpSpPr/>
        <p:nvPr/>
      </p:nvGrpSpPr>
      <p:grpSpPr>
        <a:xfrm>
          <a:off x="0" y="0"/>
          <a:ext cx="0" cy="0"/>
        </a:xfrm>
      </p:grpSpPr>
      <p:sp>
        <p:nvSpPr>
          <p:cNvPr id="1529" name="Google Shape;1529;p130"/>
          <p:cNvSpPr txBox="1"/>
          <p:nvPr>
            <p:ph type="body" idx="1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Fractions, percentages and ratio all show proportion. There are lots of ways to show this proportion.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For example, double number lines, bar models and ratio tables.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530" name="Google Shape;1530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4" name="Shape 1534"/>
        <p:cNvGrpSpPr/>
        <p:nvPr/>
      </p:nvGrpSpPr>
      <p:grpSpPr>
        <a:xfrm>
          <a:off x="0" y="0"/>
          <a:ext cx="0" cy="0"/>
        </a:xfrm>
      </p:grpSpPr>
      <p:sp>
        <p:nvSpPr>
          <p:cNvPr id="1535" name="Google Shape;1535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sp>
        <p:nvSpPr>
          <p:cNvPr id="1536" name="Google Shape;1536;p131"/>
          <p:cNvSpPr txBox="1"/>
          <p:nvPr>
            <p:ph type="body" idx="1"/>
          </p:nvPr>
        </p:nvSpPr>
        <p:spPr>
          <a:xfrm>
            <a:off x="324000" y="683100"/>
            <a:ext cx="8820000" cy="51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a bar model to find percentages of 240, we have: </a:t>
            </a:r>
            <a:endParaRPr/>
          </a:p>
        </p:txBody>
      </p:sp>
      <p:graphicFrame>
        <p:nvGraphicFramePr>
          <p:cNvPr id="1537" name="Google Shape;1537;p131"/>
          <p:cNvGraphicFramePr>
            <a:graphicFrameLocks noGrp="1"/>
          </p:cNvGraphicFramePr>
          <p:nvPr/>
        </p:nvGraphicFramePr>
        <p:xfrm>
          <a:off x="674525" y="1418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7255200"/>
              </a:tblGrid>
              <a:tr h="444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38" name="Google Shape;1538;p131"/>
          <p:cNvSpPr/>
          <p:nvPr/>
        </p:nvSpPr>
        <p:spPr>
          <a:xfrm rot="-5400000">
            <a:off x="4187460" y="-1586366"/>
            <a:ext cx="199800" cy="72552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131"/>
          <p:cNvSpPr txBox="1"/>
          <p:nvPr/>
        </p:nvSpPr>
        <p:spPr>
          <a:xfrm>
            <a:off x="4110027" y="2175146"/>
            <a:ext cx="131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131"/>
          <p:cNvSpPr/>
          <p:nvPr/>
        </p:nvSpPr>
        <p:spPr>
          <a:xfrm rot="5400000">
            <a:off x="917150" y="1010400"/>
            <a:ext cx="199800" cy="7146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131"/>
          <p:cNvSpPr txBox="1"/>
          <p:nvPr/>
        </p:nvSpPr>
        <p:spPr>
          <a:xfrm>
            <a:off x="745964" y="1008683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42" name="Google Shape;1542;p131"/>
          <p:cNvGraphicFramePr>
            <a:graphicFrameLocks noGrp="1"/>
          </p:cNvGraphicFramePr>
          <p:nvPr/>
        </p:nvGraphicFramePr>
        <p:xfrm>
          <a:off x="647100" y="1418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728275"/>
                <a:gridCol w="728275"/>
                <a:gridCol w="728275"/>
                <a:gridCol w="728275"/>
                <a:gridCol w="728275"/>
                <a:gridCol w="728275"/>
                <a:gridCol w="728275"/>
                <a:gridCol w="728275"/>
                <a:gridCol w="728275"/>
                <a:gridCol w="7282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9FE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9FE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9FE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9FE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9FE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9FE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9FE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9FE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9FE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9FEB"/>
                    </a:solidFill>
                  </a:tcPr>
                </a:tc>
              </a:tr>
            </a:tbl>
          </a:graphicData>
        </a:graphic>
      </p:graphicFrame>
      <p:sp>
        <p:nvSpPr>
          <p:cNvPr id="1543" name="Google Shape;1543;p131"/>
          <p:cNvSpPr txBox="1"/>
          <p:nvPr/>
        </p:nvSpPr>
        <p:spPr>
          <a:xfrm>
            <a:off x="6154777" y="4099850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131"/>
          <p:cNvSpPr txBox="1"/>
          <p:nvPr/>
        </p:nvSpPr>
        <p:spPr>
          <a:xfrm>
            <a:off x="1238706" y="4099850"/>
            <a:ext cx="5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131"/>
          <p:cNvSpPr txBox="1"/>
          <p:nvPr/>
        </p:nvSpPr>
        <p:spPr>
          <a:xfrm>
            <a:off x="674516" y="3101412"/>
            <a:ext cx="5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131"/>
          <p:cNvSpPr txBox="1"/>
          <p:nvPr/>
        </p:nvSpPr>
        <p:spPr>
          <a:xfrm>
            <a:off x="6096011" y="3070638"/>
            <a:ext cx="821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7" name="Google Shape;1547;p131"/>
          <p:cNvGrpSpPr/>
          <p:nvPr/>
        </p:nvGrpSpPr>
        <p:grpSpPr>
          <a:xfrm>
            <a:off x="846200" y="3339679"/>
            <a:ext cx="8643482" cy="776550"/>
            <a:chOff x="770000" y="3339679"/>
            <a:chExt cx="8643482" cy="776550"/>
          </a:xfrm>
        </p:grpSpPr>
        <p:sp>
          <p:nvSpPr>
            <p:cNvPr id="1548" name="Google Shape;1548;p131"/>
            <p:cNvSpPr txBox="1"/>
            <p:nvPr/>
          </p:nvSpPr>
          <p:spPr>
            <a:xfrm>
              <a:off x="7292782" y="3339679"/>
              <a:ext cx="212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9" name="Google Shape;1549;p131"/>
            <p:cNvSpPr txBox="1"/>
            <p:nvPr/>
          </p:nvSpPr>
          <p:spPr>
            <a:xfrm>
              <a:off x="7292772" y="3777530"/>
              <a:ext cx="184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50" name="Google Shape;1550;p131"/>
            <p:cNvGrpSpPr/>
            <p:nvPr/>
          </p:nvGrpSpPr>
          <p:grpSpPr>
            <a:xfrm>
              <a:off x="772775" y="3535964"/>
              <a:ext cx="6379185" cy="387036"/>
              <a:chOff x="2639075" y="3139238"/>
              <a:chExt cx="4075376" cy="604838"/>
            </a:xfrm>
          </p:grpSpPr>
          <p:grpSp>
            <p:nvGrpSpPr>
              <p:cNvPr id="1551" name="Google Shape;1551;p131"/>
              <p:cNvGrpSpPr/>
              <p:nvPr/>
            </p:nvGrpSpPr>
            <p:grpSpPr>
              <a:xfrm>
                <a:off x="2639075" y="3139238"/>
                <a:ext cx="4075376" cy="604838"/>
                <a:chOff x="455200" y="3950800"/>
                <a:chExt cx="3061200" cy="604838"/>
              </a:xfrm>
            </p:grpSpPr>
            <p:cxnSp>
              <p:nvCxnSpPr>
                <p:cNvPr id="1552" name="Google Shape;1552;p131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553" name="Google Shape;1553;p131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554" name="Google Shape;1554;p131"/>
              <p:cNvSpPr/>
              <p:nvPr/>
            </p:nvSpPr>
            <p:spPr>
              <a:xfrm>
                <a:off x="3806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131"/>
              <p:cNvSpPr/>
              <p:nvPr/>
            </p:nvSpPr>
            <p:spPr>
              <a:xfrm>
                <a:off x="6092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131"/>
              <p:cNvSpPr/>
              <p:nvPr/>
            </p:nvSpPr>
            <p:spPr>
              <a:xfrm>
                <a:off x="4949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1557" name="Google Shape;1557;p131"/>
            <p:cNvCxnSpPr/>
            <p:nvPr/>
          </p:nvCxnSpPr>
          <p:spPr>
            <a:xfrm flipH="1">
              <a:off x="3525601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8" name="Google Shape;1558;p131"/>
            <p:cNvCxnSpPr/>
            <p:nvPr/>
          </p:nvCxnSpPr>
          <p:spPr>
            <a:xfrm flipH="1">
              <a:off x="1305021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9" name="Google Shape;1559;p131"/>
            <p:cNvCxnSpPr/>
            <p:nvPr/>
          </p:nvCxnSpPr>
          <p:spPr>
            <a:xfrm flipH="1">
              <a:off x="1860166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0" name="Google Shape;1560;p131"/>
            <p:cNvCxnSpPr/>
            <p:nvPr/>
          </p:nvCxnSpPr>
          <p:spPr>
            <a:xfrm flipH="1">
              <a:off x="2415311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1" name="Google Shape;1561;p131"/>
            <p:cNvCxnSpPr/>
            <p:nvPr/>
          </p:nvCxnSpPr>
          <p:spPr>
            <a:xfrm flipH="1">
              <a:off x="2970456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2" name="Google Shape;1562;p131"/>
            <p:cNvCxnSpPr/>
            <p:nvPr/>
          </p:nvCxnSpPr>
          <p:spPr>
            <a:xfrm flipH="1">
              <a:off x="3525601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3" name="Google Shape;1563;p131"/>
            <p:cNvCxnSpPr/>
            <p:nvPr/>
          </p:nvCxnSpPr>
          <p:spPr>
            <a:xfrm flipH="1">
              <a:off x="6301326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4" name="Google Shape;1564;p131"/>
            <p:cNvCxnSpPr/>
            <p:nvPr/>
          </p:nvCxnSpPr>
          <p:spPr>
            <a:xfrm flipH="1">
              <a:off x="4080746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5" name="Google Shape;1565;p131"/>
            <p:cNvCxnSpPr/>
            <p:nvPr/>
          </p:nvCxnSpPr>
          <p:spPr>
            <a:xfrm flipH="1">
              <a:off x="4635891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6" name="Google Shape;1566;p131"/>
            <p:cNvCxnSpPr/>
            <p:nvPr/>
          </p:nvCxnSpPr>
          <p:spPr>
            <a:xfrm flipH="1">
              <a:off x="5191036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7" name="Google Shape;1567;p131"/>
            <p:cNvCxnSpPr/>
            <p:nvPr/>
          </p:nvCxnSpPr>
          <p:spPr>
            <a:xfrm flipH="1">
              <a:off x="5746181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8" name="Google Shape;1568;p131"/>
            <p:cNvCxnSpPr/>
            <p:nvPr/>
          </p:nvCxnSpPr>
          <p:spPr>
            <a:xfrm flipH="1">
              <a:off x="1303120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9" name="Google Shape;1569;p131"/>
            <p:cNvCxnSpPr/>
            <p:nvPr/>
          </p:nvCxnSpPr>
          <p:spPr>
            <a:xfrm flipH="1">
              <a:off x="4078845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0" name="Google Shape;1570;p131"/>
            <p:cNvCxnSpPr/>
            <p:nvPr/>
          </p:nvCxnSpPr>
          <p:spPr>
            <a:xfrm flipH="1">
              <a:off x="1858265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1" name="Google Shape;1571;p131"/>
            <p:cNvCxnSpPr/>
            <p:nvPr/>
          </p:nvCxnSpPr>
          <p:spPr>
            <a:xfrm flipH="1">
              <a:off x="2413410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2" name="Google Shape;1572;p131"/>
            <p:cNvCxnSpPr/>
            <p:nvPr/>
          </p:nvCxnSpPr>
          <p:spPr>
            <a:xfrm flipH="1">
              <a:off x="2968555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3" name="Google Shape;1573;p131"/>
            <p:cNvCxnSpPr/>
            <p:nvPr/>
          </p:nvCxnSpPr>
          <p:spPr>
            <a:xfrm flipH="1">
              <a:off x="3523700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4" name="Google Shape;1574;p131"/>
            <p:cNvCxnSpPr/>
            <p:nvPr/>
          </p:nvCxnSpPr>
          <p:spPr>
            <a:xfrm flipH="1">
              <a:off x="3522842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5" name="Google Shape;1575;p131"/>
            <p:cNvCxnSpPr/>
            <p:nvPr/>
          </p:nvCxnSpPr>
          <p:spPr>
            <a:xfrm flipH="1">
              <a:off x="6298567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6" name="Google Shape;1576;p131"/>
            <p:cNvCxnSpPr/>
            <p:nvPr/>
          </p:nvCxnSpPr>
          <p:spPr>
            <a:xfrm flipH="1">
              <a:off x="4077987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7" name="Google Shape;1577;p131"/>
            <p:cNvCxnSpPr/>
            <p:nvPr/>
          </p:nvCxnSpPr>
          <p:spPr>
            <a:xfrm flipH="1">
              <a:off x="4633132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8" name="Google Shape;1578;p131"/>
            <p:cNvCxnSpPr/>
            <p:nvPr/>
          </p:nvCxnSpPr>
          <p:spPr>
            <a:xfrm flipH="1">
              <a:off x="5188277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9" name="Google Shape;1579;p131"/>
            <p:cNvCxnSpPr/>
            <p:nvPr/>
          </p:nvCxnSpPr>
          <p:spPr>
            <a:xfrm flipH="1">
              <a:off x="5743422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80" name="Google Shape;1580;p131"/>
            <p:cNvSpPr/>
            <p:nvPr/>
          </p:nvSpPr>
          <p:spPr>
            <a:xfrm>
              <a:off x="770000" y="3560250"/>
              <a:ext cx="6119700" cy="338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1" name="Google Shape;1581;p131"/>
          <p:cNvSpPr txBox="1"/>
          <p:nvPr/>
        </p:nvSpPr>
        <p:spPr>
          <a:xfrm>
            <a:off x="759494" y="4099850"/>
            <a:ext cx="21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131"/>
          <p:cNvSpPr txBox="1"/>
          <p:nvPr/>
        </p:nvSpPr>
        <p:spPr>
          <a:xfrm>
            <a:off x="10961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131"/>
          <p:cNvSpPr txBox="1"/>
          <p:nvPr>
            <p:ph type="body" idx="1"/>
          </p:nvPr>
        </p:nvSpPr>
        <p:spPr>
          <a:xfrm>
            <a:off x="324000" y="2588100"/>
            <a:ext cx="8820000" cy="51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Showing this on a double number line, we have:</a:t>
            </a:r>
            <a:endParaRPr/>
          </a:p>
        </p:txBody>
      </p:sp>
      <p:cxnSp>
        <p:nvCxnSpPr>
          <p:cNvPr id="1584" name="Google Shape;1584;p131"/>
          <p:cNvCxnSpPr/>
          <p:nvPr/>
        </p:nvCxnSpPr>
        <p:spPr>
          <a:xfrm flipH="1">
            <a:off x="865850" y="3386525"/>
            <a:ext cx="0" cy="166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5" name="Google Shape;1585;p131"/>
          <p:cNvCxnSpPr/>
          <p:nvPr/>
        </p:nvCxnSpPr>
        <p:spPr>
          <a:xfrm flipH="1">
            <a:off x="865850" y="3905700"/>
            <a:ext cx="0" cy="166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9" name="Shape 1589"/>
        <p:cNvGrpSpPr/>
        <p:nvPr/>
      </p:nvGrpSpPr>
      <p:grpSpPr>
        <a:xfrm>
          <a:off x="0" y="0"/>
          <a:ext cx="0" cy="0"/>
        </a:xfrm>
      </p:grpSpPr>
      <p:grpSp>
        <p:nvGrpSpPr>
          <p:cNvPr id="1590" name="Google Shape;1590;p132"/>
          <p:cNvGrpSpPr/>
          <p:nvPr/>
        </p:nvGrpSpPr>
        <p:grpSpPr>
          <a:xfrm>
            <a:off x="4294585" y="3552898"/>
            <a:ext cx="4053479" cy="1151259"/>
            <a:chOff x="3989785" y="3705298"/>
            <a:chExt cx="4053479" cy="1151259"/>
          </a:xfrm>
        </p:grpSpPr>
        <p:cxnSp>
          <p:nvCxnSpPr>
            <p:cNvPr id="1591" name="Google Shape;1591;p132"/>
            <p:cNvCxnSpPr/>
            <p:nvPr/>
          </p:nvCxnSpPr>
          <p:spPr>
            <a:xfrm flipH="1">
              <a:off x="4011959" y="3821257"/>
              <a:ext cx="0" cy="10353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92" name="Google Shape;1592;p132"/>
            <p:cNvGrpSpPr/>
            <p:nvPr/>
          </p:nvGrpSpPr>
          <p:grpSpPr>
            <a:xfrm>
              <a:off x="3989785" y="3705298"/>
              <a:ext cx="4053479" cy="587867"/>
              <a:chOff x="2069852" y="3407400"/>
              <a:chExt cx="4937848" cy="716125"/>
            </a:xfrm>
          </p:grpSpPr>
          <p:cxnSp>
            <p:nvCxnSpPr>
              <p:cNvPr id="1593" name="Google Shape;1593;p132"/>
              <p:cNvCxnSpPr/>
              <p:nvPr/>
            </p:nvCxnSpPr>
            <p:spPr>
              <a:xfrm>
                <a:off x="2119997" y="3900635"/>
                <a:ext cx="41412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94" name="Google Shape;1594;p132"/>
              <p:cNvCxnSpPr/>
              <p:nvPr/>
            </p:nvCxnSpPr>
            <p:spPr>
              <a:xfrm>
                <a:off x="2069852" y="3902644"/>
                <a:ext cx="2623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5" name="Google Shape;1595;p132"/>
              <p:cNvCxnSpPr/>
              <p:nvPr/>
            </p:nvCxnSpPr>
            <p:spPr>
              <a:xfrm>
                <a:off x="4170175" y="3902644"/>
                <a:ext cx="19005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6" name="Google Shape;1596;p132"/>
              <p:cNvCxnSpPr/>
              <p:nvPr/>
            </p:nvCxnSpPr>
            <p:spPr>
              <a:xfrm flipH="1">
                <a:off x="4170277" y="3767832"/>
                <a:ext cx="0" cy="265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97" name="Google Shape;1597;p132"/>
              <p:cNvSpPr txBox="1"/>
              <p:nvPr/>
            </p:nvSpPr>
            <p:spPr>
              <a:xfrm>
                <a:off x="2989088" y="3407400"/>
                <a:ext cx="415800" cy="41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598" name="Google Shape;1598;p132"/>
              <p:cNvCxnSpPr/>
              <p:nvPr/>
            </p:nvCxnSpPr>
            <p:spPr>
              <a:xfrm flipH="1">
                <a:off x="3119266" y="3746184"/>
                <a:ext cx="0" cy="265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9" name="Google Shape;1599;p132"/>
              <p:cNvCxnSpPr/>
              <p:nvPr/>
            </p:nvCxnSpPr>
            <p:spPr>
              <a:xfrm flipH="1">
                <a:off x="5211700" y="3746184"/>
                <a:ext cx="0" cy="265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600" name="Google Shape;1600;p132"/>
              <p:cNvSpPr txBox="1"/>
              <p:nvPr/>
            </p:nvSpPr>
            <p:spPr>
              <a:xfrm>
                <a:off x="6363900" y="3625525"/>
                <a:ext cx="643800" cy="49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5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%</a:t>
                </a:r>
                <a:endParaRPr sz="25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01" name="Google Shape;1601;p132"/>
              <p:cNvSpPr txBox="1"/>
              <p:nvPr/>
            </p:nvSpPr>
            <p:spPr>
              <a:xfrm>
                <a:off x="4055888" y="3407400"/>
                <a:ext cx="415800" cy="41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02" name="Google Shape;1602;p132"/>
              <p:cNvSpPr txBox="1"/>
              <p:nvPr/>
            </p:nvSpPr>
            <p:spPr>
              <a:xfrm>
                <a:off x="5122673" y="3407402"/>
                <a:ext cx="643800" cy="41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100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603" name="Google Shape;1603;p132"/>
          <p:cNvSpPr txBox="1"/>
          <p:nvPr/>
        </p:nvSpPr>
        <p:spPr>
          <a:xfrm>
            <a:off x="4134760" y="4297711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132"/>
          <p:cNvSpPr txBox="1"/>
          <p:nvPr>
            <p:ph type="body" idx="1"/>
          </p:nvPr>
        </p:nvSpPr>
        <p:spPr>
          <a:xfrm>
            <a:off x="324000" y="759300"/>
            <a:ext cx="38976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also know we can show relationships graphically.</a:t>
            </a:r>
            <a:endParaRPr sz="1800"/>
          </a:p>
        </p:txBody>
      </p:sp>
      <p:sp>
        <p:nvSpPr>
          <p:cNvPr id="1605" name="Google Shape;1605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grpSp>
        <p:nvGrpSpPr>
          <p:cNvPr id="1606" name="Google Shape;1606;p132"/>
          <p:cNvGrpSpPr/>
          <p:nvPr/>
        </p:nvGrpSpPr>
        <p:grpSpPr>
          <a:xfrm rot="-846034">
            <a:off x="4243062" y="3492587"/>
            <a:ext cx="4053653" cy="677271"/>
            <a:chOff x="2069852" y="3407393"/>
            <a:chExt cx="4937848" cy="825000"/>
          </a:xfrm>
        </p:grpSpPr>
        <p:cxnSp>
          <p:nvCxnSpPr>
            <p:cNvPr id="1607" name="Google Shape;1607;p132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08" name="Google Shape;1608;p132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09" name="Google Shape;1609;p132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0" name="Google Shape;1610;p132"/>
            <p:cNvCxnSpPr/>
            <p:nvPr/>
          </p:nvCxnSpPr>
          <p:spPr>
            <a:xfrm flipH="1">
              <a:off x="4170277" y="3767832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11" name="Google Shape;1611;p132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12" name="Google Shape;1612;p132"/>
            <p:cNvCxnSpPr/>
            <p:nvPr/>
          </p:nvCxnSpPr>
          <p:spPr>
            <a:xfrm flipH="1">
              <a:off x="3119266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3" name="Google Shape;1613;p132"/>
            <p:cNvCxnSpPr/>
            <p:nvPr/>
          </p:nvCxnSpPr>
          <p:spPr>
            <a:xfrm flipH="1">
              <a:off x="5211700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14" name="Google Shape;1614;p132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5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25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5" name="Google Shape;1615;p132"/>
            <p:cNvSpPr txBox="1"/>
            <p:nvPr/>
          </p:nvSpPr>
          <p:spPr>
            <a:xfrm>
              <a:off x="5122690" y="3407393"/>
              <a:ext cx="666600" cy="82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6" name="Google Shape;1616;p132"/>
          <p:cNvGrpSpPr/>
          <p:nvPr/>
        </p:nvGrpSpPr>
        <p:grpSpPr>
          <a:xfrm rot="-1513739">
            <a:off x="4063393" y="3114521"/>
            <a:ext cx="4053503" cy="677246"/>
            <a:chOff x="2069852" y="3407398"/>
            <a:chExt cx="4937848" cy="825000"/>
          </a:xfrm>
        </p:grpSpPr>
        <p:cxnSp>
          <p:nvCxnSpPr>
            <p:cNvPr id="1617" name="Google Shape;1617;p132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18" name="Google Shape;1618;p132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9" name="Google Shape;1619;p132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0" name="Google Shape;1620;p132"/>
            <p:cNvCxnSpPr/>
            <p:nvPr/>
          </p:nvCxnSpPr>
          <p:spPr>
            <a:xfrm flipH="1">
              <a:off x="4170277" y="3767832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21" name="Google Shape;1621;p132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22" name="Google Shape;1622;p132"/>
            <p:cNvCxnSpPr/>
            <p:nvPr/>
          </p:nvCxnSpPr>
          <p:spPr>
            <a:xfrm flipH="1">
              <a:off x="3119266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3" name="Google Shape;1623;p132"/>
            <p:cNvCxnSpPr/>
            <p:nvPr/>
          </p:nvCxnSpPr>
          <p:spPr>
            <a:xfrm flipH="1">
              <a:off x="5211700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24" name="Google Shape;1624;p132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5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25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25" name="Google Shape;1625;p132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6" name="Google Shape;1626;p132"/>
            <p:cNvSpPr txBox="1"/>
            <p:nvPr/>
          </p:nvSpPr>
          <p:spPr>
            <a:xfrm>
              <a:off x="5122691" y="3407398"/>
              <a:ext cx="758700" cy="82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7" name="Google Shape;1627;p132"/>
          <p:cNvGrpSpPr/>
          <p:nvPr/>
        </p:nvGrpSpPr>
        <p:grpSpPr>
          <a:xfrm rot="-2075300">
            <a:off x="3882063" y="2860632"/>
            <a:ext cx="4053434" cy="677235"/>
            <a:chOff x="2069852" y="3407400"/>
            <a:chExt cx="4937848" cy="825001"/>
          </a:xfrm>
        </p:grpSpPr>
        <p:cxnSp>
          <p:nvCxnSpPr>
            <p:cNvPr id="1628" name="Google Shape;1628;p132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29" name="Google Shape;1629;p132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0" name="Google Shape;1630;p132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1" name="Google Shape;1631;p132"/>
            <p:cNvCxnSpPr/>
            <p:nvPr/>
          </p:nvCxnSpPr>
          <p:spPr>
            <a:xfrm flipH="1">
              <a:off x="4170277" y="3767832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32" name="Google Shape;1632;p132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33" name="Google Shape;1633;p132"/>
            <p:cNvCxnSpPr/>
            <p:nvPr/>
          </p:nvCxnSpPr>
          <p:spPr>
            <a:xfrm flipH="1">
              <a:off x="3119266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4" name="Google Shape;1634;p132"/>
            <p:cNvCxnSpPr/>
            <p:nvPr/>
          </p:nvCxnSpPr>
          <p:spPr>
            <a:xfrm flipH="1">
              <a:off x="5211700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35" name="Google Shape;1635;p132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5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25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36" name="Google Shape;1636;p132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7" name="Google Shape;1637;p132"/>
            <p:cNvSpPr txBox="1"/>
            <p:nvPr/>
          </p:nvSpPr>
          <p:spPr>
            <a:xfrm>
              <a:off x="5122717" y="3407401"/>
              <a:ext cx="699000" cy="82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8" name="Google Shape;1638;p132"/>
          <p:cNvGrpSpPr/>
          <p:nvPr/>
        </p:nvGrpSpPr>
        <p:grpSpPr>
          <a:xfrm rot="-2906231">
            <a:off x="3577312" y="2477802"/>
            <a:ext cx="4053341" cy="677226"/>
            <a:chOff x="2069852" y="3407400"/>
            <a:chExt cx="4937848" cy="825008"/>
          </a:xfrm>
        </p:grpSpPr>
        <p:cxnSp>
          <p:nvCxnSpPr>
            <p:cNvPr id="1639" name="Google Shape;1639;p132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40" name="Google Shape;1640;p132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1" name="Google Shape;1641;p132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2" name="Google Shape;1642;p132"/>
            <p:cNvCxnSpPr/>
            <p:nvPr/>
          </p:nvCxnSpPr>
          <p:spPr>
            <a:xfrm flipH="1">
              <a:off x="4170277" y="3767832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43" name="Google Shape;1643;p132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44" name="Google Shape;1644;p132"/>
            <p:cNvCxnSpPr/>
            <p:nvPr/>
          </p:nvCxnSpPr>
          <p:spPr>
            <a:xfrm flipH="1">
              <a:off x="3119266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5" name="Google Shape;1645;p132"/>
            <p:cNvCxnSpPr/>
            <p:nvPr/>
          </p:nvCxnSpPr>
          <p:spPr>
            <a:xfrm flipH="1">
              <a:off x="5211700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46" name="Google Shape;1646;p132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5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25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7" name="Google Shape;1647;p132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8" name="Google Shape;1648;p132"/>
            <p:cNvSpPr txBox="1"/>
            <p:nvPr/>
          </p:nvSpPr>
          <p:spPr>
            <a:xfrm>
              <a:off x="5122686" y="3407408"/>
              <a:ext cx="700500" cy="82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49" name="Google Shape;1649;p132"/>
          <p:cNvGrpSpPr/>
          <p:nvPr/>
        </p:nvGrpSpPr>
        <p:grpSpPr>
          <a:xfrm rot="-3920365">
            <a:off x="3063149" y="2195587"/>
            <a:ext cx="4053315" cy="677215"/>
            <a:chOff x="2069852" y="3407390"/>
            <a:chExt cx="4937848" cy="825000"/>
          </a:xfrm>
        </p:grpSpPr>
        <p:cxnSp>
          <p:nvCxnSpPr>
            <p:cNvPr id="1650" name="Google Shape;1650;p132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51" name="Google Shape;1651;p132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2" name="Google Shape;1652;p132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3" name="Google Shape;1653;p132"/>
            <p:cNvCxnSpPr/>
            <p:nvPr/>
          </p:nvCxnSpPr>
          <p:spPr>
            <a:xfrm flipH="1">
              <a:off x="4170277" y="3767832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54" name="Google Shape;1654;p132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55" name="Google Shape;1655;p132"/>
            <p:cNvCxnSpPr/>
            <p:nvPr/>
          </p:nvCxnSpPr>
          <p:spPr>
            <a:xfrm flipH="1">
              <a:off x="3119266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6" name="Google Shape;1656;p132"/>
            <p:cNvCxnSpPr/>
            <p:nvPr/>
          </p:nvCxnSpPr>
          <p:spPr>
            <a:xfrm flipH="1">
              <a:off x="5211700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57" name="Google Shape;1657;p132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5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25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8" name="Google Shape;1658;p132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9" name="Google Shape;1659;p132"/>
            <p:cNvSpPr txBox="1"/>
            <p:nvPr/>
          </p:nvSpPr>
          <p:spPr>
            <a:xfrm>
              <a:off x="5122716" y="3407390"/>
              <a:ext cx="1082700" cy="82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0" name="Google Shape;1660;p132"/>
          <p:cNvGrpSpPr/>
          <p:nvPr/>
        </p:nvGrpSpPr>
        <p:grpSpPr>
          <a:xfrm rot="-3416461">
            <a:off x="3331527" y="2337173"/>
            <a:ext cx="4053455" cy="677238"/>
            <a:chOff x="2069852" y="3407392"/>
            <a:chExt cx="4937848" cy="825000"/>
          </a:xfrm>
        </p:grpSpPr>
        <p:cxnSp>
          <p:nvCxnSpPr>
            <p:cNvPr id="1661" name="Google Shape;1661;p132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62" name="Google Shape;1662;p132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3" name="Google Shape;1663;p132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4" name="Google Shape;1664;p132"/>
            <p:cNvCxnSpPr/>
            <p:nvPr/>
          </p:nvCxnSpPr>
          <p:spPr>
            <a:xfrm flipH="1">
              <a:off x="4170277" y="3767832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65" name="Google Shape;1665;p132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66" name="Google Shape;1666;p132"/>
            <p:cNvCxnSpPr/>
            <p:nvPr/>
          </p:nvCxnSpPr>
          <p:spPr>
            <a:xfrm flipH="1">
              <a:off x="3119266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7" name="Google Shape;1667;p132"/>
            <p:cNvCxnSpPr/>
            <p:nvPr/>
          </p:nvCxnSpPr>
          <p:spPr>
            <a:xfrm flipH="1">
              <a:off x="5211700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68" name="Google Shape;1668;p132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5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25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9" name="Google Shape;1669;p132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0" name="Google Shape;1670;p132"/>
            <p:cNvSpPr txBox="1"/>
            <p:nvPr/>
          </p:nvSpPr>
          <p:spPr>
            <a:xfrm>
              <a:off x="5122660" y="3407392"/>
              <a:ext cx="916200" cy="82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1" name="Google Shape;1671;p132"/>
          <p:cNvGrpSpPr/>
          <p:nvPr/>
        </p:nvGrpSpPr>
        <p:grpSpPr>
          <a:xfrm rot="-4613386">
            <a:off x="2690666" y="2061592"/>
            <a:ext cx="4053461" cy="677239"/>
            <a:chOff x="2069852" y="3407399"/>
            <a:chExt cx="4937848" cy="825000"/>
          </a:xfrm>
        </p:grpSpPr>
        <p:cxnSp>
          <p:nvCxnSpPr>
            <p:cNvPr id="1672" name="Google Shape;1672;p132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73" name="Google Shape;1673;p132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4" name="Google Shape;1674;p132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5" name="Google Shape;1675;p132"/>
            <p:cNvCxnSpPr/>
            <p:nvPr/>
          </p:nvCxnSpPr>
          <p:spPr>
            <a:xfrm flipH="1">
              <a:off x="4170277" y="3767832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76" name="Google Shape;1676;p132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77" name="Google Shape;1677;p132"/>
            <p:cNvCxnSpPr/>
            <p:nvPr/>
          </p:nvCxnSpPr>
          <p:spPr>
            <a:xfrm flipH="1">
              <a:off x="3119266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8" name="Google Shape;1678;p132"/>
            <p:cNvCxnSpPr/>
            <p:nvPr/>
          </p:nvCxnSpPr>
          <p:spPr>
            <a:xfrm flipH="1">
              <a:off x="5211700" y="3746184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79" name="Google Shape;1679;p132"/>
            <p:cNvSpPr txBox="1"/>
            <p:nvPr/>
          </p:nvSpPr>
          <p:spPr>
            <a:xfrm>
              <a:off x="6363900" y="3625525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5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25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80" name="Google Shape;1680;p132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1" name="Google Shape;1681;p132"/>
            <p:cNvSpPr txBox="1"/>
            <p:nvPr/>
          </p:nvSpPr>
          <p:spPr>
            <a:xfrm>
              <a:off x="5122662" y="3407399"/>
              <a:ext cx="837900" cy="82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2" name="Google Shape;1682;p132"/>
          <p:cNvGrpSpPr/>
          <p:nvPr/>
        </p:nvGrpSpPr>
        <p:grpSpPr>
          <a:xfrm>
            <a:off x="3647076" y="640026"/>
            <a:ext cx="883774" cy="3798257"/>
            <a:chOff x="-1017600" y="-94576"/>
            <a:chExt cx="1076591" cy="4626942"/>
          </a:xfrm>
        </p:grpSpPr>
        <p:cxnSp>
          <p:nvCxnSpPr>
            <p:cNvPr id="1683" name="Google Shape;1683;p132"/>
            <p:cNvCxnSpPr/>
            <p:nvPr/>
          </p:nvCxnSpPr>
          <p:spPr>
            <a:xfrm rot="-5400000">
              <a:off x="-2289748" y="2411621"/>
              <a:ext cx="414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84" name="Google Shape;1684;p132"/>
            <p:cNvCxnSpPr/>
            <p:nvPr/>
          </p:nvCxnSpPr>
          <p:spPr>
            <a:xfrm rot="-5400000">
              <a:off x="-1529039" y="3220466"/>
              <a:ext cx="2623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5" name="Google Shape;1685;p132"/>
            <p:cNvCxnSpPr/>
            <p:nvPr/>
          </p:nvCxnSpPr>
          <p:spPr>
            <a:xfrm rot="-5400000">
              <a:off x="-1167389" y="1481793"/>
              <a:ext cx="1900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6" name="Google Shape;1686;p132"/>
            <p:cNvCxnSpPr/>
            <p:nvPr/>
          </p:nvCxnSpPr>
          <p:spPr>
            <a:xfrm rot="10800000" flipH="1">
              <a:off x="-219202" y="2311215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87" name="Google Shape;1687;p132"/>
            <p:cNvSpPr txBox="1"/>
            <p:nvPr/>
          </p:nvSpPr>
          <p:spPr>
            <a:xfrm>
              <a:off x="-573283" y="32744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88" name="Google Shape;1688;p132"/>
            <p:cNvCxnSpPr/>
            <p:nvPr/>
          </p:nvCxnSpPr>
          <p:spPr>
            <a:xfrm rot="10800000" flipH="1">
              <a:off x="-240849" y="3350202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9" name="Google Shape;1689;p132"/>
            <p:cNvCxnSpPr/>
            <p:nvPr/>
          </p:nvCxnSpPr>
          <p:spPr>
            <a:xfrm rot="10800000" flipH="1">
              <a:off x="-240849" y="1269792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90" name="Google Shape;1690;p132"/>
            <p:cNvSpPr txBox="1"/>
            <p:nvPr/>
          </p:nvSpPr>
          <p:spPr>
            <a:xfrm>
              <a:off x="-584809" y="-94576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5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25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91" name="Google Shape;1691;p132"/>
            <p:cNvSpPr txBox="1"/>
            <p:nvPr/>
          </p:nvSpPr>
          <p:spPr>
            <a:xfrm>
              <a:off x="-573283" y="22076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2" name="Google Shape;1692;p132"/>
            <p:cNvSpPr txBox="1"/>
            <p:nvPr/>
          </p:nvSpPr>
          <p:spPr>
            <a:xfrm>
              <a:off x="-1017600" y="1140835"/>
              <a:ext cx="860100" cy="82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3" name="Google Shape;1693;p132"/>
          <p:cNvGrpSpPr/>
          <p:nvPr/>
        </p:nvGrpSpPr>
        <p:grpSpPr>
          <a:xfrm>
            <a:off x="4294564" y="4232333"/>
            <a:ext cx="4900741" cy="630767"/>
            <a:chOff x="4294564" y="4232333"/>
            <a:chExt cx="4900741" cy="630767"/>
          </a:xfrm>
        </p:grpSpPr>
        <p:cxnSp>
          <p:nvCxnSpPr>
            <p:cNvPr id="1694" name="Google Shape;1694;p132"/>
            <p:cNvCxnSpPr/>
            <p:nvPr/>
          </p:nvCxnSpPr>
          <p:spPr>
            <a:xfrm>
              <a:off x="4335728" y="4419056"/>
              <a:ext cx="34413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95" name="Google Shape;1695;p132"/>
            <p:cNvCxnSpPr/>
            <p:nvPr/>
          </p:nvCxnSpPr>
          <p:spPr>
            <a:xfrm flipH="1">
              <a:off x="5154701" y="4315312"/>
              <a:ext cx="0" cy="21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6" name="Google Shape;1696;p132"/>
            <p:cNvCxnSpPr/>
            <p:nvPr/>
          </p:nvCxnSpPr>
          <p:spPr>
            <a:xfrm flipH="1">
              <a:off x="6014831" y="4315312"/>
              <a:ext cx="0" cy="21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7" name="Google Shape;1697;p132"/>
            <p:cNvCxnSpPr/>
            <p:nvPr/>
          </p:nvCxnSpPr>
          <p:spPr>
            <a:xfrm flipH="1">
              <a:off x="6878836" y="4315312"/>
              <a:ext cx="0" cy="21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98" name="Google Shape;1698;p132"/>
            <p:cNvGrpSpPr/>
            <p:nvPr/>
          </p:nvGrpSpPr>
          <p:grpSpPr>
            <a:xfrm>
              <a:off x="4294564" y="4232333"/>
              <a:ext cx="4900741" cy="630767"/>
              <a:chOff x="4294564" y="3851333"/>
              <a:chExt cx="4900741" cy="630767"/>
            </a:xfrm>
          </p:grpSpPr>
          <p:cxnSp>
            <p:nvCxnSpPr>
              <p:cNvPr id="1699" name="Google Shape;1699;p132"/>
              <p:cNvCxnSpPr/>
              <p:nvPr/>
            </p:nvCxnSpPr>
            <p:spPr>
              <a:xfrm>
                <a:off x="4294564" y="4043338"/>
                <a:ext cx="21540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0" name="Google Shape;1700;p132"/>
              <p:cNvCxnSpPr/>
              <p:nvPr/>
            </p:nvCxnSpPr>
            <p:spPr>
              <a:xfrm>
                <a:off x="6018699" y="4043338"/>
                <a:ext cx="17061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01" name="Google Shape;1701;p132"/>
              <p:cNvSpPr txBox="1"/>
              <p:nvPr/>
            </p:nvSpPr>
            <p:spPr>
              <a:xfrm>
                <a:off x="5074795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2" name="Google Shape;1702;p132"/>
              <p:cNvSpPr txBox="1"/>
              <p:nvPr/>
            </p:nvSpPr>
            <p:spPr>
              <a:xfrm>
                <a:off x="7819506" y="3851333"/>
                <a:ext cx="1375800" cy="40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Amount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3" name="Google Shape;1703;p132"/>
              <p:cNvSpPr txBox="1"/>
              <p:nvPr/>
            </p:nvSpPr>
            <p:spPr>
              <a:xfrm>
                <a:off x="5950520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4" name="Google Shape;1704;p132"/>
              <p:cNvSpPr txBox="1"/>
              <p:nvPr/>
            </p:nvSpPr>
            <p:spPr>
              <a:xfrm>
                <a:off x="6826265" y="4143400"/>
                <a:ext cx="1491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240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705" name="Google Shape;1705;p132"/>
          <p:cNvSpPr txBox="1"/>
          <p:nvPr/>
        </p:nvSpPr>
        <p:spPr>
          <a:xfrm>
            <a:off x="324000" y="1472700"/>
            <a:ext cx="3430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here is the same double number line showing 240 as a percentage</a:t>
            </a:r>
            <a:endParaRPr sz="1800"/>
          </a:p>
        </p:txBody>
      </p:sp>
      <p:graphicFrame>
        <p:nvGraphicFramePr>
          <p:cNvPr id="1706" name="Google Shape;1706;p132"/>
          <p:cNvGraphicFramePr>
            <a:graphicFrameLocks noGrp="1"/>
          </p:cNvGraphicFramePr>
          <p:nvPr/>
        </p:nvGraphicFramePr>
        <p:xfrm>
          <a:off x="725175" y="2894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297200"/>
                <a:gridCol w="1297200"/>
              </a:tblGrid>
              <a:tr h="345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45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10" name="Shape 1710"/>
        <p:cNvGrpSpPr/>
        <p:nvPr/>
      </p:nvGrpSpPr>
      <p:grpSpPr>
        <a:xfrm>
          <a:off x="0" y="0"/>
          <a:ext cx="0" cy="0"/>
        </a:xfrm>
      </p:grpSpPr>
      <p:sp>
        <p:nvSpPr>
          <p:cNvPr id="1711" name="Google Shape;1711;p133"/>
          <p:cNvSpPr txBox="1"/>
          <p:nvPr/>
        </p:nvSpPr>
        <p:spPr>
          <a:xfrm>
            <a:off x="4134760" y="4297711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133"/>
          <p:cNvSpPr txBox="1"/>
          <p:nvPr>
            <p:ph type="body" idx="1"/>
          </p:nvPr>
        </p:nvSpPr>
        <p:spPr>
          <a:xfrm>
            <a:off x="324000" y="759300"/>
            <a:ext cx="38976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also know we can show relationships graphically.</a:t>
            </a:r>
            <a:endParaRPr sz="1800"/>
          </a:p>
        </p:txBody>
      </p:sp>
      <p:sp>
        <p:nvSpPr>
          <p:cNvPr id="1713" name="Google Shape;1713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grpSp>
        <p:nvGrpSpPr>
          <p:cNvPr id="1714" name="Google Shape;1714;p133"/>
          <p:cNvGrpSpPr/>
          <p:nvPr/>
        </p:nvGrpSpPr>
        <p:grpSpPr>
          <a:xfrm>
            <a:off x="3647076" y="640026"/>
            <a:ext cx="883774" cy="3798257"/>
            <a:chOff x="-1017600" y="-94576"/>
            <a:chExt cx="1076591" cy="4626942"/>
          </a:xfrm>
        </p:grpSpPr>
        <p:cxnSp>
          <p:nvCxnSpPr>
            <p:cNvPr id="1715" name="Google Shape;1715;p133"/>
            <p:cNvCxnSpPr/>
            <p:nvPr/>
          </p:nvCxnSpPr>
          <p:spPr>
            <a:xfrm rot="-5400000">
              <a:off x="-2289748" y="2411621"/>
              <a:ext cx="414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16" name="Google Shape;1716;p133"/>
            <p:cNvCxnSpPr/>
            <p:nvPr/>
          </p:nvCxnSpPr>
          <p:spPr>
            <a:xfrm rot="-5400000">
              <a:off x="-1529039" y="3220466"/>
              <a:ext cx="2623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7" name="Google Shape;1717;p133"/>
            <p:cNvCxnSpPr/>
            <p:nvPr/>
          </p:nvCxnSpPr>
          <p:spPr>
            <a:xfrm rot="-5400000">
              <a:off x="-1167389" y="1481793"/>
              <a:ext cx="1900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8" name="Google Shape;1718;p133"/>
            <p:cNvCxnSpPr/>
            <p:nvPr/>
          </p:nvCxnSpPr>
          <p:spPr>
            <a:xfrm rot="10800000" flipH="1">
              <a:off x="-219202" y="2311215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9" name="Google Shape;1719;p133"/>
            <p:cNvSpPr txBox="1"/>
            <p:nvPr/>
          </p:nvSpPr>
          <p:spPr>
            <a:xfrm>
              <a:off x="-573283" y="32744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0" name="Google Shape;1720;p133"/>
            <p:cNvCxnSpPr/>
            <p:nvPr/>
          </p:nvCxnSpPr>
          <p:spPr>
            <a:xfrm rot="10800000" flipH="1">
              <a:off x="-240849" y="3350202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1" name="Google Shape;1721;p133"/>
            <p:cNvCxnSpPr/>
            <p:nvPr/>
          </p:nvCxnSpPr>
          <p:spPr>
            <a:xfrm rot="10800000" flipH="1">
              <a:off x="-240849" y="1269792"/>
              <a:ext cx="0" cy="265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22" name="Google Shape;1722;p133"/>
            <p:cNvSpPr txBox="1"/>
            <p:nvPr/>
          </p:nvSpPr>
          <p:spPr>
            <a:xfrm>
              <a:off x="-584809" y="-94576"/>
              <a:ext cx="6438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5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25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23" name="Google Shape;1723;p133"/>
            <p:cNvSpPr txBox="1"/>
            <p:nvPr/>
          </p:nvSpPr>
          <p:spPr>
            <a:xfrm>
              <a:off x="-573283" y="22076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4" name="Google Shape;1724;p133"/>
            <p:cNvSpPr txBox="1"/>
            <p:nvPr/>
          </p:nvSpPr>
          <p:spPr>
            <a:xfrm>
              <a:off x="-1017600" y="1140835"/>
              <a:ext cx="860100" cy="82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5" name="Google Shape;1725;p133"/>
          <p:cNvGrpSpPr/>
          <p:nvPr/>
        </p:nvGrpSpPr>
        <p:grpSpPr>
          <a:xfrm>
            <a:off x="4294564" y="4232333"/>
            <a:ext cx="4900741" cy="630767"/>
            <a:chOff x="4294564" y="4232333"/>
            <a:chExt cx="4900741" cy="630767"/>
          </a:xfrm>
        </p:grpSpPr>
        <p:cxnSp>
          <p:nvCxnSpPr>
            <p:cNvPr id="1726" name="Google Shape;1726;p133"/>
            <p:cNvCxnSpPr/>
            <p:nvPr/>
          </p:nvCxnSpPr>
          <p:spPr>
            <a:xfrm>
              <a:off x="4335728" y="4419056"/>
              <a:ext cx="34413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27" name="Google Shape;1727;p133"/>
            <p:cNvCxnSpPr/>
            <p:nvPr/>
          </p:nvCxnSpPr>
          <p:spPr>
            <a:xfrm flipH="1">
              <a:off x="5154701" y="4315312"/>
              <a:ext cx="0" cy="21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8" name="Google Shape;1728;p133"/>
            <p:cNvCxnSpPr/>
            <p:nvPr/>
          </p:nvCxnSpPr>
          <p:spPr>
            <a:xfrm flipH="1">
              <a:off x="6014831" y="4315312"/>
              <a:ext cx="0" cy="21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9" name="Google Shape;1729;p133"/>
            <p:cNvCxnSpPr/>
            <p:nvPr/>
          </p:nvCxnSpPr>
          <p:spPr>
            <a:xfrm flipH="1">
              <a:off x="6878836" y="4315312"/>
              <a:ext cx="0" cy="21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730" name="Google Shape;1730;p133"/>
            <p:cNvGrpSpPr/>
            <p:nvPr/>
          </p:nvGrpSpPr>
          <p:grpSpPr>
            <a:xfrm>
              <a:off x="4294564" y="4232333"/>
              <a:ext cx="4900741" cy="630767"/>
              <a:chOff x="4294564" y="3851333"/>
              <a:chExt cx="4900741" cy="630767"/>
            </a:xfrm>
          </p:grpSpPr>
          <p:cxnSp>
            <p:nvCxnSpPr>
              <p:cNvPr id="1731" name="Google Shape;1731;p133"/>
              <p:cNvCxnSpPr/>
              <p:nvPr/>
            </p:nvCxnSpPr>
            <p:spPr>
              <a:xfrm>
                <a:off x="4294564" y="4043338"/>
                <a:ext cx="21540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2" name="Google Shape;1732;p133"/>
              <p:cNvCxnSpPr/>
              <p:nvPr/>
            </p:nvCxnSpPr>
            <p:spPr>
              <a:xfrm>
                <a:off x="6018699" y="4043338"/>
                <a:ext cx="17061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33" name="Google Shape;1733;p133"/>
              <p:cNvSpPr txBox="1"/>
              <p:nvPr/>
            </p:nvSpPr>
            <p:spPr>
              <a:xfrm>
                <a:off x="5074795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34" name="Google Shape;1734;p133"/>
              <p:cNvSpPr txBox="1"/>
              <p:nvPr/>
            </p:nvSpPr>
            <p:spPr>
              <a:xfrm>
                <a:off x="7819506" y="3851333"/>
                <a:ext cx="1375800" cy="40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Amount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35" name="Google Shape;1735;p133"/>
              <p:cNvSpPr txBox="1"/>
              <p:nvPr/>
            </p:nvSpPr>
            <p:spPr>
              <a:xfrm>
                <a:off x="5950520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36" name="Google Shape;1736;p133"/>
              <p:cNvSpPr txBox="1"/>
              <p:nvPr/>
            </p:nvSpPr>
            <p:spPr>
              <a:xfrm>
                <a:off x="6826265" y="4143400"/>
                <a:ext cx="1491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240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737" name="Google Shape;1737;p133"/>
          <p:cNvSpPr txBox="1"/>
          <p:nvPr/>
        </p:nvSpPr>
        <p:spPr>
          <a:xfrm>
            <a:off x="324000" y="1472700"/>
            <a:ext cx="3430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here is the same double number line showing 240 as a percentage</a:t>
            </a:r>
            <a:endParaRPr sz="1800"/>
          </a:p>
        </p:txBody>
      </p:sp>
      <p:graphicFrame>
        <p:nvGraphicFramePr>
          <p:cNvPr id="1738" name="Google Shape;1738;p133"/>
          <p:cNvGraphicFramePr>
            <a:graphicFrameLocks noGrp="1"/>
          </p:cNvGraphicFramePr>
          <p:nvPr/>
        </p:nvGraphicFramePr>
        <p:xfrm>
          <a:off x="725175" y="2894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297200"/>
                <a:gridCol w="1297200"/>
              </a:tblGrid>
              <a:tr h="345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45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39" name="Google Shape;1739;p133"/>
          <p:cNvGraphicFramePr>
            <a:graphicFrameLocks noGrp="1"/>
          </p:cNvGraphicFramePr>
          <p:nvPr/>
        </p:nvGraphicFramePr>
        <p:xfrm>
          <a:off x="4302425" y="104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860325"/>
                <a:gridCol w="860325"/>
                <a:gridCol w="860325"/>
                <a:gridCol w="860325"/>
              </a:tblGrid>
              <a:tr h="839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839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839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839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cxnSp>
        <p:nvCxnSpPr>
          <p:cNvPr id="1740" name="Google Shape;1740;p133"/>
          <p:cNvCxnSpPr/>
          <p:nvPr/>
        </p:nvCxnSpPr>
        <p:spPr>
          <a:xfrm rot="10800000" flipH="1">
            <a:off x="4304225" y="1883750"/>
            <a:ext cx="2599200" cy="2526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1" name="Google Shape;1741;p133"/>
          <p:cNvSpPr txBox="1"/>
          <p:nvPr/>
        </p:nvSpPr>
        <p:spPr>
          <a:xfrm>
            <a:off x="324000" y="3834900"/>
            <a:ext cx="3430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 like double number lines, graphs must be correctly scaled.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5" name="Shape 1745"/>
        <p:cNvGrpSpPr/>
        <p:nvPr/>
      </p:nvGrpSpPr>
      <p:grpSpPr>
        <a:xfrm>
          <a:off x="0" y="0"/>
          <a:ext cx="0" cy="0"/>
        </a:xfrm>
      </p:grpSpPr>
      <p:pic>
        <p:nvPicPr>
          <p:cNvPr id="1746" name="Google Shape;1746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00" y="1202400"/>
            <a:ext cx="3625200" cy="336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Google Shape;1747;p134"/>
          <p:cNvSpPr txBox="1"/>
          <p:nvPr>
            <p:ph type="body" idx="1"/>
          </p:nvPr>
        </p:nvSpPr>
        <p:spPr>
          <a:xfrm>
            <a:off x="324000" y="759300"/>
            <a:ext cx="8237700" cy="52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double number line is represented here?</a:t>
            </a:r>
            <a:endParaRPr/>
          </a:p>
        </p:txBody>
      </p:sp>
      <p:sp>
        <p:nvSpPr>
          <p:cNvPr id="1748" name="Google Shape;1748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grpSp>
        <p:nvGrpSpPr>
          <p:cNvPr id="1749" name="Google Shape;1749;p134"/>
          <p:cNvGrpSpPr/>
          <p:nvPr/>
        </p:nvGrpSpPr>
        <p:grpSpPr>
          <a:xfrm>
            <a:off x="4037991" y="1240650"/>
            <a:ext cx="457200" cy="457200"/>
            <a:chOff x="1020916" y="1442088"/>
            <a:chExt cx="457200" cy="457200"/>
          </a:xfrm>
        </p:grpSpPr>
        <p:pic>
          <p:nvPicPr>
            <p:cNvPr id="1750" name="Google Shape;1750;p1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1" name="Google Shape;1751;p1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2" name="Google Shape;1752;p134"/>
          <p:cNvSpPr txBox="1"/>
          <p:nvPr/>
        </p:nvSpPr>
        <p:spPr>
          <a:xfrm>
            <a:off x="233950" y="11148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3" name="Google Shape;1753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2958" y="303045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4" name="Google Shape;1754;p134"/>
          <p:cNvGrpSpPr/>
          <p:nvPr/>
        </p:nvGrpSpPr>
        <p:grpSpPr>
          <a:xfrm>
            <a:off x="4037991" y="3081475"/>
            <a:ext cx="457200" cy="457200"/>
            <a:chOff x="1020916" y="1442088"/>
            <a:chExt cx="457200" cy="457200"/>
          </a:xfrm>
        </p:grpSpPr>
        <p:pic>
          <p:nvPicPr>
            <p:cNvPr id="1755" name="Google Shape;1755;p1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6" name="Google Shape;1756;p1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7" name="Google Shape;1757;p134"/>
          <p:cNvSpPr txBox="1"/>
          <p:nvPr/>
        </p:nvSpPr>
        <p:spPr>
          <a:xfrm>
            <a:off x="4968075" y="3081475"/>
            <a:ext cx="399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can see 100% = 200 plotted here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8" name="Google Shape;1758;p134"/>
          <p:cNvSpPr txBox="1"/>
          <p:nvPr/>
        </p:nvSpPr>
        <p:spPr>
          <a:xfrm>
            <a:off x="3247800" y="1343257"/>
            <a:ext cx="39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x </a:t>
            </a:r>
            <a:endParaRPr sz="1500" b="1"/>
          </a:p>
        </p:txBody>
      </p:sp>
      <p:graphicFrame>
        <p:nvGraphicFramePr>
          <p:cNvPr id="1759" name="Google Shape;1759;p134"/>
          <p:cNvGraphicFramePr>
            <a:graphicFrameLocks noGrp="1"/>
          </p:cNvGraphicFramePr>
          <p:nvPr/>
        </p:nvGraphicFramePr>
        <p:xfrm>
          <a:off x="4342800" y="21481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760" name="Google Shape;1760;p134"/>
          <p:cNvCxnSpPr/>
          <p:nvPr/>
        </p:nvCxnSpPr>
        <p:spPr>
          <a:xfrm>
            <a:off x="8413225" y="2236557"/>
            <a:ext cx="22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1" name="Google Shape;1761;p134"/>
          <p:cNvSpPr txBox="1"/>
          <p:nvPr/>
        </p:nvSpPr>
        <p:spPr>
          <a:xfrm>
            <a:off x="7957927" y="4193068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34"/>
          <p:cNvSpPr txBox="1"/>
          <p:nvPr/>
        </p:nvSpPr>
        <p:spPr>
          <a:xfrm>
            <a:off x="6051156" y="2387581"/>
            <a:ext cx="5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34"/>
          <p:cNvSpPr txBox="1"/>
          <p:nvPr/>
        </p:nvSpPr>
        <p:spPr>
          <a:xfrm>
            <a:off x="4194347" y="1808319"/>
            <a:ext cx="5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34"/>
          <p:cNvSpPr txBox="1"/>
          <p:nvPr/>
        </p:nvSpPr>
        <p:spPr>
          <a:xfrm>
            <a:off x="7924211" y="3646656"/>
            <a:ext cx="821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134"/>
          <p:cNvSpPr txBox="1"/>
          <p:nvPr/>
        </p:nvSpPr>
        <p:spPr>
          <a:xfrm>
            <a:off x="4269225" y="2387582"/>
            <a:ext cx="21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134"/>
          <p:cNvSpPr txBox="1"/>
          <p:nvPr/>
        </p:nvSpPr>
        <p:spPr>
          <a:xfrm>
            <a:off x="5954014" y="180832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7" name="Google Shape;1767;p134"/>
          <p:cNvGraphicFramePr>
            <a:graphicFrameLocks noGrp="1"/>
          </p:cNvGraphicFramePr>
          <p:nvPr/>
        </p:nvGraphicFramePr>
        <p:xfrm>
          <a:off x="4342800" y="3961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768" name="Google Shape;1768;p134"/>
          <p:cNvCxnSpPr/>
          <p:nvPr/>
        </p:nvCxnSpPr>
        <p:spPr>
          <a:xfrm>
            <a:off x="8413225" y="4049825"/>
            <a:ext cx="22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9" name="Google Shape;1769;p134"/>
          <p:cNvSpPr txBox="1"/>
          <p:nvPr/>
        </p:nvSpPr>
        <p:spPr>
          <a:xfrm>
            <a:off x="4233647" y="3646662"/>
            <a:ext cx="5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134"/>
          <p:cNvSpPr txBox="1"/>
          <p:nvPr/>
        </p:nvSpPr>
        <p:spPr>
          <a:xfrm>
            <a:off x="4269225" y="4193075"/>
            <a:ext cx="21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34"/>
          <p:cNvSpPr txBox="1"/>
          <p:nvPr/>
        </p:nvSpPr>
        <p:spPr>
          <a:xfrm>
            <a:off x="3487050" y="4371425"/>
            <a:ext cx="1559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5" name="Shape 1775"/>
        <p:cNvGrpSpPr/>
        <p:nvPr/>
      </p:nvGrpSpPr>
      <p:grpSpPr>
        <a:xfrm>
          <a:off x="0" y="0"/>
          <a:ext cx="0" cy="0"/>
        </a:xfrm>
      </p:grpSpPr>
      <p:sp>
        <p:nvSpPr>
          <p:cNvPr id="1776" name="Google Shape;1776;p135"/>
          <p:cNvSpPr txBox="1"/>
          <p:nvPr>
            <p:ph type="body" idx="1"/>
          </p:nvPr>
        </p:nvSpPr>
        <p:spPr>
          <a:xfrm>
            <a:off x="347975" y="73804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the graph, how do you think you can find 50% of 200?</a:t>
            </a:r>
            <a:endParaRPr/>
          </a:p>
        </p:txBody>
      </p:sp>
      <p:sp>
        <p:nvSpPr>
          <p:cNvPr id="1777" name="Google Shape;1777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pic>
        <p:nvPicPr>
          <p:cNvPr id="1778" name="Google Shape;1778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400" y="1080000"/>
            <a:ext cx="3980101" cy="3692651"/>
          </a:xfrm>
          <a:prstGeom prst="rect">
            <a:avLst/>
          </a:prstGeom>
          <a:noFill/>
          <a:ln>
            <a:noFill/>
          </a:ln>
        </p:spPr>
      </p:pic>
      <p:sp>
        <p:nvSpPr>
          <p:cNvPr id="1779" name="Google Shape;1779;p135"/>
          <p:cNvSpPr txBox="1"/>
          <p:nvPr/>
        </p:nvSpPr>
        <p:spPr>
          <a:xfrm>
            <a:off x="2318700" y="10800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35"/>
          <p:cNvSpPr txBox="1"/>
          <p:nvPr/>
        </p:nvSpPr>
        <p:spPr>
          <a:xfrm>
            <a:off x="2219856" y="27576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135"/>
          <p:cNvSpPr/>
          <p:nvPr/>
        </p:nvSpPr>
        <p:spPr>
          <a:xfrm>
            <a:off x="6647250" y="1369875"/>
            <a:ext cx="1623900" cy="1019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Read the scale carefully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135"/>
          <p:cNvSpPr/>
          <p:nvPr/>
        </p:nvSpPr>
        <p:spPr>
          <a:xfrm>
            <a:off x="6573750" y="1310100"/>
            <a:ext cx="1770900" cy="16998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y axis: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100%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 = each interval is 10%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3" name="Google Shape;1783;p135"/>
          <p:cNvGrpSpPr/>
          <p:nvPr/>
        </p:nvGrpSpPr>
        <p:grpSpPr>
          <a:xfrm>
            <a:off x="2624297" y="1502029"/>
            <a:ext cx="98700" cy="2692313"/>
            <a:chOff x="2624297" y="1502029"/>
            <a:chExt cx="98700" cy="2692313"/>
          </a:xfrm>
        </p:grpSpPr>
        <p:cxnSp>
          <p:nvCxnSpPr>
            <p:cNvPr id="1784" name="Google Shape;1784;p135"/>
            <p:cNvCxnSpPr/>
            <p:nvPr/>
          </p:nvCxnSpPr>
          <p:spPr>
            <a:xfrm>
              <a:off x="2624297" y="41943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5" name="Google Shape;1785;p135"/>
            <p:cNvCxnSpPr/>
            <p:nvPr/>
          </p:nvCxnSpPr>
          <p:spPr>
            <a:xfrm>
              <a:off x="2624297" y="38895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6" name="Google Shape;1786;p135"/>
            <p:cNvCxnSpPr/>
            <p:nvPr/>
          </p:nvCxnSpPr>
          <p:spPr>
            <a:xfrm>
              <a:off x="2624297" y="359372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7" name="Google Shape;1787;p135"/>
            <p:cNvCxnSpPr/>
            <p:nvPr/>
          </p:nvCxnSpPr>
          <p:spPr>
            <a:xfrm>
              <a:off x="2624297" y="329790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8" name="Google Shape;1788;p135"/>
            <p:cNvCxnSpPr/>
            <p:nvPr/>
          </p:nvCxnSpPr>
          <p:spPr>
            <a:xfrm>
              <a:off x="2624297" y="300207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9" name="Google Shape;1789;p135"/>
            <p:cNvCxnSpPr/>
            <p:nvPr/>
          </p:nvCxnSpPr>
          <p:spPr>
            <a:xfrm>
              <a:off x="2624297" y="27062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0" name="Google Shape;1790;p135"/>
            <p:cNvCxnSpPr/>
            <p:nvPr/>
          </p:nvCxnSpPr>
          <p:spPr>
            <a:xfrm>
              <a:off x="2624297" y="24014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1" name="Google Shape;1791;p135"/>
            <p:cNvCxnSpPr/>
            <p:nvPr/>
          </p:nvCxnSpPr>
          <p:spPr>
            <a:xfrm>
              <a:off x="2624297" y="21026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2" name="Google Shape;1792;p135"/>
            <p:cNvCxnSpPr/>
            <p:nvPr/>
          </p:nvCxnSpPr>
          <p:spPr>
            <a:xfrm>
              <a:off x="2624297" y="17978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3" name="Google Shape;1793;p135"/>
            <p:cNvCxnSpPr/>
            <p:nvPr/>
          </p:nvCxnSpPr>
          <p:spPr>
            <a:xfrm>
              <a:off x="2624297" y="1502029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94" name="Google Shape;1794;p135"/>
          <p:cNvGrpSpPr/>
          <p:nvPr/>
        </p:nvGrpSpPr>
        <p:grpSpPr>
          <a:xfrm rot="-5400000">
            <a:off x="4001947" y="3138404"/>
            <a:ext cx="98700" cy="2692313"/>
            <a:chOff x="2624297" y="1502029"/>
            <a:chExt cx="98700" cy="2692313"/>
          </a:xfrm>
        </p:grpSpPr>
        <p:cxnSp>
          <p:nvCxnSpPr>
            <p:cNvPr id="1795" name="Google Shape;1795;p135"/>
            <p:cNvCxnSpPr/>
            <p:nvPr/>
          </p:nvCxnSpPr>
          <p:spPr>
            <a:xfrm>
              <a:off x="2624297" y="41943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6" name="Google Shape;1796;p135"/>
            <p:cNvCxnSpPr/>
            <p:nvPr/>
          </p:nvCxnSpPr>
          <p:spPr>
            <a:xfrm>
              <a:off x="2624297" y="38895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7" name="Google Shape;1797;p135"/>
            <p:cNvCxnSpPr/>
            <p:nvPr/>
          </p:nvCxnSpPr>
          <p:spPr>
            <a:xfrm>
              <a:off x="2624297" y="359372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8" name="Google Shape;1798;p135"/>
            <p:cNvCxnSpPr/>
            <p:nvPr/>
          </p:nvCxnSpPr>
          <p:spPr>
            <a:xfrm>
              <a:off x="2624297" y="329790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9" name="Google Shape;1799;p135"/>
            <p:cNvCxnSpPr/>
            <p:nvPr/>
          </p:nvCxnSpPr>
          <p:spPr>
            <a:xfrm>
              <a:off x="2624297" y="300207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0" name="Google Shape;1800;p135"/>
            <p:cNvCxnSpPr/>
            <p:nvPr/>
          </p:nvCxnSpPr>
          <p:spPr>
            <a:xfrm>
              <a:off x="2624297" y="27062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1" name="Google Shape;1801;p135"/>
            <p:cNvCxnSpPr/>
            <p:nvPr/>
          </p:nvCxnSpPr>
          <p:spPr>
            <a:xfrm>
              <a:off x="2624297" y="24014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2" name="Google Shape;1802;p135"/>
            <p:cNvCxnSpPr/>
            <p:nvPr/>
          </p:nvCxnSpPr>
          <p:spPr>
            <a:xfrm>
              <a:off x="2624297" y="21026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3" name="Google Shape;1803;p135"/>
            <p:cNvCxnSpPr/>
            <p:nvPr/>
          </p:nvCxnSpPr>
          <p:spPr>
            <a:xfrm>
              <a:off x="2624297" y="17978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4" name="Google Shape;1804;p135"/>
            <p:cNvCxnSpPr/>
            <p:nvPr/>
          </p:nvCxnSpPr>
          <p:spPr>
            <a:xfrm>
              <a:off x="2624297" y="1502029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05" name="Google Shape;1805;p135"/>
          <p:cNvGrpSpPr/>
          <p:nvPr/>
        </p:nvGrpSpPr>
        <p:grpSpPr>
          <a:xfrm rot="-5400000">
            <a:off x="4306747" y="3138404"/>
            <a:ext cx="98700" cy="2692313"/>
            <a:chOff x="2624297" y="1502029"/>
            <a:chExt cx="98700" cy="2692313"/>
          </a:xfrm>
        </p:grpSpPr>
        <p:cxnSp>
          <p:nvCxnSpPr>
            <p:cNvPr id="1806" name="Google Shape;1806;p135"/>
            <p:cNvCxnSpPr/>
            <p:nvPr/>
          </p:nvCxnSpPr>
          <p:spPr>
            <a:xfrm>
              <a:off x="2624297" y="41943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7" name="Google Shape;1807;p135"/>
            <p:cNvCxnSpPr/>
            <p:nvPr/>
          </p:nvCxnSpPr>
          <p:spPr>
            <a:xfrm>
              <a:off x="2624297" y="38895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8" name="Google Shape;1808;p135"/>
            <p:cNvCxnSpPr/>
            <p:nvPr/>
          </p:nvCxnSpPr>
          <p:spPr>
            <a:xfrm>
              <a:off x="2624297" y="359372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9" name="Google Shape;1809;p135"/>
            <p:cNvCxnSpPr/>
            <p:nvPr/>
          </p:nvCxnSpPr>
          <p:spPr>
            <a:xfrm>
              <a:off x="2624297" y="329790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0" name="Google Shape;1810;p135"/>
            <p:cNvCxnSpPr/>
            <p:nvPr/>
          </p:nvCxnSpPr>
          <p:spPr>
            <a:xfrm>
              <a:off x="2624297" y="300207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1" name="Google Shape;1811;p135"/>
            <p:cNvCxnSpPr/>
            <p:nvPr/>
          </p:nvCxnSpPr>
          <p:spPr>
            <a:xfrm>
              <a:off x="2624297" y="27062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2" name="Google Shape;1812;p135"/>
            <p:cNvCxnSpPr/>
            <p:nvPr/>
          </p:nvCxnSpPr>
          <p:spPr>
            <a:xfrm>
              <a:off x="2624297" y="24014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3" name="Google Shape;1813;p135"/>
            <p:cNvCxnSpPr/>
            <p:nvPr/>
          </p:nvCxnSpPr>
          <p:spPr>
            <a:xfrm>
              <a:off x="2624297" y="21026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4" name="Google Shape;1814;p135"/>
            <p:cNvCxnSpPr/>
            <p:nvPr/>
          </p:nvCxnSpPr>
          <p:spPr>
            <a:xfrm>
              <a:off x="2624297" y="17978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5" name="Google Shape;1815;p135"/>
            <p:cNvCxnSpPr/>
            <p:nvPr/>
          </p:nvCxnSpPr>
          <p:spPr>
            <a:xfrm>
              <a:off x="2624297" y="1502029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16" name="Google Shape;1816;p135"/>
          <p:cNvSpPr txBox="1"/>
          <p:nvPr/>
        </p:nvSpPr>
        <p:spPr>
          <a:xfrm>
            <a:off x="2219856" y="3957425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135"/>
          <p:cNvSpPr txBox="1"/>
          <p:nvPr/>
        </p:nvSpPr>
        <p:spPr>
          <a:xfrm>
            <a:off x="2219856" y="3663682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35"/>
          <p:cNvSpPr txBox="1"/>
          <p:nvPr/>
        </p:nvSpPr>
        <p:spPr>
          <a:xfrm>
            <a:off x="2219856" y="3358882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35"/>
          <p:cNvSpPr txBox="1"/>
          <p:nvPr/>
        </p:nvSpPr>
        <p:spPr>
          <a:xfrm>
            <a:off x="2219856" y="3054082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135"/>
          <p:cNvSpPr txBox="1"/>
          <p:nvPr/>
        </p:nvSpPr>
        <p:spPr>
          <a:xfrm>
            <a:off x="5774400" y="4428900"/>
            <a:ext cx="1559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24" name="Shape 1824"/>
        <p:cNvGrpSpPr/>
        <p:nvPr/>
      </p:nvGrpSpPr>
      <p:grpSpPr>
        <a:xfrm>
          <a:off x="0" y="0"/>
          <a:ext cx="0" cy="0"/>
        </a:xfrm>
      </p:grpSpPr>
      <p:sp>
        <p:nvSpPr>
          <p:cNvPr id="1825" name="Google Shape;1825;p136"/>
          <p:cNvSpPr txBox="1"/>
          <p:nvPr>
            <p:ph type="body" idx="1"/>
          </p:nvPr>
        </p:nvSpPr>
        <p:spPr>
          <a:xfrm>
            <a:off x="347975" y="738038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the graph, how do you think you can find 50% of 200?</a:t>
            </a:r>
            <a:endParaRPr/>
          </a:p>
        </p:txBody>
      </p:sp>
      <p:sp>
        <p:nvSpPr>
          <p:cNvPr id="1826" name="Google Shape;1826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pic>
        <p:nvPicPr>
          <p:cNvPr id="1827" name="Google Shape;1827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400" y="1080000"/>
            <a:ext cx="3980101" cy="3692651"/>
          </a:xfrm>
          <a:prstGeom prst="rect">
            <a:avLst/>
          </a:prstGeom>
          <a:noFill/>
          <a:ln>
            <a:noFill/>
          </a:ln>
        </p:spPr>
      </p:pic>
      <p:sp>
        <p:nvSpPr>
          <p:cNvPr id="1828" name="Google Shape;1828;p136"/>
          <p:cNvSpPr txBox="1"/>
          <p:nvPr/>
        </p:nvSpPr>
        <p:spPr>
          <a:xfrm>
            <a:off x="2318700" y="10800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136"/>
          <p:cNvSpPr txBox="1"/>
          <p:nvPr/>
        </p:nvSpPr>
        <p:spPr>
          <a:xfrm>
            <a:off x="2202450" y="27576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0" name="Google Shape;1830;p136"/>
          <p:cNvGrpSpPr/>
          <p:nvPr/>
        </p:nvGrpSpPr>
        <p:grpSpPr>
          <a:xfrm>
            <a:off x="2624297" y="1502029"/>
            <a:ext cx="98700" cy="2692313"/>
            <a:chOff x="2624297" y="1502029"/>
            <a:chExt cx="98700" cy="2692313"/>
          </a:xfrm>
        </p:grpSpPr>
        <p:cxnSp>
          <p:nvCxnSpPr>
            <p:cNvPr id="1831" name="Google Shape;1831;p136"/>
            <p:cNvCxnSpPr/>
            <p:nvPr/>
          </p:nvCxnSpPr>
          <p:spPr>
            <a:xfrm>
              <a:off x="2624297" y="41943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2" name="Google Shape;1832;p136"/>
            <p:cNvCxnSpPr/>
            <p:nvPr/>
          </p:nvCxnSpPr>
          <p:spPr>
            <a:xfrm>
              <a:off x="2624297" y="38895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3" name="Google Shape;1833;p136"/>
            <p:cNvCxnSpPr/>
            <p:nvPr/>
          </p:nvCxnSpPr>
          <p:spPr>
            <a:xfrm>
              <a:off x="2624297" y="359372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4" name="Google Shape;1834;p136"/>
            <p:cNvCxnSpPr/>
            <p:nvPr/>
          </p:nvCxnSpPr>
          <p:spPr>
            <a:xfrm>
              <a:off x="2624297" y="329790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5" name="Google Shape;1835;p136"/>
            <p:cNvCxnSpPr/>
            <p:nvPr/>
          </p:nvCxnSpPr>
          <p:spPr>
            <a:xfrm>
              <a:off x="2624297" y="300207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6" name="Google Shape;1836;p136"/>
            <p:cNvCxnSpPr/>
            <p:nvPr/>
          </p:nvCxnSpPr>
          <p:spPr>
            <a:xfrm>
              <a:off x="2624297" y="27062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7" name="Google Shape;1837;p136"/>
            <p:cNvCxnSpPr/>
            <p:nvPr/>
          </p:nvCxnSpPr>
          <p:spPr>
            <a:xfrm>
              <a:off x="2624297" y="24014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8" name="Google Shape;1838;p136"/>
            <p:cNvCxnSpPr/>
            <p:nvPr/>
          </p:nvCxnSpPr>
          <p:spPr>
            <a:xfrm>
              <a:off x="2624297" y="21026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9" name="Google Shape;1839;p136"/>
            <p:cNvCxnSpPr/>
            <p:nvPr/>
          </p:nvCxnSpPr>
          <p:spPr>
            <a:xfrm>
              <a:off x="2624297" y="17978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0" name="Google Shape;1840;p136"/>
            <p:cNvCxnSpPr/>
            <p:nvPr/>
          </p:nvCxnSpPr>
          <p:spPr>
            <a:xfrm>
              <a:off x="2624297" y="1502029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841" name="Google Shape;1841;p136"/>
          <p:cNvCxnSpPr/>
          <p:nvPr/>
        </p:nvCxnSpPr>
        <p:spPr>
          <a:xfrm>
            <a:off x="2723000" y="2992875"/>
            <a:ext cx="1481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842" name="Google Shape;1842;p136"/>
          <p:cNvCxnSpPr/>
          <p:nvPr/>
        </p:nvCxnSpPr>
        <p:spPr>
          <a:xfrm>
            <a:off x="4197627" y="2992875"/>
            <a:ext cx="12300" cy="1476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grpSp>
        <p:nvGrpSpPr>
          <p:cNvPr id="1843" name="Google Shape;1843;p136"/>
          <p:cNvGrpSpPr/>
          <p:nvPr/>
        </p:nvGrpSpPr>
        <p:grpSpPr>
          <a:xfrm rot="-5400000">
            <a:off x="4001947" y="3138404"/>
            <a:ext cx="98700" cy="2692313"/>
            <a:chOff x="2624297" y="1502029"/>
            <a:chExt cx="98700" cy="2692313"/>
          </a:xfrm>
        </p:grpSpPr>
        <p:cxnSp>
          <p:nvCxnSpPr>
            <p:cNvPr id="1844" name="Google Shape;1844;p136"/>
            <p:cNvCxnSpPr/>
            <p:nvPr/>
          </p:nvCxnSpPr>
          <p:spPr>
            <a:xfrm>
              <a:off x="2624297" y="41943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5" name="Google Shape;1845;p136"/>
            <p:cNvCxnSpPr/>
            <p:nvPr/>
          </p:nvCxnSpPr>
          <p:spPr>
            <a:xfrm>
              <a:off x="2624297" y="38895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6" name="Google Shape;1846;p136"/>
            <p:cNvCxnSpPr/>
            <p:nvPr/>
          </p:nvCxnSpPr>
          <p:spPr>
            <a:xfrm>
              <a:off x="2624297" y="359372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7" name="Google Shape;1847;p136"/>
            <p:cNvCxnSpPr/>
            <p:nvPr/>
          </p:nvCxnSpPr>
          <p:spPr>
            <a:xfrm>
              <a:off x="2624297" y="329790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8" name="Google Shape;1848;p136"/>
            <p:cNvCxnSpPr/>
            <p:nvPr/>
          </p:nvCxnSpPr>
          <p:spPr>
            <a:xfrm>
              <a:off x="2624297" y="300207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9" name="Google Shape;1849;p136"/>
            <p:cNvCxnSpPr/>
            <p:nvPr/>
          </p:nvCxnSpPr>
          <p:spPr>
            <a:xfrm>
              <a:off x="2624297" y="27062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0" name="Google Shape;1850;p136"/>
            <p:cNvCxnSpPr/>
            <p:nvPr/>
          </p:nvCxnSpPr>
          <p:spPr>
            <a:xfrm>
              <a:off x="2624297" y="24014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1" name="Google Shape;1851;p136"/>
            <p:cNvCxnSpPr/>
            <p:nvPr/>
          </p:nvCxnSpPr>
          <p:spPr>
            <a:xfrm>
              <a:off x="2624297" y="21026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2" name="Google Shape;1852;p136"/>
            <p:cNvCxnSpPr/>
            <p:nvPr/>
          </p:nvCxnSpPr>
          <p:spPr>
            <a:xfrm>
              <a:off x="2624297" y="17978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3" name="Google Shape;1853;p136"/>
            <p:cNvCxnSpPr/>
            <p:nvPr/>
          </p:nvCxnSpPr>
          <p:spPr>
            <a:xfrm>
              <a:off x="2624297" y="1502029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54" name="Google Shape;1854;p136"/>
          <p:cNvGrpSpPr/>
          <p:nvPr/>
        </p:nvGrpSpPr>
        <p:grpSpPr>
          <a:xfrm rot="-5400000">
            <a:off x="4306747" y="3138404"/>
            <a:ext cx="98700" cy="2692313"/>
            <a:chOff x="2624297" y="1502029"/>
            <a:chExt cx="98700" cy="2692313"/>
          </a:xfrm>
        </p:grpSpPr>
        <p:cxnSp>
          <p:nvCxnSpPr>
            <p:cNvPr id="1855" name="Google Shape;1855;p136"/>
            <p:cNvCxnSpPr/>
            <p:nvPr/>
          </p:nvCxnSpPr>
          <p:spPr>
            <a:xfrm>
              <a:off x="2624297" y="41943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6" name="Google Shape;1856;p136"/>
            <p:cNvCxnSpPr/>
            <p:nvPr/>
          </p:nvCxnSpPr>
          <p:spPr>
            <a:xfrm>
              <a:off x="2624297" y="38895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7" name="Google Shape;1857;p136"/>
            <p:cNvCxnSpPr/>
            <p:nvPr/>
          </p:nvCxnSpPr>
          <p:spPr>
            <a:xfrm>
              <a:off x="2624297" y="359372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8" name="Google Shape;1858;p136"/>
            <p:cNvCxnSpPr/>
            <p:nvPr/>
          </p:nvCxnSpPr>
          <p:spPr>
            <a:xfrm>
              <a:off x="2624297" y="329790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9" name="Google Shape;1859;p136"/>
            <p:cNvCxnSpPr/>
            <p:nvPr/>
          </p:nvCxnSpPr>
          <p:spPr>
            <a:xfrm>
              <a:off x="2624297" y="300207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0" name="Google Shape;1860;p136"/>
            <p:cNvCxnSpPr/>
            <p:nvPr/>
          </p:nvCxnSpPr>
          <p:spPr>
            <a:xfrm>
              <a:off x="2624297" y="27062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1" name="Google Shape;1861;p136"/>
            <p:cNvCxnSpPr/>
            <p:nvPr/>
          </p:nvCxnSpPr>
          <p:spPr>
            <a:xfrm>
              <a:off x="2624297" y="24014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2" name="Google Shape;1862;p136"/>
            <p:cNvCxnSpPr/>
            <p:nvPr/>
          </p:nvCxnSpPr>
          <p:spPr>
            <a:xfrm>
              <a:off x="2624297" y="21026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3" name="Google Shape;1863;p136"/>
            <p:cNvCxnSpPr/>
            <p:nvPr/>
          </p:nvCxnSpPr>
          <p:spPr>
            <a:xfrm>
              <a:off x="2624297" y="17978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4" name="Google Shape;1864;p136"/>
            <p:cNvCxnSpPr/>
            <p:nvPr/>
          </p:nvCxnSpPr>
          <p:spPr>
            <a:xfrm>
              <a:off x="2624297" y="1502029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65" name="Google Shape;1865;p136"/>
          <p:cNvSpPr/>
          <p:nvPr/>
        </p:nvSpPr>
        <p:spPr>
          <a:xfrm>
            <a:off x="6573750" y="2105578"/>
            <a:ext cx="1770900" cy="12960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are the intervals for the x axis?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6" name="Google Shape;1866;p136"/>
          <p:cNvSpPr txBox="1"/>
          <p:nvPr/>
        </p:nvSpPr>
        <p:spPr>
          <a:xfrm>
            <a:off x="5774400" y="4428900"/>
            <a:ext cx="1559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0" name="Shape 1870"/>
        <p:cNvGrpSpPr/>
        <p:nvPr/>
      </p:nvGrpSpPr>
      <p:grpSpPr>
        <a:xfrm>
          <a:off x="0" y="0"/>
          <a:ext cx="0" cy="0"/>
        </a:xfrm>
      </p:grpSpPr>
      <p:sp>
        <p:nvSpPr>
          <p:cNvPr id="1871" name="Google Shape;1871;p137"/>
          <p:cNvSpPr txBox="1"/>
          <p:nvPr>
            <p:ph type="body" idx="1"/>
          </p:nvPr>
        </p:nvSpPr>
        <p:spPr>
          <a:xfrm>
            <a:off x="347975" y="738038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the graph, how do you think you can find 50% of 200?</a:t>
            </a:r>
            <a:endParaRPr/>
          </a:p>
        </p:txBody>
      </p:sp>
      <p:sp>
        <p:nvSpPr>
          <p:cNvPr id="1872" name="Google Shape;1872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pic>
        <p:nvPicPr>
          <p:cNvPr id="1873" name="Google Shape;1873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400" y="1080000"/>
            <a:ext cx="3980101" cy="3692651"/>
          </a:xfrm>
          <a:prstGeom prst="rect">
            <a:avLst/>
          </a:prstGeom>
          <a:noFill/>
          <a:ln>
            <a:noFill/>
          </a:ln>
        </p:spPr>
      </p:pic>
      <p:sp>
        <p:nvSpPr>
          <p:cNvPr id="1874" name="Google Shape;1874;p137"/>
          <p:cNvSpPr txBox="1"/>
          <p:nvPr/>
        </p:nvSpPr>
        <p:spPr>
          <a:xfrm>
            <a:off x="2318700" y="10800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137"/>
          <p:cNvSpPr txBox="1"/>
          <p:nvPr/>
        </p:nvSpPr>
        <p:spPr>
          <a:xfrm>
            <a:off x="5774400" y="4428900"/>
            <a:ext cx="1559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137"/>
          <p:cNvSpPr txBox="1"/>
          <p:nvPr/>
        </p:nvSpPr>
        <p:spPr>
          <a:xfrm>
            <a:off x="2202450" y="27576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7" name="Google Shape;1877;p137"/>
          <p:cNvGrpSpPr/>
          <p:nvPr/>
        </p:nvGrpSpPr>
        <p:grpSpPr>
          <a:xfrm>
            <a:off x="2624297" y="1502029"/>
            <a:ext cx="98700" cy="2692313"/>
            <a:chOff x="2624297" y="1502029"/>
            <a:chExt cx="98700" cy="2692313"/>
          </a:xfrm>
        </p:grpSpPr>
        <p:cxnSp>
          <p:nvCxnSpPr>
            <p:cNvPr id="1878" name="Google Shape;1878;p137"/>
            <p:cNvCxnSpPr/>
            <p:nvPr/>
          </p:nvCxnSpPr>
          <p:spPr>
            <a:xfrm>
              <a:off x="2624297" y="41943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9" name="Google Shape;1879;p137"/>
            <p:cNvCxnSpPr/>
            <p:nvPr/>
          </p:nvCxnSpPr>
          <p:spPr>
            <a:xfrm>
              <a:off x="2624297" y="38895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0" name="Google Shape;1880;p137"/>
            <p:cNvCxnSpPr/>
            <p:nvPr/>
          </p:nvCxnSpPr>
          <p:spPr>
            <a:xfrm>
              <a:off x="2624297" y="359372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1" name="Google Shape;1881;p137"/>
            <p:cNvCxnSpPr/>
            <p:nvPr/>
          </p:nvCxnSpPr>
          <p:spPr>
            <a:xfrm>
              <a:off x="2624297" y="329790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2" name="Google Shape;1882;p137"/>
            <p:cNvCxnSpPr/>
            <p:nvPr/>
          </p:nvCxnSpPr>
          <p:spPr>
            <a:xfrm>
              <a:off x="2624297" y="300207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3" name="Google Shape;1883;p137"/>
            <p:cNvCxnSpPr/>
            <p:nvPr/>
          </p:nvCxnSpPr>
          <p:spPr>
            <a:xfrm>
              <a:off x="2624297" y="27062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4" name="Google Shape;1884;p137"/>
            <p:cNvCxnSpPr/>
            <p:nvPr/>
          </p:nvCxnSpPr>
          <p:spPr>
            <a:xfrm>
              <a:off x="2624297" y="24014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5" name="Google Shape;1885;p137"/>
            <p:cNvCxnSpPr/>
            <p:nvPr/>
          </p:nvCxnSpPr>
          <p:spPr>
            <a:xfrm>
              <a:off x="2624297" y="21026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6" name="Google Shape;1886;p137"/>
            <p:cNvCxnSpPr/>
            <p:nvPr/>
          </p:nvCxnSpPr>
          <p:spPr>
            <a:xfrm>
              <a:off x="2624297" y="17978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7" name="Google Shape;1887;p137"/>
            <p:cNvCxnSpPr/>
            <p:nvPr/>
          </p:nvCxnSpPr>
          <p:spPr>
            <a:xfrm>
              <a:off x="2624297" y="1502029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888" name="Google Shape;1888;p137"/>
          <p:cNvCxnSpPr/>
          <p:nvPr/>
        </p:nvCxnSpPr>
        <p:spPr>
          <a:xfrm>
            <a:off x="2723000" y="2992875"/>
            <a:ext cx="1481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889" name="Google Shape;1889;p137"/>
          <p:cNvCxnSpPr/>
          <p:nvPr/>
        </p:nvCxnSpPr>
        <p:spPr>
          <a:xfrm>
            <a:off x="4197627" y="2992875"/>
            <a:ext cx="12300" cy="1476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grpSp>
        <p:nvGrpSpPr>
          <p:cNvPr id="1890" name="Google Shape;1890;p137"/>
          <p:cNvGrpSpPr/>
          <p:nvPr/>
        </p:nvGrpSpPr>
        <p:grpSpPr>
          <a:xfrm rot="-5400000">
            <a:off x="4001947" y="3138404"/>
            <a:ext cx="98700" cy="2692313"/>
            <a:chOff x="2624297" y="1502029"/>
            <a:chExt cx="98700" cy="2692313"/>
          </a:xfrm>
        </p:grpSpPr>
        <p:cxnSp>
          <p:nvCxnSpPr>
            <p:cNvPr id="1891" name="Google Shape;1891;p137"/>
            <p:cNvCxnSpPr/>
            <p:nvPr/>
          </p:nvCxnSpPr>
          <p:spPr>
            <a:xfrm>
              <a:off x="2624297" y="41943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2" name="Google Shape;1892;p137"/>
            <p:cNvCxnSpPr/>
            <p:nvPr/>
          </p:nvCxnSpPr>
          <p:spPr>
            <a:xfrm>
              <a:off x="2624297" y="38895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3" name="Google Shape;1893;p137"/>
            <p:cNvCxnSpPr/>
            <p:nvPr/>
          </p:nvCxnSpPr>
          <p:spPr>
            <a:xfrm>
              <a:off x="2624297" y="359372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4" name="Google Shape;1894;p137"/>
            <p:cNvCxnSpPr/>
            <p:nvPr/>
          </p:nvCxnSpPr>
          <p:spPr>
            <a:xfrm>
              <a:off x="2624297" y="329790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5" name="Google Shape;1895;p137"/>
            <p:cNvCxnSpPr/>
            <p:nvPr/>
          </p:nvCxnSpPr>
          <p:spPr>
            <a:xfrm>
              <a:off x="2624297" y="300207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6" name="Google Shape;1896;p137"/>
            <p:cNvCxnSpPr/>
            <p:nvPr/>
          </p:nvCxnSpPr>
          <p:spPr>
            <a:xfrm>
              <a:off x="2624297" y="27062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7" name="Google Shape;1897;p137"/>
            <p:cNvCxnSpPr/>
            <p:nvPr/>
          </p:nvCxnSpPr>
          <p:spPr>
            <a:xfrm>
              <a:off x="2624297" y="24014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8" name="Google Shape;1898;p137"/>
            <p:cNvCxnSpPr/>
            <p:nvPr/>
          </p:nvCxnSpPr>
          <p:spPr>
            <a:xfrm>
              <a:off x="2624297" y="21026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9" name="Google Shape;1899;p137"/>
            <p:cNvCxnSpPr/>
            <p:nvPr/>
          </p:nvCxnSpPr>
          <p:spPr>
            <a:xfrm>
              <a:off x="2624297" y="17978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0" name="Google Shape;1900;p137"/>
            <p:cNvCxnSpPr/>
            <p:nvPr/>
          </p:nvCxnSpPr>
          <p:spPr>
            <a:xfrm>
              <a:off x="2624297" y="1502029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01" name="Google Shape;1901;p137"/>
          <p:cNvGrpSpPr/>
          <p:nvPr/>
        </p:nvGrpSpPr>
        <p:grpSpPr>
          <a:xfrm rot="-5400000">
            <a:off x="4306747" y="3138404"/>
            <a:ext cx="98700" cy="2692313"/>
            <a:chOff x="2624297" y="1502029"/>
            <a:chExt cx="98700" cy="2692313"/>
          </a:xfrm>
        </p:grpSpPr>
        <p:cxnSp>
          <p:nvCxnSpPr>
            <p:cNvPr id="1902" name="Google Shape;1902;p137"/>
            <p:cNvCxnSpPr/>
            <p:nvPr/>
          </p:nvCxnSpPr>
          <p:spPr>
            <a:xfrm>
              <a:off x="2624297" y="41943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3" name="Google Shape;1903;p137"/>
            <p:cNvCxnSpPr/>
            <p:nvPr/>
          </p:nvCxnSpPr>
          <p:spPr>
            <a:xfrm>
              <a:off x="2624297" y="3889541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4" name="Google Shape;1904;p137"/>
            <p:cNvCxnSpPr/>
            <p:nvPr/>
          </p:nvCxnSpPr>
          <p:spPr>
            <a:xfrm>
              <a:off x="2624297" y="359372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5" name="Google Shape;1905;p137"/>
            <p:cNvCxnSpPr/>
            <p:nvPr/>
          </p:nvCxnSpPr>
          <p:spPr>
            <a:xfrm>
              <a:off x="2624297" y="329790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6" name="Google Shape;1906;p137"/>
            <p:cNvCxnSpPr/>
            <p:nvPr/>
          </p:nvCxnSpPr>
          <p:spPr>
            <a:xfrm>
              <a:off x="2624297" y="3002077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7" name="Google Shape;1907;p137"/>
            <p:cNvCxnSpPr/>
            <p:nvPr/>
          </p:nvCxnSpPr>
          <p:spPr>
            <a:xfrm>
              <a:off x="2624297" y="27062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8" name="Google Shape;1908;p137"/>
            <p:cNvCxnSpPr/>
            <p:nvPr/>
          </p:nvCxnSpPr>
          <p:spPr>
            <a:xfrm>
              <a:off x="2624297" y="2401452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9" name="Google Shape;1909;p137"/>
            <p:cNvCxnSpPr/>
            <p:nvPr/>
          </p:nvCxnSpPr>
          <p:spPr>
            <a:xfrm>
              <a:off x="2624297" y="21026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0" name="Google Shape;1910;p137"/>
            <p:cNvCxnSpPr/>
            <p:nvPr/>
          </p:nvCxnSpPr>
          <p:spPr>
            <a:xfrm>
              <a:off x="2624297" y="1797843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1" name="Google Shape;1911;p137"/>
            <p:cNvCxnSpPr/>
            <p:nvPr/>
          </p:nvCxnSpPr>
          <p:spPr>
            <a:xfrm>
              <a:off x="2624297" y="1502029"/>
              <a:ext cx="98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12" name="Google Shape;1912;p137"/>
          <p:cNvSpPr/>
          <p:nvPr/>
        </p:nvSpPr>
        <p:spPr>
          <a:xfrm>
            <a:off x="6573750" y="2160303"/>
            <a:ext cx="1770900" cy="12960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200 ÷ 10 = 20,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Each interval is 20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137"/>
          <p:cNvSpPr txBox="1"/>
          <p:nvPr/>
        </p:nvSpPr>
        <p:spPr>
          <a:xfrm>
            <a:off x="2723000" y="4435200"/>
            <a:ext cx="56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/>
          </a:p>
        </p:txBody>
      </p:sp>
      <p:sp>
        <p:nvSpPr>
          <p:cNvPr id="1914" name="Google Shape;1914;p137"/>
          <p:cNvSpPr txBox="1"/>
          <p:nvPr/>
        </p:nvSpPr>
        <p:spPr>
          <a:xfrm>
            <a:off x="3019021" y="4433189"/>
            <a:ext cx="56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/>
          </a:p>
        </p:txBody>
      </p:sp>
      <p:sp>
        <p:nvSpPr>
          <p:cNvPr id="1915" name="Google Shape;1915;p137"/>
          <p:cNvSpPr txBox="1"/>
          <p:nvPr/>
        </p:nvSpPr>
        <p:spPr>
          <a:xfrm>
            <a:off x="3296607" y="4433189"/>
            <a:ext cx="56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/>
          </a:p>
        </p:txBody>
      </p:sp>
      <p:sp>
        <p:nvSpPr>
          <p:cNvPr id="1916" name="Google Shape;1916;p137"/>
          <p:cNvSpPr txBox="1"/>
          <p:nvPr/>
        </p:nvSpPr>
        <p:spPr>
          <a:xfrm>
            <a:off x="3601407" y="4433189"/>
            <a:ext cx="56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</a:t>
            </a:r>
            <a:endParaRPr/>
          </a:p>
        </p:txBody>
      </p:sp>
      <p:sp>
        <p:nvSpPr>
          <p:cNvPr id="1917" name="Google Shape;1917;p137"/>
          <p:cNvSpPr txBox="1"/>
          <p:nvPr/>
        </p:nvSpPr>
        <p:spPr>
          <a:xfrm>
            <a:off x="3906199" y="4433200"/>
            <a:ext cx="66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/>
          </a:p>
        </p:txBody>
      </p:sp>
      <p:sp>
        <p:nvSpPr>
          <p:cNvPr id="1918" name="Google Shape;1918;p137"/>
          <p:cNvSpPr/>
          <p:nvPr/>
        </p:nvSpPr>
        <p:spPr>
          <a:xfrm>
            <a:off x="6295800" y="2442625"/>
            <a:ext cx="2326800" cy="6135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50% of 200 = 100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2" name="Shape 1922"/>
        <p:cNvGrpSpPr/>
        <p:nvPr/>
      </p:nvGrpSpPr>
      <p:grpSpPr>
        <a:xfrm>
          <a:off x="0" y="0"/>
          <a:ext cx="0" cy="0"/>
        </a:xfrm>
      </p:grpSpPr>
      <p:pic>
        <p:nvPicPr>
          <p:cNvPr id="1923" name="Google Shape;1923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00" y="619200"/>
            <a:ext cx="3128401" cy="41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4" name="Google Shape;1924;p138"/>
          <p:cNvSpPr txBox="1"/>
          <p:nvPr>
            <p:ph type="body" idx="1"/>
          </p:nvPr>
        </p:nvSpPr>
        <p:spPr>
          <a:xfrm>
            <a:off x="3633450" y="759300"/>
            <a:ext cx="4928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the graph, find 40% of 64</a:t>
            </a:r>
            <a:endParaRPr/>
          </a:p>
        </p:txBody>
      </p:sp>
      <p:sp>
        <p:nvSpPr>
          <p:cNvPr id="1925" name="Google Shape;1925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sp>
        <p:nvSpPr>
          <p:cNvPr id="1926" name="Google Shape;1926;p138"/>
          <p:cNvSpPr txBox="1"/>
          <p:nvPr/>
        </p:nvSpPr>
        <p:spPr>
          <a:xfrm>
            <a:off x="248400" y="5364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38"/>
          <p:cNvSpPr txBox="1"/>
          <p:nvPr/>
        </p:nvSpPr>
        <p:spPr>
          <a:xfrm>
            <a:off x="3085725" y="4490700"/>
            <a:ext cx="1559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38"/>
          <p:cNvSpPr txBox="1"/>
          <p:nvPr/>
        </p:nvSpPr>
        <p:spPr>
          <a:xfrm>
            <a:off x="3633450" y="1305825"/>
            <a:ext cx="5186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Identifying the intervals on the y axis.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100% ÷ 5 = Each interval is 20%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9" name="Google Shape;1929;p138"/>
          <p:cNvSpPr txBox="1"/>
          <p:nvPr/>
        </p:nvSpPr>
        <p:spPr>
          <a:xfrm>
            <a:off x="3633450" y="2284350"/>
            <a:ext cx="5186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Identifying the intervals on the x axis.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64 ÷ 5 = Each interval is 12.8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30" name="Google Shape;1930;p138"/>
          <p:cNvCxnSpPr/>
          <p:nvPr/>
        </p:nvCxnSpPr>
        <p:spPr>
          <a:xfrm>
            <a:off x="601692" y="3115475"/>
            <a:ext cx="153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1" name="Google Shape;1931;p138"/>
          <p:cNvCxnSpPr/>
          <p:nvPr/>
        </p:nvCxnSpPr>
        <p:spPr>
          <a:xfrm>
            <a:off x="601692" y="3842100"/>
            <a:ext cx="153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2" name="Google Shape;1932;p138"/>
          <p:cNvCxnSpPr/>
          <p:nvPr/>
        </p:nvCxnSpPr>
        <p:spPr>
          <a:xfrm>
            <a:off x="601692" y="2388850"/>
            <a:ext cx="153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3" name="Google Shape;1933;p138"/>
          <p:cNvCxnSpPr/>
          <p:nvPr/>
        </p:nvCxnSpPr>
        <p:spPr>
          <a:xfrm>
            <a:off x="601692" y="1662225"/>
            <a:ext cx="153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4" name="Google Shape;1934;p138"/>
          <p:cNvCxnSpPr/>
          <p:nvPr/>
        </p:nvCxnSpPr>
        <p:spPr>
          <a:xfrm>
            <a:off x="601692" y="949111"/>
            <a:ext cx="153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5" name="Google Shape;1935;p138"/>
          <p:cNvSpPr txBox="1"/>
          <p:nvPr/>
        </p:nvSpPr>
        <p:spPr>
          <a:xfrm>
            <a:off x="257565" y="3619125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6" name="Google Shape;1936;p138"/>
          <p:cNvSpPr txBox="1"/>
          <p:nvPr/>
        </p:nvSpPr>
        <p:spPr>
          <a:xfrm>
            <a:off x="248400" y="29103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7" name="Google Shape;1937;p138"/>
          <p:cNvSpPr txBox="1"/>
          <p:nvPr/>
        </p:nvSpPr>
        <p:spPr>
          <a:xfrm>
            <a:off x="248400" y="213625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8" name="Google Shape;1938;p138"/>
          <p:cNvSpPr txBox="1"/>
          <p:nvPr/>
        </p:nvSpPr>
        <p:spPr>
          <a:xfrm>
            <a:off x="248400" y="1462625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9" name="Google Shape;1939;p138"/>
          <p:cNvSpPr txBox="1"/>
          <p:nvPr/>
        </p:nvSpPr>
        <p:spPr>
          <a:xfrm>
            <a:off x="794950" y="4553151"/>
            <a:ext cx="7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12.8</a:t>
            </a:r>
            <a:endParaRPr sz="15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40" name="Google Shape;1940;p138"/>
          <p:cNvCxnSpPr/>
          <p:nvPr/>
        </p:nvCxnSpPr>
        <p:spPr>
          <a:xfrm>
            <a:off x="1150117" y="4474013"/>
            <a:ext cx="1500" cy="172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1" name="Google Shape;1941;p138"/>
          <p:cNvCxnSpPr/>
          <p:nvPr/>
        </p:nvCxnSpPr>
        <p:spPr>
          <a:xfrm>
            <a:off x="1609792" y="4474013"/>
            <a:ext cx="1500" cy="172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2" name="Google Shape;1942;p138"/>
          <p:cNvCxnSpPr/>
          <p:nvPr/>
        </p:nvCxnSpPr>
        <p:spPr>
          <a:xfrm>
            <a:off x="2069467" y="4474013"/>
            <a:ext cx="1500" cy="172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3" name="Google Shape;1943;p138"/>
          <p:cNvCxnSpPr/>
          <p:nvPr/>
        </p:nvCxnSpPr>
        <p:spPr>
          <a:xfrm>
            <a:off x="2549592" y="4490700"/>
            <a:ext cx="1500" cy="172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4" name="Google Shape;1944;p138"/>
          <p:cNvCxnSpPr/>
          <p:nvPr/>
        </p:nvCxnSpPr>
        <p:spPr>
          <a:xfrm>
            <a:off x="3009267" y="4474013"/>
            <a:ext cx="1500" cy="172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5" name="Google Shape;1945;p138"/>
          <p:cNvSpPr txBox="1"/>
          <p:nvPr/>
        </p:nvSpPr>
        <p:spPr>
          <a:xfrm>
            <a:off x="1328350" y="4553151"/>
            <a:ext cx="7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25.6</a:t>
            </a:r>
            <a:endParaRPr sz="15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6" name="Google Shape;1946;p138"/>
          <p:cNvSpPr txBox="1"/>
          <p:nvPr/>
        </p:nvSpPr>
        <p:spPr>
          <a:xfrm>
            <a:off x="1785550" y="4553151"/>
            <a:ext cx="7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38.4</a:t>
            </a:r>
            <a:endParaRPr sz="15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7" name="Google Shape;1947;p138"/>
          <p:cNvSpPr txBox="1"/>
          <p:nvPr/>
        </p:nvSpPr>
        <p:spPr>
          <a:xfrm>
            <a:off x="2278400" y="4553151"/>
            <a:ext cx="7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51.2</a:t>
            </a:r>
            <a:endParaRPr sz="15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48" name="Google Shape;1948;p138"/>
          <p:cNvCxnSpPr/>
          <p:nvPr/>
        </p:nvCxnSpPr>
        <p:spPr>
          <a:xfrm>
            <a:off x="644775" y="3119858"/>
            <a:ext cx="987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949" name="Google Shape;1949;p138"/>
          <p:cNvCxnSpPr/>
          <p:nvPr/>
        </p:nvCxnSpPr>
        <p:spPr>
          <a:xfrm flipH="1">
            <a:off x="1616650" y="3141800"/>
            <a:ext cx="0" cy="1459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1950" name="Google Shape;1950;p138"/>
          <p:cNvSpPr txBox="1"/>
          <p:nvPr/>
        </p:nvSpPr>
        <p:spPr>
          <a:xfrm>
            <a:off x="3663450" y="3262875"/>
            <a:ext cx="5186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40% of 64 = 25.6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54" name="Shape 1954"/>
        <p:cNvGrpSpPr/>
        <p:nvPr/>
      </p:nvGrpSpPr>
      <p:grpSpPr>
        <a:xfrm>
          <a:off x="0" y="0"/>
          <a:ext cx="0" cy="0"/>
        </a:xfrm>
      </p:grpSpPr>
      <p:sp>
        <p:nvSpPr>
          <p:cNvPr id="1955" name="Google Shape;1955;p139"/>
          <p:cNvSpPr txBox="1"/>
          <p:nvPr>
            <p:ph type="body" idx="1"/>
          </p:nvPr>
        </p:nvSpPr>
        <p:spPr>
          <a:xfrm>
            <a:off x="3718900" y="835500"/>
            <a:ext cx="4842900" cy="98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Why might it be difficult to state 59% of 64 using this graph?</a:t>
            </a:r>
            <a:endParaRPr/>
          </a:p>
        </p:txBody>
      </p:sp>
      <p:sp>
        <p:nvSpPr>
          <p:cNvPr id="1956" name="Google Shape;1956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pic>
        <p:nvPicPr>
          <p:cNvPr id="1957" name="Google Shape;1957;p139"/>
          <p:cNvPicPr preferRelativeResize="0"/>
          <p:nvPr/>
        </p:nvPicPr>
        <p:blipFill>
          <a:blip r:embed="rId3">
            <a:alphaModFix/>
          </a:blip>
          <a:srcRect t="2207" b="1832"/>
          <a:stretch>
            <a:fillRect/>
          </a:stretch>
        </p:blipFill>
        <p:spPr>
          <a:xfrm>
            <a:off x="313700" y="619275"/>
            <a:ext cx="3128725" cy="4195732"/>
          </a:xfrm>
          <a:prstGeom prst="rect">
            <a:avLst/>
          </a:prstGeom>
          <a:noFill/>
          <a:ln>
            <a:noFill/>
          </a:ln>
        </p:spPr>
      </p:pic>
      <p:sp>
        <p:nvSpPr>
          <p:cNvPr id="1958" name="Google Shape;1958;p139"/>
          <p:cNvSpPr txBox="1"/>
          <p:nvPr/>
        </p:nvSpPr>
        <p:spPr>
          <a:xfrm>
            <a:off x="248400" y="5373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139"/>
          <p:cNvSpPr txBox="1"/>
          <p:nvPr/>
        </p:nvSpPr>
        <p:spPr>
          <a:xfrm>
            <a:off x="3085725" y="4491600"/>
            <a:ext cx="1559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0" name="Google Shape;1960;p139"/>
          <p:cNvCxnSpPr/>
          <p:nvPr/>
        </p:nvCxnSpPr>
        <p:spPr>
          <a:xfrm>
            <a:off x="601692" y="3116375"/>
            <a:ext cx="153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1" name="Google Shape;1961;p139"/>
          <p:cNvCxnSpPr/>
          <p:nvPr/>
        </p:nvCxnSpPr>
        <p:spPr>
          <a:xfrm>
            <a:off x="601692" y="3843000"/>
            <a:ext cx="153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139"/>
          <p:cNvCxnSpPr/>
          <p:nvPr/>
        </p:nvCxnSpPr>
        <p:spPr>
          <a:xfrm>
            <a:off x="601692" y="2389750"/>
            <a:ext cx="153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3" name="Google Shape;1963;p139"/>
          <p:cNvCxnSpPr/>
          <p:nvPr/>
        </p:nvCxnSpPr>
        <p:spPr>
          <a:xfrm>
            <a:off x="601692" y="1663125"/>
            <a:ext cx="153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139"/>
          <p:cNvCxnSpPr/>
          <p:nvPr/>
        </p:nvCxnSpPr>
        <p:spPr>
          <a:xfrm>
            <a:off x="601692" y="950011"/>
            <a:ext cx="153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5" name="Google Shape;1965;p139"/>
          <p:cNvSpPr txBox="1"/>
          <p:nvPr/>
        </p:nvSpPr>
        <p:spPr>
          <a:xfrm>
            <a:off x="257565" y="3620025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6" name="Google Shape;1966;p139"/>
          <p:cNvSpPr txBox="1"/>
          <p:nvPr/>
        </p:nvSpPr>
        <p:spPr>
          <a:xfrm>
            <a:off x="248400" y="29112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7" name="Google Shape;1967;p139"/>
          <p:cNvSpPr txBox="1"/>
          <p:nvPr/>
        </p:nvSpPr>
        <p:spPr>
          <a:xfrm>
            <a:off x="248400" y="213715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8" name="Google Shape;1968;p139"/>
          <p:cNvSpPr txBox="1"/>
          <p:nvPr/>
        </p:nvSpPr>
        <p:spPr>
          <a:xfrm>
            <a:off x="248400" y="1463525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 sz="17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9" name="Google Shape;1969;p139"/>
          <p:cNvSpPr txBox="1"/>
          <p:nvPr/>
        </p:nvSpPr>
        <p:spPr>
          <a:xfrm>
            <a:off x="794950" y="4554051"/>
            <a:ext cx="7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12.8</a:t>
            </a:r>
            <a:endParaRPr sz="15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70" name="Google Shape;1970;p139"/>
          <p:cNvCxnSpPr/>
          <p:nvPr/>
        </p:nvCxnSpPr>
        <p:spPr>
          <a:xfrm>
            <a:off x="1150117" y="4474913"/>
            <a:ext cx="1500" cy="172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1" name="Google Shape;1971;p139"/>
          <p:cNvCxnSpPr/>
          <p:nvPr/>
        </p:nvCxnSpPr>
        <p:spPr>
          <a:xfrm>
            <a:off x="1609792" y="4474913"/>
            <a:ext cx="1500" cy="172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2" name="Google Shape;1972;p139"/>
          <p:cNvCxnSpPr/>
          <p:nvPr/>
        </p:nvCxnSpPr>
        <p:spPr>
          <a:xfrm>
            <a:off x="2069467" y="4474913"/>
            <a:ext cx="1500" cy="172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3" name="Google Shape;1973;p139"/>
          <p:cNvCxnSpPr/>
          <p:nvPr/>
        </p:nvCxnSpPr>
        <p:spPr>
          <a:xfrm>
            <a:off x="2549592" y="4491600"/>
            <a:ext cx="1500" cy="172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4" name="Google Shape;1974;p139"/>
          <p:cNvCxnSpPr/>
          <p:nvPr/>
        </p:nvCxnSpPr>
        <p:spPr>
          <a:xfrm>
            <a:off x="3009267" y="4474913"/>
            <a:ext cx="1500" cy="172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5" name="Google Shape;1975;p139"/>
          <p:cNvSpPr txBox="1"/>
          <p:nvPr/>
        </p:nvSpPr>
        <p:spPr>
          <a:xfrm>
            <a:off x="1328350" y="4554051"/>
            <a:ext cx="7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25.6</a:t>
            </a:r>
            <a:endParaRPr sz="15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6" name="Google Shape;1976;p139"/>
          <p:cNvSpPr txBox="1"/>
          <p:nvPr/>
        </p:nvSpPr>
        <p:spPr>
          <a:xfrm>
            <a:off x="1785550" y="4554051"/>
            <a:ext cx="7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38.4</a:t>
            </a:r>
            <a:endParaRPr sz="15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7" name="Google Shape;1977;p139"/>
          <p:cNvSpPr txBox="1"/>
          <p:nvPr/>
        </p:nvSpPr>
        <p:spPr>
          <a:xfrm>
            <a:off x="2278400" y="4554051"/>
            <a:ext cx="7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51.2</a:t>
            </a:r>
            <a:endParaRPr sz="15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8" name="Google Shape;1978;p139"/>
          <p:cNvSpPr txBox="1"/>
          <p:nvPr>
            <p:ph type="body" idx="1"/>
          </p:nvPr>
        </p:nvSpPr>
        <p:spPr>
          <a:xfrm>
            <a:off x="3718900" y="1673700"/>
            <a:ext cx="4842900" cy="13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How easy and accurate it is to work out the percentage of an amount using the graph depends on the accuracy of the graph and the scale on its axes.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2" name="Shape 1982"/>
        <p:cNvGrpSpPr/>
        <p:nvPr/>
      </p:nvGrpSpPr>
      <p:grpSpPr>
        <a:xfrm>
          <a:off x="0" y="0"/>
          <a:ext cx="0" cy="0"/>
        </a:xfrm>
      </p:grpSpPr>
      <p:sp>
        <p:nvSpPr>
          <p:cNvPr id="1983" name="Google Shape;1983;p140"/>
          <p:cNvSpPr txBox="1"/>
          <p:nvPr>
            <p:ph type="body" idx="1"/>
          </p:nvPr>
        </p:nvSpPr>
        <p:spPr>
          <a:xfrm>
            <a:off x="324000" y="606900"/>
            <a:ext cx="8237700" cy="49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/>
            </a:pPr>
            <a:r>
              <a:rPr lang="en-GB" sz="2000"/>
              <a:t>Match the double number line with the corresponding graph.</a:t>
            </a:r>
            <a:endParaRPr sz="2000"/>
          </a:p>
        </p:txBody>
      </p:sp>
      <p:sp>
        <p:nvSpPr>
          <p:cNvPr id="1984" name="Google Shape;1984;p14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sp>
        <p:nvSpPr>
          <p:cNvPr id="1985" name="Google Shape;1985;p140"/>
          <p:cNvSpPr txBox="1"/>
          <p:nvPr/>
        </p:nvSpPr>
        <p:spPr>
          <a:xfrm>
            <a:off x="1807823" y="3649385"/>
            <a:ext cx="376428" cy="277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6" name="Google Shape;1986;p140"/>
          <p:cNvCxnSpPr/>
          <p:nvPr/>
        </p:nvCxnSpPr>
        <p:spPr>
          <a:xfrm>
            <a:off x="6267475" y="3865050"/>
            <a:ext cx="10299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87" name="Google Shape;1987;p140"/>
          <p:cNvGraphicFramePr>
            <a:graphicFrameLocks noGrp="1"/>
          </p:cNvGraphicFramePr>
          <p:nvPr/>
        </p:nvGraphicFramePr>
        <p:xfrm>
          <a:off x="536250" y="4119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88" name="Google Shape;1988;p140"/>
          <p:cNvGraphicFramePr>
            <a:graphicFrameLocks noGrp="1"/>
          </p:cNvGraphicFramePr>
          <p:nvPr/>
        </p:nvGraphicFramePr>
        <p:xfrm>
          <a:off x="3251850" y="4119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89" name="Google Shape;1989;p140"/>
          <p:cNvGraphicFramePr>
            <a:graphicFrameLocks noGrp="1"/>
          </p:cNvGraphicFramePr>
          <p:nvPr/>
        </p:nvGraphicFramePr>
        <p:xfrm>
          <a:off x="6037500" y="4119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990" name="Google Shape;1990;p140"/>
          <p:cNvCxnSpPr/>
          <p:nvPr/>
        </p:nvCxnSpPr>
        <p:spPr>
          <a:xfrm>
            <a:off x="8220575" y="4207682"/>
            <a:ext cx="22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91" name="Google Shape;1991;p140"/>
          <p:cNvCxnSpPr/>
          <p:nvPr/>
        </p:nvCxnSpPr>
        <p:spPr>
          <a:xfrm>
            <a:off x="5471650" y="4207682"/>
            <a:ext cx="22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92" name="Google Shape;1992;p140"/>
          <p:cNvCxnSpPr/>
          <p:nvPr/>
        </p:nvCxnSpPr>
        <p:spPr>
          <a:xfrm>
            <a:off x="2713900" y="4207682"/>
            <a:ext cx="22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93" name="Google Shape;1993;p140"/>
          <p:cNvSpPr txBox="1"/>
          <p:nvPr/>
        </p:nvSpPr>
        <p:spPr>
          <a:xfrm>
            <a:off x="404247" y="3779444"/>
            <a:ext cx="5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140"/>
          <p:cNvSpPr txBox="1"/>
          <p:nvPr/>
        </p:nvSpPr>
        <p:spPr>
          <a:xfrm>
            <a:off x="404250" y="4358700"/>
            <a:ext cx="40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40"/>
          <p:cNvSpPr txBox="1"/>
          <p:nvPr/>
        </p:nvSpPr>
        <p:spPr>
          <a:xfrm>
            <a:off x="3100547" y="3779444"/>
            <a:ext cx="5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140"/>
          <p:cNvSpPr txBox="1"/>
          <p:nvPr/>
        </p:nvSpPr>
        <p:spPr>
          <a:xfrm>
            <a:off x="3100550" y="4358700"/>
            <a:ext cx="40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140"/>
          <p:cNvSpPr txBox="1"/>
          <p:nvPr/>
        </p:nvSpPr>
        <p:spPr>
          <a:xfrm>
            <a:off x="5907097" y="3779444"/>
            <a:ext cx="5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140"/>
          <p:cNvSpPr txBox="1"/>
          <p:nvPr/>
        </p:nvSpPr>
        <p:spPr>
          <a:xfrm>
            <a:off x="5907100" y="4358700"/>
            <a:ext cx="40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99" name="Google Shape;1999;p140"/>
          <p:cNvGrpSpPr/>
          <p:nvPr/>
        </p:nvGrpSpPr>
        <p:grpSpPr>
          <a:xfrm>
            <a:off x="230950" y="1063425"/>
            <a:ext cx="2645650" cy="2729575"/>
            <a:chOff x="230950" y="1003800"/>
            <a:chExt cx="2645650" cy="2729575"/>
          </a:xfrm>
        </p:grpSpPr>
        <p:pic>
          <p:nvPicPr>
            <p:cNvPr id="2000" name="Google Shape;2000;p1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8650" y="1083900"/>
              <a:ext cx="2427950" cy="230990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01" name="Google Shape;2001;p140"/>
            <p:cNvCxnSpPr/>
            <p:nvPr/>
          </p:nvCxnSpPr>
          <p:spPr>
            <a:xfrm rot="10800000" flipH="1">
              <a:off x="715775" y="1003800"/>
              <a:ext cx="0" cy="9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02" name="Google Shape;2002;p140"/>
            <p:cNvCxnSpPr/>
            <p:nvPr/>
          </p:nvCxnSpPr>
          <p:spPr>
            <a:xfrm rot="10800000">
              <a:off x="2866300" y="3228175"/>
              <a:ext cx="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03" name="Google Shape;2003;p140"/>
            <p:cNvSpPr txBox="1"/>
            <p:nvPr/>
          </p:nvSpPr>
          <p:spPr>
            <a:xfrm>
              <a:off x="230950" y="1971025"/>
              <a:ext cx="568500" cy="5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%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4" name="Google Shape;2004;p140"/>
            <p:cNvSpPr txBox="1"/>
            <p:nvPr/>
          </p:nvSpPr>
          <p:spPr>
            <a:xfrm>
              <a:off x="1557050" y="3228175"/>
              <a:ext cx="344100" cy="5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5" name="Google Shape;2005;p140"/>
          <p:cNvGrpSpPr/>
          <p:nvPr/>
        </p:nvGrpSpPr>
        <p:grpSpPr>
          <a:xfrm>
            <a:off x="3120025" y="1063425"/>
            <a:ext cx="2645650" cy="2729575"/>
            <a:chOff x="230950" y="1003800"/>
            <a:chExt cx="2645650" cy="2729575"/>
          </a:xfrm>
        </p:grpSpPr>
        <p:pic>
          <p:nvPicPr>
            <p:cNvPr id="2006" name="Google Shape;2006;p1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8650" y="1083900"/>
              <a:ext cx="2427950" cy="230990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07" name="Google Shape;2007;p140"/>
            <p:cNvCxnSpPr/>
            <p:nvPr/>
          </p:nvCxnSpPr>
          <p:spPr>
            <a:xfrm rot="10800000" flipH="1">
              <a:off x="715775" y="1003800"/>
              <a:ext cx="0" cy="9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08" name="Google Shape;2008;p140"/>
            <p:cNvCxnSpPr/>
            <p:nvPr/>
          </p:nvCxnSpPr>
          <p:spPr>
            <a:xfrm rot="10800000">
              <a:off x="2866300" y="3228175"/>
              <a:ext cx="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09" name="Google Shape;2009;p140"/>
            <p:cNvSpPr txBox="1"/>
            <p:nvPr/>
          </p:nvSpPr>
          <p:spPr>
            <a:xfrm>
              <a:off x="230950" y="1971025"/>
              <a:ext cx="568500" cy="5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%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0" name="Google Shape;2010;p140"/>
            <p:cNvSpPr txBox="1"/>
            <p:nvPr/>
          </p:nvSpPr>
          <p:spPr>
            <a:xfrm>
              <a:off x="1557050" y="3228175"/>
              <a:ext cx="344100" cy="5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1" name="Google Shape;2011;p140"/>
          <p:cNvGrpSpPr/>
          <p:nvPr/>
        </p:nvGrpSpPr>
        <p:grpSpPr>
          <a:xfrm>
            <a:off x="6009100" y="1063425"/>
            <a:ext cx="2645650" cy="2729575"/>
            <a:chOff x="230950" y="1003800"/>
            <a:chExt cx="2645650" cy="2729575"/>
          </a:xfrm>
        </p:grpSpPr>
        <p:pic>
          <p:nvPicPr>
            <p:cNvPr id="2012" name="Google Shape;2012;p1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8650" y="1083900"/>
              <a:ext cx="2427950" cy="230990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13" name="Google Shape;2013;p140"/>
            <p:cNvCxnSpPr/>
            <p:nvPr/>
          </p:nvCxnSpPr>
          <p:spPr>
            <a:xfrm rot="10800000" flipH="1">
              <a:off x="715775" y="1003800"/>
              <a:ext cx="0" cy="9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14" name="Google Shape;2014;p140"/>
            <p:cNvCxnSpPr/>
            <p:nvPr/>
          </p:nvCxnSpPr>
          <p:spPr>
            <a:xfrm rot="10800000">
              <a:off x="2866300" y="3228175"/>
              <a:ext cx="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15" name="Google Shape;2015;p140"/>
            <p:cNvSpPr txBox="1"/>
            <p:nvPr/>
          </p:nvSpPr>
          <p:spPr>
            <a:xfrm>
              <a:off x="230950" y="1971025"/>
              <a:ext cx="568500" cy="5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%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6" name="Google Shape;2016;p140"/>
            <p:cNvSpPr txBox="1"/>
            <p:nvPr/>
          </p:nvSpPr>
          <p:spPr>
            <a:xfrm>
              <a:off x="1557050" y="3228175"/>
              <a:ext cx="344100" cy="5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17" name="Google Shape;2017;p140"/>
          <p:cNvCxnSpPr/>
          <p:nvPr/>
        </p:nvCxnSpPr>
        <p:spPr>
          <a:xfrm rot="10800000" flipH="1">
            <a:off x="721125" y="1144825"/>
            <a:ext cx="1710600" cy="2139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8" name="Google Shape;2018;p140"/>
          <p:cNvCxnSpPr/>
          <p:nvPr/>
        </p:nvCxnSpPr>
        <p:spPr>
          <a:xfrm rot="10800000" flipH="1">
            <a:off x="3611050" y="1557975"/>
            <a:ext cx="2154300" cy="17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9" name="Google Shape;2019;p140"/>
          <p:cNvCxnSpPr/>
          <p:nvPr/>
        </p:nvCxnSpPr>
        <p:spPr>
          <a:xfrm rot="10800000" flipH="1">
            <a:off x="6501650" y="1152750"/>
            <a:ext cx="1328400" cy="21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0" name="Google Shape;2020;p140"/>
          <p:cNvSpPr txBox="1"/>
          <p:nvPr/>
        </p:nvSpPr>
        <p:spPr>
          <a:xfrm>
            <a:off x="1880911" y="3793000"/>
            <a:ext cx="102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140"/>
          <p:cNvSpPr txBox="1"/>
          <p:nvPr/>
        </p:nvSpPr>
        <p:spPr>
          <a:xfrm>
            <a:off x="1764758" y="4372252"/>
            <a:ext cx="69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2" name="Google Shape;2022;p140"/>
          <p:cNvSpPr txBox="1"/>
          <p:nvPr/>
        </p:nvSpPr>
        <p:spPr>
          <a:xfrm>
            <a:off x="4877203" y="3779450"/>
            <a:ext cx="102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3" name="Google Shape;2023;p140"/>
          <p:cNvSpPr txBox="1"/>
          <p:nvPr/>
        </p:nvSpPr>
        <p:spPr>
          <a:xfrm>
            <a:off x="4877208" y="4358702"/>
            <a:ext cx="69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£80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140"/>
          <p:cNvSpPr txBox="1"/>
          <p:nvPr/>
        </p:nvSpPr>
        <p:spPr>
          <a:xfrm>
            <a:off x="7411478" y="3779450"/>
            <a:ext cx="102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140"/>
          <p:cNvSpPr txBox="1"/>
          <p:nvPr/>
        </p:nvSpPr>
        <p:spPr>
          <a:xfrm>
            <a:off x="7359333" y="4358702"/>
            <a:ext cx="69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29" name="Shape 2029"/>
        <p:cNvGrpSpPr/>
        <p:nvPr/>
      </p:nvGrpSpPr>
      <p:grpSpPr>
        <a:xfrm>
          <a:off x="0" y="0"/>
          <a:ext cx="0" cy="0"/>
        </a:xfrm>
      </p:grpSpPr>
      <p:pic>
        <p:nvPicPr>
          <p:cNvPr id="2030" name="Google Shape;2030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0275" y="1409850"/>
            <a:ext cx="4619900" cy="3263351"/>
          </a:xfrm>
          <a:prstGeom prst="rect">
            <a:avLst/>
          </a:prstGeom>
          <a:noFill/>
          <a:ln>
            <a:noFill/>
          </a:ln>
        </p:spPr>
      </p:pic>
      <p:sp>
        <p:nvSpPr>
          <p:cNvPr id="2031" name="Google Shape;2031;p14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sp>
        <p:nvSpPr>
          <p:cNvPr id="2032" name="Google Shape;2032;p141"/>
          <p:cNvSpPr txBox="1"/>
          <p:nvPr/>
        </p:nvSpPr>
        <p:spPr>
          <a:xfrm>
            <a:off x="324000" y="1533125"/>
            <a:ext cx="3776400" cy="26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scored 35 marks on his assessment.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What grade did Jun get?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Estimate his percentage score.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Estimate the minimum mark you need to get a grade. What calculation could you carry out to be more accurate?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141"/>
          <p:cNvSpPr txBox="1"/>
          <p:nvPr/>
        </p:nvSpPr>
        <p:spPr>
          <a:xfrm>
            <a:off x="254175" y="750150"/>
            <a:ext cx="88200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 class of students took a test. The grades available were A, B, C or 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graph helps the teacher convert a score out of 65 to a grade.</a:t>
            </a:r>
            <a:endParaRPr/>
          </a:p>
        </p:txBody>
      </p:sp>
      <p:sp>
        <p:nvSpPr>
          <p:cNvPr id="2034" name="Google Shape;2034;p141"/>
          <p:cNvSpPr txBox="1"/>
          <p:nvPr/>
        </p:nvSpPr>
        <p:spPr>
          <a:xfrm>
            <a:off x="7459200" y="4444900"/>
            <a:ext cx="1559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Mark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5" name="Google Shape;2035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5425" y="4437600"/>
            <a:ext cx="367920" cy="3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39" name="Shape 2039"/>
        <p:cNvGrpSpPr/>
        <p:nvPr/>
      </p:nvGrpSpPr>
      <p:grpSpPr>
        <a:xfrm>
          <a:off x="0" y="0"/>
          <a:ext cx="0" cy="0"/>
        </a:xfrm>
      </p:grpSpPr>
      <p:pic>
        <p:nvPicPr>
          <p:cNvPr id="2040" name="Google Shape;2040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018675"/>
            <a:ext cx="4241449" cy="24014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1" name="Google Shape;2041;p142"/>
          <p:cNvCxnSpPr/>
          <p:nvPr/>
        </p:nvCxnSpPr>
        <p:spPr>
          <a:xfrm flipH="1">
            <a:off x="1587621" y="3740045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2" name="Google Shape;2042;p142"/>
          <p:cNvSpPr txBox="1"/>
          <p:nvPr>
            <p:ph type="body" idx="1"/>
          </p:nvPr>
        </p:nvSpPr>
        <p:spPr>
          <a:xfrm>
            <a:off x="324000" y="606900"/>
            <a:ext cx="8405700" cy="49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3a) Fill in the missing information given the graph and double number line.</a:t>
            </a:r>
            <a:endParaRPr sz="1800"/>
          </a:p>
        </p:txBody>
      </p:sp>
      <p:sp>
        <p:nvSpPr>
          <p:cNvPr id="2043" name="Google Shape;2043;p14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grpSp>
        <p:nvGrpSpPr>
          <p:cNvPr id="2044" name="Google Shape;2044;p142"/>
          <p:cNvGrpSpPr/>
          <p:nvPr/>
        </p:nvGrpSpPr>
        <p:grpSpPr>
          <a:xfrm>
            <a:off x="1284035" y="3466087"/>
            <a:ext cx="2675088" cy="1245396"/>
            <a:chOff x="344550" y="2159986"/>
            <a:chExt cx="3502800" cy="1689359"/>
          </a:xfrm>
        </p:grpSpPr>
        <p:grpSp>
          <p:nvGrpSpPr>
            <p:cNvPr id="2045" name="Google Shape;2045;p142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046" name="Google Shape;2046;p142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047" name="Google Shape;2047;p14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048" name="Google Shape;2048;p142"/>
            <p:cNvSpPr txBox="1"/>
            <p:nvPr/>
          </p:nvSpPr>
          <p:spPr>
            <a:xfrm>
              <a:off x="2445450" y="2574225"/>
              <a:ext cx="14019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9" name="Google Shape;2049;p142"/>
            <p:cNvSpPr txBox="1"/>
            <p:nvPr/>
          </p:nvSpPr>
          <p:spPr>
            <a:xfrm>
              <a:off x="2460186" y="3181550"/>
              <a:ext cx="13017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0" name="Google Shape;2050;p142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1" name="Google Shape;2051;p142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2" name="Google Shape;2052;p142"/>
            <p:cNvSpPr txBox="1"/>
            <p:nvPr/>
          </p:nvSpPr>
          <p:spPr>
            <a:xfrm>
              <a:off x="773777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3" name="Google Shape;2053;p142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4" name="Google Shape;2054;p142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55" name="Google Shape;2055;p142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56" name="Google Shape;2056;p142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2057" name="Google Shape;2057;p142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058" name="Google Shape;2058;p14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059" name="Google Shape;2059;p142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2060" name="Google Shape;2060;p142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061" name="Google Shape;2061;p14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2" name="Google Shape;2062;p142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063" name="Google Shape;2063;p142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064" name="Google Shape;2064;p14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2065" name="Google Shape;2065;p142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66" name="Google Shape;2066;p142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067" name="Google Shape;2067;p142"/>
          <p:cNvCxnSpPr/>
          <p:nvPr/>
        </p:nvCxnSpPr>
        <p:spPr>
          <a:xfrm flipH="1">
            <a:off x="2380743" y="3740045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8" name="Google Shape;2068;p142"/>
          <p:cNvSpPr/>
          <p:nvPr/>
        </p:nvSpPr>
        <p:spPr>
          <a:xfrm>
            <a:off x="1348500" y="3936025"/>
            <a:ext cx="1314900" cy="36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9" name="Google Shape;2069;p142"/>
          <p:cNvCxnSpPr/>
          <p:nvPr/>
        </p:nvCxnSpPr>
        <p:spPr>
          <a:xfrm>
            <a:off x="1543925" y="3745234"/>
            <a:ext cx="9627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0" name="Google Shape;2070;p142"/>
          <p:cNvCxnSpPr/>
          <p:nvPr/>
        </p:nvCxnSpPr>
        <p:spPr>
          <a:xfrm>
            <a:off x="1453800" y="4477450"/>
            <a:ext cx="1225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1" name="Google Shape;2071;p142"/>
          <p:cNvSpPr txBox="1"/>
          <p:nvPr/>
        </p:nvSpPr>
        <p:spPr>
          <a:xfrm>
            <a:off x="2420146" y="3424175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/>
          </a:p>
        </p:txBody>
      </p:sp>
      <p:sp>
        <p:nvSpPr>
          <p:cNvPr id="2072" name="Google Shape;2072;p142"/>
          <p:cNvSpPr txBox="1"/>
          <p:nvPr/>
        </p:nvSpPr>
        <p:spPr>
          <a:xfrm>
            <a:off x="4521825" y="2987400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142"/>
          <p:cNvSpPr txBox="1"/>
          <p:nvPr/>
        </p:nvSpPr>
        <p:spPr>
          <a:xfrm>
            <a:off x="251300" y="8274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142"/>
          <p:cNvSpPr txBox="1"/>
          <p:nvPr/>
        </p:nvSpPr>
        <p:spPr>
          <a:xfrm>
            <a:off x="1627385" y="3414355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endParaRPr/>
          </a:p>
        </p:txBody>
      </p:sp>
      <p:pic>
        <p:nvPicPr>
          <p:cNvPr id="2075" name="Google Shape;2075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5450" y="972000"/>
            <a:ext cx="4325775" cy="2489810"/>
          </a:xfrm>
          <a:prstGeom prst="rect">
            <a:avLst/>
          </a:prstGeom>
          <a:noFill/>
          <a:ln>
            <a:noFill/>
          </a:ln>
        </p:spPr>
      </p:pic>
      <p:sp>
        <p:nvSpPr>
          <p:cNvPr id="2076" name="Google Shape;2076;p142"/>
          <p:cNvSpPr txBox="1"/>
          <p:nvPr/>
        </p:nvSpPr>
        <p:spPr>
          <a:xfrm>
            <a:off x="4392000" y="9000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142"/>
          <p:cNvSpPr txBox="1"/>
          <p:nvPr/>
        </p:nvSpPr>
        <p:spPr>
          <a:xfrm>
            <a:off x="4104000" y="2736000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8" name="Google Shape;2078;p142"/>
          <p:cNvSpPr txBox="1"/>
          <p:nvPr/>
        </p:nvSpPr>
        <p:spPr>
          <a:xfrm>
            <a:off x="8352000" y="2736000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9" name="Google Shape;2079;p142"/>
          <p:cNvCxnSpPr/>
          <p:nvPr/>
        </p:nvCxnSpPr>
        <p:spPr>
          <a:xfrm flipH="1">
            <a:off x="5732221" y="379177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80" name="Google Shape;2080;p142"/>
          <p:cNvGrpSpPr/>
          <p:nvPr/>
        </p:nvGrpSpPr>
        <p:grpSpPr>
          <a:xfrm>
            <a:off x="5428635" y="3517812"/>
            <a:ext cx="2675088" cy="1245396"/>
            <a:chOff x="344550" y="2159986"/>
            <a:chExt cx="3502800" cy="1689359"/>
          </a:xfrm>
        </p:grpSpPr>
        <p:grpSp>
          <p:nvGrpSpPr>
            <p:cNvPr id="2081" name="Google Shape;2081;p142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082" name="Google Shape;2082;p142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083" name="Google Shape;2083;p14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084" name="Google Shape;2084;p142"/>
            <p:cNvSpPr txBox="1"/>
            <p:nvPr/>
          </p:nvSpPr>
          <p:spPr>
            <a:xfrm>
              <a:off x="2445450" y="2574225"/>
              <a:ext cx="14019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5" name="Google Shape;2085;p142"/>
            <p:cNvSpPr txBox="1"/>
            <p:nvPr/>
          </p:nvSpPr>
          <p:spPr>
            <a:xfrm>
              <a:off x="2460186" y="3181550"/>
              <a:ext cx="13017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6" name="Google Shape;2086;p142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7" name="Google Shape;2087;p142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8" name="Google Shape;2088;p142"/>
            <p:cNvSpPr txBox="1"/>
            <p:nvPr/>
          </p:nvSpPr>
          <p:spPr>
            <a:xfrm>
              <a:off x="773777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9" name="Google Shape;2089;p142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0" name="Google Shape;2090;p142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91" name="Google Shape;2091;p142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92" name="Google Shape;2092;p142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2093" name="Google Shape;2093;p142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094" name="Google Shape;2094;p14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5" name="Google Shape;2095;p142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2096" name="Google Shape;2096;p142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097" name="Google Shape;2097;p14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8" name="Google Shape;2098;p142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099" name="Google Shape;2099;p142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00" name="Google Shape;2100;p14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2101" name="Google Shape;2101;p142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02" name="Google Shape;2102;p142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103" name="Google Shape;2103;p142"/>
          <p:cNvCxnSpPr/>
          <p:nvPr/>
        </p:nvCxnSpPr>
        <p:spPr>
          <a:xfrm flipH="1">
            <a:off x="6525343" y="379177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4" name="Google Shape;2104;p142"/>
          <p:cNvSpPr/>
          <p:nvPr/>
        </p:nvSpPr>
        <p:spPr>
          <a:xfrm>
            <a:off x="5493100" y="3987750"/>
            <a:ext cx="1314900" cy="36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5" name="Google Shape;2105;p142"/>
          <p:cNvCxnSpPr/>
          <p:nvPr/>
        </p:nvCxnSpPr>
        <p:spPr>
          <a:xfrm>
            <a:off x="5608800" y="3788325"/>
            <a:ext cx="9627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6" name="Google Shape;2106;p142"/>
          <p:cNvCxnSpPr/>
          <p:nvPr/>
        </p:nvCxnSpPr>
        <p:spPr>
          <a:xfrm>
            <a:off x="5598400" y="4529175"/>
            <a:ext cx="1225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7" name="Google Shape;2107;p142"/>
          <p:cNvSpPr txBox="1"/>
          <p:nvPr/>
        </p:nvSpPr>
        <p:spPr>
          <a:xfrm>
            <a:off x="6564746" y="3475900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/>
          </a:p>
        </p:txBody>
      </p:sp>
      <p:sp>
        <p:nvSpPr>
          <p:cNvPr id="2108" name="Google Shape;2108;p142"/>
          <p:cNvSpPr txBox="1"/>
          <p:nvPr/>
        </p:nvSpPr>
        <p:spPr>
          <a:xfrm>
            <a:off x="5524647" y="3466080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/>
          </a:p>
        </p:txBody>
      </p:sp>
      <p:sp>
        <p:nvSpPr>
          <p:cNvPr id="2109" name="Google Shape;2109;p142"/>
          <p:cNvSpPr/>
          <p:nvPr/>
        </p:nvSpPr>
        <p:spPr>
          <a:xfrm>
            <a:off x="2456522" y="4461715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0" name="Google Shape;2110;p142"/>
          <p:cNvSpPr/>
          <p:nvPr/>
        </p:nvSpPr>
        <p:spPr>
          <a:xfrm>
            <a:off x="1684800" y="4447200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1" name="Google Shape;2111;p142"/>
          <p:cNvSpPr/>
          <p:nvPr/>
        </p:nvSpPr>
        <p:spPr>
          <a:xfrm>
            <a:off x="6594122" y="4461715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2" name="Google Shape;2112;p142"/>
          <p:cNvSpPr/>
          <p:nvPr/>
        </p:nvSpPr>
        <p:spPr>
          <a:xfrm>
            <a:off x="5560175" y="4461725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16" name="Shape 2116"/>
        <p:cNvGrpSpPr/>
        <p:nvPr/>
      </p:nvGrpSpPr>
      <p:grpSpPr>
        <a:xfrm>
          <a:off x="0" y="0"/>
          <a:ext cx="0" cy="0"/>
        </a:xfrm>
      </p:grpSpPr>
      <p:pic>
        <p:nvPicPr>
          <p:cNvPr id="2117" name="Google Shape;2117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54800"/>
            <a:ext cx="4062297" cy="235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8" name="Google Shape;2118;p143"/>
          <p:cNvCxnSpPr/>
          <p:nvPr/>
        </p:nvCxnSpPr>
        <p:spPr>
          <a:xfrm flipH="1">
            <a:off x="1743546" y="371922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9" name="Google Shape;2119;p1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grpSp>
        <p:nvGrpSpPr>
          <p:cNvPr id="2120" name="Google Shape;2120;p143"/>
          <p:cNvGrpSpPr/>
          <p:nvPr/>
        </p:nvGrpSpPr>
        <p:grpSpPr>
          <a:xfrm>
            <a:off x="5538900" y="3454725"/>
            <a:ext cx="2839298" cy="1245396"/>
            <a:chOff x="1068645" y="1397986"/>
            <a:chExt cx="3717818" cy="1689359"/>
          </a:xfrm>
        </p:grpSpPr>
        <p:grpSp>
          <p:nvGrpSpPr>
            <p:cNvPr id="2121" name="Google Shape;2121;p143"/>
            <p:cNvGrpSpPr/>
            <p:nvPr/>
          </p:nvGrpSpPr>
          <p:grpSpPr>
            <a:xfrm>
              <a:off x="1283663" y="1397986"/>
              <a:ext cx="3502800" cy="1689359"/>
              <a:chOff x="344550" y="2159986"/>
              <a:chExt cx="3502800" cy="1689359"/>
            </a:xfrm>
          </p:grpSpPr>
          <p:grpSp>
            <p:nvGrpSpPr>
              <p:cNvPr id="2122" name="Google Shape;2122;p143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123" name="Google Shape;2123;p143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124" name="Google Shape;2124;p14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25" name="Google Shape;2125;p143"/>
              <p:cNvSpPr txBox="1"/>
              <p:nvPr/>
            </p:nvSpPr>
            <p:spPr>
              <a:xfrm>
                <a:off x="2445450" y="2574225"/>
                <a:ext cx="14019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%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6" name="Google Shape;2126;p143"/>
              <p:cNvSpPr txBox="1"/>
              <p:nvPr/>
            </p:nvSpPr>
            <p:spPr>
              <a:xfrm>
                <a:off x="2460186" y="3181550"/>
                <a:ext cx="13017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£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7" name="Google Shape;2127;p143"/>
              <p:cNvSpPr txBox="1"/>
              <p:nvPr/>
            </p:nvSpPr>
            <p:spPr>
              <a:xfrm>
                <a:off x="774976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8" name="Google Shape;2128;p143"/>
              <p:cNvSpPr txBox="1"/>
              <p:nvPr/>
            </p:nvSpPr>
            <p:spPr>
              <a:xfrm>
                <a:off x="1356140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9" name="Google Shape;2129;p143"/>
              <p:cNvSpPr txBox="1"/>
              <p:nvPr/>
            </p:nvSpPr>
            <p:spPr>
              <a:xfrm>
                <a:off x="773777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0" name="Google Shape;2130;p143"/>
              <p:cNvSpPr txBox="1"/>
              <p:nvPr/>
            </p:nvSpPr>
            <p:spPr>
              <a:xfrm>
                <a:off x="1348295" y="2159986"/>
                <a:ext cx="4722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1" name="Google Shape;2131;p143"/>
              <p:cNvSpPr txBox="1"/>
              <p:nvPr/>
            </p:nvSpPr>
            <p:spPr>
              <a:xfrm>
                <a:off x="1924278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132" name="Google Shape;2132;p143"/>
              <p:cNvCxnSpPr/>
              <p:nvPr/>
            </p:nvCxnSpPr>
            <p:spPr>
              <a:xfrm flipH="1">
                <a:off x="397280" y="2355125"/>
                <a:ext cx="0" cy="1357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133" name="Google Shape;2133;p143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134" name="Google Shape;2134;p143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135" name="Google Shape;2135;p14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36" name="Google Shape;2136;p143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137" name="Google Shape;2137;p143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138" name="Google Shape;2138;p14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39" name="Google Shape;2139;p143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140" name="Google Shape;2140;p143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141" name="Google Shape;2141;p143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2142" name="Google Shape;2142;p143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143" name="Google Shape;2143;p143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144" name="Google Shape;2144;p143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45" name="Google Shape;2145;p143"/>
          <p:cNvSpPr/>
          <p:nvPr/>
        </p:nvSpPr>
        <p:spPr>
          <a:xfrm>
            <a:off x="5767575" y="3924650"/>
            <a:ext cx="1257300" cy="36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6" name="Google Shape;2146;p143"/>
          <p:cNvSpPr txBox="1"/>
          <p:nvPr/>
        </p:nvSpPr>
        <p:spPr>
          <a:xfrm>
            <a:off x="5886206" y="4360305"/>
            <a:ext cx="4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</a:t>
            </a:r>
            <a:endParaRPr/>
          </a:p>
        </p:txBody>
      </p:sp>
      <p:sp>
        <p:nvSpPr>
          <p:cNvPr id="2147" name="Google Shape;2147;p143"/>
          <p:cNvSpPr txBox="1"/>
          <p:nvPr/>
        </p:nvSpPr>
        <p:spPr>
          <a:xfrm>
            <a:off x="5806101" y="3390000"/>
            <a:ext cx="65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33.3</a:t>
            </a:r>
            <a:endParaRPr/>
          </a:p>
        </p:txBody>
      </p:sp>
      <p:sp>
        <p:nvSpPr>
          <p:cNvPr id="2148" name="Google Shape;2148;p143"/>
          <p:cNvSpPr txBox="1"/>
          <p:nvPr/>
        </p:nvSpPr>
        <p:spPr>
          <a:xfrm>
            <a:off x="1734987" y="4328050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180</a:t>
            </a:r>
            <a:endParaRPr/>
          </a:p>
        </p:txBody>
      </p:sp>
      <p:grpSp>
        <p:nvGrpSpPr>
          <p:cNvPr id="2149" name="Google Shape;2149;p143"/>
          <p:cNvGrpSpPr/>
          <p:nvPr/>
        </p:nvGrpSpPr>
        <p:grpSpPr>
          <a:xfrm>
            <a:off x="1439960" y="3445262"/>
            <a:ext cx="2675088" cy="1245396"/>
            <a:chOff x="344550" y="2159986"/>
            <a:chExt cx="3502800" cy="1689359"/>
          </a:xfrm>
        </p:grpSpPr>
        <p:grpSp>
          <p:nvGrpSpPr>
            <p:cNvPr id="2150" name="Google Shape;2150;p143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151" name="Google Shape;2151;p143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52" name="Google Shape;2152;p14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153" name="Google Shape;2153;p143"/>
            <p:cNvSpPr txBox="1"/>
            <p:nvPr/>
          </p:nvSpPr>
          <p:spPr>
            <a:xfrm>
              <a:off x="2445450" y="2574225"/>
              <a:ext cx="14019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4" name="Google Shape;2154;p143"/>
            <p:cNvSpPr txBox="1"/>
            <p:nvPr/>
          </p:nvSpPr>
          <p:spPr>
            <a:xfrm>
              <a:off x="2460186" y="3181550"/>
              <a:ext cx="13017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5" name="Google Shape;2155;p143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6" name="Google Shape;2156;p143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7" name="Google Shape;2157;p143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8" name="Google Shape;2158;p143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59" name="Google Shape;2159;p143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160" name="Google Shape;2160;p143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2161" name="Google Shape;2161;p143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62" name="Google Shape;2162;p14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63" name="Google Shape;2163;p143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2164" name="Google Shape;2164;p143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65" name="Google Shape;2165;p14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66" name="Google Shape;2166;p143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167" name="Google Shape;2167;p143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68" name="Google Shape;2168;p14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2169" name="Google Shape;2169;p143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70" name="Google Shape;2170;p143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171" name="Google Shape;2171;p143"/>
          <p:cNvSpPr/>
          <p:nvPr/>
        </p:nvSpPr>
        <p:spPr>
          <a:xfrm>
            <a:off x="5456800" y="3714238"/>
            <a:ext cx="186600" cy="1075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2" name="Google Shape;2172;p143"/>
          <p:cNvCxnSpPr/>
          <p:nvPr/>
        </p:nvCxnSpPr>
        <p:spPr>
          <a:xfrm flipH="1">
            <a:off x="2536668" y="371922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3" name="Google Shape;2173;p143"/>
          <p:cNvSpPr/>
          <p:nvPr/>
        </p:nvSpPr>
        <p:spPr>
          <a:xfrm>
            <a:off x="1504425" y="3915200"/>
            <a:ext cx="1314900" cy="36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4" name="Google Shape;2174;p143"/>
          <p:cNvCxnSpPr/>
          <p:nvPr/>
        </p:nvCxnSpPr>
        <p:spPr>
          <a:xfrm>
            <a:off x="1620125" y="3715775"/>
            <a:ext cx="9627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5" name="Google Shape;2175;p143"/>
          <p:cNvCxnSpPr/>
          <p:nvPr/>
        </p:nvCxnSpPr>
        <p:spPr>
          <a:xfrm>
            <a:off x="1609725" y="4456625"/>
            <a:ext cx="1225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6" name="Google Shape;2176;p143"/>
          <p:cNvSpPr txBox="1"/>
          <p:nvPr/>
        </p:nvSpPr>
        <p:spPr>
          <a:xfrm>
            <a:off x="2576071" y="3403350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/>
          </a:p>
        </p:txBody>
      </p:sp>
      <p:sp>
        <p:nvSpPr>
          <p:cNvPr id="2177" name="Google Shape;2177;p143"/>
          <p:cNvSpPr txBox="1"/>
          <p:nvPr/>
        </p:nvSpPr>
        <p:spPr>
          <a:xfrm>
            <a:off x="8475900" y="2779200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8" name="Google Shape;2178;p143"/>
          <p:cNvSpPr txBox="1"/>
          <p:nvPr/>
        </p:nvSpPr>
        <p:spPr>
          <a:xfrm>
            <a:off x="6612375" y="3390000"/>
            <a:ext cx="87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/>
          </a:p>
        </p:txBody>
      </p:sp>
      <p:sp>
        <p:nvSpPr>
          <p:cNvPr id="2179" name="Google Shape;2179;p143"/>
          <p:cNvSpPr txBox="1"/>
          <p:nvPr/>
        </p:nvSpPr>
        <p:spPr>
          <a:xfrm>
            <a:off x="6724398" y="4360300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240</a:t>
            </a:r>
            <a:endParaRPr/>
          </a:p>
        </p:txBody>
      </p:sp>
      <p:sp>
        <p:nvSpPr>
          <p:cNvPr id="2180" name="Google Shape;2180;p143"/>
          <p:cNvSpPr txBox="1"/>
          <p:nvPr/>
        </p:nvSpPr>
        <p:spPr>
          <a:xfrm>
            <a:off x="6133559" y="3189411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1" name="Google Shape;2181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575" y="1008000"/>
            <a:ext cx="4101126" cy="2401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82" name="Google Shape;2182;p143"/>
          <p:cNvSpPr txBox="1"/>
          <p:nvPr/>
        </p:nvSpPr>
        <p:spPr>
          <a:xfrm>
            <a:off x="4227900" y="2779000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3" name="Google Shape;2183;p143"/>
          <p:cNvSpPr txBox="1"/>
          <p:nvPr/>
        </p:nvSpPr>
        <p:spPr>
          <a:xfrm>
            <a:off x="175100" y="8274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4" name="Google Shape;2184;p143"/>
          <p:cNvSpPr txBox="1"/>
          <p:nvPr/>
        </p:nvSpPr>
        <p:spPr>
          <a:xfrm>
            <a:off x="4539750" y="852875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143"/>
          <p:cNvSpPr/>
          <p:nvPr/>
        </p:nvSpPr>
        <p:spPr>
          <a:xfrm>
            <a:off x="2605460" y="4416540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6" name="Google Shape;2186;p143"/>
          <p:cNvSpPr/>
          <p:nvPr/>
        </p:nvSpPr>
        <p:spPr>
          <a:xfrm>
            <a:off x="1860663" y="3451775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7" name="Google Shape;2187;p143"/>
          <p:cNvSpPr/>
          <p:nvPr/>
        </p:nvSpPr>
        <p:spPr>
          <a:xfrm>
            <a:off x="5886188" y="4448800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8" name="Google Shape;2188;p143"/>
          <p:cNvSpPr txBox="1"/>
          <p:nvPr>
            <p:ph type="body" idx="1"/>
          </p:nvPr>
        </p:nvSpPr>
        <p:spPr>
          <a:xfrm>
            <a:off x="324000" y="606900"/>
            <a:ext cx="8405700" cy="49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3b) Fill in the missing information given the graph and double number line.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92" name="Shape 2192"/>
        <p:cNvGrpSpPr/>
        <p:nvPr/>
      </p:nvGrpSpPr>
      <p:grpSpPr>
        <a:xfrm>
          <a:off x="0" y="0"/>
          <a:ext cx="0" cy="0"/>
        </a:xfrm>
      </p:grpSpPr>
      <p:sp>
        <p:nvSpPr>
          <p:cNvPr id="2193" name="Google Shape;2193;p14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Percentages of amounts graphically</a:t>
            </a:r>
            <a:endParaRPr/>
          </a:p>
        </p:txBody>
      </p:sp>
      <p:pic>
        <p:nvPicPr>
          <p:cNvPr id="2194" name="Google Shape;2194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25" y="1150200"/>
            <a:ext cx="2398374" cy="2315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5" name="Google Shape;2195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2258" y="1150200"/>
            <a:ext cx="2398374" cy="2315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6" name="Google Shape;2196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0381" y="1150200"/>
            <a:ext cx="2398374" cy="23154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7" name="Google Shape;2197;p144"/>
          <p:cNvCxnSpPr/>
          <p:nvPr/>
        </p:nvCxnSpPr>
        <p:spPr>
          <a:xfrm rot="10800000" flipH="1">
            <a:off x="721125" y="1144825"/>
            <a:ext cx="1710600" cy="2139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8" name="Google Shape;2198;p144"/>
          <p:cNvCxnSpPr/>
          <p:nvPr/>
        </p:nvCxnSpPr>
        <p:spPr>
          <a:xfrm rot="10800000" flipH="1">
            <a:off x="3611050" y="1557975"/>
            <a:ext cx="2154300" cy="17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9" name="Google Shape;2199;p144"/>
          <p:cNvCxnSpPr/>
          <p:nvPr/>
        </p:nvCxnSpPr>
        <p:spPr>
          <a:xfrm rot="10800000" flipH="1">
            <a:off x="6501650" y="1152750"/>
            <a:ext cx="1328400" cy="213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0" name="Google Shape;2200;p144"/>
          <p:cNvSpPr txBox="1"/>
          <p:nvPr>
            <p:ph type="body" idx="1"/>
          </p:nvPr>
        </p:nvSpPr>
        <p:spPr>
          <a:xfrm>
            <a:off x="324000" y="606900"/>
            <a:ext cx="8237700" cy="49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/>
            </a:pPr>
            <a:r>
              <a:rPr lang="en-GB" sz="2000"/>
              <a:t>Match the double number line with the corresponding graph.</a:t>
            </a:r>
            <a:endParaRPr sz="2000"/>
          </a:p>
        </p:txBody>
      </p:sp>
      <p:sp>
        <p:nvSpPr>
          <p:cNvPr id="2201" name="Google Shape;2201;p144"/>
          <p:cNvSpPr txBox="1"/>
          <p:nvPr/>
        </p:nvSpPr>
        <p:spPr>
          <a:xfrm>
            <a:off x="1807823" y="3649385"/>
            <a:ext cx="376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02" name="Google Shape;2202;p144"/>
          <p:cNvGraphicFramePr>
            <a:graphicFrameLocks noGrp="1"/>
          </p:cNvGraphicFramePr>
          <p:nvPr/>
        </p:nvGraphicFramePr>
        <p:xfrm>
          <a:off x="536250" y="4119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03" name="Google Shape;2203;p144"/>
          <p:cNvGraphicFramePr>
            <a:graphicFrameLocks noGrp="1"/>
          </p:cNvGraphicFramePr>
          <p:nvPr/>
        </p:nvGraphicFramePr>
        <p:xfrm>
          <a:off x="3251850" y="4119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04" name="Google Shape;2204;p144"/>
          <p:cNvGraphicFramePr>
            <a:graphicFrameLocks noGrp="1"/>
          </p:cNvGraphicFramePr>
          <p:nvPr/>
        </p:nvGraphicFramePr>
        <p:xfrm>
          <a:off x="6037500" y="4119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205" name="Google Shape;2205;p144"/>
          <p:cNvCxnSpPr/>
          <p:nvPr/>
        </p:nvCxnSpPr>
        <p:spPr>
          <a:xfrm>
            <a:off x="8220575" y="4207682"/>
            <a:ext cx="22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6" name="Google Shape;2206;p144"/>
          <p:cNvCxnSpPr/>
          <p:nvPr/>
        </p:nvCxnSpPr>
        <p:spPr>
          <a:xfrm>
            <a:off x="5471650" y="4207682"/>
            <a:ext cx="22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7" name="Google Shape;2207;p144"/>
          <p:cNvCxnSpPr/>
          <p:nvPr/>
        </p:nvCxnSpPr>
        <p:spPr>
          <a:xfrm>
            <a:off x="2713900" y="4207682"/>
            <a:ext cx="22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08" name="Google Shape;2208;p144"/>
          <p:cNvSpPr txBox="1"/>
          <p:nvPr/>
        </p:nvSpPr>
        <p:spPr>
          <a:xfrm>
            <a:off x="404247" y="3779444"/>
            <a:ext cx="5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144"/>
          <p:cNvSpPr txBox="1"/>
          <p:nvPr/>
        </p:nvSpPr>
        <p:spPr>
          <a:xfrm>
            <a:off x="404250" y="4358700"/>
            <a:ext cx="40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0" name="Google Shape;2210;p144"/>
          <p:cNvSpPr txBox="1"/>
          <p:nvPr/>
        </p:nvSpPr>
        <p:spPr>
          <a:xfrm>
            <a:off x="3100547" y="3779444"/>
            <a:ext cx="5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144"/>
          <p:cNvSpPr txBox="1"/>
          <p:nvPr/>
        </p:nvSpPr>
        <p:spPr>
          <a:xfrm>
            <a:off x="3100550" y="4358700"/>
            <a:ext cx="40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2" name="Google Shape;2212;p144"/>
          <p:cNvSpPr txBox="1"/>
          <p:nvPr/>
        </p:nvSpPr>
        <p:spPr>
          <a:xfrm>
            <a:off x="5907097" y="3779444"/>
            <a:ext cx="5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3" name="Google Shape;2213;p144"/>
          <p:cNvSpPr txBox="1"/>
          <p:nvPr/>
        </p:nvSpPr>
        <p:spPr>
          <a:xfrm>
            <a:off x="5907100" y="4358700"/>
            <a:ext cx="40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4" name="Google Shape;2214;p144"/>
          <p:cNvSpPr txBox="1"/>
          <p:nvPr/>
        </p:nvSpPr>
        <p:spPr>
          <a:xfrm>
            <a:off x="1880911" y="3793000"/>
            <a:ext cx="102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5" name="Google Shape;2215;p144"/>
          <p:cNvSpPr txBox="1"/>
          <p:nvPr/>
        </p:nvSpPr>
        <p:spPr>
          <a:xfrm>
            <a:off x="1764758" y="4372252"/>
            <a:ext cx="69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6" name="Google Shape;2216;p144"/>
          <p:cNvSpPr txBox="1"/>
          <p:nvPr/>
        </p:nvSpPr>
        <p:spPr>
          <a:xfrm>
            <a:off x="4877203" y="3779450"/>
            <a:ext cx="102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7" name="Google Shape;2217;p144"/>
          <p:cNvSpPr txBox="1"/>
          <p:nvPr/>
        </p:nvSpPr>
        <p:spPr>
          <a:xfrm>
            <a:off x="4877208" y="4358702"/>
            <a:ext cx="69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£80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8" name="Google Shape;2218;p144"/>
          <p:cNvSpPr txBox="1"/>
          <p:nvPr/>
        </p:nvSpPr>
        <p:spPr>
          <a:xfrm>
            <a:off x="7411478" y="3779450"/>
            <a:ext cx="102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9" name="Google Shape;2219;p144"/>
          <p:cNvSpPr txBox="1"/>
          <p:nvPr/>
        </p:nvSpPr>
        <p:spPr>
          <a:xfrm>
            <a:off x="7359333" y="4358702"/>
            <a:ext cx="699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0" name="Google Shape;2220;p144"/>
          <p:cNvSpPr txBox="1"/>
          <p:nvPr/>
        </p:nvSpPr>
        <p:spPr>
          <a:xfrm>
            <a:off x="230950" y="203065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1" name="Google Shape;2221;p144"/>
          <p:cNvSpPr txBox="1"/>
          <p:nvPr/>
        </p:nvSpPr>
        <p:spPr>
          <a:xfrm>
            <a:off x="1557050" y="3287800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2" name="Google Shape;2222;p144"/>
          <p:cNvSpPr txBox="1"/>
          <p:nvPr/>
        </p:nvSpPr>
        <p:spPr>
          <a:xfrm>
            <a:off x="3178488" y="203065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144"/>
          <p:cNvSpPr txBox="1"/>
          <p:nvPr/>
        </p:nvSpPr>
        <p:spPr>
          <a:xfrm>
            <a:off x="4504588" y="3287800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4" name="Google Shape;2224;p144"/>
          <p:cNvSpPr txBox="1"/>
          <p:nvPr/>
        </p:nvSpPr>
        <p:spPr>
          <a:xfrm>
            <a:off x="6037500" y="203065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5" name="Google Shape;2225;p144"/>
          <p:cNvSpPr txBox="1"/>
          <p:nvPr/>
        </p:nvSpPr>
        <p:spPr>
          <a:xfrm>
            <a:off x="7363600" y="3287800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6" name="Google Shape;2226;p144"/>
          <p:cNvCxnSpPr/>
          <p:nvPr/>
        </p:nvCxnSpPr>
        <p:spPr>
          <a:xfrm>
            <a:off x="2315225" y="2823625"/>
            <a:ext cx="1899600" cy="11451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27" name="Google Shape;2227;p144"/>
          <p:cNvCxnSpPr/>
          <p:nvPr/>
        </p:nvCxnSpPr>
        <p:spPr>
          <a:xfrm rot="10800000" flipH="1">
            <a:off x="1509775" y="3134100"/>
            <a:ext cx="2164800" cy="762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28" name="Google Shape;2228;p144"/>
          <p:cNvCxnSpPr/>
          <p:nvPr/>
        </p:nvCxnSpPr>
        <p:spPr>
          <a:xfrm rot="10800000" flipH="1">
            <a:off x="6735425" y="3011075"/>
            <a:ext cx="0" cy="8025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32" name="Shape 2232"/>
        <p:cNvGrpSpPr/>
        <p:nvPr/>
      </p:nvGrpSpPr>
      <p:grpSpPr>
        <a:xfrm>
          <a:off x="0" y="0"/>
          <a:ext cx="0" cy="0"/>
        </a:xfrm>
      </p:grpSpPr>
      <p:sp>
        <p:nvSpPr>
          <p:cNvPr id="2233" name="Google Shape;2233;p14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sp>
        <p:nvSpPr>
          <p:cNvPr id="2234" name="Google Shape;2234;p145"/>
          <p:cNvSpPr txBox="1"/>
          <p:nvPr/>
        </p:nvSpPr>
        <p:spPr>
          <a:xfrm>
            <a:off x="254175" y="1557525"/>
            <a:ext cx="3924600" cy="13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scored 35 marks on his assessment.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What grade did Jun get?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5" name="Google Shape;2235;p145"/>
          <p:cNvSpPr txBox="1"/>
          <p:nvPr/>
        </p:nvSpPr>
        <p:spPr>
          <a:xfrm>
            <a:off x="254175" y="750150"/>
            <a:ext cx="88200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 class of students took a test. The grades available were A, B, C or 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graph helps the teacher convert a score out of 65 to a grade.</a:t>
            </a:r>
            <a:endParaRPr/>
          </a:p>
        </p:txBody>
      </p:sp>
      <p:sp>
        <p:nvSpPr>
          <p:cNvPr id="2236" name="Google Shape;2236;p145"/>
          <p:cNvSpPr txBox="1"/>
          <p:nvPr/>
        </p:nvSpPr>
        <p:spPr>
          <a:xfrm>
            <a:off x="680400" y="2918625"/>
            <a:ext cx="268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35 marks is a grade C.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7" name="Google Shape;2237;p145"/>
          <p:cNvSpPr txBox="1"/>
          <p:nvPr/>
        </p:nvSpPr>
        <p:spPr>
          <a:xfrm>
            <a:off x="7459200" y="4444900"/>
            <a:ext cx="1559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Mark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8" name="Google Shape;2238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800" y="1411200"/>
            <a:ext cx="4694399" cy="33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42" name="Shape 2242"/>
        <p:cNvGrpSpPr/>
        <p:nvPr/>
      </p:nvGrpSpPr>
      <p:grpSpPr>
        <a:xfrm>
          <a:off x="0" y="0"/>
          <a:ext cx="0" cy="0"/>
        </a:xfrm>
      </p:grpSpPr>
      <p:sp>
        <p:nvSpPr>
          <p:cNvPr id="2243" name="Google Shape;2243;p14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sp>
        <p:nvSpPr>
          <p:cNvPr id="2244" name="Google Shape;2244;p146"/>
          <p:cNvSpPr txBox="1"/>
          <p:nvPr/>
        </p:nvSpPr>
        <p:spPr>
          <a:xfrm>
            <a:off x="254175" y="1557525"/>
            <a:ext cx="3924600" cy="13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scored 35 marks on his assessment.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Estimate his percentage score.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146"/>
          <p:cNvSpPr txBox="1"/>
          <p:nvPr/>
        </p:nvSpPr>
        <p:spPr>
          <a:xfrm>
            <a:off x="254175" y="750150"/>
            <a:ext cx="88200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 class of students took a test. The grades available were A, B, C or 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graph helps the teacher convert a score out of 65 to a grade.</a:t>
            </a:r>
            <a:endParaRPr/>
          </a:p>
        </p:txBody>
      </p:sp>
      <p:sp>
        <p:nvSpPr>
          <p:cNvPr id="2246" name="Google Shape;2246;p146"/>
          <p:cNvSpPr txBox="1"/>
          <p:nvPr/>
        </p:nvSpPr>
        <p:spPr>
          <a:xfrm>
            <a:off x="7459200" y="4444900"/>
            <a:ext cx="1559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Mark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7" name="Google Shape;2247;p146"/>
          <p:cNvSpPr txBox="1"/>
          <p:nvPr/>
        </p:nvSpPr>
        <p:spPr>
          <a:xfrm>
            <a:off x="508625" y="2918625"/>
            <a:ext cx="286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Jun scored 54% (an estimate between 50% and 60% is reasonable).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48" name="Google Shape;2248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800" y="1411200"/>
            <a:ext cx="4694399" cy="33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52" name="Shape 2252"/>
        <p:cNvGrpSpPr/>
        <p:nvPr/>
      </p:nvGrpSpPr>
      <p:grpSpPr>
        <a:xfrm>
          <a:off x="0" y="0"/>
          <a:ext cx="0" cy="0"/>
        </a:xfrm>
      </p:grpSpPr>
      <p:sp>
        <p:nvSpPr>
          <p:cNvPr id="2253" name="Google Shape;2253;p14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sp>
        <p:nvSpPr>
          <p:cNvPr id="2254" name="Google Shape;2254;p147"/>
          <p:cNvSpPr txBox="1"/>
          <p:nvPr/>
        </p:nvSpPr>
        <p:spPr>
          <a:xfrm>
            <a:off x="254175" y="1557525"/>
            <a:ext cx="3801600" cy="19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scored 35 marks on his assessment.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Estimate the minimum mark you need to get a grade. What calculation could you carry out to be more accurate?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147"/>
          <p:cNvSpPr txBox="1"/>
          <p:nvPr/>
        </p:nvSpPr>
        <p:spPr>
          <a:xfrm>
            <a:off x="254175" y="750150"/>
            <a:ext cx="88200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 class of students took a test. The grades available were A, B, C or 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graph helps the teacher convert a score out of 65 to a grade.</a:t>
            </a:r>
            <a:endParaRPr/>
          </a:p>
        </p:txBody>
      </p:sp>
      <p:sp>
        <p:nvSpPr>
          <p:cNvPr id="2256" name="Google Shape;2256;p147"/>
          <p:cNvSpPr txBox="1"/>
          <p:nvPr/>
        </p:nvSpPr>
        <p:spPr>
          <a:xfrm>
            <a:off x="425275" y="3491925"/>
            <a:ext cx="3375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 is the minimum mark needed for a grade. The calculation is 65 × 0.2 (or equivalent).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7" name="Google Shape;2257;p147"/>
          <p:cNvSpPr txBox="1"/>
          <p:nvPr/>
        </p:nvSpPr>
        <p:spPr>
          <a:xfrm>
            <a:off x="7459200" y="4444900"/>
            <a:ext cx="1559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Mark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8" name="Google Shape;2258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800" y="1411200"/>
            <a:ext cx="4694399" cy="33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62" name="Shape 2262"/>
        <p:cNvGrpSpPr/>
        <p:nvPr/>
      </p:nvGrpSpPr>
      <p:grpSpPr>
        <a:xfrm>
          <a:off x="0" y="0"/>
          <a:ext cx="0" cy="0"/>
        </a:xfrm>
      </p:grpSpPr>
      <p:cxnSp>
        <p:nvCxnSpPr>
          <p:cNvPr id="2263" name="Google Shape;2263;p148"/>
          <p:cNvCxnSpPr/>
          <p:nvPr/>
        </p:nvCxnSpPr>
        <p:spPr>
          <a:xfrm flipH="1">
            <a:off x="1587621" y="3740045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4" name="Google Shape;2264;p148"/>
          <p:cNvSpPr txBox="1"/>
          <p:nvPr>
            <p:ph type="body" idx="1"/>
          </p:nvPr>
        </p:nvSpPr>
        <p:spPr>
          <a:xfrm>
            <a:off x="324000" y="683100"/>
            <a:ext cx="8820000" cy="3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3a)  Fill in the missing information given the graph and double number line.</a:t>
            </a:r>
            <a:endParaRPr sz="1800"/>
          </a:p>
        </p:txBody>
      </p:sp>
      <p:sp>
        <p:nvSpPr>
          <p:cNvPr id="2265" name="Google Shape;2265;p1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sp>
        <p:nvSpPr>
          <p:cNvPr id="2266" name="Google Shape;2266;p148"/>
          <p:cNvSpPr txBox="1"/>
          <p:nvPr/>
        </p:nvSpPr>
        <p:spPr>
          <a:xfrm>
            <a:off x="2341062" y="4348875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180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267" name="Google Shape;2267;p148"/>
          <p:cNvGrpSpPr/>
          <p:nvPr/>
        </p:nvGrpSpPr>
        <p:grpSpPr>
          <a:xfrm>
            <a:off x="1284035" y="3466087"/>
            <a:ext cx="2675088" cy="1245396"/>
            <a:chOff x="344550" y="2159986"/>
            <a:chExt cx="3502800" cy="1689359"/>
          </a:xfrm>
        </p:grpSpPr>
        <p:grpSp>
          <p:nvGrpSpPr>
            <p:cNvPr id="2268" name="Google Shape;2268;p148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269" name="Google Shape;2269;p148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70" name="Google Shape;2270;p148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271" name="Google Shape;2271;p148"/>
            <p:cNvSpPr txBox="1"/>
            <p:nvPr/>
          </p:nvSpPr>
          <p:spPr>
            <a:xfrm>
              <a:off x="2445450" y="2574225"/>
              <a:ext cx="14019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2" name="Google Shape;2272;p148"/>
            <p:cNvSpPr txBox="1"/>
            <p:nvPr/>
          </p:nvSpPr>
          <p:spPr>
            <a:xfrm>
              <a:off x="2460186" y="3181550"/>
              <a:ext cx="13017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3" name="Google Shape;2273;p148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4" name="Google Shape;2274;p148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5" name="Google Shape;2275;p148"/>
            <p:cNvSpPr txBox="1"/>
            <p:nvPr/>
          </p:nvSpPr>
          <p:spPr>
            <a:xfrm>
              <a:off x="773777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6" name="Google Shape;2276;p148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7" name="Google Shape;2277;p148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78" name="Google Shape;2278;p148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279" name="Google Shape;2279;p148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2280" name="Google Shape;2280;p148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81" name="Google Shape;2281;p148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2" name="Google Shape;2282;p148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2283" name="Google Shape;2283;p148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84" name="Google Shape;2284;p148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5" name="Google Shape;2285;p148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286" name="Google Shape;2286;p148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87" name="Google Shape;2287;p148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2288" name="Google Shape;2288;p148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89" name="Google Shape;2289;p148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290" name="Google Shape;2290;p148"/>
          <p:cNvCxnSpPr/>
          <p:nvPr/>
        </p:nvCxnSpPr>
        <p:spPr>
          <a:xfrm flipH="1">
            <a:off x="2380743" y="3740045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1" name="Google Shape;2291;p148"/>
          <p:cNvSpPr/>
          <p:nvPr/>
        </p:nvSpPr>
        <p:spPr>
          <a:xfrm>
            <a:off x="1348500" y="3936025"/>
            <a:ext cx="1314900" cy="362700"/>
          </a:xfrm>
          <a:prstGeom prst="rect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2" name="Google Shape;2292;p148"/>
          <p:cNvCxnSpPr/>
          <p:nvPr/>
        </p:nvCxnSpPr>
        <p:spPr>
          <a:xfrm>
            <a:off x="1543925" y="3745234"/>
            <a:ext cx="962700" cy="0"/>
          </a:xfrm>
          <a:prstGeom prst="straightConnector1">
            <a:avLst/>
          </a:prstGeom>
          <a:noFill/>
          <a:ln w="38100" cap="flat" cmpd="sng">
            <a:solidFill>
              <a:srgbClr val="F3EEF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3" name="Google Shape;2293;p148"/>
          <p:cNvCxnSpPr/>
          <p:nvPr/>
        </p:nvCxnSpPr>
        <p:spPr>
          <a:xfrm>
            <a:off x="1453800" y="4477450"/>
            <a:ext cx="1225500" cy="0"/>
          </a:xfrm>
          <a:prstGeom prst="straightConnector1">
            <a:avLst/>
          </a:prstGeom>
          <a:noFill/>
          <a:ln w="38100" cap="flat" cmpd="sng">
            <a:solidFill>
              <a:srgbClr val="F3EEF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4" name="Google Shape;2294;p148"/>
          <p:cNvSpPr txBox="1"/>
          <p:nvPr/>
        </p:nvSpPr>
        <p:spPr>
          <a:xfrm>
            <a:off x="2420146" y="3424175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/>
          </a:p>
        </p:txBody>
      </p:sp>
      <p:sp>
        <p:nvSpPr>
          <p:cNvPr id="2295" name="Google Shape;2295;p148"/>
          <p:cNvSpPr txBox="1"/>
          <p:nvPr/>
        </p:nvSpPr>
        <p:spPr>
          <a:xfrm>
            <a:off x="1627385" y="3414355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endParaRPr/>
          </a:p>
        </p:txBody>
      </p:sp>
      <p:sp>
        <p:nvSpPr>
          <p:cNvPr id="2296" name="Google Shape;2296;p148"/>
          <p:cNvSpPr txBox="1"/>
          <p:nvPr/>
        </p:nvSpPr>
        <p:spPr>
          <a:xfrm>
            <a:off x="1619856" y="4358705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97" name="Google Shape;2297;p148"/>
          <p:cNvCxnSpPr/>
          <p:nvPr/>
        </p:nvCxnSpPr>
        <p:spPr>
          <a:xfrm flipH="1">
            <a:off x="5732221" y="379177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8" name="Google Shape;2298;p148"/>
          <p:cNvSpPr txBox="1"/>
          <p:nvPr/>
        </p:nvSpPr>
        <p:spPr>
          <a:xfrm>
            <a:off x="6485662" y="4400600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299" name="Google Shape;2299;p148"/>
          <p:cNvGrpSpPr/>
          <p:nvPr/>
        </p:nvGrpSpPr>
        <p:grpSpPr>
          <a:xfrm>
            <a:off x="5428635" y="3517812"/>
            <a:ext cx="2675088" cy="1245396"/>
            <a:chOff x="344550" y="2159986"/>
            <a:chExt cx="3502800" cy="1689359"/>
          </a:xfrm>
        </p:grpSpPr>
        <p:grpSp>
          <p:nvGrpSpPr>
            <p:cNvPr id="2300" name="Google Shape;2300;p148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301" name="Google Shape;2301;p148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02" name="Google Shape;2302;p148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303" name="Google Shape;2303;p148"/>
            <p:cNvSpPr txBox="1"/>
            <p:nvPr/>
          </p:nvSpPr>
          <p:spPr>
            <a:xfrm>
              <a:off x="2445450" y="2574225"/>
              <a:ext cx="14019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4" name="Google Shape;2304;p148"/>
            <p:cNvSpPr txBox="1"/>
            <p:nvPr/>
          </p:nvSpPr>
          <p:spPr>
            <a:xfrm>
              <a:off x="2460186" y="3181550"/>
              <a:ext cx="13017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5" name="Google Shape;2305;p148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6" name="Google Shape;2306;p148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7" name="Google Shape;2307;p148"/>
            <p:cNvSpPr txBox="1"/>
            <p:nvPr/>
          </p:nvSpPr>
          <p:spPr>
            <a:xfrm>
              <a:off x="773777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8" name="Google Shape;2308;p148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9" name="Google Shape;2309;p148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10" name="Google Shape;2310;p148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311" name="Google Shape;2311;p148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2312" name="Google Shape;2312;p148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13" name="Google Shape;2313;p148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4" name="Google Shape;2314;p148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2315" name="Google Shape;2315;p148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16" name="Google Shape;2316;p148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7" name="Google Shape;2317;p148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318" name="Google Shape;2318;p148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19" name="Google Shape;2319;p148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2320" name="Google Shape;2320;p148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21" name="Google Shape;2321;p148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322" name="Google Shape;2322;p148"/>
          <p:cNvCxnSpPr/>
          <p:nvPr/>
        </p:nvCxnSpPr>
        <p:spPr>
          <a:xfrm flipH="1">
            <a:off x="6525343" y="379177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3" name="Google Shape;2323;p148"/>
          <p:cNvSpPr/>
          <p:nvPr/>
        </p:nvSpPr>
        <p:spPr>
          <a:xfrm>
            <a:off x="5493100" y="3987750"/>
            <a:ext cx="1314900" cy="362700"/>
          </a:xfrm>
          <a:prstGeom prst="rect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4" name="Google Shape;2324;p148"/>
          <p:cNvCxnSpPr/>
          <p:nvPr/>
        </p:nvCxnSpPr>
        <p:spPr>
          <a:xfrm>
            <a:off x="5608800" y="3788325"/>
            <a:ext cx="962700" cy="0"/>
          </a:xfrm>
          <a:prstGeom prst="straightConnector1">
            <a:avLst/>
          </a:prstGeom>
          <a:noFill/>
          <a:ln w="38100" cap="flat" cmpd="sng">
            <a:solidFill>
              <a:srgbClr val="F3EEF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5" name="Google Shape;2325;p148"/>
          <p:cNvCxnSpPr/>
          <p:nvPr/>
        </p:nvCxnSpPr>
        <p:spPr>
          <a:xfrm>
            <a:off x="5598400" y="4529175"/>
            <a:ext cx="1225500" cy="0"/>
          </a:xfrm>
          <a:prstGeom prst="straightConnector1">
            <a:avLst/>
          </a:prstGeom>
          <a:noFill/>
          <a:ln w="38100" cap="flat" cmpd="sng">
            <a:solidFill>
              <a:srgbClr val="F3EEF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6" name="Google Shape;2326;p148"/>
          <p:cNvSpPr txBox="1"/>
          <p:nvPr/>
        </p:nvSpPr>
        <p:spPr>
          <a:xfrm>
            <a:off x="6564746" y="3475900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/>
          </a:p>
        </p:txBody>
      </p:sp>
      <p:sp>
        <p:nvSpPr>
          <p:cNvPr id="2327" name="Google Shape;2327;p148"/>
          <p:cNvSpPr txBox="1"/>
          <p:nvPr/>
        </p:nvSpPr>
        <p:spPr>
          <a:xfrm>
            <a:off x="5524647" y="3466080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/>
          </a:p>
        </p:txBody>
      </p:sp>
      <p:sp>
        <p:nvSpPr>
          <p:cNvPr id="2328" name="Google Shape;2328;p148"/>
          <p:cNvSpPr txBox="1"/>
          <p:nvPr/>
        </p:nvSpPr>
        <p:spPr>
          <a:xfrm>
            <a:off x="5474306" y="4410430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9" name="Google Shape;2329;p148"/>
          <p:cNvSpPr/>
          <p:nvPr/>
        </p:nvSpPr>
        <p:spPr>
          <a:xfrm>
            <a:off x="2456522" y="4461715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0" name="Google Shape;2330;p148"/>
          <p:cNvSpPr/>
          <p:nvPr/>
        </p:nvSpPr>
        <p:spPr>
          <a:xfrm>
            <a:off x="1684800" y="4447200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48"/>
          <p:cNvSpPr/>
          <p:nvPr/>
        </p:nvSpPr>
        <p:spPr>
          <a:xfrm>
            <a:off x="6594122" y="4461715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2" name="Google Shape;2332;p148"/>
          <p:cNvSpPr/>
          <p:nvPr/>
        </p:nvSpPr>
        <p:spPr>
          <a:xfrm>
            <a:off x="5560175" y="4461725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3" name="Google Shape;2333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625" y="1124151"/>
            <a:ext cx="7650426" cy="25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37" name="Shape 2337"/>
        <p:cNvGrpSpPr/>
        <p:nvPr/>
      </p:nvGrpSpPr>
      <p:grpSpPr>
        <a:xfrm>
          <a:off x="0" y="0"/>
          <a:ext cx="0" cy="0"/>
        </a:xfrm>
      </p:grpSpPr>
      <p:cxnSp>
        <p:nvCxnSpPr>
          <p:cNvPr id="2338" name="Google Shape;2338;p149"/>
          <p:cNvCxnSpPr/>
          <p:nvPr/>
        </p:nvCxnSpPr>
        <p:spPr>
          <a:xfrm flipH="1">
            <a:off x="1743546" y="371922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9" name="Google Shape;2339;p1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grpSp>
        <p:nvGrpSpPr>
          <p:cNvPr id="2340" name="Google Shape;2340;p149"/>
          <p:cNvGrpSpPr/>
          <p:nvPr/>
        </p:nvGrpSpPr>
        <p:grpSpPr>
          <a:xfrm>
            <a:off x="5538900" y="3454725"/>
            <a:ext cx="2839298" cy="1245396"/>
            <a:chOff x="1068645" y="1397986"/>
            <a:chExt cx="3717818" cy="1689359"/>
          </a:xfrm>
        </p:grpSpPr>
        <p:grpSp>
          <p:nvGrpSpPr>
            <p:cNvPr id="2341" name="Google Shape;2341;p149"/>
            <p:cNvGrpSpPr/>
            <p:nvPr/>
          </p:nvGrpSpPr>
          <p:grpSpPr>
            <a:xfrm>
              <a:off x="1283663" y="1397986"/>
              <a:ext cx="3502800" cy="1689359"/>
              <a:chOff x="344550" y="2159986"/>
              <a:chExt cx="3502800" cy="1689359"/>
            </a:xfrm>
          </p:grpSpPr>
          <p:grpSp>
            <p:nvGrpSpPr>
              <p:cNvPr id="2342" name="Google Shape;2342;p149"/>
              <p:cNvGrpSpPr/>
              <p:nvPr/>
            </p:nvGrpSpPr>
            <p:grpSpPr>
              <a:xfrm>
                <a:off x="1433102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43" name="Google Shape;2343;p149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344" name="Google Shape;2344;p14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45" name="Google Shape;2345;p149"/>
              <p:cNvSpPr txBox="1"/>
              <p:nvPr/>
            </p:nvSpPr>
            <p:spPr>
              <a:xfrm>
                <a:off x="2445450" y="2574225"/>
                <a:ext cx="14019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%</a:t>
                </a:r>
                <a:endParaRPr sz="19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6" name="Google Shape;2346;p149"/>
              <p:cNvSpPr txBox="1"/>
              <p:nvPr/>
            </p:nvSpPr>
            <p:spPr>
              <a:xfrm>
                <a:off x="2460186" y="3181550"/>
                <a:ext cx="13017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900">
                    <a:latin typeface="Lexend"/>
                    <a:ea typeface="Lexend"/>
                    <a:cs typeface="Lexend"/>
                    <a:sym typeface="Lexend"/>
                  </a:rPr>
                  <a:t> £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7" name="Google Shape;2347;p149"/>
              <p:cNvSpPr txBox="1"/>
              <p:nvPr/>
            </p:nvSpPr>
            <p:spPr>
              <a:xfrm>
                <a:off x="774976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8" name="Google Shape;2348;p149"/>
              <p:cNvSpPr txBox="1"/>
              <p:nvPr/>
            </p:nvSpPr>
            <p:spPr>
              <a:xfrm>
                <a:off x="1356140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49" name="Google Shape;2349;p149"/>
              <p:cNvSpPr txBox="1"/>
              <p:nvPr/>
            </p:nvSpPr>
            <p:spPr>
              <a:xfrm>
                <a:off x="773777" y="3473445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50" name="Google Shape;2350;p149"/>
              <p:cNvSpPr txBox="1"/>
              <p:nvPr/>
            </p:nvSpPr>
            <p:spPr>
              <a:xfrm>
                <a:off x="1348295" y="2159986"/>
                <a:ext cx="4722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51" name="Google Shape;2351;p149"/>
              <p:cNvSpPr txBox="1"/>
              <p:nvPr/>
            </p:nvSpPr>
            <p:spPr>
              <a:xfrm>
                <a:off x="1924278" y="2160000"/>
                <a:ext cx="4929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352" name="Google Shape;2352;p149"/>
              <p:cNvCxnSpPr/>
              <p:nvPr/>
            </p:nvCxnSpPr>
            <p:spPr>
              <a:xfrm flipH="1">
                <a:off x="397280" y="2355125"/>
                <a:ext cx="0" cy="1357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353" name="Google Shape;2353;p149"/>
              <p:cNvGrpSpPr/>
              <p:nvPr/>
            </p:nvGrpSpPr>
            <p:grpSpPr>
              <a:xfrm>
                <a:off x="856988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54" name="Google Shape;2354;p149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355" name="Google Shape;2355;p14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6" name="Google Shape;2356;p149"/>
              <p:cNvGrpSpPr/>
              <p:nvPr/>
            </p:nvGrpSpPr>
            <p:grpSpPr>
              <a:xfrm>
                <a:off x="2008903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57" name="Google Shape;2357;p149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358" name="Google Shape;2358;p14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9" name="Google Shape;2359;p149"/>
              <p:cNvGrpSpPr/>
              <p:nvPr/>
            </p:nvGrpSpPr>
            <p:grpSpPr>
              <a:xfrm>
                <a:off x="1432946" y="2533775"/>
                <a:ext cx="31897" cy="1000200"/>
                <a:chOff x="941713" y="3767150"/>
                <a:chExt cx="63300" cy="1000200"/>
              </a:xfrm>
            </p:grpSpPr>
            <p:cxnSp>
              <p:nvCxnSpPr>
                <p:cNvPr id="2360" name="Google Shape;2360;p149"/>
                <p:cNvCxnSpPr/>
                <p:nvPr/>
              </p:nvCxnSpPr>
              <p:spPr>
                <a:xfrm flipH="1"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361" name="Google Shape;2361;p149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2362" name="Google Shape;2362;p149"/>
              <p:cNvCxnSpPr/>
              <p:nvPr/>
            </p:nvCxnSpPr>
            <p:spPr>
              <a:xfrm>
                <a:off x="344550" y="2769525"/>
                <a:ext cx="2212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363" name="Google Shape;2363;p149"/>
              <p:cNvCxnSpPr/>
              <p:nvPr/>
            </p:nvCxnSpPr>
            <p:spPr>
              <a:xfrm>
                <a:off x="367935" y="3317336"/>
                <a:ext cx="2166000" cy="13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364" name="Google Shape;2364;p149"/>
            <p:cNvSpPr/>
            <p:nvPr/>
          </p:nvSpPr>
          <p:spPr>
            <a:xfrm>
              <a:off x="1068645" y="1560357"/>
              <a:ext cx="244500" cy="14589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65" name="Google Shape;2365;p149"/>
          <p:cNvSpPr/>
          <p:nvPr/>
        </p:nvSpPr>
        <p:spPr>
          <a:xfrm>
            <a:off x="5767575" y="3924650"/>
            <a:ext cx="1257300" cy="362700"/>
          </a:xfrm>
          <a:prstGeom prst="rect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6" name="Google Shape;2366;p149"/>
          <p:cNvSpPr txBox="1"/>
          <p:nvPr/>
        </p:nvSpPr>
        <p:spPr>
          <a:xfrm>
            <a:off x="5998651" y="4452550"/>
            <a:ext cx="370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7" name="Google Shape;2367;p149"/>
          <p:cNvSpPr txBox="1"/>
          <p:nvPr/>
        </p:nvSpPr>
        <p:spPr>
          <a:xfrm>
            <a:off x="5806101" y="3390000"/>
            <a:ext cx="65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33.3</a:t>
            </a:r>
            <a:endParaRPr/>
          </a:p>
        </p:txBody>
      </p:sp>
      <p:sp>
        <p:nvSpPr>
          <p:cNvPr id="2368" name="Google Shape;2368;p149"/>
          <p:cNvSpPr txBox="1"/>
          <p:nvPr/>
        </p:nvSpPr>
        <p:spPr>
          <a:xfrm>
            <a:off x="1734987" y="4328050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180</a:t>
            </a:r>
            <a:endParaRPr/>
          </a:p>
        </p:txBody>
      </p:sp>
      <p:grpSp>
        <p:nvGrpSpPr>
          <p:cNvPr id="2369" name="Google Shape;2369;p149"/>
          <p:cNvGrpSpPr/>
          <p:nvPr/>
        </p:nvGrpSpPr>
        <p:grpSpPr>
          <a:xfrm>
            <a:off x="1439960" y="3445262"/>
            <a:ext cx="2675088" cy="1245396"/>
            <a:chOff x="344550" y="2159986"/>
            <a:chExt cx="3502800" cy="1689359"/>
          </a:xfrm>
        </p:grpSpPr>
        <p:grpSp>
          <p:nvGrpSpPr>
            <p:cNvPr id="2370" name="Google Shape;2370;p149"/>
            <p:cNvGrpSpPr/>
            <p:nvPr/>
          </p:nvGrpSpPr>
          <p:grpSpPr>
            <a:xfrm>
              <a:off x="1433102" y="2533775"/>
              <a:ext cx="31897" cy="1000200"/>
              <a:chOff x="941713" y="3767150"/>
              <a:chExt cx="63300" cy="1000200"/>
            </a:xfrm>
          </p:grpSpPr>
          <p:cxnSp>
            <p:nvCxnSpPr>
              <p:cNvPr id="2371" name="Google Shape;2371;p149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72" name="Google Shape;2372;p149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373" name="Google Shape;2373;p149"/>
            <p:cNvSpPr txBox="1"/>
            <p:nvPr/>
          </p:nvSpPr>
          <p:spPr>
            <a:xfrm>
              <a:off x="2445450" y="2574225"/>
              <a:ext cx="14019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%</a:t>
              </a:r>
              <a:endParaRPr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4" name="Google Shape;2374;p149"/>
            <p:cNvSpPr txBox="1"/>
            <p:nvPr/>
          </p:nvSpPr>
          <p:spPr>
            <a:xfrm>
              <a:off x="2460186" y="3181550"/>
              <a:ext cx="13017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 £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5" name="Google Shape;2375;p149"/>
            <p:cNvSpPr txBox="1"/>
            <p:nvPr/>
          </p:nvSpPr>
          <p:spPr>
            <a:xfrm>
              <a:off x="774976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6" name="Google Shape;2376;p149"/>
            <p:cNvSpPr txBox="1"/>
            <p:nvPr/>
          </p:nvSpPr>
          <p:spPr>
            <a:xfrm>
              <a:off x="1356140" y="3473445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7" name="Google Shape;2377;p149"/>
            <p:cNvSpPr txBox="1"/>
            <p:nvPr/>
          </p:nvSpPr>
          <p:spPr>
            <a:xfrm>
              <a:off x="1348295" y="2159986"/>
              <a:ext cx="472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8" name="Google Shape;2378;p149"/>
            <p:cNvSpPr txBox="1"/>
            <p:nvPr/>
          </p:nvSpPr>
          <p:spPr>
            <a:xfrm>
              <a:off x="1924278" y="2160000"/>
              <a:ext cx="4929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79" name="Google Shape;2379;p149"/>
            <p:cNvCxnSpPr/>
            <p:nvPr/>
          </p:nvCxnSpPr>
          <p:spPr>
            <a:xfrm flipH="1">
              <a:off x="397280" y="2355125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380" name="Google Shape;2380;p149"/>
            <p:cNvGrpSpPr/>
            <p:nvPr/>
          </p:nvGrpSpPr>
          <p:grpSpPr>
            <a:xfrm>
              <a:off x="856988" y="2519701"/>
              <a:ext cx="233764" cy="1000200"/>
              <a:chOff x="941713" y="3753076"/>
              <a:chExt cx="463909" cy="1000200"/>
            </a:xfrm>
          </p:grpSpPr>
          <p:cxnSp>
            <p:nvCxnSpPr>
              <p:cNvPr id="2381" name="Google Shape;2381;p149"/>
              <p:cNvCxnSpPr/>
              <p:nvPr/>
            </p:nvCxnSpPr>
            <p:spPr>
              <a:xfrm flipH="1">
                <a:off x="1405622" y="3753076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82" name="Google Shape;2382;p149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3" name="Google Shape;2383;p149"/>
            <p:cNvGrpSpPr/>
            <p:nvPr/>
          </p:nvGrpSpPr>
          <p:grpSpPr>
            <a:xfrm>
              <a:off x="2008903" y="2533775"/>
              <a:ext cx="94704" cy="1000200"/>
              <a:chOff x="941713" y="3767150"/>
              <a:chExt cx="187942" cy="1000200"/>
            </a:xfrm>
          </p:grpSpPr>
          <p:cxnSp>
            <p:nvCxnSpPr>
              <p:cNvPr id="2384" name="Google Shape;2384;p149"/>
              <p:cNvCxnSpPr/>
              <p:nvPr/>
            </p:nvCxnSpPr>
            <p:spPr>
              <a:xfrm flipH="1">
                <a:off x="1129655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85" name="Google Shape;2385;p149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6" name="Google Shape;2386;p149"/>
            <p:cNvGrpSpPr/>
            <p:nvPr/>
          </p:nvGrpSpPr>
          <p:grpSpPr>
            <a:xfrm>
              <a:off x="1432946" y="2533775"/>
              <a:ext cx="31897" cy="1000200"/>
              <a:chOff x="941713" y="3767150"/>
              <a:chExt cx="63300" cy="1000200"/>
            </a:xfrm>
          </p:grpSpPr>
          <p:cxnSp>
            <p:nvCxnSpPr>
              <p:cNvPr id="2387" name="Google Shape;2387;p149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88" name="Google Shape;2388;p149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2389" name="Google Shape;2389;p149"/>
            <p:cNvCxnSpPr/>
            <p:nvPr/>
          </p:nvCxnSpPr>
          <p:spPr>
            <a:xfrm>
              <a:off x="344550" y="2769525"/>
              <a:ext cx="2212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90" name="Google Shape;2390;p149"/>
            <p:cNvCxnSpPr/>
            <p:nvPr/>
          </p:nvCxnSpPr>
          <p:spPr>
            <a:xfrm>
              <a:off x="367935" y="3317336"/>
              <a:ext cx="2166000" cy="13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391" name="Google Shape;2391;p149"/>
          <p:cNvSpPr/>
          <p:nvPr/>
        </p:nvSpPr>
        <p:spPr>
          <a:xfrm>
            <a:off x="5456800" y="3714238"/>
            <a:ext cx="186600" cy="1075500"/>
          </a:xfrm>
          <a:prstGeom prst="rect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2" name="Google Shape;2392;p149"/>
          <p:cNvCxnSpPr/>
          <p:nvPr/>
        </p:nvCxnSpPr>
        <p:spPr>
          <a:xfrm flipH="1">
            <a:off x="2536668" y="3719220"/>
            <a:ext cx="0" cy="737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3" name="Google Shape;2393;p149"/>
          <p:cNvSpPr/>
          <p:nvPr/>
        </p:nvSpPr>
        <p:spPr>
          <a:xfrm>
            <a:off x="1504425" y="3915200"/>
            <a:ext cx="1314900" cy="362700"/>
          </a:xfrm>
          <a:prstGeom prst="rect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4" name="Google Shape;2394;p149"/>
          <p:cNvCxnSpPr/>
          <p:nvPr/>
        </p:nvCxnSpPr>
        <p:spPr>
          <a:xfrm>
            <a:off x="1620125" y="3715775"/>
            <a:ext cx="962700" cy="0"/>
          </a:xfrm>
          <a:prstGeom prst="straightConnector1">
            <a:avLst/>
          </a:prstGeom>
          <a:noFill/>
          <a:ln w="38100" cap="flat" cmpd="sng">
            <a:solidFill>
              <a:srgbClr val="F3EEF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5" name="Google Shape;2395;p149"/>
          <p:cNvCxnSpPr/>
          <p:nvPr/>
        </p:nvCxnSpPr>
        <p:spPr>
          <a:xfrm>
            <a:off x="1609725" y="4456625"/>
            <a:ext cx="1225500" cy="0"/>
          </a:xfrm>
          <a:prstGeom prst="straightConnector1">
            <a:avLst/>
          </a:prstGeom>
          <a:noFill/>
          <a:ln w="38100" cap="flat" cmpd="sng">
            <a:solidFill>
              <a:srgbClr val="F3EEF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6" name="Google Shape;2396;p149"/>
          <p:cNvSpPr txBox="1"/>
          <p:nvPr/>
        </p:nvSpPr>
        <p:spPr>
          <a:xfrm>
            <a:off x="2576071" y="3403350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/>
          </a:p>
        </p:txBody>
      </p:sp>
      <p:sp>
        <p:nvSpPr>
          <p:cNvPr id="2397" name="Google Shape;2397;p149"/>
          <p:cNvSpPr txBox="1"/>
          <p:nvPr/>
        </p:nvSpPr>
        <p:spPr>
          <a:xfrm>
            <a:off x="6612375" y="3390000"/>
            <a:ext cx="87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/>
          </a:p>
        </p:txBody>
      </p:sp>
      <p:sp>
        <p:nvSpPr>
          <p:cNvPr id="2398" name="Google Shape;2398;p149"/>
          <p:cNvSpPr txBox="1"/>
          <p:nvPr/>
        </p:nvSpPr>
        <p:spPr>
          <a:xfrm>
            <a:off x="6724398" y="4360300"/>
            <a:ext cx="59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240</a:t>
            </a:r>
            <a:endParaRPr/>
          </a:p>
        </p:txBody>
      </p:sp>
      <p:sp>
        <p:nvSpPr>
          <p:cNvPr id="2399" name="Google Shape;2399;p149"/>
          <p:cNvSpPr txBox="1"/>
          <p:nvPr/>
        </p:nvSpPr>
        <p:spPr>
          <a:xfrm>
            <a:off x="6133559" y="3189411"/>
            <a:ext cx="344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0" name="Google Shape;2400;p149"/>
          <p:cNvSpPr txBox="1"/>
          <p:nvPr/>
        </p:nvSpPr>
        <p:spPr>
          <a:xfrm>
            <a:off x="1862325" y="3463200"/>
            <a:ext cx="34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1" name="Google Shape;2401;p149"/>
          <p:cNvSpPr txBox="1"/>
          <p:nvPr/>
        </p:nvSpPr>
        <p:spPr>
          <a:xfrm>
            <a:off x="2665739" y="4420300"/>
            <a:ext cx="49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450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2" name="Google Shape;2402;p149"/>
          <p:cNvSpPr/>
          <p:nvPr/>
        </p:nvSpPr>
        <p:spPr>
          <a:xfrm>
            <a:off x="2627822" y="4416550"/>
            <a:ext cx="4920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3" name="Google Shape;2403;p149"/>
          <p:cNvSpPr/>
          <p:nvPr/>
        </p:nvSpPr>
        <p:spPr>
          <a:xfrm>
            <a:off x="1860663" y="3451775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4" name="Google Shape;2404;p149"/>
          <p:cNvSpPr/>
          <p:nvPr/>
        </p:nvSpPr>
        <p:spPr>
          <a:xfrm>
            <a:off x="6011850" y="4448800"/>
            <a:ext cx="344100" cy="284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5" name="Google Shape;2405;p149"/>
          <p:cNvSpPr txBox="1"/>
          <p:nvPr>
            <p:ph type="body" idx="1"/>
          </p:nvPr>
        </p:nvSpPr>
        <p:spPr>
          <a:xfrm>
            <a:off x="324000" y="683100"/>
            <a:ext cx="8820000" cy="3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3b)  Fill in the missing information given the graph and double number line.</a:t>
            </a:r>
            <a:endParaRPr sz="1800"/>
          </a:p>
        </p:txBody>
      </p:sp>
      <p:pic>
        <p:nvPicPr>
          <p:cNvPr id="2406" name="Google Shape;2406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250" y="917725"/>
            <a:ext cx="4108450" cy="267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7" name="Google Shape;2407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5025" y="971638"/>
            <a:ext cx="4108450" cy="2672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8" name="Google Shape;2408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0000" y="971662"/>
            <a:ext cx="4241546" cy="26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12" name="Shape 2412"/>
        <p:cNvGrpSpPr/>
        <p:nvPr/>
      </p:nvGrpSpPr>
      <p:grpSpPr>
        <a:xfrm>
          <a:off x="0" y="0"/>
          <a:ext cx="0" cy="0"/>
        </a:xfrm>
      </p:grpSpPr>
      <p:sp>
        <p:nvSpPr>
          <p:cNvPr id="2413" name="Google Shape;2413;p15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Percentages of amounts graphically</a:t>
            </a:r>
            <a:endParaRPr/>
          </a:p>
        </p:txBody>
      </p:sp>
      <p:sp>
        <p:nvSpPr>
          <p:cNvPr id="2414" name="Google Shape;2414;p150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sp>
        <p:nvSpPr>
          <p:cNvPr id="2415" name="Google Shape;2415;p150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presented graphically</a:t>
            </a:r>
            <a:endParaRPr/>
          </a:p>
        </p:txBody>
      </p:sp>
      <p:pic>
        <p:nvPicPr>
          <p:cNvPr id="2416" name="Google Shape;2416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3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20" name="Shape 2420"/>
        <p:cNvGrpSpPr/>
        <p:nvPr/>
      </p:nvGrpSpPr>
      <p:grpSpPr>
        <a:xfrm>
          <a:off x="0" y="0"/>
          <a:ext cx="0" cy="0"/>
        </a:xfrm>
      </p:grpSpPr>
      <p:sp>
        <p:nvSpPr>
          <p:cNvPr id="2421" name="Google Shape;2421;p151"/>
          <p:cNvSpPr/>
          <p:nvPr/>
        </p:nvSpPr>
        <p:spPr>
          <a:xfrm>
            <a:off x="3588162" y="2604846"/>
            <a:ext cx="545400" cy="3369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2" name="Google Shape;2422;p151"/>
          <p:cNvSpPr txBox="1"/>
          <p:nvPr/>
        </p:nvSpPr>
        <p:spPr>
          <a:xfrm>
            <a:off x="3591901" y="2535369"/>
            <a:ext cx="58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3" name="Google Shape;2423;p151"/>
          <p:cNvSpPr/>
          <p:nvPr/>
        </p:nvSpPr>
        <p:spPr>
          <a:xfrm>
            <a:off x="359424" y="2604846"/>
            <a:ext cx="545400" cy="3369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4" name="Google Shape;2424;p1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You can use a ratio table to work with proportional relationships.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425" name="Google Shape;2425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graphicFrame>
        <p:nvGraphicFramePr>
          <p:cNvPr id="2426" name="Google Shape;2426;p151"/>
          <p:cNvGraphicFramePr>
            <a:graphicFrameLocks noGrp="1"/>
          </p:cNvGraphicFramePr>
          <p:nvPr/>
        </p:nvGraphicFramePr>
        <p:xfrm>
          <a:off x="1250850" y="185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27" name="Google Shape;2427;p151"/>
          <p:cNvSpPr/>
          <p:nvPr/>
        </p:nvSpPr>
        <p:spPr>
          <a:xfrm rot="-5400000" flipH="1">
            <a:off x="963850" y="2637739"/>
            <a:ext cx="439800" cy="3207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28" name="Google Shape;2428;p151"/>
          <p:cNvSpPr txBox="1"/>
          <p:nvPr/>
        </p:nvSpPr>
        <p:spPr>
          <a:xfrm>
            <a:off x="400200" y="2536500"/>
            <a:ext cx="58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9" name="Google Shape;2429;p151"/>
          <p:cNvSpPr/>
          <p:nvPr/>
        </p:nvSpPr>
        <p:spPr>
          <a:xfrm rot="5400000">
            <a:off x="3148039" y="2649508"/>
            <a:ext cx="439800" cy="3516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30" name="Google Shape;2430;p151"/>
          <p:cNvSpPr txBox="1"/>
          <p:nvPr/>
        </p:nvSpPr>
        <p:spPr>
          <a:xfrm>
            <a:off x="585000" y="3343200"/>
            <a:ext cx="335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multiplicative relationship is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constant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Therefore, the amount and %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are directly proportional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each other.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31" name="Google Shape;2431;p151"/>
          <p:cNvGraphicFramePr>
            <a:graphicFrameLocks noGrp="1"/>
          </p:cNvGraphicFramePr>
          <p:nvPr/>
        </p:nvGraphicFramePr>
        <p:xfrm>
          <a:off x="5831075" y="177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432" name="Google Shape;2432;p151"/>
          <p:cNvCxnSpPr/>
          <p:nvPr/>
        </p:nvCxnSpPr>
        <p:spPr>
          <a:xfrm>
            <a:off x="6574600" y="2539633"/>
            <a:ext cx="5526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3" name="Google Shape;2433;p151"/>
          <p:cNvSpPr txBox="1"/>
          <p:nvPr/>
        </p:nvSpPr>
        <p:spPr>
          <a:xfrm>
            <a:off x="6674400" y="2147461"/>
            <a:ext cx="352800" cy="2772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4" name="Google Shape;2434;p151"/>
          <p:cNvCxnSpPr/>
          <p:nvPr/>
        </p:nvCxnSpPr>
        <p:spPr>
          <a:xfrm>
            <a:off x="6574600" y="3030525"/>
            <a:ext cx="5526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5" name="Google Shape;2435;p151"/>
          <p:cNvSpPr txBox="1"/>
          <p:nvPr/>
        </p:nvSpPr>
        <p:spPr>
          <a:xfrm>
            <a:off x="6675850" y="2640075"/>
            <a:ext cx="351600" cy="2772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6" name="Google Shape;2436;p151"/>
          <p:cNvSpPr txBox="1"/>
          <p:nvPr/>
        </p:nvSpPr>
        <p:spPr>
          <a:xfrm>
            <a:off x="5183607" y="3267000"/>
            <a:ext cx="3356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also true horizontally.  For example, every £2 represents 10%.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7" name="Google Shape;2437;p151"/>
          <p:cNvSpPr/>
          <p:nvPr/>
        </p:nvSpPr>
        <p:spPr>
          <a:xfrm>
            <a:off x="6578199" y="2119372"/>
            <a:ext cx="545400" cy="3369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8" name="Google Shape;2438;p151"/>
          <p:cNvSpPr/>
          <p:nvPr/>
        </p:nvSpPr>
        <p:spPr>
          <a:xfrm>
            <a:off x="6578199" y="2611996"/>
            <a:ext cx="545400" cy="3369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42" name="Shape 2442"/>
        <p:cNvGrpSpPr/>
        <p:nvPr/>
      </p:nvGrpSpPr>
      <p:grpSpPr>
        <a:xfrm>
          <a:off x="0" y="0"/>
          <a:ext cx="0" cy="0"/>
        </a:xfrm>
      </p:grpSpPr>
      <p:sp>
        <p:nvSpPr>
          <p:cNvPr id="2443" name="Google Shape;2443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sp>
        <p:nvSpPr>
          <p:cNvPr id="2444" name="Google Shape;2444;p152"/>
          <p:cNvSpPr txBox="1"/>
          <p:nvPr/>
        </p:nvSpPr>
        <p:spPr>
          <a:xfrm>
            <a:off x="324000" y="810000"/>
            <a:ext cx="809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would you show 40% of 720 on a double number line?</a:t>
            </a:r>
            <a:endParaRPr/>
          </a:p>
        </p:txBody>
      </p:sp>
      <p:sp>
        <p:nvSpPr>
          <p:cNvPr id="2445" name="Google Shape;2445;p152"/>
          <p:cNvSpPr txBox="1"/>
          <p:nvPr/>
        </p:nvSpPr>
        <p:spPr>
          <a:xfrm>
            <a:off x="2999168" y="4035725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288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6" name="Google Shape;2446;p152"/>
          <p:cNvSpPr txBox="1"/>
          <p:nvPr/>
        </p:nvSpPr>
        <p:spPr>
          <a:xfrm>
            <a:off x="2908655" y="3037263"/>
            <a:ext cx="821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47" name="Google Shape;2447;p152"/>
          <p:cNvGrpSpPr/>
          <p:nvPr/>
        </p:nvGrpSpPr>
        <p:grpSpPr>
          <a:xfrm>
            <a:off x="1482225" y="2661738"/>
            <a:ext cx="1566900" cy="1959600"/>
            <a:chOff x="1482225" y="2661738"/>
            <a:chExt cx="1566900" cy="1959600"/>
          </a:xfrm>
        </p:grpSpPr>
        <p:sp>
          <p:nvSpPr>
            <p:cNvPr id="2448" name="Google Shape;2448;p152"/>
            <p:cNvSpPr/>
            <p:nvPr/>
          </p:nvSpPr>
          <p:spPr>
            <a:xfrm>
              <a:off x="1482225" y="2913823"/>
              <a:ext cx="1566900" cy="277200"/>
            </a:xfrm>
            <a:prstGeom prst="arc">
              <a:avLst>
                <a:gd name="adj1" fmla="val 10729459"/>
                <a:gd name="adj2" fmla="val 194289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449" name="Google Shape;2449;p152"/>
            <p:cNvSpPr/>
            <p:nvPr/>
          </p:nvSpPr>
          <p:spPr>
            <a:xfrm rot="10800000" flipH="1">
              <a:off x="1482225" y="4220922"/>
              <a:ext cx="1566900" cy="177600"/>
            </a:xfrm>
            <a:prstGeom prst="arc">
              <a:avLst>
                <a:gd name="adj1" fmla="val 10729459"/>
                <a:gd name="adj2" fmla="val 194289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450" name="Google Shape;2450;p152"/>
            <p:cNvSpPr txBox="1"/>
            <p:nvPr/>
          </p:nvSpPr>
          <p:spPr>
            <a:xfrm>
              <a:off x="2053652" y="2661738"/>
              <a:ext cx="821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1" name="Google Shape;2451;p152"/>
            <p:cNvSpPr txBox="1"/>
            <p:nvPr/>
          </p:nvSpPr>
          <p:spPr>
            <a:xfrm>
              <a:off x="2052000" y="4344138"/>
              <a:ext cx="821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52" name="Google Shape;2452;p152"/>
          <p:cNvGrpSpPr/>
          <p:nvPr/>
        </p:nvGrpSpPr>
        <p:grpSpPr>
          <a:xfrm>
            <a:off x="478779" y="3037263"/>
            <a:ext cx="9102891" cy="1275663"/>
            <a:chOff x="478779" y="3037263"/>
            <a:chExt cx="9102891" cy="1275663"/>
          </a:xfrm>
        </p:grpSpPr>
        <p:sp>
          <p:nvSpPr>
            <p:cNvPr id="2453" name="Google Shape;2453;p152"/>
            <p:cNvSpPr txBox="1"/>
            <p:nvPr/>
          </p:nvSpPr>
          <p:spPr>
            <a:xfrm>
              <a:off x="6312689" y="4035725"/>
              <a:ext cx="531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720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4" name="Google Shape;2454;p152"/>
            <p:cNvSpPr txBox="1"/>
            <p:nvPr/>
          </p:nvSpPr>
          <p:spPr>
            <a:xfrm>
              <a:off x="6222177" y="3037263"/>
              <a:ext cx="821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100%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455" name="Google Shape;2455;p152"/>
            <p:cNvGrpSpPr/>
            <p:nvPr/>
          </p:nvGrpSpPr>
          <p:grpSpPr>
            <a:xfrm>
              <a:off x="478779" y="3206637"/>
              <a:ext cx="9102891" cy="1014300"/>
              <a:chOff x="478779" y="3206637"/>
              <a:chExt cx="9102891" cy="1014300"/>
            </a:xfrm>
          </p:grpSpPr>
          <p:grpSp>
            <p:nvGrpSpPr>
              <p:cNvPr id="2456" name="Google Shape;2456;p152"/>
              <p:cNvGrpSpPr/>
              <p:nvPr/>
            </p:nvGrpSpPr>
            <p:grpSpPr>
              <a:xfrm>
                <a:off x="913247" y="3260203"/>
                <a:ext cx="8668422" cy="868664"/>
                <a:chOff x="745060" y="3293578"/>
                <a:chExt cx="8668422" cy="868664"/>
              </a:xfrm>
            </p:grpSpPr>
            <p:sp>
              <p:nvSpPr>
                <p:cNvPr id="2457" name="Google Shape;2457;p152"/>
                <p:cNvSpPr txBox="1"/>
                <p:nvPr/>
              </p:nvSpPr>
              <p:spPr>
                <a:xfrm>
                  <a:off x="7292782" y="3339679"/>
                  <a:ext cx="21207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2200">
                      <a:latin typeface="Lexend"/>
                      <a:ea typeface="Lexend"/>
                      <a:cs typeface="Lexend"/>
                      <a:sym typeface="Lexend"/>
                    </a:rPr>
                    <a:t>Percentage</a:t>
                  </a:r>
                  <a:endParaRPr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458" name="Google Shape;2458;p152"/>
                <p:cNvSpPr txBox="1"/>
                <p:nvPr/>
              </p:nvSpPr>
              <p:spPr>
                <a:xfrm>
                  <a:off x="7292772" y="3777530"/>
                  <a:ext cx="18426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2200">
                      <a:latin typeface="Lexend"/>
                      <a:ea typeface="Lexend"/>
                      <a:cs typeface="Lexend"/>
                      <a:sym typeface="Lexend"/>
                    </a:rPr>
                    <a:t>Amount</a:t>
                  </a:r>
                  <a:endParaRPr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2459" name="Google Shape;2459;p152"/>
                <p:cNvGrpSpPr/>
                <p:nvPr/>
              </p:nvGrpSpPr>
              <p:grpSpPr>
                <a:xfrm>
                  <a:off x="745060" y="3293578"/>
                  <a:ext cx="6406901" cy="868664"/>
                  <a:chOff x="2621369" y="2760450"/>
                  <a:chExt cx="4093082" cy="1357500"/>
                </a:xfrm>
              </p:grpSpPr>
              <p:grpSp>
                <p:nvGrpSpPr>
                  <p:cNvPr id="2460" name="Google Shape;2460;p152"/>
                  <p:cNvGrpSpPr/>
                  <p:nvPr/>
                </p:nvGrpSpPr>
                <p:grpSpPr>
                  <a:xfrm>
                    <a:off x="2621369" y="2760450"/>
                    <a:ext cx="4093082" cy="1357500"/>
                    <a:chOff x="441900" y="3572013"/>
                    <a:chExt cx="3074500" cy="1357500"/>
                  </a:xfrm>
                </p:grpSpPr>
                <p:cxnSp>
                  <p:nvCxnSpPr>
                    <p:cNvPr id="2461" name="Google Shape;2461;p152"/>
                    <p:cNvCxnSpPr/>
                    <p:nvPr/>
                  </p:nvCxnSpPr>
                  <p:spPr>
                    <a:xfrm flipH="1">
                      <a:off x="441900" y="3572013"/>
                      <a:ext cx="0" cy="1357500"/>
                    </a:xfrm>
                    <a:prstGeom prst="straightConnector1">
                      <a:avLst/>
                    </a:prstGeom>
                    <a:noFill/>
                    <a:ln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2462" name="Google Shape;2462;p152"/>
                    <p:cNvCxnSpPr/>
                    <p:nvPr/>
                  </p:nvCxnSpPr>
                  <p:spPr>
                    <a:xfrm>
                      <a:off x="455200" y="3950800"/>
                      <a:ext cx="3061200" cy="0"/>
                    </a:xfrm>
                    <a:prstGeom prst="straightConnector1">
                      <a:avLst/>
                    </a:prstGeom>
                    <a:noFill/>
                    <a:ln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>
                  </p:spPr>
                </p:cxnSp>
                <p:cxnSp>
                  <p:nvCxnSpPr>
                    <p:cNvPr id="2463" name="Google Shape;2463;p152"/>
                    <p:cNvCxnSpPr/>
                    <p:nvPr/>
                  </p:nvCxnSpPr>
                  <p:spPr>
                    <a:xfrm>
                      <a:off x="455200" y="4555638"/>
                      <a:ext cx="3061200" cy="0"/>
                    </a:xfrm>
                    <a:prstGeom prst="straightConnector1">
                      <a:avLst/>
                    </a:prstGeom>
                    <a:noFill/>
                    <a:ln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>
                  </p:spPr>
                </p:cxnSp>
              </p:grpSp>
              <p:sp>
                <p:nvSpPr>
                  <p:cNvPr id="2464" name="Google Shape;2464;p152"/>
                  <p:cNvSpPr/>
                  <p:nvPr/>
                </p:nvSpPr>
                <p:spPr>
                  <a:xfrm>
                    <a:off x="3806988" y="3165300"/>
                    <a:ext cx="63300" cy="552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5" name="Google Shape;2465;p152"/>
                  <p:cNvSpPr/>
                  <p:nvPr/>
                </p:nvSpPr>
                <p:spPr>
                  <a:xfrm>
                    <a:off x="6092988" y="3165300"/>
                    <a:ext cx="63300" cy="552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6" name="Google Shape;2466;p152"/>
                  <p:cNvSpPr/>
                  <p:nvPr/>
                </p:nvSpPr>
                <p:spPr>
                  <a:xfrm>
                    <a:off x="4949988" y="3165300"/>
                    <a:ext cx="63300" cy="5526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cxnSp>
              <p:nvCxnSpPr>
                <p:cNvPr id="2467" name="Google Shape;2467;p152"/>
                <p:cNvCxnSpPr/>
                <p:nvPr/>
              </p:nvCxnSpPr>
              <p:spPr>
                <a:xfrm flipH="1">
                  <a:off x="749876" y="3404677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68" name="Google Shape;2468;p152"/>
                <p:cNvCxnSpPr/>
                <p:nvPr/>
              </p:nvCxnSpPr>
              <p:spPr>
                <a:xfrm flipH="1">
                  <a:off x="3525601" y="3404677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69" name="Google Shape;2469;p152"/>
                <p:cNvCxnSpPr/>
                <p:nvPr/>
              </p:nvCxnSpPr>
              <p:spPr>
                <a:xfrm flipH="1">
                  <a:off x="1305021" y="3404677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70" name="Google Shape;2470;p152"/>
                <p:cNvCxnSpPr/>
                <p:nvPr/>
              </p:nvCxnSpPr>
              <p:spPr>
                <a:xfrm flipH="1">
                  <a:off x="1860166" y="3404677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71" name="Google Shape;2471;p152"/>
                <p:cNvCxnSpPr/>
                <p:nvPr/>
              </p:nvCxnSpPr>
              <p:spPr>
                <a:xfrm flipH="1">
                  <a:off x="2415311" y="3404677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72" name="Google Shape;2472;p152"/>
                <p:cNvCxnSpPr/>
                <p:nvPr/>
              </p:nvCxnSpPr>
              <p:spPr>
                <a:xfrm flipH="1">
                  <a:off x="2970456" y="3404677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73" name="Google Shape;2473;p152"/>
                <p:cNvCxnSpPr/>
                <p:nvPr/>
              </p:nvCxnSpPr>
              <p:spPr>
                <a:xfrm flipH="1">
                  <a:off x="3525601" y="3404677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74" name="Google Shape;2474;p152"/>
                <p:cNvCxnSpPr/>
                <p:nvPr/>
              </p:nvCxnSpPr>
              <p:spPr>
                <a:xfrm flipH="1">
                  <a:off x="6301326" y="3404677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75" name="Google Shape;2475;p152"/>
                <p:cNvCxnSpPr/>
                <p:nvPr/>
              </p:nvCxnSpPr>
              <p:spPr>
                <a:xfrm flipH="1">
                  <a:off x="4080746" y="3404677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76" name="Google Shape;2476;p152"/>
                <p:cNvCxnSpPr/>
                <p:nvPr/>
              </p:nvCxnSpPr>
              <p:spPr>
                <a:xfrm flipH="1">
                  <a:off x="4635891" y="3404677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77" name="Google Shape;2477;p152"/>
                <p:cNvCxnSpPr/>
                <p:nvPr/>
              </p:nvCxnSpPr>
              <p:spPr>
                <a:xfrm flipH="1">
                  <a:off x="5191036" y="3404677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78" name="Google Shape;2478;p152"/>
                <p:cNvCxnSpPr/>
                <p:nvPr/>
              </p:nvCxnSpPr>
              <p:spPr>
                <a:xfrm flipH="1">
                  <a:off x="5746181" y="3404677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79" name="Google Shape;2479;p152"/>
                <p:cNvCxnSpPr/>
                <p:nvPr/>
              </p:nvCxnSpPr>
              <p:spPr>
                <a:xfrm flipH="1">
                  <a:off x="1303120" y="3788984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0" name="Google Shape;2480;p152"/>
                <p:cNvCxnSpPr/>
                <p:nvPr/>
              </p:nvCxnSpPr>
              <p:spPr>
                <a:xfrm flipH="1">
                  <a:off x="4078845" y="3788984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1" name="Google Shape;2481;p152"/>
                <p:cNvCxnSpPr/>
                <p:nvPr/>
              </p:nvCxnSpPr>
              <p:spPr>
                <a:xfrm flipH="1">
                  <a:off x="1858265" y="3788984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2" name="Google Shape;2482;p152"/>
                <p:cNvCxnSpPr/>
                <p:nvPr/>
              </p:nvCxnSpPr>
              <p:spPr>
                <a:xfrm flipH="1">
                  <a:off x="2413410" y="3788984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3" name="Google Shape;2483;p152"/>
                <p:cNvCxnSpPr/>
                <p:nvPr/>
              </p:nvCxnSpPr>
              <p:spPr>
                <a:xfrm flipH="1">
                  <a:off x="2968555" y="3788984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4" name="Google Shape;2484;p152"/>
                <p:cNvCxnSpPr/>
                <p:nvPr/>
              </p:nvCxnSpPr>
              <p:spPr>
                <a:xfrm flipH="1">
                  <a:off x="3523700" y="3788984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5" name="Google Shape;2485;p152"/>
                <p:cNvCxnSpPr/>
                <p:nvPr/>
              </p:nvCxnSpPr>
              <p:spPr>
                <a:xfrm flipH="1">
                  <a:off x="3522842" y="3788984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6" name="Google Shape;2486;p152"/>
                <p:cNvCxnSpPr/>
                <p:nvPr/>
              </p:nvCxnSpPr>
              <p:spPr>
                <a:xfrm flipH="1">
                  <a:off x="6298567" y="3788984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7" name="Google Shape;2487;p152"/>
                <p:cNvCxnSpPr/>
                <p:nvPr/>
              </p:nvCxnSpPr>
              <p:spPr>
                <a:xfrm flipH="1">
                  <a:off x="4077987" y="3788984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8" name="Google Shape;2488;p152"/>
                <p:cNvCxnSpPr/>
                <p:nvPr/>
              </p:nvCxnSpPr>
              <p:spPr>
                <a:xfrm flipH="1">
                  <a:off x="4633132" y="3788984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9" name="Google Shape;2489;p152"/>
                <p:cNvCxnSpPr/>
                <p:nvPr/>
              </p:nvCxnSpPr>
              <p:spPr>
                <a:xfrm flipH="1">
                  <a:off x="5188277" y="3788984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90" name="Google Shape;2490;p152"/>
                <p:cNvCxnSpPr/>
                <p:nvPr/>
              </p:nvCxnSpPr>
              <p:spPr>
                <a:xfrm flipH="1">
                  <a:off x="5743422" y="3788984"/>
                  <a:ext cx="0" cy="285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491" name="Google Shape;2491;p152"/>
                <p:cNvSpPr/>
                <p:nvPr/>
              </p:nvSpPr>
              <p:spPr>
                <a:xfrm>
                  <a:off x="770000" y="3560250"/>
                  <a:ext cx="6119700" cy="3387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2492" name="Google Shape;2492;p152"/>
              <p:cNvSpPr txBox="1"/>
              <p:nvPr/>
            </p:nvSpPr>
            <p:spPr>
              <a:xfrm>
                <a:off x="478779" y="3206637"/>
                <a:ext cx="591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0%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93" name="Google Shape;2493;p152"/>
              <p:cNvSpPr txBox="1"/>
              <p:nvPr/>
            </p:nvSpPr>
            <p:spPr>
              <a:xfrm>
                <a:off x="478779" y="3882237"/>
                <a:ext cx="591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494" name="Google Shape;2494;p152"/>
          <p:cNvGrpSpPr/>
          <p:nvPr/>
        </p:nvGrpSpPr>
        <p:grpSpPr>
          <a:xfrm>
            <a:off x="1232255" y="3037263"/>
            <a:ext cx="821400" cy="1275663"/>
            <a:chOff x="1232255" y="3037263"/>
            <a:chExt cx="821400" cy="1275663"/>
          </a:xfrm>
        </p:grpSpPr>
        <p:sp>
          <p:nvSpPr>
            <p:cNvPr id="2495" name="Google Shape;2495;p152"/>
            <p:cNvSpPr txBox="1"/>
            <p:nvPr/>
          </p:nvSpPr>
          <p:spPr>
            <a:xfrm>
              <a:off x="1322768" y="4035725"/>
              <a:ext cx="531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6" name="Google Shape;2496;p152"/>
            <p:cNvSpPr txBox="1"/>
            <p:nvPr/>
          </p:nvSpPr>
          <p:spPr>
            <a:xfrm>
              <a:off x="1232255" y="3037263"/>
              <a:ext cx="821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10%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00" name="Shape 2500"/>
        <p:cNvGrpSpPr/>
        <p:nvPr/>
      </p:nvGrpSpPr>
      <p:grpSpPr>
        <a:xfrm>
          <a:off x="0" y="0"/>
          <a:ext cx="0" cy="0"/>
        </a:xfrm>
      </p:grpSpPr>
      <p:sp>
        <p:nvSpPr>
          <p:cNvPr id="2501" name="Google Shape;2501;p153"/>
          <p:cNvSpPr txBox="1"/>
          <p:nvPr>
            <p:ph type="body" idx="1"/>
          </p:nvPr>
        </p:nvSpPr>
        <p:spPr>
          <a:xfrm>
            <a:off x="265150" y="759300"/>
            <a:ext cx="8237700" cy="40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This could be shown in a ratio table.</a:t>
            </a:r>
            <a:endParaRPr/>
          </a:p>
        </p:txBody>
      </p:sp>
      <p:sp>
        <p:nvSpPr>
          <p:cNvPr id="2502" name="Google Shape;2502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graphicFrame>
        <p:nvGraphicFramePr>
          <p:cNvPr id="2503" name="Google Shape;2503;p153"/>
          <p:cNvGraphicFramePr>
            <a:graphicFrameLocks noGrp="1"/>
          </p:cNvGraphicFramePr>
          <p:nvPr/>
        </p:nvGraphicFramePr>
        <p:xfrm>
          <a:off x="3298725" y="112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504" name="Google Shape;2504;p153"/>
          <p:cNvGrpSpPr/>
          <p:nvPr/>
        </p:nvGrpSpPr>
        <p:grpSpPr>
          <a:xfrm>
            <a:off x="913247" y="3260203"/>
            <a:ext cx="8668422" cy="868664"/>
            <a:chOff x="745060" y="3293578"/>
            <a:chExt cx="8668422" cy="868664"/>
          </a:xfrm>
        </p:grpSpPr>
        <p:sp>
          <p:nvSpPr>
            <p:cNvPr id="2505" name="Google Shape;2505;p153"/>
            <p:cNvSpPr txBox="1"/>
            <p:nvPr/>
          </p:nvSpPr>
          <p:spPr>
            <a:xfrm>
              <a:off x="7292782" y="3339679"/>
              <a:ext cx="212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6" name="Google Shape;2506;p153"/>
            <p:cNvSpPr txBox="1"/>
            <p:nvPr/>
          </p:nvSpPr>
          <p:spPr>
            <a:xfrm>
              <a:off x="7292772" y="3777530"/>
              <a:ext cx="184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507" name="Google Shape;2507;p153"/>
            <p:cNvGrpSpPr/>
            <p:nvPr/>
          </p:nvGrpSpPr>
          <p:grpSpPr>
            <a:xfrm>
              <a:off x="745060" y="3293578"/>
              <a:ext cx="6406901" cy="868664"/>
              <a:chOff x="2621369" y="2760450"/>
              <a:chExt cx="4093082" cy="1357500"/>
            </a:xfrm>
          </p:grpSpPr>
          <p:grpSp>
            <p:nvGrpSpPr>
              <p:cNvPr id="2508" name="Google Shape;2508;p153"/>
              <p:cNvGrpSpPr/>
              <p:nvPr/>
            </p:nvGrpSpPr>
            <p:grpSpPr>
              <a:xfrm>
                <a:off x="2621369" y="2760450"/>
                <a:ext cx="4093082" cy="1357500"/>
                <a:chOff x="441900" y="3572013"/>
                <a:chExt cx="3074500" cy="1357500"/>
              </a:xfrm>
            </p:grpSpPr>
            <p:cxnSp>
              <p:nvCxnSpPr>
                <p:cNvPr id="2509" name="Google Shape;2509;p153"/>
                <p:cNvCxnSpPr/>
                <p:nvPr/>
              </p:nvCxnSpPr>
              <p:spPr>
                <a:xfrm flipH="1"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10" name="Google Shape;2510;p153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511" name="Google Shape;2511;p153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2512" name="Google Shape;2512;p153"/>
              <p:cNvSpPr/>
              <p:nvPr/>
            </p:nvSpPr>
            <p:spPr>
              <a:xfrm>
                <a:off x="3806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153"/>
              <p:cNvSpPr/>
              <p:nvPr/>
            </p:nvSpPr>
            <p:spPr>
              <a:xfrm>
                <a:off x="6092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153"/>
              <p:cNvSpPr/>
              <p:nvPr/>
            </p:nvSpPr>
            <p:spPr>
              <a:xfrm>
                <a:off x="4949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cxnSp>
          <p:nvCxnSpPr>
            <p:cNvPr id="2515" name="Google Shape;2515;p153"/>
            <p:cNvCxnSpPr/>
            <p:nvPr/>
          </p:nvCxnSpPr>
          <p:spPr>
            <a:xfrm flipH="1">
              <a:off x="749876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6" name="Google Shape;2516;p153"/>
            <p:cNvCxnSpPr/>
            <p:nvPr/>
          </p:nvCxnSpPr>
          <p:spPr>
            <a:xfrm flipH="1">
              <a:off x="3525601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7" name="Google Shape;2517;p153"/>
            <p:cNvCxnSpPr/>
            <p:nvPr/>
          </p:nvCxnSpPr>
          <p:spPr>
            <a:xfrm flipH="1">
              <a:off x="1305021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8" name="Google Shape;2518;p153"/>
            <p:cNvCxnSpPr/>
            <p:nvPr/>
          </p:nvCxnSpPr>
          <p:spPr>
            <a:xfrm flipH="1">
              <a:off x="1860166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9" name="Google Shape;2519;p153"/>
            <p:cNvCxnSpPr/>
            <p:nvPr/>
          </p:nvCxnSpPr>
          <p:spPr>
            <a:xfrm flipH="1">
              <a:off x="2415311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0" name="Google Shape;2520;p153"/>
            <p:cNvCxnSpPr/>
            <p:nvPr/>
          </p:nvCxnSpPr>
          <p:spPr>
            <a:xfrm flipH="1">
              <a:off x="2970456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1" name="Google Shape;2521;p153"/>
            <p:cNvCxnSpPr/>
            <p:nvPr/>
          </p:nvCxnSpPr>
          <p:spPr>
            <a:xfrm flipH="1">
              <a:off x="3525601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2" name="Google Shape;2522;p153"/>
            <p:cNvCxnSpPr/>
            <p:nvPr/>
          </p:nvCxnSpPr>
          <p:spPr>
            <a:xfrm flipH="1">
              <a:off x="6301326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3" name="Google Shape;2523;p153"/>
            <p:cNvCxnSpPr/>
            <p:nvPr/>
          </p:nvCxnSpPr>
          <p:spPr>
            <a:xfrm flipH="1">
              <a:off x="4080746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4" name="Google Shape;2524;p153"/>
            <p:cNvCxnSpPr/>
            <p:nvPr/>
          </p:nvCxnSpPr>
          <p:spPr>
            <a:xfrm flipH="1">
              <a:off x="4635891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5" name="Google Shape;2525;p153"/>
            <p:cNvCxnSpPr/>
            <p:nvPr/>
          </p:nvCxnSpPr>
          <p:spPr>
            <a:xfrm flipH="1">
              <a:off x="5191036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6" name="Google Shape;2526;p153"/>
            <p:cNvCxnSpPr/>
            <p:nvPr/>
          </p:nvCxnSpPr>
          <p:spPr>
            <a:xfrm flipH="1">
              <a:off x="5746181" y="3404677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7" name="Google Shape;2527;p153"/>
            <p:cNvCxnSpPr/>
            <p:nvPr/>
          </p:nvCxnSpPr>
          <p:spPr>
            <a:xfrm flipH="1">
              <a:off x="1303120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8" name="Google Shape;2528;p153"/>
            <p:cNvCxnSpPr/>
            <p:nvPr/>
          </p:nvCxnSpPr>
          <p:spPr>
            <a:xfrm flipH="1">
              <a:off x="4078845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9" name="Google Shape;2529;p153"/>
            <p:cNvCxnSpPr/>
            <p:nvPr/>
          </p:nvCxnSpPr>
          <p:spPr>
            <a:xfrm flipH="1">
              <a:off x="1858265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0" name="Google Shape;2530;p153"/>
            <p:cNvCxnSpPr/>
            <p:nvPr/>
          </p:nvCxnSpPr>
          <p:spPr>
            <a:xfrm flipH="1">
              <a:off x="2413410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1" name="Google Shape;2531;p153"/>
            <p:cNvCxnSpPr/>
            <p:nvPr/>
          </p:nvCxnSpPr>
          <p:spPr>
            <a:xfrm flipH="1">
              <a:off x="2968555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2" name="Google Shape;2532;p153"/>
            <p:cNvCxnSpPr/>
            <p:nvPr/>
          </p:nvCxnSpPr>
          <p:spPr>
            <a:xfrm flipH="1">
              <a:off x="3523700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3" name="Google Shape;2533;p153"/>
            <p:cNvCxnSpPr/>
            <p:nvPr/>
          </p:nvCxnSpPr>
          <p:spPr>
            <a:xfrm flipH="1">
              <a:off x="3522842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4" name="Google Shape;2534;p153"/>
            <p:cNvCxnSpPr/>
            <p:nvPr/>
          </p:nvCxnSpPr>
          <p:spPr>
            <a:xfrm flipH="1">
              <a:off x="6298567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5" name="Google Shape;2535;p153"/>
            <p:cNvCxnSpPr/>
            <p:nvPr/>
          </p:nvCxnSpPr>
          <p:spPr>
            <a:xfrm flipH="1">
              <a:off x="4077987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6" name="Google Shape;2536;p153"/>
            <p:cNvCxnSpPr/>
            <p:nvPr/>
          </p:nvCxnSpPr>
          <p:spPr>
            <a:xfrm flipH="1">
              <a:off x="4633132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7" name="Google Shape;2537;p153"/>
            <p:cNvCxnSpPr/>
            <p:nvPr/>
          </p:nvCxnSpPr>
          <p:spPr>
            <a:xfrm flipH="1">
              <a:off x="5188277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8" name="Google Shape;2538;p153"/>
            <p:cNvCxnSpPr/>
            <p:nvPr/>
          </p:nvCxnSpPr>
          <p:spPr>
            <a:xfrm flipH="1">
              <a:off x="5743422" y="3788984"/>
              <a:ext cx="0" cy="285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39" name="Google Shape;2539;p153"/>
            <p:cNvSpPr/>
            <p:nvPr/>
          </p:nvSpPr>
          <p:spPr>
            <a:xfrm>
              <a:off x="770000" y="3560250"/>
              <a:ext cx="6119700" cy="338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40" name="Google Shape;2540;p153"/>
          <p:cNvSpPr txBox="1"/>
          <p:nvPr/>
        </p:nvSpPr>
        <p:spPr>
          <a:xfrm>
            <a:off x="6312689" y="4035725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1" name="Google Shape;2541;p153"/>
          <p:cNvSpPr txBox="1"/>
          <p:nvPr/>
        </p:nvSpPr>
        <p:spPr>
          <a:xfrm>
            <a:off x="478779" y="3206637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2" name="Google Shape;2542;p153"/>
          <p:cNvSpPr txBox="1"/>
          <p:nvPr/>
        </p:nvSpPr>
        <p:spPr>
          <a:xfrm>
            <a:off x="6222177" y="3037263"/>
            <a:ext cx="821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3" name="Google Shape;2543;p153"/>
          <p:cNvSpPr txBox="1"/>
          <p:nvPr/>
        </p:nvSpPr>
        <p:spPr>
          <a:xfrm>
            <a:off x="478779" y="3882237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4" name="Google Shape;2544;p153"/>
          <p:cNvSpPr txBox="1"/>
          <p:nvPr/>
        </p:nvSpPr>
        <p:spPr>
          <a:xfrm>
            <a:off x="1322768" y="4035725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5" name="Google Shape;2545;p153"/>
          <p:cNvSpPr txBox="1"/>
          <p:nvPr/>
        </p:nvSpPr>
        <p:spPr>
          <a:xfrm>
            <a:off x="1232255" y="3037263"/>
            <a:ext cx="821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6" name="Google Shape;2546;p153"/>
          <p:cNvSpPr txBox="1"/>
          <p:nvPr/>
        </p:nvSpPr>
        <p:spPr>
          <a:xfrm>
            <a:off x="2999168" y="4035725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288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7" name="Google Shape;2547;p153"/>
          <p:cNvSpPr txBox="1"/>
          <p:nvPr/>
        </p:nvSpPr>
        <p:spPr>
          <a:xfrm>
            <a:off x="2908655" y="3037263"/>
            <a:ext cx="821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8" name="Google Shape;2548;p153"/>
          <p:cNvSpPr/>
          <p:nvPr/>
        </p:nvSpPr>
        <p:spPr>
          <a:xfrm>
            <a:off x="1482225" y="2913823"/>
            <a:ext cx="1566900" cy="277200"/>
          </a:xfrm>
          <a:prstGeom prst="arc">
            <a:avLst>
              <a:gd name="adj1" fmla="val 10729459"/>
              <a:gd name="adj2" fmla="val 194289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49" name="Google Shape;2549;p153"/>
          <p:cNvSpPr/>
          <p:nvPr/>
        </p:nvSpPr>
        <p:spPr>
          <a:xfrm rot="10800000" flipH="1">
            <a:off x="1482225" y="4220922"/>
            <a:ext cx="1566900" cy="177600"/>
          </a:xfrm>
          <a:prstGeom prst="arc">
            <a:avLst>
              <a:gd name="adj1" fmla="val 10729459"/>
              <a:gd name="adj2" fmla="val 194289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50" name="Google Shape;2550;p153"/>
          <p:cNvSpPr txBox="1"/>
          <p:nvPr/>
        </p:nvSpPr>
        <p:spPr>
          <a:xfrm>
            <a:off x="2053652" y="2661738"/>
            <a:ext cx="821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1" name="Google Shape;2551;p153"/>
          <p:cNvSpPr txBox="1"/>
          <p:nvPr/>
        </p:nvSpPr>
        <p:spPr>
          <a:xfrm>
            <a:off x="2052000" y="4344138"/>
            <a:ext cx="821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52" name="Google Shape;2552;p153"/>
          <p:cNvGraphicFramePr>
            <a:graphicFrameLocks noGrp="1"/>
          </p:cNvGraphicFramePr>
          <p:nvPr/>
        </p:nvGraphicFramePr>
        <p:xfrm>
          <a:off x="3298725" y="199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53" name="Google Shape;2553;p153"/>
          <p:cNvSpPr/>
          <p:nvPr/>
        </p:nvSpPr>
        <p:spPr>
          <a:xfrm>
            <a:off x="427275" y="1544763"/>
            <a:ext cx="1757700" cy="69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shows the 100%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4" name="Google Shape;2554;p153"/>
          <p:cNvSpPr/>
          <p:nvPr/>
        </p:nvSpPr>
        <p:spPr>
          <a:xfrm>
            <a:off x="6051675" y="2945885"/>
            <a:ext cx="915600" cy="1497300"/>
          </a:xfrm>
          <a:prstGeom prst="ellipse">
            <a:avLst/>
          </a:prstGeom>
          <a:noFill/>
          <a:ln w="9525" cap="flat" cmpd="sng">
            <a:solidFill>
              <a:srgbClr val="0000F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55" name="Google Shape;2555;p153"/>
          <p:cNvGrpSpPr/>
          <p:nvPr/>
        </p:nvGrpSpPr>
        <p:grpSpPr>
          <a:xfrm>
            <a:off x="427275" y="1692198"/>
            <a:ext cx="5947300" cy="2718937"/>
            <a:chOff x="427275" y="1692198"/>
            <a:chExt cx="5947300" cy="2718937"/>
          </a:xfrm>
        </p:grpSpPr>
        <p:sp>
          <p:nvSpPr>
            <p:cNvPr id="2556" name="Google Shape;2556;p153"/>
            <p:cNvSpPr/>
            <p:nvPr/>
          </p:nvSpPr>
          <p:spPr>
            <a:xfrm>
              <a:off x="980075" y="2913835"/>
              <a:ext cx="915600" cy="1497300"/>
            </a:xfrm>
            <a:prstGeom prst="ellipse">
              <a:avLst/>
            </a:prstGeom>
            <a:noFill/>
            <a:ln w="9525" cap="flat" cmpd="sng">
              <a:solidFill>
                <a:srgbClr val="0000FF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7" name="Google Shape;2557;p153"/>
            <p:cNvSpPr/>
            <p:nvPr/>
          </p:nvSpPr>
          <p:spPr>
            <a:xfrm>
              <a:off x="427275" y="1693150"/>
              <a:ext cx="1757700" cy="6966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latin typeface="Lexend"/>
                  <a:ea typeface="Lexend"/>
                  <a:cs typeface="Lexend"/>
                  <a:sym typeface="Lexend"/>
                </a:rPr>
                <a:t>This shows the 10%</a:t>
              </a:r>
              <a:endParaRPr sz="19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558" name="Google Shape;2558;p153"/>
            <p:cNvGrpSpPr/>
            <p:nvPr/>
          </p:nvGrpSpPr>
          <p:grpSpPr>
            <a:xfrm>
              <a:off x="2525250" y="1692198"/>
              <a:ext cx="3849325" cy="600300"/>
              <a:chOff x="2525250" y="1692198"/>
              <a:chExt cx="3849325" cy="600300"/>
            </a:xfrm>
          </p:grpSpPr>
          <p:sp>
            <p:nvSpPr>
              <p:cNvPr id="2559" name="Google Shape;2559;p153"/>
              <p:cNvSpPr/>
              <p:nvPr/>
            </p:nvSpPr>
            <p:spPr>
              <a:xfrm rot="-5768083" flipH="1">
                <a:off x="2984225" y="1726934"/>
                <a:ext cx="508110" cy="530843"/>
              </a:xfrm>
              <a:prstGeom prst="arc">
                <a:avLst>
                  <a:gd name="adj1" fmla="val 10729459"/>
                  <a:gd name="adj2" fmla="val 472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153"/>
              <p:cNvSpPr txBox="1"/>
              <p:nvPr/>
            </p:nvSpPr>
            <p:spPr>
              <a:xfrm>
                <a:off x="2525250" y="1731529"/>
                <a:ext cx="7239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21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÷</a:t>
                </a:r>
                <a:r>
                  <a:rPr lang="en-GB" sz="21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61" name="Google Shape;2561;p153"/>
              <p:cNvSpPr txBox="1"/>
              <p:nvPr/>
            </p:nvSpPr>
            <p:spPr>
              <a:xfrm>
                <a:off x="5650675" y="1754604"/>
                <a:ext cx="7239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21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÷</a:t>
                </a:r>
                <a:r>
                  <a:rPr lang="en-GB" sz="21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62" name="Google Shape;2562;p153"/>
              <p:cNvSpPr/>
              <p:nvPr/>
            </p:nvSpPr>
            <p:spPr>
              <a:xfrm rot="5228795">
                <a:off x="5081175" y="1706094"/>
                <a:ext cx="572510" cy="572510"/>
              </a:xfrm>
              <a:prstGeom prst="arc">
                <a:avLst>
                  <a:gd name="adj1" fmla="val 10729459"/>
                  <a:gd name="adj2" fmla="val 472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2563" name="Google Shape;2563;p153"/>
          <p:cNvGraphicFramePr>
            <a:graphicFrameLocks noGrp="1"/>
          </p:cNvGraphicFramePr>
          <p:nvPr/>
        </p:nvGraphicFramePr>
        <p:xfrm>
          <a:off x="3298725" y="244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64" name="Google Shape;2564;p153"/>
          <p:cNvSpPr/>
          <p:nvPr/>
        </p:nvSpPr>
        <p:spPr>
          <a:xfrm rot="-5768083" flipH="1">
            <a:off x="2984225" y="2184134"/>
            <a:ext cx="508110" cy="530843"/>
          </a:xfrm>
          <a:prstGeom prst="arc">
            <a:avLst>
              <a:gd name="adj1" fmla="val 10729459"/>
              <a:gd name="adj2" fmla="val 472"/>
            </a:avLst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65" name="Google Shape;2565;p153"/>
          <p:cNvSpPr txBox="1"/>
          <p:nvPr/>
        </p:nvSpPr>
        <p:spPr>
          <a:xfrm>
            <a:off x="2601450" y="2188729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×4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6" name="Google Shape;2566;p153"/>
          <p:cNvSpPr txBox="1"/>
          <p:nvPr/>
        </p:nvSpPr>
        <p:spPr>
          <a:xfrm>
            <a:off x="5650675" y="2211804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×4 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7" name="Google Shape;2567;p153"/>
          <p:cNvSpPr/>
          <p:nvPr/>
        </p:nvSpPr>
        <p:spPr>
          <a:xfrm rot="5228795">
            <a:off x="5081175" y="2163294"/>
            <a:ext cx="572510" cy="572510"/>
          </a:xfrm>
          <a:prstGeom prst="arc">
            <a:avLst>
              <a:gd name="adj1" fmla="val 10729459"/>
              <a:gd name="adj2" fmla="val 472"/>
            </a:avLst>
          </a:prstGeom>
          <a:noFill/>
          <a:ln w="19050" cap="flat" cmpd="sng">
            <a:solidFill>
              <a:srgbClr val="037B7D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68" name="Google Shape;2568;p153"/>
          <p:cNvSpPr/>
          <p:nvPr/>
        </p:nvSpPr>
        <p:spPr>
          <a:xfrm>
            <a:off x="427275" y="1839563"/>
            <a:ext cx="1757700" cy="696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This shows the 40%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9" name="Google Shape;2569;p153"/>
          <p:cNvSpPr/>
          <p:nvPr/>
        </p:nvSpPr>
        <p:spPr>
          <a:xfrm>
            <a:off x="2676375" y="2894060"/>
            <a:ext cx="915600" cy="1497300"/>
          </a:xfrm>
          <a:prstGeom prst="ellipse">
            <a:avLst/>
          </a:prstGeom>
          <a:noFill/>
          <a:ln w="9525" cap="flat" cmpd="sng">
            <a:solidFill>
              <a:srgbClr val="0000F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73" name="Shape 2573"/>
        <p:cNvGrpSpPr/>
        <p:nvPr/>
      </p:nvGrpSpPr>
      <p:grpSpPr>
        <a:xfrm>
          <a:off x="0" y="0"/>
          <a:ext cx="0" cy="0"/>
        </a:xfrm>
      </p:grpSpPr>
      <p:sp>
        <p:nvSpPr>
          <p:cNvPr id="2574" name="Google Shape;2574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graphicFrame>
        <p:nvGraphicFramePr>
          <p:cNvPr id="2575" name="Google Shape;2575;p154"/>
          <p:cNvGraphicFramePr>
            <a:graphicFrameLocks noGrp="1"/>
          </p:cNvGraphicFramePr>
          <p:nvPr/>
        </p:nvGraphicFramePr>
        <p:xfrm>
          <a:off x="3298725" y="112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76" name="Google Shape;2576;p154"/>
          <p:cNvGraphicFramePr>
            <a:graphicFrameLocks noGrp="1"/>
          </p:cNvGraphicFramePr>
          <p:nvPr/>
        </p:nvGraphicFramePr>
        <p:xfrm>
          <a:off x="3298725" y="199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77" name="Google Shape;2577;p154"/>
          <p:cNvGraphicFramePr>
            <a:graphicFrameLocks noGrp="1"/>
          </p:cNvGraphicFramePr>
          <p:nvPr/>
        </p:nvGraphicFramePr>
        <p:xfrm>
          <a:off x="3298725" y="244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78" name="Google Shape;2578;p154"/>
          <p:cNvSpPr txBox="1"/>
          <p:nvPr>
            <p:ph type="body" idx="1"/>
          </p:nvPr>
        </p:nvSpPr>
        <p:spPr>
          <a:xfrm>
            <a:off x="265150" y="3118875"/>
            <a:ext cx="8237700" cy="40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can also graph this proportional relationship.</a:t>
            </a:r>
            <a:endParaRPr/>
          </a:p>
        </p:txBody>
      </p: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82" name="Shape 2582"/>
        <p:cNvGrpSpPr/>
        <p:nvPr/>
      </p:nvGrpSpPr>
      <p:grpSpPr>
        <a:xfrm>
          <a:off x="0" y="0"/>
          <a:ext cx="0" cy="0"/>
        </a:xfrm>
      </p:grpSpPr>
      <p:pic>
        <p:nvPicPr>
          <p:cNvPr id="2583" name="Google Shape;2583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7200" y="601200"/>
            <a:ext cx="4569775" cy="4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4" name="Google Shape;2584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sp>
        <p:nvSpPr>
          <p:cNvPr id="2585" name="Google Shape;2585;p155"/>
          <p:cNvSpPr txBox="1"/>
          <p:nvPr/>
        </p:nvSpPr>
        <p:spPr>
          <a:xfrm>
            <a:off x="3982350" y="601325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6" name="Google Shape;2586;p155"/>
          <p:cNvSpPr txBox="1"/>
          <p:nvPr/>
        </p:nvSpPr>
        <p:spPr>
          <a:xfrm>
            <a:off x="7139550" y="4491600"/>
            <a:ext cx="1808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87" name="Google Shape;2587;p155"/>
          <p:cNvGraphicFramePr>
            <a:graphicFrameLocks noGrp="1"/>
          </p:cNvGraphicFramePr>
          <p:nvPr/>
        </p:nvGraphicFramePr>
        <p:xfrm>
          <a:off x="1012725" y="74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88" name="Google Shape;2588;p155"/>
          <p:cNvGraphicFramePr>
            <a:graphicFrameLocks noGrp="1"/>
          </p:cNvGraphicFramePr>
          <p:nvPr/>
        </p:nvGraphicFramePr>
        <p:xfrm>
          <a:off x="1012725" y="161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89" name="Google Shape;2589;p155"/>
          <p:cNvGraphicFramePr>
            <a:graphicFrameLocks noGrp="1"/>
          </p:cNvGraphicFramePr>
          <p:nvPr/>
        </p:nvGraphicFramePr>
        <p:xfrm>
          <a:off x="1012725" y="2062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90" name="Google Shape;2590;p155"/>
          <p:cNvSpPr txBox="1"/>
          <p:nvPr/>
        </p:nvSpPr>
        <p:spPr>
          <a:xfrm>
            <a:off x="7813875" y="672933"/>
            <a:ext cx="3294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91" name="Google Shape;2591;p155"/>
          <p:cNvGraphicFramePr>
            <a:graphicFrameLocks noGrp="1"/>
          </p:cNvGraphicFramePr>
          <p:nvPr/>
        </p:nvGraphicFramePr>
        <p:xfrm>
          <a:off x="1012725" y="118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592" name="Google Shape;2592;p155"/>
          <p:cNvSpPr txBox="1"/>
          <p:nvPr/>
        </p:nvSpPr>
        <p:spPr>
          <a:xfrm>
            <a:off x="4659300" y="3820783"/>
            <a:ext cx="3294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93" name="Google Shape;2593;p155"/>
          <p:cNvGraphicFramePr>
            <a:graphicFrameLocks noGrp="1"/>
          </p:cNvGraphicFramePr>
          <p:nvPr/>
        </p:nvGraphicFramePr>
        <p:xfrm>
          <a:off x="1007489" y="16119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94" name="Google Shape;2594;p155"/>
          <p:cNvGraphicFramePr>
            <a:graphicFrameLocks noGrp="1"/>
          </p:cNvGraphicFramePr>
          <p:nvPr/>
        </p:nvGraphicFramePr>
        <p:xfrm>
          <a:off x="1012725" y="2062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595" name="Google Shape;2595;p155"/>
          <p:cNvSpPr txBox="1"/>
          <p:nvPr/>
        </p:nvSpPr>
        <p:spPr>
          <a:xfrm>
            <a:off x="5708003" y="2790341"/>
            <a:ext cx="3294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96" name="Google Shape;2596;p155"/>
          <p:cNvCxnSpPr/>
          <p:nvPr/>
        </p:nvCxnSpPr>
        <p:spPr>
          <a:xfrm flipH="1">
            <a:off x="4463700" y="954525"/>
            <a:ext cx="3510900" cy="3521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7" name="Google Shape;2597;p155"/>
          <p:cNvSpPr txBox="1"/>
          <p:nvPr/>
        </p:nvSpPr>
        <p:spPr>
          <a:xfrm>
            <a:off x="416700" y="2634050"/>
            <a:ext cx="37902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Remember, working out the percentage of an amount using the graph is dependent upon the accuracy of the graph and its axes.</a:t>
            </a:r>
            <a:endParaRPr sz="12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01" name="Shape 2601"/>
        <p:cNvGrpSpPr/>
        <p:nvPr/>
      </p:nvGrpSpPr>
      <p:grpSpPr>
        <a:xfrm>
          <a:off x="0" y="0"/>
          <a:ext cx="0" cy="0"/>
        </a:xfrm>
      </p:grpSpPr>
      <p:sp>
        <p:nvSpPr>
          <p:cNvPr id="2602" name="Google Shape;2602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sp>
        <p:nvSpPr>
          <p:cNvPr id="2603" name="Google Shape;2603;p156"/>
          <p:cNvSpPr txBox="1"/>
          <p:nvPr/>
        </p:nvSpPr>
        <p:spPr>
          <a:xfrm>
            <a:off x="3982350" y="601325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4" name="Google Shape;2604;p156"/>
          <p:cNvSpPr txBox="1"/>
          <p:nvPr/>
        </p:nvSpPr>
        <p:spPr>
          <a:xfrm>
            <a:off x="7139550" y="4491600"/>
            <a:ext cx="1808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05" name="Google Shape;2605;p156"/>
          <p:cNvGraphicFramePr>
            <a:graphicFrameLocks noGrp="1"/>
          </p:cNvGraphicFramePr>
          <p:nvPr/>
        </p:nvGraphicFramePr>
        <p:xfrm>
          <a:off x="1012725" y="74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06" name="Google Shape;2606;p156"/>
          <p:cNvGraphicFramePr>
            <a:graphicFrameLocks noGrp="1"/>
          </p:cNvGraphicFramePr>
          <p:nvPr/>
        </p:nvGraphicFramePr>
        <p:xfrm>
          <a:off x="1012725" y="161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607" name="Google Shape;2607;p156"/>
          <p:cNvCxnSpPr/>
          <p:nvPr/>
        </p:nvCxnSpPr>
        <p:spPr>
          <a:xfrm flipH="1">
            <a:off x="4463700" y="954525"/>
            <a:ext cx="3510900" cy="3521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08" name="Google Shape;2608;p156"/>
          <p:cNvSpPr txBox="1"/>
          <p:nvPr/>
        </p:nvSpPr>
        <p:spPr>
          <a:xfrm>
            <a:off x="446450" y="2345550"/>
            <a:ext cx="3790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different representations showing the same proportional relationship.</a:t>
            </a:r>
            <a:endParaRPr sz="1200"/>
          </a:p>
        </p:txBody>
      </p:sp>
      <p:pic>
        <p:nvPicPr>
          <p:cNvPr id="2609" name="Google Shape;2609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7200" y="601200"/>
            <a:ext cx="4569775" cy="42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0" name="Google Shape;2610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675" y="3637450"/>
            <a:ext cx="4078324" cy="9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14" name="Shape 2614"/>
        <p:cNvGrpSpPr/>
        <p:nvPr/>
      </p:nvGrpSpPr>
      <p:grpSpPr>
        <a:xfrm>
          <a:off x="0" y="0"/>
          <a:ext cx="0" cy="0"/>
        </a:xfrm>
      </p:grpSpPr>
      <p:pic>
        <p:nvPicPr>
          <p:cNvPr id="2615" name="Google Shape;2615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800" y="1080000"/>
            <a:ext cx="4255200" cy="378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6" name="Google Shape;2616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sp>
        <p:nvSpPr>
          <p:cNvPr id="2617" name="Google Shape;2617;p157"/>
          <p:cNvSpPr txBox="1"/>
          <p:nvPr>
            <p:ph type="body" idx="4294967295"/>
          </p:nvPr>
        </p:nvSpPr>
        <p:spPr>
          <a:xfrm>
            <a:off x="324000" y="725850"/>
            <a:ext cx="8615700" cy="68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Fill in the ratio table using the graph. Then use the ratio table to work out 65%.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</a:t>
            </a:r>
            <a:endParaRPr sz="2000"/>
          </a:p>
        </p:txBody>
      </p:sp>
      <p:cxnSp>
        <p:nvCxnSpPr>
          <p:cNvPr id="2618" name="Google Shape;2618;p157"/>
          <p:cNvCxnSpPr/>
          <p:nvPr/>
        </p:nvCxnSpPr>
        <p:spPr>
          <a:xfrm rot="10800000" flipH="1">
            <a:off x="4425150" y="1411925"/>
            <a:ext cx="3125400" cy="312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619" name="Google Shape;2619;p157"/>
          <p:cNvGraphicFramePr>
            <a:graphicFrameLocks noGrp="1"/>
          </p:cNvGraphicFramePr>
          <p:nvPr/>
        </p:nvGraphicFramePr>
        <p:xfrm>
          <a:off x="1074713" y="1643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16325"/>
                <a:gridCol w="1016325"/>
              </a:tblGrid>
              <a:tr h="425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435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20" name="Google Shape;2620;p157"/>
          <p:cNvGraphicFramePr>
            <a:graphicFrameLocks noGrp="1"/>
          </p:cNvGraphicFramePr>
          <p:nvPr/>
        </p:nvGraphicFramePr>
        <p:xfrm>
          <a:off x="1074713" y="20634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16325"/>
                <a:gridCol w="1016325"/>
              </a:tblGrid>
              <a:tr h="435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21" name="Google Shape;2621;p157"/>
          <p:cNvGraphicFramePr>
            <a:graphicFrameLocks noGrp="1"/>
          </p:cNvGraphicFramePr>
          <p:nvPr/>
        </p:nvGraphicFramePr>
        <p:xfrm>
          <a:off x="1074713" y="386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16325"/>
                <a:gridCol w="1016325"/>
              </a:tblGrid>
              <a:tr h="435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22" name="Google Shape;2622;p157"/>
          <p:cNvGraphicFramePr>
            <a:graphicFrameLocks noGrp="1"/>
          </p:cNvGraphicFramePr>
          <p:nvPr/>
        </p:nvGraphicFramePr>
        <p:xfrm>
          <a:off x="1074713" y="2499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16325"/>
                <a:gridCol w="1016325"/>
              </a:tblGrid>
              <a:tr h="435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623" name="Google Shape;2623;p157"/>
          <p:cNvGrpSpPr/>
          <p:nvPr/>
        </p:nvGrpSpPr>
        <p:grpSpPr>
          <a:xfrm>
            <a:off x="309600" y="2235836"/>
            <a:ext cx="3849325" cy="600300"/>
            <a:chOff x="2525250" y="1692198"/>
            <a:chExt cx="3849325" cy="600300"/>
          </a:xfrm>
        </p:grpSpPr>
        <p:sp>
          <p:nvSpPr>
            <p:cNvPr id="2624" name="Google Shape;2624;p157"/>
            <p:cNvSpPr/>
            <p:nvPr/>
          </p:nvSpPr>
          <p:spPr>
            <a:xfrm rot="-5768083" flipH="1">
              <a:off x="2984225" y="1726934"/>
              <a:ext cx="508110" cy="530843"/>
            </a:xfrm>
            <a:prstGeom prst="arc">
              <a:avLst>
                <a:gd name="adj1" fmla="val 10729459"/>
                <a:gd name="adj2" fmla="val 472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625" name="Google Shape;2625;p157"/>
            <p:cNvSpPr txBox="1"/>
            <p:nvPr/>
          </p:nvSpPr>
          <p:spPr>
            <a:xfrm>
              <a:off x="2525250" y="1731529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6" name="Google Shape;2626;p157"/>
            <p:cNvSpPr txBox="1"/>
            <p:nvPr/>
          </p:nvSpPr>
          <p:spPr>
            <a:xfrm>
              <a:off x="5650675" y="1754604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7" name="Google Shape;2627;p157"/>
            <p:cNvSpPr/>
            <p:nvPr/>
          </p:nvSpPr>
          <p:spPr>
            <a:xfrm rot="5228795">
              <a:off x="5081175" y="1706094"/>
              <a:ext cx="572510" cy="572510"/>
            </a:xfrm>
            <a:prstGeom prst="arc">
              <a:avLst>
                <a:gd name="adj1" fmla="val 10729459"/>
                <a:gd name="adj2" fmla="val 472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aphicFrame>
        <p:nvGraphicFramePr>
          <p:cNvPr id="2628" name="Google Shape;2628;p157"/>
          <p:cNvGraphicFramePr>
            <a:graphicFrameLocks noGrp="1"/>
          </p:cNvGraphicFramePr>
          <p:nvPr/>
        </p:nvGraphicFramePr>
        <p:xfrm>
          <a:off x="1074713" y="2955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16325"/>
                <a:gridCol w="1016325"/>
              </a:tblGrid>
              <a:tr h="435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629" name="Google Shape;2629;p157"/>
          <p:cNvGrpSpPr/>
          <p:nvPr/>
        </p:nvGrpSpPr>
        <p:grpSpPr>
          <a:xfrm>
            <a:off x="410900" y="2793918"/>
            <a:ext cx="3755763" cy="517500"/>
            <a:chOff x="410900" y="2793918"/>
            <a:chExt cx="3755763" cy="517500"/>
          </a:xfrm>
        </p:grpSpPr>
        <p:sp>
          <p:nvSpPr>
            <p:cNvPr id="2630" name="Google Shape;2630;p157"/>
            <p:cNvSpPr/>
            <p:nvPr/>
          </p:nvSpPr>
          <p:spPr>
            <a:xfrm rot="-5768083" flipH="1">
              <a:off x="756925" y="2787247"/>
              <a:ext cx="508110" cy="530843"/>
            </a:xfrm>
            <a:prstGeom prst="arc">
              <a:avLst>
                <a:gd name="adj1" fmla="val 10729459"/>
                <a:gd name="adj2" fmla="val 472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631" name="Google Shape;2631;p157"/>
            <p:cNvSpPr txBox="1"/>
            <p:nvPr/>
          </p:nvSpPr>
          <p:spPr>
            <a:xfrm>
              <a:off x="410900" y="2856466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×5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2" name="Google Shape;2632;p157"/>
            <p:cNvSpPr txBox="1"/>
            <p:nvPr/>
          </p:nvSpPr>
          <p:spPr>
            <a:xfrm>
              <a:off x="3442763" y="2856466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×5 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3" name="Google Shape;2633;p157"/>
            <p:cNvSpPr/>
            <p:nvPr/>
          </p:nvSpPr>
          <p:spPr>
            <a:xfrm rot="5229833">
              <a:off x="2974818" y="2772472"/>
              <a:ext cx="424420" cy="491102"/>
            </a:xfrm>
            <a:prstGeom prst="arc">
              <a:avLst>
                <a:gd name="adj1" fmla="val 10729459"/>
                <a:gd name="adj2" fmla="val 472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aphicFrame>
        <p:nvGraphicFramePr>
          <p:cNvPr id="2634" name="Google Shape;2634;p157"/>
          <p:cNvGraphicFramePr>
            <a:graphicFrameLocks noGrp="1"/>
          </p:cNvGraphicFramePr>
          <p:nvPr/>
        </p:nvGraphicFramePr>
        <p:xfrm>
          <a:off x="1074713" y="3411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016325"/>
                <a:gridCol w="1016325"/>
              </a:tblGrid>
              <a:tr h="435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635" name="Google Shape;2635;p157"/>
          <p:cNvGrpSpPr/>
          <p:nvPr/>
        </p:nvGrpSpPr>
        <p:grpSpPr>
          <a:xfrm>
            <a:off x="309600" y="3282793"/>
            <a:ext cx="3849325" cy="435698"/>
            <a:chOff x="2525250" y="1692198"/>
            <a:chExt cx="3849325" cy="600300"/>
          </a:xfrm>
        </p:grpSpPr>
        <p:sp>
          <p:nvSpPr>
            <p:cNvPr id="2636" name="Google Shape;2636;p157"/>
            <p:cNvSpPr/>
            <p:nvPr/>
          </p:nvSpPr>
          <p:spPr>
            <a:xfrm rot="-5768083" flipH="1">
              <a:off x="2984225" y="1726934"/>
              <a:ext cx="508110" cy="530843"/>
            </a:xfrm>
            <a:prstGeom prst="arc">
              <a:avLst>
                <a:gd name="adj1" fmla="val 10729459"/>
                <a:gd name="adj2" fmla="val 472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637" name="Google Shape;2637;p157"/>
            <p:cNvSpPr txBox="1"/>
            <p:nvPr/>
          </p:nvSpPr>
          <p:spPr>
            <a:xfrm>
              <a:off x="2525250" y="1731529"/>
              <a:ext cx="7239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8" name="Google Shape;2638;p157"/>
            <p:cNvSpPr txBox="1"/>
            <p:nvPr/>
          </p:nvSpPr>
          <p:spPr>
            <a:xfrm>
              <a:off x="5650675" y="1754604"/>
              <a:ext cx="7239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9" name="Google Shape;2639;p157"/>
            <p:cNvSpPr/>
            <p:nvPr/>
          </p:nvSpPr>
          <p:spPr>
            <a:xfrm rot="5228795">
              <a:off x="5081175" y="1706094"/>
              <a:ext cx="572510" cy="572510"/>
            </a:xfrm>
            <a:prstGeom prst="arc">
              <a:avLst>
                <a:gd name="adj1" fmla="val 10729459"/>
                <a:gd name="adj2" fmla="val 472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640" name="Google Shape;2640;p157"/>
          <p:cNvSpPr txBox="1"/>
          <p:nvPr/>
        </p:nvSpPr>
        <p:spPr>
          <a:xfrm>
            <a:off x="4017125" y="1042263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1" name="Google Shape;2641;p157"/>
          <p:cNvSpPr txBox="1"/>
          <p:nvPr/>
        </p:nvSpPr>
        <p:spPr>
          <a:xfrm>
            <a:off x="6256800" y="4448188"/>
            <a:ext cx="1808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45" name="Shape 2645"/>
        <p:cNvGrpSpPr/>
        <p:nvPr/>
      </p:nvGrpSpPr>
      <p:grpSpPr>
        <a:xfrm>
          <a:off x="0" y="0"/>
          <a:ext cx="0" cy="0"/>
        </a:xfrm>
      </p:grpSpPr>
      <p:sp>
        <p:nvSpPr>
          <p:cNvPr id="2646" name="Google Shape;2646;p15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sp>
        <p:nvSpPr>
          <p:cNvPr id="2647" name="Google Shape;2647;p158"/>
          <p:cNvSpPr txBox="1"/>
          <p:nvPr/>
        </p:nvSpPr>
        <p:spPr>
          <a:xfrm>
            <a:off x="453150" y="8100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Write what you think are the advantages and disadvantages of using a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graph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double number line and ratio table when trying to find a percentage of an amount.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48" name="Google Shape;2648;p158"/>
          <p:cNvGraphicFramePr>
            <a:graphicFrameLocks noGrp="1"/>
          </p:cNvGraphicFramePr>
          <p:nvPr/>
        </p:nvGraphicFramePr>
        <p:xfrm>
          <a:off x="453150" y="217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868250"/>
                <a:gridCol w="2019100"/>
                <a:gridCol w="2431525"/>
                <a:gridCol w="1717350"/>
              </a:tblGrid>
              <a:tr h="861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Graph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Double number line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table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861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Advantages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61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Disadvantages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52" name="Shape 2652"/>
        <p:cNvGrpSpPr/>
        <p:nvPr/>
      </p:nvGrpSpPr>
      <p:grpSpPr>
        <a:xfrm>
          <a:off x="0" y="0"/>
          <a:ext cx="0" cy="0"/>
        </a:xfrm>
      </p:grpSpPr>
      <p:sp>
        <p:nvSpPr>
          <p:cNvPr id="2653" name="Google Shape;2653;p159"/>
          <p:cNvSpPr txBox="1"/>
          <p:nvPr>
            <p:ph type="body" idx="1"/>
          </p:nvPr>
        </p:nvSpPr>
        <p:spPr>
          <a:xfrm>
            <a:off x="324000" y="725850"/>
            <a:ext cx="8615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Match the ratio table with the correct graph and work out the missing amount using the ratio table.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2654" name="Google Shape;2654;p1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graphicFrame>
        <p:nvGraphicFramePr>
          <p:cNvPr id="2655" name="Google Shape;2655;p159"/>
          <p:cNvGraphicFramePr>
            <a:graphicFrameLocks noGrp="1"/>
          </p:cNvGraphicFramePr>
          <p:nvPr/>
        </p:nvGraphicFramePr>
        <p:xfrm>
          <a:off x="700625" y="13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175050"/>
                <a:gridCol w="117505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56" name="Google Shape;2656;p159"/>
          <p:cNvGraphicFramePr>
            <a:graphicFrameLocks noGrp="1"/>
          </p:cNvGraphicFramePr>
          <p:nvPr/>
        </p:nvGraphicFramePr>
        <p:xfrm>
          <a:off x="3522025" y="13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175050"/>
                <a:gridCol w="117505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57" name="Google Shape;2657;p159"/>
          <p:cNvGraphicFramePr>
            <a:graphicFrameLocks noGrp="1"/>
          </p:cNvGraphicFramePr>
          <p:nvPr/>
        </p:nvGraphicFramePr>
        <p:xfrm>
          <a:off x="6144975" y="13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175050"/>
                <a:gridCol w="117505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58" name="Google Shape;2658;p159"/>
          <p:cNvSpPr txBox="1"/>
          <p:nvPr/>
        </p:nvSpPr>
        <p:spPr>
          <a:xfrm>
            <a:off x="245538" y="2318388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9" name="Google Shape;2659;p159"/>
          <p:cNvSpPr txBox="1"/>
          <p:nvPr/>
        </p:nvSpPr>
        <p:spPr>
          <a:xfrm>
            <a:off x="3110763" y="23184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0" name="Google Shape;2660;p159"/>
          <p:cNvSpPr txBox="1"/>
          <p:nvPr/>
        </p:nvSpPr>
        <p:spPr>
          <a:xfrm>
            <a:off x="5504025" y="4465075"/>
            <a:ext cx="368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1" name="Google Shape;2661;p159"/>
          <p:cNvSpPr txBox="1"/>
          <p:nvPr/>
        </p:nvSpPr>
        <p:spPr>
          <a:xfrm>
            <a:off x="5976000" y="23184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2" name="Google Shape;2662;p159"/>
          <p:cNvSpPr txBox="1"/>
          <p:nvPr/>
        </p:nvSpPr>
        <p:spPr>
          <a:xfrm>
            <a:off x="2742663" y="4465075"/>
            <a:ext cx="368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3" name="Google Shape;2663;p159"/>
          <p:cNvSpPr txBox="1"/>
          <p:nvPr/>
        </p:nvSpPr>
        <p:spPr>
          <a:xfrm>
            <a:off x="8234113" y="4465075"/>
            <a:ext cx="368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64" name="Google Shape;2664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50" y="2495478"/>
            <a:ext cx="8086751" cy="2223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68" name="Shape 2668"/>
        <p:cNvGrpSpPr/>
        <p:nvPr/>
      </p:nvGrpSpPr>
      <p:grpSpPr>
        <a:xfrm>
          <a:off x="0" y="0"/>
          <a:ext cx="0" cy="0"/>
        </a:xfrm>
      </p:grpSpPr>
      <p:sp>
        <p:nvSpPr>
          <p:cNvPr id="2669" name="Google Shape;2669;p1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sp>
        <p:nvSpPr>
          <p:cNvPr id="2670" name="Google Shape;2670;p160"/>
          <p:cNvSpPr txBox="1"/>
          <p:nvPr/>
        </p:nvSpPr>
        <p:spPr>
          <a:xfrm>
            <a:off x="453150" y="8100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Write what you think are the advantages and disadvantages of using a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graph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double number line and ratio table when trying to find a percentage of an amount.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71" name="Google Shape;2671;p160"/>
          <p:cNvGraphicFramePr>
            <a:graphicFrameLocks noGrp="1"/>
          </p:cNvGraphicFramePr>
          <p:nvPr/>
        </p:nvGraphicFramePr>
        <p:xfrm>
          <a:off x="453150" y="217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874575"/>
                <a:gridCol w="2025950"/>
                <a:gridCol w="2439775"/>
                <a:gridCol w="1723175"/>
              </a:tblGrid>
              <a:tr h="524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Graph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Double number line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table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712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Advantages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652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Disadvantages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72" name="Google Shape;2672;p160"/>
          <p:cNvSpPr txBox="1"/>
          <p:nvPr/>
        </p:nvSpPr>
        <p:spPr>
          <a:xfrm>
            <a:off x="2390575" y="2636350"/>
            <a:ext cx="20946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Good visual representation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3" name="Google Shape;2673;p160"/>
          <p:cNvSpPr txBox="1"/>
          <p:nvPr/>
        </p:nvSpPr>
        <p:spPr>
          <a:xfrm>
            <a:off x="4718825" y="2700000"/>
            <a:ext cx="20946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Good visual representation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4" name="Google Shape;2674;p160"/>
          <p:cNvSpPr txBox="1"/>
          <p:nvPr/>
        </p:nvSpPr>
        <p:spPr>
          <a:xfrm>
            <a:off x="7047075" y="2795650"/>
            <a:ext cx="124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Concise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5" name="Google Shape;2675;p160"/>
          <p:cNvSpPr txBox="1"/>
          <p:nvPr/>
        </p:nvSpPr>
        <p:spPr>
          <a:xfrm>
            <a:off x="2300575" y="3374075"/>
            <a:ext cx="2184600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Takes time to draw</a:t>
            </a:r>
            <a:endParaRPr sz="17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>
                <a:latin typeface="Kalam"/>
                <a:ea typeface="Kalam"/>
                <a:cs typeface="Kalam"/>
                <a:sym typeface="Kalam"/>
              </a:rPr>
              <a:t>Answers are dependent on the accuracy of the scale</a:t>
            </a:r>
            <a:endParaRPr sz="1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6" name="Google Shape;2676;p160"/>
          <p:cNvSpPr txBox="1"/>
          <p:nvPr/>
        </p:nvSpPr>
        <p:spPr>
          <a:xfrm>
            <a:off x="4527775" y="3603950"/>
            <a:ext cx="20946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Takes time to draw as it is scaled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7" name="Google Shape;2677;p160"/>
          <p:cNvSpPr txBox="1"/>
          <p:nvPr/>
        </p:nvSpPr>
        <p:spPr>
          <a:xfrm>
            <a:off x="6818400" y="3529766"/>
            <a:ext cx="18732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Doesn’t show visual representation</a:t>
            </a:r>
            <a:endParaRPr sz="17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81" name="Shape 2681"/>
        <p:cNvGrpSpPr/>
        <p:nvPr/>
      </p:nvGrpSpPr>
      <p:grpSpPr>
        <a:xfrm>
          <a:off x="0" y="0"/>
          <a:ext cx="0" cy="0"/>
        </a:xfrm>
      </p:grpSpPr>
      <p:pic>
        <p:nvPicPr>
          <p:cNvPr id="2682" name="Google Shape;2682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50" y="2495478"/>
            <a:ext cx="8086751" cy="2223422"/>
          </a:xfrm>
          <a:prstGeom prst="rect">
            <a:avLst/>
          </a:prstGeom>
          <a:noFill/>
          <a:ln>
            <a:noFill/>
          </a:ln>
        </p:spPr>
      </p:pic>
      <p:sp>
        <p:nvSpPr>
          <p:cNvPr id="2683" name="Google Shape;2683;p16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Match the ratio table with the correct graph and work out the missing amount using the ratio table.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2684" name="Google Shape;2684;p1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graphicFrame>
        <p:nvGraphicFramePr>
          <p:cNvPr id="2685" name="Google Shape;2685;p161"/>
          <p:cNvGraphicFramePr>
            <a:graphicFrameLocks noGrp="1"/>
          </p:cNvGraphicFramePr>
          <p:nvPr/>
        </p:nvGraphicFramePr>
        <p:xfrm>
          <a:off x="700625" y="13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175050"/>
                <a:gridCol w="117505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86" name="Google Shape;2686;p161"/>
          <p:cNvGraphicFramePr>
            <a:graphicFrameLocks noGrp="1"/>
          </p:cNvGraphicFramePr>
          <p:nvPr/>
        </p:nvGraphicFramePr>
        <p:xfrm>
          <a:off x="3522025" y="13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175050"/>
                <a:gridCol w="117505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87" name="Google Shape;2687;p161"/>
          <p:cNvGraphicFramePr>
            <a:graphicFrameLocks noGrp="1"/>
          </p:cNvGraphicFramePr>
          <p:nvPr/>
        </p:nvGraphicFramePr>
        <p:xfrm>
          <a:off x="6144975" y="13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175050"/>
                <a:gridCol w="117505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88" name="Google Shape;2688;p161"/>
          <p:cNvSpPr txBox="1"/>
          <p:nvPr/>
        </p:nvSpPr>
        <p:spPr>
          <a:xfrm>
            <a:off x="995775" y="1825800"/>
            <a:ext cx="6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9" name="Google Shape;2689;p161"/>
          <p:cNvSpPr txBox="1"/>
          <p:nvPr/>
        </p:nvSpPr>
        <p:spPr>
          <a:xfrm>
            <a:off x="3691100" y="1825800"/>
            <a:ext cx="8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30.25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0" name="Google Shape;2690;p161"/>
          <p:cNvSpPr txBox="1"/>
          <p:nvPr/>
        </p:nvSpPr>
        <p:spPr>
          <a:xfrm>
            <a:off x="6542250" y="1825800"/>
            <a:ext cx="8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91" name="Google Shape;2691;p161"/>
          <p:cNvCxnSpPr/>
          <p:nvPr/>
        </p:nvCxnSpPr>
        <p:spPr>
          <a:xfrm>
            <a:off x="1870725" y="2204525"/>
            <a:ext cx="9900" cy="4662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2" name="Google Shape;2692;p161"/>
          <p:cNvCxnSpPr/>
          <p:nvPr/>
        </p:nvCxnSpPr>
        <p:spPr>
          <a:xfrm>
            <a:off x="5446188" y="2204484"/>
            <a:ext cx="1774800" cy="3537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3" name="Google Shape;2693;p161"/>
          <p:cNvCxnSpPr/>
          <p:nvPr/>
        </p:nvCxnSpPr>
        <p:spPr>
          <a:xfrm flipH="1">
            <a:off x="4752750" y="2218925"/>
            <a:ext cx="2626500" cy="3636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94" name="Google Shape;2694;p161"/>
          <p:cNvSpPr txBox="1"/>
          <p:nvPr/>
        </p:nvSpPr>
        <p:spPr>
          <a:xfrm>
            <a:off x="245538" y="2318388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5" name="Google Shape;2695;p161"/>
          <p:cNvSpPr txBox="1"/>
          <p:nvPr/>
        </p:nvSpPr>
        <p:spPr>
          <a:xfrm>
            <a:off x="3110763" y="23184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6" name="Google Shape;2696;p161"/>
          <p:cNvSpPr txBox="1"/>
          <p:nvPr/>
        </p:nvSpPr>
        <p:spPr>
          <a:xfrm>
            <a:off x="5504025" y="4465075"/>
            <a:ext cx="368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7" name="Google Shape;2697;p161"/>
          <p:cNvSpPr txBox="1"/>
          <p:nvPr/>
        </p:nvSpPr>
        <p:spPr>
          <a:xfrm>
            <a:off x="5976000" y="2318400"/>
            <a:ext cx="5685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8" name="Google Shape;2698;p161"/>
          <p:cNvSpPr txBox="1"/>
          <p:nvPr/>
        </p:nvSpPr>
        <p:spPr>
          <a:xfrm>
            <a:off x="2742663" y="4465075"/>
            <a:ext cx="368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9" name="Google Shape;2699;p161"/>
          <p:cNvSpPr txBox="1"/>
          <p:nvPr/>
        </p:nvSpPr>
        <p:spPr>
          <a:xfrm>
            <a:off x="8234113" y="4465075"/>
            <a:ext cx="3681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03" name="Shape 2703"/>
        <p:cNvGrpSpPr/>
        <p:nvPr/>
      </p:nvGrpSpPr>
      <p:grpSpPr>
        <a:xfrm>
          <a:off x="0" y="0"/>
          <a:ext cx="0" cy="0"/>
        </a:xfrm>
      </p:grpSpPr>
      <p:sp>
        <p:nvSpPr>
          <p:cNvPr id="2704" name="Google Shape;2704;p16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Match the ratio table with the correct graph and work out the missing amount using the ratio table.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2705" name="Google Shape;2705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Other representations of proportional relationships</a:t>
            </a:r>
            <a:endParaRPr/>
          </a:p>
        </p:txBody>
      </p:sp>
      <p:graphicFrame>
        <p:nvGraphicFramePr>
          <p:cNvPr id="2706" name="Google Shape;2706;p162"/>
          <p:cNvGraphicFramePr>
            <a:graphicFrameLocks noGrp="1"/>
          </p:cNvGraphicFramePr>
          <p:nvPr/>
        </p:nvGraphicFramePr>
        <p:xfrm>
          <a:off x="700625" y="13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175050"/>
                <a:gridCol w="117505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07" name="Google Shape;2707;p162"/>
          <p:cNvGraphicFramePr>
            <a:graphicFrameLocks noGrp="1"/>
          </p:cNvGraphicFramePr>
          <p:nvPr/>
        </p:nvGraphicFramePr>
        <p:xfrm>
          <a:off x="3522025" y="13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175050"/>
                <a:gridCol w="117505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08" name="Google Shape;2708;p162"/>
          <p:cNvGraphicFramePr>
            <a:graphicFrameLocks noGrp="1"/>
          </p:cNvGraphicFramePr>
          <p:nvPr/>
        </p:nvGraphicFramePr>
        <p:xfrm>
          <a:off x="6144975" y="13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{6C477ECC-7C17-48F1-9C18-92A26A508614}</a:tableStyleId>
              </a:tblPr>
              <a:tblGrid>
                <a:gridCol w="1175050"/>
                <a:gridCol w="1175050"/>
              </a:tblGrid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09" name="Google Shape;2709;p162"/>
          <p:cNvSpPr txBox="1"/>
          <p:nvPr/>
        </p:nvSpPr>
        <p:spPr>
          <a:xfrm>
            <a:off x="976775" y="2392325"/>
            <a:ext cx="6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0" name="Google Shape;2710;p162"/>
          <p:cNvSpPr txBox="1"/>
          <p:nvPr/>
        </p:nvSpPr>
        <p:spPr>
          <a:xfrm>
            <a:off x="3729825" y="1836525"/>
            <a:ext cx="8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1" name="Google Shape;2711;p162"/>
          <p:cNvSpPr txBox="1"/>
          <p:nvPr/>
        </p:nvSpPr>
        <p:spPr>
          <a:xfrm>
            <a:off x="6415550" y="2110050"/>
            <a:ext cx="8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2" name="Google Shape;2712;p162"/>
          <p:cNvSpPr txBox="1"/>
          <p:nvPr/>
        </p:nvSpPr>
        <p:spPr>
          <a:xfrm>
            <a:off x="6483025" y="1836525"/>
            <a:ext cx="8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3" name="Google Shape;2713;p162"/>
          <p:cNvSpPr txBox="1"/>
          <p:nvPr/>
        </p:nvSpPr>
        <p:spPr>
          <a:xfrm>
            <a:off x="7498800" y="1836525"/>
            <a:ext cx="8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12%</a:t>
            </a:r>
            <a:endParaRPr/>
          </a:p>
        </p:txBody>
      </p:sp>
      <p:sp>
        <p:nvSpPr>
          <p:cNvPr id="2714" name="Google Shape;2714;p162"/>
          <p:cNvSpPr txBox="1"/>
          <p:nvPr/>
        </p:nvSpPr>
        <p:spPr>
          <a:xfrm>
            <a:off x="4937400" y="1836525"/>
            <a:ext cx="8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50%</a:t>
            </a:r>
            <a:endParaRPr/>
          </a:p>
        </p:txBody>
      </p:sp>
      <p:sp>
        <p:nvSpPr>
          <p:cNvPr id="2715" name="Google Shape;2715;p162"/>
          <p:cNvSpPr txBox="1"/>
          <p:nvPr/>
        </p:nvSpPr>
        <p:spPr>
          <a:xfrm>
            <a:off x="4937400" y="2110050"/>
            <a:ext cx="8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5%</a:t>
            </a:r>
            <a:endParaRPr/>
          </a:p>
        </p:txBody>
      </p:sp>
      <p:sp>
        <p:nvSpPr>
          <p:cNvPr id="2716" name="Google Shape;2716;p162"/>
          <p:cNvSpPr txBox="1"/>
          <p:nvPr/>
        </p:nvSpPr>
        <p:spPr>
          <a:xfrm>
            <a:off x="4937400" y="2401100"/>
            <a:ext cx="78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55%</a:t>
            </a:r>
            <a:endParaRPr/>
          </a:p>
        </p:txBody>
      </p:sp>
      <p:sp>
        <p:nvSpPr>
          <p:cNvPr id="2717" name="Google Shape;2717;p162"/>
          <p:cNvSpPr txBox="1"/>
          <p:nvPr/>
        </p:nvSpPr>
        <p:spPr>
          <a:xfrm>
            <a:off x="2074125" y="1827750"/>
            <a:ext cx="8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50%</a:t>
            </a:r>
            <a:endParaRPr/>
          </a:p>
        </p:txBody>
      </p:sp>
      <p:sp>
        <p:nvSpPr>
          <p:cNvPr id="2718" name="Google Shape;2718;p162"/>
          <p:cNvSpPr txBox="1"/>
          <p:nvPr/>
        </p:nvSpPr>
        <p:spPr>
          <a:xfrm>
            <a:off x="2074125" y="2101275"/>
            <a:ext cx="8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5%</a:t>
            </a:r>
            <a:endParaRPr/>
          </a:p>
        </p:txBody>
      </p:sp>
      <p:sp>
        <p:nvSpPr>
          <p:cNvPr id="2719" name="Google Shape;2719;p162"/>
          <p:cNvSpPr txBox="1"/>
          <p:nvPr/>
        </p:nvSpPr>
        <p:spPr>
          <a:xfrm>
            <a:off x="2074125" y="2392325"/>
            <a:ext cx="78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55%</a:t>
            </a:r>
            <a:endParaRPr/>
          </a:p>
        </p:txBody>
      </p:sp>
      <p:sp>
        <p:nvSpPr>
          <p:cNvPr id="2720" name="Google Shape;2720;p162"/>
          <p:cNvSpPr txBox="1"/>
          <p:nvPr/>
        </p:nvSpPr>
        <p:spPr>
          <a:xfrm>
            <a:off x="3729825" y="2101263"/>
            <a:ext cx="8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2.75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1" name="Google Shape;2721;p162"/>
          <p:cNvSpPr txBox="1"/>
          <p:nvPr/>
        </p:nvSpPr>
        <p:spPr>
          <a:xfrm>
            <a:off x="3729825" y="2392313"/>
            <a:ext cx="83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30.25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2" name="Google Shape;2722;p162"/>
          <p:cNvSpPr txBox="1"/>
          <p:nvPr/>
        </p:nvSpPr>
        <p:spPr>
          <a:xfrm>
            <a:off x="1053300" y="2110050"/>
            <a:ext cx="6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3" name="Google Shape;2723;p162"/>
          <p:cNvSpPr txBox="1"/>
          <p:nvPr/>
        </p:nvSpPr>
        <p:spPr>
          <a:xfrm>
            <a:off x="1053300" y="1836525"/>
            <a:ext cx="6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4" name="Google Shape;2724;p162"/>
          <p:cNvSpPr txBox="1"/>
          <p:nvPr/>
        </p:nvSpPr>
        <p:spPr>
          <a:xfrm>
            <a:off x="7480800" y="2101275"/>
            <a:ext cx="90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36%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28" name="Shape 2728"/>
        <p:cNvGrpSpPr/>
        <p:nvPr/>
      </p:nvGrpSpPr>
      <p:grpSpPr>
        <a:xfrm>
          <a:off x="0" y="0"/>
          <a:ext cx="0" cy="0"/>
        </a:xfrm>
      </p:grpSpPr>
      <p:sp>
        <p:nvSpPr>
          <p:cNvPr id="2729" name="Google Shape;2729;p163"/>
          <p:cNvSpPr txBox="1"/>
          <p:nvPr>
            <p:ph type="body" idx="1"/>
          </p:nvPr>
        </p:nvSpPr>
        <p:spPr>
          <a:xfrm>
            <a:off x="324000" y="1080000"/>
            <a:ext cx="83379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We know fractions, percentages and ratio all show proportion.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Proportion can be represented a number of ways and in this lesson we have focussed on graphs, double number lines and ratio tables.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We have considered the advantages and disadvantages of each representation.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2730" name="Google Shape;2730;p163"/>
          <p:cNvSpPr txBox="1"/>
          <p:nvPr>
            <p:ph type="title"/>
          </p:nvPr>
        </p:nvSpPr>
        <p:spPr>
          <a:xfrm>
            <a:off x="1701300" y="260400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presented graphically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34" name="Shape 2734"/>
        <p:cNvGrpSpPr/>
        <p:nvPr/>
      </p:nvGrpSpPr>
      <p:grpSpPr>
        <a:xfrm>
          <a:off x="0" y="0"/>
          <a:ext cx="0" cy="0"/>
        </a:xfrm>
      </p:grpSpPr>
      <p:sp>
        <p:nvSpPr>
          <p:cNvPr id="2735" name="Google Shape;2735;p164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736" name="Google Shape;2736;p1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393</Paragraphs>
  <Slides>40</Slides>
  <Notes>40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baseType="lpstr" size="49">
      <vt:lpstr>Arial</vt:lpstr>
      <vt:lpstr>Lexend</vt:lpstr>
      <vt:lpstr>Lexend Medium</vt:lpstr>
      <vt:lpstr>Kalam</vt:lpstr>
      <vt:lpstr>Lexend Light</vt:lpstr>
      <vt:lpstr>Calibri</vt:lpstr>
      <vt:lpstr>ABeeZee</vt:lpstr>
      <vt:lpstr>Times</vt:lpstr>
      <vt:lpstr>simple-light-2</vt:lpstr>
      <vt:lpstr>Multiplicative relationships presented graphically</vt:lpstr>
      <vt:lpstr>PowerPoint Presentation</vt:lpstr>
      <vt:lpstr>PowerPoint Presentation</vt:lpstr>
      <vt:lpstr>PowerPoint Presentation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Percentages of amounts graphically</vt:lpstr>
      <vt:lpstr>Other representations of proportional relationships</vt:lpstr>
      <vt:lpstr>Other representations of proportional relationships</vt:lpstr>
      <vt:lpstr>Other representations of proportional relationships</vt:lpstr>
      <vt:lpstr>Other representations of proportional relationships</vt:lpstr>
      <vt:lpstr>Other representations of proportional relationships</vt:lpstr>
      <vt:lpstr>Other representations of proportional relationships</vt:lpstr>
      <vt:lpstr>Other representations of proportional relationships</vt:lpstr>
      <vt:lpstr>Other representations of proportional relationships</vt:lpstr>
      <vt:lpstr>Other representations of proportional relationships</vt:lpstr>
      <vt:lpstr>Other representations of proportional relationships</vt:lpstr>
      <vt:lpstr>Other representations of proportional relationships</vt:lpstr>
      <vt:lpstr>Other representations of proportional relationships</vt:lpstr>
      <vt:lpstr>Multiplicative relationships presented graphically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2024-03-04T09:34:40.872</cp:lastPrinted>
  <dcterms:created xsi:type="dcterms:W3CDTF">2024-03-04T09:34:40Z</dcterms:created>
  <dcterms:modified xsi:type="dcterms:W3CDTF">2024-03-04T09:34:59Z</dcterms:modified>
</cp:coreProperties>
</file>