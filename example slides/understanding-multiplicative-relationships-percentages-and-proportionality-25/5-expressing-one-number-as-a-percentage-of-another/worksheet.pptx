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DF232EA-443A-4C77-B00C-F2DBA54A9DF9}">
  <a:tblStyle styleId="{6DF232EA-443A-4C77-B00C-F2DBA54A9DF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1.png"/><Relationship Id="rId8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one number as a percentage of another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76400" y="1826100"/>
            <a:ext cx="2943600" cy="6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Only shade in the equivalent percentages of the following fractions.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88700" y="133505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 Writing any fraction as a percentage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1}{4}=25\%\ \ \ \frac{1}{5}=20\%\ \ \ \ \frac{1}{10}=10\%\ \ \ \ \ \frac{7}{25}=28\%\\&amp;#13;&amp;#10;\frac{9}{20}=45\%\ \ \ \ \ \frac{7}{100}=7\%\ \ \ \ \ \ \ \frac{31}{200}=15.5\%\ \ \ \ \ \ \frac{3}{20}=15\%\\&amp;#13;&amp;#10;\frac{11}{25}=44\%\ \ \ \ \ \frac{11}{20}=55\%\ \ \ \ \ \ \ \frac{15}{200}=7.5\%\ \ \ \ \ \ \frac{63}{100}=63\%\end{array}\ &quot;&gt;&lt;mtable columnalign=&quot;left&quot; columnspacing=&quot;1em&quot; rowspacing=&quot;4pt&quot;&gt;&lt;mtr&gt;&lt;mtd&gt;&lt;mfrac&gt;&lt;mn&gt;1&lt;/mn&gt;&lt;mn&gt;4&lt;/mn&gt;&lt;/mfrac&gt;&lt;mo&gt;=&lt;/mo&gt;&lt;mn&gt;25&lt;/mn&gt;&lt;mi mathvariant=&quot;normal&quot;&gt;%&lt;/mi&gt;&lt;mtext&gt;&lt;/mtext&gt;&lt;mtext&gt;&lt;/mtext&gt;&lt;mtext&gt;&lt;/mtext&gt;&lt;mfrac&gt;&lt;mn&gt;1&lt;/mn&gt;&lt;mn&gt;5&lt;/mn&gt;&lt;/mfrac&gt;&lt;mo&gt;=&lt;/mo&gt;&lt;mn&gt;20&lt;/mn&gt;&lt;mi mathvariant=&quot;normal&quot;&gt;%&lt;/mi&gt;&lt;mtext&gt;&lt;/mtext&gt;&lt;mtext&gt;&lt;/mtext&gt;&lt;mtext&gt;&lt;/mtext&gt;&lt;mtext&gt;&lt;/mtext&gt;&lt;mfrac&gt;&lt;mn&gt;1&lt;/mn&gt;&lt;mn&gt;10&lt;/mn&gt;&lt;/mfrac&gt;&lt;mo&gt;=&lt;/mo&gt;&lt;mn&gt;10&lt;/mn&gt;&lt;mi mathvariant=&quot;normal&quot;&gt;%&lt;/mi&gt;&lt;mtext&gt;&lt;/mtext&gt;&lt;mtext&gt;&lt;/mtext&gt;&lt;mtext&gt;&lt;/mtext&gt;&lt;mtext&gt;&lt;/mtext&gt;&lt;mtext&gt;&lt;/mtext&gt;&lt;mfrac&gt;&lt;mn&gt;7&lt;/mn&gt;&lt;mn&gt;25&lt;/mn&gt;&lt;/mfrac&gt;&lt;mo&gt;=&lt;/mo&gt;&lt;mn&gt;28&lt;/mn&gt;&lt;mi mathvariant=&quot;normal&quot;&gt;%&lt;/mi&gt;&lt;/mtd&gt;&lt;/mtr&gt;&lt;mtr&gt;&lt;mtd&gt;&lt;mfrac&gt;&lt;mn&gt;9&lt;/mn&gt;&lt;mn&gt;20&lt;/mn&gt;&lt;/mfrac&gt;&lt;mo&gt;=&lt;/mo&gt;&lt;mn&gt;45&lt;/mn&gt;&lt;mi mathvariant=&quot;normal&quot;&gt;%&lt;/mi&gt;&lt;mtext&gt;&lt;/mtext&gt;&lt;mtext&gt;&lt;/mtext&gt;&lt;mtext&gt;&lt;/mtext&gt;&lt;mtext&gt;&lt;/mtext&gt;&lt;mtext&gt;&lt;/mtext&gt;&lt;mfrac&gt;&lt;mn&gt;7&lt;/mn&gt;&lt;mn&gt;100&lt;/mn&gt;&lt;/mfrac&gt;&lt;mo&gt;=&lt;/mo&gt;&lt;mn&gt;7&lt;/mn&gt;&lt;mi mathvariant=&quot;normal&quot;&gt;%&lt;/mi&gt;&lt;mtext&gt;&lt;/mtext&gt;&lt;mtext&gt;&lt;/mtext&gt;&lt;mtext&gt;&lt;/mtext&gt;&lt;mtext&gt;&lt;/mtext&gt;&lt;mtext&gt;&lt;/mtext&gt;&lt;mtext&gt;&lt;/mtext&gt;&lt;mtext&gt;&lt;/mtext&gt;&lt;mfrac&gt;&lt;mn&gt;31&lt;/mn&gt;&lt;mn&gt;200&lt;/mn&gt;&lt;/mfrac&gt;&lt;mo&gt;=&lt;/mo&gt;&lt;mn&gt;15.5&lt;/mn&gt;&lt;mi mathvariant=&quot;normal&quot;&gt;%&lt;/mi&gt;&lt;mtext&gt;&lt;/mtext&gt;&lt;mtext&gt;&lt;/mtext&gt;&lt;mtext&gt;&lt;/mtext&gt;&lt;mtext&gt;&lt;/mtext&gt;&lt;mtext&gt;&lt;/mtext&gt;&lt;mtext&gt;&lt;/mtext&gt;&lt;mfrac&gt;&lt;mn&gt;3&lt;/mn&gt;&lt;mn&gt;20&lt;/mn&gt;&lt;/mfrac&gt;&lt;mo&gt;=&lt;/mo&gt;&lt;mn&gt;15&lt;/mn&gt;&lt;mi mathvariant=&quot;normal&quot;&gt;%&lt;/mi&gt;&lt;/mtd&gt;&lt;/mtr&gt;&lt;mtr&gt;&lt;mtd&gt;&lt;mfrac&gt;&lt;mn&gt;11&lt;/mn&gt;&lt;mn&gt;25&lt;/mn&gt;&lt;/mfrac&gt;&lt;mo&gt;=&lt;/mo&gt;&lt;mn&gt;44&lt;/mn&gt;&lt;mi mathvariant=&quot;normal&quot;&gt;%&lt;/mi&gt;&lt;mtext&gt;&lt;/mtext&gt;&lt;mtext&gt;&lt;/mtext&gt;&lt;mtext&gt;&lt;/mtext&gt;&lt;mtext&gt;&lt;/mtext&gt;&lt;mtext&gt;&lt;/mtext&gt;&lt;mfrac&gt;&lt;mn&gt;11&lt;/mn&gt;&lt;mn&gt;20&lt;/mn&gt;&lt;/mfrac&gt;&lt;mo&gt;=&lt;/mo&gt;&lt;mn&gt;55&lt;/mn&gt;&lt;mi mathvariant=&quot;normal&quot;&gt;%&lt;/mi&gt;&lt;mtext&gt;&lt;/mtext&gt;&lt;mtext&gt;&lt;/mtext&gt;&lt;mtext&gt;&lt;/mtext&gt;&lt;mtext&gt;&lt;/mtext&gt;&lt;mtext&gt;&lt;/mtext&gt;&lt;mtext&gt;&lt;/mtext&gt;&lt;mtext&gt;&lt;/mtext&gt;&lt;mfrac&gt;&lt;mn&gt;15&lt;/mn&gt;&lt;mn&gt;200&lt;/mn&gt;&lt;/mfrac&gt;&lt;mo&gt;=&lt;/mo&gt;&lt;mn&gt;7.5&lt;/mn&gt;&lt;mi mathvariant=&quot;normal&quot;&gt;%&lt;/mi&gt;&lt;mtext&gt;&lt;/mtext&gt;&lt;mtext&gt;&lt;/mtext&gt;&lt;mtext&gt;&lt;/mtext&gt;&lt;mtext&gt;&lt;/mtext&gt;&lt;mtext&gt;&lt;/mtext&gt;&lt;mtext&gt;&lt;/mtext&gt;&lt;mfrac&gt;&lt;mn&gt;63&lt;/mn&gt;&lt;mn&gt;100&lt;/mn&gt;&lt;/mfrac&gt;&lt;mo&gt;=&lt;/mo&gt;&lt;mn&gt;63&lt;/mn&gt;&lt;mi mathvariant=&quot;normal&quot;&gt;%&lt;/mi&gt;&lt;/mtd&gt;&lt;/mtr&gt;&lt;/mtable&gt;&lt;mtext&gt;&lt;/mtext&gt;&lt;/math&gt;" id="163" name="Google Shape;163;p20" title="3 lines Line 1: one fourth equals 25 percent sign one fifth equals 20 percent sign one tenth equals 10 percent sign 7 over 25 equals 28 percent sign Line 2: 9 over 20 equals 45 percent sign 7 over 100 equals 7 percent sign 31 over 200 equals 15.5 percent sign 3 over 20 equals 15 percent sign Line 3: 11 over 25 equals 44 percent sign 11 over 20 equals 55 percent sign 15 over 200 equals 7.5 percent sign 63 over 100 equals 63 percent sign"/>
          <p:cNvPicPr preferRelativeResize="0"/>
          <p:nvPr/>
        </p:nvPicPr>
        <p:blipFill rotWithShape="1">
          <a:blip r:embed="rId3">
            <a:alphaModFix/>
          </a:blip>
          <a:srcRect b="-3832" l="77211" r="-2733" t="31115"/>
          <a:stretch/>
        </p:blipFill>
        <p:spPr>
          <a:xfrm>
            <a:off x="1731425" y="4268812"/>
            <a:ext cx="1182057" cy="7731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4}=25\%\ \ \ \frac{1}{5}=20\%\ \ \ \ \frac{1}{10}=10\%\ \ \ \ \ \frac{7}{25}=28\%\\&amp;#13;&amp;#10;\frac{9}{20}=45\%\ \ \ \ \ \frac{7}{100}=7\%\ \ \ \ \ \ \ \frac{31}{200}=15.5\%\ \ \ \ \ \ \frac{3}{20}=15\%\\&amp;#13;&amp;#10;\frac{11}{25}=44\%\ \ \ \ \ \frac{11}{20}=55\%\ \ \ \ \ \ \ \frac{15}{200}=7.5\%\ \ \ \ \ \ \frac{63}{100}=63\%\end{array}\ &quot;&gt;&lt;mtable columnalign=&quot;left&quot; columnspacing=&quot;1em&quot; rowspacing=&quot;4pt&quot;&gt;&lt;mtr&gt;&lt;mtd&gt;&lt;mfrac&gt;&lt;mn&gt;1&lt;/mn&gt;&lt;mn&gt;4&lt;/mn&gt;&lt;/mfrac&gt;&lt;mo&gt;=&lt;/mo&gt;&lt;mn&gt;25&lt;/mn&gt;&lt;mi mathvariant=&quot;normal&quot;&gt;%&lt;/mi&gt;&lt;mtext&gt;&lt;/mtext&gt;&lt;mtext&gt;&lt;/mtext&gt;&lt;mtext&gt;&lt;/mtext&gt;&lt;mfrac&gt;&lt;mn&gt;1&lt;/mn&gt;&lt;mn&gt;5&lt;/mn&gt;&lt;/mfrac&gt;&lt;mo&gt;=&lt;/mo&gt;&lt;mn&gt;20&lt;/mn&gt;&lt;mi mathvariant=&quot;normal&quot;&gt;%&lt;/mi&gt;&lt;mtext&gt;&lt;/mtext&gt;&lt;mtext&gt;&lt;/mtext&gt;&lt;mtext&gt;&lt;/mtext&gt;&lt;mtext&gt;&lt;/mtext&gt;&lt;mfrac&gt;&lt;mn&gt;1&lt;/mn&gt;&lt;mn&gt;10&lt;/mn&gt;&lt;/mfrac&gt;&lt;mo&gt;=&lt;/mo&gt;&lt;mn&gt;10&lt;/mn&gt;&lt;mi mathvariant=&quot;normal&quot;&gt;%&lt;/mi&gt;&lt;mtext&gt;&lt;/mtext&gt;&lt;mtext&gt;&lt;/mtext&gt;&lt;mtext&gt;&lt;/mtext&gt;&lt;mtext&gt;&lt;/mtext&gt;&lt;mtext&gt;&lt;/mtext&gt;&lt;mfrac&gt;&lt;mn&gt;7&lt;/mn&gt;&lt;mn&gt;25&lt;/mn&gt;&lt;/mfrac&gt;&lt;mo&gt;=&lt;/mo&gt;&lt;mn&gt;28&lt;/mn&gt;&lt;mi mathvariant=&quot;normal&quot;&gt;%&lt;/mi&gt;&lt;/mtd&gt;&lt;/mtr&gt;&lt;mtr&gt;&lt;mtd&gt;&lt;mfrac&gt;&lt;mn&gt;9&lt;/mn&gt;&lt;mn&gt;20&lt;/mn&gt;&lt;/mfrac&gt;&lt;mo&gt;=&lt;/mo&gt;&lt;mn&gt;45&lt;/mn&gt;&lt;mi mathvariant=&quot;normal&quot;&gt;%&lt;/mi&gt;&lt;mtext&gt;&lt;/mtext&gt;&lt;mtext&gt;&lt;/mtext&gt;&lt;mtext&gt;&lt;/mtext&gt;&lt;mtext&gt;&lt;/mtext&gt;&lt;mtext&gt;&lt;/mtext&gt;&lt;mfrac&gt;&lt;mn&gt;7&lt;/mn&gt;&lt;mn&gt;100&lt;/mn&gt;&lt;/mfrac&gt;&lt;mo&gt;=&lt;/mo&gt;&lt;mn&gt;7&lt;/mn&gt;&lt;mi mathvariant=&quot;normal&quot;&gt;%&lt;/mi&gt;&lt;mtext&gt;&lt;/mtext&gt;&lt;mtext&gt;&lt;/mtext&gt;&lt;mtext&gt;&lt;/mtext&gt;&lt;mtext&gt;&lt;/mtext&gt;&lt;mtext&gt;&lt;/mtext&gt;&lt;mtext&gt;&lt;/mtext&gt;&lt;mtext&gt;&lt;/mtext&gt;&lt;mfrac&gt;&lt;mn&gt;31&lt;/mn&gt;&lt;mn&gt;200&lt;/mn&gt;&lt;/mfrac&gt;&lt;mo&gt;=&lt;/mo&gt;&lt;mn&gt;15.5&lt;/mn&gt;&lt;mi mathvariant=&quot;normal&quot;&gt;%&lt;/mi&gt;&lt;mtext&gt;&lt;/mtext&gt;&lt;mtext&gt;&lt;/mtext&gt;&lt;mtext&gt;&lt;/mtext&gt;&lt;mtext&gt;&lt;/mtext&gt;&lt;mtext&gt;&lt;/mtext&gt;&lt;mtext&gt;&lt;/mtext&gt;&lt;mfrac&gt;&lt;mn&gt;3&lt;/mn&gt;&lt;mn&gt;20&lt;/mn&gt;&lt;/mfrac&gt;&lt;mo&gt;=&lt;/mo&gt;&lt;mn&gt;15&lt;/mn&gt;&lt;mi mathvariant=&quot;normal&quot;&gt;%&lt;/mi&gt;&lt;/mtd&gt;&lt;/mtr&gt;&lt;mtr&gt;&lt;mtd&gt;&lt;mfrac&gt;&lt;mn&gt;11&lt;/mn&gt;&lt;mn&gt;25&lt;/mn&gt;&lt;/mfrac&gt;&lt;mo&gt;=&lt;/mo&gt;&lt;mn&gt;44&lt;/mn&gt;&lt;mi mathvariant=&quot;normal&quot;&gt;%&lt;/mi&gt;&lt;mtext&gt;&lt;/mtext&gt;&lt;mtext&gt;&lt;/mtext&gt;&lt;mtext&gt;&lt;/mtext&gt;&lt;mtext&gt;&lt;/mtext&gt;&lt;mtext&gt;&lt;/mtext&gt;&lt;mfrac&gt;&lt;mn&gt;11&lt;/mn&gt;&lt;mn&gt;20&lt;/mn&gt;&lt;/mfrac&gt;&lt;mo&gt;=&lt;/mo&gt;&lt;mn&gt;55&lt;/mn&gt;&lt;mi mathvariant=&quot;normal&quot;&gt;%&lt;/mi&gt;&lt;mtext&gt;&lt;/mtext&gt;&lt;mtext&gt;&lt;/mtext&gt;&lt;mtext&gt;&lt;/mtext&gt;&lt;mtext&gt;&lt;/mtext&gt;&lt;mtext&gt;&lt;/mtext&gt;&lt;mtext&gt;&lt;/mtext&gt;&lt;mtext&gt;&lt;/mtext&gt;&lt;mfrac&gt;&lt;mn&gt;15&lt;/mn&gt;&lt;mn&gt;200&lt;/mn&gt;&lt;/mfrac&gt;&lt;mo&gt;=&lt;/mo&gt;&lt;mn&gt;7.5&lt;/mn&gt;&lt;mi mathvariant=&quot;normal&quot;&gt;%&lt;/mi&gt;&lt;mtext&gt;&lt;/mtext&gt;&lt;mtext&gt;&lt;/mtext&gt;&lt;mtext&gt;&lt;/mtext&gt;&lt;mtext&gt;&lt;/mtext&gt;&lt;mtext&gt;&lt;/mtext&gt;&lt;mtext&gt;&lt;/mtext&gt;&lt;mfrac&gt;&lt;mn&gt;63&lt;/mn&gt;&lt;mn&gt;100&lt;/mn&gt;&lt;/mfrac&gt;&lt;mo&gt;=&lt;/mo&gt;&lt;mn&gt;63&lt;/mn&gt;&lt;mi mathvariant=&quot;normal&quot;&gt;%&lt;/mi&gt;&lt;/mtd&gt;&lt;/mtr&gt;&lt;/mtable&gt;&lt;mtext&gt;&lt;/mtext&gt;&lt;/math&gt;" id="164" name="Google Shape;164;p20" title="3 lines Line 1: one fourth equals 25 percent sign one fifth equals 20 percent sign one tenth equals 10 percent sign 7 over 25 equals 28 percent sign Line 2: 9 over 20 equals 45 percent sign 7 over 100 equals 7 percent sign 31 over 200 equals 15.5 percent sign 3 over 20 equals 15 percent sign Line 3: 11 over 25 equals 44 percent sign 11 over 20 equals 55 percent sign 15 over 200 equals 7.5 percent sign 63 over 100 equals 63 percent sign"/>
          <p:cNvPicPr preferRelativeResize="0"/>
          <p:nvPr/>
        </p:nvPicPr>
        <p:blipFill rotWithShape="1">
          <a:blip r:embed="rId3">
            <a:alphaModFix/>
          </a:blip>
          <a:srcRect b="-3475" l="23297" r="55211" t="30620"/>
          <a:stretch/>
        </p:blipFill>
        <p:spPr>
          <a:xfrm>
            <a:off x="1845137" y="2917355"/>
            <a:ext cx="1108128" cy="8622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4}=25\%\ \ \ \frac{1}{5}=20\%\ \ \ \ \frac{1}{10}=10\%\ \ \ \ \ \frac{7}{25}=28\%\\&amp;#13;&amp;#10;\frac{9}{20}=45\%\ \ \ \ \ \frac{7}{100}=7\%\ \ \ \ \ \ \ \frac{31}{200}=15.5\%\ \ \ \ \ \ \frac{3}{20}=15\%\\&amp;#13;&amp;#10;\frac{11}{25}=44\%\ \ \ \ \ \frac{11}{20}=55\%\ \ \ \ \ \ \ \frac{15}{200}=7.5\%\ \ \ \ \ \ \frac{63}{100}=63\%\end{array}\ &quot;&gt;&lt;mtable columnalign=&quot;left&quot; columnspacing=&quot;1em&quot; rowspacing=&quot;4pt&quot;&gt;&lt;mtr&gt;&lt;mtd&gt;&lt;mfrac&gt;&lt;mn&gt;1&lt;/mn&gt;&lt;mn&gt;4&lt;/mn&gt;&lt;/mfrac&gt;&lt;mo&gt;=&lt;/mo&gt;&lt;mn&gt;25&lt;/mn&gt;&lt;mi mathvariant=&quot;normal&quot;&gt;%&lt;/mi&gt;&lt;mtext&gt;&lt;/mtext&gt;&lt;mtext&gt;&lt;/mtext&gt;&lt;mtext&gt;&lt;/mtext&gt;&lt;mfrac&gt;&lt;mn&gt;1&lt;/mn&gt;&lt;mn&gt;5&lt;/mn&gt;&lt;/mfrac&gt;&lt;mo&gt;=&lt;/mo&gt;&lt;mn&gt;20&lt;/mn&gt;&lt;mi mathvariant=&quot;normal&quot;&gt;%&lt;/mi&gt;&lt;mtext&gt;&lt;/mtext&gt;&lt;mtext&gt;&lt;/mtext&gt;&lt;mtext&gt;&lt;/mtext&gt;&lt;mtext&gt;&lt;/mtext&gt;&lt;mfrac&gt;&lt;mn&gt;1&lt;/mn&gt;&lt;mn&gt;10&lt;/mn&gt;&lt;/mfrac&gt;&lt;mo&gt;=&lt;/mo&gt;&lt;mn&gt;10&lt;/mn&gt;&lt;mi mathvariant=&quot;normal&quot;&gt;%&lt;/mi&gt;&lt;mtext&gt;&lt;/mtext&gt;&lt;mtext&gt;&lt;/mtext&gt;&lt;mtext&gt;&lt;/mtext&gt;&lt;mtext&gt;&lt;/mtext&gt;&lt;mtext&gt;&lt;/mtext&gt;&lt;mfrac&gt;&lt;mn&gt;7&lt;/mn&gt;&lt;mn&gt;25&lt;/mn&gt;&lt;/mfrac&gt;&lt;mo&gt;=&lt;/mo&gt;&lt;mn&gt;28&lt;/mn&gt;&lt;mi mathvariant=&quot;normal&quot;&gt;%&lt;/mi&gt;&lt;/mtd&gt;&lt;/mtr&gt;&lt;mtr&gt;&lt;mtd&gt;&lt;mfrac&gt;&lt;mn&gt;9&lt;/mn&gt;&lt;mn&gt;20&lt;/mn&gt;&lt;/mfrac&gt;&lt;mo&gt;=&lt;/mo&gt;&lt;mn&gt;45&lt;/mn&gt;&lt;mi mathvariant=&quot;normal&quot;&gt;%&lt;/mi&gt;&lt;mtext&gt;&lt;/mtext&gt;&lt;mtext&gt;&lt;/mtext&gt;&lt;mtext&gt;&lt;/mtext&gt;&lt;mtext&gt;&lt;/mtext&gt;&lt;mtext&gt;&lt;/mtext&gt;&lt;mfrac&gt;&lt;mn&gt;7&lt;/mn&gt;&lt;mn&gt;100&lt;/mn&gt;&lt;/mfrac&gt;&lt;mo&gt;=&lt;/mo&gt;&lt;mn&gt;7&lt;/mn&gt;&lt;mi mathvariant=&quot;normal&quot;&gt;%&lt;/mi&gt;&lt;mtext&gt;&lt;/mtext&gt;&lt;mtext&gt;&lt;/mtext&gt;&lt;mtext&gt;&lt;/mtext&gt;&lt;mtext&gt;&lt;/mtext&gt;&lt;mtext&gt;&lt;/mtext&gt;&lt;mtext&gt;&lt;/mtext&gt;&lt;mtext&gt;&lt;/mtext&gt;&lt;mfrac&gt;&lt;mn&gt;31&lt;/mn&gt;&lt;mn&gt;200&lt;/mn&gt;&lt;/mfrac&gt;&lt;mo&gt;=&lt;/mo&gt;&lt;mn&gt;15.5&lt;/mn&gt;&lt;mi mathvariant=&quot;normal&quot;&gt;%&lt;/mi&gt;&lt;mtext&gt;&lt;/mtext&gt;&lt;mtext&gt;&lt;/mtext&gt;&lt;mtext&gt;&lt;/mtext&gt;&lt;mtext&gt;&lt;/mtext&gt;&lt;mtext&gt;&lt;/mtext&gt;&lt;mtext&gt;&lt;/mtext&gt;&lt;mfrac&gt;&lt;mn&gt;3&lt;/mn&gt;&lt;mn&gt;20&lt;/mn&gt;&lt;/mfrac&gt;&lt;mo&gt;=&lt;/mo&gt;&lt;mn&gt;15&lt;/mn&gt;&lt;mi mathvariant=&quot;normal&quot;&gt;%&lt;/mi&gt;&lt;/mtd&gt;&lt;/mtr&gt;&lt;mtr&gt;&lt;mtd&gt;&lt;mfrac&gt;&lt;mn&gt;11&lt;/mn&gt;&lt;mn&gt;25&lt;/mn&gt;&lt;/mfrac&gt;&lt;mo&gt;=&lt;/mo&gt;&lt;mn&gt;44&lt;/mn&gt;&lt;mi mathvariant=&quot;normal&quot;&gt;%&lt;/mi&gt;&lt;mtext&gt;&lt;/mtext&gt;&lt;mtext&gt;&lt;/mtext&gt;&lt;mtext&gt;&lt;/mtext&gt;&lt;mtext&gt;&lt;/mtext&gt;&lt;mtext&gt;&lt;/mtext&gt;&lt;mfrac&gt;&lt;mn&gt;11&lt;/mn&gt;&lt;mn&gt;20&lt;/mn&gt;&lt;/mfrac&gt;&lt;mo&gt;=&lt;/mo&gt;&lt;mn&gt;55&lt;/mn&gt;&lt;mi mathvariant=&quot;normal&quot;&gt;%&lt;/mi&gt;&lt;mtext&gt;&lt;/mtext&gt;&lt;mtext&gt;&lt;/mtext&gt;&lt;mtext&gt;&lt;/mtext&gt;&lt;mtext&gt;&lt;/mtext&gt;&lt;mtext&gt;&lt;/mtext&gt;&lt;mtext&gt;&lt;/mtext&gt;&lt;mtext&gt;&lt;/mtext&gt;&lt;mfrac&gt;&lt;mn&gt;15&lt;/mn&gt;&lt;mn&gt;200&lt;/mn&gt;&lt;/mfrac&gt;&lt;mo&gt;=&lt;/mo&gt;&lt;mn&gt;7.5&lt;/mn&gt;&lt;mi mathvariant=&quot;normal&quot;&gt;%&lt;/mi&gt;&lt;mtext&gt;&lt;/mtext&gt;&lt;mtext&gt;&lt;/mtext&gt;&lt;mtext&gt;&lt;/mtext&gt;&lt;mtext&gt;&lt;/mtext&gt;&lt;mtext&gt;&lt;/mtext&gt;&lt;mtext&gt;&lt;/mtext&gt;&lt;mfrac&gt;&lt;mn&gt;63&lt;/mn&gt;&lt;mn&gt;100&lt;/mn&gt;&lt;/mfrac&gt;&lt;mo&gt;=&lt;/mo&gt;&lt;mn&gt;63&lt;/mn&gt;&lt;mi mathvariant=&quot;normal&quot;&gt;%&lt;/mi&gt;&lt;/mtd&gt;&lt;/mtr&gt;&lt;/mtable&gt;&lt;mtext&gt;&lt;/mtext&gt;&lt;/math&gt;" id="165" name="Google Shape;165;p20" title="3 lines Line 1: one fourth equals 25 percent sign one fifth equals 20 percent sign one tenth equals 10 percent sign 7 over 25 equals 28 percent sign Line 2: 9 over 20 equals 45 percent sign 7 over 100 equals 7 percent sign 31 over 200 equals 15.5 percent sign 3 over 20 equals 15 percent sign Line 3: 11 over 25 equals 44 percent sign 11 over 20 equals 55 percent sign 15 over 200 equals 7.5 percent sign 63 over 100 equals 63 percent sign"/>
          <p:cNvPicPr preferRelativeResize="0"/>
          <p:nvPr/>
        </p:nvPicPr>
        <p:blipFill rotWithShape="1">
          <a:blip r:embed="rId3">
            <a:alphaModFix/>
          </a:blip>
          <a:srcRect b="67686" l="19021" r="61622" t="-6571"/>
          <a:stretch/>
        </p:blipFill>
        <p:spPr>
          <a:xfrm>
            <a:off x="1955194" y="2473212"/>
            <a:ext cx="998076" cy="460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4}=25\%\ \ \ \frac{1}{5}=20\%\ \ \ \ \frac{1}{10}=10\%\ \ \ \ \ \frac{7}{25}=28\%\\&amp;#13;&amp;#10;\frac{9}{20}=45\%\ \ \ \ \ \frac{7}{100}=7\%\ \ \ \ \ \ \ \frac{31}{200}=15.5\%\ \ \ \ \ \ \frac{3}{20}=15\%\\&amp;#13;&amp;#10;\frac{11}{25}=44\%\ \ \ \ \ \frac{11}{20}=55\%\ \ \ \ \ \ \ \frac{15}{200}=7.5\%\ \ \ \ \ \ \frac{63}{100}=63\%\end{array}\ &quot;&gt;&lt;mtable columnalign=&quot;left&quot; columnspacing=&quot;1em&quot; rowspacing=&quot;4pt&quot;&gt;&lt;mtr&gt;&lt;mtd&gt;&lt;mfrac&gt;&lt;mn&gt;1&lt;/mn&gt;&lt;mn&gt;4&lt;/mn&gt;&lt;/mfrac&gt;&lt;mo&gt;=&lt;/mo&gt;&lt;mn&gt;25&lt;/mn&gt;&lt;mi mathvariant=&quot;normal&quot;&gt;%&lt;/mi&gt;&lt;mtext&gt;&lt;/mtext&gt;&lt;mtext&gt;&lt;/mtext&gt;&lt;mtext&gt;&lt;/mtext&gt;&lt;mfrac&gt;&lt;mn&gt;1&lt;/mn&gt;&lt;mn&gt;5&lt;/mn&gt;&lt;/mfrac&gt;&lt;mo&gt;=&lt;/mo&gt;&lt;mn&gt;20&lt;/mn&gt;&lt;mi mathvariant=&quot;normal&quot;&gt;%&lt;/mi&gt;&lt;mtext&gt;&lt;/mtext&gt;&lt;mtext&gt;&lt;/mtext&gt;&lt;mtext&gt;&lt;/mtext&gt;&lt;mtext&gt;&lt;/mtext&gt;&lt;mfrac&gt;&lt;mn&gt;1&lt;/mn&gt;&lt;mn&gt;10&lt;/mn&gt;&lt;/mfrac&gt;&lt;mo&gt;=&lt;/mo&gt;&lt;mn&gt;10&lt;/mn&gt;&lt;mi mathvariant=&quot;normal&quot;&gt;%&lt;/mi&gt;&lt;mtext&gt;&lt;/mtext&gt;&lt;mtext&gt;&lt;/mtext&gt;&lt;mtext&gt;&lt;/mtext&gt;&lt;mtext&gt;&lt;/mtext&gt;&lt;mtext&gt;&lt;/mtext&gt;&lt;mfrac&gt;&lt;mn&gt;7&lt;/mn&gt;&lt;mn&gt;25&lt;/mn&gt;&lt;/mfrac&gt;&lt;mo&gt;=&lt;/mo&gt;&lt;mn&gt;28&lt;/mn&gt;&lt;mi mathvariant=&quot;normal&quot;&gt;%&lt;/mi&gt;&lt;/mtd&gt;&lt;/mtr&gt;&lt;mtr&gt;&lt;mtd&gt;&lt;mfrac&gt;&lt;mn&gt;9&lt;/mn&gt;&lt;mn&gt;20&lt;/mn&gt;&lt;/mfrac&gt;&lt;mo&gt;=&lt;/mo&gt;&lt;mn&gt;45&lt;/mn&gt;&lt;mi mathvariant=&quot;normal&quot;&gt;%&lt;/mi&gt;&lt;mtext&gt;&lt;/mtext&gt;&lt;mtext&gt;&lt;/mtext&gt;&lt;mtext&gt;&lt;/mtext&gt;&lt;mtext&gt;&lt;/mtext&gt;&lt;mtext&gt;&lt;/mtext&gt;&lt;mfrac&gt;&lt;mn&gt;7&lt;/mn&gt;&lt;mn&gt;100&lt;/mn&gt;&lt;/mfrac&gt;&lt;mo&gt;=&lt;/mo&gt;&lt;mn&gt;7&lt;/mn&gt;&lt;mi mathvariant=&quot;normal&quot;&gt;%&lt;/mi&gt;&lt;mtext&gt;&lt;/mtext&gt;&lt;mtext&gt;&lt;/mtext&gt;&lt;mtext&gt;&lt;/mtext&gt;&lt;mtext&gt;&lt;/mtext&gt;&lt;mtext&gt;&lt;/mtext&gt;&lt;mtext&gt;&lt;/mtext&gt;&lt;mtext&gt;&lt;/mtext&gt;&lt;mfrac&gt;&lt;mn&gt;31&lt;/mn&gt;&lt;mn&gt;200&lt;/mn&gt;&lt;/mfrac&gt;&lt;mo&gt;=&lt;/mo&gt;&lt;mn&gt;15.5&lt;/mn&gt;&lt;mi mathvariant=&quot;normal&quot;&gt;%&lt;/mi&gt;&lt;mtext&gt;&lt;/mtext&gt;&lt;mtext&gt;&lt;/mtext&gt;&lt;mtext&gt;&lt;/mtext&gt;&lt;mtext&gt;&lt;/mtext&gt;&lt;mtext&gt;&lt;/mtext&gt;&lt;mtext&gt;&lt;/mtext&gt;&lt;mfrac&gt;&lt;mn&gt;3&lt;/mn&gt;&lt;mn&gt;20&lt;/mn&gt;&lt;/mfrac&gt;&lt;mo&gt;=&lt;/mo&gt;&lt;mn&gt;15&lt;/mn&gt;&lt;mi mathvariant=&quot;normal&quot;&gt;%&lt;/mi&gt;&lt;/mtd&gt;&lt;/mtr&gt;&lt;mtr&gt;&lt;mtd&gt;&lt;mfrac&gt;&lt;mn&gt;11&lt;/mn&gt;&lt;mn&gt;25&lt;/mn&gt;&lt;/mfrac&gt;&lt;mo&gt;=&lt;/mo&gt;&lt;mn&gt;44&lt;/mn&gt;&lt;mi mathvariant=&quot;normal&quot;&gt;%&lt;/mi&gt;&lt;mtext&gt;&lt;/mtext&gt;&lt;mtext&gt;&lt;/mtext&gt;&lt;mtext&gt;&lt;/mtext&gt;&lt;mtext&gt;&lt;/mtext&gt;&lt;mtext&gt;&lt;/mtext&gt;&lt;mfrac&gt;&lt;mn&gt;11&lt;/mn&gt;&lt;mn&gt;20&lt;/mn&gt;&lt;/mfrac&gt;&lt;mo&gt;=&lt;/mo&gt;&lt;mn&gt;55&lt;/mn&gt;&lt;mi mathvariant=&quot;normal&quot;&gt;%&lt;/mi&gt;&lt;mtext&gt;&lt;/mtext&gt;&lt;mtext&gt;&lt;/mtext&gt;&lt;mtext&gt;&lt;/mtext&gt;&lt;mtext&gt;&lt;/mtext&gt;&lt;mtext&gt;&lt;/mtext&gt;&lt;mtext&gt;&lt;/mtext&gt;&lt;mtext&gt;&lt;/mtext&gt;&lt;mfrac&gt;&lt;mn&gt;15&lt;/mn&gt;&lt;mn&gt;200&lt;/mn&gt;&lt;/mfrac&gt;&lt;mo&gt;=&lt;/mo&gt;&lt;mn&gt;7.5&lt;/mn&gt;&lt;mi mathvariant=&quot;normal&quot;&gt;%&lt;/mi&gt;&lt;mtext&gt;&lt;/mtext&gt;&lt;mtext&gt;&lt;/mtext&gt;&lt;mtext&gt;&lt;/mtext&gt;&lt;mtext&gt;&lt;/mtext&gt;&lt;mtext&gt;&lt;/mtext&gt;&lt;mtext&gt;&lt;/mtext&gt;&lt;mfrac&gt;&lt;mn&gt;63&lt;/mn&gt;&lt;mn&gt;100&lt;/mn&gt;&lt;/mfrac&gt;&lt;mo&gt;=&lt;/mo&gt;&lt;mn&gt;63&lt;/mn&gt;&lt;mi mathvariant=&quot;normal&quot;&gt;%&lt;/mi&gt;&lt;/mtd&gt;&lt;/mtr&gt;&lt;/mtable&gt;&lt;mtext&gt;&lt;/mtext&gt;&lt;/math&gt;" id="166" name="Google Shape;166;p20" title="3 lines Line 1: one fourth equals 25 percent sign one fifth equals 20 percent sign one tenth equals 10 percent sign 7 over 25 equals 28 percent sign Line 2: 9 over 20 equals 45 percent sign 7 over 100 equals 7 percent sign 31 over 200 equals 15.5 percent sign 3 over 20 equals 15 percent sign Line 3: 11 over 25 equals 44 percent sign 11 over 20 equals 55 percent sign 15 over 200 equals 7.5 percent sign 63 over 100 equals 63 percent sign"/>
          <p:cNvPicPr preferRelativeResize="0"/>
          <p:nvPr/>
        </p:nvPicPr>
        <p:blipFill rotWithShape="1">
          <a:blip r:embed="rId3">
            <a:alphaModFix/>
          </a:blip>
          <a:srcRect b="68094" l="65143" r="12190" t="0"/>
          <a:stretch/>
        </p:blipFill>
        <p:spPr>
          <a:xfrm>
            <a:off x="1804842" y="3833250"/>
            <a:ext cx="1182057" cy="3819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4}=25\%\ \ \ \frac{1}{5}=20\%\ \ \ \ \frac{1}{10}=10\%\ \ \ \ \ \frac{7}{25}=28\%\\&amp;#13;&amp;#10;\frac{9}{20}=45\%\ \ \ \ \ \frac{7}{100}=7\%\ \ \ \ \ \ \ \frac{31}{200}=15.5\%\ \ \ \ \ \ \frac{3}{20}=15\%\\&amp;#13;&amp;#10;\frac{11}{25}=44\%\ \ \ \ \ \frac{11}{20}=55\%\ \ \ \ \ \ \ \frac{15}{200}=7.5\%\ \ \ \ \ \ \frac{63}{100}=63\%\end{array}\ &quot;&gt;&lt;mtable columnalign=&quot;left&quot; columnspacing=&quot;1em&quot; rowspacing=&quot;4pt&quot;&gt;&lt;mtr&gt;&lt;mtd&gt;&lt;mfrac&gt;&lt;mn&gt;1&lt;/mn&gt;&lt;mn&gt;4&lt;/mn&gt;&lt;/mfrac&gt;&lt;mo&gt;=&lt;/mo&gt;&lt;mn&gt;25&lt;/mn&gt;&lt;mi mathvariant=&quot;normal&quot;&gt;%&lt;/mi&gt;&lt;mtext&gt;&lt;/mtext&gt;&lt;mtext&gt;&lt;/mtext&gt;&lt;mtext&gt;&lt;/mtext&gt;&lt;mfrac&gt;&lt;mn&gt;1&lt;/mn&gt;&lt;mn&gt;5&lt;/mn&gt;&lt;/mfrac&gt;&lt;mo&gt;=&lt;/mo&gt;&lt;mn&gt;20&lt;/mn&gt;&lt;mi mathvariant=&quot;normal&quot;&gt;%&lt;/mi&gt;&lt;mtext&gt;&lt;/mtext&gt;&lt;mtext&gt;&lt;/mtext&gt;&lt;mtext&gt;&lt;/mtext&gt;&lt;mtext&gt;&lt;/mtext&gt;&lt;mfrac&gt;&lt;mn&gt;1&lt;/mn&gt;&lt;mn&gt;10&lt;/mn&gt;&lt;/mfrac&gt;&lt;mo&gt;=&lt;/mo&gt;&lt;mn&gt;10&lt;/mn&gt;&lt;mi mathvariant=&quot;normal&quot;&gt;%&lt;/mi&gt;&lt;mtext&gt;&lt;/mtext&gt;&lt;mtext&gt;&lt;/mtext&gt;&lt;mtext&gt;&lt;/mtext&gt;&lt;mtext&gt;&lt;/mtext&gt;&lt;mtext&gt;&lt;/mtext&gt;&lt;mfrac&gt;&lt;mn&gt;7&lt;/mn&gt;&lt;mn&gt;25&lt;/mn&gt;&lt;/mfrac&gt;&lt;mo&gt;=&lt;/mo&gt;&lt;mn&gt;28&lt;/mn&gt;&lt;mi mathvariant=&quot;normal&quot;&gt;%&lt;/mi&gt;&lt;/mtd&gt;&lt;/mtr&gt;&lt;mtr&gt;&lt;mtd&gt;&lt;mfrac&gt;&lt;mn&gt;9&lt;/mn&gt;&lt;mn&gt;20&lt;/mn&gt;&lt;/mfrac&gt;&lt;mo&gt;=&lt;/mo&gt;&lt;mn&gt;45&lt;/mn&gt;&lt;mi mathvariant=&quot;normal&quot;&gt;%&lt;/mi&gt;&lt;mtext&gt;&lt;/mtext&gt;&lt;mtext&gt;&lt;/mtext&gt;&lt;mtext&gt;&lt;/mtext&gt;&lt;mtext&gt;&lt;/mtext&gt;&lt;mtext&gt;&lt;/mtext&gt;&lt;mfrac&gt;&lt;mn&gt;7&lt;/mn&gt;&lt;mn&gt;100&lt;/mn&gt;&lt;/mfrac&gt;&lt;mo&gt;=&lt;/mo&gt;&lt;mn&gt;7&lt;/mn&gt;&lt;mi mathvariant=&quot;normal&quot;&gt;%&lt;/mi&gt;&lt;mtext&gt;&lt;/mtext&gt;&lt;mtext&gt;&lt;/mtext&gt;&lt;mtext&gt;&lt;/mtext&gt;&lt;mtext&gt;&lt;/mtext&gt;&lt;mtext&gt;&lt;/mtext&gt;&lt;mtext&gt;&lt;/mtext&gt;&lt;mtext&gt;&lt;/mtext&gt;&lt;mfrac&gt;&lt;mn&gt;31&lt;/mn&gt;&lt;mn&gt;200&lt;/mn&gt;&lt;/mfrac&gt;&lt;mo&gt;=&lt;/mo&gt;&lt;mn&gt;15.5&lt;/mn&gt;&lt;mi mathvariant=&quot;normal&quot;&gt;%&lt;/mi&gt;&lt;mtext&gt;&lt;/mtext&gt;&lt;mtext&gt;&lt;/mtext&gt;&lt;mtext&gt;&lt;/mtext&gt;&lt;mtext&gt;&lt;/mtext&gt;&lt;mtext&gt;&lt;/mtext&gt;&lt;mtext&gt;&lt;/mtext&gt;&lt;mfrac&gt;&lt;mn&gt;3&lt;/mn&gt;&lt;mn&gt;20&lt;/mn&gt;&lt;/mfrac&gt;&lt;mo&gt;=&lt;/mo&gt;&lt;mn&gt;15&lt;/mn&gt;&lt;mi mathvariant=&quot;normal&quot;&gt;%&lt;/mi&gt;&lt;/mtd&gt;&lt;/mtr&gt;&lt;mtr&gt;&lt;mtd&gt;&lt;mfrac&gt;&lt;mn&gt;11&lt;/mn&gt;&lt;mn&gt;25&lt;/mn&gt;&lt;/mfrac&gt;&lt;mo&gt;=&lt;/mo&gt;&lt;mn&gt;44&lt;/mn&gt;&lt;mi mathvariant=&quot;normal&quot;&gt;%&lt;/mi&gt;&lt;mtext&gt;&lt;/mtext&gt;&lt;mtext&gt;&lt;/mtext&gt;&lt;mtext&gt;&lt;/mtext&gt;&lt;mtext&gt;&lt;/mtext&gt;&lt;mtext&gt;&lt;/mtext&gt;&lt;mfrac&gt;&lt;mn&gt;11&lt;/mn&gt;&lt;mn&gt;20&lt;/mn&gt;&lt;/mfrac&gt;&lt;mo&gt;=&lt;/mo&gt;&lt;mn&gt;55&lt;/mn&gt;&lt;mi mathvariant=&quot;normal&quot;&gt;%&lt;/mi&gt;&lt;mtext&gt;&lt;/mtext&gt;&lt;mtext&gt;&lt;/mtext&gt;&lt;mtext&gt;&lt;/mtext&gt;&lt;mtext&gt;&lt;/mtext&gt;&lt;mtext&gt;&lt;/mtext&gt;&lt;mtext&gt;&lt;/mtext&gt;&lt;mtext&gt;&lt;/mtext&gt;&lt;mfrac&gt;&lt;mn&gt;15&lt;/mn&gt;&lt;mn&gt;200&lt;/mn&gt;&lt;/mfrac&gt;&lt;mo&gt;=&lt;/mo&gt;&lt;mn&gt;7.5&lt;/mn&gt;&lt;mi mathvariant=&quot;normal&quot;&gt;%&lt;/mi&gt;&lt;mtext&gt;&lt;/mtext&gt;&lt;mtext&gt;&lt;/mtext&gt;&lt;mtext&gt;&lt;/mtext&gt;&lt;mtext&gt;&lt;/mtext&gt;&lt;mtext&gt;&lt;/mtext&gt;&lt;mtext&gt;&lt;/mtext&gt;&lt;mfrac&gt;&lt;mn&gt;63&lt;/mn&gt;&lt;mn&gt;100&lt;/mn&gt;&lt;/mfrac&gt;&lt;mo&gt;=&lt;/mo&gt;&lt;mn&gt;63&lt;/mn&gt;&lt;mi mathvariant=&quot;normal&quot;&gt;%&lt;/mi&gt;&lt;/mtd&gt;&lt;/mtr&gt;&lt;/mtable&gt;&lt;mtext&gt;&lt;/mtext&gt;&lt;/math&gt;" id="167" name="Google Shape;167;p20" title="3 lines Line 1: one fourth equals 25 percent sign one fifth equals 20 percent sign one tenth equals 10 percent sign 7 over 25 equals 28 percent sign Line 2: 9 over 20 equals 45 percent sign 7 over 100 equals 7 percent sign 31 over 200 equals 15.5 percent sign 3 over 20 equals 15 percent sign Line 3: 11 over 25 equals 44 percent sign 11 over 20 equals 55 percent sign 15 over 200 equals 7.5 percent sign 63 over 100 equals 63 percent sign"/>
          <p:cNvPicPr preferRelativeResize="0"/>
          <p:nvPr/>
        </p:nvPicPr>
        <p:blipFill rotWithShape="1">
          <a:blip r:embed="rId3">
            <a:alphaModFix/>
          </a:blip>
          <a:srcRect b="0" l="0" r="80644" t="0"/>
          <a:stretch/>
        </p:blipFill>
        <p:spPr>
          <a:xfrm>
            <a:off x="881913" y="2565741"/>
            <a:ext cx="963227" cy="11422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4}=25\%\ \ \ \frac{1}{5}=20\%\ \ \ \ \frac{1}{10}=10\%\ \ \ \ \ \frac{7}{25}=28\%\\&amp;#13;&amp;#10;\frac{9}{20}=45\%\ \ \ \ \ \frac{7}{100}=7\%\ \ \ \ \ \ \ \frac{31}{200}=15.5\%\ \ \ \ \ \ \frac{3}{20}=15\%\\&amp;#13;&amp;#10;\frac{11}{25}=44\%\ \ \ \ \ \frac{11}{20}=55\%\ \ \ \ \ \ \ \frac{15}{200}=7.5\%\ \ \ \ \ \ \frac{63}{100}=63\%\end{array}\ &quot;&gt;&lt;mtable columnalign=&quot;left&quot; columnspacing=&quot;1em&quot; rowspacing=&quot;4pt&quot;&gt;&lt;mtr&gt;&lt;mtd&gt;&lt;mfrac&gt;&lt;mn&gt;1&lt;/mn&gt;&lt;mn&gt;4&lt;/mn&gt;&lt;/mfrac&gt;&lt;mo&gt;=&lt;/mo&gt;&lt;mn&gt;25&lt;/mn&gt;&lt;mi mathvariant=&quot;normal&quot;&gt;%&lt;/mi&gt;&lt;mtext&gt;&lt;/mtext&gt;&lt;mtext&gt;&lt;/mtext&gt;&lt;mtext&gt;&lt;/mtext&gt;&lt;mfrac&gt;&lt;mn&gt;1&lt;/mn&gt;&lt;mn&gt;5&lt;/mn&gt;&lt;/mfrac&gt;&lt;mo&gt;=&lt;/mo&gt;&lt;mn&gt;20&lt;/mn&gt;&lt;mi mathvariant=&quot;normal&quot;&gt;%&lt;/mi&gt;&lt;mtext&gt;&lt;/mtext&gt;&lt;mtext&gt;&lt;/mtext&gt;&lt;mtext&gt;&lt;/mtext&gt;&lt;mtext&gt;&lt;/mtext&gt;&lt;mfrac&gt;&lt;mn&gt;1&lt;/mn&gt;&lt;mn&gt;10&lt;/mn&gt;&lt;/mfrac&gt;&lt;mo&gt;=&lt;/mo&gt;&lt;mn&gt;10&lt;/mn&gt;&lt;mi mathvariant=&quot;normal&quot;&gt;%&lt;/mi&gt;&lt;mtext&gt;&lt;/mtext&gt;&lt;mtext&gt;&lt;/mtext&gt;&lt;mtext&gt;&lt;/mtext&gt;&lt;mtext&gt;&lt;/mtext&gt;&lt;mtext&gt;&lt;/mtext&gt;&lt;mfrac&gt;&lt;mn&gt;7&lt;/mn&gt;&lt;mn&gt;25&lt;/mn&gt;&lt;/mfrac&gt;&lt;mo&gt;=&lt;/mo&gt;&lt;mn&gt;28&lt;/mn&gt;&lt;mi mathvariant=&quot;normal&quot;&gt;%&lt;/mi&gt;&lt;/mtd&gt;&lt;/mtr&gt;&lt;mtr&gt;&lt;mtd&gt;&lt;mfrac&gt;&lt;mn&gt;9&lt;/mn&gt;&lt;mn&gt;20&lt;/mn&gt;&lt;/mfrac&gt;&lt;mo&gt;=&lt;/mo&gt;&lt;mn&gt;45&lt;/mn&gt;&lt;mi mathvariant=&quot;normal&quot;&gt;%&lt;/mi&gt;&lt;mtext&gt;&lt;/mtext&gt;&lt;mtext&gt;&lt;/mtext&gt;&lt;mtext&gt;&lt;/mtext&gt;&lt;mtext&gt;&lt;/mtext&gt;&lt;mtext&gt;&lt;/mtext&gt;&lt;mfrac&gt;&lt;mn&gt;7&lt;/mn&gt;&lt;mn&gt;100&lt;/mn&gt;&lt;/mfrac&gt;&lt;mo&gt;=&lt;/mo&gt;&lt;mn&gt;7&lt;/mn&gt;&lt;mi mathvariant=&quot;normal&quot;&gt;%&lt;/mi&gt;&lt;mtext&gt;&lt;/mtext&gt;&lt;mtext&gt;&lt;/mtext&gt;&lt;mtext&gt;&lt;/mtext&gt;&lt;mtext&gt;&lt;/mtext&gt;&lt;mtext&gt;&lt;/mtext&gt;&lt;mtext&gt;&lt;/mtext&gt;&lt;mtext&gt;&lt;/mtext&gt;&lt;mfrac&gt;&lt;mn&gt;31&lt;/mn&gt;&lt;mn&gt;200&lt;/mn&gt;&lt;/mfrac&gt;&lt;mo&gt;=&lt;/mo&gt;&lt;mn&gt;15.5&lt;/mn&gt;&lt;mi mathvariant=&quot;normal&quot;&gt;%&lt;/mi&gt;&lt;mtext&gt;&lt;/mtext&gt;&lt;mtext&gt;&lt;/mtext&gt;&lt;mtext&gt;&lt;/mtext&gt;&lt;mtext&gt;&lt;/mtext&gt;&lt;mtext&gt;&lt;/mtext&gt;&lt;mtext&gt;&lt;/mtext&gt;&lt;mfrac&gt;&lt;mn&gt;3&lt;/mn&gt;&lt;mn&gt;20&lt;/mn&gt;&lt;/mfrac&gt;&lt;mo&gt;=&lt;/mo&gt;&lt;mn&gt;15&lt;/mn&gt;&lt;mi mathvariant=&quot;normal&quot;&gt;%&lt;/mi&gt;&lt;/mtd&gt;&lt;/mtr&gt;&lt;mtr&gt;&lt;mtd&gt;&lt;mfrac&gt;&lt;mn&gt;11&lt;/mn&gt;&lt;mn&gt;25&lt;/mn&gt;&lt;/mfrac&gt;&lt;mo&gt;=&lt;/mo&gt;&lt;mn&gt;44&lt;/mn&gt;&lt;mi mathvariant=&quot;normal&quot;&gt;%&lt;/mi&gt;&lt;mtext&gt;&lt;/mtext&gt;&lt;mtext&gt;&lt;/mtext&gt;&lt;mtext&gt;&lt;/mtext&gt;&lt;mtext&gt;&lt;/mtext&gt;&lt;mtext&gt;&lt;/mtext&gt;&lt;mfrac&gt;&lt;mn&gt;11&lt;/mn&gt;&lt;mn&gt;20&lt;/mn&gt;&lt;/mfrac&gt;&lt;mo&gt;=&lt;/mo&gt;&lt;mn&gt;55&lt;/mn&gt;&lt;mi mathvariant=&quot;normal&quot;&gt;%&lt;/mi&gt;&lt;mtext&gt;&lt;/mtext&gt;&lt;mtext&gt;&lt;/mtext&gt;&lt;mtext&gt;&lt;/mtext&gt;&lt;mtext&gt;&lt;/mtext&gt;&lt;mtext&gt;&lt;/mtext&gt;&lt;mtext&gt;&lt;/mtext&gt;&lt;mtext&gt;&lt;/mtext&gt;&lt;mfrac&gt;&lt;mn&gt;15&lt;/mn&gt;&lt;mn&gt;200&lt;/mn&gt;&lt;/mfrac&gt;&lt;mo&gt;=&lt;/mo&gt;&lt;mn&gt;7.5&lt;/mn&gt;&lt;mi mathvariant=&quot;normal&quot;&gt;%&lt;/mi&gt;&lt;mtext&gt;&lt;/mtext&gt;&lt;mtext&gt;&lt;/mtext&gt;&lt;mtext&gt;&lt;/mtext&gt;&lt;mtext&gt;&lt;/mtext&gt;&lt;mtext&gt;&lt;/mtext&gt;&lt;mtext&gt;&lt;/mtext&gt;&lt;mfrac&gt;&lt;mn&gt;63&lt;/mn&gt;&lt;mn&gt;100&lt;/mn&gt;&lt;/mfrac&gt;&lt;mo&gt;=&lt;/mo&gt;&lt;mn&gt;63&lt;/mn&gt;&lt;mi mathvariant=&quot;normal&quot;&gt;%&lt;/mi&gt;&lt;/mtd&gt;&lt;/mtr&gt;&lt;/mtable&gt;&lt;mtext&gt;&lt;/mtext&gt;&lt;/math&gt;" id="168" name="Google Shape;168;p20" title="3 lines Line 1: one fourth equals 25 percent sign one fifth equals 20 percent sign one tenth equals 10 percent sign 7 over 25 equals 28 percent sign Line 2: 9 over 20 equals 45 percent sign 7 over 100 equals 7 percent sign 31 over 200 equals 15.5 percent sign 3 over 20 equals 15 percent sign Line 3: 11 over 25 equals 44 percent sign 11 over 20 equals 55 percent sign 15 over 200 equals 7.5 percent sign 63 over 100 equals 63 percent sign"/>
          <p:cNvPicPr preferRelativeResize="0"/>
          <p:nvPr/>
        </p:nvPicPr>
        <p:blipFill rotWithShape="1">
          <a:blip r:embed="rId3">
            <a:alphaModFix/>
          </a:blip>
          <a:srcRect b="68092" l="41146" r="38870" t="0"/>
          <a:stretch/>
        </p:blipFill>
        <p:spPr>
          <a:xfrm>
            <a:off x="790929" y="3857770"/>
            <a:ext cx="998076" cy="3657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4}=25\%\ \ \ \frac{1}{5}=20\%\ \ \ \ \frac{1}{10}=10\%\ \ \ \ \ \frac{7}{25}=28\%\\&amp;#13;&amp;#10;\frac{9}{20}=45\%\ \ \ \ \ \frac{7}{100}=7\%\ \ \ \ \ \ \ \frac{31}{200}=15.5\%\ \ \ \ \ \ \frac{3}{20}=15\%\\&amp;#13;&amp;#10;\frac{11}{25}=44\%\ \ \ \ \ \frac{11}{20}=55\%\ \ \ \ \ \ \ \frac{15}{200}=7.5\%\ \ \ \ \ \ \frac{63}{100}=63\%\end{array}\ &quot;&gt;&lt;mtable columnalign=&quot;left&quot; columnspacing=&quot;1em&quot; rowspacing=&quot;4pt&quot;&gt;&lt;mtr&gt;&lt;mtd&gt;&lt;mfrac&gt;&lt;mn&gt;1&lt;/mn&gt;&lt;mn&gt;4&lt;/mn&gt;&lt;/mfrac&gt;&lt;mo&gt;=&lt;/mo&gt;&lt;mn&gt;25&lt;/mn&gt;&lt;mi mathvariant=&quot;normal&quot;&gt;%&lt;/mi&gt;&lt;mtext&gt;&lt;/mtext&gt;&lt;mtext&gt;&lt;/mtext&gt;&lt;mtext&gt;&lt;/mtext&gt;&lt;mfrac&gt;&lt;mn&gt;1&lt;/mn&gt;&lt;mn&gt;5&lt;/mn&gt;&lt;/mfrac&gt;&lt;mo&gt;=&lt;/mo&gt;&lt;mn&gt;20&lt;/mn&gt;&lt;mi mathvariant=&quot;normal&quot;&gt;%&lt;/mi&gt;&lt;mtext&gt;&lt;/mtext&gt;&lt;mtext&gt;&lt;/mtext&gt;&lt;mtext&gt;&lt;/mtext&gt;&lt;mtext&gt;&lt;/mtext&gt;&lt;mfrac&gt;&lt;mn&gt;1&lt;/mn&gt;&lt;mn&gt;10&lt;/mn&gt;&lt;/mfrac&gt;&lt;mo&gt;=&lt;/mo&gt;&lt;mn&gt;10&lt;/mn&gt;&lt;mi mathvariant=&quot;normal&quot;&gt;%&lt;/mi&gt;&lt;mtext&gt;&lt;/mtext&gt;&lt;mtext&gt;&lt;/mtext&gt;&lt;mtext&gt;&lt;/mtext&gt;&lt;mtext&gt;&lt;/mtext&gt;&lt;mtext&gt;&lt;/mtext&gt;&lt;mfrac&gt;&lt;mn&gt;7&lt;/mn&gt;&lt;mn&gt;25&lt;/mn&gt;&lt;/mfrac&gt;&lt;mo&gt;=&lt;/mo&gt;&lt;mn&gt;28&lt;/mn&gt;&lt;mi mathvariant=&quot;normal&quot;&gt;%&lt;/mi&gt;&lt;/mtd&gt;&lt;/mtr&gt;&lt;mtr&gt;&lt;mtd&gt;&lt;mfrac&gt;&lt;mn&gt;9&lt;/mn&gt;&lt;mn&gt;20&lt;/mn&gt;&lt;/mfrac&gt;&lt;mo&gt;=&lt;/mo&gt;&lt;mn&gt;45&lt;/mn&gt;&lt;mi mathvariant=&quot;normal&quot;&gt;%&lt;/mi&gt;&lt;mtext&gt;&lt;/mtext&gt;&lt;mtext&gt;&lt;/mtext&gt;&lt;mtext&gt;&lt;/mtext&gt;&lt;mtext&gt;&lt;/mtext&gt;&lt;mtext&gt;&lt;/mtext&gt;&lt;mfrac&gt;&lt;mn&gt;7&lt;/mn&gt;&lt;mn&gt;100&lt;/mn&gt;&lt;/mfrac&gt;&lt;mo&gt;=&lt;/mo&gt;&lt;mn&gt;7&lt;/mn&gt;&lt;mi mathvariant=&quot;normal&quot;&gt;%&lt;/mi&gt;&lt;mtext&gt;&lt;/mtext&gt;&lt;mtext&gt;&lt;/mtext&gt;&lt;mtext&gt;&lt;/mtext&gt;&lt;mtext&gt;&lt;/mtext&gt;&lt;mtext&gt;&lt;/mtext&gt;&lt;mtext&gt;&lt;/mtext&gt;&lt;mtext&gt;&lt;/mtext&gt;&lt;mfrac&gt;&lt;mn&gt;31&lt;/mn&gt;&lt;mn&gt;200&lt;/mn&gt;&lt;/mfrac&gt;&lt;mo&gt;=&lt;/mo&gt;&lt;mn&gt;15.5&lt;/mn&gt;&lt;mi mathvariant=&quot;normal&quot;&gt;%&lt;/mi&gt;&lt;mtext&gt;&lt;/mtext&gt;&lt;mtext&gt;&lt;/mtext&gt;&lt;mtext&gt;&lt;/mtext&gt;&lt;mtext&gt;&lt;/mtext&gt;&lt;mtext&gt;&lt;/mtext&gt;&lt;mtext&gt;&lt;/mtext&gt;&lt;mfrac&gt;&lt;mn&gt;3&lt;/mn&gt;&lt;mn&gt;20&lt;/mn&gt;&lt;/mfrac&gt;&lt;mo&gt;=&lt;/mo&gt;&lt;mn&gt;15&lt;/mn&gt;&lt;mi mathvariant=&quot;normal&quot;&gt;%&lt;/mi&gt;&lt;/mtd&gt;&lt;/mtr&gt;&lt;mtr&gt;&lt;mtd&gt;&lt;mfrac&gt;&lt;mn&gt;11&lt;/mn&gt;&lt;mn&gt;25&lt;/mn&gt;&lt;/mfrac&gt;&lt;mo&gt;=&lt;/mo&gt;&lt;mn&gt;44&lt;/mn&gt;&lt;mi mathvariant=&quot;normal&quot;&gt;%&lt;/mi&gt;&lt;mtext&gt;&lt;/mtext&gt;&lt;mtext&gt;&lt;/mtext&gt;&lt;mtext&gt;&lt;/mtext&gt;&lt;mtext&gt;&lt;/mtext&gt;&lt;mtext&gt;&lt;/mtext&gt;&lt;mfrac&gt;&lt;mn&gt;11&lt;/mn&gt;&lt;mn&gt;20&lt;/mn&gt;&lt;/mfrac&gt;&lt;mo&gt;=&lt;/mo&gt;&lt;mn&gt;55&lt;/mn&gt;&lt;mi mathvariant=&quot;normal&quot;&gt;%&lt;/mi&gt;&lt;mtext&gt;&lt;/mtext&gt;&lt;mtext&gt;&lt;/mtext&gt;&lt;mtext&gt;&lt;/mtext&gt;&lt;mtext&gt;&lt;/mtext&gt;&lt;mtext&gt;&lt;/mtext&gt;&lt;mtext&gt;&lt;/mtext&gt;&lt;mtext&gt;&lt;/mtext&gt;&lt;mfrac&gt;&lt;mn&gt;15&lt;/mn&gt;&lt;mn&gt;200&lt;/mn&gt;&lt;/mfrac&gt;&lt;mo&gt;=&lt;/mo&gt;&lt;mn&gt;7.5&lt;/mn&gt;&lt;mi mathvariant=&quot;normal&quot;&gt;%&lt;/mi&gt;&lt;mtext&gt;&lt;/mtext&gt;&lt;mtext&gt;&lt;/mtext&gt;&lt;mtext&gt;&lt;/mtext&gt;&lt;mtext&gt;&lt;/mtext&gt;&lt;mtext&gt;&lt;/mtext&gt;&lt;mtext&gt;&lt;/mtext&gt;&lt;mfrac&gt;&lt;mn&gt;63&lt;/mn&gt;&lt;mn&gt;100&lt;/mn&gt;&lt;/mfrac&gt;&lt;mo&gt;=&lt;/mo&gt;&lt;mn&gt;63&lt;/mn&gt;&lt;mi mathvariant=&quot;normal&quot;&gt;%&lt;/mi&gt;&lt;/mtd&gt;&lt;/mtr&gt;&lt;/mtable&gt;&lt;mtext&gt;&lt;/mtext&gt;&lt;/math&gt;" id="169" name="Google Shape;169;p20" title="3 lines Line 1: one fourth equals 25 percent sign one fifth equals 20 percent sign one tenth equals 10 percent sign 7 over 25 equals 28 percent sign Line 2: 9 over 20 equals 45 percent sign 7 over 100 equals 7 percent sign 31 over 200 equals 15.5 percent sign 3 over 20 equals 15 percent sign Line 3: 11 over 25 equals 44 percent sign 11 over 20 equals 55 percent sign 15 over 200 equals 7.5 percent sign 63 over 100 equals 63 percent sign"/>
          <p:cNvPicPr preferRelativeResize="0"/>
          <p:nvPr/>
        </p:nvPicPr>
        <p:blipFill rotWithShape="1">
          <a:blip r:embed="rId3">
            <a:alphaModFix/>
          </a:blip>
          <a:srcRect b="-3588" l="48202" r="26010" t="34708"/>
          <a:stretch/>
        </p:blipFill>
        <p:spPr>
          <a:xfrm>
            <a:off x="680366" y="4348126"/>
            <a:ext cx="1108128" cy="67947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/>
          <p:nvPr/>
        </p:nvSpPr>
        <p:spPr>
          <a:xfrm>
            <a:off x="790929" y="2527436"/>
            <a:ext cx="1027500" cy="382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0"/>
          <p:cNvSpPr/>
          <p:nvPr/>
        </p:nvSpPr>
        <p:spPr>
          <a:xfrm>
            <a:off x="1870615" y="2527436"/>
            <a:ext cx="1082700" cy="382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790929" y="2966516"/>
            <a:ext cx="1027500" cy="382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790929" y="3390648"/>
            <a:ext cx="1027500" cy="382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790929" y="3829728"/>
            <a:ext cx="1027500" cy="382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790929" y="4268812"/>
            <a:ext cx="1027500" cy="382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790929" y="4707892"/>
            <a:ext cx="1027500" cy="382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1871033" y="2966516"/>
            <a:ext cx="1073400" cy="382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1861486" y="3398126"/>
            <a:ext cx="1073400" cy="382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1861486" y="3837208"/>
            <a:ext cx="1073400" cy="382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1861486" y="4265718"/>
            <a:ext cx="1073400" cy="382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1861486" y="4704800"/>
            <a:ext cx="1073400" cy="382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2" name="Google Shape;182;p20"/>
          <p:cNvGraphicFramePr/>
          <p:nvPr/>
        </p:nvGraphicFramePr>
        <p:xfrm>
          <a:off x="3451075" y="196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{6DF232EA-443A-4C77-B00C-F2DBA54A9DF9}</a:tableStyleId>
              </a:tblPr>
              <a:tblGrid>
                <a:gridCol w="610275"/>
                <a:gridCol w="610275"/>
                <a:gridCol w="610275"/>
                <a:gridCol w="610275"/>
                <a:gridCol w="610275"/>
                <a:gridCol w="610275"/>
              </a:tblGrid>
              <a:tr h="506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20%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31%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6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15.5%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17%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6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3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31%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6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29%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6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59%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7.5%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63%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183" name="Google Shape;183;p20"/>
          <p:cNvGrpSpPr/>
          <p:nvPr/>
        </p:nvGrpSpPr>
        <p:grpSpPr>
          <a:xfrm>
            <a:off x="1056072" y="2539658"/>
            <a:ext cx="1856327" cy="2515110"/>
            <a:chOff x="1036725" y="1636625"/>
            <a:chExt cx="2282463" cy="3092475"/>
          </a:xfrm>
        </p:grpSpPr>
        <p:pic>
          <p:nvPicPr>
            <p:cNvPr id="184" name="Google Shape;184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36725" y="1666850"/>
              <a:ext cx="900650" cy="38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" name="Google Shape;185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73400" y="2195900"/>
              <a:ext cx="900650" cy="38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6" name="Google Shape;186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73400" y="2709450"/>
              <a:ext cx="863975" cy="38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73400" y="3266513"/>
              <a:ext cx="863975" cy="38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91738" y="3784650"/>
              <a:ext cx="863975" cy="38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91750" y="4346325"/>
              <a:ext cx="863975" cy="38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" name="Google Shape;190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455213" y="1636625"/>
              <a:ext cx="863975" cy="38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" name="Google Shape;191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455213" y="2200500"/>
              <a:ext cx="863975" cy="38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" name="Google Shape;192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417113" y="2737963"/>
              <a:ext cx="863975" cy="38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3" name="Google Shape;193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417113" y="3271113"/>
              <a:ext cx="863975" cy="38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" name="Google Shape;194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417113" y="3809113"/>
              <a:ext cx="863975" cy="38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5" name="Google Shape;195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417113" y="4334125"/>
              <a:ext cx="863975" cy="38277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96" name="Google Shape;196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" name="Google Shape;197;p20"/>
          <p:cNvSpPr txBox="1"/>
          <p:nvPr/>
        </p:nvSpPr>
        <p:spPr>
          <a:xfrm>
            <a:off x="476400" y="5407500"/>
            <a:ext cx="6409500" cy="8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Convert the following fractions into a percentage. Give your answers correct to 1 decimal place if needed.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                                                        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7}{20}=\ 0.35&quot;&gt;&lt;mfrac&gt;&lt;mn&gt;7&lt;/mn&gt;&lt;mn&gt;20&lt;/mn&gt;&lt;/mfrac&gt;&lt;mo&gt;=&lt;/mo&gt;&lt;mtext&gt;&lt;/mtext&gt;&lt;mn&gt;0.35&lt;/mn&gt;&lt;/math&gt;" id="198" name="Google Shape;198;p20" title="7 over 20 equals 0.35"/>
          <p:cNvPicPr preferRelativeResize="0"/>
          <p:nvPr/>
        </p:nvPicPr>
        <p:blipFill rotWithShape="1">
          <a:blip r:embed="rId5">
            <a:alphaModFix/>
          </a:blip>
          <a:srcRect b="0" l="0" r="66903" t="0"/>
          <a:stretch/>
        </p:blipFill>
        <p:spPr>
          <a:xfrm>
            <a:off x="4072169" y="5911075"/>
            <a:ext cx="294259" cy="4147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99" name="Google Shape;199;p20" title="three fif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4738" y="5936663"/>
            <a:ext cx="131709" cy="4233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1}=1\div11\ =\ 0.\dot{0}\dot{9}&quot;&gt;&lt;mfrac&gt;&lt;mn&gt;1&lt;/mn&gt;&lt;mn&gt;11&lt;/mn&gt;&lt;/mfrac&gt;&lt;mo&gt;=&lt;/mo&gt;&lt;mn&gt;1&lt;/mn&gt;&lt;mo&gt;÷&lt;/mo&gt;&lt;mn&gt;11&lt;/mn&gt;&lt;mtext&gt;&lt;/mtext&gt;&lt;mo&gt;=&lt;/mo&gt;&lt;mtext&gt;&lt;/mtext&gt;&lt;mn&gt;0.&lt;/mn&gt;&lt;mrow data-mjx-texclass=&quot;ORD&quot;&gt;&lt;mover&gt;&lt;mn&gt;0&lt;/mn&gt;&lt;mo&gt;˙&lt;/mo&gt;&lt;/mover&gt;&lt;/mrow&gt;&lt;mrow data-mjx-texclass=&quot;ORD&quot;&gt;&lt;mover&gt;&lt;mn&gt;9&lt;/mn&gt;&lt;mo&gt;˙&lt;/mo&gt;&lt;/mover&gt;&lt;/mrow&gt;&lt;/math&gt;" id="200" name="Google Shape;200;p20" title="1 over 11 equals 1 divided by 11 equals the repeating decimal 0 point followed by repeating digits 0 9"/>
          <p:cNvPicPr preferRelativeResize="0"/>
          <p:nvPr/>
        </p:nvPicPr>
        <p:blipFill rotWithShape="1">
          <a:blip r:embed="rId7">
            <a:alphaModFix/>
          </a:blip>
          <a:srcRect b="0" l="0" r="84177" t="0"/>
          <a:stretch/>
        </p:blipFill>
        <p:spPr>
          <a:xfrm>
            <a:off x="4073777" y="8032575"/>
            <a:ext cx="314511" cy="4854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8}\\&amp;#13;&amp;#10;\frac{1}{3}\end{array}&quot;&gt;&lt;mtable columnalign=&quot;left&quot; columnspacing=&quot;1em&quot; rowspacing=&quot;4pt&quot;&gt;&lt;mtr&gt;&lt;mtd&gt;&lt;mfrac&gt;&lt;mn&gt;1&lt;/mn&gt;&lt;mn&gt;8&lt;/mn&gt;&lt;/mfrac&gt;&lt;/mtd&gt;&lt;/mtr&gt;&lt;mtr&gt;&lt;mtd&gt;&lt;mfrac&gt;&lt;mn&gt;1&lt;/mn&gt;&lt;mn&gt;3&lt;/mn&gt;&lt;/mfrac&gt;&lt;/mtd&gt;&lt;/mtr&gt;&lt;/mtable&gt;&lt;/math&gt;" id="201" name="Google Shape;201;p20" title="2 lines Line 1: one eighth Line 2: one third"/>
          <p:cNvPicPr preferRelativeResize="0"/>
          <p:nvPr/>
        </p:nvPicPr>
        <p:blipFill rotWithShape="1">
          <a:blip r:embed="rId8">
            <a:alphaModFix/>
          </a:blip>
          <a:srcRect b="50214" l="0" r="0" t="0"/>
          <a:stretch/>
        </p:blipFill>
        <p:spPr>
          <a:xfrm>
            <a:off x="872656" y="8101712"/>
            <a:ext cx="161499" cy="514552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468000" y="7581900"/>
            <a:ext cx="59583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8" name="Google Shape;208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one number as a percentage of another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476400" y="1217446"/>
            <a:ext cx="6615600" cy="30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following, giving your answer to 2 d.p. where appropriate: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21 as a percentage of 25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60 as a percentage of 80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84 as a percentage of 240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81 as a percentage of 240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37 as a percentage of 60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19 as a percentage of 40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476398" y="725450"/>
            <a:ext cx="63249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Writing any number as a percentage of another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584600" y="4541950"/>
            <a:ext cx="6507300" cy="30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Laura is ill and misses her first day of school.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her percentage attendance after day one?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Laura is better the next day and attends school.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her percentage attendance after day two?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Laura attends the rest of that week and all of the next week.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her percentage attendance after day five?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her percentage attendance after day ten?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584600" y="7617300"/>
            <a:ext cx="6482700" cy="8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Laura says that she will need to attend every day for the rest of the year to get 100% attendance.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 Laura correct? Why or why not?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