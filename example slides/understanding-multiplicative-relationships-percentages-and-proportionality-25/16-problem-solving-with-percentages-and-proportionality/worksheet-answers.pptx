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035BDA7-5B9C-4B1E-9A73-29A8A00A7074}">
  <a:tblStyle styleId="{2035BDA7-5B9C-4B1E-9A73-29A8A00A70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" name="Shape 256"/>
        <p:cNvGrpSpPr/>
        <p:nvPr/>
      </p:nvGrpSpPr>
      <p:grpSpPr>
        <a:xfrm>
          <a:off x="0" y="0"/>
          <a:ext cx="0" cy="0"/>
        </a:xfrm>
      </p:grpSpPr>
      <p:sp>
        <p:nvSpPr>
          <p:cNvPr id="257" name="Google Shape;257;g2baf699ee2a_0_1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af699ee2a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percentages and proportionality</a:t>
            </a:r>
            <a:endParaRPr/>
          </a:p>
        </p:txBody>
      </p:sp>
      <p:pic>
        <p:nvPicPr>
          <p:cNvPr id="173" name="Google Shape;173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>
            <a:off x="6020330" y="2349634"/>
            <a:ext cx="1058170" cy="1058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68000" y="1364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percentages to solve problems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641250"/>
            <a:ext cx="66240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images below show some parts of different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might each whole shape look like?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911251" y="2349634"/>
            <a:ext cx="1058100" cy="10581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726372" y="2523848"/>
            <a:ext cx="568800" cy="9144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196465" y="2531526"/>
            <a:ext cx="975000" cy="8433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251195" y="2760911"/>
            <a:ext cx="56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998616" y="3865398"/>
            <a:ext cx="975000" cy="8433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60%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726372" y="3797089"/>
            <a:ext cx="568800" cy="9144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1846" y="4192839"/>
            <a:ext cx="1621200" cy="5187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051123" y="3857720"/>
            <a:ext cx="950700" cy="7848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266929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726480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682227" y="22409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91998" y="5932158"/>
            <a:ext cx="875400" cy="7032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10800000">
            <a:off x="791980" y="5577494"/>
            <a:ext cx="703200" cy="7032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476938" y="5932150"/>
            <a:ext cx="703200" cy="7032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 rot="10800000">
            <a:off x="1476925" y="5577494"/>
            <a:ext cx="703200" cy="703200"/>
          </a:xfrm>
          <a:prstGeom prst="corner">
            <a:avLst>
              <a:gd name="adj1" fmla="val 50000"/>
              <a:gd name="adj2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523272" y="5714675"/>
            <a:ext cx="487500" cy="7836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010775" y="5714675"/>
            <a:ext cx="487500" cy="2610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8000" y="5001175"/>
            <a:ext cx="66240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are many possible answers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Below are some examples.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54620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266929" y="54620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726480" y="54620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682227" y="5462025"/>
            <a:ext cx="468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850025" y="5890517"/>
            <a:ext cx="543000" cy="469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392944" y="5890517"/>
            <a:ext cx="543000" cy="469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928343" y="5890517"/>
            <a:ext cx="543000" cy="469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 rot="10800000">
            <a:off x="4115899" y="5890580"/>
            <a:ext cx="543000" cy="469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 rot="10800000">
            <a:off x="4656027" y="5890580"/>
            <a:ext cx="543000" cy="469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850025" y="6412500"/>
            <a:ext cx="162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Each triangle is 20%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 rot="-5400000">
            <a:off x="6145916" y="5629864"/>
            <a:ext cx="700011" cy="711977"/>
            <a:chOff x="6165426" y="1567050"/>
            <a:chExt cx="2654574" cy="2699951"/>
          </a:xfrm>
        </p:grpSpPr>
        <p:pic>
          <p:nvPicPr>
            <p:cNvPr id="206" name="Google Shape;206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rcRect l="6916" b="16888"/>
            <a:stretch>
              <a:fillRect/>
            </a:stretch>
          </p:blipFill>
          <p:spPr>
            <a:xfrm>
              <a:off x="7891500" y="1567050"/>
              <a:ext cx="928500" cy="9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rcRect l="6916" b="16888"/>
            <a:stretch>
              <a:fillRect/>
            </a:stretch>
          </p:blipFill>
          <p:spPr>
            <a:xfrm rot="5400000">
              <a:off x="7891500" y="2415425"/>
              <a:ext cx="928500" cy="9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rcRect l="6916" b="16888"/>
            <a:stretch>
              <a:fillRect/>
            </a:stretch>
          </p:blipFill>
          <p:spPr>
            <a:xfrm rot="-5400000">
              <a:off x="7045875" y="2449375"/>
              <a:ext cx="928500" cy="9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rcRect l="6916" b="16888"/>
            <a:stretch>
              <a:fillRect/>
            </a:stretch>
          </p:blipFill>
          <p:spPr>
            <a:xfrm rot="5400000">
              <a:off x="7011925" y="3298775"/>
              <a:ext cx="928500" cy="92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  <p:cNvPicPr preferRelativeResize="0"/>
            <p:nvPr/>
          </p:nvPicPr>
          <p:blipFill>
            <a:blip r:embed="rId3">
              <a:alphaModFix/>
            </a:blip>
            <a:srcRect l="6916" b="16888"/>
            <a:stretch>
              <a:fillRect/>
            </a:stretch>
          </p:blipFill>
          <p:spPr>
            <a:xfrm rot="-5400000">
              <a:off x="6165425" y="3338501"/>
              <a:ext cx="928500" cy="928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1" name="Google Shape;211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 rot="5400000">
            <a:off x="6130957" y="5859088"/>
            <a:ext cx="244830" cy="24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 rot="-5400000">
            <a:off x="5910385" y="5868040"/>
            <a:ext cx="244830" cy="24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>
            <a:off x="6833669" y="6099445"/>
            <a:ext cx="244831" cy="24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 rot="5400000">
            <a:off x="5901433" y="6090489"/>
            <a:ext cx="244830" cy="24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&lt;math xmlns=&quot;http://www.w3.org/1998/Math/MathML&quot; data-is-equatio=&quot;1&quot; data-equatio-url=&quot;https://equatio-api.texthelp.com/desmos/get/02-02-2024/0dab12ba-0d0d-4961-9345-14c196cffb83&quot; data-equatio-type=&quot;image&quot;&gt;&lt;mglyph src=&quot;https://equatio-api.texthelp.com/desmos/get/02-02-2024/0dab12ba-0d0d-4961-9345-14c196cffb83&quot; alt=&quot;Equatio Image&quot;/&gt;&lt;/math&gt;" title="Equatio Image"/>
          <p:cNvPicPr preferRelativeResize="0"/>
          <p:nvPr/>
        </p:nvPicPr>
        <p:blipFill>
          <a:blip r:embed="rId3">
            <a:alphaModFix/>
          </a:blip>
          <a:srcRect l="6916" b="16888"/>
          <a:stretch>
            <a:fillRect/>
          </a:stretch>
        </p:blipFill>
        <p:spPr>
          <a:xfrm rot="-5400000">
            <a:off x="5682226" y="6099435"/>
            <a:ext cx="244830" cy="24483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890329" y="6290250"/>
            <a:ext cx="150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quarter circle is 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85650" y="6943146"/>
            <a:ext cx="972900" cy="841500"/>
          </a:xfrm>
          <a:prstGeom prst="triangle">
            <a:avLst>
              <a:gd name="adj" fmla="val 50000"/>
            </a:avLst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60%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 rot="-3594524">
            <a:off x="1144603" y="6721541"/>
            <a:ext cx="1198321" cy="1247708"/>
            <a:chOff x="5696156" y="2239703"/>
            <a:chExt cx="1509201" cy="1571400"/>
          </a:xfrm>
        </p:grpSpPr>
        <p:sp>
          <p:nvSpPr>
            <p:cNvPr id="219" name="Google Shape;219;p20"/>
            <p:cNvSpPr/>
            <p:nvPr/>
          </p:nvSpPr>
          <p:spPr>
            <a:xfrm>
              <a:off x="5979857" y="2239703"/>
              <a:ext cx="1225500" cy="1059900"/>
            </a:xfrm>
            <a:prstGeom prst="triangle">
              <a:avLst>
                <a:gd name="adj" fmla="val 50000"/>
              </a:avLst>
            </a:prstGeom>
            <a:solidFill>
              <a:srgbClr val="F3E5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 rot="-7145617">
              <a:off x="6138367" y="2676315"/>
              <a:ext cx="1198179" cy="343398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1" name="Google Shape;221;p20"/>
            <p:cNvCxnSpPr>
              <a:endCxn id="220" idx="0"/>
            </p:cNvCxnSpPr>
            <p:nvPr/>
          </p:nvCxnSpPr>
          <p:spPr>
            <a:xfrm rot="3593555">
              <a:off x="6297372" y="2455165"/>
              <a:ext cx="564568" cy="309299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20"/>
            <p:cNvCxnSpPr>
              <a:stCxn id="220" idx="0"/>
            </p:cNvCxnSpPr>
            <p:nvPr/>
          </p:nvCxnSpPr>
          <p:spPr>
            <a:xfrm rot="-7205354" flipH="1">
              <a:off x="6580774" y="2943287"/>
              <a:ext cx="606764" cy="334155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3" name="Google Shape;223;p20"/>
            <p:cNvCxnSpPr>
              <a:stCxn id="220" idx="4"/>
            </p:cNvCxnSpPr>
            <p:nvPr/>
          </p:nvCxnSpPr>
          <p:spPr>
            <a:xfrm rot="3594495">
              <a:off x="5994449" y="2244927"/>
              <a:ext cx="608513" cy="1040274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20"/>
            <p:cNvCxnSpPr>
              <a:stCxn id="219" idx="2"/>
              <a:endCxn id="220" idx="2"/>
            </p:cNvCxnSpPr>
            <p:nvPr/>
          </p:nvCxnSpPr>
          <p:spPr>
            <a:xfrm rot="-7205466" flipH="1">
              <a:off x="6283821" y="2772297"/>
              <a:ext cx="591173" cy="1043212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5" name="Google Shape;225;p20"/>
          <p:cNvSpPr/>
          <p:nvPr/>
        </p:nvSpPr>
        <p:spPr>
          <a:xfrm>
            <a:off x="2582715" y="7163796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750837" y="7307424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582715" y="7434073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750837" y="7577701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919200" y="7163796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087321" y="7307424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919200" y="7434073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087321" y="7577701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255684" y="7163796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423806" y="7307424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55684" y="7434073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423806" y="7577701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592169" y="7163796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760291" y="7307424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592169" y="7434073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760291" y="7577701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926702" y="7163796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926702" y="7434073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414352" y="7307424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2414352" y="7577701"/>
            <a:ext cx="168000" cy="2703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68000" y="81190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			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792000" y="8216200"/>
            <a:ext cx="1263000" cy="485400"/>
          </a:xfrm>
          <a:prstGeom prst="rect">
            <a:avLst/>
          </a:prstGeom>
          <a:solidFill>
            <a:srgbClr val="F3E5FB"/>
          </a:solidFill>
          <a:ln w="1905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1057324" y="8852225"/>
            <a:ext cx="126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the original shape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8" name="Google Shape;248;p20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846" y="8852229"/>
            <a:ext cx="118939" cy="389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0"/>
          <p:cNvGrpSpPr/>
          <p:nvPr/>
        </p:nvGrpSpPr>
        <p:grpSpPr>
          <a:xfrm>
            <a:off x="2734977" y="8252225"/>
            <a:ext cx="1151284" cy="877349"/>
            <a:chOff x="5873975" y="2494075"/>
            <a:chExt cx="1450711" cy="1105391"/>
          </a:xfrm>
        </p:grpSpPr>
        <p:sp>
          <p:nvSpPr>
            <p:cNvPr id="250" name="Google Shape;250;p20"/>
            <p:cNvSpPr/>
            <p:nvPr/>
          </p:nvSpPr>
          <p:spPr>
            <a:xfrm>
              <a:off x="5873975" y="2494075"/>
              <a:ext cx="1194900" cy="986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3E5FB"/>
            </a:solidFill>
            <a:ln w="1905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9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6120575" y="3012350"/>
              <a:ext cx="701700" cy="5232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 rot="3375742">
              <a:off x="6561502" y="2900769"/>
              <a:ext cx="701668" cy="523194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6490200" y="2998950"/>
              <a:ext cx="373500" cy="58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F3EE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" name="Google Shape;254;p20"/>
          <p:cNvSpPr txBox="1"/>
          <p:nvPr/>
        </p:nvSpPr>
        <p:spPr>
          <a:xfrm>
            <a:off x="3637974" y="8829639"/>
            <a:ext cx="18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the original shape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55" name="Google Shape;255;p20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3573" y="8797574"/>
            <a:ext cx="154917" cy="512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percentages and proportionality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68000" y="720000"/>
            <a:ext cx="66240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watched a TV program in which they buy items, mend or fix them and then sell the items.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is going to rank the items based on their percentage profit or loss.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2" name="Google Shape;262;p21"/>
          <p:cNvGraphicFramePr>
            <a:graphicFrameLocks noGrp="1"/>
          </p:cNvGraphicFramePr>
          <p:nvPr/>
        </p:nvGraphicFramePr>
        <p:xfrm>
          <a:off x="944100" y="157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{2035BDA7-5B9C-4B1E-9A73-29A8A00A7074}</a:tableStyleId>
              </a:tblPr>
              <a:tblGrid>
                <a:gridCol w="953725"/>
                <a:gridCol w="953725"/>
                <a:gridCol w="953725"/>
                <a:gridCol w="953725"/>
                <a:gridCol w="953725"/>
                <a:gridCol w="953725"/>
              </a:tblGrid>
              <a:tr h="444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 bought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to buy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 costs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 (£)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profit/loss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Vase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loss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profit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profit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Painting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loss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Chair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loss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9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Necklace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profit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18000" marR="18000" marT="18000" marB="1800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3" name="Google Shape;263;p21"/>
          <p:cNvSpPr txBox="1"/>
          <p:nvPr/>
        </p:nvSpPr>
        <p:spPr>
          <a:xfrm>
            <a:off x="468000" y="43380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Order:  chair, painting, vase, watch, toy, necklace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>
            <a:off x="474757" y="5489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468000" y="5618750"/>
            <a:ext cx="66240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proportionality to solve problems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68000" y="59574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bag of sweets contains red, yellow, pink and green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56 sweets in the bag.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25% of them are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them are yellow.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 are pink and green in the ratio 5 :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7" name="Google Shape;267;p21" descr="&lt;math xmlns=&quot;http://www.w3.org/1998/Math/MathML&quot; display=&quot;block&quot; data-is-equatio=&quot;1&quot; data-latex=&quot;\frac{2}{7}&quot;&gt;&lt;mfrac&gt;&lt;mn&gt;2&lt;/mn&gt;&lt;mn&gt;7&lt;/mn&gt;&lt;/mfrac&gt;&lt;/math&gt;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20" y="6831046"/>
            <a:ext cx="113540" cy="3730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495400" y="8075963"/>
            <a:ext cx="659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 = 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Yellow =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Pink =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Green =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4" name="Google Shape;274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percentages and proportionality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68000" y="720000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Jun, Izzy, 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Laura raise money by doing a sponsored run.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raise £600, Aisha raised 15%, Jun raised      , and Izzy raised      of the total.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and Laura collected the rest in the ratio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money did each of them raise?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8" name="Google Shape;278;p22" descr="&lt;math xmlns=&quot;http://www.w3.org/1998/Math/MathML&quot; display=&quot;block&quot; data-is-equatio=&quot;1&quot; data-latex=&quot;\frac{4}{15}&quot;&gt;&lt;mfrac&gt;&lt;mn&gt;4&lt;/mn&gt;&lt;mn&gt;15&lt;/mn&gt;&lt;/mfrac&gt;&lt;/math&gt;" title="4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885" y="953886"/>
            <a:ext cx="205597" cy="372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&lt;math xmlns=&quot;http://www.w3.org/1998/Math/MathML&quot; display=&quot;block&quot; data-is-equatio=&quot;1&quot; data-latex=&quot;\frac{3}{8}&quot;&gt;&lt;mfrac&gt;&lt;mn&gt;3&lt;/mn&gt;&lt;mn&gt;8&lt;/mn&gt;&lt;/mfrac&gt;&lt;/math&gt;" title="thre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859" y="953886"/>
            <a:ext cx="112649" cy="37283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494567" y="2120642"/>
            <a:ext cx="639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= £90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Jun = £160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= £225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= £50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= £75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68000" y="3884672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Andeep, Sofia and Jacob record how long it takes them to complete a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Sofia’s time is two-thirds of Andeep’s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time is 3 times Sofia’s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of Jacob &amp; Sofia’s times is 88 seconds.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difference between Andeep and Jacob’s times?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94567" y="5641775"/>
            <a:ext cx="639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= 33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 = 22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= 66 seconds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difference between Andeep and Jacob’s times is 33 seconds.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percentages and proportionality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2024-03-05T12:26:43.105</cp:lastPrinted>
  <dcterms:created xsi:type="dcterms:W3CDTF">2024-03-05T12:26:43Z</dcterms:created>
  <dcterms:modified xsi:type="dcterms:W3CDTF">2024-03-05T12:26:54Z</dcterms:modified>
</cp:coreProperties>
</file>