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179E7A7-9B04-4D47-989A-3E8F80CF0763}">
  <a:tblStyle styleId="{6179E7A7-9B04-4D47-989A-3E8F80CF07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baf665b0a2_0_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af665b0a2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percentages and proportionality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161" name="Google Shape;161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>
            <a:off x="6020330" y="2349634"/>
            <a:ext cx="1058170" cy="105817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68000" y="1364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percentages to solve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641250"/>
            <a:ext cx="66240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images below show some parts of different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might each whole shape look like?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911251" y="2349634"/>
            <a:ext cx="1058100" cy="10581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726372" y="2523848"/>
            <a:ext cx="568800" cy="9144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196465" y="2531526"/>
            <a:ext cx="975000" cy="8433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251195" y="2760911"/>
            <a:ext cx="56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98616" y="3865398"/>
            <a:ext cx="975000" cy="8433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60%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726372" y="3797089"/>
            <a:ext cx="568800" cy="9144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111846" y="4192839"/>
            <a:ext cx="1621200" cy="5187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051123" y="3857720"/>
            <a:ext cx="950700" cy="784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266929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726480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682227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percentages and proportionality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720000"/>
            <a:ext cx="66240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watched a TV program in which they buy items, mend or fix them and then sell the items.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is going to rank the items based on their percentage profit or loss.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1"/>
          <p:cNvGraphicFramePr>
            <a:graphicFrameLocks noGrp="1"/>
          </p:cNvGraphicFramePr>
          <p:nvPr/>
        </p:nvGraphicFramePr>
        <p:xfrm>
          <a:off x="944100" y="157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{6179E7A7-9B04-4D47-989A-3E8F80CF0763}</a:tableStyleId>
              </a:tblPr>
              <a:tblGrid>
                <a:gridCol w="953725"/>
                <a:gridCol w="953725"/>
                <a:gridCol w="953725"/>
                <a:gridCol w="953725"/>
                <a:gridCol w="953725"/>
                <a:gridCol w="953725"/>
              </a:tblGrid>
              <a:tr h="444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 bought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to buy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 costs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profit/loss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 change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Watch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20.70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Painting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Chair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Necklace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3" name="Google Shape;183;p21"/>
          <p:cNvCxnSpPr/>
          <p:nvPr/>
        </p:nvCxnSpPr>
        <p:spPr>
          <a:xfrm>
            <a:off x="474757" y="5489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1"/>
          <p:cNvSpPr txBox="1"/>
          <p:nvPr/>
        </p:nvSpPr>
        <p:spPr>
          <a:xfrm>
            <a:off x="468000" y="5618750"/>
            <a:ext cx="66240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proportionality to solve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59574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bag of sweets contains red, yellow, pink and green sweets.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56 sweets in the bag.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25% of them are 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of them are yellow.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rest are pink and green in the ratio 5 :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colour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 descr="&lt;math xmlns=&quot;http://www.w3.org/1998/Math/MathML&quot; display=&quot;block&quot; data-is-equatio=&quot;1&quot; data-latex=&quot;\frac{2}{7}&quot;&gt;&lt;mfrac&gt;&lt;mn&gt;2&lt;/mn&gt;&lt;mn&gt;7&lt;/mn&gt;&lt;/mfrac&gt;&lt;/math&gt;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20" y="6831046"/>
            <a:ext cx="113540" cy="37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92" name="Google Shape;192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percentages and proportionality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68000" y="720000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Aisha, Jun, Izzy, 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Laura raise money by doing a sponsored run.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raise £600, Aisha raised 15%, Jun raised      , and Izzy raised      of the total.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and Laura collected the rest in the ratio 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money did each of them raise?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2" descr="&lt;math xmlns=&quot;http://www.w3.org/1998/Math/MathML&quot; display=&quot;block&quot; data-is-equatio=&quot;1&quot; data-latex=&quot;\frac{4}{15}&quot;&gt;&lt;mfrac&gt;&lt;mn&gt;4&lt;/mn&gt;&lt;mn&gt;15&lt;/mn&gt;&lt;/mfrac&gt;&lt;/math&gt;" title="4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885" y="953886"/>
            <a:ext cx="205597" cy="372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859" y="953886"/>
            <a:ext cx="112649" cy="37283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468000" y="3884672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Andeep, Sofia and Jacob record how long it takes them to complete a puzzle.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Sofia’s time is two-thirds of Andeep’s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Jacob’s time is 3 times Sofia’s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of Jacob &amp; Sofia’s times is 88 seconds.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difference between Andeep and Jacob’s times?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44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percentages and proportionality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2024-03-05T12:23:48.425</cp:lastPrinted>
  <dcterms:created xsi:type="dcterms:W3CDTF">2024-03-05T12:23:48Z</dcterms:created>
  <dcterms:modified xsi:type="dcterms:W3CDTF">2024-03-05T12:26:28Z</dcterms:modified>
</cp:coreProperties>
</file>