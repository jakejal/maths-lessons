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fntdata" ContentType="application/x-fontdata"/>
  <Default Extension="png" ContentType="image/png"/>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4.2-->
<p:presentation xmlns:r="http://schemas.openxmlformats.org/officeDocument/2006/relationships" xmlns:a="http://schemas.openxmlformats.org/drawingml/2006/main" xmlns:p="http://schemas.openxmlformats.org/presentationml/2006/main" strictFirstAndLastChars="0" embedTrueTypeFonts="1" saveSubsetFonts="1" autoCompressPictures="0">
  <p:sldMasterIdLst>
    <p:sldMasterId id="2147483709"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Lst>
  <p:sldSz cx="9144000" cy="5143500"/>
  <p:notesSz cx="6858000" cy="9144000"/>
  <p:embeddedFontLst>
    <p:embeddedFont>
      <p:font typeface="Lexend" panose="00000000000000000000"/>
      <p:regular r:id="rId42"/>
    </p:embeddedFont>
    <p:embeddedFont>
      <p:font typeface="Lexend Medium" panose="00000000000000000000"/>
      <p:regular r:id="rId43"/>
    </p:embeddedFont>
    <p:embeddedFont>
      <p:font typeface="Kalam" panose="02000000000000000000"/>
      <p:regular r:id="rId44"/>
    </p:embeddedFont>
    <p:embeddedFont>
      <p:font typeface="Lexend Light" panose="00000000000000000000"/>
      <p:regular r:id="rId45"/>
    </p:embeddedFont>
  </p:embeddedFontLst>
  <p:custDataLst>
    <p:tags r:id="rId41"/>
  </p:custDataLst>
  <p:defaultTex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DEDBE717-2399-4D48-80FF-8B53A70A75FD}">
  <a:tblStyle styleId="{DEDBE717-2399-4D48-80FF-8B53A70A75F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000"/>
    <p:restoredTop sz="0"/>
  </p:normalViewPr>
  <p:slideViewPr>
    <p:cSldViewPr>
      <p:cViewPr>
        <p:scale>
          <a:sx n="73" d="100"/>
          <a:sy n="73" d="100"/>
        </p:scale>
        <p:origin x="0" y="0"/>
      </p:cViewPr>
    </p:cSldViewPr>
  </p:slideViewPr>
  <p:notesViewPr>
    <p:cSldViewPr>
      <p:cViewPr>
        <p:scale>
          <a:sx n="1" d="100"/>
          <a:sy n="1" d="100"/>
        </p:scale>
        <p:origin x="0" y="0"/>
      </p:cViewPr>
    </p:cSldViewPr>
  </p:notesViewPr>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slide" Target="slides/slide15.xml" /><Relationship Id="rId18" Type="http://schemas.openxmlformats.org/officeDocument/2006/relationships/slide" Target="slides/slide16.xml" /><Relationship Id="rId19" Type="http://schemas.openxmlformats.org/officeDocument/2006/relationships/slide" Target="slides/slide17.xml" /><Relationship Id="rId2" Type="http://schemas.openxmlformats.org/officeDocument/2006/relationships/notesMaster" Target="notesMasters/notesMaster1.xml" /><Relationship Id="rId20" Type="http://schemas.openxmlformats.org/officeDocument/2006/relationships/slide" Target="slides/slide18.xml" /><Relationship Id="rId21" Type="http://schemas.openxmlformats.org/officeDocument/2006/relationships/slide" Target="slides/slide19.xml" /><Relationship Id="rId22" Type="http://schemas.openxmlformats.org/officeDocument/2006/relationships/slide" Target="slides/slide20.xml" /><Relationship Id="rId23" Type="http://schemas.openxmlformats.org/officeDocument/2006/relationships/slide" Target="slides/slide21.xml" /><Relationship Id="rId24" Type="http://schemas.openxmlformats.org/officeDocument/2006/relationships/slide" Target="slides/slide22.xml" /><Relationship Id="rId25" Type="http://schemas.openxmlformats.org/officeDocument/2006/relationships/slide" Target="slides/slide23.xml" /><Relationship Id="rId26" Type="http://schemas.openxmlformats.org/officeDocument/2006/relationships/slide" Target="slides/slide24.xml" /><Relationship Id="rId27" Type="http://schemas.openxmlformats.org/officeDocument/2006/relationships/slide" Target="slides/slide25.xml" /><Relationship Id="rId28" Type="http://schemas.openxmlformats.org/officeDocument/2006/relationships/slide" Target="slides/slide26.xml" /><Relationship Id="rId29" Type="http://schemas.openxmlformats.org/officeDocument/2006/relationships/slide" Target="slides/slide27.xml" /><Relationship Id="rId3" Type="http://schemas.openxmlformats.org/officeDocument/2006/relationships/slide" Target="slides/slide1.xml" /><Relationship Id="rId30" Type="http://schemas.openxmlformats.org/officeDocument/2006/relationships/slide" Target="slides/slide28.xml" /><Relationship Id="rId31" Type="http://schemas.openxmlformats.org/officeDocument/2006/relationships/slide" Target="slides/slide29.xml" /><Relationship Id="rId32" Type="http://schemas.openxmlformats.org/officeDocument/2006/relationships/slide" Target="slides/slide30.xml" /><Relationship Id="rId33" Type="http://schemas.openxmlformats.org/officeDocument/2006/relationships/slide" Target="slides/slide31.xml" /><Relationship Id="rId34" Type="http://schemas.openxmlformats.org/officeDocument/2006/relationships/slide" Target="slides/slide32.xml" /><Relationship Id="rId35" Type="http://schemas.openxmlformats.org/officeDocument/2006/relationships/slide" Target="slides/slide33.xml" /><Relationship Id="rId36" Type="http://schemas.openxmlformats.org/officeDocument/2006/relationships/slide" Target="slides/slide34.xml" /><Relationship Id="rId37" Type="http://schemas.openxmlformats.org/officeDocument/2006/relationships/slide" Target="slides/slide35.xml" /><Relationship Id="rId38" Type="http://schemas.openxmlformats.org/officeDocument/2006/relationships/slide" Target="slides/slide36.xml" /><Relationship Id="rId39" Type="http://schemas.openxmlformats.org/officeDocument/2006/relationships/slide" Target="slides/slide37.xml" /><Relationship Id="rId4" Type="http://schemas.openxmlformats.org/officeDocument/2006/relationships/slide" Target="slides/slide2.xml" /><Relationship Id="rId40" Type="http://schemas.openxmlformats.org/officeDocument/2006/relationships/slide" Target="slides/slide38.xml" /><Relationship Id="rId41" Type="http://schemas.openxmlformats.org/officeDocument/2006/relationships/tags" Target="tags/tag1.xml" /><Relationship Id="rId42" Type="http://schemas.openxmlformats.org/officeDocument/2006/relationships/font" Target="fonts/font1.fntdata" /><Relationship Id="rId43" Type="http://schemas.openxmlformats.org/officeDocument/2006/relationships/font" Target="fonts/font2.fntdata" /><Relationship Id="rId44" Type="http://schemas.openxmlformats.org/officeDocument/2006/relationships/font" Target="fonts/font3.fntdata" /><Relationship Id="rId45" Type="http://schemas.openxmlformats.org/officeDocument/2006/relationships/font" Target="fonts/font4.fntdata" /><Relationship Id="rId46" Type="http://schemas.openxmlformats.org/officeDocument/2006/relationships/presProps" Target="presProps.xml" /><Relationship Id="rId47" Type="http://schemas.openxmlformats.org/officeDocument/2006/relationships/viewProps" Target="viewProps.xml" /><Relationship Id="rId48" Type="http://schemas.openxmlformats.org/officeDocument/2006/relationships/theme" Target="theme/theme1.xml" /><Relationship Id="rId49" Type="http://schemas.openxmlformats.org/officeDocument/2006/relationships/tableStyles" Target="tableStyles.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2" name="Shape 2"/>
        <p:cNvGrpSpPr/>
        <p:nvPr/>
      </p:nvGrpSpPr>
      <p:grpSpPr>
        <a:xfrm>
          <a:off x="0" y="0"/>
          <a:ext cx="0" cy="0"/>
        </a:xfrm>
      </p:grpSpPr>
      <p:sp>
        <p:nvSpPr>
          <p:cNvPr id="3" name="Google Shape;3;n"/>
          <p:cNvSpPr/>
          <p:nvPr>
            <p:ph type="sldImg" idx="2"/>
          </p:nvPr>
        </p:nvSpPr>
        <p:spPr>
          <a:xfrm>
            <a:off x="381300" y="685800"/>
            <a:ext cx="6096075" cy="3429000"/>
          </a:xfrm>
          <a:custGeom>
            <a:rect l="l" t="t" r="r" b="b"/>
            <a:pathLst>
              <a:path w="119999" h="119999"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ct val="0"/>
              </a:spcBef>
              <a:spcAft>
                <a:spcPct val="0"/>
              </a:spcAft>
              <a:buSzPts val="1100"/>
              <a:buChar char="●"/>
              <a:defRPr sz="1100"/>
            </a:lvl1pPr>
            <a:lvl2pPr marL="914400" lvl="1" indent="-298450">
              <a:spcBef>
                <a:spcPct val="0"/>
              </a:spcBef>
              <a:spcAft>
                <a:spcPct val="0"/>
              </a:spcAft>
              <a:buSzPts val="1100"/>
              <a:buChar char="○"/>
              <a:defRPr sz="1100"/>
            </a:lvl2pPr>
            <a:lvl3pPr marL="1371600" lvl="2" indent="-298450">
              <a:spcBef>
                <a:spcPct val="0"/>
              </a:spcBef>
              <a:spcAft>
                <a:spcPct val="0"/>
              </a:spcAft>
              <a:buSzPts val="1100"/>
              <a:buChar char="■"/>
              <a:defRPr sz="1100"/>
            </a:lvl3pPr>
            <a:lvl4pPr marL="1828800" lvl="3" indent="-298450">
              <a:spcBef>
                <a:spcPct val="0"/>
              </a:spcBef>
              <a:spcAft>
                <a:spcPct val="0"/>
              </a:spcAft>
              <a:buSzPts val="1100"/>
              <a:buChar char="●"/>
              <a:defRPr sz="1100"/>
            </a:lvl4pPr>
            <a:lvl5pPr marL="2286000" lvl="4" indent="-298450">
              <a:spcBef>
                <a:spcPct val="0"/>
              </a:spcBef>
              <a:spcAft>
                <a:spcPct val="0"/>
              </a:spcAft>
              <a:buSzPts val="1100"/>
              <a:buChar char="○"/>
              <a:defRPr sz="1100"/>
            </a:lvl5pPr>
            <a:lvl6pPr marL="2743200" lvl="5" indent="-298450">
              <a:spcBef>
                <a:spcPct val="0"/>
              </a:spcBef>
              <a:spcAft>
                <a:spcPct val="0"/>
              </a:spcAft>
              <a:buSzPts val="1100"/>
              <a:buChar char="■"/>
              <a:defRPr sz="1100"/>
            </a:lvl6pPr>
            <a:lvl7pPr marL="3200400" lvl="6" indent="-298450">
              <a:spcBef>
                <a:spcPct val="0"/>
              </a:spcBef>
              <a:spcAft>
                <a:spcPct val="0"/>
              </a:spcAft>
              <a:buSzPts val="1100"/>
              <a:buChar char="●"/>
              <a:defRPr sz="1100"/>
            </a:lvl7pPr>
            <a:lvl8pPr marL="3657600" lvl="7" indent="-298450">
              <a:spcBef>
                <a:spcPct val="0"/>
              </a:spcBef>
              <a:spcAft>
                <a:spcPct val="0"/>
              </a:spcAft>
              <a:buSzPts val="1100"/>
              <a:buChar char="○"/>
              <a:defRPr sz="1100"/>
            </a:lvl8pPr>
            <a:lvl9pPr marL="4114800" lvl="8" indent="-298450">
              <a:spcBef>
                <a:spcPct val="0"/>
              </a:spcBef>
              <a:spcAft>
                <a:spcPct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&#65279;<?xml version="1.0" encoding="utf-8" standalone="yes"?><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&#65279;<?xml version="1.0" encoding="utf-8" standalone="yes"?><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7.xml.rels>&#65279;<?xml version="1.0" encoding="utf-8" standalone="yes"?><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8.xml.rels>&#65279;<?xml version="1.0" encoding="utf-8" standalone="yes"?><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9.xml.rels>&#65279;<?xml version="1.0" encoding="utf-8" standalone="yes"?><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10.xml.rels>&#65279;<?xml version="1.0" encoding="utf-8" standalone="yes"?><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1.xml.rels>&#65279;<?xml version="1.0" encoding="utf-8" standalone="yes"?><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2.xml.rels>&#65279;<?xml version="1.0" encoding="utf-8" standalone="yes"?><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3.xml.rels>&#65279;<?xml version="1.0" encoding="utf-8" standalone="yes"?><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4.xml.rels>&#65279;<?xml version="1.0" encoding="utf-8" standalone="yes"?><Relationships xmlns="http://schemas.openxmlformats.org/package/2006/relationships"><Relationship Id="rId1" Type="http://schemas.openxmlformats.org/officeDocument/2006/relationships/slide" Target="../slides/slide14.xml" /><Relationship Id="rId2" Type="http://schemas.openxmlformats.org/officeDocument/2006/relationships/notesMaster" Target="../notesMasters/notesMaster1.xml" /></Relationships>
</file>

<file path=ppt/notesSlides/_rels/notesSlide15.xml.rels>&#65279;<?xml version="1.0" encoding="utf-8" standalone="yes"?><Relationships xmlns="http://schemas.openxmlformats.org/package/2006/relationships"><Relationship Id="rId1" Type="http://schemas.openxmlformats.org/officeDocument/2006/relationships/slide" Target="../slides/slide15.xml" /><Relationship Id="rId2" Type="http://schemas.openxmlformats.org/officeDocument/2006/relationships/notesMaster" Target="../notesMasters/notesMaster1.xml" /></Relationships>
</file>

<file path=ppt/notesSlides/_rels/notesSlide16.xml.rels>&#65279;<?xml version="1.0" encoding="utf-8" standalone="yes"?><Relationships xmlns="http://schemas.openxmlformats.org/package/2006/relationships"><Relationship Id="rId1" Type="http://schemas.openxmlformats.org/officeDocument/2006/relationships/slide" Target="../slides/slide16.xml" /><Relationship Id="rId2" Type="http://schemas.openxmlformats.org/officeDocument/2006/relationships/notesMaster" Target="../notesMasters/notesMaster1.xml" /></Relationships>
</file>

<file path=ppt/notesSlides/_rels/notesSlide17.xml.rels>&#65279;<?xml version="1.0" encoding="utf-8" standalone="yes"?><Relationships xmlns="http://schemas.openxmlformats.org/package/2006/relationships"><Relationship Id="rId1" Type="http://schemas.openxmlformats.org/officeDocument/2006/relationships/slide" Target="../slides/slide17.xml" /><Relationship Id="rId2" Type="http://schemas.openxmlformats.org/officeDocument/2006/relationships/notesMaster" Target="../notesMasters/notesMaster1.xml" /></Relationships>
</file>

<file path=ppt/notesSlides/_rels/notesSlide18.xml.rels>&#65279;<?xml version="1.0" encoding="utf-8" standalone="yes"?><Relationships xmlns="http://schemas.openxmlformats.org/package/2006/relationships"><Relationship Id="rId1" Type="http://schemas.openxmlformats.org/officeDocument/2006/relationships/slide" Target="../slides/slide18.xml" /><Relationship Id="rId2" Type="http://schemas.openxmlformats.org/officeDocument/2006/relationships/notesMaster" Target="../notesMasters/notesMaster1.xml" /></Relationships>
</file>

<file path=ppt/notesSlides/_rels/notesSlide19.xml.rels>&#65279;<?xml version="1.0" encoding="utf-8" standalone="yes"?><Relationships xmlns="http://schemas.openxmlformats.org/package/2006/relationships"><Relationship Id="rId1" Type="http://schemas.openxmlformats.org/officeDocument/2006/relationships/slide" Target="../slides/slide19.xml" /><Relationship Id="rId2" Type="http://schemas.openxmlformats.org/officeDocument/2006/relationships/notesMaster" Target="../notesMasters/notesMaster1.xml" /></Relationships>
</file>

<file path=ppt/notesSlides/_rels/notesSlide20.xml.rels>&#65279;<?xml version="1.0" encoding="utf-8" standalone="yes"?><Relationships xmlns="http://schemas.openxmlformats.org/package/2006/relationships"><Relationship Id="rId1" Type="http://schemas.openxmlformats.org/officeDocument/2006/relationships/slide" Target="../slides/slide20.xml" /><Relationship Id="rId2" Type="http://schemas.openxmlformats.org/officeDocument/2006/relationships/notesMaster" Target="../notesMasters/notesMaster1.xml" /></Relationships>
</file>

<file path=ppt/notesSlides/_rels/notesSlide21.xml.rels>&#65279;<?xml version="1.0" encoding="utf-8" standalone="yes"?><Relationships xmlns="http://schemas.openxmlformats.org/package/2006/relationships"><Relationship Id="rId1" Type="http://schemas.openxmlformats.org/officeDocument/2006/relationships/slide" Target="../slides/slide21.xml" /><Relationship Id="rId2" Type="http://schemas.openxmlformats.org/officeDocument/2006/relationships/notesMaster" Target="../notesMasters/notesMaster1.xml" /></Relationships>
</file>

<file path=ppt/notesSlides/_rels/notesSlide22.xml.rels>&#65279;<?xml version="1.0" encoding="utf-8" standalone="yes"?><Relationships xmlns="http://schemas.openxmlformats.org/package/2006/relationships"><Relationship Id="rId1" Type="http://schemas.openxmlformats.org/officeDocument/2006/relationships/slide" Target="../slides/slide22.xml" /><Relationship Id="rId2" Type="http://schemas.openxmlformats.org/officeDocument/2006/relationships/notesMaster" Target="../notesMasters/notesMaster1.xml" /></Relationships>
</file>

<file path=ppt/notesSlides/_rels/notesSlide23.xml.rels>&#65279;<?xml version="1.0" encoding="utf-8" standalone="yes"?><Relationships xmlns="http://schemas.openxmlformats.org/package/2006/relationships"><Relationship Id="rId1" Type="http://schemas.openxmlformats.org/officeDocument/2006/relationships/slide" Target="../slides/slide23.xml" /><Relationship Id="rId2" Type="http://schemas.openxmlformats.org/officeDocument/2006/relationships/notesMaster" Target="../notesMasters/notesMaster1.xml" /></Relationships>
</file>

<file path=ppt/notesSlides/_rels/notesSlide24.xml.rels>&#65279;<?xml version="1.0" encoding="utf-8" standalone="yes"?><Relationships xmlns="http://schemas.openxmlformats.org/package/2006/relationships"><Relationship Id="rId1" Type="http://schemas.openxmlformats.org/officeDocument/2006/relationships/slide" Target="../slides/slide24.xml" /><Relationship Id="rId2" Type="http://schemas.openxmlformats.org/officeDocument/2006/relationships/notesMaster" Target="../notesMasters/notesMaster1.xml" /></Relationships>
</file>

<file path=ppt/notesSlides/_rels/notesSlide25.xml.rels>&#65279;<?xml version="1.0" encoding="utf-8" standalone="yes"?><Relationships xmlns="http://schemas.openxmlformats.org/package/2006/relationships"><Relationship Id="rId1" Type="http://schemas.openxmlformats.org/officeDocument/2006/relationships/slide" Target="../slides/slide25.xml" /><Relationship Id="rId2" Type="http://schemas.openxmlformats.org/officeDocument/2006/relationships/notesMaster" Target="../notesMasters/notesMaster1.xml" /></Relationships>
</file>

<file path=ppt/notesSlides/_rels/notesSlide26.xml.rels>&#65279;<?xml version="1.0" encoding="utf-8" standalone="yes"?><Relationships xmlns="http://schemas.openxmlformats.org/package/2006/relationships"><Relationship Id="rId1" Type="http://schemas.openxmlformats.org/officeDocument/2006/relationships/slide" Target="../slides/slide26.xml" /><Relationship Id="rId2" Type="http://schemas.openxmlformats.org/officeDocument/2006/relationships/notesMaster" Target="../notesMasters/notesMaster1.xml" /></Relationships>
</file>

<file path=ppt/notesSlides/_rels/notesSlide27.xml.rels>&#65279;<?xml version="1.0" encoding="utf-8" standalone="yes"?><Relationships xmlns="http://schemas.openxmlformats.org/package/2006/relationships"><Relationship Id="rId1" Type="http://schemas.openxmlformats.org/officeDocument/2006/relationships/slide" Target="../slides/slide27.xml" /><Relationship Id="rId2" Type="http://schemas.openxmlformats.org/officeDocument/2006/relationships/notesMaster" Target="../notesMasters/notesMaster1.xml" /></Relationships>
</file>

<file path=ppt/notesSlides/_rels/notesSlide28.xml.rels>&#65279;<?xml version="1.0" encoding="utf-8" standalone="yes"?><Relationships xmlns="http://schemas.openxmlformats.org/package/2006/relationships"><Relationship Id="rId1" Type="http://schemas.openxmlformats.org/officeDocument/2006/relationships/slide" Target="../slides/slide28.xml" /><Relationship Id="rId2" Type="http://schemas.openxmlformats.org/officeDocument/2006/relationships/notesMaster" Target="../notesMasters/notesMaster1.xml" /></Relationships>
</file>

<file path=ppt/notesSlides/_rels/notesSlide29.xml.rels>&#65279;<?xml version="1.0" encoding="utf-8" standalone="yes"?><Relationships xmlns="http://schemas.openxmlformats.org/package/2006/relationships"><Relationship Id="rId1" Type="http://schemas.openxmlformats.org/officeDocument/2006/relationships/slide" Target="../slides/slide29.xml" /><Relationship Id="rId2" Type="http://schemas.openxmlformats.org/officeDocument/2006/relationships/notesMaster" Target="../notesMasters/notesMaster1.xml" /></Relationships>
</file>

<file path=ppt/notesSlides/_rels/notesSlide30.xml.rels>&#65279;<?xml version="1.0" encoding="utf-8" standalone="yes"?><Relationships xmlns="http://schemas.openxmlformats.org/package/2006/relationships"><Relationship Id="rId1" Type="http://schemas.openxmlformats.org/officeDocument/2006/relationships/slide" Target="../slides/slide30.xml" /><Relationship Id="rId2" Type="http://schemas.openxmlformats.org/officeDocument/2006/relationships/notesMaster" Target="../notesMasters/notesMaster1.xml" /></Relationships>
</file>

<file path=ppt/notesSlides/_rels/notesSlide31.xml.rels>&#65279;<?xml version="1.0" encoding="utf-8" standalone="yes"?><Relationships xmlns="http://schemas.openxmlformats.org/package/2006/relationships"><Relationship Id="rId1" Type="http://schemas.openxmlformats.org/officeDocument/2006/relationships/slide" Target="../slides/slide31.xml" /><Relationship Id="rId2" Type="http://schemas.openxmlformats.org/officeDocument/2006/relationships/notesMaster" Target="../notesMasters/notesMaster1.xml" /></Relationships>
</file>

<file path=ppt/notesSlides/_rels/notesSlide32.xml.rels>&#65279;<?xml version="1.0" encoding="utf-8" standalone="yes"?><Relationships xmlns="http://schemas.openxmlformats.org/package/2006/relationships"><Relationship Id="rId1" Type="http://schemas.openxmlformats.org/officeDocument/2006/relationships/slide" Target="../slides/slide32.xml" /><Relationship Id="rId2" Type="http://schemas.openxmlformats.org/officeDocument/2006/relationships/notesMaster" Target="../notesMasters/notesMaster1.xml" /></Relationships>
</file>

<file path=ppt/notesSlides/_rels/notesSlide33.xml.rels>&#65279;<?xml version="1.0" encoding="utf-8" standalone="yes"?><Relationships xmlns="http://schemas.openxmlformats.org/package/2006/relationships"><Relationship Id="rId1" Type="http://schemas.openxmlformats.org/officeDocument/2006/relationships/slide" Target="../slides/slide33.xml" /><Relationship Id="rId2" Type="http://schemas.openxmlformats.org/officeDocument/2006/relationships/notesMaster" Target="../notesMasters/notesMaster1.xml" /></Relationships>
</file>

<file path=ppt/notesSlides/_rels/notesSlide34.xml.rels>&#65279;<?xml version="1.0" encoding="utf-8" standalone="yes"?><Relationships xmlns="http://schemas.openxmlformats.org/package/2006/relationships"><Relationship Id="rId1" Type="http://schemas.openxmlformats.org/officeDocument/2006/relationships/slide" Target="../slides/slide34.xml" /><Relationship Id="rId2" Type="http://schemas.openxmlformats.org/officeDocument/2006/relationships/notesMaster" Target="../notesMasters/notesMaster1.xml" /></Relationships>
</file>

<file path=ppt/notesSlides/_rels/notesSlide35.xml.rels>&#65279;<?xml version="1.0" encoding="utf-8" standalone="yes"?><Relationships xmlns="http://schemas.openxmlformats.org/package/2006/relationships"><Relationship Id="rId1" Type="http://schemas.openxmlformats.org/officeDocument/2006/relationships/slide" Target="../slides/slide35.xml" /><Relationship Id="rId2" Type="http://schemas.openxmlformats.org/officeDocument/2006/relationships/notesMaster" Target="../notesMasters/notesMaster1.xml" /></Relationships>
</file>

<file path=ppt/notesSlides/_rels/notesSlide36.xml.rels>&#65279;<?xml version="1.0" encoding="utf-8" standalone="yes"?><Relationships xmlns="http://schemas.openxmlformats.org/package/2006/relationships"><Relationship Id="rId1" Type="http://schemas.openxmlformats.org/officeDocument/2006/relationships/slide" Target="../slides/slide36.xml" /><Relationship Id="rId2" Type="http://schemas.openxmlformats.org/officeDocument/2006/relationships/notesMaster" Target="../notesMasters/notesMaster1.xml" /></Relationships>
</file>

<file path=ppt/notesSlides/_rels/notesSlide37.xml.rels>&#65279;<?xml version="1.0" encoding="utf-8" standalone="yes"?><Relationships xmlns="http://schemas.openxmlformats.org/package/2006/relationships"><Relationship Id="rId1" Type="http://schemas.openxmlformats.org/officeDocument/2006/relationships/slide" Target="../slides/slide37.xml" /><Relationship Id="rId2" Type="http://schemas.openxmlformats.org/officeDocument/2006/relationships/notesMaster" Target="../notesMasters/notesMaster1.xml" /></Relationships>
</file>

<file path=ppt/notesSlides/_rels/notesSlide38.xml.rels>&#65279;<?xml version="1.0" encoding="utf-8" standalone="yes"?><Relationships xmlns="http://schemas.openxmlformats.org/package/2006/relationships"><Relationship Id="rId1" Type="http://schemas.openxmlformats.org/officeDocument/2006/relationships/slide" Target="../slides/slide38.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750" name="Shape 750"/>
        <p:cNvGrpSpPr/>
        <p:nvPr/>
      </p:nvGrpSpPr>
      <p:grpSpPr>
        <a:xfrm>
          <a:off x="0" y="0"/>
          <a:ext cx="0" cy="0"/>
        </a:xfrm>
      </p:grpSpPr>
      <p:sp>
        <p:nvSpPr>
          <p:cNvPr id="751" name="Google Shape;751;g279955a40ae_0_833: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752" name="Google Shape;752;g279955a40ae_0_83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756" name="Shape 756"/>
        <p:cNvGrpSpPr/>
        <p:nvPr/>
      </p:nvGrpSpPr>
      <p:grpSpPr>
        <a:xfrm>
          <a:off x="0" y="0"/>
          <a:ext cx="0" cy="0"/>
        </a:xfrm>
      </p:grpSpPr>
      <p:sp>
        <p:nvSpPr>
          <p:cNvPr id="757" name="Google Shape;757;g279955a40ae_0_838: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758" name="Google Shape;758;g279955a40ae_0_83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761" name="Shape 761"/>
        <p:cNvGrpSpPr/>
        <p:nvPr/>
      </p:nvGrpSpPr>
      <p:grpSpPr>
        <a:xfrm>
          <a:off x="0" y="0"/>
          <a:ext cx="0" cy="0"/>
        </a:xfrm>
      </p:grpSpPr>
      <p:sp>
        <p:nvSpPr>
          <p:cNvPr id="762" name="Google Shape;762;g279955a40ae_0_843: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763" name="Google Shape;763;g279955a40ae_0_84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766" name="Shape 766"/>
        <p:cNvGrpSpPr/>
        <p:nvPr/>
      </p:nvGrpSpPr>
      <p:grpSpPr>
        <a:xfrm>
          <a:off x="0" y="0"/>
          <a:ext cx="0" cy="0"/>
        </a:xfrm>
      </p:grpSpPr>
      <p:sp>
        <p:nvSpPr>
          <p:cNvPr id="767" name="Google Shape;767;g2b0feb3b8cf_0_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768" name="Google Shape;768;g2b0feb3b8cf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772" name="Shape 772"/>
        <p:cNvGrpSpPr/>
        <p:nvPr/>
      </p:nvGrpSpPr>
      <p:grpSpPr>
        <a:xfrm>
          <a:off x="0" y="0"/>
          <a:ext cx="0" cy="0"/>
        </a:xfrm>
      </p:grpSpPr>
      <p:sp>
        <p:nvSpPr>
          <p:cNvPr id="773" name="Google Shape;773;g2b0feb3b8cf_0_753: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774" name="Google Shape;774;g2b0feb3b8cf_0_75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780" name="Shape 780"/>
        <p:cNvGrpSpPr/>
        <p:nvPr/>
      </p:nvGrpSpPr>
      <p:grpSpPr>
        <a:xfrm>
          <a:off x="0" y="0"/>
          <a:ext cx="0" cy="0"/>
        </a:xfrm>
      </p:grpSpPr>
      <p:sp>
        <p:nvSpPr>
          <p:cNvPr id="781" name="Google Shape;781;g2b0feb3b8cf_0_771: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782" name="Google Shape;782;g2b0feb3b8cf_0_77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787" name="Shape 787"/>
        <p:cNvGrpSpPr/>
        <p:nvPr/>
      </p:nvGrpSpPr>
      <p:grpSpPr>
        <a:xfrm>
          <a:off x="0" y="0"/>
          <a:ext cx="0" cy="0"/>
        </a:xfrm>
      </p:grpSpPr>
      <p:sp>
        <p:nvSpPr>
          <p:cNvPr id="788" name="Google Shape;788;g2b0feb3b8cf_0_779: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789" name="Google Shape;789;g2b0feb3b8cf_0_77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810" name="Shape 810"/>
        <p:cNvGrpSpPr/>
        <p:nvPr/>
      </p:nvGrpSpPr>
      <p:grpSpPr>
        <a:xfrm>
          <a:off x="0" y="0"/>
          <a:ext cx="0" cy="0"/>
        </a:xfrm>
      </p:grpSpPr>
      <p:sp>
        <p:nvSpPr>
          <p:cNvPr id="811" name="Google Shape;811;g2b5caf34ef8_0_24: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812" name="Google Shape;812;g2b5caf34ef8_0_2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837" name="Shape 837"/>
        <p:cNvGrpSpPr/>
        <p:nvPr/>
      </p:nvGrpSpPr>
      <p:grpSpPr>
        <a:xfrm>
          <a:off x="0" y="0"/>
          <a:ext cx="0" cy="0"/>
        </a:xfrm>
      </p:grpSpPr>
      <p:sp>
        <p:nvSpPr>
          <p:cNvPr id="838" name="Google Shape;838;g2b0feb3b8cf_0_784: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839" name="Google Shape;839;g2b0feb3b8cf_0_78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850" name="Shape 850"/>
        <p:cNvGrpSpPr/>
        <p:nvPr/>
      </p:nvGrpSpPr>
      <p:grpSpPr>
        <a:xfrm>
          <a:off x="0" y="0"/>
          <a:ext cx="0" cy="0"/>
        </a:xfrm>
      </p:grpSpPr>
      <p:sp>
        <p:nvSpPr>
          <p:cNvPr id="851" name="Google Shape;851;g2b0feb3b8cf_0_789: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852" name="Google Shape;852;g2b0feb3b8cf_0_78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858" name="Shape 858"/>
        <p:cNvGrpSpPr/>
        <p:nvPr/>
      </p:nvGrpSpPr>
      <p:grpSpPr>
        <a:xfrm>
          <a:off x="0" y="0"/>
          <a:ext cx="0" cy="0"/>
        </a:xfrm>
      </p:grpSpPr>
      <p:sp>
        <p:nvSpPr>
          <p:cNvPr id="859" name="Google Shape;859;g2b0feb3b8cf_0_794: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860" name="Google Shape;860;g2b0feb3b8cf_0_79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881" name="Shape 881"/>
        <p:cNvGrpSpPr/>
        <p:nvPr/>
      </p:nvGrpSpPr>
      <p:grpSpPr>
        <a:xfrm>
          <a:off x="0" y="0"/>
          <a:ext cx="0" cy="0"/>
        </a:xfrm>
      </p:grpSpPr>
      <p:sp>
        <p:nvSpPr>
          <p:cNvPr id="882" name="Google Shape;882;g2b5caf34ef8_0_197: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883" name="Google Shape;883;g2b5caf34ef8_0_19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895" name="Shape 895"/>
        <p:cNvGrpSpPr/>
        <p:nvPr/>
      </p:nvGrpSpPr>
      <p:grpSpPr>
        <a:xfrm>
          <a:off x="0" y="0"/>
          <a:ext cx="0" cy="0"/>
        </a:xfrm>
      </p:grpSpPr>
      <p:sp>
        <p:nvSpPr>
          <p:cNvPr id="896" name="Google Shape;896;g2b0feb3b8cf_0_804: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897" name="Google Shape;897;g2b0feb3b8cf_0_80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914" name="Shape 914"/>
        <p:cNvGrpSpPr/>
        <p:nvPr/>
      </p:nvGrpSpPr>
      <p:grpSpPr>
        <a:xfrm>
          <a:off x="0" y="0"/>
          <a:ext cx="0" cy="0"/>
        </a:xfrm>
      </p:grpSpPr>
      <p:sp>
        <p:nvSpPr>
          <p:cNvPr id="915" name="Google Shape;915;g2b5caf34ef8_0_955: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916" name="Google Shape;916;g2b5caf34ef8_0_95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928" name="Shape 928"/>
        <p:cNvGrpSpPr/>
        <p:nvPr/>
      </p:nvGrpSpPr>
      <p:grpSpPr>
        <a:xfrm>
          <a:off x="0" y="0"/>
          <a:ext cx="0" cy="0"/>
        </a:xfrm>
      </p:grpSpPr>
      <p:sp>
        <p:nvSpPr>
          <p:cNvPr id="929" name="Google Shape;929;g2b0feb3b8cf_0_809: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930" name="Google Shape;930;g2b0feb3b8cf_0_80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947" name="Shape 947"/>
        <p:cNvGrpSpPr/>
        <p:nvPr/>
      </p:nvGrpSpPr>
      <p:grpSpPr>
        <a:xfrm>
          <a:off x="0" y="0"/>
          <a:ext cx="0" cy="0"/>
        </a:xfrm>
      </p:grpSpPr>
      <p:sp>
        <p:nvSpPr>
          <p:cNvPr id="948" name="Google Shape;948;g2b5caf34ef8_0_1735: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949" name="Google Shape;949;g2b5caf34ef8_0_173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954" name="Shape 954"/>
        <p:cNvGrpSpPr/>
        <p:nvPr/>
      </p:nvGrpSpPr>
      <p:grpSpPr>
        <a:xfrm>
          <a:off x="0" y="0"/>
          <a:ext cx="0" cy="0"/>
        </a:xfrm>
      </p:grpSpPr>
      <p:sp>
        <p:nvSpPr>
          <p:cNvPr id="955" name="Google Shape;955;g2b5caf34ef8_0_143: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956" name="Google Shape;956;g2b5caf34ef8_0_14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967" name="Shape 967"/>
        <p:cNvGrpSpPr/>
        <p:nvPr/>
      </p:nvGrpSpPr>
      <p:grpSpPr>
        <a:xfrm>
          <a:off x="0" y="0"/>
          <a:ext cx="0" cy="0"/>
        </a:xfrm>
      </p:grpSpPr>
      <p:sp>
        <p:nvSpPr>
          <p:cNvPr id="968" name="Google Shape;968;g2b98ed65936_1_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969" name="Google Shape;969;g2b98ed65936_1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978" name="Shape 978"/>
        <p:cNvGrpSpPr/>
        <p:nvPr/>
      </p:nvGrpSpPr>
      <p:grpSpPr>
        <a:xfrm>
          <a:off x="0" y="0"/>
          <a:ext cx="0" cy="0"/>
        </a:xfrm>
      </p:grpSpPr>
      <p:sp>
        <p:nvSpPr>
          <p:cNvPr id="979" name="Google Shape;979;g2b98ed65936_1_18: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980" name="Google Shape;980;g2b98ed65936_1_1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992" name="Shape 992"/>
        <p:cNvGrpSpPr/>
        <p:nvPr/>
      </p:nvGrpSpPr>
      <p:grpSpPr>
        <a:xfrm>
          <a:off x="0" y="0"/>
          <a:ext cx="0" cy="0"/>
        </a:xfrm>
      </p:grpSpPr>
      <p:sp>
        <p:nvSpPr>
          <p:cNvPr id="993" name="Google Shape;993;g2b98ed65936_1_36: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994" name="Google Shape;994;g2b98ed65936_1_3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014" name="Shape 1014"/>
        <p:cNvGrpSpPr/>
        <p:nvPr/>
      </p:nvGrpSpPr>
      <p:grpSpPr>
        <a:xfrm>
          <a:off x="0" y="0"/>
          <a:ext cx="0" cy="0"/>
        </a:xfrm>
      </p:grpSpPr>
      <p:sp>
        <p:nvSpPr>
          <p:cNvPr id="1015" name="Google Shape;1015;g2b98ed65936_1_54: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016" name="Google Shape;1016;g2b98ed65936_1_5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031" name="Shape 1031"/>
        <p:cNvGrpSpPr/>
        <p:nvPr/>
      </p:nvGrpSpPr>
      <p:grpSpPr>
        <a:xfrm>
          <a:off x="0" y="0"/>
          <a:ext cx="0" cy="0"/>
        </a:xfrm>
      </p:grpSpPr>
      <p:sp>
        <p:nvSpPr>
          <p:cNvPr id="1032" name="Google Shape;1032;g2b98ed65936_1_72: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033" name="Google Shape;1033;g2b98ed65936_1_7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060" name="Shape 1060"/>
        <p:cNvGrpSpPr/>
        <p:nvPr/>
      </p:nvGrpSpPr>
      <p:grpSpPr>
        <a:xfrm>
          <a:off x="0" y="0"/>
          <a:ext cx="0" cy="0"/>
        </a:xfrm>
      </p:grpSpPr>
      <p:sp>
        <p:nvSpPr>
          <p:cNvPr id="1061" name="Google Shape;1061;g2b98ed65936_1_168: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062" name="Google Shape;1062;g2b98ed65936_1_16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072" name="Shape 1072"/>
        <p:cNvGrpSpPr/>
        <p:nvPr/>
      </p:nvGrpSpPr>
      <p:grpSpPr>
        <a:xfrm>
          <a:off x="0" y="0"/>
          <a:ext cx="0" cy="0"/>
        </a:xfrm>
      </p:grpSpPr>
      <p:sp>
        <p:nvSpPr>
          <p:cNvPr id="1073" name="Google Shape;1073;g2b98ed65936_1_186: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074" name="Google Shape;1074;g2b98ed65936_1_18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088" name="Shape 1088"/>
        <p:cNvGrpSpPr/>
        <p:nvPr/>
      </p:nvGrpSpPr>
      <p:grpSpPr>
        <a:xfrm>
          <a:off x="0" y="0"/>
          <a:ext cx="0" cy="0"/>
        </a:xfrm>
      </p:grpSpPr>
      <p:sp>
        <p:nvSpPr>
          <p:cNvPr id="1089" name="Google Shape;1089;g2b5caf34ef8_0_1713: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090" name="Google Shape;1090;g2b5caf34ef8_0_171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096" name="Shape 1096"/>
        <p:cNvGrpSpPr/>
        <p:nvPr/>
      </p:nvGrpSpPr>
      <p:grpSpPr>
        <a:xfrm>
          <a:off x="0" y="0"/>
          <a:ext cx="0" cy="0"/>
        </a:xfrm>
      </p:grpSpPr>
      <p:sp>
        <p:nvSpPr>
          <p:cNvPr id="1097" name="Google Shape;1097;g2b0feb3b8cf_0_764: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098" name="Google Shape;1098;g2b0feb3b8cf_0_76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104" name="Shape 1104"/>
        <p:cNvGrpSpPr/>
        <p:nvPr/>
      </p:nvGrpSpPr>
      <p:grpSpPr>
        <a:xfrm>
          <a:off x="0" y="0"/>
          <a:ext cx="0" cy="0"/>
        </a:xfrm>
      </p:grpSpPr>
      <p:sp>
        <p:nvSpPr>
          <p:cNvPr id="1105" name="Google Shape;1105;g2b5caf34ef8_0_176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106" name="Google Shape;1106;g2b5caf34ef8_0_176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122" name="Shape 1122"/>
        <p:cNvGrpSpPr/>
        <p:nvPr/>
      </p:nvGrpSpPr>
      <p:grpSpPr>
        <a:xfrm>
          <a:off x="0" y="0"/>
          <a:ext cx="0" cy="0"/>
        </a:xfrm>
      </p:grpSpPr>
      <p:sp>
        <p:nvSpPr>
          <p:cNvPr id="1123" name="Google Shape;1123;g2b5caf34ef8_1_77: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124" name="Google Shape;1124;g2b5caf34ef8_1_7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137" name="Shape 1137"/>
        <p:cNvGrpSpPr/>
        <p:nvPr/>
      </p:nvGrpSpPr>
      <p:grpSpPr>
        <a:xfrm>
          <a:off x="0" y="0"/>
          <a:ext cx="0" cy="0"/>
        </a:xfrm>
      </p:grpSpPr>
      <p:sp>
        <p:nvSpPr>
          <p:cNvPr id="1138" name="Google Shape;1138;g2b5caf34ef8_1_54: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139" name="Google Shape;1139;g2b5caf34ef8_1_5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157" name="Shape 1157"/>
        <p:cNvGrpSpPr/>
        <p:nvPr/>
      </p:nvGrpSpPr>
      <p:grpSpPr>
        <a:xfrm>
          <a:off x="0" y="0"/>
          <a:ext cx="0" cy="0"/>
        </a:xfrm>
      </p:grpSpPr>
      <p:sp>
        <p:nvSpPr>
          <p:cNvPr id="1158" name="Google Shape;1158;g2b5caf34ef8_1_84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159" name="Google Shape;1159;g2b5caf34ef8_1_84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186" name="Shape 1186"/>
        <p:cNvGrpSpPr/>
        <p:nvPr/>
      </p:nvGrpSpPr>
      <p:grpSpPr>
        <a:xfrm>
          <a:off x="0" y="0"/>
          <a:ext cx="0" cy="0"/>
        </a:xfrm>
      </p:grpSpPr>
      <p:sp>
        <p:nvSpPr>
          <p:cNvPr id="1187" name="Google Shape;1187;g2b5caf34ef8_1_24: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188" name="Google Shape;1188;g2b5caf34ef8_1_2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193" name="Shape 1193"/>
        <p:cNvGrpSpPr/>
        <p:nvPr/>
      </p:nvGrpSpPr>
      <p:grpSpPr>
        <a:xfrm>
          <a:off x="0" y="0"/>
          <a:ext cx="0" cy="0"/>
        </a:xfrm>
      </p:grpSpPr>
      <p:sp>
        <p:nvSpPr>
          <p:cNvPr id="1194" name="Google Shape;1194;g2b5caf34ef8_1_3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195" name="Google Shape;1195;g2b5caf34ef8_1_3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201" name="Shape 1201"/>
        <p:cNvGrpSpPr/>
        <p:nvPr/>
      </p:nvGrpSpPr>
      <p:grpSpPr>
        <a:xfrm>
          <a:off x="0" y="0"/>
          <a:ext cx="0" cy="0"/>
        </a:xfrm>
      </p:grpSpPr>
      <p:sp>
        <p:nvSpPr>
          <p:cNvPr id="1202" name="Google Shape;1202;g2b5caf34ef8_1_37: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203" name="Google Shape;1203;g2b5caf34ef8_1_3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207" name="Shape 1207"/>
        <p:cNvGrpSpPr/>
        <p:nvPr/>
      </p:nvGrpSpPr>
      <p:grpSpPr>
        <a:xfrm>
          <a:off x="0" y="0"/>
          <a:ext cx="0" cy="0"/>
        </a:xfrm>
      </p:grpSpPr>
      <p:sp>
        <p:nvSpPr>
          <p:cNvPr id="1208" name="Google Shape;1208;g2b0feb3b8cf_0_814: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209" name="Google Shape;1209;g2b0feb3b8cf_0_81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215" name="Shape 1215"/>
        <p:cNvGrpSpPr/>
        <p:nvPr/>
      </p:nvGrpSpPr>
      <p:grpSpPr>
        <a:xfrm>
          <a:off x="0" y="0"/>
          <a:ext cx="0" cy="0"/>
        </a:xfrm>
      </p:grpSpPr>
      <p:sp>
        <p:nvSpPr>
          <p:cNvPr id="1216" name="Google Shape;1216;g2b5caf34ef8_0_1745: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217" name="Google Shape;1217;g2b5caf34ef8_0_174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224" name="Shape 1224"/>
        <p:cNvGrpSpPr/>
        <p:nvPr/>
      </p:nvGrpSpPr>
      <p:grpSpPr>
        <a:xfrm>
          <a:off x="0" y="0"/>
          <a:ext cx="0" cy="0"/>
        </a:xfrm>
      </p:grpSpPr>
      <p:sp>
        <p:nvSpPr>
          <p:cNvPr id="1225" name="Google Shape;1225;g2b5caf34ef8_0_1753: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226" name="Google Shape;1226;g2b5caf34ef8_0_175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231" name="Shape 1231"/>
        <p:cNvGrpSpPr/>
        <p:nvPr/>
      </p:nvGrpSpPr>
      <p:grpSpPr>
        <a:xfrm>
          <a:off x="0" y="0"/>
          <a:ext cx="0" cy="0"/>
        </a:xfrm>
      </p:grpSpPr>
      <p:sp>
        <p:nvSpPr>
          <p:cNvPr id="1232" name="Google Shape;1232;g279955a40ae_0_847: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233" name="Google Shape;1233;g279955a40ae_0_84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237" name="Shape 1237"/>
        <p:cNvGrpSpPr/>
        <p:nvPr/>
      </p:nvGrpSpPr>
      <p:grpSpPr>
        <a:xfrm>
          <a:off x="0" y="0"/>
          <a:ext cx="0" cy="0"/>
        </a:xfrm>
      </p:grpSpPr>
      <p:sp>
        <p:nvSpPr>
          <p:cNvPr id="1238" name="Google Shape;1238;g279955a40ae_0_852: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239" name="Google Shape;1239;g279955a40ae_0_85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3.png" /><Relationship Id="rId4"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image" Target="../media/image4.png" /><Relationship Id="rId2" Type="http://schemas.openxmlformats.org/officeDocument/2006/relationships/image" Target="../media/image2.png" /><Relationship Id="rId3" Type="http://schemas.openxmlformats.org/officeDocument/2006/relationships/image" Target="../media/image1.png" /><Relationship Id="rId4"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2.png" /><Relationship Id="rId4"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6.png" /><Relationship Id="rId4" Type="http://schemas.openxmlformats.org/officeDocument/2006/relationships/image" Target="../media/image7.png" /><Relationship Id="rId5"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2.png" /><Relationship Id="rId3" Type="http://schemas.openxmlformats.org/officeDocument/2006/relationships/image" Target="../media/image1.png" /><Relationship Id="rId4"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image" Target="../media/image2.png" /><Relationship Id="rId2" Type="http://schemas.openxmlformats.org/officeDocument/2006/relationships/image" Target="../media/image1.png" /><Relationship Id="rId3" Type="http://schemas.openxmlformats.org/officeDocument/2006/relationships/image" Target="../media/image9.png" /><Relationship Id="rId4" Type="http://schemas.openxmlformats.org/officeDocument/2006/relationships/image" Target="../media/image10.png" /><Relationship Id="rId5"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11.png" /><Relationship Id="rId3" Type="http://schemas.openxmlformats.org/officeDocument/2006/relationships/image" Target="../media/image2.png" /><Relationship Id="rId4"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12.png" /><Relationship Id="rId4" Type="http://schemas.openxmlformats.org/officeDocument/2006/relationships/image" Target="../media/image13.png" /><Relationship Id="rId5"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14.png" /><Relationship Id="rId3" Type="http://schemas.openxmlformats.org/officeDocument/2006/relationships/image" Target="../media/image2.png" /><Relationship Id="rId4"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image" Target="../media/image15.png" /><Relationship Id="rId2"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image" Target="../media/image16.png" /><Relationship Id="rId2" Type="http://schemas.openxmlformats.org/officeDocument/2006/relationships/image" Target="../media/image17.png" /><Relationship Id="rId3" Type="http://schemas.openxmlformats.org/officeDocument/2006/relationships/image" Target="../media/image18.png" /><Relationship Id="rId4" Type="http://schemas.openxmlformats.org/officeDocument/2006/relationships/image" Target="../media/image19.png" /><Relationship Id="rId5" Type="http://schemas.openxmlformats.org/officeDocument/2006/relationships/image" Target="../media/image20.png" /><Relationship Id="rId6" Type="http://schemas.openxmlformats.org/officeDocument/2006/relationships/image" Target="../media/image21.png" /><Relationship Id="rId7" Type="http://schemas.openxmlformats.org/officeDocument/2006/relationships/slideMaster" Target="../slideMasters/slideMaster1.xml" /></Relationships>
</file>

<file path=ppt/slideLayouts/_rels/slideLayout12.xml.rels>&#65279;<?xml version="1.0" encoding="utf-8" standalone="yes"?><Relationships xmlns="http://schemas.openxmlformats.org/package/2006/relationships"><Relationship Id="rId1" Type="http://schemas.openxmlformats.org/officeDocument/2006/relationships/image" Target="../media/image22.png" /><Relationship Id="rId2" Type="http://schemas.openxmlformats.org/officeDocument/2006/relationships/slideMaster" Target="../slideMasters/slideMaster1.xml" /></Relationships>
</file>

<file path=ppt/slideLayouts/_rels/slideLayout13.xml.rels>&#65279;<?xml version="1.0" encoding="utf-8" standalone="yes"?><Relationships xmlns="http://schemas.openxmlformats.org/package/2006/relationships"><Relationship Id="rId1" Type="http://schemas.openxmlformats.org/officeDocument/2006/relationships/image" Target="../media/image22.png" /><Relationship Id="rId2" Type="http://schemas.openxmlformats.org/officeDocument/2006/relationships/slideMaster" Target="../slideMasters/slideMaster1.xml" /></Relationships>
</file>

<file path=ppt/slideLayouts/_rels/slideLayout14.xml.rels>&#65279;<?xml version="1.0" encoding="utf-8" standalone="yes"?><Relationships xmlns="http://schemas.openxmlformats.org/package/2006/relationships"><Relationship Id="rId1" Type="http://schemas.openxmlformats.org/officeDocument/2006/relationships/image" Target="../media/image22.png" /><Relationship Id="rId2" Type="http://schemas.openxmlformats.org/officeDocument/2006/relationships/slideMaster" Target="../slideMasters/slideMaster1.xml" /></Relationships>
</file>

<file path=ppt/slideLayouts/_rels/slideLayout15.xml.rels>&#65279;<?xml version="1.0" encoding="utf-8" standalone="yes"?><Relationships xmlns="http://schemas.openxmlformats.org/package/2006/relationships"><Relationship Id="rId1" Type="http://schemas.openxmlformats.org/officeDocument/2006/relationships/image" Target="../media/image22.png" /><Relationship Id="rId2" Type="http://schemas.openxmlformats.org/officeDocument/2006/relationships/slideMaster" Target="../slideMasters/slideMaster1.xml" /></Relationships>
</file>

<file path=ppt/slideLayouts/_rels/slideLayout16.xml.rels>&#65279;<?xml version="1.0" encoding="utf-8" standalone="yes"?><Relationships xmlns="http://schemas.openxmlformats.org/package/2006/relationships"><Relationship Id="rId1" Type="http://schemas.openxmlformats.org/officeDocument/2006/relationships/image" Target="../media/image23.png" /><Relationship Id="rId2" Type="http://schemas.openxmlformats.org/officeDocument/2006/relationships/image" Target="../media/image24.png" /><Relationship Id="rId3" Type="http://schemas.openxmlformats.org/officeDocument/2006/relationships/image" Target="../media/image25.png" /><Relationship Id="rId4" Type="http://schemas.openxmlformats.org/officeDocument/2006/relationships/image" Target="../media/image26.png" /><Relationship Id="rId5" Type="http://schemas.openxmlformats.org/officeDocument/2006/relationships/image" Target="../media/image27.png" /><Relationship Id="rId6" Type="http://schemas.openxmlformats.org/officeDocument/2006/relationships/image" Target="../media/image22.png" /><Relationship Id="rId7" Type="http://schemas.openxmlformats.org/officeDocument/2006/relationships/slideMaster" Target="../slideMasters/slideMaster1.xml" /></Relationships>
</file>

<file path=ppt/slideLayouts/_rels/slideLayout17.xml.rels>&#65279;<?xml version="1.0" encoding="utf-8" standalone="yes"?><Relationships xmlns="http://schemas.openxmlformats.org/package/2006/relationships"><Relationship Id="rId1" Type="http://schemas.openxmlformats.org/officeDocument/2006/relationships/image" Target="../media/image28.png" /><Relationship Id="rId2" Type="http://schemas.openxmlformats.org/officeDocument/2006/relationships/image" Target="../media/image25.png" /><Relationship Id="rId3" Type="http://schemas.openxmlformats.org/officeDocument/2006/relationships/image" Target="../media/image23.png" /><Relationship Id="rId4" Type="http://schemas.openxmlformats.org/officeDocument/2006/relationships/image" Target="../media/image24.png" /><Relationship Id="rId5" Type="http://schemas.openxmlformats.org/officeDocument/2006/relationships/image" Target="../media/image29.png" /><Relationship Id="rId6" Type="http://schemas.openxmlformats.org/officeDocument/2006/relationships/image" Target="../media/image26.png" /><Relationship Id="rId7" Type="http://schemas.openxmlformats.org/officeDocument/2006/relationships/image" Target="../media/image27.png" /><Relationship Id="rId8" Type="http://schemas.openxmlformats.org/officeDocument/2006/relationships/image" Target="../media/image22.png" /><Relationship Id="rId9" Type="http://schemas.openxmlformats.org/officeDocument/2006/relationships/slideMaster" Target="../slideMasters/slideMaster1.xml" /></Relationships>
</file>

<file path=ppt/slideLayouts/_rels/slideLayout18.xml.rels>&#65279;<?xml version="1.0" encoding="utf-8" standalone="yes"?><Relationships xmlns="http://schemas.openxmlformats.org/package/2006/relationships"><Relationship Id="rId1" Type="http://schemas.openxmlformats.org/officeDocument/2006/relationships/image" Target="../media/image28.png" /><Relationship Id="rId10" Type="http://schemas.openxmlformats.org/officeDocument/2006/relationships/image" Target="../media/image22.png" /><Relationship Id="rId11" Type="http://schemas.openxmlformats.org/officeDocument/2006/relationships/slideMaster" Target="../slideMasters/slideMaster1.xml" /><Relationship Id="rId2" Type="http://schemas.openxmlformats.org/officeDocument/2006/relationships/image" Target="../media/image25.png" /><Relationship Id="rId3" Type="http://schemas.openxmlformats.org/officeDocument/2006/relationships/image" Target="../media/image30.png" /><Relationship Id="rId4" Type="http://schemas.openxmlformats.org/officeDocument/2006/relationships/image" Target="../media/image23.png" /><Relationship Id="rId5" Type="http://schemas.openxmlformats.org/officeDocument/2006/relationships/image" Target="../media/image24.png" /><Relationship Id="rId6" Type="http://schemas.openxmlformats.org/officeDocument/2006/relationships/image" Target="../media/image29.png" /><Relationship Id="rId7" Type="http://schemas.openxmlformats.org/officeDocument/2006/relationships/image" Target="../media/image26.png" /><Relationship Id="rId8" Type="http://schemas.openxmlformats.org/officeDocument/2006/relationships/image" Target="../media/image27.png" /><Relationship Id="rId9" Type="http://schemas.openxmlformats.org/officeDocument/2006/relationships/image" Target="../media/image31.png" /></Relationships>
</file>

<file path=ppt/slideLayouts/_rels/slideLayout19.xml.rels>&#65279;<?xml version="1.0" encoding="utf-8" standalone="yes"?><Relationships xmlns="http://schemas.openxmlformats.org/package/2006/relationships"><Relationship Id="rId1" Type="http://schemas.openxmlformats.org/officeDocument/2006/relationships/image" Target="../media/image32.png" /><Relationship Id="rId2" Type="http://schemas.openxmlformats.org/officeDocument/2006/relationships/image" Target="../media/image33.png" /><Relationship Id="rId3" Type="http://schemas.openxmlformats.org/officeDocument/2006/relationships/slideMaster" Target="../slideMasters/slideMaster1.xml" /></Relationships>
</file>

<file path=ppt/slideLayouts/_rels/slideLayout20.xml.rels>&#65279;<?xml version="1.0" encoding="utf-8" standalone="yes"?><Relationships xmlns="http://schemas.openxmlformats.org/package/2006/relationships"><Relationship Id="rId1" Type="http://schemas.openxmlformats.org/officeDocument/2006/relationships/image" Target="../media/image34.png" /><Relationship Id="rId2" Type="http://schemas.openxmlformats.org/officeDocument/2006/relationships/image" Target="../media/image33.png" /><Relationship Id="rId3" Type="http://schemas.openxmlformats.org/officeDocument/2006/relationships/slideMaster" Target="../slideMasters/slideMaster1.xml" /></Relationships>
</file>

<file path=ppt/slideLayouts/_rels/slideLayout21.xml.rels>&#65279;<?xml version="1.0" encoding="utf-8" standalone="yes"?><Relationships xmlns="http://schemas.openxmlformats.org/package/2006/relationships"><Relationship Id="rId1" Type="http://schemas.openxmlformats.org/officeDocument/2006/relationships/image" Target="../media/image35.png" /><Relationship Id="rId2" Type="http://schemas.openxmlformats.org/officeDocument/2006/relationships/image" Target="../media/image33.png" /><Relationship Id="rId3" Type="http://schemas.openxmlformats.org/officeDocument/2006/relationships/slideMaster" Target="../slideMasters/slideMaster1.xml" /></Relationships>
</file>

<file path=ppt/slideLayouts/_rels/slideLayout22.xml.rels>&#65279;<?xml version="1.0" encoding="utf-8" standalone="yes"?><Relationships xmlns="http://schemas.openxmlformats.org/package/2006/relationships"><Relationship Id="rId1" Type="http://schemas.openxmlformats.org/officeDocument/2006/relationships/image" Target="../media/image36.png" /><Relationship Id="rId2" Type="http://schemas.openxmlformats.org/officeDocument/2006/relationships/image" Target="../media/image33.png" /><Relationship Id="rId3" Type="http://schemas.openxmlformats.org/officeDocument/2006/relationships/slideMaster" Target="../slideMasters/slideMaster1.xml" /></Relationships>
</file>

<file path=ppt/slideLayouts/_rels/slideLayout23.xml.rels>&#65279;<?xml version="1.0" encoding="utf-8" standalone="yes"?><Relationships xmlns="http://schemas.openxmlformats.org/package/2006/relationships"><Relationship Id="rId1" Type="http://schemas.openxmlformats.org/officeDocument/2006/relationships/image" Target="../media/image32.png" /><Relationship Id="rId2" Type="http://schemas.openxmlformats.org/officeDocument/2006/relationships/image" Target="../media/image33.png" /><Relationship Id="rId3" Type="http://schemas.openxmlformats.org/officeDocument/2006/relationships/image" Target="../media/image37.png" /><Relationship Id="rId4" Type="http://schemas.openxmlformats.org/officeDocument/2006/relationships/slideMaster" Target="../slideMasters/slideMaster1.xml" /></Relationships>
</file>

<file path=ppt/slideLayouts/_rels/slideLayout24.xml.rels>&#65279;<?xml version="1.0" encoding="utf-8" standalone="yes"?><Relationships xmlns="http://schemas.openxmlformats.org/package/2006/relationships"><Relationship Id="rId1" Type="http://schemas.openxmlformats.org/officeDocument/2006/relationships/image" Target="../media/image34.png" /><Relationship Id="rId2" Type="http://schemas.openxmlformats.org/officeDocument/2006/relationships/image" Target="../media/image33.png" /><Relationship Id="rId3" Type="http://schemas.openxmlformats.org/officeDocument/2006/relationships/image" Target="../media/image37.png" /><Relationship Id="rId4" Type="http://schemas.openxmlformats.org/officeDocument/2006/relationships/slideMaster" Target="../slideMasters/slideMaster1.xml" /></Relationships>
</file>

<file path=ppt/slideLayouts/_rels/slideLayout25.xml.rels>&#65279;<?xml version="1.0" encoding="utf-8" standalone="yes"?><Relationships xmlns="http://schemas.openxmlformats.org/package/2006/relationships"><Relationship Id="rId1" Type="http://schemas.openxmlformats.org/officeDocument/2006/relationships/image" Target="../media/image35.png" /><Relationship Id="rId2" Type="http://schemas.openxmlformats.org/officeDocument/2006/relationships/image" Target="../media/image33.png" /><Relationship Id="rId3" Type="http://schemas.openxmlformats.org/officeDocument/2006/relationships/image" Target="../media/image37.png" /><Relationship Id="rId4" Type="http://schemas.openxmlformats.org/officeDocument/2006/relationships/slideMaster" Target="../slideMasters/slideMaster1.xml" /></Relationships>
</file>

<file path=ppt/slideLayouts/_rels/slideLayout26.xml.rels>&#65279;<?xml version="1.0" encoding="utf-8" standalone="yes"?><Relationships xmlns="http://schemas.openxmlformats.org/package/2006/relationships"><Relationship Id="rId1" Type="http://schemas.openxmlformats.org/officeDocument/2006/relationships/image" Target="../media/image36.png" /><Relationship Id="rId2" Type="http://schemas.openxmlformats.org/officeDocument/2006/relationships/image" Target="../media/image33.png" /><Relationship Id="rId3" Type="http://schemas.openxmlformats.org/officeDocument/2006/relationships/image" Target="../media/image37.png" /><Relationship Id="rId4" Type="http://schemas.openxmlformats.org/officeDocument/2006/relationships/slideMaster" Target="../slideMasters/slideMaster1.xml" /></Relationships>
</file>

<file path=ppt/slideLayouts/_rels/slideLayout27.xml.rels>&#65279;<?xml version="1.0" encoding="utf-8" standalone="yes"?><Relationships xmlns="http://schemas.openxmlformats.org/package/2006/relationships"><Relationship Id="rId1" Type="http://schemas.openxmlformats.org/officeDocument/2006/relationships/image" Target="../media/image38.png" /><Relationship Id="rId2" Type="http://schemas.openxmlformats.org/officeDocument/2006/relationships/image" Target="../media/image32.png" /><Relationship Id="rId3" Type="http://schemas.openxmlformats.org/officeDocument/2006/relationships/image" Target="../media/image37.png" /><Relationship Id="rId4" Type="http://schemas.openxmlformats.org/officeDocument/2006/relationships/image" Target="../media/image39.png" /><Relationship Id="rId5" Type="http://schemas.openxmlformats.org/officeDocument/2006/relationships/slideMaster" Target="../slideMasters/slideMaster1.xml" /></Relationships>
</file>

<file path=ppt/slideLayouts/_rels/slideLayout28.xml.rels>&#65279;<?xml version="1.0" encoding="utf-8" standalone="yes"?><Relationships xmlns="http://schemas.openxmlformats.org/package/2006/relationships"><Relationship Id="rId1" Type="http://schemas.openxmlformats.org/officeDocument/2006/relationships/image" Target="../media/image34.png" /><Relationship Id="rId2" Type="http://schemas.openxmlformats.org/officeDocument/2006/relationships/image" Target="../media/image37.png" /><Relationship Id="rId3" Type="http://schemas.openxmlformats.org/officeDocument/2006/relationships/image" Target="../media/image39.png" /><Relationship Id="rId4" Type="http://schemas.openxmlformats.org/officeDocument/2006/relationships/image" Target="../media/image38.png" /><Relationship Id="rId5" Type="http://schemas.openxmlformats.org/officeDocument/2006/relationships/slideMaster" Target="../slideMasters/slideMaster1.xml" /></Relationships>
</file>

<file path=ppt/slideLayouts/_rels/slideLayout29.xml.rels>&#65279;<?xml version="1.0" encoding="utf-8" standalone="yes"?><Relationships xmlns="http://schemas.openxmlformats.org/package/2006/relationships"><Relationship Id="rId1" Type="http://schemas.openxmlformats.org/officeDocument/2006/relationships/image" Target="../media/image35.png" /><Relationship Id="rId2" Type="http://schemas.openxmlformats.org/officeDocument/2006/relationships/image" Target="../media/image37.png" /><Relationship Id="rId3" Type="http://schemas.openxmlformats.org/officeDocument/2006/relationships/image" Target="../media/image39.png" /><Relationship Id="rId4" Type="http://schemas.openxmlformats.org/officeDocument/2006/relationships/image" Target="../media/image38.png" /><Relationship Id="rId5" Type="http://schemas.openxmlformats.org/officeDocument/2006/relationships/slideMaster" Target="../slideMasters/slideMaster1.xml" /></Relationships>
</file>

<file path=ppt/slideLayouts/_rels/slideLayout30.xml.rels>&#65279;<?xml version="1.0" encoding="utf-8" standalone="yes"?><Relationships xmlns="http://schemas.openxmlformats.org/package/2006/relationships"><Relationship Id="rId1" Type="http://schemas.openxmlformats.org/officeDocument/2006/relationships/image" Target="../media/image36.png" /><Relationship Id="rId2" Type="http://schemas.openxmlformats.org/officeDocument/2006/relationships/image" Target="../media/image37.png" /><Relationship Id="rId3" Type="http://schemas.openxmlformats.org/officeDocument/2006/relationships/image" Target="../media/image39.png" /><Relationship Id="rId4" Type="http://schemas.openxmlformats.org/officeDocument/2006/relationships/image" Target="../media/image38.png" /><Relationship Id="rId5" Type="http://schemas.openxmlformats.org/officeDocument/2006/relationships/slideMaster" Target="../slideMasters/slideMaster1.xml" /></Relationships>
</file>

<file path=ppt/slideLayouts/_rels/slideLayout31.xml.rels>&#65279;<?xml version="1.0" encoding="utf-8" standalone="yes"?><Relationships xmlns="http://schemas.openxmlformats.org/package/2006/relationships"><Relationship Id="rId1" Type="http://schemas.openxmlformats.org/officeDocument/2006/relationships/image" Target="../media/image32.png" /><Relationship Id="rId2" Type="http://schemas.openxmlformats.org/officeDocument/2006/relationships/image" Target="../media/image37.png" /><Relationship Id="rId3" Type="http://schemas.openxmlformats.org/officeDocument/2006/relationships/image" Target="../media/image39.png" /><Relationship Id="rId4" Type="http://schemas.openxmlformats.org/officeDocument/2006/relationships/slideMaster" Target="../slideMasters/slideMaster1.xml" /></Relationships>
</file>

<file path=ppt/slideLayouts/_rels/slideLayout32.xml.rels>&#65279;<?xml version="1.0" encoding="utf-8" standalone="yes"?><Relationships xmlns="http://schemas.openxmlformats.org/package/2006/relationships"><Relationship Id="rId1" Type="http://schemas.openxmlformats.org/officeDocument/2006/relationships/image" Target="../media/image34.png" /><Relationship Id="rId2" Type="http://schemas.openxmlformats.org/officeDocument/2006/relationships/image" Target="../media/image37.png" /><Relationship Id="rId3" Type="http://schemas.openxmlformats.org/officeDocument/2006/relationships/image" Target="../media/image39.png" /><Relationship Id="rId4" Type="http://schemas.openxmlformats.org/officeDocument/2006/relationships/slideMaster" Target="../slideMasters/slideMaster1.xml" /></Relationships>
</file>

<file path=ppt/slideLayouts/_rels/slideLayout33.xml.rels>&#65279;<?xml version="1.0" encoding="utf-8" standalone="yes"?><Relationships xmlns="http://schemas.openxmlformats.org/package/2006/relationships"><Relationship Id="rId1" Type="http://schemas.openxmlformats.org/officeDocument/2006/relationships/image" Target="../media/image35.png" /><Relationship Id="rId2" Type="http://schemas.openxmlformats.org/officeDocument/2006/relationships/image" Target="../media/image37.png" /><Relationship Id="rId3" Type="http://schemas.openxmlformats.org/officeDocument/2006/relationships/image" Target="../media/image39.png" /><Relationship Id="rId4" Type="http://schemas.openxmlformats.org/officeDocument/2006/relationships/slideMaster" Target="../slideMasters/slideMaster1.xml" /></Relationships>
</file>

<file path=ppt/slideLayouts/_rels/slideLayout34.xml.rels>&#65279;<?xml version="1.0" encoding="utf-8" standalone="yes"?><Relationships xmlns="http://schemas.openxmlformats.org/package/2006/relationships"><Relationship Id="rId1" Type="http://schemas.openxmlformats.org/officeDocument/2006/relationships/image" Target="../media/image36.png" /><Relationship Id="rId2" Type="http://schemas.openxmlformats.org/officeDocument/2006/relationships/image" Target="../media/image37.png" /><Relationship Id="rId3" Type="http://schemas.openxmlformats.org/officeDocument/2006/relationships/image" Target="../media/image39.png" /><Relationship Id="rId4" Type="http://schemas.openxmlformats.org/officeDocument/2006/relationships/slideMaster" Target="../slideMasters/slideMaster1.xml" /></Relationships>
</file>

<file path=ppt/slideLayouts/_rels/slideLayout35.xml.rels>&#65279;<?xml version="1.0" encoding="utf-8" standalone="yes"?><Relationships xmlns="http://schemas.openxmlformats.org/package/2006/relationships"><Relationship Id="rId1" Type="http://schemas.openxmlformats.org/officeDocument/2006/relationships/image" Target="../media/image32.png" /><Relationship Id="rId2" Type="http://schemas.openxmlformats.org/officeDocument/2006/relationships/image" Target="../media/image37.png" /><Relationship Id="rId3" Type="http://schemas.openxmlformats.org/officeDocument/2006/relationships/image" Target="../media/image39.png" /><Relationship Id="rId4" Type="http://schemas.openxmlformats.org/officeDocument/2006/relationships/slideMaster" Target="../slideMasters/slideMaster1.xml" /></Relationships>
</file>

<file path=ppt/slideLayouts/_rels/slideLayout36.xml.rels>&#65279;<?xml version="1.0" encoding="utf-8" standalone="yes"?><Relationships xmlns="http://schemas.openxmlformats.org/package/2006/relationships"><Relationship Id="rId1" Type="http://schemas.openxmlformats.org/officeDocument/2006/relationships/image" Target="../media/image34.png" /><Relationship Id="rId2" Type="http://schemas.openxmlformats.org/officeDocument/2006/relationships/image" Target="../media/image37.png" /><Relationship Id="rId3" Type="http://schemas.openxmlformats.org/officeDocument/2006/relationships/image" Target="../media/image39.png" /><Relationship Id="rId4" Type="http://schemas.openxmlformats.org/officeDocument/2006/relationships/slideMaster" Target="../slideMasters/slideMaster1.xml" /></Relationships>
</file>

<file path=ppt/slideLayouts/_rels/slideLayout37.xml.rels>&#65279;<?xml version="1.0" encoding="utf-8" standalone="yes"?><Relationships xmlns="http://schemas.openxmlformats.org/package/2006/relationships"><Relationship Id="rId1" Type="http://schemas.openxmlformats.org/officeDocument/2006/relationships/image" Target="../media/image35.png" /><Relationship Id="rId2" Type="http://schemas.openxmlformats.org/officeDocument/2006/relationships/image" Target="../media/image37.png" /><Relationship Id="rId3" Type="http://schemas.openxmlformats.org/officeDocument/2006/relationships/image" Target="../media/image39.png" /><Relationship Id="rId4" Type="http://schemas.openxmlformats.org/officeDocument/2006/relationships/slideMaster" Target="../slideMasters/slideMaster1.xml" /></Relationships>
</file>

<file path=ppt/slideLayouts/_rels/slideLayout38.xml.rels>&#65279;<?xml version="1.0" encoding="utf-8" standalone="yes"?><Relationships xmlns="http://schemas.openxmlformats.org/package/2006/relationships"><Relationship Id="rId1" Type="http://schemas.openxmlformats.org/officeDocument/2006/relationships/image" Target="../media/image36.png" /><Relationship Id="rId2" Type="http://schemas.openxmlformats.org/officeDocument/2006/relationships/image" Target="../media/image37.png" /><Relationship Id="rId3" Type="http://schemas.openxmlformats.org/officeDocument/2006/relationships/image" Target="../media/image39.png" /><Relationship Id="rId4" Type="http://schemas.openxmlformats.org/officeDocument/2006/relationships/slideMaster" Target="../slideMasters/slideMaster1.xml" /></Relationships>
</file>

<file path=ppt/slideLayouts/_rels/slideLayout39.xml.rels>&#65279;<?xml version="1.0" encoding="utf-8" standalone="yes"?><Relationships xmlns="http://schemas.openxmlformats.org/package/2006/relationships"><Relationship Id="rId1" Type="http://schemas.openxmlformats.org/officeDocument/2006/relationships/image" Target="../media/image32.png" /><Relationship Id="rId2" Type="http://schemas.openxmlformats.org/officeDocument/2006/relationships/image" Target="../media/image37.png" /><Relationship Id="rId3" Type="http://schemas.openxmlformats.org/officeDocument/2006/relationships/image" Target="../media/image39.png" /><Relationship Id="rId4" Type="http://schemas.openxmlformats.org/officeDocument/2006/relationships/slideMaster" Target="../slideMasters/slideMaster1.xml" /></Relationships>
</file>

<file path=ppt/slideLayouts/_rels/slideLayout40.xml.rels>&#65279;<?xml version="1.0" encoding="utf-8" standalone="yes"?><Relationships xmlns="http://schemas.openxmlformats.org/package/2006/relationships"><Relationship Id="rId1" Type="http://schemas.openxmlformats.org/officeDocument/2006/relationships/image" Target="../media/image34.png" /><Relationship Id="rId2" Type="http://schemas.openxmlformats.org/officeDocument/2006/relationships/image" Target="../media/image37.png" /><Relationship Id="rId3" Type="http://schemas.openxmlformats.org/officeDocument/2006/relationships/image" Target="../media/image39.png" /><Relationship Id="rId4" Type="http://schemas.openxmlformats.org/officeDocument/2006/relationships/slideMaster" Target="../slideMasters/slideMaster1.xml" /></Relationships>
</file>

<file path=ppt/slideLayouts/_rels/slideLayout41.xml.rels>&#65279;<?xml version="1.0" encoding="utf-8" standalone="yes"?><Relationships xmlns="http://schemas.openxmlformats.org/package/2006/relationships"><Relationship Id="rId1" Type="http://schemas.openxmlformats.org/officeDocument/2006/relationships/image" Target="../media/image35.png" /><Relationship Id="rId2" Type="http://schemas.openxmlformats.org/officeDocument/2006/relationships/image" Target="../media/image37.png" /><Relationship Id="rId3" Type="http://schemas.openxmlformats.org/officeDocument/2006/relationships/image" Target="../media/image39.png" /><Relationship Id="rId4" Type="http://schemas.openxmlformats.org/officeDocument/2006/relationships/slideMaster" Target="../slideMasters/slideMaster1.xml" /></Relationships>
</file>

<file path=ppt/slideLayouts/_rels/slideLayout42.xml.rels>&#65279;<?xml version="1.0" encoding="utf-8" standalone="yes"?><Relationships xmlns="http://schemas.openxmlformats.org/package/2006/relationships"><Relationship Id="rId1" Type="http://schemas.openxmlformats.org/officeDocument/2006/relationships/image" Target="../media/image36.png" /><Relationship Id="rId2" Type="http://schemas.openxmlformats.org/officeDocument/2006/relationships/image" Target="../media/image37.png" /><Relationship Id="rId3" Type="http://schemas.openxmlformats.org/officeDocument/2006/relationships/image" Target="../media/image39.png" /><Relationship Id="rId4" Type="http://schemas.openxmlformats.org/officeDocument/2006/relationships/slideMaster" Target="../slideMasters/slideMaster1.xml" /></Relationships>
</file>

<file path=ppt/slideLayouts/_rels/slideLayout43.xml.rels>&#65279;<?xml version="1.0" encoding="utf-8" standalone="yes"?><Relationships xmlns="http://schemas.openxmlformats.org/package/2006/relationships"><Relationship Id="rId1" Type="http://schemas.openxmlformats.org/officeDocument/2006/relationships/image" Target="../media/image32.png" /><Relationship Id="rId2" Type="http://schemas.openxmlformats.org/officeDocument/2006/relationships/image" Target="../media/image37.png" /><Relationship Id="rId3" Type="http://schemas.openxmlformats.org/officeDocument/2006/relationships/slideMaster" Target="../slideMasters/slideMaster1.xml" /></Relationships>
</file>

<file path=ppt/slideLayouts/_rels/slideLayout44.xml.rels>&#65279;<?xml version="1.0" encoding="utf-8" standalone="yes"?><Relationships xmlns="http://schemas.openxmlformats.org/package/2006/relationships"><Relationship Id="rId1" Type="http://schemas.openxmlformats.org/officeDocument/2006/relationships/image" Target="../media/image34.png" /><Relationship Id="rId2" Type="http://schemas.openxmlformats.org/officeDocument/2006/relationships/image" Target="../media/image37.png" /><Relationship Id="rId3" Type="http://schemas.openxmlformats.org/officeDocument/2006/relationships/slideMaster" Target="../slideMasters/slideMaster1.xml" /></Relationships>
</file>

<file path=ppt/slideLayouts/_rels/slideLayout45.xml.rels>&#65279;<?xml version="1.0" encoding="utf-8" standalone="yes"?><Relationships xmlns="http://schemas.openxmlformats.org/package/2006/relationships"><Relationship Id="rId1" Type="http://schemas.openxmlformats.org/officeDocument/2006/relationships/image" Target="../media/image35.png" /><Relationship Id="rId2" Type="http://schemas.openxmlformats.org/officeDocument/2006/relationships/image" Target="../media/image37.png" /><Relationship Id="rId3" Type="http://schemas.openxmlformats.org/officeDocument/2006/relationships/slideMaster" Target="../slideMasters/slideMaster1.xml" /></Relationships>
</file>

<file path=ppt/slideLayouts/_rels/slideLayout46.xml.rels>&#65279;<?xml version="1.0" encoding="utf-8" standalone="yes"?><Relationships xmlns="http://schemas.openxmlformats.org/package/2006/relationships"><Relationship Id="rId1" Type="http://schemas.openxmlformats.org/officeDocument/2006/relationships/image" Target="../media/image36.png" /><Relationship Id="rId2" Type="http://schemas.openxmlformats.org/officeDocument/2006/relationships/image" Target="../media/image37.png" /><Relationship Id="rId3" Type="http://schemas.openxmlformats.org/officeDocument/2006/relationships/slideMaster" Target="../slideMasters/slideMaster1.xml" /></Relationships>
</file>

<file path=ppt/slideLayouts/_rels/slideLayout47.xml.rels>&#65279;<?xml version="1.0" encoding="utf-8" standalone="yes"?><Relationships xmlns="http://schemas.openxmlformats.org/package/2006/relationships"><Relationship Id="rId1" Type="http://schemas.openxmlformats.org/officeDocument/2006/relationships/image" Target="../media/image32.png" /><Relationship Id="rId2" Type="http://schemas.openxmlformats.org/officeDocument/2006/relationships/image" Target="../media/image40.png" /><Relationship Id="rId3" Type="http://schemas.openxmlformats.org/officeDocument/2006/relationships/slideMaster" Target="../slideMasters/slideMaster1.xml" /></Relationships>
</file>

<file path=ppt/slideLayouts/_rels/slideLayout48.xml.rels>&#65279;<?xml version="1.0" encoding="utf-8" standalone="yes"?><Relationships xmlns="http://schemas.openxmlformats.org/package/2006/relationships"><Relationship Id="rId1" Type="http://schemas.openxmlformats.org/officeDocument/2006/relationships/image" Target="../media/image34.png" /><Relationship Id="rId2" Type="http://schemas.openxmlformats.org/officeDocument/2006/relationships/image" Target="../media/image40.png" /><Relationship Id="rId3" Type="http://schemas.openxmlformats.org/officeDocument/2006/relationships/slideMaster" Target="../slideMasters/slideMaster1.xml" /></Relationships>
</file>

<file path=ppt/slideLayouts/_rels/slideLayout49.xml.rels>&#65279;<?xml version="1.0" encoding="utf-8" standalone="yes"?><Relationships xmlns="http://schemas.openxmlformats.org/package/2006/relationships"><Relationship Id="rId1" Type="http://schemas.openxmlformats.org/officeDocument/2006/relationships/image" Target="../media/image35.png" /><Relationship Id="rId2" Type="http://schemas.openxmlformats.org/officeDocument/2006/relationships/image" Target="../media/image40.png" /><Relationship Id="rId3" Type="http://schemas.openxmlformats.org/officeDocument/2006/relationships/slideMaster" Target="../slideMasters/slideMaster1.xml" /></Relationships>
</file>

<file path=ppt/slideLayouts/_rels/slideLayout50.xml.rels>&#65279;<?xml version="1.0" encoding="utf-8" standalone="yes"?><Relationships xmlns="http://schemas.openxmlformats.org/package/2006/relationships"><Relationship Id="rId1" Type="http://schemas.openxmlformats.org/officeDocument/2006/relationships/image" Target="../media/image36.png" /><Relationship Id="rId2" Type="http://schemas.openxmlformats.org/officeDocument/2006/relationships/image" Target="../media/image40.png" /><Relationship Id="rId3" Type="http://schemas.openxmlformats.org/officeDocument/2006/relationships/slideMaster" Target="../slideMasters/slideMaster1.xml" /></Relationships>
</file>

<file path=ppt/slideLayouts/_rels/slideLayout51.xml.rels>&#65279;<?xml version="1.0" encoding="utf-8" standalone="yes"?><Relationships xmlns="http://schemas.openxmlformats.org/package/2006/relationships"><Relationship Id="rId1" Type="http://schemas.openxmlformats.org/officeDocument/2006/relationships/image" Target="../media/image32.png" /><Relationship Id="rId2" Type="http://schemas.openxmlformats.org/officeDocument/2006/relationships/image" Target="../media/image41.png" /><Relationship Id="rId3" Type="http://schemas.openxmlformats.org/officeDocument/2006/relationships/slideMaster" Target="../slideMasters/slideMaster1.xml" /></Relationships>
</file>

<file path=ppt/slideLayouts/_rels/slideLayout52.xml.rels>&#65279;<?xml version="1.0" encoding="utf-8" standalone="yes"?><Relationships xmlns="http://schemas.openxmlformats.org/package/2006/relationships"><Relationship Id="rId1" Type="http://schemas.openxmlformats.org/officeDocument/2006/relationships/image" Target="../media/image34.png" /><Relationship Id="rId2" Type="http://schemas.openxmlformats.org/officeDocument/2006/relationships/image" Target="../media/image41.png" /><Relationship Id="rId3" Type="http://schemas.openxmlformats.org/officeDocument/2006/relationships/slideMaster" Target="../slideMasters/slideMaster1.xml" /></Relationships>
</file>

<file path=ppt/slideLayouts/_rels/slideLayout53.xml.rels>&#65279;<?xml version="1.0" encoding="utf-8" standalone="yes"?><Relationships xmlns="http://schemas.openxmlformats.org/package/2006/relationships"><Relationship Id="rId1" Type="http://schemas.openxmlformats.org/officeDocument/2006/relationships/image" Target="../media/image35.png" /><Relationship Id="rId2" Type="http://schemas.openxmlformats.org/officeDocument/2006/relationships/image" Target="../media/image41.png" /><Relationship Id="rId3" Type="http://schemas.openxmlformats.org/officeDocument/2006/relationships/slideMaster" Target="../slideMasters/slideMaster1.xml" /></Relationships>
</file>

<file path=ppt/slideLayouts/_rels/slideLayout54.xml.rels>&#65279;<?xml version="1.0" encoding="utf-8" standalone="yes"?><Relationships xmlns="http://schemas.openxmlformats.org/package/2006/relationships"><Relationship Id="rId1" Type="http://schemas.openxmlformats.org/officeDocument/2006/relationships/image" Target="../media/image36.png" /><Relationship Id="rId2" Type="http://schemas.openxmlformats.org/officeDocument/2006/relationships/image" Target="../media/image41.png" /><Relationship Id="rId3" Type="http://schemas.openxmlformats.org/officeDocument/2006/relationships/slideMaster" Target="../slideMasters/slideMaster1.xml" /></Relationships>
</file>

<file path=ppt/slideLayouts/_rels/slideLayout55.xml.rels>&#65279;<?xml version="1.0" encoding="utf-8" standalone="yes"?><Relationships xmlns="http://schemas.openxmlformats.org/package/2006/relationships"><Relationship Id="rId1" Type="http://schemas.openxmlformats.org/officeDocument/2006/relationships/image" Target="../media/image22.png" /><Relationship Id="rId2" Type="http://schemas.openxmlformats.org/officeDocument/2006/relationships/slideMaster" Target="../slideMasters/slideMaster1.xml" /></Relationships>
</file>

<file path=ppt/slideLayouts/_rels/slideLayout56.xml.rels>&#65279;<?xml version="1.0" encoding="utf-8" standalone="yes"?><Relationships xmlns="http://schemas.openxmlformats.org/package/2006/relationships"><Relationship Id="rId1" Type="http://schemas.openxmlformats.org/officeDocument/2006/relationships/image" Target="../media/image22.png" /><Relationship Id="rId2" Type="http://schemas.openxmlformats.org/officeDocument/2006/relationships/slideMaster" Target="../slideMasters/slideMaster1.xml" /></Relationships>
</file>

<file path=ppt/slideLayouts/_rels/slideLayout57.xml.rels>&#65279;<?xml version="1.0" encoding="utf-8" standalone="yes"?><Relationships xmlns="http://schemas.openxmlformats.org/package/2006/relationships"><Relationship Id="rId1" Type="http://schemas.openxmlformats.org/officeDocument/2006/relationships/image" Target="../media/image42.png" /><Relationship Id="rId2" Type="http://schemas.openxmlformats.org/officeDocument/2006/relationships/slideMaster" Target="../slideMasters/slideMaster1.xml" /></Relationships>
</file>

<file path=ppt/slideLayouts/_rels/slideLayout5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9.xml.rels>&#65279;<?xml version="1.0" encoding="utf-8" standalone="yes"?><Relationships xmlns="http://schemas.openxmlformats.org/package/2006/relationships"><Relationship Id="rId1" Type="http://schemas.openxmlformats.org/officeDocument/2006/relationships/image" Target="../media/image15.png" /><Relationship Id="rId2" Type="http://schemas.openxmlformats.org/officeDocument/2006/relationships/slideMaster" Target="../slideMasters/slideMaster1.xml" /></Relationships>
</file>

<file path=ppt/slideLayouts/_rels/slideLayout6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1.xml.rels>&#65279;<?xml version="1.0" encoding="utf-8" standalone="yes"?><Relationships xmlns="http://schemas.openxmlformats.org/package/2006/relationships"><Relationship Id="rId1" Type="http://schemas.openxmlformats.org/officeDocument/2006/relationships/image" Target="../media/image22.png" /><Relationship Id="rId2"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English">
  <p:cSld name="Title Slide 2_1">
    <p:bg>
      <p:bgPr>
        <a:solidFill>
          <a:srgbClr val="BEF2BD"/>
        </a:solidFill>
      </p:bgPr>
    </p:bg>
    <p:spTree>
      <p:nvGrpSpPr>
        <p:cNvPr id="9" name="Shape 9"/>
        <p:cNvGrpSpPr/>
        <p:nvPr/>
      </p:nvGrpSpPr>
      <p:grpSpPr>
        <a:xfrm>
          <a:off x="0" y="0"/>
          <a:ext cx="0" cy="0"/>
        </a:xfrm>
      </p:grpSpPr>
      <p:pic>
        <p:nvPicPr>
          <p:cNvPr id="10" name="Google Shape;10;p2"/>
          <p:cNvPicPr preferRelativeResize="0"/>
          <p:nvPr/>
        </p:nvPicPr>
        <p:blipFill>
          <a:blip r:embed="rId1">
            <a:alphaModFix/>
          </a:blip>
          <a:srcRect l="6209" r="6209"/>
          <a:stretch>
            <a:fillRect/>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English</a:t>
            </a:r>
            <a:endParaRPr sz="1700" b="1">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3" name="Google Shape;13;p2"/>
          <p:cNvSpPr txBox="1"/>
          <p:nvPr>
            <p:ph type="subTitle" idx="1"/>
          </p:nvPr>
        </p:nvSpPr>
        <p:spPr>
          <a:xfrm>
            <a:off x="890225" y="4327975"/>
            <a:ext cx="59862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14" name="Google Shape;14;p2"/>
          <p:cNvPicPr preferRelativeResize="0"/>
          <p:nvPr/>
        </p:nvPicPr>
        <p:blipFill>
          <a:blip r:embed="rId2">
            <a:alphaModFix/>
          </a:blip>
          <a:stretch>
            <a:fillRect/>
          </a:stretch>
        </p:blipFill>
        <p:spPr>
          <a:xfrm>
            <a:off x="7690424" y="4098434"/>
            <a:ext cx="1052750" cy="482825"/>
          </a:xfrm>
          <a:prstGeom prst="rect">
            <a:avLst/>
          </a:prstGeom>
          <a:noFill/>
          <a:ln>
            <a:noFill/>
          </a:ln>
        </p:spPr>
      </p:pic>
      <p:pic>
        <p:nvPicPr>
          <p:cNvPr id="15" name="Google Shape;15;p2"/>
          <p:cNvPicPr preferRelativeResize="0"/>
          <p:nvPr/>
        </p:nvPicPr>
        <p:blipFill>
          <a:blip r:embed="rId3">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transition/>
  <p:timing/>
  <p:extLst>
    <p:ext uri="{DCECCB84-F9BA-43D5-87BE-67443E8EF086}">
      <p15:sldGuideLst xmlns:p15="http://schemas.microsoft.com/office/powerpoint/2012/main">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Maths">
  <p:cSld name="Title Slide 2_1_1">
    <p:bg>
      <p:bgPr>
        <a:solidFill>
          <a:srgbClr val="BEF2BD"/>
        </a:solidFill>
      </p:bgPr>
    </p:bg>
    <p:spTree>
      <p:nvGrpSpPr>
        <p:cNvPr id="17" name="Shape 17"/>
        <p:cNvGrpSpPr/>
        <p:nvPr/>
      </p:nvGrpSpPr>
      <p:grpSpPr>
        <a:xfrm>
          <a:off x="0" y="0"/>
          <a:ext cx="0" cy="0"/>
        </a:xfrm>
      </p:grpSpPr>
      <p:pic>
        <p:nvPicPr>
          <p:cNvPr id="18" name="Google Shape;18;p3"/>
          <p:cNvPicPr preferRelativeResize="0"/>
          <p:nvPr/>
        </p:nvPicPr>
        <p:blipFill>
          <a:blip r:embed="rId1">
            <a:alphaModFix/>
          </a:blip>
          <a:stretch>
            <a:fillRect/>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Maths</a:t>
            </a:r>
            <a:endParaRPr sz="1700" b="1">
              <a:latin typeface="Lexend"/>
              <a:ea typeface="Lexend"/>
              <a:cs typeface="Lexend"/>
              <a:sym typeface="Lexend"/>
            </a:endParaRPr>
          </a:p>
        </p:txBody>
      </p:sp>
      <p:sp>
        <p:nvSpPr>
          <p:cNvPr id="21" name="Google Shape;21;p3"/>
          <p:cNvSpPr txBox="1"/>
          <p:nvPr>
            <p:ph type="subTitle" idx="1"/>
          </p:nvPr>
        </p:nvSpPr>
        <p:spPr>
          <a:xfrm>
            <a:off x="890225" y="4327975"/>
            <a:ext cx="57585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22" name="Google Shape;22;p3"/>
          <p:cNvPicPr preferRelativeResize="0"/>
          <p:nvPr/>
        </p:nvPicPr>
        <p:blipFill>
          <a:blip r:embed="rId2">
            <a:alphaModFix/>
          </a:blip>
          <a:stretch>
            <a:fillRect/>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a:blip r:embed="rId3">
            <a:alphaModFix/>
          </a:blip>
          <a:srcRect l="6209" r="6209"/>
          <a:stretch>
            <a:fillRect/>
          </a:stretch>
        </p:blipFill>
        <p:spPr>
          <a:xfrm>
            <a:off x="324000" y="4008600"/>
            <a:ext cx="707200" cy="128000"/>
          </a:xfrm>
          <a:prstGeom prst="rect">
            <a:avLst/>
          </a:prstGeom>
          <a:noFill/>
          <a:ln>
            <a:noFill/>
          </a:ln>
        </p:spPr>
      </p:pic>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Geography">
  <p:cSld name="Title Slide 2_1_1_1">
    <p:bg>
      <p:bgPr>
        <a:solidFill>
          <a:srgbClr val="BEF2BD"/>
        </a:solidFill>
      </p:bgPr>
    </p:bg>
    <p:spTree>
      <p:nvGrpSpPr>
        <p:cNvPr id="25" name="Shape 25"/>
        <p:cNvGrpSpPr/>
        <p:nvPr/>
      </p:nvGrpSpPr>
      <p:grpSpPr>
        <a:xfrm>
          <a:off x="0" y="0"/>
          <a:ext cx="0" cy="0"/>
        </a:xfrm>
      </p:grpSpPr>
      <p:pic>
        <p:nvPicPr>
          <p:cNvPr id="26" name="Google Shape;26;p4"/>
          <p:cNvPicPr preferRelativeResize="0"/>
          <p:nvPr/>
        </p:nvPicPr>
        <p:blipFill>
          <a:blip r:embed="rId1">
            <a:alphaModFix/>
          </a:blip>
          <a:srcRect l="6209" r="6209"/>
          <a:stretch>
            <a:fillRect/>
          </a:stretch>
        </p:blipFill>
        <p:spPr>
          <a:xfrm>
            <a:off x="324000" y="4008600"/>
            <a:ext cx="1259825" cy="128000"/>
          </a:xfrm>
          <a:prstGeom prst="rect">
            <a:avLst/>
          </a:prstGeom>
          <a:noFill/>
          <a:ln>
            <a:noFill/>
          </a:ln>
        </p:spPr>
      </p:pic>
      <p:pic>
        <p:nvPicPr>
          <p:cNvPr id="27" name="Google Shape;27;p4"/>
          <p:cNvPicPr preferRelativeResize="0"/>
          <p:nvPr/>
        </p:nvPicPr>
        <p:blipFill>
          <a:blip r:embed="rId2">
            <a:alphaModFix/>
          </a:blip>
          <a:stretch>
            <a:fillRect/>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Geography</a:t>
            </a:r>
            <a:endParaRPr sz="1700" b="1">
              <a:latin typeface="Lexend"/>
              <a:ea typeface="Lexend"/>
              <a:cs typeface="Lexend"/>
              <a:sym typeface="Lexend"/>
            </a:endParaRPr>
          </a:p>
        </p:txBody>
      </p:sp>
      <p:sp>
        <p:nvSpPr>
          <p:cNvPr id="30" name="Google Shape;30;p4"/>
          <p:cNvSpPr txBox="1"/>
          <p:nvPr>
            <p:ph type="subTitle" idx="1"/>
          </p:nvPr>
        </p:nvSpPr>
        <p:spPr>
          <a:xfrm>
            <a:off x="890225" y="4327975"/>
            <a:ext cx="59976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31" name="Google Shape;31;p4"/>
          <p:cNvPicPr preferRelativeResize="0"/>
          <p:nvPr/>
        </p:nvPicPr>
        <p:blipFill>
          <a:blip r:embed="rId3">
            <a:alphaModFix/>
          </a:blip>
          <a:stretch>
            <a:fillRect/>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History">
  <p:cSld name="Title Slide 2_1_1_1_1">
    <p:bg>
      <p:bgPr>
        <a:solidFill>
          <a:srgbClr val="BEF2BD"/>
        </a:solidFill>
      </p:bgPr>
    </p:bg>
    <p:spTree>
      <p:nvGrpSpPr>
        <p:cNvPr id="33" name="Shape 33"/>
        <p:cNvGrpSpPr/>
        <p:nvPr/>
      </p:nvGrpSpPr>
      <p:grpSpPr>
        <a:xfrm>
          <a:off x="0" y="0"/>
          <a:ext cx="0" cy="0"/>
        </a:xfrm>
      </p:grpSpPr>
      <p:pic>
        <p:nvPicPr>
          <p:cNvPr id="34" name="Google Shape;34;p5"/>
          <p:cNvPicPr preferRelativeResize="0"/>
          <p:nvPr/>
        </p:nvPicPr>
        <p:blipFill>
          <a:blip r:embed="rId1">
            <a:alphaModFix/>
          </a:blip>
          <a:srcRect l="6209" r="6209"/>
          <a:stretch>
            <a:fillRect/>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History</a:t>
            </a:r>
            <a:endParaRPr sz="1700" b="1">
              <a:latin typeface="Lexend"/>
              <a:ea typeface="Lexend"/>
              <a:cs typeface="Lexend"/>
              <a:sym typeface="Lexend"/>
            </a:endParaRPr>
          </a:p>
        </p:txBody>
      </p:sp>
      <p:sp>
        <p:nvSpPr>
          <p:cNvPr id="37" name="Google Shape;37;p5"/>
          <p:cNvSpPr txBox="1"/>
          <p:nvPr>
            <p:ph type="subTitle" idx="1"/>
          </p:nvPr>
        </p:nvSpPr>
        <p:spPr>
          <a:xfrm>
            <a:off x="890225" y="4327975"/>
            <a:ext cx="58041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38" name="Google Shape;38;p5"/>
          <p:cNvPicPr preferRelativeResize="0"/>
          <p:nvPr/>
        </p:nvPicPr>
        <p:blipFill>
          <a:blip r:embed="rId2">
            <a:alphaModFix/>
          </a:blip>
          <a:stretch>
            <a:fillRect/>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a:blip r:embed="rId3">
              <a:alphaModFix/>
            </a:blip>
            <a:stretch>
              <a:fillRect/>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43" name="Google Shape;43;p5"/>
            <p:cNvPicPr preferRelativeResize="0"/>
            <p:nvPr/>
          </p:nvPicPr>
          <p:blipFill>
            <a:blip r:embed="rId4">
              <a:alphaModFix/>
            </a:blip>
            <a:stretch>
              <a:fillRect/>
            </a:stretch>
          </p:blipFill>
          <p:spPr>
            <a:xfrm rot="-378432">
              <a:off x="7001357" y="1317070"/>
              <a:ext cx="1677682" cy="1143462"/>
            </a:xfrm>
            <a:prstGeom prst="rect">
              <a:avLst/>
            </a:prstGeom>
            <a:noFill/>
            <a:ln>
              <a:noFill/>
            </a:ln>
          </p:spPr>
        </p:pic>
      </p:gr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Music">
  <p:cSld name="Title Slide 2_1_1_1_1_1">
    <p:bg>
      <p:bgPr>
        <a:solidFill>
          <a:srgbClr val="BEF2BD"/>
        </a:solidFill>
      </p:bgPr>
    </p:bg>
    <p:spTree>
      <p:nvGrpSpPr>
        <p:cNvPr id="44" name="Shape 44"/>
        <p:cNvGrpSpPr/>
        <p:nvPr/>
      </p:nvGrpSpPr>
      <p:grpSpPr>
        <a:xfrm>
          <a:off x="0" y="0"/>
          <a:ext cx="0" cy="0"/>
        </a:xfrm>
      </p:grpSpPr>
      <p:pic>
        <p:nvPicPr>
          <p:cNvPr id="45" name="Google Shape;45;p6"/>
          <p:cNvPicPr preferRelativeResize="0"/>
          <p:nvPr/>
        </p:nvPicPr>
        <p:blipFill>
          <a:blip r:embed="rId1">
            <a:alphaModFix/>
          </a:blip>
          <a:stretch>
            <a:fillRect/>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Music</a:t>
            </a:r>
            <a:endParaRPr sz="1700" b="1">
              <a:latin typeface="Lexend"/>
              <a:ea typeface="Lexend"/>
              <a:cs typeface="Lexend"/>
              <a:sym typeface="Lexend"/>
            </a:endParaRPr>
          </a:p>
        </p:txBody>
      </p:sp>
      <p:sp>
        <p:nvSpPr>
          <p:cNvPr id="48" name="Google Shape;48;p6"/>
          <p:cNvSpPr txBox="1"/>
          <p:nvPr>
            <p:ph type="subTitle" idx="1"/>
          </p:nvPr>
        </p:nvSpPr>
        <p:spPr>
          <a:xfrm>
            <a:off x="890225" y="4327975"/>
            <a:ext cx="57870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49" name="Google Shape;49;p6"/>
          <p:cNvPicPr preferRelativeResize="0"/>
          <p:nvPr/>
        </p:nvPicPr>
        <p:blipFill>
          <a:blip r:embed="rId2">
            <a:alphaModFix/>
          </a:blip>
          <a:stretch>
            <a:fillRect/>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a:blip r:embed="rId3">
            <a:alphaModFix/>
          </a:blip>
          <a:srcRect l="6209" r="6209"/>
          <a:stretch>
            <a:fillRect/>
          </a:stretch>
        </p:blipFill>
        <p:spPr>
          <a:xfrm>
            <a:off x="324000" y="4008600"/>
            <a:ext cx="661625" cy="128000"/>
          </a:xfrm>
          <a:prstGeom prst="rect">
            <a:avLst/>
          </a:prstGeom>
          <a:noFill/>
          <a:ln>
            <a:noFill/>
          </a:ln>
        </p:spPr>
      </p:pic>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Science">
  <p:cSld name="Title Slide 2_1_1_1_1_1_1">
    <p:bg>
      <p:bgPr>
        <a:solidFill>
          <a:srgbClr val="BEF2BD"/>
        </a:solidFill>
      </p:bgPr>
    </p:bg>
    <p:spTree>
      <p:nvGrpSpPr>
        <p:cNvPr id="52" name="Shape 52"/>
        <p:cNvGrpSpPr/>
        <p:nvPr/>
      </p:nvGrpSpPr>
      <p:grpSpPr>
        <a:xfrm>
          <a:off x="0" y="0"/>
          <a:ext cx="0" cy="0"/>
        </a:xfrm>
      </p:grpSpPr>
      <p:sp>
        <p:nvSpPr>
          <p:cNvPr id="53" name="Google Shape;53;p7"/>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Science</a:t>
            </a:r>
            <a:endParaRPr sz="1700" b="1">
              <a:latin typeface="Lexend"/>
              <a:ea typeface="Lexend"/>
              <a:cs typeface="Lexend"/>
              <a:sym typeface="Lexend"/>
            </a:endParaRPr>
          </a:p>
        </p:txBody>
      </p:sp>
      <p:sp>
        <p:nvSpPr>
          <p:cNvPr id="55" name="Google Shape;55;p7"/>
          <p:cNvSpPr txBox="1"/>
          <p:nvPr>
            <p:ph type="subTitle" idx="1"/>
          </p:nvPr>
        </p:nvSpPr>
        <p:spPr>
          <a:xfrm>
            <a:off x="890225" y="4327975"/>
            <a:ext cx="57927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56" name="Google Shape;56;p7"/>
          <p:cNvPicPr preferRelativeResize="0"/>
          <p:nvPr/>
        </p:nvPicPr>
        <p:blipFill>
          <a:blip r:embed="rId1">
            <a:alphaModFix/>
          </a:blip>
          <a:stretch>
            <a:fillRect/>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a:blip r:embed="rId2">
            <a:alphaModFix/>
          </a:blip>
          <a:srcRect l="6209" r="6209"/>
          <a:stretch>
            <a:fillRect/>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a:blip r:embed="rId3">
              <a:alphaModFix/>
            </a:blip>
            <a:stretch>
              <a:fillRect/>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62" name="Google Shape;62;p7"/>
            <p:cNvPicPr preferRelativeResize="0"/>
            <p:nvPr/>
          </p:nvPicPr>
          <p:blipFill>
            <a:blip r:embed="rId4">
              <a:alphaModFix/>
            </a:blip>
            <a:stretch>
              <a:fillRect/>
            </a:stretch>
          </p:blipFill>
          <p:spPr>
            <a:xfrm rot="-311816">
              <a:off x="7083000" y="1110274"/>
              <a:ext cx="1514398" cy="1526398"/>
            </a:xfrm>
            <a:prstGeom prst="rect">
              <a:avLst/>
            </a:prstGeom>
            <a:noFill/>
            <a:ln>
              <a:noFill/>
            </a:ln>
          </p:spPr>
        </p:pic>
      </p:gr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Biology">
  <p:cSld name="Title Slide 2_1_1_1_1_1_1_1">
    <p:bg>
      <p:bgPr>
        <a:solidFill>
          <a:srgbClr val="BEF2BD"/>
        </a:solidFill>
      </p:bgPr>
    </p:bg>
    <p:spTree>
      <p:nvGrpSpPr>
        <p:cNvPr id="63" name="Shape 63"/>
        <p:cNvGrpSpPr/>
        <p:nvPr/>
      </p:nvGrpSpPr>
      <p:grpSpPr>
        <a:xfrm>
          <a:off x="0" y="0"/>
          <a:ext cx="0" cy="0"/>
        </a:xfrm>
      </p:grpSpPr>
      <p:pic>
        <p:nvPicPr>
          <p:cNvPr id="64" name="Google Shape;64;p8"/>
          <p:cNvPicPr preferRelativeResize="0"/>
          <p:nvPr/>
        </p:nvPicPr>
        <p:blipFill>
          <a:blip r:embed="rId1">
            <a:alphaModFix/>
          </a:blip>
          <a:srcRect l="6209" r="6209"/>
          <a:stretch>
            <a:fillRect/>
          </a:stretch>
        </p:blipFill>
        <p:spPr>
          <a:xfrm>
            <a:off x="324000" y="4008600"/>
            <a:ext cx="859400" cy="127996"/>
          </a:xfrm>
          <a:prstGeom prst="rect">
            <a:avLst/>
          </a:prstGeom>
          <a:noFill/>
          <a:ln>
            <a:noFill/>
          </a:ln>
        </p:spPr>
      </p:pic>
      <p:pic>
        <p:nvPicPr>
          <p:cNvPr id="65" name="Google Shape;65;p8"/>
          <p:cNvPicPr preferRelativeResize="0"/>
          <p:nvPr/>
        </p:nvPicPr>
        <p:blipFill>
          <a:blip r:embed="rId2">
            <a:alphaModFix/>
          </a:blip>
          <a:stretch>
            <a:fillRect/>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Biology</a:t>
            </a:r>
            <a:endParaRPr sz="1700" b="1">
              <a:latin typeface="Lexend"/>
              <a:ea typeface="Lexend"/>
              <a:cs typeface="Lexend"/>
              <a:sym typeface="Lexend"/>
            </a:endParaRPr>
          </a:p>
        </p:txBody>
      </p:sp>
      <p:sp>
        <p:nvSpPr>
          <p:cNvPr id="68" name="Google Shape;68;p8"/>
          <p:cNvSpPr txBox="1"/>
          <p:nvPr>
            <p:ph type="subTitle" idx="1"/>
          </p:nvPr>
        </p:nvSpPr>
        <p:spPr>
          <a:xfrm>
            <a:off x="890225" y="4327975"/>
            <a:ext cx="57756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69" name="Google Shape;69;p8"/>
          <p:cNvPicPr preferRelativeResize="0"/>
          <p:nvPr/>
        </p:nvPicPr>
        <p:blipFill>
          <a:blip r:embed="rId3">
            <a:alphaModFix/>
          </a:blip>
          <a:stretch>
            <a:fillRect/>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Physics">
  <p:cSld name="Title Slide 2_1_1_1_1_1_1_1_1">
    <p:bg>
      <p:bgPr>
        <a:solidFill>
          <a:srgbClr val="BEF2BD"/>
        </a:solidFill>
      </p:bgPr>
    </p:bg>
    <p:spTree>
      <p:nvGrpSpPr>
        <p:cNvPr id="71" name="Shape 71"/>
        <p:cNvGrpSpPr/>
        <p:nvPr/>
      </p:nvGrpSpPr>
      <p:grpSpPr>
        <a:xfrm>
          <a:off x="0" y="0"/>
          <a:ext cx="0" cy="0"/>
        </a:xfrm>
      </p:grpSpPr>
      <p:pic>
        <p:nvPicPr>
          <p:cNvPr id="72" name="Google Shape;72;p9"/>
          <p:cNvPicPr preferRelativeResize="0"/>
          <p:nvPr/>
        </p:nvPicPr>
        <p:blipFill>
          <a:blip r:embed="rId1">
            <a:alphaModFix/>
          </a:blip>
          <a:srcRect l="6209" r="6209"/>
          <a:stretch>
            <a:fillRect/>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Physics</a:t>
            </a:r>
            <a:endParaRPr sz="1700" b="1">
              <a:latin typeface="Lexend"/>
              <a:ea typeface="Lexend"/>
              <a:cs typeface="Lexend"/>
              <a:sym typeface="Lexend"/>
            </a:endParaRPr>
          </a:p>
        </p:txBody>
      </p:sp>
      <p:sp>
        <p:nvSpPr>
          <p:cNvPr id="75" name="Google Shape;75;p9"/>
          <p:cNvSpPr txBox="1"/>
          <p:nvPr>
            <p:ph type="subTitle" idx="1"/>
          </p:nvPr>
        </p:nvSpPr>
        <p:spPr>
          <a:xfrm>
            <a:off x="890225" y="4327975"/>
            <a:ext cx="57585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76" name="Google Shape;76;p9"/>
          <p:cNvPicPr preferRelativeResize="0"/>
          <p:nvPr/>
        </p:nvPicPr>
        <p:blipFill>
          <a:blip r:embed="rId2">
            <a:alphaModFix/>
          </a:blip>
          <a:stretch>
            <a:fillRect/>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a:blip r:embed="rId3">
              <a:alphaModFix/>
            </a:blip>
            <a:stretch>
              <a:fillRect/>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81" name="Google Shape;81;p9"/>
            <p:cNvPicPr preferRelativeResize="0"/>
            <p:nvPr/>
          </p:nvPicPr>
          <p:blipFill>
            <a:blip r:embed="rId4">
              <a:alphaModFix/>
            </a:blip>
            <a:stretch>
              <a:fillRect/>
            </a:stretch>
          </p:blipFill>
          <p:spPr>
            <a:xfrm rot="-384492">
              <a:off x="7235674" y="1037850"/>
              <a:ext cx="1204851" cy="1957577"/>
            </a:xfrm>
            <a:prstGeom prst="rect">
              <a:avLst/>
            </a:prstGeom>
            <a:noFill/>
            <a:ln>
              <a:noFill/>
            </a:ln>
          </p:spPr>
        </p:pic>
      </p:gr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Chemistry">
  <p:cSld name="Title Slide 2_1_1_1_1_1_1_1_1_1">
    <p:bg>
      <p:bgPr>
        <a:solidFill>
          <a:srgbClr val="BEF2BD"/>
        </a:solidFill>
      </p:bgPr>
    </p:bg>
    <p:spTree>
      <p:nvGrpSpPr>
        <p:cNvPr id="82" name="Shape 82"/>
        <p:cNvGrpSpPr/>
        <p:nvPr/>
      </p:nvGrpSpPr>
      <p:grpSpPr>
        <a:xfrm>
          <a:off x="0" y="0"/>
          <a:ext cx="0" cy="0"/>
        </a:xfrm>
      </p:grpSpPr>
      <p:pic>
        <p:nvPicPr>
          <p:cNvPr id="83" name="Google Shape;83;p10"/>
          <p:cNvPicPr preferRelativeResize="0"/>
          <p:nvPr/>
        </p:nvPicPr>
        <p:blipFill>
          <a:blip r:embed="rId1">
            <a:alphaModFix/>
          </a:blip>
          <a:srcRect l="6209" r="6209"/>
          <a:stretch>
            <a:fillRect/>
          </a:stretch>
        </p:blipFill>
        <p:spPr>
          <a:xfrm>
            <a:off x="324000" y="4008600"/>
            <a:ext cx="1117400" cy="128000"/>
          </a:xfrm>
          <a:prstGeom prst="rect">
            <a:avLst/>
          </a:prstGeom>
          <a:noFill/>
          <a:ln>
            <a:noFill/>
          </a:ln>
        </p:spPr>
      </p:pic>
      <p:pic>
        <p:nvPicPr>
          <p:cNvPr id="84" name="Google Shape;84;p10"/>
          <p:cNvPicPr preferRelativeResize="0"/>
          <p:nvPr/>
        </p:nvPicPr>
        <p:blipFill>
          <a:blip r:embed="rId2">
            <a:alphaModFix/>
          </a:blip>
          <a:stretch>
            <a:fillRect/>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Chemistry</a:t>
            </a:r>
            <a:endParaRPr sz="1700" b="1">
              <a:latin typeface="Lexend"/>
              <a:ea typeface="Lexend"/>
              <a:cs typeface="Lexend"/>
              <a:sym typeface="Lexend"/>
            </a:endParaRPr>
          </a:p>
        </p:txBody>
      </p:sp>
      <p:sp>
        <p:nvSpPr>
          <p:cNvPr id="87" name="Google Shape;87;p10"/>
          <p:cNvSpPr txBox="1"/>
          <p:nvPr>
            <p:ph type="subTitle" idx="1"/>
          </p:nvPr>
        </p:nvSpPr>
        <p:spPr>
          <a:xfrm>
            <a:off x="890225" y="4327975"/>
            <a:ext cx="58551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88" name="Google Shape;88;p10"/>
          <p:cNvPicPr preferRelativeResize="0"/>
          <p:nvPr/>
        </p:nvPicPr>
        <p:blipFill>
          <a:blip r:embed="rId3">
            <a:alphaModFix/>
          </a:blip>
          <a:stretch>
            <a:fillRect/>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Z.1 Outcome">
  <p:cSld name="CUSTOM_5">
    <p:bg>
      <p:bgPr>
        <a:solidFill>
          <a:srgbClr val="BEF2BD"/>
        </a:solidFill>
      </p:bgPr>
    </p:bg>
    <p:spTree>
      <p:nvGrpSpPr>
        <p:cNvPr id="90" name="Shape 90"/>
        <p:cNvGrpSpPr/>
        <p:nvPr/>
      </p:nvGrpSpPr>
      <p:grpSpPr>
        <a:xfrm>
          <a:off x="0" y="0"/>
          <a:ext cx="0" cy="0"/>
        </a:xfrm>
      </p:grpSpPr>
      <p:pic>
        <p:nvPicPr>
          <p:cNvPr id="91" name="Google Shape;91;p11"/>
          <p:cNvPicPr preferRelativeResize="0"/>
          <p:nvPr/>
        </p:nvPicPr>
        <p:blipFill>
          <a:blip r:embed="rId1">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800" b="1">
                <a:latin typeface="Lexend"/>
                <a:ea typeface="Lexend"/>
                <a:cs typeface="Lexend"/>
                <a:sym typeface="Lexend"/>
              </a:rPr>
              <a:t>Outcome</a:t>
            </a:r>
            <a:endParaRPr sz="2800" b="1">
              <a:latin typeface="Lexend"/>
              <a:ea typeface="Lexend"/>
              <a:cs typeface="Lexend"/>
              <a:sym typeface="Lexend"/>
            </a:endParaRPr>
          </a:p>
        </p:txBody>
      </p:sp>
      <p:sp>
        <p:nvSpPr>
          <p:cNvPr id="93" name="Google Shape;93;p11"/>
          <p:cNvSpPr txBox="1"/>
          <p:nvPr>
            <p:ph type="subTitle" idx="1"/>
          </p:nvPr>
        </p:nvSpPr>
        <p:spPr>
          <a:xfrm>
            <a:off x="585575" y="1463950"/>
            <a:ext cx="7351200" cy="2762700"/>
          </a:xfrm>
          <a:prstGeom prst="rect">
            <a:avLst/>
          </a:prstGeom>
        </p:spPr>
        <p:txBody>
          <a:bodyPr spcFirstLastPara="1" wrap="square" lIns="0" tIns="0" rIns="0" bIns="0" anchor="ctr" anchorCtr="0">
            <a:noAutofit/>
          </a:bodyPr>
          <a:lstStyle>
            <a:lvl1pPr lvl="0">
              <a:lnSpc>
                <a:spcPct val="115000"/>
              </a:lnSpc>
              <a:spcBef>
                <a:spcPct val="0"/>
              </a:spcBef>
              <a:spcAft>
                <a:spcPct val="0"/>
              </a:spcAft>
              <a:buSzPts val="2000"/>
              <a:buNone/>
              <a:defRPr sz="2000"/>
            </a:lvl1pPr>
            <a:lvl2pPr lvl="1">
              <a:spcBef>
                <a:spcPts val="1000"/>
              </a:spcBef>
              <a:spcAft>
                <a:spcPct val="0"/>
              </a:spcAft>
              <a:buSzPts val="2100"/>
              <a:buNone/>
              <a:defRPr/>
            </a:lvl2pPr>
            <a:lvl3pPr lvl="2">
              <a:spcBef>
                <a:spcPts val="1000"/>
              </a:spcBef>
              <a:spcAft>
                <a:spcPct val="0"/>
              </a:spcAft>
              <a:buSzPts val="2000"/>
              <a:buNone/>
              <a:defRPr/>
            </a:lvl3pPr>
            <a:lvl4pPr lvl="3">
              <a:spcBef>
                <a:spcPts val="800"/>
              </a:spcBef>
              <a:spcAft>
                <a:spcPct val="0"/>
              </a:spcAft>
              <a:buSzPts val="1900"/>
              <a:buNone/>
              <a:defRPr/>
            </a:lvl4pPr>
            <a:lvl5pPr lvl="4">
              <a:spcBef>
                <a:spcPts val="800"/>
              </a:spcBef>
              <a:spcAft>
                <a:spcPct val="0"/>
              </a:spcAft>
              <a:buSzPts val="1800"/>
              <a:buNone/>
              <a:defRPr/>
            </a:lvl5pPr>
            <a:lvl6pPr lvl="5">
              <a:spcBef>
                <a:spcPts val="600"/>
              </a:spcBef>
              <a:spcAft>
                <a:spcPct val="0"/>
              </a:spcAft>
              <a:buSzPts val="1800"/>
              <a:buNone/>
              <a:defRPr/>
            </a:lvl6pPr>
            <a:lvl7pPr lvl="6">
              <a:spcBef>
                <a:spcPts val="600"/>
              </a:spcBef>
              <a:spcAft>
                <a:spcPct val="0"/>
              </a:spcAft>
              <a:buSzPts val="1800"/>
              <a:buNone/>
              <a:defRPr/>
            </a:lvl7pPr>
            <a:lvl8pPr lvl="7">
              <a:spcBef>
                <a:spcPts val="400"/>
              </a:spcBef>
              <a:spcAft>
                <a:spcPct val="0"/>
              </a:spcAft>
              <a:buSzPts val="1800"/>
              <a:buNone/>
              <a:defRPr/>
            </a:lvl8pPr>
            <a:lvl9pPr lvl="8">
              <a:spcBef>
                <a:spcPts val="400"/>
              </a:spcBef>
              <a:spcAft>
                <a:spcPts val="200"/>
              </a:spcAft>
              <a:buSzPts val="1800"/>
              <a:buNone/>
              <a:defRPr/>
            </a:lvl9pPr>
          </a:lstStyle>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Z.2 Hidden guidance slide">
  <p:cSld name="CUSTOM_1">
    <p:spTree>
      <p:nvGrpSpPr>
        <p:cNvPr id="94" name="Shape 94"/>
        <p:cNvGrpSpPr/>
        <p:nvPr/>
      </p:nvGrpSpPr>
      <p:grpSpPr>
        <a:xfrm>
          <a:off x="0" y="0"/>
          <a:ext cx="0" cy="0"/>
        </a:xfrm>
      </p:grpSpPr>
      <p:sp>
        <p:nvSpPr>
          <p:cNvPr id="95" name="Google Shape;95;p12"/>
          <p:cNvSpPr txBox="1"/>
          <p:nvPr/>
        </p:nvSpPr>
        <p:spPr>
          <a:xfrm>
            <a:off x="329775" y="953475"/>
            <a:ext cx="4241400" cy="6465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ct val="0"/>
              </a:spcBef>
              <a:spcAft>
                <a:spcPts val="1000"/>
              </a:spcAft>
              <a:buNone/>
            </a:pPr>
            <a:r>
              <a:rPr lang="en-GB" sz="1200">
                <a:latin typeface="Lexend"/>
                <a:ea typeface="Lexend"/>
                <a:cs typeface="Lexend"/>
                <a:sym typeface="Lexend"/>
              </a:rPr>
              <a:t>Oak’s lessons are structured around </a:t>
            </a:r>
            <a:r>
              <a:rPr lang="en-GB" sz="1200" b="1">
                <a:latin typeface="Lexend"/>
                <a:ea typeface="Lexend"/>
                <a:cs typeface="Lexend"/>
                <a:sym typeface="Lexend"/>
              </a:rPr>
              <a:t>learning cycles</a:t>
            </a:r>
            <a:r>
              <a:rPr lang="en-GB" sz="1200" i="1">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96" name="Google Shape;96;p12"/>
          <p:cNvSpPr txBox="1"/>
          <p:nvPr/>
        </p:nvSpPr>
        <p:spPr>
          <a:xfrm>
            <a:off x="329775" y="629475"/>
            <a:ext cx="4241400" cy="4311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1600" b="1">
                <a:latin typeface="Lexend"/>
                <a:ea typeface="Lexend"/>
                <a:cs typeface="Lexend"/>
                <a:sym typeface="Lexend"/>
              </a:rPr>
              <a:t>Oak’s lesson structure</a:t>
            </a:r>
            <a:endParaRPr sz="1600" b="1">
              <a:latin typeface="Lexend"/>
              <a:ea typeface="Lexend"/>
              <a:cs typeface="Lexend"/>
              <a:sym typeface="Lexend"/>
            </a:endParaRPr>
          </a:p>
        </p:txBody>
      </p:sp>
      <p:sp>
        <p:nvSpPr>
          <p:cNvPr id="97" name="Google Shape;97;p12"/>
          <p:cNvSpPr txBox="1"/>
          <p:nvPr/>
        </p:nvSpPr>
        <p:spPr>
          <a:xfrm>
            <a:off x="4901925" y="629475"/>
            <a:ext cx="4012800" cy="4311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1600" b="1">
                <a:latin typeface="Lexend"/>
                <a:ea typeface="Lexend"/>
                <a:cs typeface="Lexend"/>
                <a:sym typeface="Lexend"/>
              </a:rPr>
              <a:t>Useful links</a:t>
            </a:r>
            <a:endParaRPr sz="1600" b="1">
              <a:latin typeface="Lexend"/>
              <a:ea typeface="Lexend"/>
              <a:cs typeface="Lexend"/>
              <a:sym typeface="Lexend"/>
            </a:endParaRPr>
          </a:p>
        </p:txBody>
      </p:sp>
      <p:sp>
        <p:nvSpPr>
          <p:cNvPr id="98" name="Google Shape;98;p12"/>
          <p:cNvSpPr txBox="1"/>
          <p:nvPr/>
        </p:nvSpPr>
        <p:spPr>
          <a:xfrm>
            <a:off x="329775" y="3205950"/>
            <a:ext cx="4207200" cy="3693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ct val="0"/>
              </a:spcBef>
              <a:spcAft>
                <a:spcPts val="1000"/>
              </a:spcAft>
              <a:buNone/>
            </a:pPr>
            <a:r>
              <a:rPr lang="en-GB" sz="1200">
                <a:latin typeface="Lexend"/>
                <a:ea typeface="Lexend"/>
                <a:cs typeface="Lexend"/>
                <a:sym typeface="Lexend"/>
              </a:rPr>
              <a:t>Each</a:t>
            </a:r>
            <a:r>
              <a:rPr lang="en-GB" sz="1200" b="1">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901925" y="953475"/>
            <a:ext cx="4012800" cy="9234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ct val="0"/>
              </a:spcBef>
              <a:spcAft>
                <a:spcPts val="1000"/>
              </a:spcAft>
              <a:buNone/>
            </a:pPr>
            <a:r>
              <a:rPr lang="en-GB" sz="1200">
                <a:latin typeface="Lexend"/>
                <a:ea typeface="Lexend"/>
                <a:cs typeface="Lexend"/>
                <a:sym typeface="Lexend"/>
              </a:rPr>
              <a:t>Advice on                                          to </a:t>
            </a:r>
            <a:r>
              <a:rPr lang="en-GB" sz="1200">
                <a:solidFill>
                  <a:srgbClr val="000000"/>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650916" y="1644417"/>
            <a:ext cx="1745270" cy="1430724"/>
            <a:chOff x="2642961" y="1644312"/>
            <a:chExt cx="1454634" cy="1195657"/>
          </a:xfrm>
        </p:grpSpPr>
        <p:pic>
          <p:nvPicPr>
            <p:cNvPr id="101" name="Google Shape;101;p12"/>
            <p:cNvPicPr preferRelativeResize="0"/>
            <p:nvPr/>
          </p:nvPicPr>
          <p:blipFill>
            <a:blip r:embed="rId1">
              <a:alphaModFix/>
            </a:blip>
            <a:stretch>
              <a:fillRect/>
            </a:stretch>
          </p:blipFill>
          <p:spPr>
            <a:xfrm>
              <a:off x="2642975" y="1644312"/>
              <a:ext cx="1454621" cy="287396"/>
            </a:xfrm>
            <a:prstGeom prst="rect">
              <a:avLst/>
            </a:prstGeom>
            <a:noFill/>
            <a:ln>
              <a:noFill/>
            </a:ln>
            <a:effectLst>
              <a:outerShdw blurRad="57150" dist="19050" dir="5400000" algn="bl" rotWithShape="0">
                <a:srgbClr val="000000">
                  <a:alpha val="50000"/>
                </a:srgbClr>
              </a:outerShdw>
            </a:effectLst>
          </p:spPr>
        </p:pic>
        <p:pic>
          <p:nvPicPr>
            <p:cNvPr id="102" name="Google Shape;102;p12"/>
            <p:cNvPicPr preferRelativeResize="0"/>
            <p:nvPr/>
          </p:nvPicPr>
          <p:blipFill>
            <a:blip r:embed="rId2">
              <a:alphaModFix/>
            </a:blip>
            <a:stretch>
              <a:fillRect/>
            </a:stretch>
          </p:blipFill>
          <p:spPr>
            <a:xfrm>
              <a:off x="2642975" y="1936215"/>
              <a:ext cx="1454618" cy="287940"/>
            </a:xfrm>
            <a:prstGeom prst="rect">
              <a:avLst/>
            </a:prstGeom>
            <a:noFill/>
            <a:ln>
              <a:noFill/>
            </a:ln>
            <a:effectLst>
              <a:outerShdw blurRad="57150" dist="19050" dir="5400000" algn="bl" rotWithShape="0">
                <a:srgbClr val="000000">
                  <a:alpha val="50000"/>
                </a:srgbClr>
              </a:outerShdw>
            </a:effectLst>
          </p:spPr>
        </p:pic>
        <p:pic>
          <p:nvPicPr>
            <p:cNvPr id="103" name="Google Shape;103;p12"/>
            <p:cNvPicPr preferRelativeResize="0"/>
            <p:nvPr/>
          </p:nvPicPr>
          <p:blipFill>
            <a:blip r:embed="rId3">
              <a:alphaModFix/>
            </a:blip>
            <a:stretch>
              <a:fillRect/>
            </a:stretch>
          </p:blipFill>
          <p:spPr>
            <a:xfrm>
              <a:off x="2642965" y="2251391"/>
              <a:ext cx="1454621" cy="284581"/>
            </a:xfrm>
            <a:prstGeom prst="rect">
              <a:avLst/>
            </a:prstGeom>
            <a:noFill/>
            <a:ln>
              <a:noFill/>
            </a:ln>
            <a:effectLst>
              <a:outerShdw blurRad="57150" dist="19050" dir="5400000" algn="bl" rotWithShape="0">
                <a:srgbClr val="000000">
                  <a:alpha val="50000"/>
                </a:srgbClr>
              </a:outerShdw>
            </a:effectLst>
          </p:spPr>
        </p:pic>
        <p:pic>
          <p:nvPicPr>
            <p:cNvPr id="104" name="Google Shape;104;p12"/>
            <p:cNvPicPr preferRelativeResize="0"/>
            <p:nvPr/>
          </p:nvPicPr>
          <p:blipFill>
            <a:blip r:embed="rId4">
              <a:alphaModFix/>
            </a:blip>
            <a:stretch>
              <a:fillRect/>
            </a:stretch>
          </p:blipFill>
          <p:spPr>
            <a:xfrm>
              <a:off x="2642961" y="2563206"/>
              <a:ext cx="1454620" cy="276764"/>
            </a:xfrm>
            <a:prstGeom prst="rect">
              <a:avLst/>
            </a:prstGeom>
            <a:noFill/>
            <a:ln>
              <a:noFill/>
            </a:ln>
            <a:effectLst>
              <a:outerShdw blurRad="57150" dist="19050" dir="5400000" algn="bl" rotWithShape="0">
                <a:srgbClr val="000000">
                  <a:alpha val="50000"/>
                </a:srgbClr>
              </a:outerShdw>
            </a:effectLst>
          </p:spPr>
        </p:pic>
      </p:grpSp>
      <p:pic>
        <p:nvPicPr>
          <p:cNvPr id="105" name="Google Shape;105;p12"/>
          <p:cNvPicPr preferRelativeResize="0"/>
          <p:nvPr/>
        </p:nvPicPr>
        <p:blipFill>
          <a:blip r:embed="rId5">
            <a:alphaModFix/>
          </a:blip>
          <a:srcRect l="3910" b="5222"/>
          <a:stretch>
            <a:fillRect/>
          </a:stretch>
        </p:blipFill>
        <p:spPr>
          <a:xfrm>
            <a:off x="1328513" y="3569750"/>
            <a:ext cx="2057336" cy="1195675"/>
          </a:xfrm>
          <a:prstGeom prst="rect">
            <a:avLst/>
          </a:prstGeom>
          <a:noFill/>
          <a:ln>
            <a:noFill/>
          </a:ln>
        </p:spPr>
      </p:pic>
      <p:pic>
        <p:nvPicPr>
          <p:cNvPr id="106" name="Google Shape;106;p12"/>
          <p:cNvPicPr preferRelativeResize="0"/>
          <p:nvPr/>
        </p:nvPicPr>
        <p:blipFill>
          <a:blip r:embed="rId6">
            <a:alphaModFix/>
          </a:blip>
          <a:stretch>
            <a:fillRect/>
          </a:stretch>
        </p:blipFill>
        <p:spPr>
          <a:xfrm>
            <a:off x="398750" y="1778088"/>
            <a:ext cx="2057324" cy="1163398"/>
          </a:xfrm>
          <a:prstGeom prst="rect">
            <a:avLst/>
          </a:prstGeom>
          <a:noFill/>
          <a:ln>
            <a:noFill/>
          </a:ln>
          <a:effectLst>
            <a:outerShdw blurRad="57150" dist="19050" dir="5400000" algn="bl" rotWithShape="0">
              <a:srgbClr val="000000">
                <a:alpha val="50000"/>
              </a:srgbClr>
            </a:outerShdw>
          </a:effectLst>
        </p:spPr>
      </p:pic>
      <p:sp>
        <p:nvSpPr>
          <p:cNvPr id="107" name="Google Shape;107;p12"/>
          <p:cNvSpPr/>
          <p:nvPr/>
        </p:nvSpPr>
        <p:spPr>
          <a:xfrm>
            <a:off x="324000" y="114450"/>
            <a:ext cx="6671700" cy="3648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a:solidFill>
                  <a:srgbClr val="282828"/>
                </a:solidFill>
                <a:latin typeface="Lexend"/>
                <a:ea typeface="Lexend"/>
                <a:cs typeface="Lexend"/>
                <a:sym typeface="Lexend"/>
              </a:rPr>
              <a:t>Teacher Guidance</a:t>
            </a:r>
            <a:endParaRPr sz="2000" b="0" i="0" u="none" strike="noStrike" cap="none">
              <a:solidFill>
                <a:srgbClr val="282828"/>
              </a:solidFill>
              <a:latin typeface="Calibri"/>
              <a:ea typeface="Calibri"/>
              <a:cs typeface="Calibri"/>
              <a:sym typeface="Calibri"/>
            </a:endParaRPr>
          </a:p>
        </p:txBody>
      </p:sp>
    </p:spTree>
  </p:cSld>
  <p:clrMapOvr>
    <a:masterClrMapping/>
  </p:clrMapOvr>
  <p:transition/>
  <p:timing/>
</p:sldLayout>
</file>

<file path=ppt/slideLayouts/slideLayout1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0 Keywords (3)">
  <p:cSld name="CUSTOM_3_1">
    <p:spTree>
      <p:nvGrpSpPr>
        <p:cNvPr id="108" name="Shape 108"/>
        <p:cNvGrpSpPr/>
        <p:nvPr/>
      </p:nvGrpSpPr>
      <p:grpSpPr>
        <a:xfrm>
          <a:off x="0" y="0"/>
          <a:ext cx="0" cy="0"/>
        </a:xfrm>
      </p:grpSpPr>
      <p:sp>
        <p:nvSpPr>
          <p:cNvPr id="109" name="Google Shape;109;p13"/>
          <p:cNvSpPr/>
          <p:nvPr/>
        </p:nvSpPr>
        <p:spPr>
          <a:xfrm>
            <a:off x="0" y="1"/>
            <a:ext cx="9144300" cy="54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110" name="Google Shape;110;p13"/>
          <p:cNvPicPr preferRelativeResize="0"/>
          <p:nvPr/>
        </p:nvPicPr>
        <p:blipFill>
          <a:blip r:embed="rId1">
            <a:alphaModFix/>
          </a:blip>
          <a:srcRect t="1699" b="1709"/>
          <a:stretch>
            <a:fillRect/>
          </a:stretch>
        </p:blipFill>
        <p:spPr>
          <a:xfrm>
            <a:off x="0" y="532525"/>
            <a:ext cx="9151202" cy="116709"/>
          </a:xfrm>
          <a:prstGeom prst="rect">
            <a:avLst/>
          </a:prstGeom>
          <a:noFill/>
          <a:ln>
            <a:noFill/>
          </a:ln>
        </p:spPr>
      </p:pic>
      <p:sp>
        <p:nvSpPr>
          <p:cNvPr id="111" name="Google Shape;111;p13"/>
          <p:cNvSpPr/>
          <p:nvPr/>
        </p:nvSpPr>
        <p:spPr>
          <a:xfrm>
            <a:off x="324000" y="114450"/>
            <a:ext cx="6671700" cy="3648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rgbClr val="282828"/>
                </a:solidFill>
                <a:latin typeface="Lexend"/>
                <a:ea typeface="Lexend"/>
                <a:cs typeface="Lexend"/>
                <a:sym typeface="Lexend"/>
              </a:rPr>
              <a:t>Keywords</a:t>
            </a:r>
            <a:endParaRPr sz="2000" b="0" i="0" u="none" strike="noStrike" cap="none">
              <a:solidFill>
                <a:srgbClr val="282828"/>
              </a:solidFill>
              <a:latin typeface="Calibri"/>
              <a:ea typeface="Calibri"/>
              <a:cs typeface="Calibri"/>
              <a:sym typeface="Calibri"/>
            </a:endParaRPr>
          </a:p>
        </p:txBody>
      </p:sp>
      <p:sp>
        <p:nvSpPr>
          <p:cNvPr id="112" name="Google Shape;112;p13"/>
          <p:cNvSpPr txBox="1"/>
          <p:nvPr>
            <p:ph type="subTitle" idx="1"/>
          </p:nvPr>
        </p:nvSpPr>
        <p:spPr>
          <a:xfrm>
            <a:off x="324000" y="8100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3" name="Google Shape;113;p13"/>
          <p:cNvSpPr txBox="1"/>
          <p:nvPr>
            <p:ph type="subTitle" idx="2"/>
          </p:nvPr>
        </p:nvSpPr>
        <p:spPr>
          <a:xfrm>
            <a:off x="2699325" y="8100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4" name="Google Shape;114;p13"/>
          <p:cNvSpPr txBox="1"/>
          <p:nvPr>
            <p:ph type="subTitle" idx="3"/>
          </p:nvPr>
        </p:nvSpPr>
        <p:spPr>
          <a:xfrm>
            <a:off x="324000" y="21054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5" name="Google Shape;115;p13"/>
          <p:cNvSpPr txBox="1"/>
          <p:nvPr>
            <p:ph type="subTitle" idx="4"/>
          </p:nvPr>
        </p:nvSpPr>
        <p:spPr>
          <a:xfrm>
            <a:off x="2699325" y="21054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6" name="Google Shape;116;p13"/>
          <p:cNvSpPr txBox="1"/>
          <p:nvPr>
            <p:ph type="subTitle" idx="5"/>
          </p:nvPr>
        </p:nvSpPr>
        <p:spPr>
          <a:xfrm>
            <a:off x="324000" y="34008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7" name="Google Shape;117;p13"/>
          <p:cNvSpPr txBox="1"/>
          <p:nvPr>
            <p:ph type="subTitle" idx="6"/>
          </p:nvPr>
        </p:nvSpPr>
        <p:spPr>
          <a:xfrm>
            <a:off x="2699325" y="34008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transition/>
  <p:timing/>
</p:sldLayout>
</file>

<file path=ppt/slideLayouts/slideLayout1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0 Keywords (4)">
  <p:cSld name="CUSTOM_3_1_1">
    <p:spTree>
      <p:nvGrpSpPr>
        <p:cNvPr id="118" name="Shape 118"/>
        <p:cNvGrpSpPr/>
        <p:nvPr/>
      </p:nvGrpSpPr>
      <p:grpSpPr>
        <a:xfrm>
          <a:off x="0" y="0"/>
          <a:ext cx="0" cy="0"/>
        </a:xfrm>
      </p:grpSpPr>
      <p:sp>
        <p:nvSpPr>
          <p:cNvPr id="119" name="Google Shape;119;p14"/>
          <p:cNvSpPr/>
          <p:nvPr/>
        </p:nvSpPr>
        <p:spPr>
          <a:xfrm>
            <a:off x="0" y="1"/>
            <a:ext cx="9144300" cy="54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120" name="Google Shape;120;p14"/>
          <p:cNvPicPr preferRelativeResize="0"/>
          <p:nvPr/>
        </p:nvPicPr>
        <p:blipFill>
          <a:blip r:embed="rId1">
            <a:alphaModFix/>
          </a:blip>
          <a:srcRect t="1699" b="1709"/>
          <a:stretch>
            <a:fillRect/>
          </a:stretch>
        </p:blipFill>
        <p:spPr>
          <a:xfrm>
            <a:off x="0" y="532525"/>
            <a:ext cx="9151202" cy="116709"/>
          </a:xfrm>
          <a:prstGeom prst="rect">
            <a:avLst/>
          </a:prstGeom>
          <a:noFill/>
          <a:ln>
            <a:noFill/>
          </a:ln>
        </p:spPr>
      </p:pic>
      <p:sp>
        <p:nvSpPr>
          <p:cNvPr id="121" name="Google Shape;121;p14"/>
          <p:cNvSpPr/>
          <p:nvPr/>
        </p:nvSpPr>
        <p:spPr>
          <a:xfrm>
            <a:off x="324000" y="114450"/>
            <a:ext cx="6671700" cy="3648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rgbClr val="282828"/>
                </a:solidFill>
                <a:latin typeface="Lexend"/>
                <a:ea typeface="Lexend"/>
                <a:cs typeface="Lexend"/>
                <a:sym typeface="Lexend"/>
              </a:rPr>
              <a:t>Keywords</a:t>
            </a:r>
            <a:endParaRPr sz="2000" b="0" i="0" u="none" strike="noStrike" cap="none">
              <a:solidFill>
                <a:srgbClr val="282828"/>
              </a:solidFill>
              <a:latin typeface="Calibri"/>
              <a:ea typeface="Calibri"/>
              <a:cs typeface="Calibri"/>
              <a:sym typeface="Calibri"/>
            </a:endParaRPr>
          </a:p>
        </p:txBody>
      </p:sp>
      <p:sp>
        <p:nvSpPr>
          <p:cNvPr id="122" name="Google Shape;122;p14"/>
          <p:cNvSpPr txBox="1"/>
          <p:nvPr>
            <p:ph type="subTitle" idx="1"/>
          </p:nvPr>
        </p:nvSpPr>
        <p:spPr>
          <a:xfrm>
            <a:off x="324000" y="8100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3" name="Google Shape;123;p14"/>
          <p:cNvSpPr txBox="1"/>
          <p:nvPr>
            <p:ph type="subTitle" idx="2"/>
          </p:nvPr>
        </p:nvSpPr>
        <p:spPr>
          <a:xfrm>
            <a:off x="2699325" y="8100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4" name="Google Shape;124;p14"/>
          <p:cNvSpPr txBox="1"/>
          <p:nvPr>
            <p:ph type="subTitle" idx="3"/>
          </p:nvPr>
        </p:nvSpPr>
        <p:spPr>
          <a:xfrm>
            <a:off x="324000" y="18006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5" name="Google Shape;125;p14"/>
          <p:cNvSpPr txBox="1"/>
          <p:nvPr>
            <p:ph type="subTitle" idx="4"/>
          </p:nvPr>
        </p:nvSpPr>
        <p:spPr>
          <a:xfrm>
            <a:off x="2699325" y="18006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6" name="Google Shape;126;p14"/>
          <p:cNvSpPr txBox="1"/>
          <p:nvPr>
            <p:ph type="subTitle" idx="5"/>
          </p:nvPr>
        </p:nvSpPr>
        <p:spPr>
          <a:xfrm>
            <a:off x="324000" y="27912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7" name="Google Shape;127;p14"/>
          <p:cNvSpPr txBox="1"/>
          <p:nvPr>
            <p:ph type="subTitle" idx="6"/>
          </p:nvPr>
        </p:nvSpPr>
        <p:spPr>
          <a:xfrm>
            <a:off x="2699325" y="27912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8" name="Google Shape;128;p14"/>
          <p:cNvSpPr txBox="1"/>
          <p:nvPr>
            <p:ph type="subTitle" idx="7"/>
          </p:nvPr>
        </p:nvSpPr>
        <p:spPr>
          <a:xfrm>
            <a:off x="324000" y="37818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9" name="Google Shape;129;p14"/>
          <p:cNvSpPr txBox="1"/>
          <p:nvPr>
            <p:ph type="subTitle" idx="8"/>
          </p:nvPr>
        </p:nvSpPr>
        <p:spPr>
          <a:xfrm>
            <a:off x="2699325" y="37818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transition/>
  <p:timing/>
</p:sldLayout>
</file>

<file path=ppt/slideLayouts/slideLayout1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0 Keywords (5)">
  <p:cSld name="CUSTOM_3_1_1_1">
    <p:spTree>
      <p:nvGrpSpPr>
        <p:cNvPr id="130" name="Shape 130"/>
        <p:cNvGrpSpPr/>
        <p:nvPr/>
      </p:nvGrpSpPr>
      <p:grpSpPr>
        <a:xfrm>
          <a:off x="0" y="0"/>
          <a:ext cx="0" cy="0"/>
        </a:xfrm>
      </p:grpSpPr>
      <p:sp>
        <p:nvSpPr>
          <p:cNvPr id="131" name="Google Shape;131;p15"/>
          <p:cNvSpPr/>
          <p:nvPr/>
        </p:nvSpPr>
        <p:spPr>
          <a:xfrm>
            <a:off x="0" y="1"/>
            <a:ext cx="9144300" cy="54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132" name="Google Shape;132;p15"/>
          <p:cNvPicPr preferRelativeResize="0"/>
          <p:nvPr/>
        </p:nvPicPr>
        <p:blipFill>
          <a:blip r:embed="rId1">
            <a:alphaModFix/>
          </a:blip>
          <a:srcRect t="1699" b="1709"/>
          <a:stretch>
            <a:fillRect/>
          </a:stretch>
        </p:blipFill>
        <p:spPr>
          <a:xfrm>
            <a:off x="0" y="532525"/>
            <a:ext cx="9151202" cy="116709"/>
          </a:xfrm>
          <a:prstGeom prst="rect">
            <a:avLst/>
          </a:prstGeom>
          <a:noFill/>
          <a:ln>
            <a:noFill/>
          </a:ln>
        </p:spPr>
      </p:pic>
      <p:sp>
        <p:nvSpPr>
          <p:cNvPr id="133" name="Google Shape;133;p15"/>
          <p:cNvSpPr/>
          <p:nvPr/>
        </p:nvSpPr>
        <p:spPr>
          <a:xfrm>
            <a:off x="324000" y="114450"/>
            <a:ext cx="6671700" cy="3648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rgbClr val="282828"/>
                </a:solidFill>
                <a:latin typeface="Lexend"/>
                <a:ea typeface="Lexend"/>
                <a:cs typeface="Lexend"/>
                <a:sym typeface="Lexend"/>
              </a:rPr>
              <a:t>Keywords</a:t>
            </a:r>
            <a:endParaRPr sz="2000" b="0" i="0" u="none" strike="noStrike" cap="none">
              <a:solidFill>
                <a:srgbClr val="282828"/>
              </a:solidFill>
              <a:latin typeface="Calibri"/>
              <a:ea typeface="Calibri"/>
              <a:cs typeface="Calibri"/>
              <a:sym typeface="Calibri"/>
            </a:endParaRPr>
          </a:p>
        </p:txBody>
      </p:sp>
      <p:sp>
        <p:nvSpPr>
          <p:cNvPr id="134" name="Google Shape;134;p15"/>
          <p:cNvSpPr txBox="1"/>
          <p:nvPr>
            <p:ph type="subTitle" idx="1"/>
          </p:nvPr>
        </p:nvSpPr>
        <p:spPr>
          <a:xfrm>
            <a:off x="324000" y="8100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5"/>
          <p:cNvSpPr txBox="1"/>
          <p:nvPr>
            <p:ph type="subTitle" idx="2"/>
          </p:nvPr>
        </p:nvSpPr>
        <p:spPr>
          <a:xfrm>
            <a:off x="2699325" y="8100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6" name="Google Shape;136;p15"/>
          <p:cNvSpPr txBox="1"/>
          <p:nvPr>
            <p:ph type="subTitle" idx="3"/>
          </p:nvPr>
        </p:nvSpPr>
        <p:spPr>
          <a:xfrm>
            <a:off x="324000" y="24864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7" name="Google Shape;137;p15"/>
          <p:cNvSpPr txBox="1"/>
          <p:nvPr>
            <p:ph type="subTitle" idx="4"/>
          </p:nvPr>
        </p:nvSpPr>
        <p:spPr>
          <a:xfrm>
            <a:off x="2699325" y="24864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8" name="Google Shape;138;p15"/>
          <p:cNvSpPr txBox="1"/>
          <p:nvPr>
            <p:ph type="subTitle" idx="5"/>
          </p:nvPr>
        </p:nvSpPr>
        <p:spPr>
          <a:xfrm>
            <a:off x="324000" y="41628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9" name="Google Shape;139;p15"/>
          <p:cNvSpPr txBox="1"/>
          <p:nvPr>
            <p:ph type="subTitle" idx="6"/>
          </p:nvPr>
        </p:nvSpPr>
        <p:spPr>
          <a:xfrm>
            <a:off x="2699325" y="41628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0" name="Google Shape;140;p15"/>
          <p:cNvSpPr txBox="1"/>
          <p:nvPr>
            <p:ph type="subTitle" idx="7"/>
          </p:nvPr>
        </p:nvSpPr>
        <p:spPr>
          <a:xfrm>
            <a:off x="324000" y="16482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5"/>
          <p:cNvSpPr txBox="1"/>
          <p:nvPr>
            <p:ph type="subTitle" idx="8"/>
          </p:nvPr>
        </p:nvSpPr>
        <p:spPr>
          <a:xfrm>
            <a:off x="2699325" y="16482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2" name="Google Shape;142;p15"/>
          <p:cNvSpPr txBox="1"/>
          <p:nvPr>
            <p:ph type="subTitle" idx="9"/>
          </p:nvPr>
        </p:nvSpPr>
        <p:spPr>
          <a:xfrm>
            <a:off x="324000" y="33246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5"/>
          <p:cNvSpPr txBox="1"/>
          <p:nvPr>
            <p:ph type="subTitle" idx="13"/>
          </p:nvPr>
        </p:nvSpPr>
        <p:spPr>
          <a:xfrm>
            <a:off x="2699325" y="33246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transition/>
  <p:timing/>
</p:sldLayout>
</file>

<file path=ppt/slideLayouts/slideLayout1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0 Keywords (p2, 2)">
  <p:cSld name="CUSTOM_3_1_1_1_1">
    <p:spTree>
      <p:nvGrpSpPr>
        <p:cNvPr id="144" name="Shape 144"/>
        <p:cNvGrpSpPr/>
        <p:nvPr/>
      </p:nvGrpSpPr>
      <p:grpSpPr>
        <a:xfrm>
          <a:off x="0" y="0"/>
          <a:ext cx="0" cy="0"/>
        </a:xfrm>
      </p:grpSpPr>
      <p:sp>
        <p:nvSpPr>
          <p:cNvPr id="145" name="Google Shape;145;p16"/>
          <p:cNvSpPr/>
          <p:nvPr/>
        </p:nvSpPr>
        <p:spPr>
          <a:xfrm>
            <a:off x="0" y="1"/>
            <a:ext cx="9144300" cy="54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146" name="Google Shape;146;p16"/>
          <p:cNvPicPr preferRelativeResize="0"/>
          <p:nvPr/>
        </p:nvPicPr>
        <p:blipFill>
          <a:blip r:embed="rId1">
            <a:alphaModFix/>
          </a:blip>
          <a:srcRect t="1699" b="1709"/>
          <a:stretch>
            <a:fillRect/>
          </a:stretch>
        </p:blipFill>
        <p:spPr>
          <a:xfrm>
            <a:off x="0" y="532525"/>
            <a:ext cx="9151202" cy="116709"/>
          </a:xfrm>
          <a:prstGeom prst="rect">
            <a:avLst/>
          </a:prstGeom>
          <a:noFill/>
          <a:ln>
            <a:noFill/>
          </a:ln>
        </p:spPr>
      </p:pic>
      <p:sp>
        <p:nvSpPr>
          <p:cNvPr id="147" name="Google Shape;147;p16"/>
          <p:cNvSpPr/>
          <p:nvPr/>
        </p:nvSpPr>
        <p:spPr>
          <a:xfrm>
            <a:off x="324000" y="114450"/>
            <a:ext cx="6671700" cy="3648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rgbClr val="282828"/>
                </a:solidFill>
                <a:latin typeface="Lexend"/>
                <a:ea typeface="Lexend"/>
                <a:cs typeface="Lexend"/>
                <a:sym typeface="Lexend"/>
              </a:rPr>
              <a:t>Keywords</a:t>
            </a:r>
            <a:endParaRPr sz="2000" b="0" i="0" u="none" strike="noStrike" cap="none">
              <a:solidFill>
                <a:srgbClr val="282828"/>
              </a:solidFill>
              <a:latin typeface="Calibri"/>
              <a:ea typeface="Calibri"/>
              <a:cs typeface="Calibri"/>
              <a:sym typeface="Calibri"/>
            </a:endParaRPr>
          </a:p>
        </p:txBody>
      </p:sp>
      <p:sp>
        <p:nvSpPr>
          <p:cNvPr id="148" name="Google Shape;148;p16"/>
          <p:cNvSpPr txBox="1"/>
          <p:nvPr>
            <p:ph type="subTitle" idx="1"/>
          </p:nvPr>
        </p:nvSpPr>
        <p:spPr>
          <a:xfrm>
            <a:off x="324000" y="8100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9" name="Google Shape;149;p16"/>
          <p:cNvSpPr txBox="1"/>
          <p:nvPr>
            <p:ph type="subTitle" idx="2"/>
          </p:nvPr>
        </p:nvSpPr>
        <p:spPr>
          <a:xfrm>
            <a:off x="2699325" y="8100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50" name="Google Shape;150;p16"/>
          <p:cNvSpPr txBox="1"/>
          <p:nvPr>
            <p:ph type="subTitle" idx="3"/>
          </p:nvPr>
        </p:nvSpPr>
        <p:spPr>
          <a:xfrm>
            <a:off x="324000" y="25626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6"/>
          <p:cNvSpPr txBox="1"/>
          <p:nvPr>
            <p:ph type="subTitle" idx="4"/>
          </p:nvPr>
        </p:nvSpPr>
        <p:spPr>
          <a:xfrm>
            <a:off x="2699325" y="25626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transition/>
  <p:timing/>
</p:sldLayout>
</file>

<file path=ppt/slideLayouts/slideLayout1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3 Lesson outline (2)">
  <p:cSld name="CUSTOM_3">
    <p:spTree>
      <p:nvGrpSpPr>
        <p:cNvPr id="152" name="Shape 152"/>
        <p:cNvGrpSpPr/>
        <p:nvPr/>
      </p:nvGrpSpPr>
      <p:grpSpPr>
        <a:xfrm>
          <a:off x="0" y="0"/>
          <a:ext cx="0" cy="0"/>
        </a:xfrm>
      </p:grpSpPr>
      <p:sp>
        <p:nvSpPr>
          <p:cNvPr id="153" name="Google Shape;153;p17"/>
          <p:cNvSpPr/>
          <p:nvPr/>
        </p:nvSpPr>
        <p:spPr>
          <a:xfrm>
            <a:off x="0" y="0"/>
            <a:ext cx="9144300" cy="48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154" name="Google Shape;154;p17"/>
          <p:cNvPicPr preferRelativeResize="0"/>
          <p:nvPr/>
        </p:nvPicPr>
        <p:blipFill>
          <a:blip r:embed="rId1">
            <a:alphaModFix/>
          </a:blip>
          <a:srcRect t="3678" b="3669"/>
          <a:stretch>
            <a:fillRect/>
          </a:stretch>
        </p:blipFill>
        <p:spPr>
          <a:xfrm>
            <a:off x="863550" y="2926472"/>
            <a:ext cx="7439126" cy="572078"/>
          </a:xfrm>
          <a:prstGeom prst="rect">
            <a:avLst/>
          </a:prstGeom>
          <a:noFill/>
          <a:ln>
            <a:noFill/>
          </a:ln>
        </p:spPr>
      </p:pic>
      <p:pic>
        <p:nvPicPr>
          <p:cNvPr id="155" name="Google Shape;155;p17"/>
          <p:cNvPicPr preferRelativeResize="0"/>
          <p:nvPr/>
        </p:nvPicPr>
        <p:blipFill>
          <a:blip r:embed="rId2">
            <a:alphaModFix/>
          </a:blip>
          <a:srcRect t="3678" b="3669"/>
          <a:stretch>
            <a:fillRect/>
          </a:stretch>
        </p:blipFill>
        <p:spPr>
          <a:xfrm>
            <a:off x="863550" y="1989425"/>
            <a:ext cx="7439126" cy="572078"/>
          </a:xfrm>
          <a:prstGeom prst="rect">
            <a:avLst/>
          </a:prstGeom>
          <a:noFill/>
          <a:ln>
            <a:noFill/>
          </a:ln>
        </p:spPr>
      </p:pic>
      <p:pic>
        <p:nvPicPr>
          <p:cNvPr id="156" name="Google Shape;156;p17"/>
          <p:cNvPicPr preferRelativeResize="0"/>
          <p:nvPr/>
        </p:nvPicPr>
        <p:blipFill>
          <a:blip r:embed="rId3">
            <a:alphaModFix/>
          </a:blip>
          <a:srcRect l="74623"/>
          <a:stretch>
            <a:fillRect/>
          </a:stretch>
        </p:blipFill>
        <p:spPr>
          <a:xfrm>
            <a:off x="863550" y="1954586"/>
            <a:ext cx="145900" cy="645874"/>
          </a:xfrm>
          <a:prstGeom prst="rect">
            <a:avLst/>
          </a:prstGeom>
          <a:noFill/>
          <a:ln>
            <a:noFill/>
          </a:ln>
        </p:spPr>
      </p:pic>
      <p:cxnSp>
        <p:nvCxnSpPr>
          <p:cNvPr id="157" name="Google Shape;157;p17"/>
          <p:cNvCxnSpPr>
            <a:endCxn id="158" idx="2"/>
          </p:cNvCxnSpPr>
          <p:nvPr/>
        </p:nvCxnSpPr>
        <p:spPr>
          <a:xfrm flipH="1">
            <a:off x="645063" y="2017282"/>
            <a:ext cx="2700" cy="1480500"/>
          </a:xfrm>
          <a:prstGeom prst="straightConnector1">
            <a:avLst/>
          </a:prstGeom>
          <a:noFill/>
          <a:ln w="38100" cap="flat" cmpd="sng">
            <a:solidFill>
              <a:srgbClr val="282828"/>
            </a:solidFill>
            <a:prstDash val="solid"/>
            <a:round/>
            <a:headEnd type="none" w="med" len="med"/>
            <a:tailEnd type="none" w="med" len="med"/>
          </a:ln>
        </p:spPr>
      </p:cxnSp>
      <p:pic>
        <p:nvPicPr>
          <p:cNvPr id="159" name="Google Shape;159;p17"/>
          <p:cNvPicPr preferRelativeResize="0"/>
          <p:nvPr/>
        </p:nvPicPr>
        <p:blipFill>
          <a:blip r:embed="rId4">
            <a:alphaModFix/>
          </a:blip>
          <a:stretch>
            <a:fillRect/>
          </a:stretch>
        </p:blipFill>
        <p:spPr>
          <a:xfrm>
            <a:off x="363482" y="1993619"/>
            <a:ext cx="563185" cy="572092"/>
          </a:xfrm>
          <a:prstGeom prst="rect">
            <a:avLst/>
          </a:prstGeom>
          <a:noFill/>
          <a:ln>
            <a:noFill/>
          </a:ln>
        </p:spPr>
      </p:pic>
      <p:sp>
        <p:nvSpPr>
          <p:cNvPr id="160" name="Google Shape;160;p17"/>
          <p:cNvSpPr txBox="1"/>
          <p:nvPr>
            <p:ph type="title"/>
          </p:nvPr>
        </p:nvSpPr>
        <p:spPr>
          <a:xfrm>
            <a:off x="1225225" y="2090813"/>
            <a:ext cx="6852300" cy="3693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
        <p:nvSpPr>
          <p:cNvPr id="161" name="Google Shape;161;p17"/>
          <p:cNvSpPr txBox="1"/>
          <p:nvPr>
            <p:ph type="title" idx="2"/>
          </p:nvPr>
        </p:nvSpPr>
        <p:spPr>
          <a:xfrm>
            <a:off x="1225225" y="3027088"/>
            <a:ext cx="6852300" cy="3693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58" name="Google Shape;158;p17"/>
          <p:cNvPicPr preferRelativeResize="0"/>
          <p:nvPr/>
        </p:nvPicPr>
        <p:blipFill>
          <a:blip r:embed="rId5">
            <a:alphaModFix/>
          </a:blip>
          <a:stretch>
            <a:fillRect/>
          </a:stretch>
        </p:blipFill>
        <p:spPr>
          <a:xfrm>
            <a:off x="363340" y="2925705"/>
            <a:ext cx="563446" cy="572077"/>
          </a:xfrm>
          <a:prstGeom prst="rect">
            <a:avLst/>
          </a:prstGeom>
          <a:noFill/>
          <a:ln>
            <a:noFill/>
          </a:ln>
        </p:spPr>
      </p:pic>
      <p:pic>
        <p:nvPicPr>
          <p:cNvPr id="162" name="Google Shape;162;p17"/>
          <p:cNvPicPr preferRelativeResize="0"/>
          <p:nvPr/>
        </p:nvPicPr>
        <p:blipFill>
          <a:blip r:embed="rId6">
            <a:alphaModFix/>
          </a:blip>
          <a:srcRect t="1699" b="1709"/>
          <a:stretch>
            <a:fillRect/>
          </a:stretch>
        </p:blipFill>
        <p:spPr>
          <a:xfrm>
            <a:off x="-12" y="481650"/>
            <a:ext cx="9151202" cy="116709"/>
          </a:xfrm>
          <a:prstGeom prst="rect">
            <a:avLst/>
          </a:prstGeom>
          <a:noFill/>
          <a:ln>
            <a:noFill/>
          </a:ln>
        </p:spPr>
      </p:pic>
      <p:sp>
        <p:nvSpPr>
          <p:cNvPr id="163" name="Google Shape;163;p17"/>
          <p:cNvSpPr txBox="1"/>
          <p:nvPr/>
        </p:nvSpPr>
        <p:spPr>
          <a:xfrm>
            <a:off x="324000" y="112500"/>
            <a:ext cx="23049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b="1">
                <a:solidFill>
                  <a:schemeClr val="dk1"/>
                </a:solidFill>
                <a:latin typeface="Lexend"/>
                <a:ea typeface="Lexend"/>
                <a:cs typeface="Lexend"/>
                <a:sym typeface="Lexend"/>
              </a:rPr>
              <a:t>Lesson outline</a:t>
            </a:r>
            <a:endParaRPr sz="2000" b="1">
              <a:solidFill>
                <a:schemeClr val="dk1"/>
              </a:solidFill>
              <a:latin typeface="Lexend"/>
              <a:ea typeface="Lexend"/>
              <a:cs typeface="Lexend"/>
              <a:sym typeface="Lexend"/>
            </a:endParaRPr>
          </a:p>
        </p:txBody>
      </p:sp>
      <p:sp>
        <p:nvSpPr>
          <p:cNvPr id="164" name="Google Shape;164;p17"/>
          <p:cNvSpPr txBox="1"/>
          <p:nvPr>
            <p:ph type="title" idx="3"/>
          </p:nvPr>
        </p:nvSpPr>
        <p:spPr>
          <a:xfrm>
            <a:off x="324000" y="657600"/>
            <a:ext cx="5741400" cy="615600"/>
          </a:xfrm>
          <a:prstGeom prst="rect">
            <a:avLst/>
          </a:prstGeom>
        </p:spPr>
        <p:txBody>
          <a:bodyPr spcFirstLastPara="1" wrap="square" lIns="0" tIns="0" rIns="0" bIns="0" anchor="t" anchorCtr="0">
            <a:noAutofit/>
          </a:bodyPr>
          <a:lstStyle>
            <a:lvl1pPr lvl="0" rtl="0">
              <a:spcBef>
                <a:spcPct val="0"/>
              </a:spcBef>
              <a:spcAft>
                <a:spcPct val="0"/>
              </a:spcAft>
              <a:buSzPts val="1800"/>
              <a:buFont typeface="Lexend"/>
              <a:buNone/>
              <a:defRPr sz="1800" b="0">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Tree>
  </p:cSld>
  <p:clrMapOvr>
    <a:masterClrMapping/>
  </p:clrMapOvr>
  <p:transition/>
  <p:timing/>
</p:sldLayout>
</file>

<file path=ppt/slideLayouts/slideLayout1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3 Lesson outline (3)">
  <p:cSld name="CUSTOM_3_2">
    <p:spTree>
      <p:nvGrpSpPr>
        <p:cNvPr id="165" name="Shape 165"/>
        <p:cNvGrpSpPr/>
        <p:nvPr/>
      </p:nvGrpSpPr>
      <p:grpSpPr>
        <a:xfrm>
          <a:off x="0" y="0"/>
          <a:ext cx="0" cy="0"/>
        </a:xfrm>
      </p:grpSpPr>
      <p:pic>
        <p:nvPicPr>
          <p:cNvPr id="166" name="Google Shape;166;p18"/>
          <p:cNvPicPr preferRelativeResize="0"/>
          <p:nvPr/>
        </p:nvPicPr>
        <p:blipFill>
          <a:blip r:embed="rId1">
            <a:alphaModFix/>
          </a:blip>
          <a:srcRect t="4429" b="4438"/>
          <a:stretch>
            <a:fillRect/>
          </a:stretch>
        </p:blipFill>
        <p:spPr>
          <a:xfrm>
            <a:off x="863550" y="3642223"/>
            <a:ext cx="7439125" cy="563227"/>
          </a:xfrm>
          <a:prstGeom prst="rect">
            <a:avLst/>
          </a:prstGeom>
          <a:noFill/>
          <a:ln>
            <a:noFill/>
          </a:ln>
        </p:spPr>
      </p:pic>
      <p:pic>
        <p:nvPicPr>
          <p:cNvPr id="167" name="Google Shape;167;p18"/>
          <p:cNvPicPr preferRelativeResize="0"/>
          <p:nvPr/>
        </p:nvPicPr>
        <p:blipFill>
          <a:blip r:embed="rId2">
            <a:alphaModFix/>
          </a:blip>
          <a:srcRect l="74623"/>
          <a:stretch>
            <a:fillRect/>
          </a:stretch>
        </p:blipFill>
        <p:spPr>
          <a:xfrm>
            <a:off x="863550" y="3600900"/>
            <a:ext cx="145900" cy="645874"/>
          </a:xfrm>
          <a:prstGeom prst="rect">
            <a:avLst/>
          </a:prstGeom>
          <a:noFill/>
          <a:ln>
            <a:noFill/>
          </a:ln>
        </p:spPr>
      </p:pic>
      <p:pic>
        <p:nvPicPr>
          <p:cNvPr id="168" name="Google Shape;168;p18"/>
          <p:cNvPicPr preferRelativeResize="0"/>
          <p:nvPr/>
        </p:nvPicPr>
        <p:blipFill>
          <a:blip r:embed="rId3">
            <a:alphaModFix/>
          </a:blip>
          <a:srcRect t="3678" b="3669"/>
          <a:stretch>
            <a:fillRect/>
          </a:stretch>
        </p:blipFill>
        <p:spPr>
          <a:xfrm>
            <a:off x="863550" y="2704186"/>
            <a:ext cx="7439126" cy="572074"/>
          </a:xfrm>
          <a:prstGeom prst="rect">
            <a:avLst/>
          </a:prstGeom>
          <a:noFill/>
          <a:ln>
            <a:noFill/>
          </a:ln>
        </p:spPr>
      </p:pic>
      <p:pic>
        <p:nvPicPr>
          <p:cNvPr id="169" name="Google Shape;169;p18"/>
          <p:cNvPicPr preferRelativeResize="0"/>
          <p:nvPr/>
        </p:nvPicPr>
        <p:blipFill>
          <a:blip r:embed="rId2">
            <a:alphaModFix/>
          </a:blip>
          <a:srcRect l="74623"/>
          <a:stretch>
            <a:fillRect/>
          </a:stretch>
        </p:blipFill>
        <p:spPr>
          <a:xfrm>
            <a:off x="863550" y="2677988"/>
            <a:ext cx="145900" cy="645874"/>
          </a:xfrm>
          <a:prstGeom prst="rect">
            <a:avLst/>
          </a:prstGeom>
          <a:noFill/>
          <a:ln>
            <a:noFill/>
          </a:ln>
        </p:spPr>
      </p:pic>
      <p:pic>
        <p:nvPicPr>
          <p:cNvPr id="170" name="Google Shape;170;p18"/>
          <p:cNvPicPr preferRelativeResize="0"/>
          <p:nvPr/>
        </p:nvPicPr>
        <p:blipFill>
          <a:blip r:embed="rId4">
            <a:alphaModFix/>
          </a:blip>
          <a:srcRect t="3678" b="3669"/>
          <a:stretch>
            <a:fillRect/>
          </a:stretch>
        </p:blipFill>
        <p:spPr>
          <a:xfrm>
            <a:off x="863550" y="1678325"/>
            <a:ext cx="7439126" cy="572074"/>
          </a:xfrm>
          <a:prstGeom prst="rect">
            <a:avLst/>
          </a:prstGeom>
          <a:noFill/>
          <a:ln>
            <a:noFill/>
          </a:ln>
        </p:spPr>
      </p:pic>
      <p:pic>
        <p:nvPicPr>
          <p:cNvPr id="171" name="Google Shape;171;p18"/>
          <p:cNvPicPr preferRelativeResize="0"/>
          <p:nvPr/>
        </p:nvPicPr>
        <p:blipFill>
          <a:blip r:embed="rId2">
            <a:alphaModFix/>
          </a:blip>
          <a:srcRect l="74623"/>
          <a:stretch>
            <a:fillRect/>
          </a:stretch>
        </p:blipFill>
        <p:spPr>
          <a:xfrm>
            <a:off x="863550" y="1643475"/>
            <a:ext cx="145900" cy="645874"/>
          </a:xfrm>
          <a:prstGeom prst="rect">
            <a:avLst/>
          </a:prstGeom>
          <a:noFill/>
          <a:ln>
            <a:noFill/>
          </a:ln>
        </p:spPr>
      </p:pic>
      <p:cxnSp>
        <p:nvCxnSpPr>
          <p:cNvPr id="172" name="Google Shape;172;p18"/>
          <p:cNvCxnSpPr>
            <a:endCxn id="173" idx="2"/>
          </p:cNvCxnSpPr>
          <p:nvPr/>
        </p:nvCxnSpPr>
        <p:spPr>
          <a:xfrm flipH="1">
            <a:off x="647802" y="1841898"/>
            <a:ext cx="0" cy="2366400"/>
          </a:xfrm>
          <a:prstGeom prst="straightConnector1">
            <a:avLst/>
          </a:prstGeom>
          <a:noFill/>
          <a:ln w="38100" cap="flat" cmpd="sng">
            <a:solidFill>
              <a:srgbClr val="282828"/>
            </a:solidFill>
            <a:prstDash val="solid"/>
            <a:round/>
            <a:headEnd type="none" w="med" len="med"/>
            <a:tailEnd type="none" w="med" len="med"/>
          </a:ln>
        </p:spPr>
      </p:cxnSp>
      <p:pic>
        <p:nvPicPr>
          <p:cNvPr id="173" name="Google Shape;173;p18"/>
          <p:cNvPicPr preferRelativeResize="0"/>
          <p:nvPr/>
        </p:nvPicPr>
        <p:blipFill>
          <a:blip r:embed="rId5">
            <a:alphaModFix/>
          </a:blip>
          <a:stretch>
            <a:fillRect/>
          </a:stretch>
        </p:blipFill>
        <p:spPr>
          <a:xfrm>
            <a:off x="366079" y="3636220"/>
            <a:ext cx="563446" cy="572077"/>
          </a:xfrm>
          <a:prstGeom prst="rect">
            <a:avLst/>
          </a:prstGeom>
          <a:noFill/>
          <a:ln>
            <a:noFill/>
          </a:ln>
        </p:spPr>
      </p:pic>
      <p:pic>
        <p:nvPicPr>
          <p:cNvPr id="174" name="Google Shape;174;p18"/>
          <p:cNvPicPr preferRelativeResize="0"/>
          <p:nvPr/>
        </p:nvPicPr>
        <p:blipFill>
          <a:blip r:embed="rId6">
            <a:alphaModFix/>
          </a:blip>
          <a:stretch>
            <a:fillRect/>
          </a:stretch>
        </p:blipFill>
        <p:spPr>
          <a:xfrm>
            <a:off x="363482" y="1682508"/>
            <a:ext cx="563185" cy="572092"/>
          </a:xfrm>
          <a:prstGeom prst="rect">
            <a:avLst/>
          </a:prstGeom>
          <a:noFill/>
          <a:ln>
            <a:noFill/>
          </a:ln>
        </p:spPr>
      </p:pic>
      <p:sp>
        <p:nvSpPr>
          <p:cNvPr id="175" name="Google Shape;175;p18"/>
          <p:cNvSpPr txBox="1"/>
          <p:nvPr>
            <p:ph type="title"/>
          </p:nvPr>
        </p:nvSpPr>
        <p:spPr>
          <a:xfrm>
            <a:off x="1225200" y="1779713"/>
            <a:ext cx="6850800" cy="3693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
        <p:nvSpPr>
          <p:cNvPr id="176" name="Google Shape;176;p18"/>
          <p:cNvSpPr txBox="1"/>
          <p:nvPr>
            <p:ph type="title" idx="2"/>
          </p:nvPr>
        </p:nvSpPr>
        <p:spPr>
          <a:xfrm>
            <a:off x="1225200" y="2804800"/>
            <a:ext cx="6850800" cy="3693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
        <p:nvSpPr>
          <p:cNvPr id="177" name="Google Shape;177;p18"/>
          <p:cNvSpPr txBox="1"/>
          <p:nvPr>
            <p:ph type="title" idx="3"/>
          </p:nvPr>
        </p:nvSpPr>
        <p:spPr>
          <a:xfrm>
            <a:off x="1225200" y="3739189"/>
            <a:ext cx="6850800" cy="3693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78" name="Google Shape;178;p18"/>
          <p:cNvPicPr preferRelativeResize="0"/>
          <p:nvPr/>
        </p:nvPicPr>
        <p:blipFill>
          <a:blip r:embed="rId7">
            <a:alphaModFix/>
          </a:blip>
          <a:stretch>
            <a:fillRect/>
          </a:stretch>
        </p:blipFill>
        <p:spPr>
          <a:xfrm>
            <a:off x="363340" y="2703416"/>
            <a:ext cx="563446" cy="572077"/>
          </a:xfrm>
          <a:prstGeom prst="rect">
            <a:avLst/>
          </a:prstGeom>
          <a:noFill/>
          <a:ln>
            <a:noFill/>
          </a:ln>
        </p:spPr>
      </p:pic>
      <p:sp>
        <p:nvSpPr>
          <p:cNvPr id="179" name="Google Shape;179;p18"/>
          <p:cNvSpPr/>
          <p:nvPr/>
        </p:nvSpPr>
        <p:spPr>
          <a:xfrm>
            <a:off x="0" y="0"/>
            <a:ext cx="9144300" cy="48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180" name="Google Shape;180;p18"/>
          <p:cNvPicPr preferRelativeResize="0"/>
          <p:nvPr/>
        </p:nvPicPr>
        <p:blipFill>
          <a:blip r:embed="rId8">
            <a:alphaModFix/>
          </a:blip>
          <a:srcRect t="1699" b="1709"/>
          <a:stretch>
            <a:fillRect/>
          </a:stretch>
        </p:blipFill>
        <p:spPr>
          <a:xfrm>
            <a:off x="-12" y="481650"/>
            <a:ext cx="9151202" cy="116709"/>
          </a:xfrm>
          <a:prstGeom prst="rect">
            <a:avLst/>
          </a:prstGeom>
          <a:noFill/>
          <a:ln>
            <a:noFill/>
          </a:ln>
        </p:spPr>
      </p:pic>
      <p:sp>
        <p:nvSpPr>
          <p:cNvPr id="181" name="Google Shape;181;p18"/>
          <p:cNvSpPr txBox="1"/>
          <p:nvPr/>
        </p:nvSpPr>
        <p:spPr>
          <a:xfrm>
            <a:off x="324000" y="112500"/>
            <a:ext cx="23049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b="1">
                <a:solidFill>
                  <a:schemeClr val="dk1"/>
                </a:solidFill>
                <a:latin typeface="Lexend"/>
                <a:ea typeface="Lexend"/>
                <a:cs typeface="Lexend"/>
                <a:sym typeface="Lexend"/>
              </a:rPr>
              <a:t>Lesson outline</a:t>
            </a:r>
            <a:endParaRPr sz="2000" b="1">
              <a:solidFill>
                <a:schemeClr val="dk1"/>
              </a:solidFill>
              <a:latin typeface="Lexend"/>
              <a:ea typeface="Lexend"/>
              <a:cs typeface="Lexend"/>
              <a:sym typeface="Lexend"/>
            </a:endParaRPr>
          </a:p>
        </p:txBody>
      </p:sp>
      <p:sp>
        <p:nvSpPr>
          <p:cNvPr id="182" name="Google Shape;182;p18"/>
          <p:cNvSpPr txBox="1"/>
          <p:nvPr>
            <p:ph type="title" idx="4"/>
          </p:nvPr>
        </p:nvSpPr>
        <p:spPr>
          <a:xfrm>
            <a:off x="324000" y="657600"/>
            <a:ext cx="5741400" cy="615600"/>
          </a:xfrm>
          <a:prstGeom prst="rect">
            <a:avLst/>
          </a:prstGeom>
        </p:spPr>
        <p:txBody>
          <a:bodyPr spcFirstLastPara="1" wrap="square" lIns="0" tIns="0" rIns="0" bIns="0" anchor="t" anchorCtr="0">
            <a:noAutofit/>
          </a:bodyPr>
          <a:lstStyle>
            <a:lvl1pPr lvl="0" rtl="0">
              <a:spcBef>
                <a:spcPct val="0"/>
              </a:spcBef>
              <a:spcAft>
                <a:spcPct val="0"/>
              </a:spcAft>
              <a:buSzPts val="1800"/>
              <a:buFont typeface="Lexend"/>
              <a:buNone/>
              <a:defRPr sz="1800" b="0">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Tree>
  </p:cSld>
  <p:clrMapOvr>
    <a:masterClrMapping/>
  </p:clrMapOvr>
  <p:transition/>
  <p:timing/>
</p:sldLayout>
</file>

<file path=ppt/slideLayouts/slideLayout1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3 Lesson outline (4)">
  <p:cSld name="CUSTOM_4">
    <p:spTree>
      <p:nvGrpSpPr>
        <p:cNvPr id="183" name="Shape 183"/>
        <p:cNvGrpSpPr/>
        <p:nvPr/>
      </p:nvGrpSpPr>
      <p:grpSpPr>
        <a:xfrm>
          <a:off x="0" y="0"/>
          <a:ext cx="0" cy="0"/>
        </a:xfrm>
      </p:grpSpPr>
      <p:pic>
        <p:nvPicPr>
          <p:cNvPr id="184" name="Google Shape;184;p19"/>
          <p:cNvPicPr preferRelativeResize="0"/>
          <p:nvPr/>
        </p:nvPicPr>
        <p:blipFill>
          <a:blip r:embed="rId1">
            <a:alphaModFix/>
          </a:blip>
          <a:srcRect t="4429" b="4438"/>
          <a:stretch>
            <a:fillRect/>
          </a:stretch>
        </p:blipFill>
        <p:spPr>
          <a:xfrm>
            <a:off x="863550" y="3146932"/>
            <a:ext cx="7439125" cy="563230"/>
          </a:xfrm>
          <a:prstGeom prst="rect">
            <a:avLst/>
          </a:prstGeom>
          <a:noFill/>
          <a:ln>
            <a:noFill/>
          </a:ln>
        </p:spPr>
      </p:pic>
      <p:pic>
        <p:nvPicPr>
          <p:cNvPr id="185" name="Google Shape;185;p19"/>
          <p:cNvPicPr preferRelativeResize="0"/>
          <p:nvPr/>
        </p:nvPicPr>
        <p:blipFill>
          <a:blip r:embed="rId2">
            <a:alphaModFix/>
          </a:blip>
          <a:srcRect l="74623"/>
          <a:stretch>
            <a:fillRect/>
          </a:stretch>
        </p:blipFill>
        <p:spPr>
          <a:xfrm>
            <a:off x="863550" y="3105610"/>
            <a:ext cx="145900" cy="645874"/>
          </a:xfrm>
          <a:prstGeom prst="rect">
            <a:avLst/>
          </a:prstGeom>
          <a:noFill/>
          <a:ln>
            <a:noFill/>
          </a:ln>
        </p:spPr>
      </p:pic>
      <p:pic>
        <p:nvPicPr>
          <p:cNvPr id="186" name="Google Shape;186;p19"/>
          <p:cNvPicPr preferRelativeResize="0"/>
          <p:nvPr/>
        </p:nvPicPr>
        <p:blipFill>
          <a:blip r:embed="rId3">
            <a:alphaModFix/>
          </a:blip>
          <a:srcRect t="4387" b="4396"/>
          <a:stretch>
            <a:fillRect/>
          </a:stretch>
        </p:blipFill>
        <p:spPr>
          <a:xfrm>
            <a:off x="863550" y="3971358"/>
            <a:ext cx="7439126" cy="563217"/>
          </a:xfrm>
          <a:prstGeom prst="rect">
            <a:avLst/>
          </a:prstGeom>
          <a:noFill/>
          <a:ln>
            <a:noFill/>
          </a:ln>
        </p:spPr>
      </p:pic>
      <p:pic>
        <p:nvPicPr>
          <p:cNvPr id="187" name="Google Shape;187;p19"/>
          <p:cNvPicPr preferRelativeResize="0"/>
          <p:nvPr/>
        </p:nvPicPr>
        <p:blipFill>
          <a:blip r:embed="rId2">
            <a:alphaModFix/>
          </a:blip>
          <a:srcRect l="74623"/>
          <a:stretch>
            <a:fillRect/>
          </a:stretch>
        </p:blipFill>
        <p:spPr>
          <a:xfrm>
            <a:off x="863550" y="3939648"/>
            <a:ext cx="145900" cy="645874"/>
          </a:xfrm>
          <a:prstGeom prst="rect">
            <a:avLst/>
          </a:prstGeom>
          <a:noFill/>
          <a:ln>
            <a:noFill/>
          </a:ln>
        </p:spPr>
      </p:pic>
      <p:pic>
        <p:nvPicPr>
          <p:cNvPr id="188" name="Google Shape;188;p19"/>
          <p:cNvPicPr preferRelativeResize="0"/>
          <p:nvPr/>
        </p:nvPicPr>
        <p:blipFill>
          <a:blip r:embed="rId4">
            <a:alphaModFix/>
          </a:blip>
          <a:srcRect t="3678" b="3669"/>
          <a:stretch>
            <a:fillRect/>
          </a:stretch>
        </p:blipFill>
        <p:spPr>
          <a:xfrm>
            <a:off x="863550" y="2292191"/>
            <a:ext cx="7439126" cy="572077"/>
          </a:xfrm>
          <a:prstGeom prst="rect">
            <a:avLst/>
          </a:prstGeom>
          <a:noFill/>
          <a:ln>
            <a:noFill/>
          </a:ln>
        </p:spPr>
      </p:pic>
      <p:pic>
        <p:nvPicPr>
          <p:cNvPr id="189" name="Google Shape;189;p19"/>
          <p:cNvPicPr preferRelativeResize="0"/>
          <p:nvPr/>
        </p:nvPicPr>
        <p:blipFill>
          <a:blip r:embed="rId2">
            <a:alphaModFix/>
          </a:blip>
          <a:srcRect l="74623"/>
          <a:stretch>
            <a:fillRect/>
          </a:stretch>
        </p:blipFill>
        <p:spPr>
          <a:xfrm>
            <a:off x="863550" y="2265998"/>
            <a:ext cx="145900" cy="645874"/>
          </a:xfrm>
          <a:prstGeom prst="rect">
            <a:avLst/>
          </a:prstGeom>
          <a:noFill/>
          <a:ln>
            <a:noFill/>
          </a:ln>
        </p:spPr>
      </p:pic>
      <p:pic>
        <p:nvPicPr>
          <p:cNvPr id="190" name="Google Shape;190;p19"/>
          <p:cNvPicPr preferRelativeResize="0"/>
          <p:nvPr/>
        </p:nvPicPr>
        <p:blipFill>
          <a:blip r:embed="rId5">
            <a:alphaModFix/>
          </a:blip>
          <a:srcRect t="3678" b="3669"/>
          <a:stretch>
            <a:fillRect/>
          </a:stretch>
        </p:blipFill>
        <p:spPr>
          <a:xfrm>
            <a:off x="863550" y="1457950"/>
            <a:ext cx="7439126" cy="572077"/>
          </a:xfrm>
          <a:prstGeom prst="rect">
            <a:avLst/>
          </a:prstGeom>
          <a:noFill/>
          <a:ln>
            <a:noFill/>
          </a:ln>
        </p:spPr>
      </p:pic>
      <p:pic>
        <p:nvPicPr>
          <p:cNvPr id="191" name="Google Shape;191;p19"/>
          <p:cNvPicPr preferRelativeResize="0"/>
          <p:nvPr/>
        </p:nvPicPr>
        <p:blipFill>
          <a:blip r:embed="rId2">
            <a:alphaModFix/>
          </a:blip>
          <a:srcRect l="74623"/>
          <a:stretch>
            <a:fillRect/>
          </a:stretch>
        </p:blipFill>
        <p:spPr>
          <a:xfrm>
            <a:off x="863550" y="1423110"/>
            <a:ext cx="145900" cy="645874"/>
          </a:xfrm>
          <a:prstGeom prst="rect">
            <a:avLst/>
          </a:prstGeom>
          <a:noFill/>
          <a:ln>
            <a:noFill/>
          </a:ln>
        </p:spPr>
      </p:pic>
      <p:cxnSp>
        <p:nvCxnSpPr>
          <p:cNvPr id="192" name="Google Shape;192;p19"/>
          <p:cNvCxnSpPr/>
          <p:nvPr/>
        </p:nvCxnSpPr>
        <p:spPr>
          <a:xfrm>
            <a:off x="647802" y="1725234"/>
            <a:ext cx="600" cy="2679900"/>
          </a:xfrm>
          <a:prstGeom prst="straightConnector1">
            <a:avLst/>
          </a:prstGeom>
          <a:noFill/>
          <a:ln w="38100" cap="flat" cmpd="sng">
            <a:solidFill>
              <a:srgbClr val="282828"/>
            </a:solidFill>
            <a:prstDash val="solid"/>
            <a:round/>
            <a:headEnd type="none" w="med" len="med"/>
            <a:tailEnd type="none" w="med" len="med"/>
          </a:ln>
        </p:spPr>
      </p:cxnSp>
      <p:pic>
        <p:nvPicPr>
          <p:cNvPr id="193" name="Google Shape;193;p19"/>
          <p:cNvPicPr preferRelativeResize="0"/>
          <p:nvPr/>
        </p:nvPicPr>
        <p:blipFill>
          <a:blip r:embed="rId6">
            <a:alphaModFix/>
          </a:blip>
          <a:stretch>
            <a:fillRect/>
          </a:stretch>
        </p:blipFill>
        <p:spPr>
          <a:xfrm>
            <a:off x="366079" y="3134650"/>
            <a:ext cx="563446" cy="572077"/>
          </a:xfrm>
          <a:prstGeom prst="rect">
            <a:avLst/>
          </a:prstGeom>
          <a:noFill/>
          <a:ln>
            <a:noFill/>
          </a:ln>
        </p:spPr>
      </p:pic>
      <p:pic>
        <p:nvPicPr>
          <p:cNvPr id="194" name="Google Shape;194;p19"/>
          <p:cNvPicPr preferRelativeResize="0"/>
          <p:nvPr/>
        </p:nvPicPr>
        <p:blipFill>
          <a:blip r:embed="rId7">
            <a:alphaModFix/>
          </a:blip>
          <a:stretch>
            <a:fillRect/>
          </a:stretch>
        </p:blipFill>
        <p:spPr>
          <a:xfrm>
            <a:off x="363357" y="1462166"/>
            <a:ext cx="563185" cy="572092"/>
          </a:xfrm>
          <a:prstGeom prst="rect">
            <a:avLst/>
          </a:prstGeom>
          <a:noFill/>
          <a:ln>
            <a:noFill/>
          </a:ln>
        </p:spPr>
      </p:pic>
      <p:pic>
        <p:nvPicPr>
          <p:cNvPr id="195" name="Google Shape;195;p19"/>
          <p:cNvPicPr preferRelativeResize="0"/>
          <p:nvPr/>
        </p:nvPicPr>
        <p:blipFill>
          <a:blip r:embed="rId8">
            <a:alphaModFix/>
          </a:blip>
          <a:stretch>
            <a:fillRect/>
          </a:stretch>
        </p:blipFill>
        <p:spPr>
          <a:xfrm>
            <a:off x="363340" y="2287588"/>
            <a:ext cx="563446" cy="572077"/>
          </a:xfrm>
          <a:prstGeom prst="rect">
            <a:avLst/>
          </a:prstGeom>
          <a:noFill/>
          <a:ln>
            <a:noFill/>
          </a:ln>
        </p:spPr>
      </p:pic>
      <p:sp>
        <p:nvSpPr>
          <p:cNvPr id="196" name="Google Shape;196;p19"/>
          <p:cNvSpPr txBox="1"/>
          <p:nvPr>
            <p:ph type="title"/>
          </p:nvPr>
        </p:nvSpPr>
        <p:spPr>
          <a:xfrm>
            <a:off x="1224600" y="1466663"/>
            <a:ext cx="6850800" cy="5631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
        <p:nvSpPr>
          <p:cNvPr id="197" name="Google Shape;197;p19"/>
          <p:cNvSpPr txBox="1"/>
          <p:nvPr>
            <p:ph type="title" idx="2"/>
          </p:nvPr>
        </p:nvSpPr>
        <p:spPr>
          <a:xfrm>
            <a:off x="1224600" y="2285700"/>
            <a:ext cx="6850800" cy="5721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
        <p:nvSpPr>
          <p:cNvPr id="198" name="Google Shape;198;p19"/>
          <p:cNvSpPr txBox="1"/>
          <p:nvPr>
            <p:ph type="title" idx="3"/>
          </p:nvPr>
        </p:nvSpPr>
        <p:spPr>
          <a:xfrm>
            <a:off x="1224600" y="3160338"/>
            <a:ext cx="6850800" cy="5364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
        <p:nvSpPr>
          <p:cNvPr id="199" name="Google Shape;199;p19"/>
          <p:cNvSpPr txBox="1"/>
          <p:nvPr>
            <p:ph type="title" idx="4"/>
          </p:nvPr>
        </p:nvSpPr>
        <p:spPr>
          <a:xfrm>
            <a:off x="1224600" y="3971414"/>
            <a:ext cx="6850800" cy="5631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200" name="Google Shape;200;p19"/>
          <p:cNvPicPr preferRelativeResize="0"/>
          <p:nvPr/>
        </p:nvPicPr>
        <p:blipFill>
          <a:blip r:embed="rId9">
            <a:alphaModFix/>
          </a:blip>
          <a:stretch>
            <a:fillRect/>
          </a:stretch>
        </p:blipFill>
        <p:spPr>
          <a:xfrm>
            <a:off x="363341" y="3969363"/>
            <a:ext cx="563446" cy="572077"/>
          </a:xfrm>
          <a:prstGeom prst="rect">
            <a:avLst/>
          </a:prstGeom>
          <a:noFill/>
          <a:ln>
            <a:noFill/>
          </a:ln>
        </p:spPr>
      </p:pic>
      <p:sp>
        <p:nvSpPr>
          <p:cNvPr id="201" name="Google Shape;201;p19"/>
          <p:cNvSpPr/>
          <p:nvPr/>
        </p:nvSpPr>
        <p:spPr>
          <a:xfrm>
            <a:off x="0" y="0"/>
            <a:ext cx="9144300" cy="48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202" name="Google Shape;202;p19"/>
          <p:cNvPicPr preferRelativeResize="0"/>
          <p:nvPr/>
        </p:nvPicPr>
        <p:blipFill>
          <a:blip r:embed="rId10">
            <a:alphaModFix/>
          </a:blip>
          <a:srcRect t="1699" b="1709"/>
          <a:stretch>
            <a:fillRect/>
          </a:stretch>
        </p:blipFill>
        <p:spPr>
          <a:xfrm>
            <a:off x="-12" y="481650"/>
            <a:ext cx="9151202" cy="116709"/>
          </a:xfrm>
          <a:prstGeom prst="rect">
            <a:avLst/>
          </a:prstGeom>
          <a:noFill/>
          <a:ln>
            <a:noFill/>
          </a:ln>
        </p:spPr>
      </p:pic>
      <p:sp>
        <p:nvSpPr>
          <p:cNvPr id="203" name="Google Shape;203;p19"/>
          <p:cNvSpPr txBox="1"/>
          <p:nvPr/>
        </p:nvSpPr>
        <p:spPr>
          <a:xfrm>
            <a:off x="324000" y="112500"/>
            <a:ext cx="23049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b="1">
                <a:solidFill>
                  <a:schemeClr val="dk1"/>
                </a:solidFill>
                <a:latin typeface="Lexend"/>
                <a:ea typeface="Lexend"/>
                <a:cs typeface="Lexend"/>
                <a:sym typeface="Lexend"/>
              </a:rPr>
              <a:t>Lesson outline</a:t>
            </a:r>
            <a:endParaRPr sz="2000" b="1">
              <a:solidFill>
                <a:schemeClr val="dk1"/>
              </a:solidFill>
              <a:latin typeface="Lexend"/>
              <a:ea typeface="Lexend"/>
              <a:cs typeface="Lexend"/>
              <a:sym typeface="Lexend"/>
            </a:endParaRPr>
          </a:p>
        </p:txBody>
      </p:sp>
      <p:sp>
        <p:nvSpPr>
          <p:cNvPr id="204" name="Google Shape;204;p19"/>
          <p:cNvSpPr txBox="1"/>
          <p:nvPr>
            <p:ph type="title" idx="5"/>
          </p:nvPr>
        </p:nvSpPr>
        <p:spPr>
          <a:xfrm>
            <a:off x="324000" y="657600"/>
            <a:ext cx="5741400" cy="615600"/>
          </a:xfrm>
          <a:prstGeom prst="rect">
            <a:avLst/>
          </a:prstGeom>
        </p:spPr>
        <p:txBody>
          <a:bodyPr spcFirstLastPara="1" wrap="square" lIns="0" tIns="0" rIns="0" bIns="0" anchor="t" anchorCtr="0">
            <a:noAutofit/>
          </a:bodyPr>
          <a:lstStyle>
            <a:lvl1pPr lvl="0" rtl="0">
              <a:spcBef>
                <a:spcPct val="0"/>
              </a:spcBef>
              <a:spcAft>
                <a:spcPct val="0"/>
              </a:spcAft>
              <a:buSzPts val="1800"/>
              <a:buFont typeface="Lexend"/>
              <a:buNone/>
              <a:defRPr sz="1800" b="0">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Tree>
  </p:cSld>
  <p:clrMapOvr>
    <a:masterClrMapping/>
  </p:clrMapOvr>
  <p:transition/>
  <p:timing/>
</p:sldLayout>
</file>

<file path=ppt/slideLayouts/slideLayout1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0 Explanation blank - purple ">
  <p:cSld name="TITLE_AND_TWO_COLUMNS_1_1_6_2_1_4">
    <p:spTree>
      <p:nvGrpSpPr>
        <p:cNvPr id="205" name="Shape 205"/>
        <p:cNvGrpSpPr/>
        <p:nvPr/>
      </p:nvGrpSpPr>
      <p:grpSpPr>
        <a:xfrm>
          <a:off x="0" y="0"/>
          <a:ext cx="0" cy="0"/>
        </a:xfrm>
      </p:grpSpPr>
      <p:pic>
        <p:nvPicPr>
          <p:cNvPr id="206" name="Google Shape;206;p20"/>
          <p:cNvPicPr preferRelativeResize="0"/>
          <p:nvPr/>
        </p:nvPicPr>
        <p:blipFill>
          <a:blip r:embed="rId1">
            <a:alphaModFix/>
          </a:blip>
          <a:stretch>
            <a:fillRect/>
          </a:stretch>
        </p:blipFill>
        <p:spPr>
          <a:xfrm>
            <a:off x="0" y="532525"/>
            <a:ext cx="9151202" cy="116700"/>
          </a:xfrm>
          <a:prstGeom prst="rect">
            <a:avLst/>
          </a:prstGeom>
          <a:noFill/>
          <a:ln>
            <a:noFill/>
          </a:ln>
        </p:spPr>
      </p:pic>
      <p:sp>
        <p:nvSpPr>
          <p:cNvPr id="207" name="Google Shape;207;p20"/>
          <p:cNvSpPr/>
          <p:nvPr/>
        </p:nvSpPr>
        <p:spPr>
          <a:xfrm>
            <a:off x="-1" y="-2"/>
            <a:ext cx="91476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208" name="Google Shape;208;p20"/>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209" name="Google Shape;209;p20"/>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210" name="Google Shape;210;p20"/>
          <p:cNvPicPr preferRelativeResize="0"/>
          <p:nvPr/>
        </p:nvPicPr>
        <p:blipFill>
          <a:blip r:embed="rId2">
            <a:alphaModFix/>
          </a:blip>
          <a:stretch>
            <a:fillRect/>
          </a:stretch>
        </p:blipFill>
        <p:spPr>
          <a:xfrm>
            <a:off x="8426950" y="-562"/>
            <a:ext cx="499700" cy="499700"/>
          </a:xfrm>
          <a:prstGeom prst="rect">
            <a:avLst/>
          </a:prstGeom>
          <a:noFill/>
          <a:ln>
            <a:noFill/>
          </a:ln>
        </p:spPr>
      </p:pic>
      <p:sp>
        <p:nvSpPr>
          <p:cNvPr id="211" name="Google Shape;211;p20"/>
          <p:cNvSpPr txBox="1"/>
          <p:nvPr/>
        </p:nvSpPr>
        <p:spPr>
          <a:xfrm>
            <a:off x="8209250" y="438760"/>
            <a:ext cx="9351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3EEFB"/>
                </a:solidFill>
                <a:latin typeface="Lexend"/>
                <a:ea typeface="Lexend"/>
                <a:cs typeface="Lexend"/>
                <a:sym typeface="Lexend"/>
              </a:rPr>
              <a:t>Explanation</a:t>
            </a:r>
            <a:endParaRPr sz="900" b="1">
              <a:solidFill>
                <a:srgbClr val="F3EEFB"/>
              </a:solidFill>
              <a:latin typeface="Lexend"/>
              <a:ea typeface="Lexend"/>
              <a:cs typeface="Lexend"/>
              <a:sym typeface="Lexend"/>
            </a:endParaRPr>
          </a:p>
        </p:txBody>
      </p:sp>
    </p:spTree>
  </p:cSld>
  <p:clrMapOvr>
    <a:masterClrMapping/>
  </p:clrMapOvr>
  <p:transition/>
  <p:timing/>
</p:sldLayout>
</file>

<file path=ppt/slideLayouts/slideLayout2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0 Explanation blank - jade">
  <p:cSld name="TITLE_AND_TWO_COLUMNS_1_1_6_2_1_2">
    <p:spTree>
      <p:nvGrpSpPr>
        <p:cNvPr id="212" name="Shape 212"/>
        <p:cNvGrpSpPr/>
        <p:nvPr/>
      </p:nvGrpSpPr>
      <p:grpSpPr>
        <a:xfrm>
          <a:off x="0" y="0"/>
          <a:ext cx="0" cy="0"/>
        </a:xfrm>
      </p:grpSpPr>
      <p:pic>
        <p:nvPicPr>
          <p:cNvPr id="213" name="Google Shape;213;p21"/>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214" name="Google Shape;214;p21"/>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215" name="Google Shape;215;p21"/>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216" name="Google Shape;216;p21"/>
          <p:cNvSpPr txBox="1"/>
          <p:nvPr/>
        </p:nvSpPr>
        <p:spPr>
          <a:xfrm>
            <a:off x="8209250" y="438760"/>
            <a:ext cx="9351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Explanation</a:t>
            </a:r>
            <a:endParaRPr sz="900" b="1">
              <a:solidFill>
                <a:srgbClr val="E6F2F2"/>
              </a:solidFill>
              <a:latin typeface="Lexend"/>
              <a:ea typeface="Lexend"/>
              <a:cs typeface="Lexend"/>
              <a:sym typeface="Lexend"/>
            </a:endParaRPr>
          </a:p>
        </p:txBody>
      </p:sp>
      <p:sp>
        <p:nvSpPr>
          <p:cNvPr id="217" name="Google Shape;217;p21"/>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218" name="Google Shape;218;p21"/>
          <p:cNvPicPr preferRelativeResize="0"/>
          <p:nvPr/>
        </p:nvPicPr>
        <p:blipFill>
          <a:blip r:embed="rId2">
            <a:alphaModFix/>
          </a:blip>
          <a:stretch>
            <a:fillRect/>
          </a:stretch>
        </p:blipFill>
        <p:spPr>
          <a:xfrm>
            <a:off x="8426950" y="-562"/>
            <a:ext cx="499700" cy="499700"/>
          </a:xfrm>
          <a:prstGeom prst="rect">
            <a:avLst/>
          </a:prstGeom>
          <a:noFill/>
          <a:ln>
            <a:noFill/>
          </a:ln>
        </p:spPr>
      </p:pic>
    </p:spTree>
  </p:cSld>
  <p:clrMapOvr>
    <a:masterClrMapping/>
  </p:clrMapOvr>
  <p:transition/>
  <p:timing/>
</p:sldLayout>
</file>

<file path=ppt/slideLayouts/slideLayout2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0 Explanation blank - blue ">
  <p:cSld name="TITLE_AND_TWO_COLUMNS_1_1_6_2_2">
    <p:spTree>
      <p:nvGrpSpPr>
        <p:cNvPr id="219" name="Shape 219"/>
        <p:cNvGrpSpPr/>
        <p:nvPr/>
      </p:nvGrpSpPr>
      <p:grpSpPr>
        <a:xfrm>
          <a:off x="0" y="0"/>
          <a:ext cx="0" cy="0"/>
        </a:xfrm>
      </p:grpSpPr>
      <p:pic>
        <p:nvPicPr>
          <p:cNvPr id="220" name="Google Shape;220;p22"/>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221" name="Google Shape;221;p22"/>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222" name="Google Shape;222;p22"/>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223" name="Google Shape;223;p22"/>
          <p:cNvSpPr txBox="1"/>
          <p:nvPr/>
        </p:nvSpPr>
        <p:spPr>
          <a:xfrm>
            <a:off x="8209250" y="438760"/>
            <a:ext cx="9351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Explanation</a:t>
            </a:r>
            <a:endParaRPr sz="900" b="1">
              <a:solidFill>
                <a:srgbClr val="EBEDFE"/>
              </a:solidFill>
              <a:latin typeface="Lexend"/>
              <a:ea typeface="Lexend"/>
              <a:cs typeface="Lexend"/>
              <a:sym typeface="Lexend"/>
            </a:endParaRPr>
          </a:p>
        </p:txBody>
      </p:sp>
      <p:sp>
        <p:nvSpPr>
          <p:cNvPr id="224" name="Google Shape;224;p22"/>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225" name="Google Shape;225;p22"/>
          <p:cNvPicPr preferRelativeResize="0"/>
          <p:nvPr/>
        </p:nvPicPr>
        <p:blipFill>
          <a:blip r:embed="rId2">
            <a:alphaModFix/>
          </a:blip>
          <a:stretch>
            <a:fillRect/>
          </a:stretch>
        </p:blipFill>
        <p:spPr>
          <a:xfrm>
            <a:off x="8426950" y="-562"/>
            <a:ext cx="499700" cy="499700"/>
          </a:xfrm>
          <a:prstGeom prst="rect">
            <a:avLst/>
          </a:prstGeom>
          <a:noFill/>
          <a:ln>
            <a:noFill/>
          </a:ln>
        </p:spPr>
      </p:pic>
    </p:spTree>
  </p:cSld>
  <p:clrMapOvr>
    <a:masterClrMapping/>
  </p:clrMapOvr>
  <p:transition/>
  <p:timing/>
</p:sldLayout>
</file>

<file path=ppt/slideLayouts/slideLayout2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0 Explanation blank - pink ">
  <p:cSld name="TITLE_AND_TWO_COLUMNS_1_1_6_2_1_1">
    <p:spTree>
      <p:nvGrpSpPr>
        <p:cNvPr id="226" name="Shape 226"/>
        <p:cNvGrpSpPr/>
        <p:nvPr/>
      </p:nvGrpSpPr>
      <p:grpSpPr>
        <a:xfrm>
          <a:off x="0" y="0"/>
          <a:ext cx="0" cy="0"/>
        </a:xfrm>
      </p:grpSpPr>
      <p:pic>
        <p:nvPicPr>
          <p:cNvPr id="227" name="Google Shape;227;p23"/>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228" name="Google Shape;228;p23"/>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229" name="Google Shape;229;p23"/>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230" name="Google Shape;230;p23"/>
          <p:cNvSpPr txBox="1"/>
          <p:nvPr/>
        </p:nvSpPr>
        <p:spPr>
          <a:xfrm>
            <a:off x="8209250" y="438760"/>
            <a:ext cx="9351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Explanation</a:t>
            </a:r>
            <a:endParaRPr sz="900" b="1">
              <a:solidFill>
                <a:srgbClr val="FAEAF6"/>
              </a:solidFill>
              <a:latin typeface="Lexend"/>
              <a:ea typeface="Lexend"/>
              <a:cs typeface="Lexend"/>
              <a:sym typeface="Lexend"/>
            </a:endParaRPr>
          </a:p>
        </p:txBody>
      </p:sp>
      <p:sp>
        <p:nvSpPr>
          <p:cNvPr id="231" name="Google Shape;231;p23"/>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232" name="Google Shape;232;p23"/>
          <p:cNvPicPr preferRelativeResize="0"/>
          <p:nvPr/>
        </p:nvPicPr>
        <p:blipFill>
          <a:blip r:embed="rId2">
            <a:alphaModFix/>
          </a:blip>
          <a:stretch>
            <a:fillRect/>
          </a:stretch>
        </p:blipFill>
        <p:spPr>
          <a:xfrm>
            <a:off x="8426950" y="-562"/>
            <a:ext cx="499700" cy="499700"/>
          </a:xfrm>
          <a:prstGeom prst="rect">
            <a:avLst/>
          </a:prstGeom>
          <a:noFill/>
          <a:ln>
            <a:noFill/>
          </a:ln>
        </p:spPr>
      </p:pic>
    </p:spTree>
  </p:cSld>
  <p:clrMapOvr>
    <a:masterClrMapping/>
  </p:clrMapOvr>
  <p:transition/>
  <p:timing/>
</p:sldLayout>
</file>

<file path=ppt/slideLayouts/slideLayout2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1 I do We do - purple">
  <p:cSld name="TITLE_AND_TWO_COLUMNS_1_1_9_2_2">
    <p:bg>
      <p:bgPr>
        <a:solidFill>
          <a:srgbClr val="F3EEFB"/>
        </a:solidFill>
      </p:bgPr>
    </p:bg>
    <p:spTree>
      <p:nvGrpSpPr>
        <p:cNvPr id="233" name="Shape 233"/>
        <p:cNvGrpSpPr/>
        <p:nvPr/>
      </p:nvGrpSpPr>
      <p:grpSpPr>
        <a:xfrm>
          <a:off x="0" y="0"/>
          <a:ext cx="0" cy="0"/>
        </a:xfrm>
      </p:grpSpPr>
      <p:sp>
        <p:nvSpPr>
          <p:cNvPr id="234" name="Google Shape;234;p24"/>
          <p:cNvSpPr/>
          <p:nvPr/>
        </p:nvSpPr>
        <p:spPr>
          <a:xfrm>
            <a:off x="0" y="18750"/>
            <a:ext cx="45723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235" name="Google Shape;235;p24"/>
          <p:cNvPicPr preferRelativeResize="0"/>
          <p:nvPr/>
        </p:nvPicPr>
        <p:blipFill>
          <a:blip r:embed="rId1">
            <a:alphaModFix/>
          </a:blip>
          <a:stretch>
            <a:fillRect/>
          </a:stretch>
        </p:blipFill>
        <p:spPr>
          <a:xfrm>
            <a:off x="0" y="532525"/>
            <a:ext cx="9151202" cy="116700"/>
          </a:xfrm>
          <a:prstGeom prst="rect">
            <a:avLst/>
          </a:prstGeom>
          <a:noFill/>
          <a:ln>
            <a:noFill/>
          </a:ln>
        </p:spPr>
      </p:pic>
      <p:sp>
        <p:nvSpPr>
          <p:cNvPr id="236" name="Google Shape;236;p24"/>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237" name="Google Shape;237;p24"/>
          <p:cNvSpPr txBox="1"/>
          <p:nvPr>
            <p:ph type="subTitle" idx="1"/>
          </p:nvPr>
        </p:nvSpPr>
        <p:spPr>
          <a:xfrm>
            <a:off x="337825"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38" name="Google Shape;238;p24"/>
          <p:cNvSpPr txBox="1"/>
          <p:nvPr>
            <p:ph type="subTitle" idx="2"/>
          </p:nvPr>
        </p:nvSpPr>
        <p:spPr>
          <a:xfrm>
            <a:off x="4824000"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39" name="Google Shape;239;p24"/>
          <p:cNvSpPr txBox="1"/>
          <p:nvPr>
            <p:ph type="title"/>
          </p:nvPr>
        </p:nvSpPr>
        <p:spPr>
          <a:xfrm>
            <a:off x="324000" y="0"/>
            <a:ext cx="74505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grpSp>
        <p:nvGrpSpPr>
          <p:cNvPr id="240" name="Google Shape;240;p24"/>
          <p:cNvGrpSpPr/>
          <p:nvPr/>
        </p:nvGrpSpPr>
        <p:grpSpPr>
          <a:xfrm>
            <a:off x="7834231" y="1285"/>
            <a:ext cx="828900" cy="576065"/>
            <a:chOff x="7801496" y="1285"/>
            <a:chExt cx="828900" cy="576065"/>
          </a:xfrm>
        </p:grpSpPr>
        <p:pic>
          <p:nvPicPr>
            <p:cNvPr id="241" name="Google Shape;241;p24"/>
            <p:cNvPicPr preferRelativeResize="0"/>
            <p:nvPr/>
          </p:nvPicPr>
          <p:blipFill>
            <a:blip r:embed="rId2">
              <a:alphaModFix/>
            </a:blip>
            <a:stretch>
              <a:fillRect/>
            </a:stretch>
          </p:blipFill>
          <p:spPr>
            <a:xfrm>
              <a:off x="7966096" y="1285"/>
              <a:ext cx="499700" cy="499700"/>
            </a:xfrm>
            <a:prstGeom prst="rect">
              <a:avLst/>
            </a:prstGeom>
            <a:noFill/>
            <a:ln>
              <a:noFill/>
            </a:ln>
          </p:spPr>
        </p:pic>
        <p:sp>
          <p:nvSpPr>
            <p:cNvPr id="242" name="Google Shape;242;p24"/>
            <p:cNvSpPr txBox="1"/>
            <p:nvPr/>
          </p:nvSpPr>
          <p:spPr>
            <a:xfrm>
              <a:off x="7801496" y="438750"/>
              <a:ext cx="828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Explanation</a:t>
              </a:r>
              <a:endParaRPr sz="900" b="1">
                <a:solidFill>
                  <a:srgbClr val="EBEDFE"/>
                </a:solidFill>
                <a:latin typeface="Lexend"/>
                <a:ea typeface="Lexend"/>
                <a:cs typeface="Lexend"/>
                <a:sym typeface="Lexend"/>
              </a:endParaRPr>
            </a:p>
          </p:txBody>
        </p:sp>
      </p:grpSp>
      <p:grpSp>
        <p:nvGrpSpPr>
          <p:cNvPr id="243" name="Google Shape;243;p24"/>
          <p:cNvGrpSpPr/>
          <p:nvPr/>
        </p:nvGrpSpPr>
        <p:grpSpPr>
          <a:xfrm>
            <a:off x="8635663" y="1285"/>
            <a:ext cx="499700" cy="576065"/>
            <a:chOff x="8635663" y="1285"/>
            <a:chExt cx="499700" cy="576065"/>
          </a:xfrm>
        </p:grpSpPr>
        <p:pic>
          <p:nvPicPr>
            <p:cNvPr id="244" name="Google Shape;244;p24"/>
            <p:cNvPicPr preferRelativeResize="0"/>
            <p:nvPr/>
          </p:nvPicPr>
          <p:blipFill>
            <a:blip r:embed="rId3">
              <a:alphaModFix/>
            </a:blip>
            <a:stretch>
              <a:fillRect/>
            </a:stretch>
          </p:blipFill>
          <p:spPr>
            <a:xfrm>
              <a:off x="8635663" y="1285"/>
              <a:ext cx="499700" cy="499700"/>
            </a:xfrm>
            <a:prstGeom prst="rect">
              <a:avLst/>
            </a:prstGeom>
            <a:noFill/>
            <a:ln>
              <a:noFill/>
            </a:ln>
          </p:spPr>
        </p:pic>
        <p:sp>
          <p:nvSpPr>
            <p:cNvPr id="245" name="Google Shape;245;p24"/>
            <p:cNvSpPr txBox="1"/>
            <p:nvPr/>
          </p:nvSpPr>
          <p:spPr>
            <a:xfrm>
              <a:off x="8662913" y="438750"/>
              <a:ext cx="4452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grpSp>
    </p:spTree>
  </p:cSld>
  <p:clrMapOvr>
    <a:masterClrMapping/>
  </p:clrMapOvr>
  <p:transition/>
  <p:timing/>
</p:sldLayout>
</file>

<file path=ppt/slideLayouts/slideLayout2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1 I do We do - jade">
  <p:cSld name="TITLE_AND_TWO_COLUMNS_1_1_9_2_2_1_1">
    <p:bg>
      <p:bgPr>
        <a:solidFill>
          <a:srgbClr val="E6F2F2"/>
        </a:solidFill>
      </p:bgPr>
    </p:bg>
    <p:spTree>
      <p:nvGrpSpPr>
        <p:cNvPr id="246" name="Shape 246"/>
        <p:cNvGrpSpPr/>
        <p:nvPr/>
      </p:nvGrpSpPr>
      <p:grpSpPr>
        <a:xfrm>
          <a:off x="0" y="0"/>
          <a:ext cx="0" cy="0"/>
        </a:xfrm>
      </p:grpSpPr>
      <p:sp>
        <p:nvSpPr>
          <p:cNvPr id="247" name="Google Shape;247;p25"/>
          <p:cNvSpPr/>
          <p:nvPr/>
        </p:nvSpPr>
        <p:spPr>
          <a:xfrm>
            <a:off x="0" y="18750"/>
            <a:ext cx="45723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248" name="Google Shape;248;p25"/>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249" name="Google Shape;249;p25"/>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250" name="Google Shape;250;p25"/>
          <p:cNvSpPr txBox="1"/>
          <p:nvPr>
            <p:ph type="subTitle" idx="1"/>
          </p:nvPr>
        </p:nvSpPr>
        <p:spPr>
          <a:xfrm>
            <a:off x="337825"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51" name="Google Shape;251;p25"/>
          <p:cNvSpPr txBox="1"/>
          <p:nvPr>
            <p:ph type="subTitle" idx="2"/>
          </p:nvPr>
        </p:nvSpPr>
        <p:spPr>
          <a:xfrm>
            <a:off x="4824000"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52" name="Google Shape;252;p25"/>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grpSp>
        <p:nvGrpSpPr>
          <p:cNvPr id="253" name="Google Shape;253;p25"/>
          <p:cNvGrpSpPr/>
          <p:nvPr/>
        </p:nvGrpSpPr>
        <p:grpSpPr>
          <a:xfrm>
            <a:off x="7834231" y="1285"/>
            <a:ext cx="828900" cy="576065"/>
            <a:chOff x="7801496" y="1285"/>
            <a:chExt cx="828900" cy="576065"/>
          </a:xfrm>
        </p:grpSpPr>
        <p:pic>
          <p:nvPicPr>
            <p:cNvPr id="254" name="Google Shape;254;p25"/>
            <p:cNvPicPr preferRelativeResize="0"/>
            <p:nvPr/>
          </p:nvPicPr>
          <p:blipFill>
            <a:blip r:embed="rId2">
              <a:alphaModFix/>
            </a:blip>
            <a:stretch>
              <a:fillRect/>
            </a:stretch>
          </p:blipFill>
          <p:spPr>
            <a:xfrm>
              <a:off x="7966096" y="1285"/>
              <a:ext cx="499700" cy="499700"/>
            </a:xfrm>
            <a:prstGeom prst="rect">
              <a:avLst/>
            </a:prstGeom>
            <a:noFill/>
            <a:ln>
              <a:noFill/>
            </a:ln>
          </p:spPr>
        </p:pic>
        <p:sp>
          <p:nvSpPr>
            <p:cNvPr id="255" name="Google Shape;255;p25"/>
            <p:cNvSpPr txBox="1"/>
            <p:nvPr/>
          </p:nvSpPr>
          <p:spPr>
            <a:xfrm>
              <a:off x="7801496" y="438750"/>
              <a:ext cx="828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Explanation</a:t>
              </a:r>
              <a:endParaRPr sz="900" b="1">
                <a:solidFill>
                  <a:srgbClr val="E6F2F2"/>
                </a:solidFill>
                <a:latin typeface="Lexend"/>
                <a:ea typeface="Lexend"/>
                <a:cs typeface="Lexend"/>
                <a:sym typeface="Lexend"/>
              </a:endParaRPr>
            </a:p>
          </p:txBody>
        </p:sp>
      </p:grpSp>
      <p:grpSp>
        <p:nvGrpSpPr>
          <p:cNvPr id="256" name="Google Shape;256;p25"/>
          <p:cNvGrpSpPr/>
          <p:nvPr/>
        </p:nvGrpSpPr>
        <p:grpSpPr>
          <a:xfrm>
            <a:off x="8635663" y="1285"/>
            <a:ext cx="499700" cy="576065"/>
            <a:chOff x="8635663" y="1285"/>
            <a:chExt cx="499700" cy="576065"/>
          </a:xfrm>
        </p:grpSpPr>
        <p:pic>
          <p:nvPicPr>
            <p:cNvPr id="257" name="Google Shape;257;p25"/>
            <p:cNvPicPr preferRelativeResize="0"/>
            <p:nvPr/>
          </p:nvPicPr>
          <p:blipFill>
            <a:blip r:embed="rId3">
              <a:alphaModFix/>
            </a:blip>
            <a:stretch>
              <a:fillRect/>
            </a:stretch>
          </p:blipFill>
          <p:spPr>
            <a:xfrm>
              <a:off x="8635663" y="1285"/>
              <a:ext cx="499700" cy="499700"/>
            </a:xfrm>
            <a:prstGeom prst="rect">
              <a:avLst/>
            </a:prstGeom>
            <a:noFill/>
            <a:ln>
              <a:noFill/>
            </a:ln>
          </p:spPr>
        </p:pic>
        <p:sp>
          <p:nvSpPr>
            <p:cNvPr id="258" name="Google Shape;258;p25"/>
            <p:cNvSpPr txBox="1"/>
            <p:nvPr/>
          </p:nvSpPr>
          <p:spPr>
            <a:xfrm>
              <a:off x="8662913" y="438750"/>
              <a:ext cx="4452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grpSp>
    </p:spTree>
  </p:cSld>
  <p:clrMapOvr>
    <a:masterClrMapping/>
  </p:clrMapOvr>
  <p:transition/>
  <p:timing/>
</p:sldLayout>
</file>

<file path=ppt/slideLayouts/slideLayout2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1 I do We do - blue">
  <p:cSld name="TITLE_AND_TWO_COLUMNS_1_1_9_2_3">
    <p:bg>
      <p:bgPr>
        <a:solidFill>
          <a:srgbClr val="EBEDFE"/>
        </a:solidFill>
      </p:bgPr>
    </p:bg>
    <p:spTree>
      <p:nvGrpSpPr>
        <p:cNvPr id="259" name="Shape 259"/>
        <p:cNvGrpSpPr/>
        <p:nvPr/>
      </p:nvGrpSpPr>
      <p:grpSpPr>
        <a:xfrm>
          <a:off x="0" y="0"/>
          <a:ext cx="0" cy="0"/>
        </a:xfrm>
      </p:grpSpPr>
      <p:sp>
        <p:nvSpPr>
          <p:cNvPr id="260" name="Google Shape;260;p26"/>
          <p:cNvSpPr/>
          <p:nvPr/>
        </p:nvSpPr>
        <p:spPr>
          <a:xfrm>
            <a:off x="0" y="18750"/>
            <a:ext cx="4572300" cy="5124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261" name="Google Shape;261;p26"/>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262" name="Google Shape;262;p26"/>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263" name="Google Shape;263;p26"/>
          <p:cNvSpPr txBox="1"/>
          <p:nvPr>
            <p:ph type="subTitle" idx="1"/>
          </p:nvPr>
        </p:nvSpPr>
        <p:spPr>
          <a:xfrm>
            <a:off x="337825"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64" name="Google Shape;264;p26"/>
          <p:cNvSpPr txBox="1"/>
          <p:nvPr>
            <p:ph type="subTitle" idx="2"/>
          </p:nvPr>
        </p:nvSpPr>
        <p:spPr>
          <a:xfrm>
            <a:off x="4824000"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65" name="Google Shape;265;p26"/>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grpSp>
        <p:nvGrpSpPr>
          <p:cNvPr id="266" name="Google Shape;266;p26"/>
          <p:cNvGrpSpPr/>
          <p:nvPr/>
        </p:nvGrpSpPr>
        <p:grpSpPr>
          <a:xfrm>
            <a:off x="7834231" y="1285"/>
            <a:ext cx="828900" cy="576065"/>
            <a:chOff x="7801496" y="1285"/>
            <a:chExt cx="828900" cy="576065"/>
          </a:xfrm>
        </p:grpSpPr>
        <p:pic>
          <p:nvPicPr>
            <p:cNvPr id="267" name="Google Shape;267;p26"/>
            <p:cNvPicPr preferRelativeResize="0"/>
            <p:nvPr/>
          </p:nvPicPr>
          <p:blipFill>
            <a:blip r:embed="rId2">
              <a:alphaModFix/>
            </a:blip>
            <a:stretch>
              <a:fillRect/>
            </a:stretch>
          </p:blipFill>
          <p:spPr>
            <a:xfrm>
              <a:off x="7966096" y="1285"/>
              <a:ext cx="499700" cy="499700"/>
            </a:xfrm>
            <a:prstGeom prst="rect">
              <a:avLst/>
            </a:prstGeom>
            <a:noFill/>
            <a:ln>
              <a:noFill/>
            </a:ln>
          </p:spPr>
        </p:pic>
        <p:sp>
          <p:nvSpPr>
            <p:cNvPr id="268" name="Google Shape;268;p26"/>
            <p:cNvSpPr txBox="1"/>
            <p:nvPr/>
          </p:nvSpPr>
          <p:spPr>
            <a:xfrm>
              <a:off x="7801496" y="438750"/>
              <a:ext cx="828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Explanation</a:t>
              </a:r>
              <a:endParaRPr sz="900" b="1">
                <a:solidFill>
                  <a:srgbClr val="E6F2F2"/>
                </a:solidFill>
                <a:latin typeface="Lexend"/>
                <a:ea typeface="Lexend"/>
                <a:cs typeface="Lexend"/>
                <a:sym typeface="Lexend"/>
              </a:endParaRPr>
            </a:p>
          </p:txBody>
        </p:sp>
      </p:grpSp>
      <p:grpSp>
        <p:nvGrpSpPr>
          <p:cNvPr id="269" name="Google Shape;269;p26"/>
          <p:cNvGrpSpPr/>
          <p:nvPr/>
        </p:nvGrpSpPr>
        <p:grpSpPr>
          <a:xfrm>
            <a:off x="8635663" y="1285"/>
            <a:ext cx="499700" cy="576065"/>
            <a:chOff x="8635663" y="1285"/>
            <a:chExt cx="499700" cy="576065"/>
          </a:xfrm>
        </p:grpSpPr>
        <p:pic>
          <p:nvPicPr>
            <p:cNvPr id="270" name="Google Shape;270;p26"/>
            <p:cNvPicPr preferRelativeResize="0"/>
            <p:nvPr/>
          </p:nvPicPr>
          <p:blipFill>
            <a:blip r:embed="rId3">
              <a:alphaModFix/>
            </a:blip>
            <a:stretch>
              <a:fillRect/>
            </a:stretch>
          </p:blipFill>
          <p:spPr>
            <a:xfrm>
              <a:off x="8635663" y="1285"/>
              <a:ext cx="499700" cy="499700"/>
            </a:xfrm>
            <a:prstGeom prst="rect">
              <a:avLst/>
            </a:prstGeom>
            <a:noFill/>
            <a:ln>
              <a:noFill/>
            </a:ln>
          </p:spPr>
        </p:pic>
        <p:sp>
          <p:nvSpPr>
            <p:cNvPr id="271" name="Google Shape;271;p26"/>
            <p:cNvSpPr txBox="1"/>
            <p:nvPr/>
          </p:nvSpPr>
          <p:spPr>
            <a:xfrm>
              <a:off x="8662913" y="438750"/>
              <a:ext cx="4452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grpSp>
    </p:spTree>
  </p:cSld>
  <p:clrMapOvr>
    <a:masterClrMapping/>
  </p:clrMapOvr>
  <p:transition/>
  <p:timing/>
</p:sldLayout>
</file>

<file path=ppt/slideLayouts/slideLayout2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1 I do We do - pink">
  <p:cSld name="TITLE_AND_TWO_COLUMNS_1_1_9_2_2_1_1_1">
    <p:bg>
      <p:bgPr>
        <a:solidFill>
          <a:srgbClr val="FAEAF6"/>
        </a:solidFill>
      </p:bgPr>
    </p:bg>
    <p:spTree>
      <p:nvGrpSpPr>
        <p:cNvPr id="272" name="Shape 272"/>
        <p:cNvGrpSpPr/>
        <p:nvPr/>
      </p:nvGrpSpPr>
      <p:grpSpPr>
        <a:xfrm>
          <a:off x="0" y="0"/>
          <a:ext cx="0" cy="0"/>
        </a:xfrm>
      </p:grpSpPr>
      <p:sp>
        <p:nvSpPr>
          <p:cNvPr id="273" name="Google Shape;273;p27"/>
          <p:cNvSpPr/>
          <p:nvPr/>
        </p:nvSpPr>
        <p:spPr>
          <a:xfrm>
            <a:off x="0" y="18750"/>
            <a:ext cx="45723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274" name="Google Shape;274;p27"/>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275" name="Google Shape;275;p27"/>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276" name="Google Shape;276;p27"/>
          <p:cNvSpPr txBox="1"/>
          <p:nvPr>
            <p:ph type="subTitle" idx="1"/>
          </p:nvPr>
        </p:nvSpPr>
        <p:spPr>
          <a:xfrm>
            <a:off x="337825"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77" name="Google Shape;277;p27"/>
          <p:cNvSpPr txBox="1"/>
          <p:nvPr>
            <p:ph type="subTitle" idx="2"/>
          </p:nvPr>
        </p:nvSpPr>
        <p:spPr>
          <a:xfrm>
            <a:off x="4824000"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78" name="Google Shape;278;p27"/>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grpSp>
        <p:nvGrpSpPr>
          <p:cNvPr id="279" name="Google Shape;279;p27"/>
          <p:cNvGrpSpPr/>
          <p:nvPr/>
        </p:nvGrpSpPr>
        <p:grpSpPr>
          <a:xfrm>
            <a:off x="7834231" y="1285"/>
            <a:ext cx="828900" cy="576065"/>
            <a:chOff x="7801496" y="1285"/>
            <a:chExt cx="828900" cy="576065"/>
          </a:xfrm>
        </p:grpSpPr>
        <p:pic>
          <p:nvPicPr>
            <p:cNvPr id="280" name="Google Shape;280;p27"/>
            <p:cNvPicPr preferRelativeResize="0"/>
            <p:nvPr/>
          </p:nvPicPr>
          <p:blipFill>
            <a:blip r:embed="rId2">
              <a:alphaModFix/>
            </a:blip>
            <a:stretch>
              <a:fillRect/>
            </a:stretch>
          </p:blipFill>
          <p:spPr>
            <a:xfrm>
              <a:off x="7966096" y="1285"/>
              <a:ext cx="499700" cy="499700"/>
            </a:xfrm>
            <a:prstGeom prst="rect">
              <a:avLst/>
            </a:prstGeom>
            <a:noFill/>
            <a:ln>
              <a:noFill/>
            </a:ln>
          </p:spPr>
        </p:pic>
        <p:sp>
          <p:nvSpPr>
            <p:cNvPr id="281" name="Google Shape;281;p27"/>
            <p:cNvSpPr txBox="1"/>
            <p:nvPr/>
          </p:nvSpPr>
          <p:spPr>
            <a:xfrm>
              <a:off x="7801496" y="438750"/>
              <a:ext cx="828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Explanation</a:t>
              </a:r>
              <a:endParaRPr sz="900" b="1">
                <a:solidFill>
                  <a:srgbClr val="FAEAF6"/>
                </a:solidFill>
                <a:latin typeface="Lexend"/>
                <a:ea typeface="Lexend"/>
                <a:cs typeface="Lexend"/>
                <a:sym typeface="Lexend"/>
              </a:endParaRPr>
            </a:p>
          </p:txBody>
        </p:sp>
      </p:grpSp>
      <p:grpSp>
        <p:nvGrpSpPr>
          <p:cNvPr id="282" name="Google Shape;282;p27"/>
          <p:cNvGrpSpPr/>
          <p:nvPr/>
        </p:nvGrpSpPr>
        <p:grpSpPr>
          <a:xfrm>
            <a:off x="8635663" y="1285"/>
            <a:ext cx="499700" cy="576065"/>
            <a:chOff x="8635663" y="1285"/>
            <a:chExt cx="499700" cy="576065"/>
          </a:xfrm>
        </p:grpSpPr>
        <p:pic>
          <p:nvPicPr>
            <p:cNvPr id="283" name="Google Shape;283;p27"/>
            <p:cNvPicPr preferRelativeResize="0"/>
            <p:nvPr/>
          </p:nvPicPr>
          <p:blipFill>
            <a:blip r:embed="rId3">
              <a:alphaModFix/>
            </a:blip>
            <a:stretch>
              <a:fillRect/>
            </a:stretch>
          </p:blipFill>
          <p:spPr>
            <a:xfrm>
              <a:off x="8635663" y="1285"/>
              <a:ext cx="499700" cy="499700"/>
            </a:xfrm>
            <a:prstGeom prst="rect">
              <a:avLst/>
            </a:prstGeom>
            <a:noFill/>
            <a:ln>
              <a:noFill/>
            </a:ln>
          </p:spPr>
        </p:pic>
        <p:sp>
          <p:nvSpPr>
            <p:cNvPr id="284" name="Google Shape;284;p27"/>
            <p:cNvSpPr txBox="1"/>
            <p:nvPr/>
          </p:nvSpPr>
          <p:spPr>
            <a:xfrm>
              <a:off x="8662913" y="438750"/>
              <a:ext cx="4452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Check</a:t>
              </a:r>
              <a:endParaRPr sz="900" b="1">
                <a:solidFill>
                  <a:srgbClr val="FAEAF6"/>
                </a:solidFill>
                <a:latin typeface="Lexend"/>
                <a:ea typeface="Lexend"/>
                <a:cs typeface="Lexend"/>
                <a:sym typeface="Lexend"/>
              </a:endParaRPr>
            </a:p>
          </p:txBody>
        </p:sp>
      </p:grpSp>
    </p:spTree>
  </p:cSld>
  <p:clrMapOvr>
    <a:masterClrMapping/>
  </p:clrMapOvr>
  <p:transition/>
  <p:timing/>
</p:sldLayout>
</file>

<file path=ppt/slideLayouts/slideLayout2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2 CfU true/false justify - purple">
  <p:cSld name="TITLE_AND_TWO_COLUMNS_1_1_9_1_3_1">
    <p:bg>
      <p:bgPr>
        <a:solidFill>
          <a:srgbClr val="F3EEFB"/>
        </a:solidFill>
      </p:bgPr>
    </p:bg>
    <p:spTree>
      <p:nvGrpSpPr>
        <p:cNvPr id="285" name="Shape 285"/>
        <p:cNvGrpSpPr/>
        <p:nvPr/>
      </p:nvGrpSpPr>
      <p:grpSpPr>
        <a:xfrm>
          <a:off x="0" y="0"/>
          <a:ext cx="0" cy="0"/>
        </a:xfrm>
      </p:grpSpPr>
      <p:pic>
        <p:nvPicPr>
          <p:cNvPr id="286" name="Google Shape;286;p28"/>
          <p:cNvPicPr preferRelativeResize="0"/>
          <p:nvPr/>
        </p:nvPicPr>
        <p:blipFill>
          <a:blip r:embed="rId1">
            <a:alphaModFix/>
          </a:blip>
          <a:stretch>
            <a:fillRect/>
          </a:stretch>
        </p:blipFill>
        <p:spPr>
          <a:xfrm>
            <a:off x="2429763" y="1780516"/>
            <a:ext cx="457425" cy="457425"/>
          </a:xfrm>
          <a:prstGeom prst="rect">
            <a:avLst/>
          </a:prstGeom>
          <a:noFill/>
          <a:ln>
            <a:noFill/>
          </a:ln>
        </p:spPr>
      </p:pic>
      <p:pic>
        <p:nvPicPr>
          <p:cNvPr id="287" name="Google Shape;287;p28"/>
          <p:cNvPicPr preferRelativeResize="0"/>
          <p:nvPr/>
        </p:nvPicPr>
        <p:blipFill>
          <a:blip r:embed="rId1">
            <a:alphaModFix/>
          </a:blip>
          <a:stretch>
            <a:fillRect/>
          </a:stretch>
        </p:blipFill>
        <p:spPr>
          <a:xfrm>
            <a:off x="4823988" y="1780516"/>
            <a:ext cx="457425" cy="457425"/>
          </a:xfrm>
          <a:prstGeom prst="rect">
            <a:avLst/>
          </a:prstGeom>
          <a:noFill/>
          <a:ln>
            <a:noFill/>
          </a:ln>
        </p:spPr>
      </p:pic>
      <p:pic>
        <p:nvPicPr>
          <p:cNvPr id="288" name="Google Shape;288;p2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289" name="Google Shape;289;p28"/>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290" name="Google Shape;290;p28"/>
          <p:cNvSpPr txBox="1"/>
          <p:nvPr/>
        </p:nvSpPr>
        <p:spPr>
          <a:xfrm>
            <a:off x="3025325" y="1839875"/>
            <a:ext cx="12891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a:t>
            </a:r>
            <a:endParaRPr sz="2200" b="1">
              <a:solidFill>
                <a:schemeClr val="dk1"/>
              </a:solidFill>
              <a:latin typeface="Lexend"/>
              <a:ea typeface="Lexend"/>
              <a:cs typeface="Lexend"/>
              <a:sym typeface="Lexend"/>
            </a:endParaRPr>
          </a:p>
        </p:txBody>
      </p:sp>
      <p:sp>
        <p:nvSpPr>
          <p:cNvPr id="291" name="Google Shape;291;p28"/>
          <p:cNvSpPr txBox="1"/>
          <p:nvPr/>
        </p:nvSpPr>
        <p:spPr>
          <a:xfrm>
            <a:off x="5431100" y="1817150"/>
            <a:ext cx="10602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False</a:t>
            </a:r>
            <a:endParaRPr sz="2200" b="1">
              <a:solidFill>
                <a:schemeClr val="dk1"/>
              </a:solidFill>
              <a:latin typeface="Lexend"/>
              <a:ea typeface="Lexend"/>
              <a:cs typeface="Lexend"/>
              <a:sym typeface="Lexend"/>
            </a:endParaRPr>
          </a:p>
        </p:txBody>
      </p:sp>
      <p:sp>
        <p:nvSpPr>
          <p:cNvPr id="292" name="Google Shape;292;p28"/>
          <p:cNvSpPr txBox="1"/>
          <p:nvPr/>
        </p:nvSpPr>
        <p:spPr>
          <a:xfrm>
            <a:off x="324000" y="2623800"/>
            <a:ext cx="39684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Justify your answer</a:t>
            </a:r>
            <a:endParaRPr sz="2200" b="1">
              <a:solidFill>
                <a:schemeClr val="dk1"/>
              </a:solidFill>
              <a:latin typeface="Lexend"/>
              <a:ea typeface="Lexend"/>
              <a:cs typeface="Lexend"/>
              <a:sym typeface="Lexend"/>
            </a:endParaRPr>
          </a:p>
        </p:txBody>
      </p:sp>
      <p:sp>
        <p:nvSpPr>
          <p:cNvPr id="293" name="Google Shape;293;p28"/>
          <p:cNvSpPr txBox="1"/>
          <p:nvPr>
            <p:ph type="subTitle" idx="1"/>
          </p:nvPr>
        </p:nvSpPr>
        <p:spPr>
          <a:xfrm>
            <a:off x="980575" y="3196113"/>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94" name="Google Shape;294;p28"/>
          <p:cNvSpPr txBox="1"/>
          <p:nvPr>
            <p:ph type="subTitle" idx="2"/>
          </p:nvPr>
        </p:nvSpPr>
        <p:spPr>
          <a:xfrm>
            <a:off x="324000" y="1080000"/>
            <a:ext cx="6722400" cy="2505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95" name="Google Shape;295;p28"/>
          <p:cNvSpPr txBox="1"/>
          <p:nvPr/>
        </p:nvSpPr>
        <p:spPr>
          <a:xfrm>
            <a:off x="324000" y="660750"/>
            <a:ext cx="2189100" cy="3693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6" name="Google Shape;296;p28"/>
          <p:cNvSpPr txBox="1"/>
          <p:nvPr>
            <p:ph type="subTitle" idx="3"/>
          </p:nvPr>
        </p:nvSpPr>
        <p:spPr>
          <a:xfrm>
            <a:off x="980575" y="4040345"/>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97" name="Google Shape;297;p28"/>
          <p:cNvSpPr txBox="1"/>
          <p:nvPr/>
        </p:nvSpPr>
        <p:spPr>
          <a:xfrm>
            <a:off x="2454488"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T</a:t>
            </a:r>
            <a:endParaRPr sz="1800" b="1">
              <a:solidFill>
                <a:schemeClr val="lt1"/>
              </a:solidFill>
              <a:latin typeface="Lexend"/>
              <a:ea typeface="Lexend"/>
              <a:cs typeface="Lexend"/>
              <a:sym typeface="Lexend"/>
            </a:endParaRPr>
          </a:p>
        </p:txBody>
      </p:sp>
      <p:sp>
        <p:nvSpPr>
          <p:cNvPr id="298" name="Google Shape;298;p28"/>
          <p:cNvSpPr txBox="1"/>
          <p:nvPr/>
        </p:nvSpPr>
        <p:spPr>
          <a:xfrm>
            <a:off x="4848713"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F</a:t>
            </a:r>
            <a:endParaRPr sz="1800" b="1">
              <a:solidFill>
                <a:schemeClr val="lt1"/>
              </a:solidFill>
              <a:latin typeface="Lexend"/>
              <a:ea typeface="Lexend"/>
              <a:cs typeface="Lexend"/>
              <a:sym typeface="Lexend"/>
            </a:endParaRPr>
          </a:p>
        </p:txBody>
      </p:sp>
      <p:pic>
        <p:nvPicPr>
          <p:cNvPr id="299" name="Google Shape;299;p28"/>
          <p:cNvPicPr preferRelativeResize="0"/>
          <p:nvPr/>
        </p:nvPicPr>
        <p:blipFill>
          <a:blip r:embed="rId3">
            <a:alphaModFix/>
          </a:blip>
          <a:stretch>
            <a:fillRect/>
          </a:stretch>
        </p:blipFill>
        <p:spPr>
          <a:xfrm>
            <a:off x="8528585" y="-11474"/>
            <a:ext cx="499700" cy="499700"/>
          </a:xfrm>
          <a:prstGeom prst="rect">
            <a:avLst/>
          </a:prstGeom>
          <a:noFill/>
          <a:ln>
            <a:noFill/>
          </a:ln>
        </p:spPr>
      </p:pic>
      <p:sp>
        <p:nvSpPr>
          <p:cNvPr id="300" name="Google Shape;300;p28"/>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3EEFB"/>
                </a:solidFill>
                <a:latin typeface="Lexend"/>
                <a:ea typeface="Lexend"/>
                <a:cs typeface="Lexend"/>
                <a:sym typeface="Lexend"/>
              </a:rPr>
              <a:t>Check</a:t>
            </a:r>
            <a:endParaRPr sz="900" b="1">
              <a:solidFill>
                <a:srgbClr val="F3EEFB"/>
              </a:solidFill>
              <a:latin typeface="Lexend"/>
              <a:ea typeface="Lexend"/>
              <a:cs typeface="Lexend"/>
              <a:sym typeface="Lexend"/>
            </a:endParaRPr>
          </a:p>
        </p:txBody>
      </p:sp>
      <p:sp>
        <p:nvSpPr>
          <p:cNvPr id="301" name="Google Shape;301;p28"/>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grpSp>
        <p:nvGrpSpPr>
          <p:cNvPr id="302" name="Google Shape;302;p28"/>
          <p:cNvGrpSpPr/>
          <p:nvPr/>
        </p:nvGrpSpPr>
        <p:grpSpPr>
          <a:xfrm>
            <a:off x="324128" y="3139463"/>
            <a:ext cx="457200" cy="457200"/>
            <a:chOff x="1020916" y="1442088"/>
            <a:chExt cx="457200" cy="457200"/>
          </a:xfrm>
        </p:grpSpPr>
        <p:pic>
          <p:nvPicPr>
            <p:cNvPr id="303" name="Google Shape;303;p2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04" name="Google Shape;304;p28"/>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305" name="Google Shape;305;p28"/>
          <p:cNvGrpSpPr/>
          <p:nvPr/>
        </p:nvGrpSpPr>
        <p:grpSpPr>
          <a:xfrm>
            <a:off x="324128" y="3987825"/>
            <a:ext cx="457200" cy="457200"/>
            <a:chOff x="1020916" y="1442088"/>
            <a:chExt cx="457200" cy="457200"/>
          </a:xfrm>
        </p:grpSpPr>
        <p:pic>
          <p:nvPicPr>
            <p:cNvPr id="306" name="Google Shape;306;p2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07" name="Google Shape;307;p28"/>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2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2 CfU true/false justify - jade">
  <p:cSld name="TITLE_AND_TWO_COLUMNS_1_1_9_1_3_1_1_1">
    <p:bg>
      <p:bgPr>
        <a:solidFill>
          <a:srgbClr val="E6F2F2"/>
        </a:solidFill>
      </p:bgPr>
    </p:bg>
    <p:spTree>
      <p:nvGrpSpPr>
        <p:cNvPr id="308" name="Shape 308"/>
        <p:cNvGrpSpPr/>
        <p:nvPr/>
      </p:nvGrpSpPr>
      <p:grpSpPr>
        <a:xfrm>
          <a:off x="0" y="0"/>
          <a:ext cx="0" cy="0"/>
        </a:xfrm>
      </p:grpSpPr>
      <p:pic>
        <p:nvPicPr>
          <p:cNvPr id="309" name="Google Shape;309;p29"/>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310" name="Google Shape;310;p29"/>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311" name="Google Shape;311;p29"/>
          <p:cNvSpPr txBox="1"/>
          <p:nvPr/>
        </p:nvSpPr>
        <p:spPr>
          <a:xfrm>
            <a:off x="3025325" y="1839875"/>
            <a:ext cx="12891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a:t>
            </a:r>
            <a:endParaRPr sz="2200" b="1">
              <a:solidFill>
                <a:schemeClr val="dk1"/>
              </a:solidFill>
              <a:latin typeface="Lexend"/>
              <a:ea typeface="Lexend"/>
              <a:cs typeface="Lexend"/>
              <a:sym typeface="Lexend"/>
            </a:endParaRPr>
          </a:p>
        </p:txBody>
      </p:sp>
      <p:sp>
        <p:nvSpPr>
          <p:cNvPr id="312" name="Google Shape;312;p29"/>
          <p:cNvSpPr txBox="1"/>
          <p:nvPr/>
        </p:nvSpPr>
        <p:spPr>
          <a:xfrm>
            <a:off x="5431100" y="1817150"/>
            <a:ext cx="10602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False</a:t>
            </a:r>
            <a:endParaRPr sz="2200" b="1">
              <a:solidFill>
                <a:schemeClr val="dk1"/>
              </a:solidFill>
              <a:latin typeface="Lexend"/>
              <a:ea typeface="Lexend"/>
              <a:cs typeface="Lexend"/>
              <a:sym typeface="Lexend"/>
            </a:endParaRPr>
          </a:p>
        </p:txBody>
      </p:sp>
      <p:sp>
        <p:nvSpPr>
          <p:cNvPr id="313" name="Google Shape;313;p29"/>
          <p:cNvSpPr txBox="1"/>
          <p:nvPr/>
        </p:nvSpPr>
        <p:spPr>
          <a:xfrm>
            <a:off x="324000" y="2623800"/>
            <a:ext cx="39684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Justify your answer</a:t>
            </a:r>
            <a:endParaRPr sz="2200" b="1">
              <a:solidFill>
                <a:schemeClr val="dk1"/>
              </a:solidFill>
              <a:latin typeface="Lexend"/>
              <a:ea typeface="Lexend"/>
              <a:cs typeface="Lexend"/>
              <a:sym typeface="Lexend"/>
            </a:endParaRPr>
          </a:p>
        </p:txBody>
      </p:sp>
      <p:sp>
        <p:nvSpPr>
          <p:cNvPr id="314" name="Google Shape;314;p29"/>
          <p:cNvSpPr txBox="1"/>
          <p:nvPr>
            <p:ph type="subTitle" idx="1"/>
          </p:nvPr>
        </p:nvSpPr>
        <p:spPr>
          <a:xfrm>
            <a:off x="324000" y="1080000"/>
            <a:ext cx="6722400" cy="2505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15" name="Google Shape;315;p29"/>
          <p:cNvSpPr txBox="1"/>
          <p:nvPr/>
        </p:nvSpPr>
        <p:spPr>
          <a:xfrm>
            <a:off x="324000" y="660750"/>
            <a:ext cx="2189100" cy="3693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6" name="Google Shape;316;p29"/>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317" name="Google Shape;317;p29"/>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sp>
        <p:nvSpPr>
          <p:cNvPr id="318" name="Google Shape;318;p29"/>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319" name="Google Shape;319;p29"/>
          <p:cNvSpPr txBox="1"/>
          <p:nvPr>
            <p:ph type="subTitle" idx="2"/>
          </p:nvPr>
        </p:nvSpPr>
        <p:spPr>
          <a:xfrm>
            <a:off x="980575" y="3196113"/>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20" name="Google Shape;320;p29"/>
          <p:cNvSpPr txBox="1"/>
          <p:nvPr>
            <p:ph type="subTitle" idx="3"/>
          </p:nvPr>
        </p:nvSpPr>
        <p:spPr>
          <a:xfrm>
            <a:off x="980575" y="4040345"/>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321" name="Google Shape;321;p29"/>
          <p:cNvGrpSpPr/>
          <p:nvPr/>
        </p:nvGrpSpPr>
        <p:grpSpPr>
          <a:xfrm>
            <a:off x="324128" y="3139463"/>
            <a:ext cx="457200" cy="457200"/>
            <a:chOff x="1020916" y="1442088"/>
            <a:chExt cx="457200" cy="457200"/>
          </a:xfrm>
        </p:grpSpPr>
        <p:pic>
          <p:nvPicPr>
            <p:cNvPr id="322" name="Google Shape;322;p2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323" name="Google Shape;323;p29"/>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324" name="Google Shape;324;p29"/>
          <p:cNvGrpSpPr/>
          <p:nvPr/>
        </p:nvGrpSpPr>
        <p:grpSpPr>
          <a:xfrm>
            <a:off x="324128" y="3987825"/>
            <a:ext cx="457200" cy="457200"/>
            <a:chOff x="1020916" y="1442088"/>
            <a:chExt cx="457200" cy="457200"/>
          </a:xfrm>
        </p:grpSpPr>
        <p:pic>
          <p:nvPicPr>
            <p:cNvPr id="325" name="Google Shape;325;p2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326" name="Google Shape;326;p29"/>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pic>
        <p:nvPicPr>
          <p:cNvPr id="327" name="Google Shape;327;p29"/>
          <p:cNvPicPr preferRelativeResize="0"/>
          <p:nvPr/>
        </p:nvPicPr>
        <p:blipFill>
          <a:blip r:embed="rId4">
            <a:alphaModFix/>
          </a:blip>
          <a:stretch>
            <a:fillRect/>
          </a:stretch>
        </p:blipFill>
        <p:spPr>
          <a:xfrm>
            <a:off x="2429763" y="1780516"/>
            <a:ext cx="457425" cy="457425"/>
          </a:xfrm>
          <a:prstGeom prst="rect">
            <a:avLst/>
          </a:prstGeom>
          <a:noFill/>
          <a:ln>
            <a:noFill/>
          </a:ln>
        </p:spPr>
      </p:pic>
      <p:pic>
        <p:nvPicPr>
          <p:cNvPr id="328" name="Google Shape;328;p29"/>
          <p:cNvPicPr preferRelativeResize="0"/>
          <p:nvPr/>
        </p:nvPicPr>
        <p:blipFill>
          <a:blip r:embed="rId4">
            <a:alphaModFix/>
          </a:blip>
          <a:stretch>
            <a:fillRect/>
          </a:stretch>
        </p:blipFill>
        <p:spPr>
          <a:xfrm>
            <a:off x="4823988" y="1780516"/>
            <a:ext cx="457425" cy="457425"/>
          </a:xfrm>
          <a:prstGeom prst="rect">
            <a:avLst/>
          </a:prstGeom>
          <a:noFill/>
          <a:ln>
            <a:noFill/>
          </a:ln>
        </p:spPr>
      </p:pic>
      <p:sp>
        <p:nvSpPr>
          <p:cNvPr id="329" name="Google Shape;329;p29"/>
          <p:cNvSpPr txBox="1"/>
          <p:nvPr/>
        </p:nvSpPr>
        <p:spPr>
          <a:xfrm>
            <a:off x="2454488"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T</a:t>
            </a:r>
            <a:endParaRPr sz="1800" b="1">
              <a:solidFill>
                <a:schemeClr val="lt1"/>
              </a:solidFill>
              <a:latin typeface="Lexend"/>
              <a:ea typeface="Lexend"/>
              <a:cs typeface="Lexend"/>
              <a:sym typeface="Lexend"/>
            </a:endParaRPr>
          </a:p>
        </p:txBody>
      </p:sp>
      <p:sp>
        <p:nvSpPr>
          <p:cNvPr id="330" name="Google Shape;330;p29"/>
          <p:cNvSpPr txBox="1"/>
          <p:nvPr/>
        </p:nvSpPr>
        <p:spPr>
          <a:xfrm>
            <a:off x="4848713"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F</a:t>
            </a:r>
            <a:endParaRPr sz="1800" b="1">
              <a:solidFill>
                <a:schemeClr val="lt1"/>
              </a:solidFill>
              <a:latin typeface="Lexend"/>
              <a:ea typeface="Lexend"/>
              <a:cs typeface="Lexend"/>
              <a:sym typeface="Lexend"/>
            </a:endParaRPr>
          </a:p>
        </p:txBody>
      </p:sp>
    </p:spTree>
  </p:cSld>
  <p:clrMapOvr>
    <a:masterClrMapping/>
  </p:clrMapOvr>
  <p:transition/>
  <p:timing/>
</p:sldLayout>
</file>

<file path=ppt/slideLayouts/slideLayout2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2 CfU true/false justify - blue">
  <p:cSld name="TITLE_AND_TWO_COLUMNS_1_1_9_1_3_2">
    <p:bg>
      <p:bgPr>
        <a:solidFill>
          <a:srgbClr val="EBEDFE"/>
        </a:solidFill>
      </p:bgPr>
    </p:bg>
    <p:spTree>
      <p:nvGrpSpPr>
        <p:cNvPr id="331" name="Shape 331"/>
        <p:cNvGrpSpPr/>
        <p:nvPr/>
      </p:nvGrpSpPr>
      <p:grpSpPr>
        <a:xfrm>
          <a:off x="0" y="0"/>
          <a:ext cx="0" cy="0"/>
        </a:xfrm>
      </p:grpSpPr>
      <p:pic>
        <p:nvPicPr>
          <p:cNvPr id="332" name="Google Shape;332;p30"/>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333" name="Google Shape;333;p30"/>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334" name="Google Shape;334;p30"/>
          <p:cNvSpPr txBox="1"/>
          <p:nvPr/>
        </p:nvSpPr>
        <p:spPr>
          <a:xfrm>
            <a:off x="3025325" y="1839875"/>
            <a:ext cx="12891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a:t>
            </a:r>
            <a:endParaRPr sz="2200" b="1">
              <a:solidFill>
                <a:schemeClr val="dk1"/>
              </a:solidFill>
              <a:latin typeface="Lexend"/>
              <a:ea typeface="Lexend"/>
              <a:cs typeface="Lexend"/>
              <a:sym typeface="Lexend"/>
            </a:endParaRPr>
          </a:p>
        </p:txBody>
      </p:sp>
      <p:sp>
        <p:nvSpPr>
          <p:cNvPr id="335" name="Google Shape;335;p30"/>
          <p:cNvSpPr txBox="1"/>
          <p:nvPr/>
        </p:nvSpPr>
        <p:spPr>
          <a:xfrm>
            <a:off x="5431100" y="1817150"/>
            <a:ext cx="10602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False</a:t>
            </a:r>
            <a:endParaRPr sz="2200" b="1">
              <a:solidFill>
                <a:schemeClr val="dk1"/>
              </a:solidFill>
              <a:latin typeface="Lexend"/>
              <a:ea typeface="Lexend"/>
              <a:cs typeface="Lexend"/>
              <a:sym typeface="Lexend"/>
            </a:endParaRPr>
          </a:p>
        </p:txBody>
      </p:sp>
      <p:sp>
        <p:nvSpPr>
          <p:cNvPr id="336" name="Google Shape;336;p30"/>
          <p:cNvSpPr txBox="1"/>
          <p:nvPr/>
        </p:nvSpPr>
        <p:spPr>
          <a:xfrm>
            <a:off x="324000" y="2623800"/>
            <a:ext cx="39684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Justify your answer</a:t>
            </a:r>
            <a:endParaRPr sz="2200" b="1">
              <a:solidFill>
                <a:schemeClr val="dk1"/>
              </a:solidFill>
              <a:latin typeface="Lexend"/>
              <a:ea typeface="Lexend"/>
              <a:cs typeface="Lexend"/>
              <a:sym typeface="Lexend"/>
            </a:endParaRPr>
          </a:p>
        </p:txBody>
      </p:sp>
      <p:sp>
        <p:nvSpPr>
          <p:cNvPr id="337" name="Google Shape;337;p30"/>
          <p:cNvSpPr txBox="1"/>
          <p:nvPr>
            <p:ph type="subTitle" idx="1"/>
          </p:nvPr>
        </p:nvSpPr>
        <p:spPr>
          <a:xfrm>
            <a:off x="324000" y="1080000"/>
            <a:ext cx="6722400" cy="2505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38" name="Google Shape;338;p30"/>
          <p:cNvSpPr txBox="1"/>
          <p:nvPr/>
        </p:nvSpPr>
        <p:spPr>
          <a:xfrm>
            <a:off x="324000" y="660750"/>
            <a:ext cx="2189100" cy="3693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39" name="Google Shape;339;p30"/>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340" name="Google Shape;340;p30"/>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341" name="Google Shape;341;p30"/>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342" name="Google Shape;342;p30"/>
          <p:cNvSpPr txBox="1"/>
          <p:nvPr>
            <p:ph type="subTitle" idx="2"/>
          </p:nvPr>
        </p:nvSpPr>
        <p:spPr>
          <a:xfrm>
            <a:off x="980575" y="3196113"/>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43" name="Google Shape;343;p30"/>
          <p:cNvSpPr txBox="1"/>
          <p:nvPr>
            <p:ph type="subTitle" idx="3"/>
          </p:nvPr>
        </p:nvSpPr>
        <p:spPr>
          <a:xfrm>
            <a:off x="980575" y="4040345"/>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344" name="Google Shape;344;p30"/>
          <p:cNvGrpSpPr/>
          <p:nvPr/>
        </p:nvGrpSpPr>
        <p:grpSpPr>
          <a:xfrm>
            <a:off x="324128" y="3139463"/>
            <a:ext cx="457200" cy="457200"/>
            <a:chOff x="1020916" y="1442088"/>
            <a:chExt cx="457200" cy="457200"/>
          </a:xfrm>
        </p:grpSpPr>
        <p:pic>
          <p:nvPicPr>
            <p:cNvPr id="345" name="Google Shape;345;p3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346" name="Google Shape;346;p30"/>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347" name="Google Shape;347;p30"/>
          <p:cNvGrpSpPr/>
          <p:nvPr/>
        </p:nvGrpSpPr>
        <p:grpSpPr>
          <a:xfrm>
            <a:off x="324128" y="3987825"/>
            <a:ext cx="457200" cy="457200"/>
            <a:chOff x="1020916" y="1442088"/>
            <a:chExt cx="457200" cy="457200"/>
          </a:xfrm>
        </p:grpSpPr>
        <p:pic>
          <p:nvPicPr>
            <p:cNvPr id="348" name="Google Shape;348;p3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349" name="Google Shape;349;p30"/>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pic>
        <p:nvPicPr>
          <p:cNvPr id="350" name="Google Shape;350;p30"/>
          <p:cNvPicPr preferRelativeResize="0"/>
          <p:nvPr/>
        </p:nvPicPr>
        <p:blipFill>
          <a:blip r:embed="rId4">
            <a:alphaModFix/>
          </a:blip>
          <a:stretch>
            <a:fillRect/>
          </a:stretch>
        </p:blipFill>
        <p:spPr>
          <a:xfrm>
            <a:off x="2429763" y="1780516"/>
            <a:ext cx="457425" cy="457425"/>
          </a:xfrm>
          <a:prstGeom prst="rect">
            <a:avLst/>
          </a:prstGeom>
          <a:noFill/>
          <a:ln>
            <a:noFill/>
          </a:ln>
        </p:spPr>
      </p:pic>
      <p:pic>
        <p:nvPicPr>
          <p:cNvPr id="351" name="Google Shape;351;p30"/>
          <p:cNvPicPr preferRelativeResize="0"/>
          <p:nvPr/>
        </p:nvPicPr>
        <p:blipFill>
          <a:blip r:embed="rId4">
            <a:alphaModFix/>
          </a:blip>
          <a:stretch>
            <a:fillRect/>
          </a:stretch>
        </p:blipFill>
        <p:spPr>
          <a:xfrm>
            <a:off x="4823988" y="1780516"/>
            <a:ext cx="457425" cy="457425"/>
          </a:xfrm>
          <a:prstGeom prst="rect">
            <a:avLst/>
          </a:prstGeom>
          <a:noFill/>
          <a:ln>
            <a:noFill/>
          </a:ln>
        </p:spPr>
      </p:pic>
      <p:sp>
        <p:nvSpPr>
          <p:cNvPr id="352" name="Google Shape;352;p30"/>
          <p:cNvSpPr txBox="1"/>
          <p:nvPr/>
        </p:nvSpPr>
        <p:spPr>
          <a:xfrm>
            <a:off x="2454488"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T</a:t>
            </a:r>
            <a:endParaRPr sz="1800" b="1">
              <a:solidFill>
                <a:schemeClr val="lt1"/>
              </a:solidFill>
              <a:latin typeface="Lexend"/>
              <a:ea typeface="Lexend"/>
              <a:cs typeface="Lexend"/>
              <a:sym typeface="Lexend"/>
            </a:endParaRPr>
          </a:p>
        </p:txBody>
      </p:sp>
      <p:sp>
        <p:nvSpPr>
          <p:cNvPr id="353" name="Google Shape;353;p30"/>
          <p:cNvSpPr txBox="1"/>
          <p:nvPr/>
        </p:nvSpPr>
        <p:spPr>
          <a:xfrm>
            <a:off x="4848713"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F</a:t>
            </a:r>
            <a:endParaRPr sz="1800" b="1">
              <a:solidFill>
                <a:schemeClr val="lt1"/>
              </a:solidFill>
              <a:latin typeface="Lexend"/>
              <a:ea typeface="Lexend"/>
              <a:cs typeface="Lexend"/>
              <a:sym typeface="Lexend"/>
            </a:endParaRPr>
          </a:p>
        </p:txBody>
      </p:sp>
    </p:spTree>
  </p:cSld>
  <p:clrMapOvr>
    <a:masterClrMapping/>
  </p:clrMapOvr>
  <p:transition/>
  <p:timing/>
</p:sldLayout>
</file>

<file path=ppt/slideLayouts/slideLayout3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2 CfU true/false justify - pink">
  <p:cSld name="TITLE_AND_TWO_COLUMNS_1_1_9_1_3_1_1_1_1">
    <p:bg>
      <p:bgPr>
        <a:solidFill>
          <a:srgbClr val="FAEAF6"/>
        </a:solidFill>
      </p:bgPr>
    </p:bg>
    <p:spTree>
      <p:nvGrpSpPr>
        <p:cNvPr id="354" name="Shape 354"/>
        <p:cNvGrpSpPr/>
        <p:nvPr/>
      </p:nvGrpSpPr>
      <p:grpSpPr>
        <a:xfrm>
          <a:off x="0" y="0"/>
          <a:ext cx="0" cy="0"/>
        </a:xfrm>
      </p:grpSpPr>
      <p:pic>
        <p:nvPicPr>
          <p:cNvPr id="355" name="Google Shape;355;p31"/>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356" name="Google Shape;356;p31"/>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357" name="Google Shape;357;p31"/>
          <p:cNvSpPr txBox="1"/>
          <p:nvPr/>
        </p:nvSpPr>
        <p:spPr>
          <a:xfrm>
            <a:off x="3025325" y="1839875"/>
            <a:ext cx="12891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a:t>
            </a:r>
            <a:endParaRPr sz="2200" b="1">
              <a:solidFill>
                <a:schemeClr val="dk1"/>
              </a:solidFill>
              <a:latin typeface="Lexend"/>
              <a:ea typeface="Lexend"/>
              <a:cs typeface="Lexend"/>
              <a:sym typeface="Lexend"/>
            </a:endParaRPr>
          </a:p>
        </p:txBody>
      </p:sp>
      <p:sp>
        <p:nvSpPr>
          <p:cNvPr id="358" name="Google Shape;358;p31"/>
          <p:cNvSpPr txBox="1"/>
          <p:nvPr/>
        </p:nvSpPr>
        <p:spPr>
          <a:xfrm>
            <a:off x="5431100" y="1817150"/>
            <a:ext cx="10602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False</a:t>
            </a:r>
            <a:endParaRPr sz="2200" b="1">
              <a:solidFill>
                <a:schemeClr val="dk1"/>
              </a:solidFill>
              <a:latin typeface="Lexend"/>
              <a:ea typeface="Lexend"/>
              <a:cs typeface="Lexend"/>
              <a:sym typeface="Lexend"/>
            </a:endParaRPr>
          </a:p>
        </p:txBody>
      </p:sp>
      <p:sp>
        <p:nvSpPr>
          <p:cNvPr id="359" name="Google Shape;359;p31"/>
          <p:cNvSpPr txBox="1"/>
          <p:nvPr/>
        </p:nvSpPr>
        <p:spPr>
          <a:xfrm>
            <a:off x="324000" y="2623800"/>
            <a:ext cx="39684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Justify your answer</a:t>
            </a:r>
            <a:endParaRPr sz="2200" b="1">
              <a:solidFill>
                <a:schemeClr val="dk1"/>
              </a:solidFill>
              <a:latin typeface="Lexend"/>
              <a:ea typeface="Lexend"/>
              <a:cs typeface="Lexend"/>
              <a:sym typeface="Lexend"/>
            </a:endParaRPr>
          </a:p>
        </p:txBody>
      </p:sp>
      <p:sp>
        <p:nvSpPr>
          <p:cNvPr id="360" name="Google Shape;360;p31"/>
          <p:cNvSpPr txBox="1"/>
          <p:nvPr>
            <p:ph type="subTitle" idx="1"/>
          </p:nvPr>
        </p:nvSpPr>
        <p:spPr>
          <a:xfrm>
            <a:off x="324000" y="1080000"/>
            <a:ext cx="6722400" cy="2505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61" name="Google Shape;361;p31"/>
          <p:cNvSpPr txBox="1"/>
          <p:nvPr/>
        </p:nvSpPr>
        <p:spPr>
          <a:xfrm>
            <a:off x="324000" y="660750"/>
            <a:ext cx="2189100" cy="3693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2" name="Google Shape;362;p31"/>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363" name="Google Shape;363;p31"/>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Check</a:t>
            </a:r>
            <a:endParaRPr sz="900" b="1">
              <a:solidFill>
                <a:srgbClr val="FAEAF6"/>
              </a:solidFill>
              <a:latin typeface="Lexend"/>
              <a:ea typeface="Lexend"/>
              <a:cs typeface="Lexend"/>
              <a:sym typeface="Lexend"/>
            </a:endParaRPr>
          </a:p>
        </p:txBody>
      </p:sp>
      <p:sp>
        <p:nvSpPr>
          <p:cNvPr id="364" name="Google Shape;364;p31"/>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365" name="Google Shape;365;p31"/>
          <p:cNvSpPr txBox="1"/>
          <p:nvPr>
            <p:ph type="subTitle" idx="2"/>
          </p:nvPr>
        </p:nvSpPr>
        <p:spPr>
          <a:xfrm>
            <a:off x="980575" y="3196113"/>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66" name="Google Shape;366;p31"/>
          <p:cNvSpPr txBox="1"/>
          <p:nvPr>
            <p:ph type="subTitle" idx="3"/>
          </p:nvPr>
        </p:nvSpPr>
        <p:spPr>
          <a:xfrm>
            <a:off x="980575" y="4040345"/>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367" name="Google Shape;367;p31"/>
          <p:cNvGrpSpPr/>
          <p:nvPr/>
        </p:nvGrpSpPr>
        <p:grpSpPr>
          <a:xfrm>
            <a:off x="324128" y="3139463"/>
            <a:ext cx="457200" cy="457200"/>
            <a:chOff x="1020916" y="1442088"/>
            <a:chExt cx="457200" cy="457200"/>
          </a:xfrm>
        </p:grpSpPr>
        <p:pic>
          <p:nvPicPr>
            <p:cNvPr id="368" name="Google Shape;368;p3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369" name="Google Shape;369;p3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370" name="Google Shape;370;p31"/>
          <p:cNvGrpSpPr/>
          <p:nvPr/>
        </p:nvGrpSpPr>
        <p:grpSpPr>
          <a:xfrm>
            <a:off x="324128" y="3987825"/>
            <a:ext cx="457200" cy="457200"/>
            <a:chOff x="1020916" y="1442088"/>
            <a:chExt cx="457200" cy="457200"/>
          </a:xfrm>
        </p:grpSpPr>
        <p:pic>
          <p:nvPicPr>
            <p:cNvPr id="371" name="Google Shape;371;p3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372" name="Google Shape;372;p3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pic>
        <p:nvPicPr>
          <p:cNvPr id="373" name="Google Shape;373;p31"/>
          <p:cNvPicPr preferRelativeResize="0"/>
          <p:nvPr/>
        </p:nvPicPr>
        <p:blipFill>
          <a:blip r:embed="rId4">
            <a:alphaModFix/>
          </a:blip>
          <a:stretch>
            <a:fillRect/>
          </a:stretch>
        </p:blipFill>
        <p:spPr>
          <a:xfrm>
            <a:off x="2429763" y="1780516"/>
            <a:ext cx="457425" cy="457425"/>
          </a:xfrm>
          <a:prstGeom prst="rect">
            <a:avLst/>
          </a:prstGeom>
          <a:noFill/>
          <a:ln>
            <a:noFill/>
          </a:ln>
        </p:spPr>
      </p:pic>
      <p:pic>
        <p:nvPicPr>
          <p:cNvPr id="374" name="Google Shape;374;p31"/>
          <p:cNvPicPr preferRelativeResize="0"/>
          <p:nvPr/>
        </p:nvPicPr>
        <p:blipFill>
          <a:blip r:embed="rId4">
            <a:alphaModFix/>
          </a:blip>
          <a:stretch>
            <a:fillRect/>
          </a:stretch>
        </p:blipFill>
        <p:spPr>
          <a:xfrm>
            <a:off x="4823988" y="1780516"/>
            <a:ext cx="457425" cy="457425"/>
          </a:xfrm>
          <a:prstGeom prst="rect">
            <a:avLst/>
          </a:prstGeom>
          <a:noFill/>
          <a:ln>
            <a:noFill/>
          </a:ln>
        </p:spPr>
      </p:pic>
      <p:sp>
        <p:nvSpPr>
          <p:cNvPr id="375" name="Google Shape;375;p31"/>
          <p:cNvSpPr txBox="1"/>
          <p:nvPr/>
        </p:nvSpPr>
        <p:spPr>
          <a:xfrm>
            <a:off x="2454488"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T</a:t>
            </a:r>
            <a:endParaRPr sz="1800" b="1">
              <a:solidFill>
                <a:schemeClr val="lt1"/>
              </a:solidFill>
              <a:latin typeface="Lexend"/>
              <a:ea typeface="Lexend"/>
              <a:cs typeface="Lexend"/>
              <a:sym typeface="Lexend"/>
            </a:endParaRPr>
          </a:p>
        </p:txBody>
      </p:sp>
      <p:sp>
        <p:nvSpPr>
          <p:cNvPr id="376" name="Google Shape;376;p31"/>
          <p:cNvSpPr txBox="1"/>
          <p:nvPr/>
        </p:nvSpPr>
        <p:spPr>
          <a:xfrm>
            <a:off x="4848713"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F</a:t>
            </a:r>
            <a:endParaRPr sz="1800" b="1">
              <a:solidFill>
                <a:schemeClr val="lt1"/>
              </a:solidFill>
              <a:latin typeface="Lexend"/>
              <a:ea typeface="Lexend"/>
              <a:cs typeface="Lexend"/>
              <a:sym typeface="Lexend"/>
            </a:endParaRPr>
          </a:p>
        </p:txBody>
      </p:sp>
    </p:spTree>
  </p:cSld>
  <p:clrMapOvr>
    <a:masterClrMapping/>
  </p:clrMapOvr>
  <p:transition/>
  <p:timing/>
</p:sldLayout>
</file>

<file path=ppt/slideLayouts/slideLayout3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3 CfU 3 options - purple">
  <p:cSld name="TITLE_AND_TWO_COLUMNS_1_1_7_1">
    <p:bg>
      <p:bgPr>
        <a:solidFill>
          <a:srgbClr val="F3EEFB"/>
        </a:solidFill>
      </p:bgPr>
    </p:bg>
    <p:spTree>
      <p:nvGrpSpPr>
        <p:cNvPr id="377" name="Shape 377"/>
        <p:cNvGrpSpPr/>
        <p:nvPr/>
      </p:nvGrpSpPr>
      <p:grpSpPr>
        <a:xfrm>
          <a:off x="0" y="0"/>
          <a:ext cx="0" cy="0"/>
        </a:xfrm>
      </p:grpSpPr>
      <p:pic>
        <p:nvPicPr>
          <p:cNvPr id="378" name="Google Shape;378;p32"/>
          <p:cNvPicPr preferRelativeResize="0"/>
          <p:nvPr/>
        </p:nvPicPr>
        <p:blipFill>
          <a:blip r:embed="rId1">
            <a:alphaModFix/>
          </a:blip>
          <a:stretch>
            <a:fillRect/>
          </a:stretch>
        </p:blipFill>
        <p:spPr>
          <a:xfrm>
            <a:off x="0" y="532525"/>
            <a:ext cx="9151202" cy="116709"/>
          </a:xfrm>
          <a:prstGeom prst="rect">
            <a:avLst/>
          </a:prstGeom>
          <a:noFill/>
          <a:ln>
            <a:noFill/>
          </a:ln>
        </p:spPr>
      </p:pic>
      <p:sp>
        <p:nvSpPr>
          <p:cNvPr id="379" name="Google Shape;379;p32"/>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380" name="Google Shape;380;p32"/>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381" name="Google Shape;381;p32"/>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382" name="Google Shape;382;p32"/>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383" name="Google Shape;383;p32"/>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384" name="Google Shape;384;p32"/>
          <p:cNvSpPr txBox="1"/>
          <p:nvPr>
            <p:ph type="subTitle" idx="1"/>
          </p:nvPr>
        </p:nvSpPr>
        <p:spPr>
          <a:xfrm>
            <a:off x="1034425" y="18377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85" name="Google Shape;385;p32"/>
          <p:cNvSpPr txBox="1"/>
          <p:nvPr>
            <p:ph type="subTitle" idx="3"/>
          </p:nvPr>
        </p:nvSpPr>
        <p:spPr>
          <a:xfrm>
            <a:off x="1034425" y="27942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86" name="Google Shape;386;p32"/>
          <p:cNvSpPr txBox="1"/>
          <p:nvPr>
            <p:ph type="subTitle" idx="4"/>
          </p:nvPr>
        </p:nvSpPr>
        <p:spPr>
          <a:xfrm>
            <a:off x="1034425" y="37669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387" name="Google Shape;387;p32"/>
          <p:cNvGrpSpPr/>
          <p:nvPr/>
        </p:nvGrpSpPr>
        <p:grpSpPr>
          <a:xfrm>
            <a:off x="323653" y="1804438"/>
            <a:ext cx="457200" cy="457200"/>
            <a:chOff x="1020916" y="1442088"/>
            <a:chExt cx="457200" cy="457200"/>
          </a:xfrm>
        </p:grpSpPr>
        <p:pic>
          <p:nvPicPr>
            <p:cNvPr id="388" name="Google Shape;388;p3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389" name="Google Shape;389;p32"/>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390" name="Google Shape;390;p32"/>
          <p:cNvGrpSpPr/>
          <p:nvPr/>
        </p:nvGrpSpPr>
        <p:grpSpPr>
          <a:xfrm>
            <a:off x="323653" y="2766575"/>
            <a:ext cx="457200" cy="457200"/>
            <a:chOff x="1020916" y="1442088"/>
            <a:chExt cx="457200" cy="457200"/>
          </a:xfrm>
        </p:grpSpPr>
        <p:pic>
          <p:nvPicPr>
            <p:cNvPr id="391" name="Google Shape;391;p3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392" name="Google Shape;392;p32"/>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393" name="Google Shape;393;p32"/>
          <p:cNvGrpSpPr/>
          <p:nvPr/>
        </p:nvGrpSpPr>
        <p:grpSpPr>
          <a:xfrm>
            <a:off x="323641" y="3729038"/>
            <a:ext cx="457200" cy="457200"/>
            <a:chOff x="1020916" y="1442088"/>
            <a:chExt cx="457200" cy="457200"/>
          </a:xfrm>
        </p:grpSpPr>
        <p:pic>
          <p:nvPicPr>
            <p:cNvPr id="394" name="Google Shape;394;p3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395" name="Google Shape;395;p32"/>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3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3 CfU 3 options - jade">
  <p:cSld name="TITLE_AND_TWO_COLUMNS_1_1_7_1_1_1">
    <p:bg>
      <p:bgPr>
        <a:solidFill>
          <a:srgbClr val="E6F2F2"/>
        </a:solidFill>
      </p:bgPr>
    </p:bg>
    <p:spTree>
      <p:nvGrpSpPr>
        <p:cNvPr id="396" name="Shape 396"/>
        <p:cNvGrpSpPr/>
        <p:nvPr/>
      </p:nvGrpSpPr>
      <p:grpSpPr>
        <a:xfrm>
          <a:off x="0" y="0"/>
          <a:ext cx="0" cy="0"/>
        </a:xfrm>
      </p:grpSpPr>
      <p:pic>
        <p:nvPicPr>
          <p:cNvPr id="397" name="Google Shape;397;p33"/>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398" name="Google Shape;398;p33"/>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399" name="Google Shape;399;p33"/>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400" name="Google Shape;400;p33"/>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401" name="Google Shape;401;p33"/>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sp>
        <p:nvSpPr>
          <p:cNvPr id="402" name="Google Shape;402;p33"/>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403" name="Google Shape;403;p33"/>
          <p:cNvSpPr txBox="1"/>
          <p:nvPr>
            <p:ph type="subTitle" idx="1"/>
          </p:nvPr>
        </p:nvSpPr>
        <p:spPr>
          <a:xfrm>
            <a:off x="1034425" y="18377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04" name="Google Shape;404;p33"/>
          <p:cNvSpPr txBox="1"/>
          <p:nvPr>
            <p:ph type="subTitle" idx="3"/>
          </p:nvPr>
        </p:nvSpPr>
        <p:spPr>
          <a:xfrm>
            <a:off x="1034425" y="27942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05" name="Google Shape;405;p33"/>
          <p:cNvSpPr txBox="1"/>
          <p:nvPr>
            <p:ph type="subTitle" idx="4"/>
          </p:nvPr>
        </p:nvSpPr>
        <p:spPr>
          <a:xfrm>
            <a:off x="1034425" y="37669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406" name="Google Shape;406;p33"/>
          <p:cNvGrpSpPr/>
          <p:nvPr/>
        </p:nvGrpSpPr>
        <p:grpSpPr>
          <a:xfrm>
            <a:off x="323653" y="1804438"/>
            <a:ext cx="457200" cy="457200"/>
            <a:chOff x="1020916" y="1442088"/>
            <a:chExt cx="457200" cy="457200"/>
          </a:xfrm>
        </p:grpSpPr>
        <p:pic>
          <p:nvPicPr>
            <p:cNvPr id="407" name="Google Shape;407;p3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08" name="Google Shape;408;p33"/>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409" name="Google Shape;409;p33"/>
          <p:cNvGrpSpPr/>
          <p:nvPr/>
        </p:nvGrpSpPr>
        <p:grpSpPr>
          <a:xfrm>
            <a:off x="323653" y="2766575"/>
            <a:ext cx="457200" cy="457200"/>
            <a:chOff x="1020916" y="1442088"/>
            <a:chExt cx="457200" cy="457200"/>
          </a:xfrm>
        </p:grpSpPr>
        <p:pic>
          <p:nvPicPr>
            <p:cNvPr id="410" name="Google Shape;410;p3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11" name="Google Shape;411;p33"/>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412" name="Google Shape;412;p33"/>
          <p:cNvGrpSpPr/>
          <p:nvPr/>
        </p:nvGrpSpPr>
        <p:grpSpPr>
          <a:xfrm>
            <a:off x="323641" y="3729038"/>
            <a:ext cx="457200" cy="457200"/>
            <a:chOff x="1020916" y="1442088"/>
            <a:chExt cx="457200" cy="457200"/>
          </a:xfrm>
        </p:grpSpPr>
        <p:pic>
          <p:nvPicPr>
            <p:cNvPr id="413" name="Google Shape;413;p3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14" name="Google Shape;414;p33"/>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3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3 CfU 3 options - blue">
  <p:cSld name="TITLE_AND_TWO_COLUMNS_1_1_7_2">
    <p:bg>
      <p:bgPr>
        <a:solidFill>
          <a:srgbClr val="EBEDFE"/>
        </a:solidFill>
      </p:bgPr>
    </p:bg>
    <p:spTree>
      <p:nvGrpSpPr>
        <p:cNvPr id="415" name="Shape 415"/>
        <p:cNvGrpSpPr/>
        <p:nvPr/>
      </p:nvGrpSpPr>
      <p:grpSpPr>
        <a:xfrm>
          <a:off x="0" y="0"/>
          <a:ext cx="0" cy="0"/>
        </a:xfrm>
      </p:grpSpPr>
      <p:pic>
        <p:nvPicPr>
          <p:cNvPr id="416" name="Google Shape;416;p34"/>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417" name="Google Shape;417;p34"/>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418" name="Google Shape;418;p34"/>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419" name="Google Shape;419;p34"/>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420" name="Google Shape;420;p34"/>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421" name="Google Shape;421;p34"/>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422" name="Google Shape;422;p34"/>
          <p:cNvSpPr txBox="1"/>
          <p:nvPr>
            <p:ph type="subTitle" idx="1"/>
          </p:nvPr>
        </p:nvSpPr>
        <p:spPr>
          <a:xfrm>
            <a:off x="1034425" y="18377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23" name="Google Shape;423;p34"/>
          <p:cNvSpPr txBox="1"/>
          <p:nvPr>
            <p:ph type="subTitle" idx="3"/>
          </p:nvPr>
        </p:nvSpPr>
        <p:spPr>
          <a:xfrm>
            <a:off x="1034425" y="27942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24" name="Google Shape;424;p34"/>
          <p:cNvSpPr txBox="1"/>
          <p:nvPr>
            <p:ph type="subTitle" idx="4"/>
          </p:nvPr>
        </p:nvSpPr>
        <p:spPr>
          <a:xfrm>
            <a:off x="1034425" y="37669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425" name="Google Shape;425;p34"/>
          <p:cNvGrpSpPr/>
          <p:nvPr/>
        </p:nvGrpSpPr>
        <p:grpSpPr>
          <a:xfrm>
            <a:off x="323653" y="1804438"/>
            <a:ext cx="457200" cy="457200"/>
            <a:chOff x="1020916" y="1442088"/>
            <a:chExt cx="457200" cy="457200"/>
          </a:xfrm>
        </p:grpSpPr>
        <p:pic>
          <p:nvPicPr>
            <p:cNvPr id="426" name="Google Shape;426;p3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27" name="Google Shape;427;p34"/>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428" name="Google Shape;428;p34"/>
          <p:cNvGrpSpPr/>
          <p:nvPr/>
        </p:nvGrpSpPr>
        <p:grpSpPr>
          <a:xfrm>
            <a:off x="323653" y="2766575"/>
            <a:ext cx="457200" cy="457200"/>
            <a:chOff x="1020916" y="1442088"/>
            <a:chExt cx="457200" cy="457200"/>
          </a:xfrm>
        </p:grpSpPr>
        <p:pic>
          <p:nvPicPr>
            <p:cNvPr id="429" name="Google Shape;429;p3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30" name="Google Shape;430;p34"/>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431" name="Google Shape;431;p34"/>
          <p:cNvGrpSpPr/>
          <p:nvPr/>
        </p:nvGrpSpPr>
        <p:grpSpPr>
          <a:xfrm>
            <a:off x="323641" y="3729038"/>
            <a:ext cx="457200" cy="457200"/>
            <a:chOff x="1020916" y="1442088"/>
            <a:chExt cx="457200" cy="457200"/>
          </a:xfrm>
        </p:grpSpPr>
        <p:pic>
          <p:nvPicPr>
            <p:cNvPr id="432" name="Google Shape;432;p3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33" name="Google Shape;433;p34"/>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3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3 CfU 3 options - pink">
  <p:cSld name="TITLE_AND_TWO_COLUMNS_1_1_7_1_1_1_1">
    <p:bg>
      <p:bgPr>
        <a:solidFill>
          <a:srgbClr val="FAEAF6"/>
        </a:solidFill>
      </p:bgPr>
    </p:bg>
    <p:spTree>
      <p:nvGrpSpPr>
        <p:cNvPr id="434" name="Shape 434"/>
        <p:cNvGrpSpPr/>
        <p:nvPr/>
      </p:nvGrpSpPr>
      <p:grpSpPr>
        <a:xfrm>
          <a:off x="0" y="0"/>
          <a:ext cx="0" cy="0"/>
        </a:xfrm>
      </p:grpSpPr>
      <p:pic>
        <p:nvPicPr>
          <p:cNvPr id="435" name="Google Shape;435;p35"/>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436" name="Google Shape;436;p35"/>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437" name="Google Shape;437;p35"/>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438" name="Google Shape;438;p35"/>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439" name="Google Shape;439;p35"/>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Check</a:t>
            </a:r>
            <a:endParaRPr sz="900" b="1">
              <a:solidFill>
                <a:srgbClr val="FAEAF6"/>
              </a:solidFill>
              <a:latin typeface="Lexend"/>
              <a:ea typeface="Lexend"/>
              <a:cs typeface="Lexend"/>
              <a:sym typeface="Lexend"/>
            </a:endParaRPr>
          </a:p>
        </p:txBody>
      </p:sp>
      <p:sp>
        <p:nvSpPr>
          <p:cNvPr id="440" name="Google Shape;440;p35"/>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441" name="Google Shape;441;p35"/>
          <p:cNvSpPr txBox="1"/>
          <p:nvPr>
            <p:ph type="subTitle" idx="1"/>
          </p:nvPr>
        </p:nvSpPr>
        <p:spPr>
          <a:xfrm>
            <a:off x="1034425" y="18377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42" name="Google Shape;442;p35"/>
          <p:cNvSpPr txBox="1"/>
          <p:nvPr>
            <p:ph type="subTitle" idx="3"/>
          </p:nvPr>
        </p:nvSpPr>
        <p:spPr>
          <a:xfrm>
            <a:off x="1034425" y="27942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43" name="Google Shape;443;p35"/>
          <p:cNvSpPr txBox="1"/>
          <p:nvPr>
            <p:ph type="subTitle" idx="4"/>
          </p:nvPr>
        </p:nvSpPr>
        <p:spPr>
          <a:xfrm>
            <a:off x="1034425" y="37669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444" name="Google Shape;444;p35"/>
          <p:cNvGrpSpPr/>
          <p:nvPr/>
        </p:nvGrpSpPr>
        <p:grpSpPr>
          <a:xfrm>
            <a:off x="323653" y="1804438"/>
            <a:ext cx="457200" cy="457200"/>
            <a:chOff x="1020916" y="1442088"/>
            <a:chExt cx="457200" cy="457200"/>
          </a:xfrm>
        </p:grpSpPr>
        <p:pic>
          <p:nvPicPr>
            <p:cNvPr id="445" name="Google Shape;445;p3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46" name="Google Shape;446;p35"/>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447" name="Google Shape;447;p35"/>
          <p:cNvGrpSpPr/>
          <p:nvPr/>
        </p:nvGrpSpPr>
        <p:grpSpPr>
          <a:xfrm>
            <a:off x="323653" y="2766575"/>
            <a:ext cx="457200" cy="457200"/>
            <a:chOff x="1020916" y="1442088"/>
            <a:chExt cx="457200" cy="457200"/>
          </a:xfrm>
        </p:grpSpPr>
        <p:pic>
          <p:nvPicPr>
            <p:cNvPr id="448" name="Google Shape;448;p3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49" name="Google Shape;449;p35"/>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450" name="Google Shape;450;p35"/>
          <p:cNvGrpSpPr/>
          <p:nvPr/>
        </p:nvGrpSpPr>
        <p:grpSpPr>
          <a:xfrm>
            <a:off x="323641" y="3729038"/>
            <a:ext cx="457200" cy="457200"/>
            <a:chOff x="1020916" y="1442088"/>
            <a:chExt cx="457200" cy="457200"/>
          </a:xfrm>
        </p:grpSpPr>
        <p:pic>
          <p:nvPicPr>
            <p:cNvPr id="451" name="Google Shape;451;p3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52" name="Google Shape;452;p35"/>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3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4 CfU 4 options - purple">
  <p:cSld name="TITLE_AND_TWO_COLUMNS_1_1_8_1">
    <p:bg>
      <p:bgPr>
        <a:solidFill>
          <a:srgbClr val="F3EEFB"/>
        </a:solidFill>
      </p:bgPr>
    </p:bg>
    <p:spTree>
      <p:nvGrpSpPr>
        <p:cNvPr id="453" name="Shape 453"/>
        <p:cNvGrpSpPr/>
        <p:nvPr/>
      </p:nvGrpSpPr>
      <p:grpSpPr>
        <a:xfrm>
          <a:off x="0" y="0"/>
          <a:ext cx="0" cy="0"/>
        </a:xfrm>
      </p:grpSpPr>
      <p:pic>
        <p:nvPicPr>
          <p:cNvPr id="454" name="Google Shape;454;p36"/>
          <p:cNvPicPr preferRelativeResize="0"/>
          <p:nvPr/>
        </p:nvPicPr>
        <p:blipFill>
          <a:blip r:embed="rId1">
            <a:alphaModFix/>
          </a:blip>
          <a:stretch>
            <a:fillRect/>
          </a:stretch>
        </p:blipFill>
        <p:spPr>
          <a:xfrm>
            <a:off x="0" y="532525"/>
            <a:ext cx="9151202" cy="116709"/>
          </a:xfrm>
          <a:prstGeom prst="rect">
            <a:avLst/>
          </a:prstGeom>
          <a:noFill/>
          <a:ln>
            <a:noFill/>
          </a:ln>
        </p:spPr>
      </p:pic>
      <p:sp>
        <p:nvSpPr>
          <p:cNvPr id="455" name="Google Shape;455;p36"/>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456" name="Google Shape;456;p36"/>
          <p:cNvSpPr txBox="1"/>
          <p:nvPr>
            <p:ph type="title"/>
          </p:nvPr>
        </p:nvSpPr>
        <p:spPr>
          <a:xfrm>
            <a:off x="324000" y="809988"/>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457" name="Google Shape;457;p36"/>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458" name="Google Shape;458;p36"/>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459" name="Google Shape;459;p36"/>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460" name="Google Shape;460;p36"/>
          <p:cNvSpPr txBox="1"/>
          <p:nvPr>
            <p:ph type="subTitle" idx="1"/>
          </p:nvPr>
        </p:nvSpPr>
        <p:spPr>
          <a:xfrm>
            <a:off x="1034425" y="16853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61" name="Google Shape;461;p36"/>
          <p:cNvSpPr txBox="1"/>
          <p:nvPr>
            <p:ph type="subTitle" idx="3"/>
          </p:nvPr>
        </p:nvSpPr>
        <p:spPr>
          <a:xfrm>
            <a:off x="1034425" y="24894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62" name="Google Shape;462;p36"/>
          <p:cNvSpPr txBox="1"/>
          <p:nvPr>
            <p:ph type="subTitle" idx="4"/>
          </p:nvPr>
        </p:nvSpPr>
        <p:spPr>
          <a:xfrm>
            <a:off x="1034425" y="33097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63" name="Google Shape;463;p36"/>
          <p:cNvSpPr txBox="1"/>
          <p:nvPr>
            <p:ph type="subTitle" idx="5"/>
          </p:nvPr>
        </p:nvSpPr>
        <p:spPr>
          <a:xfrm>
            <a:off x="1034425" y="4113837"/>
            <a:ext cx="7506600" cy="3603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464" name="Google Shape;464;p36"/>
          <p:cNvGrpSpPr/>
          <p:nvPr/>
        </p:nvGrpSpPr>
        <p:grpSpPr>
          <a:xfrm>
            <a:off x="323653" y="1652038"/>
            <a:ext cx="457200" cy="457200"/>
            <a:chOff x="1020916" y="1442088"/>
            <a:chExt cx="457200" cy="457200"/>
          </a:xfrm>
        </p:grpSpPr>
        <p:pic>
          <p:nvPicPr>
            <p:cNvPr id="465" name="Google Shape;465;p36"/>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66" name="Google Shape;466;p36"/>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467" name="Google Shape;467;p36"/>
          <p:cNvGrpSpPr/>
          <p:nvPr/>
        </p:nvGrpSpPr>
        <p:grpSpPr>
          <a:xfrm>
            <a:off x="323653" y="2461775"/>
            <a:ext cx="457200" cy="457200"/>
            <a:chOff x="1020916" y="1442088"/>
            <a:chExt cx="457200" cy="457200"/>
          </a:xfrm>
        </p:grpSpPr>
        <p:pic>
          <p:nvPicPr>
            <p:cNvPr id="468" name="Google Shape;468;p36"/>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69" name="Google Shape;469;p36"/>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470" name="Google Shape;470;p36"/>
          <p:cNvGrpSpPr/>
          <p:nvPr/>
        </p:nvGrpSpPr>
        <p:grpSpPr>
          <a:xfrm>
            <a:off x="323641" y="3271838"/>
            <a:ext cx="457200" cy="457200"/>
            <a:chOff x="1020916" y="1442088"/>
            <a:chExt cx="457200" cy="457200"/>
          </a:xfrm>
        </p:grpSpPr>
        <p:pic>
          <p:nvPicPr>
            <p:cNvPr id="471" name="Google Shape;471;p36"/>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72" name="Google Shape;472;p36"/>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grpSp>
        <p:nvGrpSpPr>
          <p:cNvPr id="473" name="Google Shape;473;p36"/>
          <p:cNvGrpSpPr/>
          <p:nvPr/>
        </p:nvGrpSpPr>
        <p:grpSpPr>
          <a:xfrm>
            <a:off x="323641" y="4081763"/>
            <a:ext cx="457200" cy="457200"/>
            <a:chOff x="1020916" y="1442088"/>
            <a:chExt cx="457200" cy="457200"/>
          </a:xfrm>
        </p:grpSpPr>
        <p:pic>
          <p:nvPicPr>
            <p:cNvPr id="474" name="Google Shape;474;p36"/>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75" name="Google Shape;475;p36"/>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d</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3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4 CfU 4 options - jade">
  <p:cSld name="TITLE_AND_TWO_COLUMNS_1_1_8_1_1_1">
    <p:bg>
      <p:bgPr>
        <a:solidFill>
          <a:srgbClr val="E6F2F2"/>
        </a:solidFill>
      </p:bgPr>
    </p:bg>
    <p:spTree>
      <p:nvGrpSpPr>
        <p:cNvPr id="476" name="Shape 476"/>
        <p:cNvGrpSpPr/>
        <p:nvPr/>
      </p:nvGrpSpPr>
      <p:grpSpPr>
        <a:xfrm>
          <a:off x="0" y="0"/>
          <a:ext cx="0" cy="0"/>
        </a:xfrm>
      </p:grpSpPr>
      <p:pic>
        <p:nvPicPr>
          <p:cNvPr id="477" name="Google Shape;477;p37"/>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478" name="Google Shape;478;p37"/>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479" name="Google Shape;479;p37"/>
          <p:cNvSpPr txBox="1"/>
          <p:nvPr>
            <p:ph type="title"/>
          </p:nvPr>
        </p:nvSpPr>
        <p:spPr>
          <a:xfrm>
            <a:off x="324000" y="809988"/>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480" name="Google Shape;480;p37"/>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481" name="Google Shape;481;p37"/>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sp>
        <p:nvSpPr>
          <p:cNvPr id="482" name="Google Shape;482;p37"/>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483" name="Google Shape;483;p37"/>
          <p:cNvSpPr txBox="1"/>
          <p:nvPr>
            <p:ph type="subTitle" idx="1"/>
          </p:nvPr>
        </p:nvSpPr>
        <p:spPr>
          <a:xfrm>
            <a:off x="1034425" y="16853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84" name="Google Shape;484;p37"/>
          <p:cNvSpPr txBox="1"/>
          <p:nvPr>
            <p:ph type="subTitle" idx="3"/>
          </p:nvPr>
        </p:nvSpPr>
        <p:spPr>
          <a:xfrm>
            <a:off x="1034425" y="24894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85" name="Google Shape;485;p37"/>
          <p:cNvSpPr txBox="1"/>
          <p:nvPr>
            <p:ph type="subTitle" idx="4"/>
          </p:nvPr>
        </p:nvSpPr>
        <p:spPr>
          <a:xfrm>
            <a:off x="1034425" y="33097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86" name="Google Shape;486;p37"/>
          <p:cNvSpPr txBox="1"/>
          <p:nvPr>
            <p:ph type="subTitle" idx="5"/>
          </p:nvPr>
        </p:nvSpPr>
        <p:spPr>
          <a:xfrm>
            <a:off x="1034425" y="4113837"/>
            <a:ext cx="7506600" cy="3603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487" name="Google Shape;487;p37"/>
          <p:cNvGrpSpPr/>
          <p:nvPr/>
        </p:nvGrpSpPr>
        <p:grpSpPr>
          <a:xfrm>
            <a:off x="323653" y="1652038"/>
            <a:ext cx="457200" cy="457200"/>
            <a:chOff x="1020916" y="1442088"/>
            <a:chExt cx="457200" cy="457200"/>
          </a:xfrm>
        </p:grpSpPr>
        <p:pic>
          <p:nvPicPr>
            <p:cNvPr id="488" name="Google Shape;488;p3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89" name="Google Shape;489;p37"/>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490" name="Google Shape;490;p37"/>
          <p:cNvGrpSpPr/>
          <p:nvPr/>
        </p:nvGrpSpPr>
        <p:grpSpPr>
          <a:xfrm>
            <a:off x="323653" y="2461775"/>
            <a:ext cx="457200" cy="457200"/>
            <a:chOff x="1020916" y="1442088"/>
            <a:chExt cx="457200" cy="457200"/>
          </a:xfrm>
        </p:grpSpPr>
        <p:pic>
          <p:nvPicPr>
            <p:cNvPr id="491" name="Google Shape;491;p3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92" name="Google Shape;492;p37"/>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493" name="Google Shape;493;p37"/>
          <p:cNvGrpSpPr/>
          <p:nvPr/>
        </p:nvGrpSpPr>
        <p:grpSpPr>
          <a:xfrm>
            <a:off x="323641" y="3271838"/>
            <a:ext cx="457200" cy="457200"/>
            <a:chOff x="1020916" y="1442088"/>
            <a:chExt cx="457200" cy="457200"/>
          </a:xfrm>
        </p:grpSpPr>
        <p:pic>
          <p:nvPicPr>
            <p:cNvPr id="494" name="Google Shape;494;p3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95" name="Google Shape;495;p37"/>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grpSp>
        <p:nvGrpSpPr>
          <p:cNvPr id="496" name="Google Shape;496;p37"/>
          <p:cNvGrpSpPr/>
          <p:nvPr/>
        </p:nvGrpSpPr>
        <p:grpSpPr>
          <a:xfrm>
            <a:off x="323641" y="4081763"/>
            <a:ext cx="457200" cy="457200"/>
            <a:chOff x="1020916" y="1442088"/>
            <a:chExt cx="457200" cy="457200"/>
          </a:xfrm>
        </p:grpSpPr>
        <p:pic>
          <p:nvPicPr>
            <p:cNvPr id="497" name="Google Shape;497;p3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98" name="Google Shape;498;p37"/>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d</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3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4 CfU 4 options - blue">
  <p:cSld name="TITLE_AND_TWO_COLUMNS_1_1_8_2">
    <p:bg>
      <p:bgPr>
        <a:solidFill>
          <a:srgbClr val="EBEDFE"/>
        </a:solidFill>
      </p:bgPr>
    </p:bg>
    <p:spTree>
      <p:nvGrpSpPr>
        <p:cNvPr id="499" name="Shape 499"/>
        <p:cNvGrpSpPr/>
        <p:nvPr/>
      </p:nvGrpSpPr>
      <p:grpSpPr>
        <a:xfrm>
          <a:off x="0" y="0"/>
          <a:ext cx="0" cy="0"/>
        </a:xfrm>
      </p:grpSpPr>
      <p:pic>
        <p:nvPicPr>
          <p:cNvPr id="500" name="Google Shape;500;p38"/>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501" name="Google Shape;501;p38"/>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502" name="Google Shape;502;p38"/>
          <p:cNvSpPr txBox="1"/>
          <p:nvPr>
            <p:ph type="title"/>
          </p:nvPr>
        </p:nvSpPr>
        <p:spPr>
          <a:xfrm>
            <a:off x="324000" y="809988"/>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503" name="Google Shape;503;p38"/>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504" name="Google Shape;504;p38"/>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sp>
        <p:nvSpPr>
          <p:cNvPr id="505" name="Google Shape;505;p38"/>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506" name="Google Shape;506;p38"/>
          <p:cNvSpPr txBox="1"/>
          <p:nvPr>
            <p:ph type="subTitle" idx="1"/>
          </p:nvPr>
        </p:nvSpPr>
        <p:spPr>
          <a:xfrm>
            <a:off x="1034425" y="16853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507" name="Google Shape;507;p38"/>
          <p:cNvSpPr txBox="1"/>
          <p:nvPr>
            <p:ph type="subTitle" idx="3"/>
          </p:nvPr>
        </p:nvSpPr>
        <p:spPr>
          <a:xfrm>
            <a:off x="1034425" y="24894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508" name="Google Shape;508;p38"/>
          <p:cNvSpPr txBox="1"/>
          <p:nvPr>
            <p:ph type="subTitle" idx="4"/>
          </p:nvPr>
        </p:nvSpPr>
        <p:spPr>
          <a:xfrm>
            <a:off x="1034425" y="33097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509" name="Google Shape;509;p38"/>
          <p:cNvSpPr txBox="1"/>
          <p:nvPr>
            <p:ph type="subTitle" idx="5"/>
          </p:nvPr>
        </p:nvSpPr>
        <p:spPr>
          <a:xfrm>
            <a:off x="1034425" y="4113837"/>
            <a:ext cx="7506600" cy="3603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510" name="Google Shape;510;p38"/>
          <p:cNvGrpSpPr/>
          <p:nvPr/>
        </p:nvGrpSpPr>
        <p:grpSpPr>
          <a:xfrm>
            <a:off x="323653" y="1652038"/>
            <a:ext cx="457200" cy="457200"/>
            <a:chOff x="1020916" y="1442088"/>
            <a:chExt cx="457200" cy="457200"/>
          </a:xfrm>
        </p:grpSpPr>
        <p:pic>
          <p:nvPicPr>
            <p:cNvPr id="511" name="Google Shape;511;p38"/>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12" name="Google Shape;512;p38"/>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513" name="Google Shape;513;p38"/>
          <p:cNvGrpSpPr/>
          <p:nvPr/>
        </p:nvGrpSpPr>
        <p:grpSpPr>
          <a:xfrm>
            <a:off x="323653" y="2461775"/>
            <a:ext cx="457200" cy="457200"/>
            <a:chOff x="1020916" y="1442088"/>
            <a:chExt cx="457200" cy="457200"/>
          </a:xfrm>
        </p:grpSpPr>
        <p:pic>
          <p:nvPicPr>
            <p:cNvPr id="514" name="Google Shape;514;p38"/>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15" name="Google Shape;515;p38"/>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516" name="Google Shape;516;p38"/>
          <p:cNvGrpSpPr/>
          <p:nvPr/>
        </p:nvGrpSpPr>
        <p:grpSpPr>
          <a:xfrm>
            <a:off x="323641" y="3271838"/>
            <a:ext cx="457200" cy="457200"/>
            <a:chOff x="1020916" y="1442088"/>
            <a:chExt cx="457200" cy="457200"/>
          </a:xfrm>
        </p:grpSpPr>
        <p:pic>
          <p:nvPicPr>
            <p:cNvPr id="517" name="Google Shape;517;p38"/>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18" name="Google Shape;518;p38"/>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grpSp>
        <p:nvGrpSpPr>
          <p:cNvPr id="519" name="Google Shape;519;p38"/>
          <p:cNvGrpSpPr/>
          <p:nvPr/>
        </p:nvGrpSpPr>
        <p:grpSpPr>
          <a:xfrm>
            <a:off x="323641" y="4081763"/>
            <a:ext cx="457200" cy="457200"/>
            <a:chOff x="1020916" y="1442088"/>
            <a:chExt cx="457200" cy="457200"/>
          </a:xfrm>
        </p:grpSpPr>
        <p:pic>
          <p:nvPicPr>
            <p:cNvPr id="520" name="Google Shape;520;p38"/>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21" name="Google Shape;521;p38"/>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d</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3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4 CfU 4 options - pink">
  <p:cSld name="TITLE_AND_TWO_COLUMNS_1_1_8_1_1_1_1">
    <p:bg>
      <p:bgPr>
        <a:solidFill>
          <a:srgbClr val="FAEAF6"/>
        </a:solidFill>
      </p:bgPr>
    </p:bg>
    <p:spTree>
      <p:nvGrpSpPr>
        <p:cNvPr id="522" name="Shape 522"/>
        <p:cNvGrpSpPr/>
        <p:nvPr/>
      </p:nvGrpSpPr>
      <p:grpSpPr>
        <a:xfrm>
          <a:off x="0" y="0"/>
          <a:ext cx="0" cy="0"/>
        </a:xfrm>
      </p:grpSpPr>
      <p:pic>
        <p:nvPicPr>
          <p:cNvPr id="523" name="Google Shape;523;p39"/>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524" name="Google Shape;524;p39"/>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525" name="Google Shape;525;p39"/>
          <p:cNvSpPr txBox="1"/>
          <p:nvPr>
            <p:ph type="title"/>
          </p:nvPr>
        </p:nvSpPr>
        <p:spPr>
          <a:xfrm>
            <a:off x="324000" y="809988"/>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526" name="Google Shape;526;p39"/>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527" name="Google Shape;527;p39"/>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Check</a:t>
            </a:r>
            <a:endParaRPr sz="900" b="1">
              <a:solidFill>
                <a:srgbClr val="FAEAF6"/>
              </a:solidFill>
              <a:latin typeface="Lexend"/>
              <a:ea typeface="Lexend"/>
              <a:cs typeface="Lexend"/>
              <a:sym typeface="Lexend"/>
            </a:endParaRPr>
          </a:p>
        </p:txBody>
      </p:sp>
      <p:sp>
        <p:nvSpPr>
          <p:cNvPr id="528" name="Google Shape;528;p39"/>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529" name="Google Shape;529;p39"/>
          <p:cNvSpPr txBox="1"/>
          <p:nvPr>
            <p:ph type="subTitle" idx="1"/>
          </p:nvPr>
        </p:nvSpPr>
        <p:spPr>
          <a:xfrm>
            <a:off x="1034425" y="16853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530" name="Google Shape;530;p39"/>
          <p:cNvSpPr txBox="1"/>
          <p:nvPr>
            <p:ph type="subTitle" idx="3"/>
          </p:nvPr>
        </p:nvSpPr>
        <p:spPr>
          <a:xfrm>
            <a:off x="1034425" y="24894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531" name="Google Shape;531;p39"/>
          <p:cNvSpPr txBox="1"/>
          <p:nvPr>
            <p:ph type="subTitle" idx="4"/>
          </p:nvPr>
        </p:nvSpPr>
        <p:spPr>
          <a:xfrm>
            <a:off x="1034425" y="33097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532" name="Google Shape;532;p39"/>
          <p:cNvSpPr txBox="1"/>
          <p:nvPr>
            <p:ph type="subTitle" idx="5"/>
          </p:nvPr>
        </p:nvSpPr>
        <p:spPr>
          <a:xfrm>
            <a:off x="1034425" y="4113837"/>
            <a:ext cx="7506600" cy="3603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533" name="Google Shape;533;p39"/>
          <p:cNvGrpSpPr/>
          <p:nvPr/>
        </p:nvGrpSpPr>
        <p:grpSpPr>
          <a:xfrm>
            <a:off x="323653" y="1652038"/>
            <a:ext cx="457200" cy="457200"/>
            <a:chOff x="1020916" y="1442088"/>
            <a:chExt cx="457200" cy="457200"/>
          </a:xfrm>
        </p:grpSpPr>
        <p:pic>
          <p:nvPicPr>
            <p:cNvPr id="534" name="Google Shape;534;p3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35" name="Google Shape;535;p39"/>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536" name="Google Shape;536;p39"/>
          <p:cNvGrpSpPr/>
          <p:nvPr/>
        </p:nvGrpSpPr>
        <p:grpSpPr>
          <a:xfrm>
            <a:off x="323653" y="2461775"/>
            <a:ext cx="457200" cy="457200"/>
            <a:chOff x="1020916" y="1442088"/>
            <a:chExt cx="457200" cy="457200"/>
          </a:xfrm>
        </p:grpSpPr>
        <p:pic>
          <p:nvPicPr>
            <p:cNvPr id="537" name="Google Shape;537;p3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38" name="Google Shape;538;p39"/>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539" name="Google Shape;539;p39"/>
          <p:cNvGrpSpPr/>
          <p:nvPr/>
        </p:nvGrpSpPr>
        <p:grpSpPr>
          <a:xfrm>
            <a:off x="323641" y="3271838"/>
            <a:ext cx="457200" cy="457200"/>
            <a:chOff x="1020916" y="1442088"/>
            <a:chExt cx="457200" cy="457200"/>
          </a:xfrm>
        </p:grpSpPr>
        <p:pic>
          <p:nvPicPr>
            <p:cNvPr id="540" name="Google Shape;540;p3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41" name="Google Shape;541;p39"/>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grpSp>
        <p:nvGrpSpPr>
          <p:cNvPr id="542" name="Google Shape;542;p39"/>
          <p:cNvGrpSpPr/>
          <p:nvPr/>
        </p:nvGrpSpPr>
        <p:grpSpPr>
          <a:xfrm>
            <a:off x="323641" y="4081763"/>
            <a:ext cx="457200" cy="457200"/>
            <a:chOff x="1020916" y="1442088"/>
            <a:chExt cx="457200" cy="457200"/>
          </a:xfrm>
        </p:grpSpPr>
        <p:pic>
          <p:nvPicPr>
            <p:cNvPr id="543" name="Google Shape;543;p3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44" name="Google Shape;544;p39"/>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d</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3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5 CfU 3 image options - purple">
  <p:cSld name="TITLE_AND_TWO_COLUMNS_1_1_7_1_1_2">
    <p:bg>
      <p:bgPr>
        <a:solidFill>
          <a:srgbClr val="F3EEFB"/>
        </a:solidFill>
      </p:bgPr>
    </p:bg>
    <p:spTree>
      <p:nvGrpSpPr>
        <p:cNvPr id="545" name="Shape 545"/>
        <p:cNvGrpSpPr/>
        <p:nvPr/>
      </p:nvGrpSpPr>
      <p:grpSpPr>
        <a:xfrm>
          <a:off x="0" y="0"/>
          <a:ext cx="0" cy="0"/>
        </a:xfrm>
      </p:grpSpPr>
      <p:pic>
        <p:nvPicPr>
          <p:cNvPr id="546" name="Google Shape;546;p40"/>
          <p:cNvPicPr preferRelativeResize="0"/>
          <p:nvPr/>
        </p:nvPicPr>
        <p:blipFill>
          <a:blip r:embed="rId1">
            <a:alphaModFix/>
          </a:blip>
          <a:stretch>
            <a:fillRect/>
          </a:stretch>
        </p:blipFill>
        <p:spPr>
          <a:xfrm>
            <a:off x="0" y="532525"/>
            <a:ext cx="9151202" cy="116709"/>
          </a:xfrm>
          <a:prstGeom prst="rect">
            <a:avLst/>
          </a:prstGeom>
          <a:noFill/>
          <a:ln>
            <a:noFill/>
          </a:ln>
        </p:spPr>
      </p:pic>
      <p:sp>
        <p:nvSpPr>
          <p:cNvPr id="547" name="Google Shape;547;p40"/>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548" name="Google Shape;548;p40"/>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549" name="Google Shape;549;p40"/>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550" name="Google Shape;550;p40"/>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551" name="Google Shape;551;p40"/>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552" name="Google Shape;552;p40"/>
          <p:cNvSpPr/>
          <p:nvPr>
            <p:ph type="pic" idx="3"/>
          </p:nvPr>
        </p:nvSpPr>
        <p:spPr>
          <a:xfrm>
            <a:off x="324000" y="1893950"/>
            <a:ext cx="2555400" cy="1939500"/>
          </a:xfrm>
          <a:prstGeom prst="rect">
            <a:avLst/>
          </a:prstGeom>
          <a:noFill/>
          <a:ln>
            <a:noFill/>
          </a:ln>
        </p:spPr>
        <p:txBody>
          <a:bodyPr/>
          <a:lstStyle/>
          <a:p/>
        </p:txBody>
      </p:sp>
      <p:sp>
        <p:nvSpPr>
          <p:cNvPr id="553" name="Google Shape;553;p40"/>
          <p:cNvSpPr/>
          <p:nvPr>
            <p:ph type="pic" idx="4"/>
          </p:nvPr>
        </p:nvSpPr>
        <p:spPr>
          <a:xfrm>
            <a:off x="6256800" y="1893950"/>
            <a:ext cx="2555400" cy="1939500"/>
          </a:xfrm>
          <a:prstGeom prst="rect">
            <a:avLst/>
          </a:prstGeom>
          <a:noFill/>
          <a:ln>
            <a:noFill/>
          </a:ln>
        </p:spPr>
        <p:txBody>
          <a:bodyPr/>
          <a:lstStyle/>
          <a:p/>
        </p:txBody>
      </p:sp>
      <p:sp>
        <p:nvSpPr>
          <p:cNvPr id="554" name="Google Shape;554;p40"/>
          <p:cNvSpPr/>
          <p:nvPr>
            <p:ph type="pic" idx="5"/>
          </p:nvPr>
        </p:nvSpPr>
        <p:spPr>
          <a:xfrm>
            <a:off x="3294300" y="1893950"/>
            <a:ext cx="2555400" cy="1939500"/>
          </a:xfrm>
          <a:prstGeom prst="rect">
            <a:avLst/>
          </a:prstGeom>
          <a:noFill/>
          <a:ln>
            <a:noFill/>
          </a:ln>
        </p:spPr>
        <p:txBody>
          <a:bodyPr/>
          <a:lstStyle/>
          <a:p/>
        </p:txBody>
      </p:sp>
      <p:grpSp>
        <p:nvGrpSpPr>
          <p:cNvPr id="555" name="Google Shape;555;p40"/>
          <p:cNvGrpSpPr/>
          <p:nvPr/>
        </p:nvGrpSpPr>
        <p:grpSpPr>
          <a:xfrm>
            <a:off x="1381028" y="4148538"/>
            <a:ext cx="457200" cy="457200"/>
            <a:chOff x="1020916" y="1442088"/>
            <a:chExt cx="457200" cy="457200"/>
          </a:xfrm>
        </p:grpSpPr>
        <p:pic>
          <p:nvPicPr>
            <p:cNvPr id="556" name="Google Shape;556;p4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57" name="Google Shape;557;p40"/>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558" name="Google Shape;558;p40"/>
          <p:cNvGrpSpPr/>
          <p:nvPr/>
        </p:nvGrpSpPr>
        <p:grpSpPr>
          <a:xfrm>
            <a:off x="4331066" y="4148550"/>
            <a:ext cx="457200" cy="457200"/>
            <a:chOff x="1020916" y="1442088"/>
            <a:chExt cx="457200" cy="457200"/>
          </a:xfrm>
        </p:grpSpPr>
        <p:pic>
          <p:nvPicPr>
            <p:cNvPr id="559" name="Google Shape;559;p4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60" name="Google Shape;560;p40"/>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561" name="Google Shape;561;p40"/>
          <p:cNvGrpSpPr/>
          <p:nvPr/>
        </p:nvGrpSpPr>
        <p:grpSpPr>
          <a:xfrm>
            <a:off x="7305791" y="4148538"/>
            <a:ext cx="457200" cy="457200"/>
            <a:chOff x="1020916" y="1442088"/>
            <a:chExt cx="457200" cy="457200"/>
          </a:xfrm>
        </p:grpSpPr>
        <p:pic>
          <p:nvPicPr>
            <p:cNvPr id="562" name="Google Shape;562;p4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63" name="Google Shape;563;p40"/>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4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5 CfU 3 image options - jade">
  <p:cSld name="TITLE_AND_TWO_COLUMNS_1_1_7_1_1_1_2">
    <p:bg>
      <p:bgPr>
        <a:solidFill>
          <a:srgbClr val="E6F2F2"/>
        </a:solidFill>
      </p:bgPr>
    </p:bg>
    <p:spTree>
      <p:nvGrpSpPr>
        <p:cNvPr id="564" name="Shape 564"/>
        <p:cNvGrpSpPr/>
        <p:nvPr/>
      </p:nvGrpSpPr>
      <p:grpSpPr>
        <a:xfrm>
          <a:off x="0" y="0"/>
          <a:ext cx="0" cy="0"/>
        </a:xfrm>
      </p:grpSpPr>
      <p:pic>
        <p:nvPicPr>
          <p:cNvPr id="565" name="Google Shape;565;p41"/>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566" name="Google Shape;566;p41"/>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567" name="Google Shape;567;p41"/>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568" name="Google Shape;568;p41"/>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569" name="Google Shape;569;p41"/>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sp>
        <p:nvSpPr>
          <p:cNvPr id="570" name="Google Shape;570;p41"/>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571" name="Google Shape;571;p41"/>
          <p:cNvSpPr/>
          <p:nvPr>
            <p:ph type="pic" idx="3"/>
          </p:nvPr>
        </p:nvSpPr>
        <p:spPr>
          <a:xfrm>
            <a:off x="324000" y="1893950"/>
            <a:ext cx="2555400" cy="1939500"/>
          </a:xfrm>
          <a:prstGeom prst="rect">
            <a:avLst/>
          </a:prstGeom>
          <a:noFill/>
          <a:ln>
            <a:noFill/>
          </a:ln>
        </p:spPr>
        <p:txBody>
          <a:bodyPr/>
          <a:lstStyle/>
          <a:p/>
        </p:txBody>
      </p:sp>
      <p:sp>
        <p:nvSpPr>
          <p:cNvPr id="572" name="Google Shape;572;p41"/>
          <p:cNvSpPr/>
          <p:nvPr>
            <p:ph type="pic" idx="4"/>
          </p:nvPr>
        </p:nvSpPr>
        <p:spPr>
          <a:xfrm>
            <a:off x="6256800" y="1893950"/>
            <a:ext cx="2555400" cy="1939500"/>
          </a:xfrm>
          <a:prstGeom prst="rect">
            <a:avLst/>
          </a:prstGeom>
          <a:noFill/>
          <a:ln>
            <a:noFill/>
          </a:ln>
        </p:spPr>
        <p:txBody>
          <a:bodyPr/>
          <a:lstStyle/>
          <a:p/>
        </p:txBody>
      </p:sp>
      <p:sp>
        <p:nvSpPr>
          <p:cNvPr id="573" name="Google Shape;573;p41"/>
          <p:cNvSpPr/>
          <p:nvPr>
            <p:ph type="pic" idx="5"/>
          </p:nvPr>
        </p:nvSpPr>
        <p:spPr>
          <a:xfrm>
            <a:off x="3294300" y="1893950"/>
            <a:ext cx="2555400" cy="1939500"/>
          </a:xfrm>
          <a:prstGeom prst="rect">
            <a:avLst/>
          </a:prstGeom>
          <a:noFill/>
          <a:ln>
            <a:noFill/>
          </a:ln>
        </p:spPr>
        <p:txBody>
          <a:bodyPr/>
          <a:lstStyle/>
          <a:p/>
        </p:txBody>
      </p:sp>
      <p:grpSp>
        <p:nvGrpSpPr>
          <p:cNvPr id="574" name="Google Shape;574;p41"/>
          <p:cNvGrpSpPr/>
          <p:nvPr/>
        </p:nvGrpSpPr>
        <p:grpSpPr>
          <a:xfrm>
            <a:off x="1381028" y="4148538"/>
            <a:ext cx="457200" cy="457200"/>
            <a:chOff x="1020916" y="1442088"/>
            <a:chExt cx="457200" cy="457200"/>
          </a:xfrm>
        </p:grpSpPr>
        <p:pic>
          <p:nvPicPr>
            <p:cNvPr id="575" name="Google Shape;575;p4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76" name="Google Shape;576;p4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577" name="Google Shape;577;p41"/>
          <p:cNvGrpSpPr/>
          <p:nvPr/>
        </p:nvGrpSpPr>
        <p:grpSpPr>
          <a:xfrm>
            <a:off x="4331066" y="4148550"/>
            <a:ext cx="457200" cy="457200"/>
            <a:chOff x="1020916" y="1442088"/>
            <a:chExt cx="457200" cy="457200"/>
          </a:xfrm>
        </p:grpSpPr>
        <p:pic>
          <p:nvPicPr>
            <p:cNvPr id="578" name="Google Shape;578;p4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79" name="Google Shape;579;p4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580" name="Google Shape;580;p41"/>
          <p:cNvGrpSpPr/>
          <p:nvPr/>
        </p:nvGrpSpPr>
        <p:grpSpPr>
          <a:xfrm>
            <a:off x="7305791" y="4148538"/>
            <a:ext cx="457200" cy="457200"/>
            <a:chOff x="1020916" y="1442088"/>
            <a:chExt cx="457200" cy="457200"/>
          </a:xfrm>
        </p:grpSpPr>
        <p:pic>
          <p:nvPicPr>
            <p:cNvPr id="581" name="Google Shape;581;p4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82" name="Google Shape;582;p4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4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5 CfU 3  image options - blue ">
  <p:cSld name="TITLE_AND_TWO_COLUMNS_1_1_7_2_1">
    <p:bg>
      <p:bgPr>
        <a:solidFill>
          <a:srgbClr val="EBEDFE"/>
        </a:solidFill>
      </p:bgPr>
    </p:bg>
    <p:spTree>
      <p:nvGrpSpPr>
        <p:cNvPr id="583" name="Shape 583"/>
        <p:cNvGrpSpPr/>
        <p:nvPr/>
      </p:nvGrpSpPr>
      <p:grpSpPr>
        <a:xfrm>
          <a:off x="0" y="0"/>
          <a:ext cx="0" cy="0"/>
        </a:xfrm>
      </p:grpSpPr>
      <p:pic>
        <p:nvPicPr>
          <p:cNvPr id="584" name="Google Shape;584;p42"/>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585" name="Google Shape;585;p42"/>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586" name="Google Shape;586;p42"/>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587" name="Google Shape;587;p42"/>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588" name="Google Shape;588;p42"/>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589" name="Google Shape;589;p42"/>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590" name="Google Shape;590;p42"/>
          <p:cNvSpPr/>
          <p:nvPr>
            <p:ph type="pic" idx="3"/>
          </p:nvPr>
        </p:nvSpPr>
        <p:spPr>
          <a:xfrm>
            <a:off x="324000" y="1893950"/>
            <a:ext cx="2555400" cy="1939500"/>
          </a:xfrm>
          <a:prstGeom prst="rect">
            <a:avLst/>
          </a:prstGeom>
          <a:noFill/>
          <a:ln>
            <a:noFill/>
          </a:ln>
        </p:spPr>
        <p:txBody>
          <a:bodyPr/>
          <a:lstStyle/>
          <a:p/>
        </p:txBody>
      </p:sp>
      <p:sp>
        <p:nvSpPr>
          <p:cNvPr id="591" name="Google Shape;591;p42"/>
          <p:cNvSpPr/>
          <p:nvPr>
            <p:ph type="pic" idx="4"/>
          </p:nvPr>
        </p:nvSpPr>
        <p:spPr>
          <a:xfrm>
            <a:off x="6256800" y="1893950"/>
            <a:ext cx="2555400" cy="1939500"/>
          </a:xfrm>
          <a:prstGeom prst="rect">
            <a:avLst/>
          </a:prstGeom>
          <a:noFill/>
          <a:ln>
            <a:noFill/>
          </a:ln>
        </p:spPr>
        <p:txBody>
          <a:bodyPr/>
          <a:lstStyle/>
          <a:p/>
        </p:txBody>
      </p:sp>
      <p:sp>
        <p:nvSpPr>
          <p:cNvPr id="592" name="Google Shape;592;p42"/>
          <p:cNvSpPr/>
          <p:nvPr>
            <p:ph type="pic" idx="5"/>
          </p:nvPr>
        </p:nvSpPr>
        <p:spPr>
          <a:xfrm>
            <a:off x="3294300" y="1893950"/>
            <a:ext cx="2555400" cy="1939500"/>
          </a:xfrm>
          <a:prstGeom prst="rect">
            <a:avLst/>
          </a:prstGeom>
          <a:noFill/>
          <a:ln>
            <a:noFill/>
          </a:ln>
        </p:spPr>
        <p:txBody>
          <a:bodyPr/>
          <a:lstStyle/>
          <a:p/>
        </p:txBody>
      </p:sp>
      <p:grpSp>
        <p:nvGrpSpPr>
          <p:cNvPr id="593" name="Google Shape;593;p42"/>
          <p:cNvGrpSpPr/>
          <p:nvPr/>
        </p:nvGrpSpPr>
        <p:grpSpPr>
          <a:xfrm>
            <a:off x="1381028" y="4148538"/>
            <a:ext cx="457200" cy="457200"/>
            <a:chOff x="1020916" y="1442088"/>
            <a:chExt cx="457200" cy="457200"/>
          </a:xfrm>
        </p:grpSpPr>
        <p:pic>
          <p:nvPicPr>
            <p:cNvPr id="594" name="Google Shape;594;p4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95" name="Google Shape;595;p42"/>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596" name="Google Shape;596;p42"/>
          <p:cNvGrpSpPr/>
          <p:nvPr/>
        </p:nvGrpSpPr>
        <p:grpSpPr>
          <a:xfrm>
            <a:off x="4331066" y="4148550"/>
            <a:ext cx="457200" cy="457200"/>
            <a:chOff x="1020916" y="1442088"/>
            <a:chExt cx="457200" cy="457200"/>
          </a:xfrm>
        </p:grpSpPr>
        <p:pic>
          <p:nvPicPr>
            <p:cNvPr id="597" name="Google Shape;597;p4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98" name="Google Shape;598;p42"/>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599" name="Google Shape;599;p42"/>
          <p:cNvGrpSpPr/>
          <p:nvPr/>
        </p:nvGrpSpPr>
        <p:grpSpPr>
          <a:xfrm>
            <a:off x="7305791" y="4148538"/>
            <a:ext cx="457200" cy="457200"/>
            <a:chOff x="1020916" y="1442088"/>
            <a:chExt cx="457200" cy="457200"/>
          </a:xfrm>
        </p:grpSpPr>
        <p:pic>
          <p:nvPicPr>
            <p:cNvPr id="600" name="Google Shape;600;p4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601" name="Google Shape;601;p42"/>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4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5 CfU 3 image options - pink">
  <p:cSld name="TITLE_AND_TWO_COLUMNS_1_1_7_1_1_1_1_1">
    <p:bg>
      <p:bgPr>
        <a:solidFill>
          <a:srgbClr val="FAEAF6"/>
        </a:solidFill>
      </p:bgPr>
    </p:bg>
    <p:spTree>
      <p:nvGrpSpPr>
        <p:cNvPr id="602" name="Shape 602"/>
        <p:cNvGrpSpPr/>
        <p:nvPr/>
      </p:nvGrpSpPr>
      <p:grpSpPr>
        <a:xfrm>
          <a:off x="0" y="0"/>
          <a:ext cx="0" cy="0"/>
        </a:xfrm>
      </p:grpSpPr>
      <p:pic>
        <p:nvPicPr>
          <p:cNvPr id="603" name="Google Shape;603;p43"/>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604" name="Google Shape;604;p43"/>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05" name="Google Shape;605;p43"/>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606" name="Google Shape;606;p43"/>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607" name="Google Shape;607;p43"/>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Check</a:t>
            </a:r>
            <a:endParaRPr sz="900" b="1">
              <a:solidFill>
                <a:srgbClr val="FAEAF6"/>
              </a:solidFill>
              <a:latin typeface="Lexend"/>
              <a:ea typeface="Lexend"/>
              <a:cs typeface="Lexend"/>
              <a:sym typeface="Lexend"/>
            </a:endParaRPr>
          </a:p>
        </p:txBody>
      </p:sp>
      <p:sp>
        <p:nvSpPr>
          <p:cNvPr id="608" name="Google Shape;608;p43"/>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609" name="Google Shape;609;p43"/>
          <p:cNvSpPr/>
          <p:nvPr>
            <p:ph type="pic" idx="3"/>
          </p:nvPr>
        </p:nvSpPr>
        <p:spPr>
          <a:xfrm>
            <a:off x="324000" y="1893950"/>
            <a:ext cx="2555400" cy="1939500"/>
          </a:xfrm>
          <a:prstGeom prst="rect">
            <a:avLst/>
          </a:prstGeom>
          <a:noFill/>
          <a:ln>
            <a:noFill/>
          </a:ln>
        </p:spPr>
        <p:txBody>
          <a:bodyPr/>
          <a:lstStyle/>
          <a:p/>
        </p:txBody>
      </p:sp>
      <p:sp>
        <p:nvSpPr>
          <p:cNvPr id="610" name="Google Shape;610;p43"/>
          <p:cNvSpPr/>
          <p:nvPr>
            <p:ph type="pic" idx="4"/>
          </p:nvPr>
        </p:nvSpPr>
        <p:spPr>
          <a:xfrm>
            <a:off x="6256800" y="1893950"/>
            <a:ext cx="2555400" cy="1939500"/>
          </a:xfrm>
          <a:prstGeom prst="rect">
            <a:avLst/>
          </a:prstGeom>
          <a:noFill/>
          <a:ln>
            <a:noFill/>
          </a:ln>
        </p:spPr>
        <p:txBody>
          <a:bodyPr/>
          <a:lstStyle/>
          <a:p/>
        </p:txBody>
      </p:sp>
      <p:sp>
        <p:nvSpPr>
          <p:cNvPr id="611" name="Google Shape;611;p43"/>
          <p:cNvSpPr/>
          <p:nvPr>
            <p:ph type="pic" idx="5"/>
          </p:nvPr>
        </p:nvSpPr>
        <p:spPr>
          <a:xfrm>
            <a:off x="3294300" y="1893950"/>
            <a:ext cx="2555400" cy="1939500"/>
          </a:xfrm>
          <a:prstGeom prst="rect">
            <a:avLst/>
          </a:prstGeom>
          <a:noFill/>
          <a:ln>
            <a:noFill/>
          </a:ln>
        </p:spPr>
        <p:txBody>
          <a:bodyPr/>
          <a:lstStyle/>
          <a:p/>
        </p:txBody>
      </p:sp>
      <p:grpSp>
        <p:nvGrpSpPr>
          <p:cNvPr id="612" name="Google Shape;612;p43"/>
          <p:cNvGrpSpPr/>
          <p:nvPr/>
        </p:nvGrpSpPr>
        <p:grpSpPr>
          <a:xfrm>
            <a:off x="1381028" y="4148538"/>
            <a:ext cx="457200" cy="457200"/>
            <a:chOff x="1020916" y="1442088"/>
            <a:chExt cx="457200" cy="457200"/>
          </a:xfrm>
        </p:grpSpPr>
        <p:pic>
          <p:nvPicPr>
            <p:cNvPr id="613" name="Google Shape;613;p4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614" name="Google Shape;614;p43"/>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615" name="Google Shape;615;p43"/>
          <p:cNvGrpSpPr/>
          <p:nvPr/>
        </p:nvGrpSpPr>
        <p:grpSpPr>
          <a:xfrm>
            <a:off x="4331066" y="4148550"/>
            <a:ext cx="457200" cy="457200"/>
            <a:chOff x="1020916" y="1442088"/>
            <a:chExt cx="457200" cy="457200"/>
          </a:xfrm>
        </p:grpSpPr>
        <p:pic>
          <p:nvPicPr>
            <p:cNvPr id="616" name="Google Shape;616;p4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617" name="Google Shape;617;p43"/>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618" name="Google Shape;618;p43"/>
          <p:cNvGrpSpPr/>
          <p:nvPr/>
        </p:nvGrpSpPr>
        <p:grpSpPr>
          <a:xfrm>
            <a:off x="7305791" y="4148538"/>
            <a:ext cx="457200" cy="457200"/>
            <a:chOff x="1020916" y="1442088"/>
            <a:chExt cx="457200" cy="457200"/>
          </a:xfrm>
        </p:grpSpPr>
        <p:pic>
          <p:nvPicPr>
            <p:cNvPr id="619" name="Google Shape;619;p4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620" name="Google Shape;620;p43"/>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4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6 CfU blank - purple ">
  <p:cSld name="TITLE_AND_TWO_COLUMNS_1_1_6_2">
    <p:bg>
      <p:bgPr>
        <a:solidFill>
          <a:srgbClr val="F3EEFB"/>
        </a:solidFill>
      </p:bgPr>
    </p:bg>
    <p:spTree>
      <p:nvGrpSpPr>
        <p:cNvPr id="621" name="Shape 621"/>
        <p:cNvGrpSpPr/>
        <p:nvPr/>
      </p:nvGrpSpPr>
      <p:grpSpPr>
        <a:xfrm>
          <a:off x="0" y="0"/>
          <a:ext cx="0" cy="0"/>
        </a:xfrm>
      </p:grpSpPr>
      <p:pic>
        <p:nvPicPr>
          <p:cNvPr id="622" name="Google Shape;622;p44"/>
          <p:cNvPicPr preferRelativeResize="0"/>
          <p:nvPr/>
        </p:nvPicPr>
        <p:blipFill>
          <a:blip r:embed="rId1">
            <a:alphaModFix/>
          </a:blip>
          <a:stretch>
            <a:fillRect/>
          </a:stretch>
        </p:blipFill>
        <p:spPr>
          <a:xfrm>
            <a:off x="0" y="532525"/>
            <a:ext cx="9151202" cy="116709"/>
          </a:xfrm>
          <a:prstGeom prst="rect">
            <a:avLst/>
          </a:prstGeom>
          <a:noFill/>
          <a:ln>
            <a:noFill/>
          </a:ln>
        </p:spPr>
      </p:pic>
      <p:sp>
        <p:nvSpPr>
          <p:cNvPr id="623" name="Google Shape;623;p44"/>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24" name="Google Shape;624;p44"/>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pic>
        <p:nvPicPr>
          <p:cNvPr id="625" name="Google Shape;625;p44"/>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626" name="Google Shape;626;p44"/>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627" name="Google Shape;627;p44"/>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Tree>
  </p:cSld>
  <p:clrMapOvr>
    <a:masterClrMapping/>
  </p:clrMapOvr>
  <p:transition/>
  <p:timing/>
</p:sldLayout>
</file>

<file path=ppt/slideLayouts/slideLayout4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6 CfU blank - jade ">
  <p:cSld name="TITLE_AND_TWO_COLUMNS_1_1_6_2_3_1">
    <p:bg>
      <p:bgPr>
        <a:solidFill>
          <a:srgbClr val="E6F2F2"/>
        </a:solidFill>
      </p:bgPr>
    </p:bg>
    <p:spTree>
      <p:nvGrpSpPr>
        <p:cNvPr id="628" name="Shape 628"/>
        <p:cNvGrpSpPr/>
        <p:nvPr/>
      </p:nvGrpSpPr>
      <p:grpSpPr>
        <a:xfrm>
          <a:off x="0" y="0"/>
          <a:ext cx="0" cy="0"/>
        </a:xfrm>
      </p:grpSpPr>
      <p:pic>
        <p:nvPicPr>
          <p:cNvPr id="629" name="Google Shape;629;p45"/>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630" name="Google Shape;630;p45"/>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31" name="Google Shape;631;p45"/>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pic>
        <p:nvPicPr>
          <p:cNvPr id="632" name="Google Shape;632;p45"/>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633" name="Google Shape;633;p45"/>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sp>
        <p:nvSpPr>
          <p:cNvPr id="634" name="Google Shape;634;p45"/>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Tree>
  </p:cSld>
  <p:clrMapOvr>
    <a:masterClrMapping/>
  </p:clrMapOvr>
  <p:transition/>
  <p:timing/>
</p:sldLayout>
</file>

<file path=ppt/slideLayouts/slideLayout4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6 CfU blank - blue ">
  <p:cSld name="TITLE_AND_TWO_COLUMNS_1_1_6_3">
    <p:bg>
      <p:bgPr>
        <a:solidFill>
          <a:srgbClr val="EBEDFE"/>
        </a:solidFill>
      </p:bgPr>
    </p:bg>
    <p:spTree>
      <p:nvGrpSpPr>
        <p:cNvPr id="635" name="Shape 635"/>
        <p:cNvGrpSpPr/>
        <p:nvPr/>
      </p:nvGrpSpPr>
      <p:grpSpPr>
        <a:xfrm>
          <a:off x="0" y="0"/>
          <a:ext cx="0" cy="0"/>
        </a:xfrm>
      </p:grpSpPr>
      <p:pic>
        <p:nvPicPr>
          <p:cNvPr id="636" name="Google Shape;636;p46"/>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637" name="Google Shape;637;p46"/>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38" name="Google Shape;638;p46"/>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pic>
        <p:nvPicPr>
          <p:cNvPr id="639" name="Google Shape;639;p46"/>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640" name="Google Shape;640;p46"/>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641" name="Google Shape;641;p46"/>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Tree>
  </p:cSld>
  <p:clrMapOvr>
    <a:masterClrMapping/>
  </p:clrMapOvr>
  <p:transition/>
  <p:timing/>
</p:sldLayout>
</file>

<file path=ppt/slideLayouts/slideLayout4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6 CfU blank - pink ">
  <p:cSld name="TITLE_AND_TWO_COLUMNS_1_1_6_2_3_1_1">
    <p:bg>
      <p:bgPr>
        <a:solidFill>
          <a:srgbClr val="FAEAF6"/>
        </a:solidFill>
      </p:bgPr>
    </p:bg>
    <p:spTree>
      <p:nvGrpSpPr>
        <p:cNvPr id="642" name="Shape 642"/>
        <p:cNvGrpSpPr/>
        <p:nvPr/>
      </p:nvGrpSpPr>
      <p:grpSpPr>
        <a:xfrm>
          <a:off x="0" y="0"/>
          <a:ext cx="0" cy="0"/>
        </a:xfrm>
      </p:grpSpPr>
      <p:pic>
        <p:nvPicPr>
          <p:cNvPr id="643" name="Google Shape;643;p47"/>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644" name="Google Shape;644;p47"/>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45" name="Google Shape;645;p47"/>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pic>
        <p:nvPicPr>
          <p:cNvPr id="646" name="Google Shape;646;p47"/>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647" name="Google Shape;647;p47"/>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Check</a:t>
            </a:r>
            <a:endParaRPr sz="900" b="1">
              <a:solidFill>
                <a:srgbClr val="FAEAF6"/>
              </a:solidFill>
              <a:latin typeface="Lexend"/>
              <a:ea typeface="Lexend"/>
              <a:cs typeface="Lexend"/>
              <a:sym typeface="Lexend"/>
            </a:endParaRPr>
          </a:p>
        </p:txBody>
      </p:sp>
      <p:sp>
        <p:nvSpPr>
          <p:cNvPr id="648" name="Google Shape;648;p47"/>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Tree>
  </p:cSld>
  <p:clrMapOvr>
    <a:masterClrMapping/>
  </p:clrMapOvr>
  <p:transition/>
  <p:timing/>
</p:sldLayout>
</file>

<file path=ppt/slideLayouts/slideLayout4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7 Practice - purple ">
  <p:cSld name="TITLE_AND_TWO_COLUMNS_1_1_5_1_3_1_1">
    <p:spTree>
      <p:nvGrpSpPr>
        <p:cNvPr id="649" name="Shape 649"/>
        <p:cNvGrpSpPr/>
        <p:nvPr/>
      </p:nvGrpSpPr>
      <p:grpSpPr>
        <a:xfrm>
          <a:off x="0" y="0"/>
          <a:ext cx="0" cy="0"/>
        </a:xfrm>
      </p:grpSpPr>
      <p:pic>
        <p:nvPicPr>
          <p:cNvPr id="650" name="Google Shape;650;p48"/>
          <p:cNvPicPr preferRelativeResize="0"/>
          <p:nvPr/>
        </p:nvPicPr>
        <p:blipFill>
          <a:blip r:embed="rId1">
            <a:alphaModFix/>
          </a:blip>
          <a:stretch>
            <a:fillRect/>
          </a:stretch>
        </p:blipFill>
        <p:spPr>
          <a:xfrm>
            <a:off x="0" y="532525"/>
            <a:ext cx="9151202" cy="116709"/>
          </a:xfrm>
          <a:prstGeom prst="rect">
            <a:avLst/>
          </a:prstGeom>
          <a:noFill/>
          <a:ln>
            <a:noFill/>
          </a:ln>
        </p:spPr>
      </p:pic>
      <p:sp>
        <p:nvSpPr>
          <p:cNvPr id="651" name="Google Shape;651;p48"/>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52" name="Google Shape;652;p48"/>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pic>
        <p:nvPicPr>
          <p:cNvPr id="653" name="Google Shape;653;p48"/>
          <p:cNvPicPr preferRelativeResize="0"/>
          <p:nvPr/>
        </p:nvPicPr>
        <p:blipFill>
          <a:blip r:embed="rId2">
            <a:alphaModFix/>
          </a:blip>
          <a:stretch>
            <a:fillRect/>
          </a:stretch>
        </p:blipFill>
        <p:spPr>
          <a:xfrm>
            <a:off x="8517493" y="-11474"/>
            <a:ext cx="499700" cy="499700"/>
          </a:xfrm>
          <a:prstGeom prst="rect">
            <a:avLst/>
          </a:prstGeom>
          <a:noFill/>
          <a:ln>
            <a:noFill/>
          </a:ln>
        </p:spPr>
      </p:pic>
      <p:sp>
        <p:nvSpPr>
          <p:cNvPr id="654" name="Google Shape;654;p48"/>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Practice</a:t>
            </a:r>
            <a:endParaRPr sz="900" b="1">
              <a:solidFill>
                <a:srgbClr val="EBEDFE"/>
              </a:solidFill>
              <a:latin typeface="Lexend"/>
              <a:ea typeface="Lexend"/>
              <a:cs typeface="Lexend"/>
              <a:sym typeface="Lexend"/>
            </a:endParaRPr>
          </a:p>
        </p:txBody>
      </p:sp>
      <p:sp>
        <p:nvSpPr>
          <p:cNvPr id="655" name="Google Shape;655;p48"/>
          <p:cNvSpPr txBox="1"/>
          <p:nvPr>
            <p:ph type="title"/>
          </p:nvPr>
        </p:nvSpPr>
        <p:spPr>
          <a:xfrm>
            <a:off x="1479300" y="39650"/>
            <a:ext cx="6855300" cy="382800"/>
          </a:xfrm>
          <a:prstGeom prst="rect">
            <a:avLst/>
          </a:prstGeom>
        </p:spPr>
        <p:txBody>
          <a:bodyPr spcFirstLastPara="1" wrap="square" lIns="0" tIns="0" rIns="0" bIns="0" anchor="b" anchorCtr="0">
            <a:noAutofit/>
          </a:bodyPr>
          <a:lstStyle>
            <a:lvl1pPr lvl="0" rtl="0">
              <a:lnSpc>
                <a:spcPct val="100000"/>
              </a:lnSpc>
              <a:spcBef>
                <a:spcPct val="0"/>
              </a:spcBef>
              <a:spcAft>
                <a:spcPct val="0"/>
              </a:spcAft>
              <a:buClr>
                <a:schemeClr val="lt1"/>
              </a:buClr>
              <a:buSzPts val="1800"/>
              <a:buNone/>
              <a:defRPr sz="1800" b="0">
                <a:solidFill>
                  <a:schemeClr val="lt1"/>
                </a:solidFill>
              </a:defRPr>
            </a:lvl1pPr>
            <a:lvl2pPr lvl="1" rtl="0">
              <a:lnSpc>
                <a:spcPct val="100000"/>
              </a:lnSpc>
              <a:spcBef>
                <a:spcPct val="0"/>
              </a:spcBef>
              <a:spcAft>
                <a:spcPct val="0"/>
              </a:spcAft>
              <a:buClr>
                <a:schemeClr val="lt1"/>
              </a:buClr>
              <a:buSzPts val="1800"/>
              <a:buNone/>
              <a:defRPr sz="1800">
                <a:solidFill>
                  <a:schemeClr val="lt1"/>
                </a:solidFill>
              </a:defRPr>
            </a:lvl2pPr>
            <a:lvl3pPr lvl="2" rtl="0">
              <a:lnSpc>
                <a:spcPct val="100000"/>
              </a:lnSpc>
              <a:spcBef>
                <a:spcPct val="0"/>
              </a:spcBef>
              <a:spcAft>
                <a:spcPct val="0"/>
              </a:spcAft>
              <a:buClr>
                <a:schemeClr val="lt1"/>
              </a:buClr>
              <a:buSzPts val="1800"/>
              <a:buNone/>
              <a:defRPr sz="1800">
                <a:solidFill>
                  <a:schemeClr val="lt1"/>
                </a:solidFill>
              </a:defRPr>
            </a:lvl3pPr>
            <a:lvl4pPr lvl="3" rtl="0">
              <a:lnSpc>
                <a:spcPct val="100000"/>
              </a:lnSpc>
              <a:spcBef>
                <a:spcPct val="0"/>
              </a:spcBef>
              <a:spcAft>
                <a:spcPct val="0"/>
              </a:spcAft>
              <a:buClr>
                <a:schemeClr val="lt1"/>
              </a:buClr>
              <a:buSzPts val="1800"/>
              <a:buNone/>
              <a:defRPr sz="1800">
                <a:solidFill>
                  <a:schemeClr val="lt1"/>
                </a:solidFill>
              </a:defRPr>
            </a:lvl4pPr>
            <a:lvl5pPr lvl="4" rtl="0">
              <a:lnSpc>
                <a:spcPct val="100000"/>
              </a:lnSpc>
              <a:spcBef>
                <a:spcPct val="0"/>
              </a:spcBef>
              <a:spcAft>
                <a:spcPct val="0"/>
              </a:spcAft>
              <a:buClr>
                <a:schemeClr val="lt1"/>
              </a:buClr>
              <a:buSzPts val="1800"/>
              <a:buNone/>
              <a:defRPr sz="1800">
                <a:solidFill>
                  <a:schemeClr val="lt1"/>
                </a:solidFill>
              </a:defRPr>
            </a:lvl5pPr>
            <a:lvl6pPr lvl="5" rtl="0">
              <a:lnSpc>
                <a:spcPct val="100000"/>
              </a:lnSpc>
              <a:spcBef>
                <a:spcPct val="0"/>
              </a:spcBef>
              <a:spcAft>
                <a:spcPct val="0"/>
              </a:spcAft>
              <a:buClr>
                <a:schemeClr val="lt1"/>
              </a:buClr>
              <a:buSzPts val="1800"/>
              <a:buNone/>
              <a:defRPr sz="1800">
                <a:solidFill>
                  <a:schemeClr val="lt1"/>
                </a:solidFill>
              </a:defRPr>
            </a:lvl6pPr>
            <a:lvl7pPr lvl="6" rtl="0">
              <a:lnSpc>
                <a:spcPct val="100000"/>
              </a:lnSpc>
              <a:spcBef>
                <a:spcPct val="0"/>
              </a:spcBef>
              <a:spcAft>
                <a:spcPct val="0"/>
              </a:spcAft>
              <a:buClr>
                <a:schemeClr val="lt1"/>
              </a:buClr>
              <a:buSzPts val="1800"/>
              <a:buNone/>
              <a:defRPr sz="1800">
                <a:solidFill>
                  <a:schemeClr val="lt1"/>
                </a:solidFill>
              </a:defRPr>
            </a:lvl7pPr>
            <a:lvl8pPr lvl="7" rtl="0">
              <a:lnSpc>
                <a:spcPct val="100000"/>
              </a:lnSpc>
              <a:spcBef>
                <a:spcPct val="0"/>
              </a:spcBef>
              <a:spcAft>
                <a:spcPct val="0"/>
              </a:spcAft>
              <a:buClr>
                <a:schemeClr val="lt1"/>
              </a:buClr>
              <a:buSzPts val="1800"/>
              <a:buNone/>
              <a:defRPr sz="1800">
                <a:solidFill>
                  <a:schemeClr val="lt1"/>
                </a:solidFill>
              </a:defRPr>
            </a:lvl8pPr>
            <a:lvl9pPr lvl="8" rtl="0">
              <a:lnSpc>
                <a:spcPct val="100000"/>
              </a:lnSpc>
              <a:spcBef>
                <a:spcPct val="0"/>
              </a:spcBef>
              <a:spcAft>
                <a:spcPct val="0"/>
              </a:spcAft>
              <a:buClr>
                <a:schemeClr val="lt1"/>
              </a:buClr>
              <a:buSzPts val="1800"/>
              <a:buNone/>
              <a:defRPr sz="1800">
                <a:solidFill>
                  <a:schemeClr val="lt1"/>
                </a:solidFill>
              </a:defRPr>
            </a:lvl9pPr>
          </a:lstStyle>
          <a:p/>
        </p:txBody>
      </p:sp>
      <p:sp>
        <p:nvSpPr>
          <p:cNvPr id="656" name="Google Shape;656;p48"/>
          <p:cNvSpPr txBox="1"/>
          <p:nvPr/>
        </p:nvSpPr>
        <p:spPr>
          <a:xfrm>
            <a:off x="324000" y="43825"/>
            <a:ext cx="1316700" cy="382800"/>
          </a:xfrm>
          <a:prstGeom prst="rect">
            <a:avLst/>
          </a:prstGeom>
          <a:noFill/>
          <a:ln>
            <a:noFill/>
          </a:ln>
        </p:spPr>
        <p:txBody>
          <a:bodyPr spcFirstLastPara="1" wrap="square" lIns="0" tIns="0" rIns="0" bIns="0" anchor="b" anchorCtr="0">
            <a:noAutofit/>
          </a:bodyPr>
          <a:lstStyle/>
          <a:p>
            <a:pPr marL="0" lvl="0" indent="0" algn="l" rtl="0">
              <a:lnSpc>
                <a:spcPct val="100000"/>
              </a:lnSpc>
              <a:spcBef>
                <a:spcPct val="0"/>
              </a:spcBef>
              <a:spcAft>
                <a:spcPct val="0"/>
              </a:spcAft>
              <a:buNone/>
            </a:pPr>
            <a:r>
              <a:rPr lang="en-GB" sz="2000" b="1">
                <a:solidFill>
                  <a:srgbClr val="FFFFFF"/>
                </a:solidFill>
                <a:latin typeface="Lexend"/>
                <a:ea typeface="Lexend"/>
                <a:cs typeface="Lexend"/>
                <a:sym typeface="Lexend"/>
              </a:rPr>
              <a:t>Task A</a:t>
            </a:r>
            <a:endParaRPr sz="2000" b="1">
              <a:solidFill>
                <a:srgbClr val="FFFFFF"/>
              </a:solidFill>
              <a:latin typeface="Lexend"/>
              <a:ea typeface="Lexend"/>
              <a:cs typeface="Lexend"/>
              <a:sym typeface="Lexend"/>
            </a:endParaRPr>
          </a:p>
        </p:txBody>
      </p:sp>
    </p:spTree>
  </p:cSld>
  <p:clrMapOvr>
    <a:masterClrMapping/>
  </p:clrMapOvr>
  <p:transition/>
  <p:timing/>
</p:sldLayout>
</file>

<file path=ppt/slideLayouts/slideLayout4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7 Practice - jade">
  <p:cSld name="TITLE_AND_TWO_COLUMNS_1_1_5_1_3_1_1_1_1">
    <p:spTree>
      <p:nvGrpSpPr>
        <p:cNvPr id="657" name="Shape 657"/>
        <p:cNvGrpSpPr/>
        <p:nvPr/>
      </p:nvGrpSpPr>
      <p:grpSpPr>
        <a:xfrm>
          <a:off x="0" y="0"/>
          <a:ext cx="0" cy="0"/>
        </a:xfrm>
      </p:grpSpPr>
      <p:pic>
        <p:nvPicPr>
          <p:cNvPr id="658" name="Google Shape;658;p49"/>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659" name="Google Shape;659;p49"/>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60" name="Google Shape;660;p49"/>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661" name="Google Shape;661;p49"/>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Practice</a:t>
            </a:r>
            <a:endParaRPr sz="900" b="1">
              <a:solidFill>
                <a:srgbClr val="E6F2F2"/>
              </a:solidFill>
              <a:latin typeface="Lexend"/>
              <a:ea typeface="Lexend"/>
              <a:cs typeface="Lexend"/>
              <a:sym typeface="Lexend"/>
            </a:endParaRPr>
          </a:p>
        </p:txBody>
      </p:sp>
      <p:pic>
        <p:nvPicPr>
          <p:cNvPr id="662" name="Google Shape;662;p49"/>
          <p:cNvPicPr preferRelativeResize="0"/>
          <p:nvPr/>
        </p:nvPicPr>
        <p:blipFill>
          <a:blip r:embed="rId2">
            <a:alphaModFix/>
          </a:blip>
          <a:stretch>
            <a:fillRect/>
          </a:stretch>
        </p:blipFill>
        <p:spPr>
          <a:xfrm>
            <a:off x="8517493" y="-11474"/>
            <a:ext cx="499700" cy="499700"/>
          </a:xfrm>
          <a:prstGeom prst="rect">
            <a:avLst/>
          </a:prstGeom>
          <a:noFill/>
          <a:ln>
            <a:noFill/>
          </a:ln>
        </p:spPr>
      </p:pic>
      <p:sp>
        <p:nvSpPr>
          <p:cNvPr id="663" name="Google Shape;663;p49"/>
          <p:cNvSpPr txBox="1"/>
          <p:nvPr>
            <p:ph type="title"/>
          </p:nvPr>
        </p:nvSpPr>
        <p:spPr>
          <a:xfrm>
            <a:off x="1479300" y="39650"/>
            <a:ext cx="6855300" cy="382800"/>
          </a:xfrm>
          <a:prstGeom prst="rect">
            <a:avLst/>
          </a:prstGeom>
        </p:spPr>
        <p:txBody>
          <a:bodyPr spcFirstLastPara="1" wrap="square" lIns="0" tIns="0" rIns="0" bIns="0" anchor="b" anchorCtr="0">
            <a:noAutofit/>
          </a:bodyPr>
          <a:lstStyle>
            <a:lvl1pPr lvl="0" rtl="0">
              <a:lnSpc>
                <a:spcPct val="100000"/>
              </a:lnSpc>
              <a:spcBef>
                <a:spcPct val="0"/>
              </a:spcBef>
              <a:spcAft>
                <a:spcPct val="0"/>
              </a:spcAft>
              <a:buClr>
                <a:schemeClr val="lt1"/>
              </a:buClr>
              <a:buSzPts val="1800"/>
              <a:buNone/>
              <a:defRPr sz="1800" b="0">
                <a:solidFill>
                  <a:schemeClr val="lt1"/>
                </a:solidFill>
              </a:defRPr>
            </a:lvl1pPr>
            <a:lvl2pPr lvl="1" rtl="0">
              <a:lnSpc>
                <a:spcPct val="100000"/>
              </a:lnSpc>
              <a:spcBef>
                <a:spcPct val="0"/>
              </a:spcBef>
              <a:spcAft>
                <a:spcPct val="0"/>
              </a:spcAft>
              <a:buClr>
                <a:schemeClr val="lt1"/>
              </a:buClr>
              <a:buSzPts val="1800"/>
              <a:buNone/>
              <a:defRPr sz="1800">
                <a:solidFill>
                  <a:schemeClr val="lt1"/>
                </a:solidFill>
              </a:defRPr>
            </a:lvl2pPr>
            <a:lvl3pPr lvl="2" rtl="0">
              <a:lnSpc>
                <a:spcPct val="100000"/>
              </a:lnSpc>
              <a:spcBef>
                <a:spcPct val="0"/>
              </a:spcBef>
              <a:spcAft>
                <a:spcPct val="0"/>
              </a:spcAft>
              <a:buClr>
                <a:schemeClr val="lt1"/>
              </a:buClr>
              <a:buSzPts val="1800"/>
              <a:buNone/>
              <a:defRPr sz="1800">
                <a:solidFill>
                  <a:schemeClr val="lt1"/>
                </a:solidFill>
              </a:defRPr>
            </a:lvl3pPr>
            <a:lvl4pPr lvl="3" rtl="0">
              <a:lnSpc>
                <a:spcPct val="100000"/>
              </a:lnSpc>
              <a:spcBef>
                <a:spcPct val="0"/>
              </a:spcBef>
              <a:spcAft>
                <a:spcPct val="0"/>
              </a:spcAft>
              <a:buClr>
                <a:schemeClr val="lt1"/>
              </a:buClr>
              <a:buSzPts val="1800"/>
              <a:buNone/>
              <a:defRPr sz="1800">
                <a:solidFill>
                  <a:schemeClr val="lt1"/>
                </a:solidFill>
              </a:defRPr>
            </a:lvl4pPr>
            <a:lvl5pPr lvl="4" rtl="0">
              <a:lnSpc>
                <a:spcPct val="100000"/>
              </a:lnSpc>
              <a:spcBef>
                <a:spcPct val="0"/>
              </a:spcBef>
              <a:spcAft>
                <a:spcPct val="0"/>
              </a:spcAft>
              <a:buClr>
                <a:schemeClr val="lt1"/>
              </a:buClr>
              <a:buSzPts val="1800"/>
              <a:buNone/>
              <a:defRPr sz="1800">
                <a:solidFill>
                  <a:schemeClr val="lt1"/>
                </a:solidFill>
              </a:defRPr>
            </a:lvl5pPr>
            <a:lvl6pPr lvl="5" rtl="0">
              <a:lnSpc>
                <a:spcPct val="100000"/>
              </a:lnSpc>
              <a:spcBef>
                <a:spcPct val="0"/>
              </a:spcBef>
              <a:spcAft>
                <a:spcPct val="0"/>
              </a:spcAft>
              <a:buClr>
                <a:schemeClr val="lt1"/>
              </a:buClr>
              <a:buSzPts val="1800"/>
              <a:buNone/>
              <a:defRPr sz="1800">
                <a:solidFill>
                  <a:schemeClr val="lt1"/>
                </a:solidFill>
              </a:defRPr>
            </a:lvl6pPr>
            <a:lvl7pPr lvl="6" rtl="0">
              <a:lnSpc>
                <a:spcPct val="100000"/>
              </a:lnSpc>
              <a:spcBef>
                <a:spcPct val="0"/>
              </a:spcBef>
              <a:spcAft>
                <a:spcPct val="0"/>
              </a:spcAft>
              <a:buClr>
                <a:schemeClr val="lt1"/>
              </a:buClr>
              <a:buSzPts val="1800"/>
              <a:buNone/>
              <a:defRPr sz="1800">
                <a:solidFill>
                  <a:schemeClr val="lt1"/>
                </a:solidFill>
              </a:defRPr>
            </a:lvl7pPr>
            <a:lvl8pPr lvl="7" rtl="0">
              <a:lnSpc>
                <a:spcPct val="100000"/>
              </a:lnSpc>
              <a:spcBef>
                <a:spcPct val="0"/>
              </a:spcBef>
              <a:spcAft>
                <a:spcPct val="0"/>
              </a:spcAft>
              <a:buClr>
                <a:schemeClr val="lt1"/>
              </a:buClr>
              <a:buSzPts val="1800"/>
              <a:buNone/>
              <a:defRPr sz="1800">
                <a:solidFill>
                  <a:schemeClr val="lt1"/>
                </a:solidFill>
              </a:defRPr>
            </a:lvl8pPr>
            <a:lvl9pPr lvl="8" rtl="0">
              <a:lnSpc>
                <a:spcPct val="100000"/>
              </a:lnSpc>
              <a:spcBef>
                <a:spcPct val="0"/>
              </a:spcBef>
              <a:spcAft>
                <a:spcPct val="0"/>
              </a:spcAft>
              <a:buClr>
                <a:schemeClr val="lt1"/>
              </a:buClr>
              <a:buSzPts val="1800"/>
              <a:buNone/>
              <a:defRPr sz="1800">
                <a:solidFill>
                  <a:schemeClr val="lt1"/>
                </a:solidFill>
              </a:defRPr>
            </a:lvl9pPr>
          </a:lstStyle>
          <a:p/>
        </p:txBody>
      </p:sp>
      <p:sp>
        <p:nvSpPr>
          <p:cNvPr id="664" name="Google Shape;664;p49"/>
          <p:cNvSpPr txBox="1"/>
          <p:nvPr/>
        </p:nvSpPr>
        <p:spPr>
          <a:xfrm>
            <a:off x="324000" y="43825"/>
            <a:ext cx="1316700" cy="382800"/>
          </a:xfrm>
          <a:prstGeom prst="rect">
            <a:avLst/>
          </a:prstGeom>
          <a:noFill/>
          <a:ln>
            <a:noFill/>
          </a:ln>
        </p:spPr>
        <p:txBody>
          <a:bodyPr spcFirstLastPara="1" wrap="square" lIns="0" tIns="0" rIns="0" bIns="0" anchor="b" anchorCtr="0">
            <a:noAutofit/>
          </a:bodyPr>
          <a:lstStyle/>
          <a:p>
            <a:pPr marL="0" lvl="0" indent="0" algn="l" rtl="0">
              <a:lnSpc>
                <a:spcPct val="100000"/>
              </a:lnSpc>
              <a:spcBef>
                <a:spcPct val="0"/>
              </a:spcBef>
              <a:spcAft>
                <a:spcPct val="0"/>
              </a:spcAft>
              <a:buNone/>
            </a:pPr>
            <a:r>
              <a:rPr lang="en-GB" sz="2000" b="1">
                <a:solidFill>
                  <a:srgbClr val="FFFFFF"/>
                </a:solidFill>
                <a:latin typeface="Lexend"/>
                <a:ea typeface="Lexend"/>
                <a:cs typeface="Lexend"/>
                <a:sym typeface="Lexend"/>
              </a:rPr>
              <a:t>Task B</a:t>
            </a:r>
            <a:endParaRPr sz="2000" b="1">
              <a:solidFill>
                <a:srgbClr val="FFFFFF"/>
              </a:solidFill>
              <a:latin typeface="Lexend"/>
              <a:ea typeface="Lexend"/>
              <a:cs typeface="Lexend"/>
              <a:sym typeface="Lexend"/>
            </a:endParaRPr>
          </a:p>
        </p:txBody>
      </p:sp>
    </p:spTree>
  </p:cSld>
  <p:clrMapOvr>
    <a:masterClrMapping/>
  </p:clrMapOvr>
  <p:transition/>
  <p:timing/>
</p:sldLayout>
</file>

<file path=ppt/slideLayouts/slideLayout4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7 Practice - blue ">
  <p:cSld name="TITLE_AND_TWO_COLUMNS_1_1_5_1_3_1_2">
    <p:spTree>
      <p:nvGrpSpPr>
        <p:cNvPr id="665" name="Shape 665"/>
        <p:cNvGrpSpPr/>
        <p:nvPr/>
      </p:nvGrpSpPr>
      <p:grpSpPr>
        <a:xfrm>
          <a:off x="0" y="0"/>
          <a:ext cx="0" cy="0"/>
        </a:xfrm>
      </p:grpSpPr>
      <p:pic>
        <p:nvPicPr>
          <p:cNvPr id="666" name="Google Shape;666;p50"/>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667" name="Google Shape;667;p50"/>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68" name="Google Shape;668;p50"/>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669" name="Google Shape;669;p50"/>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Practice</a:t>
            </a:r>
            <a:endParaRPr sz="900" b="1">
              <a:solidFill>
                <a:srgbClr val="EBEDFE"/>
              </a:solidFill>
              <a:latin typeface="Lexend"/>
              <a:ea typeface="Lexend"/>
              <a:cs typeface="Lexend"/>
              <a:sym typeface="Lexend"/>
            </a:endParaRPr>
          </a:p>
        </p:txBody>
      </p:sp>
      <p:pic>
        <p:nvPicPr>
          <p:cNvPr id="670" name="Google Shape;670;p50"/>
          <p:cNvPicPr preferRelativeResize="0"/>
          <p:nvPr/>
        </p:nvPicPr>
        <p:blipFill>
          <a:blip r:embed="rId2">
            <a:alphaModFix/>
          </a:blip>
          <a:stretch>
            <a:fillRect/>
          </a:stretch>
        </p:blipFill>
        <p:spPr>
          <a:xfrm>
            <a:off x="8517493" y="-11474"/>
            <a:ext cx="499700" cy="499700"/>
          </a:xfrm>
          <a:prstGeom prst="rect">
            <a:avLst/>
          </a:prstGeom>
          <a:noFill/>
          <a:ln>
            <a:noFill/>
          </a:ln>
        </p:spPr>
      </p:pic>
      <p:sp>
        <p:nvSpPr>
          <p:cNvPr id="671" name="Google Shape;671;p50"/>
          <p:cNvSpPr txBox="1"/>
          <p:nvPr>
            <p:ph type="title"/>
          </p:nvPr>
        </p:nvSpPr>
        <p:spPr>
          <a:xfrm>
            <a:off x="1479300" y="39650"/>
            <a:ext cx="6855300" cy="382800"/>
          </a:xfrm>
          <a:prstGeom prst="rect">
            <a:avLst/>
          </a:prstGeom>
        </p:spPr>
        <p:txBody>
          <a:bodyPr spcFirstLastPara="1" wrap="square" lIns="0" tIns="0" rIns="0" bIns="0" anchor="b" anchorCtr="0">
            <a:noAutofit/>
          </a:bodyPr>
          <a:lstStyle>
            <a:lvl1pPr lvl="0" rtl="0">
              <a:lnSpc>
                <a:spcPct val="100000"/>
              </a:lnSpc>
              <a:spcBef>
                <a:spcPct val="0"/>
              </a:spcBef>
              <a:spcAft>
                <a:spcPct val="0"/>
              </a:spcAft>
              <a:buClr>
                <a:schemeClr val="lt1"/>
              </a:buClr>
              <a:buSzPts val="1800"/>
              <a:buNone/>
              <a:defRPr sz="1800" b="0">
                <a:solidFill>
                  <a:schemeClr val="lt1"/>
                </a:solidFill>
              </a:defRPr>
            </a:lvl1pPr>
            <a:lvl2pPr lvl="1" rtl="0">
              <a:lnSpc>
                <a:spcPct val="100000"/>
              </a:lnSpc>
              <a:spcBef>
                <a:spcPct val="0"/>
              </a:spcBef>
              <a:spcAft>
                <a:spcPct val="0"/>
              </a:spcAft>
              <a:buClr>
                <a:schemeClr val="lt1"/>
              </a:buClr>
              <a:buSzPts val="1800"/>
              <a:buNone/>
              <a:defRPr sz="1800">
                <a:solidFill>
                  <a:schemeClr val="lt1"/>
                </a:solidFill>
              </a:defRPr>
            </a:lvl2pPr>
            <a:lvl3pPr lvl="2" rtl="0">
              <a:lnSpc>
                <a:spcPct val="100000"/>
              </a:lnSpc>
              <a:spcBef>
                <a:spcPct val="0"/>
              </a:spcBef>
              <a:spcAft>
                <a:spcPct val="0"/>
              </a:spcAft>
              <a:buClr>
                <a:schemeClr val="lt1"/>
              </a:buClr>
              <a:buSzPts val="1800"/>
              <a:buNone/>
              <a:defRPr sz="1800">
                <a:solidFill>
                  <a:schemeClr val="lt1"/>
                </a:solidFill>
              </a:defRPr>
            </a:lvl3pPr>
            <a:lvl4pPr lvl="3" rtl="0">
              <a:lnSpc>
                <a:spcPct val="100000"/>
              </a:lnSpc>
              <a:spcBef>
                <a:spcPct val="0"/>
              </a:spcBef>
              <a:spcAft>
                <a:spcPct val="0"/>
              </a:spcAft>
              <a:buClr>
                <a:schemeClr val="lt1"/>
              </a:buClr>
              <a:buSzPts val="1800"/>
              <a:buNone/>
              <a:defRPr sz="1800">
                <a:solidFill>
                  <a:schemeClr val="lt1"/>
                </a:solidFill>
              </a:defRPr>
            </a:lvl4pPr>
            <a:lvl5pPr lvl="4" rtl="0">
              <a:lnSpc>
                <a:spcPct val="100000"/>
              </a:lnSpc>
              <a:spcBef>
                <a:spcPct val="0"/>
              </a:spcBef>
              <a:spcAft>
                <a:spcPct val="0"/>
              </a:spcAft>
              <a:buClr>
                <a:schemeClr val="lt1"/>
              </a:buClr>
              <a:buSzPts val="1800"/>
              <a:buNone/>
              <a:defRPr sz="1800">
                <a:solidFill>
                  <a:schemeClr val="lt1"/>
                </a:solidFill>
              </a:defRPr>
            </a:lvl5pPr>
            <a:lvl6pPr lvl="5" rtl="0">
              <a:lnSpc>
                <a:spcPct val="100000"/>
              </a:lnSpc>
              <a:spcBef>
                <a:spcPct val="0"/>
              </a:spcBef>
              <a:spcAft>
                <a:spcPct val="0"/>
              </a:spcAft>
              <a:buClr>
                <a:schemeClr val="lt1"/>
              </a:buClr>
              <a:buSzPts val="1800"/>
              <a:buNone/>
              <a:defRPr sz="1800">
                <a:solidFill>
                  <a:schemeClr val="lt1"/>
                </a:solidFill>
              </a:defRPr>
            </a:lvl6pPr>
            <a:lvl7pPr lvl="6" rtl="0">
              <a:lnSpc>
                <a:spcPct val="100000"/>
              </a:lnSpc>
              <a:spcBef>
                <a:spcPct val="0"/>
              </a:spcBef>
              <a:spcAft>
                <a:spcPct val="0"/>
              </a:spcAft>
              <a:buClr>
                <a:schemeClr val="lt1"/>
              </a:buClr>
              <a:buSzPts val="1800"/>
              <a:buNone/>
              <a:defRPr sz="1800">
                <a:solidFill>
                  <a:schemeClr val="lt1"/>
                </a:solidFill>
              </a:defRPr>
            </a:lvl7pPr>
            <a:lvl8pPr lvl="7" rtl="0">
              <a:lnSpc>
                <a:spcPct val="100000"/>
              </a:lnSpc>
              <a:spcBef>
                <a:spcPct val="0"/>
              </a:spcBef>
              <a:spcAft>
                <a:spcPct val="0"/>
              </a:spcAft>
              <a:buClr>
                <a:schemeClr val="lt1"/>
              </a:buClr>
              <a:buSzPts val="1800"/>
              <a:buNone/>
              <a:defRPr sz="1800">
                <a:solidFill>
                  <a:schemeClr val="lt1"/>
                </a:solidFill>
              </a:defRPr>
            </a:lvl8pPr>
            <a:lvl9pPr lvl="8" rtl="0">
              <a:lnSpc>
                <a:spcPct val="100000"/>
              </a:lnSpc>
              <a:spcBef>
                <a:spcPct val="0"/>
              </a:spcBef>
              <a:spcAft>
                <a:spcPct val="0"/>
              </a:spcAft>
              <a:buClr>
                <a:schemeClr val="lt1"/>
              </a:buClr>
              <a:buSzPts val="1800"/>
              <a:buNone/>
              <a:defRPr sz="1800">
                <a:solidFill>
                  <a:schemeClr val="lt1"/>
                </a:solidFill>
              </a:defRPr>
            </a:lvl9pPr>
          </a:lstStyle>
          <a:p/>
        </p:txBody>
      </p:sp>
      <p:sp>
        <p:nvSpPr>
          <p:cNvPr id="672" name="Google Shape;672;p50"/>
          <p:cNvSpPr txBox="1"/>
          <p:nvPr/>
        </p:nvSpPr>
        <p:spPr>
          <a:xfrm>
            <a:off x="324000" y="43825"/>
            <a:ext cx="1316700" cy="382800"/>
          </a:xfrm>
          <a:prstGeom prst="rect">
            <a:avLst/>
          </a:prstGeom>
          <a:noFill/>
          <a:ln>
            <a:noFill/>
          </a:ln>
        </p:spPr>
        <p:txBody>
          <a:bodyPr spcFirstLastPara="1" wrap="square" lIns="0" tIns="0" rIns="0" bIns="0" anchor="b" anchorCtr="0">
            <a:noAutofit/>
          </a:bodyPr>
          <a:lstStyle/>
          <a:p>
            <a:pPr marL="0" lvl="0" indent="0" algn="l" rtl="0">
              <a:lnSpc>
                <a:spcPct val="100000"/>
              </a:lnSpc>
              <a:spcBef>
                <a:spcPct val="0"/>
              </a:spcBef>
              <a:spcAft>
                <a:spcPct val="0"/>
              </a:spcAft>
              <a:buNone/>
            </a:pPr>
            <a:r>
              <a:rPr lang="en-GB" sz="2000" b="1">
                <a:solidFill>
                  <a:srgbClr val="FFFFFF"/>
                </a:solidFill>
                <a:latin typeface="Lexend"/>
                <a:ea typeface="Lexend"/>
                <a:cs typeface="Lexend"/>
                <a:sym typeface="Lexend"/>
              </a:rPr>
              <a:t>Task C</a:t>
            </a:r>
            <a:endParaRPr sz="2000" b="1">
              <a:solidFill>
                <a:srgbClr val="FFFFFF"/>
              </a:solidFill>
              <a:latin typeface="Lexend"/>
              <a:ea typeface="Lexend"/>
              <a:cs typeface="Lexend"/>
              <a:sym typeface="Lexend"/>
            </a:endParaRPr>
          </a:p>
        </p:txBody>
      </p:sp>
    </p:spTree>
  </p:cSld>
  <p:clrMapOvr>
    <a:masterClrMapping/>
  </p:clrMapOvr>
  <p:transition/>
  <p:timing/>
</p:sldLayout>
</file>

<file path=ppt/slideLayouts/slideLayout5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7 Practice - pink">
  <p:cSld name="TITLE_AND_TWO_COLUMNS_1_1_5_1_3_1_1_1_1_1">
    <p:spTree>
      <p:nvGrpSpPr>
        <p:cNvPr id="673" name="Shape 673"/>
        <p:cNvGrpSpPr/>
        <p:nvPr/>
      </p:nvGrpSpPr>
      <p:grpSpPr>
        <a:xfrm>
          <a:off x="0" y="0"/>
          <a:ext cx="0" cy="0"/>
        </a:xfrm>
      </p:grpSpPr>
      <p:pic>
        <p:nvPicPr>
          <p:cNvPr id="674" name="Google Shape;674;p51"/>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675" name="Google Shape;675;p51"/>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76" name="Google Shape;676;p51"/>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677" name="Google Shape;677;p51"/>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Practice</a:t>
            </a:r>
            <a:endParaRPr sz="900" b="1">
              <a:solidFill>
                <a:srgbClr val="FAEAF6"/>
              </a:solidFill>
              <a:latin typeface="Lexend"/>
              <a:ea typeface="Lexend"/>
              <a:cs typeface="Lexend"/>
              <a:sym typeface="Lexend"/>
            </a:endParaRPr>
          </a:p>
        </p:txBody>
      </p:sp>
      <p:pic>
        <p:nvPicPr>
          <p:cNvPr id="678" name="Google Shape;678;p51"/>
          <p:cNvPicPr preferRelativeResize="0"/>
          <p:nvPr/>
        </p:nvPicPr>
        <p:blipFill>
          <a:blip r:embed="rId2">
            <a:alphaModFix/>
          </a:blip>
          <a:stretch>
            <a:fillRect/>
          </a:stretch>
        </p:blipFill>
        <p:spPr>
          <a:xfrm>
            <a:off x="8517493" y="-11474"/>
            <a:ext cx="499700" cy="499700"/>
          </a:xfrm>
          <a:prstGeom prst="rect">
            <a:avLst/>
          </a:prstGeom>
          <a:noFill/>
          <a:ln>
            <a:noFill/>
          </a:ln>
        </p:spPr>
      </p:pic>
      <p:sp>
        <p:nvSpPr>
          <p:cNvPr id="679" name="Google Shape;679;p51"/>
          <p:cNvSpPr txBox="1"/>
          <p:nvPr>
            <p:ph type="title"/>
          </p:nvPr>
        </p:nvSpPr>
        <p:spPr>
          <a:xfrm>
            <a:off x="1479300" y="39650"/>
            <a:ext cx="6855300" cy="382800"/>
          </a:xfrm>
          <a:prstGeom prst="rect">
            <a:avLst/>
          </a:prstGeom>
        </p:spPr>
        <p:txBody>
          <a:bodyPr spcFirstLastPara="1" wrap="square" lIns="0" tIns="0" rIns="0" bIns="0" anchor="b" anchorCtr="0">
            <a:noAutofit/>
          </a:bodyPr>
          <a:lstStyle>
            <a:lvl1pPr lvl="0" rtl="0">
              <a:lnSpc>
                <a:spcPct val="100000"/>
              </a:lnSpc>
              <a:spcBef>
                <a:spcPct val="0"/>
              </a:spcBef>
              <a:spcAft>
                <a:spcPct val="0"/>
              </a:spcAft>
              <a:buClr>
                <a:schemeClr val="lt1"/>
              </a:buClr>
              <a:buSzPts val="1800"/>
              <a:buNone/>
              <a:defRPr sz="1800" b="0">
                <a:solidFill>
                  <a:schemeClr val="lt1"/>
                </a:solidFill>
              </a:defRPr>
            </a:lvl1pPr>
            <a:lvl2pPr lvl="1" rtl="0">
              <a:lnSpc>
                <a:spcPct val="100000"/>
              </a:lnSpc>
              <a:spcBef>
                <a:spcPct val="0"/>
              </a:spcBef>
              <a:spcAft>
                <a:spcPct val="0"/>
              </a:spcAft>
              <a:buClr>
                <a:schemeClr val="lt1"/>
              </a:buClr>
              <a:buSzPts val="1800"/>
              <a:buNone/>
              <a:defRPr sz="1800">
                <a:solidFill>
                  <a:schemeClr val="lt1"/>
                </a:solidFill>
              </a:defRPr>
            </a:lvl2pPr>
            <a:lvl3pPr lvl="2" rtl="0">
              <a:lnSpc>
                <a:spcPct val="100000"/>
              </a:lnSpc>
              <a:spcBef>
                <a:spcPct val="0"/>
              </a:spcBef>
              <a:spcAft>
                <a:spcPct val="0"/>
              </a:spcAft>
              <a:buClr>
                <a:schemeClr val="lt1"/>
              </a:buClr>
              <a:buSzPts val="1800"/>
              <a:buNone/>
              <a:defRPr sz="1800">
                <a:solidFill>
                  <a:schemeClr val="lt1"/>
                </a:solidFill>
              </a:defRPr>
            </a:lvl3pPr>
            <a:lvl4pPr lvl="3" rtl="0">
              <a:lnSpc>
                <a:spcPct val="100000"/>
              </a:lnSpc>
              <a:spcBef>
                <a:spcPct val="0"/>
              </a:spcBef>
              <a:spcAft>
                <a:spcPct val="0"/>
              </a:spcAft>
              <a:buClr>
                <a:schemeClr val="lt1"/>
              </a:buClr>
              <a:buSzPts val="1800"/>
              <a:buNone/>
              <a:defRPr sz="1800">
                <a:solidFill>
                  <a:schemeClr val="lt1"/>
                </a:solidFill>
              </a:defRPr>
            </a:lvl4pPr>
            <a:lvl5pPr lvl="4" rtl="0">
              <a:lnSpc>
                <a:spcPct val="100000"/>
              </a:lnSpc>
              <a:spcBef>
                <a:spcPct val="0"/>
              </a:spcBef>
              <a:spcAft>
                <a:spcPct val="0"/>
              </a:spcAft>
              <a:buClr>
                <a:schemeClr val="lt1"/>
              </a:buClr>
              <a:buSzPts val="1800"/>
              <a:buNone/>
              <a:defRPr sz="1800">
                <a:solidFill>
                  <a:schemeClr val="lt1"/>
                </a:solidFill>
              </a:defRPr>
            </a:lvl5pPr>
            <a:lvl6pPr lvl="5" rtl="0">
              <a:lnSpc>
                <a:spcPct val="100000"/>
              </a:lnSpc>
              <a:spcBef>
                <a:spcPct val="0"/>
              </a:spcBef>
              <a:spcAft>
                <a:spcPct val="0"/>
              </a:spcAft>
              <a:buClr>
                <a:schemeClr val="lt1"/>
              </a:buClr>
              <a:buSzPts val="1800"/>
              <a:buNone/>
              <a:defRPr sz="1800">
                <a:solidFill>
                  <a:schemeClr val="lt1"/>
                </a:solidFill>
              </a:defRPr>
            </a:lvl6pPr>
            <a:lvl7pPr lvl="6" rtl="0">
              <a:lnSpc>
                <a:spcPct val="100000"/>
              </a:lnSpc>
              <a:spcBef>
                <a:spcPct val="0"/>
              </a:spcBef>
              <a:spcAft>
                <a:spcPct val="0"/>
              </a:spcAft>
              <a:buClr>
                <a:schemeClr val="lt1"/>
              </a:buClr>
              <a:buSzPts val="1800"/>
              <a:buNone/>
              <a:defRPr sz="1800">
                <a:solidFill>
                  <a:schemeClr val="lt1"/>
                </a:solidFill>
              </a:defRPr>
            </a:lvl7pPr>
            <a:lvl8pPr lvl="7" rtl="0">
              <a:lnSpc>
                <a:spcPct val="100000"/>
              </a:lnSpc>
              <a:spcBef>
                <a:spcPct val="0"/>
              </a:spcBef>
              <a:spcAft>
                <a:spcPct val="0"/>
              </a:spcAft>
              <a:buClr>
                <a:schemeClr val="lt1"/>
              </a:buClr>
              <a:buSzPts val="1800"/>
              <a:buNone/>
              <a:defRPr sz="1800">
                <a:solidFill>
                  <a:schemeClr val="lt1"/>
                </a:solidFill>
              </a:defRPr>
            </a:lvl8pPr>
            <a:lvl9pPr lvl="8" rtl="0">
              <a:lnSpc>
                <a:spcPct val="100000"/>
              </a:lnSpc>
              <a:spcBef>
                <a:spcPct val="0"/>
              </a:spcBef>
              <a:spcAft>
                <a:spcPct val="0"/>
              </a:spcAft>
              <a:buClr>
                <a:schemeClr val="lt1"/>
              </a:buClr>
              <a:buSzPts val="1800"/>
              <a:buNone/>
              <a:defRPr sz="1800">
                <a:solidFill>
                  <a:schemeClr val="lt1"/>
                </a:solidFill>
              </a:defRPr>
            </a:lvl9pPr>
          </a:lstStyle>
          <a:p/>
        </p:txBody>
      </p:sp>
      <p:sp>
        <p:nvSpPr>
          <p:cNvPr id="680" name="Google Shape;680;p51"/>
          <p:cNvSpPr txBox="1"/>
          <p:nvPr/>
        </p:nvSpPr>
        <p:spPr>
          <a:xfrm>
            <a:off x="324000" y="43825"/>
            <a:ext cx="1316700" cy="382800"/>
          </a:xfrm>
          <a:prstGeom prst="rect">
            <a:avLst/>
          </a:prstGeom>
          <a:noFill/>
          <a:ln>
            <a:noFill/>
          </a:ln>
        </p:spPr>
        <p:txBody>
          <a:bodyPr spcFirstLastPara="1" wrap="square" lIns="0" tIns="0" rIns="0" bIns="0" anchor="b" anchorCtr="0">
            <a:noAutofit/>
          </a:bodyPr>
          <a:lstStyle/>
          <a:p>
            <a:pPr marL="0" lvl="0" indent="0" algn="l" rtl="0">
              <a:lnSpc>
                <a:spcPct val="100000"/>
              </a:lnSpc>
              <a:spcBef>
                <a:spcPct val="0"/>
              </a:spcBef>
              <a:spcAft>
                <a:spcPct val="0"/>
              </a:spcAft>
              <a:buNone/>
            </a:pPr>
            <a:r>
              <a:rPr lang="en-GB" sz="2000" b="1">
                <a:solidFill>
                  <a:srgbClr val="FFFFFF"/>
                </a:solidFill>
                <a:latin typeface="Lexend"/>
                <a:ea typeface="Lexend"/>
                <a:cs typeface="Lexend"/>
                <a:sym typeface="Lexend"/>
              </a:rPr>
              <a:t>Task D</a:t>
            </a:r>
            <a:endParaRPr sz="2000" b="1">
              <a:solidFill>
                <a:srgbClr val="FFFFFF"/>
              </a:solidFill>
              <a:latin typeface="Lexend"/>
              <a:ea typeface="Lexend"/>
              <a:cs typeface="Lexend"/>
              <a:sym typeface="Lexend"/>
            </a:endParaRPr>
          </a:p>
        </p:txBody>
      </p:sp>
    </p:spTree>
  </p:cSld>
  <p:clrMapOvr>
    <a:masterClrMapping/>
  </p:clrMapOvr>
  <p:transition/>
  <p:timing/>
</p:sldLayout>
</file>

<file path=ppt/slideLayouts/slideLayout5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8 Feedback - purple">
  <p:cSld name="TITLE_AND_TWO_COLUMNS_1_1_5_1_3_1_1_1">
    <p:bg>
      <p:bgPr>
        <a:solidFill>
          <a:srgbClr val="F3EEFB"/>
        </a:solidFill>
      </p:bgPr>
    </p:bg>
    <p:spTree>
      <p:nvGrpSpPr>
        <p:cNvPr id="681" name="Shape 681"/>
        <p:cNvGrpSpPr/>
        <p:nvPr/>
      </p:nvGrpSpPr>
      <p:grpSpPr>
        <a:xfrm>
          <a:off x="0" y="0"/>
          <a:ext cx="0" cy="0"/>
        </a:xfrm>
      </p:grpSpPr>
      <p:pic>
        <p:nvPicPr>
          <p:cNvPr id="682" name="Google Shape;682;p52"/>
          <p:cNvPicPr preferRelativeResize="0"/>
          <p:nvPr/>
        </p:nvPicPr>
        <p:blipFill>
          <a:blip r:embed="rId1">
            <a:alphaModFix/>
          </a:blip>
          <a:stretch>
            <a:fillRect/>
          </a:stretch>
        </p:blipFill>
        <p:spPr>
          <a:xfrm>
            <a:off x="0" y="532525"/>
            <a:ext cx="9151202" cy="116709"/>
          </a:xfrm>
          <a:prstGeom prst="rect">
            <a:avLst/>
          </a:prstGeom>
          <a:noFill/>
          <a:ln>
            <a:noFill/>
          </a:ln>
        </p:spPr>
      </p:pic>
      <p:sp>
        <p:nvSpPr>
          <p:cNvPr id="683" name="Google Shape;683;p52"/>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84" name="Google Shape;684;p52"/>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pic>
        <p:nvPicPr>
          <p:cNvPr id="685" name="Google Shape;685;p52"/>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686" name="Google Shape;686;p52"/>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3EEFB"/>
                </a:solidFill>
                <a:latin typeface="Lexend"/>
                <a:ea typeface="Lexend"/>
                <a:cs typeface="Lexend"/>
                <a:sym typeface="Lexend"/>
              </a:rPr>
              <a:t>Feedback</a:t>
            </a:r>
            <a:endParaRPr sz="900" b="1">
              <a:solidFill>
                <a:srgbClr val="F3EEFB"/>
              </a:solidFill>
              <a:latin typeface="Lexend"/>
              <a:ea typeface="Lexend"/>
              <a:cs typeface="Lexend"/>
              <a:sym typeface="Lexend"/>
            </a:endParaRPr>
          </a:p>
        </p:txBody>
      </p:sp>
      <p:sp>
        <p:nvSpPr>
          <p:cNvPr id="687" name="Google Shape;687;p52"/>
          <p:cNvSpPr txBox="1"/>
          <p:nvPr>
            <p:ph type="title"/>
          </p:nvPr>
        </p:nvSpPr>
        <p:spPr>
          <a:xfrm>
            <a:off x="1479300" y="39650"/>
            <a:ext cx="6855300" cy="382800"/>
          </a:xfrm>
          <a:prstGeom prst="rect">
            <a:avLst/>
          </a:prstGeom>
        </p:spPr>
        <p:txBody>
          <a:bodyPr spcFirstLastPara="1" wrap="square" lIns="0" tIns="0" rIns="0" bIns="0" anchor="b" anchorCtr="0">
            <a:noAutofit/>
          </a:bodyPr>
          <a:lstStyle>
            <a:lvl1pPr lvl="0" rtl="0">
              <a:lnSpc>
                <a:spcPct val="100000"/>
              </a:lnSpc>
              <a:spcBef>
                <a:spcPct val="0"/>
              </a:spcBef>
              <a:spcAft>
                <a:spcPct val="0"/>
              </a:spcAft>
              <a:buClr>
                <a:schemeClr val="lt1"/>
              </a:buClr>
              <a:buSzPts val="1800"/>
              <a:buNone/>
              <a:defRPr sz="1800" b="0">
                <a:solidFill>
                  <a:schemeClr val="lt1"/>
                </a:solidFill>
              </a:defRPr>
            </a:lvl1pPr>
            <a:lvl2pPr lvl="1" rtl="0">
              <a:lnSpc>
                <a:spcPct val="100000"/>
              </a:lnSpc>
              <a:spcBef>
                <a:spcPct val="0"/>
              </a:spcBef>
              <a:spcAft>
                <a:spcPct val="0"/>
              </a:spcAft>
              <a:buClr>
                <a:schemeClr val="lt1"/>
              </a:buClr>
              <a:buSzPts val="1800"/>
              <a:buNone/>
              <a:defRPr sz="1800">
                <a:solidFill>
                  <a:schemeClr val="lt1"/>
                </a:solidFill>
              </a:defRPr>
            </a:lvl2pPr>
            <a:lvl3pPr lvl="2" rtl="0">
              <a:lnSpc>
                <a:spcPct val="100000"/>
              </a:lnSpc>
              <a:spcBef>
                <a:spcPct val="0"/>
              </a:spcBef>
              <a:spcAft>
                <a:spcPct val="0"/>
              </a:spcAft>
              <a:buClr>
                <a:schemeClr val="lt1"/>
              </a:buClr>
              <a:buSzPts val="1800"/>
              <a:buNone/>
              <a:defRPr sz="1800">
                <a:solidFill>
                  <a:schemeClr val="lt1"/>
                </a:solidFill>
              </a:defRPr>
            </a:lvl3pPr>
            <a:lvl4pPr lvl="3" rtl="0">
              <a:lnSpc>
                <a:spcPct val="100000"/>
              </a:lnSpc>
              <a:spcBef>
                <a:spcPct val="0"/>
              </a:spcBef>
              <a:spcAft>
                <a:spcPct val="0"/>
              </a:spcAft>
              <a:buClr>
                <a:schemeClr val="lt1"/>
              </a:buClr>
              <a:buSzPts val="1800"/>
              <a:buNone/>
              <a:defRPr sz="1800">
                <a:solidFill>
                  <a:schemeClr val="lt1"/>
                </a:solidFill>
              </a:defRPr>
            </a:lvl4pPr>
            <a:lvl5pPr lvl="4" rtl="0">
              <a:lnSpc>
                <a:spcPct val="100000"/>
              </a:lnSpc>
              <a:spcBef>
                <a:spcPct val="0"/>
              </a:spcBef>
              <a:spcAft>
                <a:spcPct val="0"/>
              </a:spcAft>
              <a:buClr>
                <a:schemeClr val="lt1"/>
              </a:buClr>
              <a:buSzPts val="1800"/>
              <a:buNone/>
              <a:defRPr sz="1800">
                <a:solidFill>
                  <a:schemeClr val="lt1"/>
                </a:solidFill>
              </a:defRPr>
            </a:lvl5pPr>
            <a:lvl6pPr lvl="5" rtl="0">
              <a:lnSpc>
                <a:spcPct val="100000"/>
              </a:lnSpc>
              <a:spcBef>
                <a:spcPct val="0"/>
              </a:spcBef>
              <a:spcAft>
                <a:spcPct val="0"/>
              </a:spcAft>
              <a:buClr>
                <a:schemeClr val="lt1"/>
              </a:buClr>
              <a:buSzPts val="1800"/>
              <a:buNone/>
              <a:defRPr sz="1800">
                <a:solidFill>
                  <a:schemeClr val="lt1"/>
                </a:solidFill>
              </a:defRPr>
            </a:lvl6pPr>
            <a:lvl7pPr lvl="6" rtl="0">
              <a:lnSpc>
                <a:spcPct val="100000"/>
              </a:lnSpc>
              <a:spcBef>
                <a:spcPct val="0"/>
              </a:spcBef>
              <a:spcAft>
                <a:spcPct val="0"/>
              </a:spcAft>
              <a:buClr>
                <a:schemeClr val="lt1"/>
              </a:buClr>
              <a:buSzPts val="1800"/>
              <a:buNone/>
              <a:defRPr sz="1800">
                <a:solidFill>
                  <a:schemeClr val="lt1"/>
                </a:solidFill>
              </a:defRPr>
            </a:lvl7pPr>
            <a:lvl8pPr lvl="7" rtl="0">
              <a:lnSpc>
                <a:spcPct val="100000"/>
              </a:lnSpc>
              <a:spcBef>
                <a:spcPct val="0"/>
              </a:spcBef>
              <a:spcAft>
                <a:spcPct val="0"/>
              </a:spcAft>
              <a:buClr>
                <a:schemeClr val="lt1"/>
              </a:buClr>
              <a:buSzPts val="1800"/>
              <a:buNone/>
              <a:defRPr sz="1800">
                <a:solidFill>
                  <a:schemeClr val="lt1"/>
                </a:solidFill>
              </a:defRPr>
            </a:lvl8pPr>
            <a:lvl9pPr lvl="8" rtl="0">
              <a:lnSpc>
                <a:spcPct val="100000"/>
              </a:lnSpc>
              <a:spcBef>
                <a:spcPct val="0"/>
              </a:spcBef>
              <a:spcAft>
                <a:spcPct val="0"/>
              </a:spcAft>
              <a:buClr>
                <a:schemeClr val="lt1"/>
              </a:buClr>
              <a:buSzPts val="1800"/>
              <a:buNone/>
              <a:defRPr sz="1800">
                <a:solidFill>
                  <a:schemeClr val="lt1"/>
                </a:solidFill>
              </a:defRPr>
            </a:lvl9pPr>
          </a:lstStyle>
          <a:p/>
        </p:txBody>
      </p:sp>
      <p:sp>
        <p:nvSpPr>
          <p:cNvPr id="688" name="Google Shape;688;p52"/>
          <p:cNvSpPr txBox="1"/>
          <p:nvPr/>
        </p:nvSpPr>
        <p:spPr>
          <a:xfrm>
            <a:off x="324000" y="43825"/>
            <a:ext cx="1316700" cy="382800"/>
          </a:xfrm>
          <a:prstGeom prst="rect">
            <a:avLst/>
          </a:prstGeom>
          <a:noFill/>
          <a:ln>
            <a:noFill/>
          </a:ln>
        </p:spPr>
        <p:txBody>
          <a:bodyPr spcFirstLastPara="1" wrap="square" lIns="0" tIns="0" rIns="0" bIns="0" anchor="b" anchorCtr="0">
            <a:noAutofit/>
          </a:bodyPr>
          <a:lstStyle/>
          <a:p>
            <a:pPr marL="0" lvl="0" indent="0" algn="l" rtl="0">
              <a:lnSpc>
                <a:spcPct val="100000"/>
              </a:lnSpc>
              <a:spcBef>
                <a:spcPct val="0"/>
              </a:spcBef>
              <a:spcAft>
                <a:spcPct val="0"/>
              </a:spcAft>
              <a:buNone/>
            </a:pPr>
            <a:r>
              <a:rPr lang="en-GB" sz="2000" b="1">
                <a:solidFill>
                  <a:srgbClr val="FFFFFF"/>
                </a:solidFill>
                <a:latin typeface="Lexend"/>
                <a:ea typeface="Lexend"/>
                <a:cs typeface="Lexend"/>
                <a:sym typeface="Lexend"/>
              </a:rPr>
              <a:t>Task A</a:t>
            </a:r>
            <a:endParaRPr sz="2000" b="1">
              <a:solidFill>
                <a:srgbClr val="FFFFFF"/>
              </a:solidFill>
              <a:latin typeface="Lexend"/>
              <a:ea typeface="Lexend"/>
              <a:cs typeface="Lexend"/>
              <a:sym typeface="Lexend"/>
            </a:endParaRPr>
          </a:p>
        </p:txBody>
      </p:sp>
    </p:spTree>
  </p:cSld>
  <p:clrMapOvr>
    <a:masterClrMapping/>
  </p:clrMapOvr>
  <p:transition/>
  <p:timing/>
</p:sldLayout>
</file>

<file path=ppt/slideLayouts/slideLayout5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8 Feedback - jade">
  <p:cSld name="TITLE_AND_TWO_COLUMNS_1_1_5_1_3_1_1_1_1_2">
    <p:bg>
      <p:bgPr>
        <a:solidFill>
          <a:srgbClr val="E6F2F2"/>
        </a:solidFill>
      </p:bgPr>
    </p:bg>
    <p:spTree>
      <p:nvGrpSpPr>
        <p:cNvPr id="689" name="Shape 689"/>
        <p:cNvGrpSpPr/>
        <p:nvPr/>
      </p:nvGrpSpPr>
      <p:grpSpPr>
        <a:xfrm>
          <a:off x="0" y="0"/>
          <a:ext cx="0" cy="0"/>
        </a:xfrm>
      </p:grpSpPr>
      <p:pic>
        <p:nvPicPr>
          <p:cNvPr id="690" name="Google Shape;690;p53"/>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691" name="Google Shape;691;p53"/>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92" name="Google Shape;692;p53"/>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693" name="Google Shape;693;p53"/>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Feedback</a:t>
            </a:r>
            <a:endParaRPr sz="900" b="1">
              <a:solidFill>
                <a:srgbClr val="E6F2F2"/>
              </a:solidFill>
              <a:latin typeface="Lexend"/>
              <a:ea typeface="Lexend"/>
              <a:cs typeface="Lexend"/>
              <a:sym typeface="Lexend"/>
            </a:endParaRPr>
          </a:p>
        </p:txBody>
      </p:sp>
      <p:pic>
        <p:nvPicPr>
          <p:cNvPr id="694" name="Google Shape;694;p53"/>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695" name="Google Shape;695;p53"/>
          <p:cNvSpPr txBox="1"/>
          <p:nvPr>
            <p:ph type="title"/>
          </p:nvPr>
        </p:nvSpPr>
        <p:spPr>
          <a:xfrm>
            <a:off x="1479300" y="39650"/>
            <a:ext cx="6855300" cy="382800"/>
          </a:xfrm>
          <a:prstGeom prst="rect">
            <a:avLst/>
          </a:prstGeom>
        </p:spPr>
        <p:txBody>
          <a:bodyPr spcFirstLastPara="1" wrap="square" lIns="0" tIns="0" rIns="0" bIns="0" anchor="b" anchorCtr="0">
            <a:noAutofit/>
          </a:bodyPr>
          <a:lstStyle>
            <a:lvl1pPr lvl="0" rtl="0">
              <a:lnSpc>
                <a:spcPct val="100000"/>
              </a:lnSpc>
              <a:spcBef>
                <a:spcPct val="0"/>
              </a:spcBef>
              <a:spcAft>
                <a:spcPct val="0"/>
              </a:spcAft>
              <a:buClr>
                <a:schemeClr val="lt1"/>
              </a:buClr>
              <a:buSzPts val="1800"/>
              <a:buNone/>
              <a:defRPr sz="1800" b="0">
                <a:solidFill>
                  <a:schemeClr val="lt1"/>
                </a:solidFill>
              </a:defRPr>
            </a:lvl1pPr>
            <a:lvl2pPr lvl="1" rtl="0">
              <a:lnSpc>
                <a:spcPct val="100000"/>
              </a:lnSpc>
              <a:spcBef>
                <a:spcPct val="0"/>
              </a:spcBef>
              <a:spcAft>
                <a:spcPct val="0"/>
              </a:spcAft>
              <a:buClr>
                <a:schemeClr val="lt1"/>
              </a:buClr>
              <a:buSzPts val="1800"/>
              <a:buNone/>
              <a:defRPr sz="1800">
                <a:solidFill>
                  <a:schemeClr val="lt1"/>
                </a:solidFill>
              </a:defRPr>
            </a:lvl2pPr>
            <a:lvl3pPr lvl="2" rtl="0">
              <a:lnSpc>
                <a:spcPct val="100000"/>
              </a:lnSpc>
              <a:spcBef>
                <a:spcPct val="0"/>
              </a:spcBef>
              <a:spcAft>
                <a:spcPct val="0"/>
              </a:spcAft>
              <a:buClr>
                <a:schemeClr val="lt1"/>
              </a:buClr>
              <a:buSzPts val="1800"/>
              <a:buNone/>
              <a:defRPr sz="1800">
                <a:solidFill>
                  <a:schemeClr val="lt1"/>
                </a:solidFill>
              </a:defRPr>
            </a:lvl3pPr>
            <a:lvl4pPr lvl="3" rtl="0">
              <a:lnSpc>
                <a:spcPct val="100000"/>
              </a:lnSpc>
              <a:spcBef>
                <a:spcPct val="0"/>
              </a:spcBef>
              <a:spcAft>
                <a:spcPct val="0"/>
              </a:spcAft>
              <a:buClr>
                <a:schemeClr val="lt1"/>
              </a:buClr>
              <a:buSzPts val="1800"/>
              <a:buNone/>
              <a:defRPr sz="1800">
                <a:solidFill>
                  <a:schemeClr val="lt1"/>
                </a:solidFill>
              </a:defRPr>
            </a:lvl4pPr>
            <a:lvl5pPr lvl="4" rtl="0">
              <a:lnSpc>
                <a:spcPct val="100000"/>
              </a:lnSpc>
              <a:spcBef>
                <a:spcPct val="0"/>
              </a:spcBef>
              <a:spcAft>
                <a:spcPct val="0"/>
              </a:spcAft>
              <a:buClr>
                <a:schemeClr val="lt1"/>
              </a:buClr>
              <a:buSzPts val="1800"/>
              <a:buNone/>
              <a:defRPr sz="1800">
                <a:solidFill>
                  <a:schemeClr val="lt1"/>
                </a:solidFill>
              </a:defRPr>
            </a:lvl5pPr>
            <a:lvl6pPr lvl="5" rtl="0">
              <a:lnSpc>
                <a:spcPct val="100000"/>
              </a:lnSpc>
              <a:spcBef>
                <a:spcPct val="0"/>
              </a:spcBef>
              <a:spcAft>
                <a:spcPct val="0"/>
              </a:spcAft>
              <a:buClr>
                <a:schemeClr val="lt1"/>
              </a:buClr>
              <a:buSzPts val="1800"/>
              <a:buNone/>
              <a:defRPr sz="1800">
                <a:solidFill>
                  <a:schemeClr val="lt1"/>
                </a:solidFill>
              </a:defRPr>
            </a:lvl6pPr>
            <a:lvl7pPr lvl="6" rtl="0">
              <a:lnSpc>
                <a:spcPct val="100000"/>
              </a:lnSpc>
              <a:spcBef>
                <a:spcPct val="0"/>
              </a:spcBef>
              <a:spcAft>
                <a:spcPct val="0"/>
              </a:spcAft>
              <a:buClr>
                <a:schemeClr val="lt1"/>
              </a:buClr>
              <a:buSzPts val="1800"/>
              <a:buNone/>
              <a:defRPr sz="1800">
                <a:solidFill>
                  <a:schemeClr val="lt1"/>
                </a:solidFill>
              </a:defRPr>
            </a:lvl7pPr>
            <a:lvl8pPr lvl="7" rtl="0">
              <a:lnSpc>
                <a:spcPct val="100000"/>
              </a:lnSpc>
              <a:spcBef>
                <a:spcPct val="0"/>
              </a:spcBef>
              <a:spcAft>
                <a:spcPct val="0"/>
              </a:spcAft>
              <a:buClr>
                <a:schemeClr val="lt1"/>
              </a:buClr>
              <a:buSzPts val="1800"/>
              <a:buNone/>
              <a:defRPr sz="1800">
                <a:solidFill>
                  <a:schemeClr val="lt1"/>
                </a:solidFill>
              </a:defRPr>
            </a:lvl8pPr>
            <a:lvl9pPr lvl="8" rtl="0">
              <a:lnSpc>
                <a:spcPct val="100000"/>
              </a:lnSpc>
              <a:spcBef>
                <a:spcPct val="0"/>
              </a:spcBef>
              <a:spcAft>
                <a:spcPct val="0"/>
              </a:spcAft>
              <a:buClr>
                <a:schemeClr val="lt1"/>
              </a:buClr>
              <a:buSzPts val="1800"/>
              <a:buNone/>
              <a:defRPr sz="1800">
                <a:solidFill>
                  <a:schemeClr val="lt1"/>
                </a:solidFill>
              </a:defRPr>
            </a:lvl9pPr>
          </a:lstStyle>
          <a:p/>
        </p:txBody>
      </p:sp>
      <p:sp>
        <p:nvSpPr>
          <p:cNvPr id="696" name="Google Shape;696;p53"/>
          <p:cNvSpPr txBox="1"/>
          <p:nvPr/>
        </p:nvSpPr>
        <p:spPr>
          <a:xfrm>
            <a:off x="324000" y="43825"/>
            <a:ext cx="1316700" cy="382800"/>
          </a:xfrm>
          <a:prstGeom prst="rect">
            <a:avLst/>
          </a:prstGeom>
          <a:noFill/>
          <a:ln>
            <a:noFill/>
          </a:ln>
        </p:spPr>
        <p:txBody>
          <a:bodyPr spcFirstLastPara="1" wrap="square" lIns="0" tIns="0" rIns="0" bIns="0" anchor="b" anchorCtr="0">
            <a:noAutofit/>
          </a:bodyPr>
          <a:lstStyle/>
          <a:p>
            <a:pPr marL="0" lvl="0" indent="0" algn="l" rtl="0">
              <a:lnSpc>
                <a:spcPct val="100000"/>
              </a:lnSpc>
              <a:spcBef>
                <a:spcPct val="0"/>
              </a:spcBef>
              <a:spcAft>
                <a:spcPct val="0"/>
              </a:spcAft>
              <a:buNone/>
            </a:pPr>
            <a:r>
              <a:rPr lang="en-GB" sz="2000" b="1">
                <a:solidFill>
                  <a:srgbClr val="FFFFFF"/>
                </a:solidFill>
                <a:latin typeface="Lexend"/>
                <a:ea typeface="Lexend"/>
                <a:cs typeface="Lexend"/>
                <a:sym typeface="Lexend"/>
              </a:rPr>
              <a:t>Task B</a:t>
            </a:r>
            <a:endParaRPr sz="2000" b="1">
              <a:solidFill>
                <a:srgbClr val="FFFFFF"/>
              </a:solidFill>
              <a:latin typeface="Lexend"/>
              <a:ea typeface="Lexend"/>
              <a:cs typeface="Lexend"/>
              <a:sym typeface="Lexend"/>
            </a:endParaRPr>
          </a:p>
        </p:txBody>
      </p:sp>
    </p:spTree>
  </p:cSld>
  <p:clrMapOvr>
    <a:masterClrMapping/>
  </p:clrMapOvr>
  <p:transition/>
  <p:timing/>
</p:sldLayout>
</file>

<file path=ppt/slideLayouts/slideLayout5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8 Feedback - blue">
  <p:cSld name="TITLE_AND_TWO_COLUMNS_1_1_5_1_3_1_2_1">
    <p:bg>
      <p:bgPr>
        <a:solidFill>
          <a:srgbClr val="EBEDFE"/>
        </a:solidFill>
      </p:bgPr>
    </p:bg>
    <p:spTree>
      <p:nvGrpSpPr>
        <p:cNvPr id="697" name="Shape 697"/>
        <p:cNvGrpSpPr/>
        <p:nvPr/>
      </p:nvGrpSpPr>
      <p:grpSpPr>
        <a:xfrm>
          <a:off x="0" y="0"/>
          <a:ext cx="0" cy="0"/>
        </a:xfrm>
      </p:grpSpPr>
      <p:pic>
        <p:nvPicPr>
          <p:cNvPr id="698" name="Google Shape;698;p54"/>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699" name="Google Shape;699;p54"/>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700" name="Google Shape;700;p54"/>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701" name="Google Shape;701;p54"/>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Feedback</a:t>
            </a:r>
            <a:endParaRPr sz="900" b="1">
              <a:solidFill>
                <a:srgbClr val="E6F2F2"/>
              </a:solidFill>
              <a:latin typeface="Lexend"/>
              <a:ea typeface="Lexend"/>
              <a:cs typeface="Lexend"/>
              <a:sym typeface="Lexend"/>
            </a:endParaRPr>
          </a:p>
        </p:txBody>
      </p:sp>
      <p:pic>
        <p:nvPicPr>
          <p:cNvPr id="702" name="Google Shape;702;p54"/>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703" name="Google Shape;703;p54"/>
          <p:cNvSpPr txBox="1"/>
          <p:nvPr>
            <p:ph type="title"/>
          </p:nvPr>
        </p:nvSpPr>
        <p:spPr>
          <a:xfrm>
            <a:off x="1479300" y="39650"/>
            <a:ext cx="6855300" cy="382800"/>
          </a:xfrm>
          <a:prstGeom prst="rect">
            <a:avLst/>
          </a:prstGeom>
        </p:spPr>
        <p:txBody>
          <a:bodyPr spcFirstLastPara="1" wrap="square" lIns="0" tIns="0" rIns="0" bIns="0" anchor="b" anchorCtr="0">
            <a:noAutofit/>
          </a:bodyPr>
          <a:lstStyle>
            <a:lvl1pPr lvl="0" rtl="0">
              <a:lnSpc>
                <a:spcPct val="100000"/>
              </a:lnSpc>
              <a:spcBef>
                <a:spcPct val="0"/>
              </a:spcBef>
              <a:spcAft>
                <a:spcPct val="0"/>
              </a:spcAft>
              <a:buClr>
                <a:schemeClr val="lt1"/>
              </a:buClr>
              <a:buSzPts val="1800"/>
              <a:buNone/>
              <a:defRPr sz="1800" b="0">
                <a:solidFill>
                  <a:schemeClr val="lt1"/>
                </a:solidFill>
              </a:defRPr>
            </a:lvl1pPr>
            <a:lvl2pPr lvl="1" rtl="0">
              <a:lnSpc>
                <a:spcPct val="100000"/>
              </a:lnSpc>
              <a:spcBef>
                <a:spcPct val="0"/>
              </a:spcBef>
              <a:spcAft>
                <a:spcPct val="0"/>
              </a:spcAft>
              <a:buClr>
                <a:schemeClr val="lt1"/>
              </a:buClr>
              <a:buSzPts val="1800"/>
              <a:buNone/>
              <a:defRPr sz="1800">
                <a:solidFill>
                  <a:schemeClr val="lt1"/>
                </a:solidFill>
              </a:defRPr>
            </a:lvl2pPr>
            <a:lvl3pPr lvl="2" rtl="0">
              <a:lnSpc>
                <a:spcPct val="100000"/>
              </a:lnSpc>
              <a:spcBef>
                <a:spcPct val="0"/>
              </a:spcBef>
              <a:spcAft>
                <a:spcPct val="0"/>
              </a:spcAft>
              <a:buClr>
                <a:schemeClr val="lt1"/>
              </a:buClr>
              <a:buSzPts val="1800"/>
              <a:buNone/>
              <a:defRPr sz="1800">
                <a:solidFill>
                  <a:schemeClr val="lt1"/>
                </a:solidFill>
              </a:defRPr>
            </a:lvl3pPr>
            <a:lvl4pPr lvl="3" rtl="0">
              <a:lnSpc>
                <a:spcPct val="100000"/>
              </a:lnSpc>
              <a:spcBef>
                <a:spcPct val="0"/>
              </a:spcBef>
              <a:spcAft>
                <a:spcPct val="0"/>
              </a:spcAft>
              <a:buClr>
                <a:schemeClr val="lt1"/>
              </a:buClr>
              <a:buSzPts val="1800"/>
              <a:buNone/>
              <a:defRPr sz="1800">
                <a:solidFill>
                  <a:schemeClr val="lt1"/>
                </a:solidFill>
              </a:defRPr>
            </a:lvl4pPr>
            <a:lvl5pPr lvl="4" rtl="0">
              <a:lnSpc>
                <a:spcPct val="100000"/>
              </a:lnSpc>
              <a:spcBef>
                <a:spcPct val="0"/>
              </a:spcBef>
              <a:spcAft>
                <a:spcPct val="0"/>
              </a:spcAft>
              <a:buClr>
                <a:schemeClr val="lt1"/>
              </a:buClr>
              <a:buSzPts val="1800"/>
              <a:buNone/>
              <a:defRPr sz="1800">
                <a:solidFill>
                  <a:schemeClr val="lt1"/>
                </a:solidFill>
              </a:defRPr>
            </a:lvl5pPr>
            <a:lvl6pPr lvl="5" rtl="0">
              <a:lnSpc>
                <a:spcPct val="100000"/>
              </a:lnSpc>
              <a:spcBef>
                <a:spcPct val="0"/>
              </a:spcBef>
              <a:spcAft>
                <a:spcPct val="0"/>
              </a:spcAft>
              <a:buClr>
                <a:schemeClr val="lt1"/>
              </a:buClr>
              <a:buSzPts val="1800"/>
              <a:buNone/>
              <a:defRPr sz="1800">
                <a:solidFill>
                  <a:schemeClr val="lt1"/>
                </a:solidFill>
              </a:defRPr>
            </a:lvl6pPr>
            <a:lvl7pPr lvl="6" rtl="0">
              <a:lnSpc>
                <a:spcPct val="100000"/>
              </a:lnSpc>
              <a:spcBef>
                <a:spcPct val="0"/>
              </a:spcBef>
              <a:spcAft>
                <a:spcPct val="0"/>
              </a:spcAft>
              <a:buClr>
                <a:schemeClr val="lt1"/>
              </a:buClr>
              <a:buSzPts val="1800"/>
              <a:buNone/>
              <a:defRPr sz="1800">
                <a:solidFill>
                  <a:schemeClr val="lt1"/>
                </a:solidFill>
              </a:defRPr>
            </a:lvl7pPr>
            <a:lvl8pPr lvl="7" rtl="0">
              <a:lnSpc>
                <a:spcPct val="100000"/>
              </a:lnSpc>
              <a:spcBef>
                <a:spcPct val="0"/>
              </a:spcBef>
              <a:spcAft>
                <a:spcPct val="0"/>
              </a:spcAft>
              <a:buClr>
                <a:schemeClr val="lt1"/>
              </a:buClr>
              <a:buSzPts val="1800"/>
              <a:buNone/>
              <a:defRPr sz="1800">
                <a:solidFill>
                  <a:schemeClr val="lt1"/>
                </a:solidFill>
              </a:defRPr>
            </a:lvl8pPr>
            <a:lvl9pPr lvl="8" rtl="0">
              <a:lnSpc>
                <a:spcPct val="100000"/>
              </a:lnSpc>
              <a:spcBef>
                <a:spcPct val="0"/>
              </a:spcBef>
              <a:spcAft>
                <a:spcPct val="0"/>
              </a:spcAft>
              <a:buClr>
                <a:schemeClr val="lt1"/>
              </a:buClr>
              <a:buSzPts val="1800"/>
              <a:buNone/>
              <a:defRPr sz="1800">
                <a:solidFill>
                  <a:schemeClr val="lt1"/>
                </a:solidFill>
              </a:defRPr>
            </a:lvl9pPr>
          </a:lstStyle>
          <a:p/>
        </p:txBody>
      </p:sp>
      <p:sp>
        <p:nvSpPr>
          <p:cNvPr id="704" name="Google Shape;704;p54"/>
          <p:cNvSpPr txBox="1"/>
          <p:nvPr/>
        </p:nvSpPr>
        <p:spPr>
          <a:xfrm>
            <a:off x="324000" y="43825"/>
            <a:ext cx="1316700" cy="382800"/>
          </a:xfrm>
          <a:prstGeom prst="rect">
            <a:avLst/>
          </a:prstGeom>
          <a:noFill/>
          <a:ln>
            <a:noFill/>
          </a:ln>
        </p:spPr>
        <p:txBody>
          <a:bodyPr spcFirstLastPara="1" wrap="square" lIns="0" tIns="0" rIns="0" bIns="0" anchor="b" anchorCtr="0">
            <a:noAutofit/>
          </a:bodyPr>
          <a:lstStyle/>
          <a:p>
            <a:pPr marL="0" lvl="0" indent="0" algn="l" rtl="0">
              <a:lnSpc>
                <a:spcPct val="100000"/>
              </a:lnSpc>
              <a:spcBef>
                <a:spcPct val="0"/>
              </a:spcBef>
              <a:spcAft>
                <a:spcPct val="0"/>
              </a:spcAft>
              <a:buNone/>
            </a:pPr>
            <a:r>
              <a:rPr lang="en-GB" sz="2000" b="1">
                <a:solidFill>
                  <a:srgbClr val="FFFFFF"/>
                </a:solidFill>
                <a:latin typeface="Lexend"/>
                <a:ea typeface="Lexend"/>
                <a:cs typeface="Lexend"/>
                <a:sym typeface="Lexend"/>
              </a:rPr>
              <a:t>Task C</a:t>
            </a:r>
            <a:endParaRPr sz="2000" b="1">
              <a:solidFill>
                <a:srgbClr val="FFFFFF"/>
              </a:solidFill>
              <a:latin typeface="Lexend"/>
              <a:ea typeface="Lexend"/>
              <a:cs typeface="Lexend"/>
              <a:sym typeface="Lexend"/>
            </a:endParaRPr>
          </a:p>
        </p:txBody>
      </p:sp>
    </p:spTree>
  </p:cSld>
  <p:clrMapOvr>
    <a:masterClrMapping/>
  </p:clrMapOvr>
  <p:transition/>
  <p:timing/>
</p:sldLayout>
</file>

<file path=ppt/slideLayouts/slideLayout5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8 Feedback - pink">
  <p:cSld name="TITLE_AND_TWO_COLUMNS_1_1_5_1_3_1_1_1_1_1_1">
    <p:bg>
      <p:bgPr>
        <a:solidFill>
          <a:srgbClr val="FAEAF6"/>
        </a:solidFill>
      </p:bgPr>
    </p:bg>
    <p:spTree>
      <p:nvGrpSpPr>
        <p:cNvPr id="705" name="Shape 705"/>
        <p:cNvGrpSpPr/>
        <p:nvPr/>
      </p:nvGrpSpPr>
      <p:grpSpPr>
        <a:xfrm>
          <a:off x="0" y="0"/>
          <a:ext cx="0" cy="0"/>
        </a:xfrm>
      </p:grpSpPr>
      <p:pic>
        <p:nvPicPr>
          <p:cNvPr id="706" name="Google Shape;706;p55"/>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707" name="Google Shape;707;p55"/>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708" name="Google Shape;708;p55"/>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709" name="Google Shape;709;p55"/>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Feedback</a:t>
            </a:r>
            <a:endParaRPr sz="900" b="1">
              <a:solidFill>
                <a:srgbClr val="FAEAF6"/>
              </a:solidFill>
              <a:latin typeface="Lexend"/>
              <a:ea typeface="Lexend"/>
              <a:cs typeface="Lexend"/>
              <a:sym typeface="Lexend"/>
            </a:endParaRPr>
          </a:p>
        </p:txBody>
      </p:sp>
      <p:pic>
        <p:nvPicPr>
          <p:cNvPr id="710" name="Google Shape;710;p55"/>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711" name="Google Shape;711;p55"/>
          <p:cNvSpPr txBox="1"/>
          <p:nvPr/>
        </p:nvSpPr>
        <p:spPr>
          <a:xfrm>
            <a:off x="324000" y="43825"/>
            <a:ext cx="1316700" cy="382800"/>
          </a:xfrm>
          <a:prstGeom prst="rect">
            <a:avLst/>
          </a:prstGeom>
          <a:noFill/>
          <a:ln>
            <a:noFill/>
          </a:ln>
        </p:spPr>
        <p:txBody>
          <a:bodyPr spcFirstLastPara="1" wrap="square" lIns="0" tIns="0" rIns="0" bIns="0" anchor="b" anchorCtr="0">
            <a:noAutofit/>
          </a:bodyPr>
          <a:lstStyle/>
          <a:p>
            <a:pPr marL="0" lvl="0" indent="0" algn="l" rtl="0">
              <a:lnSpc>
                <a:spcPct val="100000"/>
              </a:lnSpc>
              <a:spcBef>
                <a:spcPct val="0"/>
              </a:spcBef>
              <a:spcAft>
                <a:spcPct val="0"/>
              </a:spcAft>
              <a:buNone/>
            </a:pPr>
            <a:r>
              <a:rPr lang="en-GB" sz="2000" b="1">
                <a:solidFill>
                  <a:schemeClr val="lt1"/>
                </a:solidFill>
                <a:latin typeface="Lexend"/>
                <a:ea typeface="Lexend"/>
                <a:cs typeface="Lexend"/>
                <a:sym typeface="Lexend"/>
              </a:rPr>
              <a:t>Task D</a:t>
            </a:r>
            <a:endParaRPr sz="2000" b="1">
              <a:solidFill>
                <a:schemeClr val="lt1"/>
              </a:solidFill>
              <a:latin typeface="Lexend"/>
              <a:ea typeface="Lexend"/>
              <a:cs typeface="Lexend"/>
              <a:sym typeface="Lexend"/>
            </a:endParaRPr>
          </a:p>
        </p:txBody>
      </p:sp>
      <p:sp>
        <p:nvSpPr>
          <p:cNvPr id="712" name="Google Shape;712;p55"/>
          <p:cNvSpPr txBox="1"/>
          <p:nvPr>
            <p:ph type="title"/>
          </p:nvPr>
        </p:nvSpPr>
        <p:spPr>
          <a:xfrm>
            <a:off x="1479300" y="39650"/>
            <a:ext cx="6855300" cy="382800"/>
          </a:xfrm>
          <a:prstGeom prst="rect">
            <a:avLst/>
          </a:prstGeom>
        </p:spPr>
        <p:txBody>
          <a:bodyPr spcFirstLastPara="1" wrap="square" lIns="0" tIns="0" rIns="0" bIns="0" anchor="b" anchorCtr="0">
            <a:noAutofit/>
          </a:bodyPr>
          <a:lstStyle>
            <a:lvl1pPr lvl="0" rtl="0">
              <a:lnSpc>
                <a:spcPct val="100000"/>
              </a:lnSpc>
              <a:spcBef>
                <a:spcPct val="0"/>
              </a:spcBef>
              <a:spcAft>
                <a:spcPct val="0"/>
              </a:spcAft>
              <a:buClr>
                <a:schemeClr val="lt1"/>
              </a:buClr>
              <a:buSzPts val="1800"/>
              <a:buNone/>
              <a:defRPr sz="1800" b="0">
                <a:solidFill>
                  <a:schemeClr val="lt1"/>
                </a:solidFill>
              </a:defRPr>
            </a:lvl1pPr>
            <a:lvl2pPr lvl="1" rtl="0">
              <a:lnSpc>
                <a:spcPct val="100000"/>
              </a:lnSpc>
              <a:spcBef>
                <a:spcPct val="0"/>
              </a:spcBef>
              <a:spcAft>
                <a:spcPct val="0"/>
              </a:spcAft>
              <a:buClr>
                <a:schemeClr val="lt1"/>
              </a:buClr>
              <a:buSzPts val="1800"/>
              <a:buNone/>
              <a:defRPr sz="1800">
                <a:solidFill>
                  <a:schemeClr val="lt1"/>
                </a:solidFill>
              </a:defRPr>
            </a:lvl2pPr>
            <a:lvl3pPr lvl="2" rtl="0">
              <a:lnSpc>
                <a:spcPct val="100000"/>
              </a:lnSpc>
              <a:spcBef>
                <a:spcPct val="0"/>
              </a:spcBef>
              <a:spcAft>
                <a:spcPct val="0"/>
              </a:spcAft>
              <a:buClr>
                <a:schemeClr val="lt1"/>
              </a:buClr>
              <a:buSzPts val="1800"/>
              <a:buNone/>
              <a:defRPr sz="1800">
                <a:solidFill>
                  <a:schemeClr val="lt1"/>
                </a:solidFill>
              </a:defRPr>
            </a:lvl3pPr>
            <a:lvl4pPr lvl="3" rtl="0">
              <a:lnSpc>
                <a:spcPct val="100000"/>
              </a:lnSpc>
              <a:spcBef>
                <a:spcPct val="0"/>
              </a:spcBef>
              <a:spcAft>
                <a:spcPct val="0"/>
              </a:spcAft>
              <a:buClr>
                <a:schemeClr val="lt1"/>
              </a:buClr>
              <a:buSzPts val="1800"/>
              <a:buNone/>
              <a:defRPr sz="1800">
                <a:solidFill>
                  <a:schemeClr val="lt1"/>
                </a:solidFill>
              </a:defRPr>
            </a:lvl4pPr>
            <a:lvl5pPr lvl="4" rtl="0">
              <a:lnSpc>
                <a:spcPct val="100000"/>
              </a:lnSpc>
              <a:spcBef>
                <a:spcPct val="0"/>
              </a:spcBef>
              <a:spcAft>
                <a:spcPct val="0"/>
              </a:spcAft>
              <a:buClr>
                <a:schemeClr val="lt1"/>
              </a:buClr>
              <a:buSzPts val="1800"/>
              <a:buNone/>
              <a:defRPr sz="1800">
                <a:solidFill>
                  <a:schemeClr val="lt1"/>
                </a:solidFill>
              </a:defRPr>
            </a:lvl5pPr>
            <a:lvl6pPr lvl="5" rtl="0">
              <a:lnSpc>
                <a:spcPct val="100000"/>
              </a:lnSpc>
              <a:spcBef>
                <a:spcPct val="0"/>
              </a:spcBef>
              <a:spcAft>
                <a:spcPct val="0"/>
              </a:spcAft>
              <a:buClr>
                <a:schemeClr val="lt1"/>
              </a:buClr>
              <a:buSzPts val="1800"/>
              <a:buNone/>
              <a:defRPr sz="1800">
                <a:solidFill>
                  <a:schemeClr val="lt1"/>
                </a:solidFill>
              </a:defRPr>
            </a:lvl6pPr>
            <a:lvl7pPr lvl="6" rtl="0">
              <a:lnSpc>
                <a:spcPct val="100000"/>
              </a:lnSpc>
              <a:spcBef>
                <a:spcPct val="0"/>
              </a:spcBef>
              <a:spcAft>
                <a:spcPct val="0"/>
              </a:spcAft>
              <a:buClr>
                <a:schemeClr val="lt1"/>
              </a:buClr>
              <a:buSzPts val="1800"/>
              <a:buNone/>
              <a:defRPr sz="1800">
                <a:solidFill>
                  <a:schemeClr val="lt1"/>
                </a:solidFill>
              </a:defRPr>
            </a:lvl7pPr>
            <a:lvl8pPr lvl="7" rtl="0">
              <a:lnSpc>
                <a:spcPct val="100000"/>
              </a:lnSpc>
              <a:spcBef>
                <a:spcPct val="0"/>
              </a:spcBef>
              <a:spcAft>
                <a:spcPct val="0"/>
              </a:spcAft>
              <a:buClr>
                <a:schemeClr val="lt1"/>
              </a:buClr>
              <a:buSzPts val="1800"/>
              <a:buNone/>
              <a:defRPr sz="1800">
                <a:solidFill>
                  <a:schemeClr val="lt1"/>
                </a:solidFill>
              </a:defRPr>
            </a:lvl8pPr>
            <a:lvl9pPr lvl="8" rtl="0">
              <a:lnSpc>
                <a:spcPct val="100000"/>
              </a:lnSpc>
              <a:spcBef>
                <a:spcPct val="0"/>
              </a:spcBef>
              <a:spcAft>
                <a:spcPct val="0"/>
              </a:spcAft>
              <a:buClr>
                <a:schemeClr val="lt1"/>
              </a:buClr>
              <a:buSzPts val="1800"/>
              <a:buNone/>
              <a:defRPr sz="1800">
                <a:solidFill>
                  <a:schemeClr val="lt1"/>
                </a:solidFill>
              </a:defRPr>
            </a:lvl9pPr>
          </a:lstStyle>
          <a:p/>
        </p:txBody>
      </p:sp>
    </p:spTree>
  </p:cSld>
  <p:clrMapOvr>
    <a:masterClrMapping/>
  </p:clrMapOvr>
  <p:transition/>
  <p:timing/>
</p:sldLayout>
</file>

<file path=ppt/slideLayouts/slideLayout5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6 Summary 1">
  <p:cSld name="TITLE_AND_TWO_COLUMNS_1_1_5_1_2_1_1">
    <p:spTree>
      <p:nvGrpSpPr>
        <p:cNvPr id="713" name="Shape 713"/>
        <p:cNvGrpSpPr/>
        <p:nvPr/>
      </p:nvGrpSpPr>
      <p:grpSpPr>
        <a:xfrm>
          <a:off x="0" y="0"/>
          <a:ext cx="0" cy="0"/>
        </a:xfrm>
      </p:grpSpPr>
      <p:sp>
        <p:nvSpPr>
          <p:cNvPr id="714" name="Google Shape;714;p56"/>
          <p:cNvSpPr/>
          <p:nvPr/>
        </p:nvSpPr>
        <p:spPr>
          <a:xfrm>
            <a:off x="0" y="0"/>
            <a:ext cx="9144300" cy="54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715" name="Google Shape;715;p56"/>
          <p:cNvPicPr preferRelativeResize="0"/>
          <p:nvPr/>
        </p:nvPicPr>
        <p:blipFill>
          <a:blip r:embed="rId1">
            <a:alphaModFix/>
          </a:blip>
          <a:srcRect t="1699" b="1709"/>
          <a:stretch>
            <a:fillRect/>
          </a:stretch>
        </p:blipFill>
        <p:spPr>
          <a:xfrm>
            <a:off x="0" y="535825"/>
            <a:ext cx="9151202" cy="116709"/>
          </a:xfrm>
          <a:prstGeom prst="rect">
            <a:avLst/>
          </a:prstGeom>
          <a:noFill/>
          <a:ln>
            <a:noFill/>
          </a:ln>
        </p:spPr>
      </p:pic>
      <p:sp>
        <p:nvSpPr>
          <p:cNvPr id="716" name="Google Shape;716;p56"/>
          <p:cNvSpPr txBox="1"/>
          <p:nvPr>
            <p:ph type="body" idx="1"/>
          </p:nvPr>
        </p:nvSpPr>
        <p:spPr>
          <a:xfrm>
            <a:off x="324000" y="1080000"/>
            <a:ext cx="8113800" cy="37404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717" name="Google Shape;717;p56"/>
          <p:cNvSpPr txBox="1"/>
          <p:nvPr/>
        </p:nvSpPr>
        <p:spPr>
          <a:xfrm>
            <a:off x="324000" y="43825"/>
            <a:ext cx="1316700" cy="382800"/>
          </a:xfrm>
          <a:prstGeom prst="rect">
            <a:avLst/>
          </a:prstGeom>
          <a:noFill/>
          <a:ln>
            <a:noFill/>
          </a:ln>
        </p:spPr>
        <p:txBody>
          <a:bodyPr spcFirstLastPara="1" wrap="square" lIns="0" tIns="0" rIns="0" bIns="0" anchor="b" anchorCtr="0">
            <a:noAutofit/>
          </a:bodyPr>
          <a:lstStyle/>
          <a:p>
            <a:pPr marL="0" lvl="0" indent="0" algn="l" rtl="0">
              <a:spcBef>
                <a:spcPct val="0"/>
              </a:spcBef>
              <a:spcAft>
                <a:spcPct val="0"/>
              </a:spcAft>
              <a:buNone/>
            </a:pPr>
            <a:r>
              <a:rPr lang="en-GB" sz="2000" b="1">
                <a:solidFill>
                  <a:schemeClr val="dk1"/>
                </a:solidFill>
                <a:latin typeface="Lexend"/>
                <a:ea typeface="Lexend"/>
                <a:cs typeface="Lexend"/>
                <a:sym typeface="Lexend"/>
              </a:rPr>
              <a:t>Summary</a:t>
            </a:r>
            <a:endParaRPr sz="2000" b="1">
              <a:solidFill>
                <a:schemeClr val="dk1"/>
              </a:solidFill>
              <a:latin typeface="Lexend"/>
              <a:ea typeface="Lexend"/>
              <a:cs typeface="Lexend"/>
              <a:sym typeface="Lexend"/>
            </a:endParaRPr>
          </a:p>
        </p:txBody>
      </p:sp>
      <p:sp>
        <p:nvSpPr>
          <p:cNvPr id="718" name="Google Shape;718;p56"/>
          <p:cNvSpPr txBox="1"/>
          <p:nvPr>
            <p:ph type="title"/>
          </p:nvPr>
        </p:nvSpPr>
        <p:spPr>
          <a:xfrm>
            <a:off x="1684800" y="43825"/>
            <a:ext cx="5741400" cy="382800"/>
          </a:xfrm>
          <a:prstGeom prst="rect">
            <a:avLst/>
          </a:prstGeom>
        </p:spPr>
        <p:txBody>
          <a:bodyPr spcFirstLastPara="1" wrap="square" lIns="0" tIns="0" rIns="0" bIns="0" anchor="b" anchorCtr="0">
            <a:noAutofit/>
          </a:bodyPr>
          <a:lstStyle>
            <a:lvl1pPr lvl="0" rtl="0">
              <a:lnSpc>
                <a:spcPct val="100000"/>
              </a:lnSpc>
              <a:spcBef>
                <a:spcPct val="0"/>
              </a:spcBef>
              <a:spcAft>
                <a:spcPct val="0"/>
              </a:spcAft>
              <a:buSzPts val="2000"/>
              <a:buFont typeface="Lexend"/>
              <a:buNone/>
              <a:defRPr sz="2000" b="0">
                <a:latin typeface="Lexend"/>
                <a:ea typeface="Lexend"/>
                <a:cs typeface="Lexend"/>
                <a:sym typeface="Lexend"/>
              </a:defRPr>
            </a:lvl1pPr>
            <a:lvl2pPr lvl="1" rtl="0">
              <a:lnSpc>
                <a:spcPct val="100000"/>
              </a:lnSpc>
              <a:spcBef>
                <a:spcPct val="0"/>
              </a:spcBef>
              <a:spcAft>
                <a:spcPct val="0"/>
              </a:spcAft>
              <a:buSzPts val="2000"/>
              <a:buNone/>
              <a:defRPr sz="2000"/>
            </a:lvl2pPr>
            <a:lvl3pPr lvl="2" rtl="0">
              <a:lnSpc>
                <a:spcPct val="100000"/>
              </a:lnSpc>
              <a:spcBef>
                <a:spcPct val="0"/>
              </a:spcBef>
              <a:spcAft>
                <a:spcPct val="0"/>
              </a:spcAft>
              <a:buSzPts val="2000"/>
              <a:buNone/>
              <a:defRPr sz="2000"/>
            </a:lvl3pPr>
            <a:lvl4pPr lvl="3" rtl="0">
              <a:lnSpc>
                <a:spcPct val="100000"/>
              </a:lnSpc>
              <a:spcBef>
                <a:spcPct val="0"/>
              </a:spcBef>
              <a:spcAft>
                <a:spcPct val="0"/>
              </a:spcAft>
              <a:buSzPts val="2000"/>
              <a:buNone/>
              <a:defRPr sz="2000"/>
            </a:lvl4pPr>
            <a:lvl5pPr lvl="4" rtl="0">
              <a:lnSpc>
                <a:spcPct val="100000"/>
              </a:lnSpc>
              <a:spcBef>
                <a:spcPct val="0"/>
              </a:spcBef>
              <a:spcAft>
                <a:spcPct val="0"/>
              </a:spcAft>
              <a:buSzPts val="2000"/>
              <a:buNone/>
              <a:defRPr sz="2000"/>
            </a:lvl5pPr>
            <a:lvl6pPr lvl="5" rtl="0">
              <a:lnSpc>
                <a:spcPct val="100000"/>
              </a:lnSpc>
              <a:spcBef>
                <a:spcPct val="0"/>
              </a:spcBef>
              <a:spcAft>
                <a:spcPct val="0"/>
              </a:spcAft>
              <a:buSzPts val="2000"/>
              <a:buNone/>
              <a:defRPr sz="2000"/>
            </a:lvl6pPr>
            <a:lvl7pPr lvl="6" rtl="0">
              <a:lnSpc>
                <a:spcPct val="100000"/>
              </a:lnSpc>
              <a:spcBef>
                <a:spcPct val="0"/>
              </a:spcBef>
              <a:spcAft>
                <a:spcPct val="0"/>
              </a:spcAft>
              <a:buSzPts val="2000"/>
              <a:buNone/>
              <a:defRPr sz="2000"/>
            </a:lvl7pPr>
            <a:lvl8pPr lvl="7" rtl="0">
              <a:lnSpc>
                <a:spcPct val="100000"/>
              </a:lnSpc>
              <a:spcBef>
                <a:spcPct val="0"/>
              </a:spcBef>
              <a:spcAft>
                <a:spcPct val="0"/>
              </a:spcAft>
              <a:buSzPts val="2000"/>
              <a:buNone/>
              <a:defRPr sz="2000"/>
            </a:lvl8pPr>
            <a:lvl9pPr lvl="8" rtl="0">
              <a:lnSpc>
                <a:spcPct val="100000"/>
              </a:lnSpc>
              <a:spcBef>
                <a:spcPct val="0"/>
              </a:spcBef>
              <a:spcAft>
                <a:spcPct val="0"/>
              </a:spcAft>
              <a:buSzPts val="2000"/>
              <a:buNone/>
              <a:defRPr sz="2000"/>
            </a:lvl9pPr>
          </a:lstStyle>
          <a:p/>
        </p:txBody>
      </p:sp>
    </p:spTree>
  </p:cSld>
  <p:clrMapOvr>
    <a:masterClrMapping/>
  </p:clrMapOvr>
  <p:transition/>
  <p:timing/>
</p:sldLayout>
</file>

<file path=ppt/slideLayouts/slideLayout5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6 Summary 2">
  <p:cSld name="TITLE_AND_TWO_COLUMNS_1_1_5_1_2">
    <p:spTree>
      <p:nvGrpSpPr>
        <p:cNvPr id="719" name="Shape 719"/>
        <p:cNvGrpSpPr/>
        <p:nvPr/>
      </p:nvGrpSpPr>
      <p:grpSpPr>
        <a:xfrm>
          <a:off x="0" y="0"/>
          <a:ext cx="0" cy="0"/>
        </a:xfrm>
      </p:grpSpPr>
      <p:sp>
        <p:nvSpPr>
          <p:cNvPr id="720" name="Google Shape;720;p57"/>
          <p:cNvSpPr/>
          <p:nvPr/>
        </p:nvSpPr>
        <p:spPr>
          <a:xfrm>
            <a:off x="0" y="0"/>
            <a:ext cx="9144300" cy="773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721" name="Google Shape;721;p57"/>
          <p:cNvPicPr preferRelativeResize="0"/>
          <p:nvPr/>
        </p:nvPicPr>
        <p:blipFill>
          <a:blip r:embed="rId1">
            <a:alphaModFix/>
          </a:blip>
          <a:srcRect t="1699" b="1709"/>
          <a:stretch>
            <a:fillRect/>
          </a:stretch>
        </p:blipFill>
        <p:spPr>
          <a:xfrm>
            <a:off x="0" y="769550"/>
            <a:ext cx="9151202" cy="116709"/>
          </a:xfrm>
          <a:prstGeom prst="rect">
            <a:avLst/>
          </a:prstGeom>
          <a:noFill/>
          <a:ln>
            <a:noFill/>
          </a:ln>
        </p:spPr>
      </p:pic>
      <p:sp>
        <p:nvSpPr>
          <p:cNvPr id="722" name="Google Shape;722;p57"/>
          <p:cNvSpPr txBox="1"/>
          <p:nvPr>
            <p:ph type="body" idx="1"/>
          </p:nvPr>
        </p:nvSpPr>
        <p:spPr>
          <a:xfrm>
            <a:off x="324000" y="1080000"/>
            <a:ext cx="8113800" cy="37404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723" name="Google Shape;723;p57"/>
          <p:cNvSpPr txBox="1"/>
          <p:nvPr/>
        </p:nvSpPr>
        <p:spPr>
          <a:xfrm>
            <a:off x="324000" y="43825"/>
            <a:ext cx="1316700" cy="382800"/>
          </a:xfrm>
          <a:prstGeom prst="rect">
            <a:avLst/>
          </a:prstGeom>
          <a:noFill/>
          <a:ln>
            <a:noFill/>
          </a:ln>
        </p:spPr>
        <p:txBody>
          <a:bodyPr spcFirstLastPara="1" wrap="square" lIns="0" tIns="0" rIns="0" bIns="0" anchor="b" anchorCtr="0">
            <a:noAutofit/>
          </a:bodyPr>
          <a:lstStyle/>
          <a:p>
            <a:pPr marL="0" lvl="0" indent="0" algn="l" rtl="0">
              <a:spcBef>
                <a:spcPct val="0"/>
              </a:spcBef>
              <a:spcAft>
                <a:spcPct val="0"/>
              </a:spcAft>
              <a:buNone/>
            </a:pPr>
            <a:r>
              <a:rPr lang="en-GB" sz="2000" b="1">
                <a:solidFill>
                  <a:schemeClr val="dk1"/>
                </a:solidFill>
                <a:latin typeface="Lexend"/>
                <a:ea typeface="Lexend"/>
                <a:cs typeface="Lexend"/>
                <a:sym typeface="Lexend"/>
              </a:rPr>
              <a:t>Summary</a:t>
            </a:r>
            <a:endParaRPr sz="2000" b="1">
              <a:solidFill>
                <a:schemeClr val="dk1"/>
              </a:solidFill>
              <a:latin typeface="Lexend"/>
              <a:ea typeface="Lexend"/>
              <a:cs typeface="Lexend"/>
              <a:sym typeface="Lexend"/>
            </a:endParaRPr>
          </a:p>
        </p:txBody>
      </p:sp>
      <p:sp>
        <p:nvSpPr>
          <p:cNvPr id="724" name="Google Shape;724;p57"/>
          <p:cNvSpPr txBox="1"/>
          <p:nvPr>
            <p:ph type="title"/>
          </p:nvPr>
        </p:nvSpPr>
        <p:spPr>
          <a:xfrm>
            <a:off x="1684800" y="43825"/>
            <a:ext cx="5741400" cy="382800"/>
          </a:xfrm>
          <a:prstGeom prst="rect">
            <a:avLst/>
          </a:prstGeom>
        </p:spPr>
        <p:txBody>
          <a:bodyPr spcFirstLastPara="1" wrap="square" lIns="0" tIns="0" rIns="0" bIns="0" anchor="b" anchorCtr="0">
            <a:noAutofit/>
          </a:bodyPr>
          <a:lstStyle>
            <a:lvl1pPr lvl="0" rtl="0">
              <a:lnSpc>
                <a:spcPct val="100000"/>
              </a:lnSpc>
              <a:spcBef>
                <a:spcPct val="0"/>
              </a:spcBef>
              <a:spcAft>
                <a:spcPct val="0"/>
              </a:spcAft>
              <a:buSzPts val="2000"/>
              <a:buFont typeface="Lexend"/>
              <a:buNone/>
              <a:defRPr sz="2000" b="0">
                <a:latin typeface="Lexend"/>
                <a:ea typeface="Lexend"/>
                <a:cs typeface="Lexend"/>
                <a:sym typeface="Lexend"/>
              </a:defRPr>
            </a:lvl1pPr>
            <a:lvl2pPr lvl="1" rtl="0">
              <a:lnSpc>
                <a:spcPct val="100000"/>
              </a:lnSpc>
              <a:spcBef>
                <a:spcPct val="0"/>
              </a:spcBef>
              <a:spcAft>
                <a:spcPct val="0"/>
              </a:spcAft>
              <a:buSzPts val="2000"/>
              <a:buNone/>
              <a:defRPr sz="2000"/>
            </a:lvl2pPr>
            <a:lvl3pPr lvl="2" rtl="0">
              <a:lnSpc>
                <a:spcPct val="100000"/>
              </a:lnSpc>
              <a:spcBef>
                <a:spcPct val="0"/>
              </a:spcBef>
              <a:spcAft>
                <a:spcPct val="0"/>
              </a:spcAft>
              <a:buSzPts val="2000"/>
              <a:buNone/>
              <a:defRPr sz="2000"/>
            </a:lvl3pPr>
            <a:lvl4pPr lvl="3" rtl="0">
              <a:lnSpc>
                <a:spcPct val="100000"/>
              </a:lnSpc>
              <a:spcBef>
                <a:spcPct val="0"/>
              </a:spcBef>
              <a:spcAft>
                <a:spcPct val="0"/>
              </a:spcAft>
              <a:buSzPts val="2000"/>
              <a:buNone/>
              <a:defRPr sz="2000"/>
            </a:lvl4pPr>
            <a:lvl5pPr lvl="4" rtl="0">
              <a:lnSpc>
                <a:spcPct val="100000"/>
              </a:lnSpc>
              <a:spcBef>
                <a:spcPct val="0"/>
              </a:spcBef>
              <a:spcAft>
                <a:spcPct val="0"/>
              </a:spcAft>
              <a:buSzPts val="2000"/>
              <a:buNone/>
              <a:defRPr sz="2000"/>
            </a:lvl5pPr>
            <a:lvl6pPr lvl="5" rtl="0">
              <a:lnSpc>
                <a:spcPct val="100000"/>
              </a:lnSpc>
              <a:spcBef>
                <a:spcPct val="0"/>
              </a:spcBef>
              <a:spcAft>
                <a:spcPct val="0"/>
              </a:spcAft>
              <a:buSzPts val="2000"/>
              <a:buNone/>
              <a:defRPr sz="2000"/>
            </a:lvl6pPr>
            <a:lvl7pPr lvl="6" rtl="0">
              <a:lnSpc>
                <a:spcPct val="100000"/>
              </a:lnSpc>
              <a:spcBef>
                <a:spcPct val="0"/>
              </a:spcBef>
              <a:spcAft>
                <a:spcPct val="0"/>
              </a:spcAft>
              <a:buSzPts val="2000"/>
              <a:buNone/>
              <a:defRPr sz="2000"/>
            </a:lvl7pPr>
            <a:lvl8pPr lvl="7" rtl="0">
              <a:lnSpc>
                <a:spcPct val="100000"/>
              </a:lnSpc>
              <a:spcBef>
                <a:spcPct val="0"/>
              </a:spcBef>
              <a:spcAft>
                <a:spcPct val="0"/>
              </a:spcAft>
              <a:buSzPts val="2000"/>
              <a:buNone/>
              <a:defRPr sz="2000"/>
            </a:lvl8pPr>
            <a:lvl9pPr lvl="8" rtl="0">
              <a:lnSpc>
                <a:spcPct val="100000"/>
              </a:lnSpc>
              <a:spcBef>
                <a:spcPct val="0"/>
              </a:spcBef>
              <a:spcAft>
                <a:spcPct val="0"/>
              </a:spcAft>
              <a:buSzPts val="2000"/>
              <a:buNone/>
              <a:defRPr sz="2000"/>
            </a:lvl9pPr>
          </a:lstStyle>
          <a:p/>
        </p:txBody>
      </p:sp>
    </p:spTree>
  </p:cSld>
  <p:clrMapOvr>
    <a:masterClrMapping/>
  </p:clrMapOvr>
  <p:transition/>
  <p:timing/>
</p:sldLayout>
</file>

<file path=ppt/slideLayouts/slideLayout5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3 Projectable quiz">
  <p:cSld name="Title Slide 3_1">
    <p:bg>
      <p:bgPr>
        <a:solidFill>
          <a:schemeClr val="lt1"/>
        </a:solidFill>
      </p:bgPr>
    </p:bg>
    <p:spTree>
      <p:nvGrpSpPr>
        <p:cNvPr id="725" name="Shape 725"/>
        <p:cNvGrpSpPr/>
        <p:nvPr/>
      </p:nvGrpSpPr>
      <p:grpSpPr>
        <a:xfrm>
          <a:off x="0" y="0"/>
          <a:ext cx="0" cy="0"/>
        </a:xfrm>
      </p:grpSpPr>
      <p:pic>
        <p:nvPicPr>
          <p:cNvPr id="726" name="Google Shape;726;p58"/>
          <p:cNvPicPr preferRelativeResize="0"/>
          <p:nvPr/>
        </p:nvPicPr>
        <p:blipFill>
          <a:blip r:embed="rId1">
            <a:alphaModFix/>
          </a:blip>
          <a:stretch>
            <a:fillRect/>
          </a:stretch>
        </p:blipFill>
        <p:spPr>
          <a:xfrm>
            <a:off x="8524129" y="4430050"/>
            <a:ext cx="234000" cy="318241"/>
          </a:xfrm>
          <a:prstGeom prst="rect">
            <a:avLst/>
          </a:prstGeom>
          <a:noFill/>
          <a:ln>
            <a:noFill/>
          </a:ln>
        </p:spPr>
      </p:pic>
      <p:sp>
        <p:nvSpPr>
          <p:cNvPr id="727" name="Google Shape;727;p58"/>
          <p:cNvSpPr txBox="1"/>
          <p:nvPr/>
        </p:nvSpPr>
        <p:spPr>
          <a:xfrm>
            <a:off x="1977450" y="3132468"/>
            <a:ext cx="5189100" cy="431100"/>
          </a:xfrm>
          <a:prstGeom prst="rect">
            <a:avLst/>
          </a:prstGeom>
          <a:noFill/>
          <a:ln>
            <a:noFill/>
          </a:ln>
        </p:spPr>
        <p:txBody>
          <a:bodyPr spcFirstLastPara="1" wrap="square" lIns="91425" tIns="91425" rIns="91425" bIns="91425" anchor="t" anchorCtr="0">
            <a:spAutoFit/>
          </a:bodyPr>
          <a:lstStyle/>
          <a:p>
            <a:pPr marL="0" lvl="0" indent="0" algn="ctr" rtl="0">
              <a:spcBef>
                <a:spcPct val="0"/>
              </a:spcBef>
              <a:spcAft>
                <a:spcPct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transition/>
  <p:timing/>
</p:sldLayout>
</file>

<file path=ppt/slideLayouts/slideLayout5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Z.4 Items to copy-paste">
  <p:cSld name="CUSTOM_104_1_2_1_1">
    <p:spTree>
      <p:nvGrpSpPr>
        <p:cNvPr id="728" name="Shape 728"/>
        <p:cNvGrpSpPr/>
        <p:nvPr/>
      </p:nvGrpSpPr>
      <p:grpSpPr>
        <a:xfrm>
          <a:off x="0" y="0"/>
          <a:ext cx="0" cy="0"/>
        </a:xfrm>
      </p:grpSpPr>
      <p:sp>
        <p:nvSpPr>
          <p:cNvPr id="729" name="Google Shape;729;p59"/>
          <p:cNvSpPr/>
          <p:nvPr/>
        </p:nvSpPr>
        <p:spPr>
          <a:xfrm>
            <a:off x="3217188" y="4171902"/>
            <a:ext cx="521400" cy="2634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Tick</a:t>
            </a:r>
            <a:endParaRPr sz="1600" i="0" u="none" strike="noStrike" cap="none">
              <a:solidFill>
                <a:schemeClr val="dk1"/>
              </a:solidFill>
              <a:latin typeface="Lexend"/>
              <a:ea typeface="Lexend"/>
              <a:cs typeface="Lexend"/>
              <a:sym typeface="Lexend"/>
            </a:endParaRPr>
          </a:p>
        </p:txBody>
      </p:sp>
      <p:sp>
        <p:nvSpPr>
          <p:cNvPr id="730" name="Google Shape;730;p59"/>
          <p:cNvSpPr/>
          <p:nvPr/>
        </p:nvSpPr>
        <p:spPr>
          <a:xfrm>
            <a:off x="483925" y="193075"/>
            <a:ext cx="6671700" cy="3747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chemeClr val="dk1"/>
                </a:solidFill>
                <a:latin typeface="Lexend"/>
                <a:ea typeface="Lexend"/>
                <a:cs typeface="Lexend"/>
                <a:sym typeface="Lexend"/>
              </a:rPr>
              <a:t>Items to copy and paste</a:t>
            </a:r>
            <a:endParaRPr sz="2000" b="0" i="0" u="none" strike="noStrike" cap="none">
              <a:solidFill>
                <a:schemeClr val="dk1"/>
              </a:solidFill>
              <a:latin typeface="Calibri"/>
              <a:ea typeface="Calibri"/>
              <a:cs typeface="Calibri"/>
              <a:sym typeface="Calibri"/>
            </a:endParaRPr>
          </a:p>
        </p:txBody>
      </p:sp>
      <p:sp>
        <p:nvSpPr>
          <p:cNvPr id="731" name="Google Shape;731;p59"/>
          <p:cNvSpPr/>
          <p:nvPr/>
        </p:nvSpPr>
        <p:spPr>
          <a:xfrm>
            <a:off x="7459200" y="352650"/>
            <a:ext cx="1684800" cy="3747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i="0" u="none" strike="noStrike" cap="none">
                <a:solidFill>
                  <a:schemeClr val="dk1"/>
                </a:solidFill>
                <a:latin typeface="Lexend"/>
                <a:ea typeface="Lexend"/>
                <a:cs typeface="Lexend"/>
                <a:sym typeface="Lexend"/>
              </a:rPr>
              <a:t>Video frame</a:t>
            </a:r>
            <a:endParaRPr sz="1600" i="0" u="none" strike="noStrike" cap="none">
              <a:solidFill>
                <a:schemeClr val="dk1"/>
              </a:solidFill>
              <a:latin typeface="Lexend"/>
              <a:ea typeface="Lexend"/>
              <a:cs typeface="Lexend"/>
              <a:sym typeface="Lexend"/>
            </a:endParaRPr>
          </a:p>
        </p:txBody>
      </p:sp>
      <p:sp>
        <p:nvSpPr>
          <p:cNvPr id="732" name="Google Shape;732;p59"/>
          <p:cNvSpPr/>
          <p:nvPr/>
        </p:nvSpPr>
        <p:spPr>
          <a:xfrm>
            <a:off x="628788" y="4171893"/>
            <a:ext cx="1579200" cy="263400"/>
          </a:xfrm>
          <a:prstGeom prst="rect">
            <a:avLst/>
          </a:prstGeom>
          <a:noFill/>
          <a:ln>
            <a:noFill/>
          </a:ln>
        </p:spPr>
        <p:txBody>
          <a:bodyPr spcFirstLastPara="1" wrap="square" lIns="0" tIns="0" rIns="0" bIns="0" anchor="ctr" anchorCtr="0">
            <a:noAutofit/>
          </a:bodyPr>
          <a:lstStyle/>
          <a:p>
            <a:pPr marL="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3" name="Google Shape;733;p59"/>
          <p:cNvSpPr/>
          <p:nvPr/>
        </p:nvSpPr>
        <p:spPr>
          <a:xfrm>
            <a:off x="5891525" y="2313000"/>
            <a:ext cx="1796400" cy="3807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CfU option letters</a:t>
            </a:r>
            <a:endParaRPr sz="1600" i="0" u="none" strike="noStrike" cap="none">
              <a:solidFill>
                <a:schemeClr val="dk1"/>
              </a:solidFill>
              <a:latin typeface="Lexend"/>
              <a:ea typeface="Lexend"/>
              <a:cs typeface="Lexend"/>
              <a:sym typeface="Lexend"/>
            </a:endParaRPr>
          </a:p>
        </p:txBody>
      </p:sp>
      <p:sp>
        <p:nvSpPr>
          <p:cNvPr id="734" name="Google Shape;734;p59"/>
          <p:cNvSpPr/>
          <p:nvPr/>
        </p:nvSpPr>
        <p:spPr>
          <a:xfrm>
            <a:off x="933601" y="2371650"/>
            <a:ext cx="1179900" cy="2634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Play audio</a:t>
            </a:r>
            <a:endParaRPr sz="1600" i="0" u="none" strike="noStrike" cap="none">
              <a:solidFill>
                <a:schemeClr val="dk1"/>
              </a:solidFill>
              <a:latin typeface="Lexend"/>
              <a:ea typeface="Lexend"/>
              <a:cs typeface="Lexend"/>
              <a:sym typeface="Lexend"/>
            </a:endParaRPr>
          </a:p>
        </p:txBody>
      </p:sp>
      <p:sp>
        <p:nvSpPr>
          <p:cNvPr id="735" name="Google Shape;735;p59"/>
          <p:cNvSpPr/>
          <p:nvPr/>
        </p:nvSpPr>
        <p:spPr>
          <a:xfrm>
            <a:off x="3444210" y="2377200"/>
            <a:ext cx="1116600" cy="2523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Play video</a:t>
            </a:r>
            <a:endParaRPr sz="1600" i="0" u="none" strike="noStrike" cap="none">
              <a:solidFill>
                <a:schemeClr val="dk1"/>
              </a:solidFill>
              <a:latin typeface="Lexend"/>
              <a:ea typeface="Lexend"/>
              <a:cs typeface="Lexend"/>
              <a:sym typeface="Lexend"/>
            </a:endParaRPr>
          </a:p>
        </p:txBody>
      </p:sp>
      <p:sp>
        <p:nvSpPr>
          <p:cNvPr id="736" name="Google Shape;736;p59"/>
          <p:cNvSpPr/>
          <p:nvPr/>
        </p:nvSpPr>
        <p:spPr>
          <a:xfrm>
            <a:off x="4747799" y="4171900"/>
            <a:ext cx="694200" cy="2634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Cross</a:t>
            </a:r>
            <a:endParaRPr sz="1600" i="0" u="none" strike="noStrike" cap="none">
              <a:solidFill>
                <a:schemeClr val="dk1"/>
              </a:solidFill>
              <a:latin typeface="Lexend"/>
              <a:ea typeface="Lexend"/>
              <a:cs typeface="Lexend"/>
              <a:sym typeface="Lexend"/>
            </a:endParaRPr>
          </a:p>
        </p:txBody>
      </p:sp>
      <p:sp>
        <p:nvSpPr>
          <p:cNvPr id="737" name="Google Shape;737;p59"/>
          <p:cNvSpPr/>
          <p:nvPr/>
        </p:nvSpPr>
        <p:spPr>
          <a:xfrm>
            <a:off x="6451200" y="4171900"/>
            <a:ext cx="1421700" cy="2634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Reading icon</a:t>
            </a:r>
            <a:endParaRPr sz="1600" i="0" u="none" strike="noStrike" cap="none">
              <a:solidFill>
                <a:schemeClr val="dk1"/>
              </a:solidFill>
              <a:latin typeface="Lexend"/>
              <a:ea typeface="Lexend"/>
              <a:cs typeface="Lexend"/>
              <a:sym typeface="Lexend"/>
            </a:endParaRPr>
          </a:p>
        </p:txBody>
      </p:sp>
    </p:spTree>
  </p:cSld>
  <p:clrMapOvr>
    <a:masterClrMapping/>
  </p:clrMapOvr>
  <p:transition/>
  <p:timing/>
</p:sldLayout>
</file>

<file path=ppt/slideLayouts/slideLayout5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Z.5 OGL">
  <p:cSld name="CUSTOM_5_1">
    <p:bg>
      <p:bgPr>
        <a:solidFill>
          <a:srgbClr val="BEF2BD"/>
        </a:solidFill>
      </p:bgPr>
    </p:bg>
    <p:spTree>
      <p:nvGrpSpPr>
        <p:cNvPr id="738" name="Shape 738"/>
        <p:cNvGrpSpPr/>
        <p:nvPr/>
      </p:nvGrpSpPr>
      <p:grpSpPr>
        <a:xfrm>
          <a:off x="0" y="0"/>
          <a:ext cx="0" cy="0"/>
        </a:xfrm>
      </p:grpSpPr>
      <p:pic>
        <p:nvPicPr>
          <p:cNvPr id="739" name="Google Shape;739;p60"/>
          <p:cNvPicPr preferRelativeResize="0"/>
          <p:nvPr/>
        </p:nvPicPr>
        <p:blipFill>
          <a:blip r:embed="rId1">
            <a:alphaModFix/>
          </a:blip>
          <a:stretch>
            <a:fillRect/>
          </a:stretch>
        </p:blipFill>
        <p:spPr>
          <a:xfrm>
            <a:off x="347200" y="1111870"/>
            <a:ext cx="7945600" cy="2919776"/>
          </a:xfrm>
          <a:prstGeom prst="rect">
            <a:avLst/>
          </a:prstGeom>
          <a:noFill/>
          <a:ln>
            <a:noFill/>
          </a:ln>
        </p:spPr>
      </p:pic>
      <p:sp>
        <p:nvSpPr>
          <p:cNvPr id="740" name="Google Shape;740;p60"/>
          <p:cNvSpPr txBox="1"/>
          <p:nvPr>
            <p:ph type="subTitle" idx="1"/>
          </p:nvPr>
        </p:nvSpPr>
        <p:spPr>
          <a:xfrm>
            <a:off x="661775" y="1190413"/>
            <a:ext cx="7351200" cy="2762700"/>
          </a:xfrm>
          <a:prstGeom prst="rect">
            <a:avLst/>
          </a:prstGeom>
        </p:spPr>
        <p:txBody>
          <a:bodyPr spcFirstLastPara="1" wrap="square" lIns="0" tIns="0" rIns="0" bIns="0" anchor="ctr" anchorCtr="0">
            <a:noAutofit/>
          </a:bodyPr>
          <a:lstStyle>
            <a:lvl1pPr lvl="0" rtl="0">
              <a:lnSpc>
                <a:spcPct val="115000"/>
              </a:lnSpc>
              <a:spcBef>
                <a:spcPct val="0"/>
              </a:spcBef>
              <a:spcAft>
                <a:spcPct val="0"/>
              </a:spcAft>
              <a:buSzPts val="1800"/>
              <a:buNone/>
              <a:defRPr sz="1800"/>
            </a:lvl1pPr>
            <a:lvl2pPr lvl="1" rtl="0">
              <a:spcBef>
                <a:spcPts val="1000"/>
              </a:spcBef>
              <a:spcAft>
                <a:spcPct val="0"/>
              </a:spcAft>
              <a:buSzPts val="1800"/>
              <a:buNone/>
              <a:defRPr sz="1800"/>
            </a:lvl2pPr>
            <a:lvl3pPr lvl="2" rtl="0">
              <a:spcBef>
                <a:spcPts val="1000"/>
              </a:spcBef>
              <a:spcAft>
                <a:spcPct val="0"/>
              </a:spcAft>
              <a:buSzPts val="1800"/>
              <a:buNone/>
              <a:defRPr sz="1800"/>
            </a:lvl3pPr>
            <a:lvl4pPr lvl="3" rtl="0">
              <a:spcBef>
                <a:spcPts val="800"/>
              </a:spcBef>
              <a:spcAft>
                <a:spcPct val="0"/>
              </a:spcAft>
              <a:buSzPts val="1800"/>
              <a:buNone/>
              <a:defRPr sz="1800"/>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Tree>
  </p:cSld>
  <p:clrMapOvr>
    <a:masterClrMapping/>
  </p:clrMapOvr>
  <p:transition/>
  <p:timing/>
</p:sldLayout>
</file>

<file path=ppt/slideLayouts/slideLayout6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Z.6 Blank">
  <p:cSld name="CUSTOM_6">
    <p:spTree>
      <p:nvGrpSpPr>
        <p:cNvPr id="741" name="Shape 741"/>
        <p:cNvGrpSpPr/>
        <p:nvPr/>
      </p:nvGrpSpPr>
      <p:grpSpPr>
        <a:xfrm>
          <a:off x="0" y="0"/>
          <a:ext cx="0" cy="0"/>
        </a:xfrm>
      </p:grpSpPr>
      <p:sp>
        <p:nvSpPr>
          <p:cNvPr id="742" name="Google Shape;742;p61"/>
          <p:cNvSpPr txBox="1"/>
          <p:nvPr>
            <p:ph type="title"/>
          </p:nvPr>
        </p:nvSpPr>
        <p:spPr>
          <a:xfrm>
            <a:off x="459000" y="73800"/>
            <a:ext cx="6600600" cy="814500"/>
          </a:xfrm>
          <a:prstGeom prst="rect">
            <a:avLst/>
          </a:prstGeom>
        </p:spPr>
        <p:txBody>
          <a:bodyPr spcFirstLastPara="1" wrap="square" lIns="0" tIns="0" rIns="0" bIns="0" anchor="t" anchorCtr="0">
            <a:noAutofit/>
          </a:bodyPr>
          <a:lstStyle>
            <a:lvl1pPr lvl="0">
              <a:spcBef>
                <a:spcPct val="0"/>
              </a:spcBef>
              <a:spcAft>
                <a:spcPct val="0"/>
              </a:spcAft>
              <a:buSzPts val="2200"/>
              <a:buNone/>
              <a:defRPr/>
            </a:lvl1pPr>
            <a:lvl2pPr lvl="1">
              <a:spcBef>
                <a:spcPct val="0"/>
              </a:spcBef>
              <a:spcAft>
                <a:spcPct val="0"/>
              </a:spcAft>
              <a:buSzPts val="2800"/>
              <a:buNone/>
              <a:defRPr/>
            </a:lvl2pPr>
            <a:lvl3pPr lvl="2">
              <a:spcBef>
                <a:spcPct val="0"/>
              </a:spcBef>
              <a:spcAft>
                <a:spcPct val="0"/>
              </a:spcAft>
              <a:buSzPts val="2800"/>
              <a:buNone/>
              <a:defRPr/>
            </a:lvl3pPr>
            <a:lvl4pPr lvl="3">
              <a:spcBef>
                <a:spcPct val="0"/>
              </a:spcBef>
              <a:spcAft>
                <a:spcPct val="0"/>
              </a:spcAft>
              <a:buSzPts val="2800"/>
              <a:buNone/>
              <a:defRPr/>
            </a:lvl4pPr>
            <a:lvl5pPr lvl="4">
              <a:spcBef>
                <a:spcPct val="0"/>
              </a:spcBef>
              <a:spcAft>
                <a:spcPct val="0"/>
              </a:spcAft>
              <a:buSzPts val="2800"/>
              <a:buNone/>
              <a:defRPr/>
            </a:lvl5pPr>
            <a:lvl6pPr lvl="5">
              <a:spcBef>
                <a:spcPct val="0"/>
              </a:spcBef>
              <a:spcAft>
                <a:spcPct val="0"/>
              </a:spcAft>
              <a:buSzPts val="2800"/>
              <a:buNone/>
              <a:defRPr/>
            </a:lvl6pPr>
            <a:lvl7pPr lvl="6">
              <a:spcBef>
                <a:spcPct val="0"/>
              </a:spcBef>
              <a:spcAft>
                <a:spcPct val="0"/>
              </a:spcAft>
              <a:buSzPts val="2800"/>
              <a:buNone/>
              <a:defRPr/>
            </a:lvl7pPr>
            <a:lvl8pPr lvl="7">
              <a:spcBef>
                <a:spcPct val="0"/>
              </a:spcBef>
              <a:spcAft>
                <a:spcPct val="0"/>
              </a:spcAft>
              <a:buSzPts val="2800"/>
              <a:buNone/>
              <a:defRPr/>
            </a:lvl8pPr>
            <a:lvl9pPr lvl="8">
              <a:spcBef>
                <a:spcPct val="0"/>
              </a:spcBef>
              <a:spcAft>
                <a:spcPct val="0"/>
              </a:spcAft>
              <a:buSzPts val="2800"/>
              <a:buNone/>
              <a:defRPr/>
            </a:lvl9pPr>
          </a:lstStyle>
          <a:p/>
        </p:txBody>
      </p:sp>
    </p:spTree>
  </p:cSld>
  <p:clrMapOvr>
    <a:masterClrMapping/>
  </p:clrMapOvr>
  <p:transition/>
  <p:timing/>
</p:sldLayout>
</file>

<file path=ppt/slideLayouts/slideLayout6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0 Keywords (3) 1">
  <p:cSld name="CUSTOM_3_1_2">
    <p:spTree>
      <p:nvGrpSpPr>
        <p:cNvPr id="743" name="Shape 743"/>
        <p:cNvGrpSpPr/>
        <p:nvPr/>
      </p:nvGrpSpPr>
      <p:grpSpPr>
        <a:xfrm>
          <a:off x="0" y="0"/>
          <a:ext cx="0" cy="0"/>
        </a:xfrm>
      </p:grpSpPr>
      <p:sp>
        <p:nvSpPr>
          <p:cNvPr id="744" name="Google Shape;744;p62"/>
          <p:cNvSpPr/>
          <p:nvPr/>
        </p:nvSpPr>
        <p:spPr>
          <a:xfrm>
            <a:off x="0" y="1"/>
            <a:ext cx="9144300" cy="54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745" name="Google Shape;745;p62"/>
          <p:cNvPicPr preferRelativeResize="0"/>
          <p:nvPr/>
        </p:nvPicPr>
        <p:blipFill>
          <a:blip r:embed="rId1">
            <a:alphaModFix/>
          </a:blip>
          <a:srcRect t="1699" b="1709"/>
          <a:stretch>
            <a:fillRect/>
          </a:stretch>
        </p:blipFill>
        <p:spPr>
          <a:xfrm>
            <a:off x="0" y="532525"/>
            <a:ext cx="9151202" cy="116709"/>
          </a:xfrm>
          <a:prstGeom prst="rect">
            <a:avLst/>
          </a:prstGeom>
          <a:noFill/>
          <a:ln>
            <a:noFill/>
          </a:ln>
        </p:spPr>
      </p:pic>
      <p:sp>
        <p:nvSpPr>
          <p:cNvPr id="746" name="Google Shape;746;p62"/>
          <p:cNvSpPr/>
          <p:nvPr/>
        </p:nvSpPr>
        <p:spPr>
          <a:xfrm>
            <a:off x="324000" y="114450"/>
            <a:ext cx="6671700" cy="3648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rgbClr val="282828"/>
                </a:solidFill>
                <a:latin typeface="Lexend"/>
                <a:ea typeface="Lexend"/>
                <a:cs typeface="Lexend"/>
                <a:sym typeface="Lexend"/>
              </a:rPr>
              <a:t>Keywords</a:t>
            </a:r>
            <a:endParaRPr sz="2000" b="0" i="0" u="none" strike="noStrike" cap="none">
              <a:solidFill>
                <a:srgbClr val="282828"/>
              </a:solidFill>
              <a:latin typeface="Calibri"/>
              <a:ea typeface="Calibri"/>
              <a:cs typeface="Calibri"/>
              <a:sym typeface="Calibri"/>
            </a:endParaRPr>
          </a:p>
        </p:txBody>
      </p:sp>
      <p:sp>
        <p:nvSpPr>
          <p:cNvPr id="747" name="Google Shape;747;p62"/>
          <p:cNvSpPr txBox="1"/>
          <p:nvPr>
            <p:ph type="subTitle" idx="1"/>
          </p:nvPr>
        </p:nvSpPr>
        <p:spPr>
          <a:xfrm>
            <a:off x="323994" y="993640"/>
            <a:ext cx="7215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ct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8" name="Google Shape;748;p62"/>
          <p:cNvSpPr txBox="1"/>
          <p:nvPr>
            <p:ph type="subTitle" idx="2"/>
          </p:nvPr>
        </p:nvSpPr>
        <p:spPr>
          <a:xfrm>
            <a:off x="323994" y="2238730"/>
            <a:ext cx="7215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ct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9" name="Google Shape;749;p62"/>
          <p:cNvSpPr txBox="1"/>
          <p:nvPr>
            <p:ph type="subTitle" idx="3"/>
          </p:nvPr>
        </p:nvSpPr>
        <p:spPr>
          <a:xfrm>
            <a:off x="323994" y="3483820"/>
            <a:ext cx="7215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ct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slideLayout" Target="../slideLayouts/slideLayout12.xml" /><Relationship Id="rId13" Type="http://schemas.openxmlformats.org/officeDocument/2006/relationships/slideLayout" Target="../slideLayouts/slideLayout13.xml" /><Relationship Id="rId14" Type="http://schemas.openxmlformats.org/officeDocument/2006/relationships/slideLayout" Target="../slideLayouts/slideLayout14.xml" /><Relationship Id="rId15" Type="http://schemas.openxmlformats.org/officeDocument/2006/relationships/slideLayout" Target="../slideLayouts/slideLayout15.xml" /><Relationship Id="rId16" Type="http://schemas.openxmlformats.org/officeDocument/2006/relationships/slideLayout" Target="../slideLayouts/slideLayout16.xml" /><Relationship Id="rId17" Type="http://schemas.openxmlformats.org/officeDocument/2006/relationships/slideLayout" Target="../slideLayouts/slideLayout17.xml" /><Relationship Id="rId18" Type="http://schemas.openxmlformats.org/officeDocument/2006/relationships/slideLayout" Target="../slideLayouts/slideLayout18.xml" /><Relationship Id="rId19" Type="http://schemas.openxmlformats.org/officeDocument/2006/relationships/slideLayout" Target="../slideLayouts/slideLayout19.xml" /><Relationship Id="rId2" Type="http://schemas.openxmlformats.org/officeDocument/2006/relationships/slideLayout" Target="../slideLayouts/slideLayout2.xml" /><Relationship Id="rId20" Type="http://schemas.openxmlformats.org/officeDocument/2006/relationships/slideLayout" Target="../slideLayouts/slideLayout20.xml" /><Relationship Id="rId21" Type="http://schemas.openxmlformats.org/officeDocument/2006/relationships/slideLayout" Target="../slideLayouts/slideLayout21.xml" /><Relationship Id="rId22" Type="http://schemas.openxmlformats.org/officeDocument/2006/relationships/slideLayout" Target="../slideLayouts/slideLayout22.xml" /><Relationship Id="rId23" Type="http://schemas.openxmlformats.org/officeDocument/2006/relationships/slideLayout" Target="../slideLayouts/slideLayout23.xml" /><Relationship Id="rId24" Type="http://schemas.openxmlformats.org/officeDocument/2006/relationships/slideLayout" Target="../slideLayouts/slideLayout24.xml" /><Relationship Id="rId25" Type="http://schemas.openxmlformats.org/officeDocument/2006/relationships/slideLayout" Target="../slideLayouts/slideLayout25.xml" /><Relationship Id="rId26" Type="http://schemas.openxmlformats.org/officeDocument/2006/relationships/slideLayout" Target="../slideLayouts/slideLayout26.xml" /><Relationship Id="rId27" Type="http://schemas.openxmlformats.org/officeDocument/2006/relationships/slideLayout" Target="../slideLayouts/slideLayout27.xml" /><Relationship Id="rId28" Type="http://schemas.openxmlformats.org/officeDocument/2006/relationships/slideLayout" Target="../slideLayouts/slideLayout28.xml" /><Relationship Id="rId29" Type="http://schemas.openxmlformats.org/officeDocument/2006/relationships/slideLayout" Target="../slideLayouts/slideLayout29.xml" /><Relationship Id="rId3" Type="http://schemas.openxmlformats.org/officeDocument/2006/relationships/slideLayout" Target="../slideLayouts/slideLayout3.xml" /><Relationship Id="rId30" Type="http://schemas.openxmlformats.org/officeDocument/2006/relationships/slideLayout" Target="../slideLayouts/slideLayout30.xml" /><Relationship Id="rId31" Type="http://schemas.openxmlformats.org/officeDocument/2006/relationships/slideLayout" Target="../slideLayouts/slideLayout31.xml" /><Relationship Id="rId32" Type="http://schemas.openxmlformats.org/officeDocument/2006/relationships/slideLayout" Target="../slideLayouts/slideLayout32.xml" /><Relationship Id="rId33" Type="http://schemas.openxmlformats.org/officeDocument/2006/relationships/slideLayout" Target="../slideLayouts/slideLayout33.xml" /><Relationship Id="rId34" Type="http://schemas.openxmlformats.org/officeDocument/2006/relationships/slideLayout" Target="../slideLayouts/slideLayout34.xml" /><Relationship Id="rId35" Type="http://schemas.openxmlformats.org/officeDocument/2006/relationships/slideLayout" Target="../slideLayouts/slideLayout35.xml" /><Relationship Id="rId36" Type="http://schemas.openxmlformats.org/officeDocument/2006/relationships/slideLayout" Target="../slideLayouts/slideLayout36.xml" /><Relationship Id="rId37" Type="http://schemas.openxmlformats.org/officeDocument/2006/relationships/slideLayout" Target="../slideLayouts/slideLayout37.xml" /><Relationship Id="rId38" Type="http://schemas.openxmlformats.org/officeDocument/2006/relationships/slideLayout" Target="../slideLayouts/slideLayout38.xml" /><Relationship Id="rId39" Type="http://schemas.openxmlformats.org/officeDocument/2006/relationships/slideLayout" Target="../slideLayouts/slideLayout39.xml" /><Relationship Id="rId4" Type="http://schemas.openxmlformats.org/officeDocument/2006/relationships/slideLayout" Target="../slideLayouts/slideLayout4.xml" /><Relationship Id="rId40" Type="http://schemas.openxmlformats.org/officeDocument/2006/relationships/slideLayout" Target="../slideLayouts/slideLayout40.xml" /><Relationship Id="rId41" Type="http://schemas.openxmlformats.org/officeDocument/2006/relationships/slideLayout" Target="../slideLayouts/slideLayout41.xml" /><Relationship Id="rId42" Type="http://schemas.openxmlformats.org/officeDocument/2006/relationships/slideLayout" Target="../slideLayouts/slideLayout42.xml" /><Relationship Id="rId43" Type="http://schemas.openxmlformats.org/officeDocument/2006/relationships/slideLayout" Target="../slideLayouts/slideLayout43.xml" /><Relationship Id="rId44" Type="http://schemas.openxmlformats.org/officeDocument/2006/relationships/slideLayout" Target="../slideLayouts/slideLayout44.xml" /><Relationship Id="rId45" Type="http://schemas.openxmlformats.org/officeDocument/2006/relationships/slideLayout" Target="../slideLayouts/slideLayout45.xml" /><Relationship Id="rId46" Type="http://schemas.openxmlformats.org/officeDocument/2006/relationships/slideLayout" Target="../slideLayouts/slideLayout46.xml" /><Relationship Id="rId47" Type="http://schemas.openxmlformats.org/officeDocument/2006/relationships/slideLayout" Target="../slideLayouts/slideLayout47.xml" /><Relationship Id="rId48" Type="http://schemas.openxmlformats.org/officeDocument/2006/relationships/slideLayout" Target="../slideLayouts/slideLayout48.xml" /><Relationship Id="rId49" Type="http://schemas.openxmlformats.org/officeDocument/2006/relationships/slideLayout" Target="../slideLayouts/slideLayout49.xml" /><Relationship Id="rId5" Type="http://schemas.openxmlformats.org/officeDocument/2006/relationships/slideLayout" Target="../slideLayouts/slideLayout5.xml" /><Relationship Id="rId50" Type="http://schemas.openxmlformats.org/officeDocument/2006/relationships/slideLayout" Target="../slideLayouts/slideLayout50.xml" /><Relationship Id="rId51" Type="http://schemas.openxmlformats.org/officeDocument/2006/relationships/slideLayout" Target="../slideLayouts/slideLayout51.xml" /><Relationship Id="rId52" Type="http://schemas.openxmlformats.org/officeDocument/2006/relationships/slideLayout" Target="../slideLayouts/slideLayout52.xml" /><Relationship Id="rId53" Type="http://schemas.openxmlformats.org/officeDocument/2006/relationships/slideLayout" Target="../slideLayouts/slideLayout53.xml" /><Relationship Id="rId54" Type="http://schemas.openxmlformats.org/officeDocument/2006/relationships/slideLayout" Target="../slideLayouts/slideLayout54.xml" /><Relationship Id="rId55" Type="http://schemas.openxmlformats.org/officeDocument/2006/relationships/slideLayout" Target="../slideLayouts/slideLayout55.xml" /><Relationship Id="rId56" Type="http://schemas.openxmlformats.org/officeDocument/2006/relationships/slideLayout" Target="../slideLayouts/slideLayout56.xml" /><Relationship Id="rId57" Type="http://schemas.openxmlformats.org/officeDocument/2006/relationships/slideLayout" Target="../slideLayouts/slideLayout57.xml" /><Relationship Id="rId58" Type="http://schemas.openxmlformats.org/officeDocument/2006/relationships/slideLayout" Target="../slideLayouts/slideLayout58.xml" /><Relationship Id="rId59" Type="http://schemas.openxmlformats.org/officeDocument/2006/relationships/slideLayout" Target="../slideLayouts/slideLayout59.xml" /><Relationship Id="rId6" Type="http://schemas.openxmlformats.org/officeDocument/2006/relationships/slideLayout" Target="../slideLayouts/slideLayout6.xml" /><Relationship Id="rId60" Type="http://schemas.openxmlformats.org/officeDocument/2006/relationships/slideLayout" Target="../slideLayouts/slideLayout60.xml" /><Relationship Id="rId61" Type="http://schemas.openxmlformats.org/officeDocument/2006/relationships/slideLayout" Target="../slideLayouts/slideLayout61.xml" /><Relationship Id="rId62" Type="http://schemas.openxmlformats.org/officeDocument/2006/relationships/image" Target="../media/image42.png" /><Relationship Id="rId63" Type="http://schemas.openxmlformats.org/officeDocument/2006/relationships/theme" Target="../theme/theme1.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lt1"/>
        </a:solidFill>
      </p:bgPr>
    </p:bg>
    <p:spTree>
      <p:nvGrpSpPr>
        <p:cNvPr id="5" name="Shape 5"/>
        <p:cNvGrpSpPr/>
        <p:nvPr/>
      </p:nvGrpSpPr>
      <p:grpSpPr>
        <a:xfrm>
          <a:off x="0" y="0"/>
          <a:ext cx="0" cy="0"/>
        </a:xfrm>
      </p:grpSpPr>
      <p:sp>
        <p:nvSpPr>
          <p:cNvPr id="6" name="Google Shape;6;p1"/>
          <p:cNvSpPr txBox="1"/>
          <p:nvPr>
            <p:ph type="title"/>
          </p:nvPr>
        </p:nvSpPr>
        <p:spPr>
          <a:xfrm>
            <a:off x="459000" y="73800"/>
            <a:ext cx="6600600" cy="814500"/>
          </a:xfrm>
          <a:prstGeom prst="rect">
            <a:avLst/>
          </a:prstGeom>
          <a:noFill/>
          <a:ln>
            <a:noFill/>
          </a:ln>
        </p:spPr>
        <p:txBody>
          <a:bodyPr spcFirstLastPara="1" wrap="square" lIns="0" tIns="0" rIns="0" bIns="0" anchor="t" anchorCtr="0">
            <a:noAutofit/>
          </a:bodyPr>
          <a:lstStyle>
            <a:lvl1pPr lvl="0" rtl="0">
              <a:lnSpc>
                <a:spcPct val="115000"/>
              </a:lnSpc>
              <a:spcBef>
                <a:spcPct val="0"/>
              </a:spcBef>
              <a:spcAft>
                <a:spcPct val="0"/>
              </a:spcAft>
              <a:buClr>
                <a:schemeClr val="dk1"/>
              </a:buClr>
              <a:buSzPts val="2200"/>
              <a:buFont typeface="Lexend"/>
              <a:buNone/>
              <a:defRPr sz="2200" b="1">
                <a:solidFill>
                  <a:schemeClr val="dk1"/>
                </a:solidFill>
                <a:latin typeface="Lexend"/>
                <a:ea typeface="Lexend"/>
                <a:cs typeface="Lexend"/>
                <a:sym typeface="Lexend"/>
              </a:defRPr>
            </a:lvl1pPr>
            <a:lvl2pPr lvl="1"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type="body" idx="1"/>
          </p:nvPr>
        </p:nvSpPr>
        <p:spPr>
          <a:xfrm>
            <a:off x="459000" y="523400"/>
            <a:ext cx="8226000" cy="3159900"/>
          </a:xfrm>
          <a:prstGeom prst="rect">
            <a:avLst/>
          </a:prstGeom>
          <a:noFill/>
          <a:ln>
            <a:noFill/>
          </a:ln>
        </p:spPr>
        <p:txBody>
          <a:bodyPr spcFirstLastPara="1" wrap="square" lIns="0" tIns="0" rIns="0" bIns="0" anchor="t" anchorCtr="0">
            <a:noAutofit/>
          </a:bodyPr>
          <a:lstStyle>
            <a:lvl1pPr marL="457200" lvl="0" indent="-368300" rtl="0">
              <a:lnSpc>
                <a:spcPct val="130000"/>
              </a:lnSpc>
              <a:spcBef>
                <a:spcPct val="0"/>
              </a:spcBef>
              <a:spcAft>
                <a:spcPct val="0"/>
              </a:spcAft>
              <a:buClr>
                <a:schemeClr val="dk1"/>
              </a:buClr>
              <a:buSzPts val="2200"/>
              <a:buFont typeface="Lexend"/>
              <a:buChar char="●"/>
              <a:defRPr sz="2200">
                <a:solidFill>
                  <a:schemeClr val="dk1"/>
                </a:solidFill>
                <a:latin typeface="Lexend"/>
                <a:ea typeface="Lexend"/>
                <a:cs typeface="Lexend"/>
                <a:sym typeface="Lexend"/>
              </a:defRPr>
            </a:lvl1pPr>
            <a:lvl2pPr marL="914400" lvl="1" indent="-361950" rtl="0">
              <a:lnSpc>
                <a:spcPct val="130000"/>
              </a:lnSpc>
              <a:spcBef>
                <a:spcPts val="1000"/>
              </a:spcBef>
              <a:spcAft>
                <a:spcPct val="0"/>
              </a:spcAft>
              <a:buClr>
                <a:schemeClr val="dk1"/>
              </a:buClr>
              <a:buSzPts val="2100"/>
              <a:buFont typeface="Lexend"/>
              <a:buChar char="–"/>
              <a:defRPr sz="2100">
                <a:solidFill>
                  <a:schemeClr val="dk1"/>
                </a:solidFill>
                <a:latin typeface="Lexend"/>
                <a:ea typeface="Lexend"/>
                <a:cs typeface="Lexend"/>
                <a:sym typeface="Lexend"/>
              </a:defRPr>
            </a:lvl2pPr>
            <a:lvl3pPr marL="1371600" lvl="2" indent="-355600" rtl="0">
              <a:lnSpc>
                <a:spcPct val="130000"/>
              </a:lnSpc>
              <a:spcBef>
                <a:spcPts val="1000"/>
              </a:spcBef>
              <a:spcAft>
                <a:spcPct val="0"/>
              </a:spcAft>
              <a:buClr>
                <a:schemeClr val="dk1"/>
              </a:buClr>
              <a:buSzPts val="2000"/>
              <a:buFont typeface="Lexend"/>
              <a:buChar char="–"/>
              <a:defRPr sz="2000">
                <a:solidFill>
                  <a:schemeClr val="dk1"/>
                </a:solidFill>
                <a:latin typeface="Lexend"/>
                <a:ea typeface="Lexend"/>
                <a:cs typeface="Lexend"/>
                <a:sym typeface="Lexend"/>
              </a:defRPr>
            </a:lvl3pPr>
            <a:lvl4pPr marL="1828800" lvl="3" indent="-349250" rtl="0">
              <a:lnSpc>
                <a:spcPct val="130000"/>
              </a:lnSpc>
              <a:spcBef>
                <a:spcPts val="800"/>
              </a:spcBef>
              <a:spcAft>
                <a:spcPct val="0"/>
              </a:spcAft>
              <a:buClr>
                <a:schemeClr val="dk1"/>
              </a:buClr>
              <a:buSzPts val="1900"/>
              <a:buFont typeface="Lexend"/>
              <a:buChar char="–"/>
              <a:defRPr sz="1900">
                <a:solidFill>
                  <a:schemeClr val="dk1"/>
                </a:solidFill>
                <a:latin typeface="Lexend"/>
                <a:ea typeface="Lexend"/>
                <a:cs typeface="Lexend"/>
                <a:sym typeface="Lexend"/>
              </a:defRPr>
            </a:lvl4pPr>
            <a:lvl5pPr marL="2286000" lvl="4" indent="-342900" rtl="0">
              <a:lnSpc>
                <a:spcPct val="130000"/>
              </a:lnSpc>
              <a:spcBef>
                <a:spcPts val="800"/>
              </a:spcBef>
              <a:spcAft>
                <a:spcPct val="0"/>
              </a:spcAft>
              <a:buClr>
                <a:schemeClr val="dk1"/>
              </a:buClr>
              <a:buSzPts val="1800"/>
              <a:buFont typeface="Lexend"/>
              <a:buChar char="–"/>
              <a:defRPr sz="1800">
                <a:solidFill>
                  <a:schemeClr val="dk1"/>
                </a:solidFill>
                <a:latin typeface="Lexend"/>
                <a:ea typeface="Lexend"/>
                <a:cs typeface="Lexend"/>
                <a:sym typeface="Lexend"/>
              </a:defRPr>
            </a:lvl5pPr>
            <a:lvl6pPr marL="2743200" lvl="5" indent="-342900" rtl="0">
              <a:lnSpc>
                <a:spcPct val="130000"/>
              </a:lnSpc>
              <a:spcBef>
                <a:spcPts val="600"/>
              </a:spcBef>
              <a:spcAft>
                <a:spcPct val="0"/>
              </a:spcAft>
              <a:buClr>
                <a:schemeClr val="dk1"/>
              </a:buClr>
              <a:buSzPts val="1800"/>
              <a:buFont typeface="Lexend"/>
              <a:buChar char="–"/>
              <a:defRPr sz="1800">
                <a:solidFill>
                  <a:schemeClr val="dk1"/>
                </a:solidFill>
                <a:latin typeface="Lexend"/>
                <a:ea typeface="Lexend"/>
                <a:cs typeface="Lexend"/>
                <a:sym typeface="Lexend"/>
              </a:defRPr>
            </a:lvl6pPr>
            <a:lvl7pPr marL="3200400" lvl="6" indent="-342900" rtl="0">
              <a:lnSpc>
                <a:spcPct val="130000"/>
              </a:lnSpc>
              <a:spcBef>
                <a:spcPts val="600"/>
              </a:spcBef>
              <a:spcAft>
                <a:spcPct val="0"/>
              </a:spcAft>
              <a:buClr>
                <a:schemeClr val="dk1"/>
              </a:buClr>
              <a:buSzPts val="1800"/>
              <a:buFont typeface="Lexend"/>
              <a:buChar char="–"/>
              <a:defRPr sz="1800">
                <a:solidFill>
                  <a:schemeClr val="dk1"/>
                </a:solidFill>
                <a:latin typeface="Lexend"/>
                <a:ea typeface="Lexend"/>
                <a:cs typeface="Lexend"/>
                <a:sym typeface="Lexend"/>
              </a:defRPr>
            </a:lvl7pPr>
            <a:lvl8pPr marL="3657600" lvl="7" indent="-342900" rtl="0">
              <a:lnSpc>
                <a:spcPct val="130000"/>
              </a:lnSpc>
              <a:spcBef>
                <a:spcPts val="400"/>
              </a:spcBef>
              <a:spcAft>
                <a:spcPct val="0"/>
              </a:spcAft>
              <a:buClr>
                <a:schemeClr val="dk1"/>
              </a:buClr>
              <a:buSzPts val="1800"/>
              <a:buFont typeface="Lexend"/>
              <a:buChar char="–"/>
              <a:defRPr sz="1800">
                <a:solidFill>
                  <a:schemeClr val="dk1"/>
                </a:solidFill>
                <a:latin typeface="Lexend"/>
                <a:ea typeface="Lexend"/>
                <a:cs typeface="Lexend"/>
                <a:sym typeface="Lexend"/>
              </a:defRPr>
            </a:lvl8pPr>
            <a:lvl9pPr marL="4114800" lvl="8" indent="-3429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62">
            <a:alphaModFix/>
          </a:blip>
          <a:stretch>
            <a:fillRect/>
          </a:stretch>
        </p:blipFill>
        <p:spPr>
          <a:xfrm>
            <a:off x="8524129" y="4430050"/>
            <a:ext cx="234000" cy="31824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Lst>
  <p:transition/>
  <p:timing/>
  <p:txStyles>
    <p:title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1.xml" /><Relationship Id="rId2" Type="http://schemas.openxmlformats.org/officeDocument/2006/relationships/notesSlide" Target="../notesSlides/notesSlide2.xml" /><Relationship Id="rId3" Type="http://schemas.openxmlformats.org/officeDocument/2006/relationships/hyperlink" Target="https://support.thenational.academy/using-oaks-new-teaching-resources?utm_campaign=OakSlideDeck&amp;utm_medium=document&amp;utm_source=guide" TargetMode="Externa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10.xml" /><Relationship Id="rId2" Type="http://schemas.openxmlformats.org/officeDocument/2006/relationships/notesSlide" Target="../notesSlides/notesSlide3.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61.xml" /><Relationship Id="rId2" Type="http://schemas.openxmlformats.org/officeDocument/2006/relationships/notesSlide" Target="../notesSlides/notesSlide4.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16.xml" /><Relationship Id="rId2" Type="http://schemas.openxmlformats.org/officeDocument/2006/relationships/notesSlide" Target="../notesSlides/notesSlide5.xml" /><Relationship Id="rId3" Type="http://schemas.openxmlformats.org/officeDocument/2006/relationships/image" Target="../media/image43.png"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19.xml" /><Relationship Id="rId2" Type="http://schemas.openxmlformats.org/officeDocument/2006/relationships/notesSlide" Target="../notesSlides/notesSlide6.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19.xml" /><Relationship Id="rId2" Type="http://schemas.openxmlformats.org/officeDocument/2006/relationships/notesSlide" Target="../notesSlides/notesSlide7.xml" /><Relationship Id="rId3" Type="http://schemas.openxmlformats.org/officeDocument/2006/relationships/image" Target="../media/image44.png" /><Relationship Id="rId4" Type="http://schemas.openxmlformats.org/officeDocument/2006/relationships/image" Target="../media/image45.png"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19.xml" /><Relationship Id="rId2" Type="http://schemas.openxmlformats.org/officeDocument/2006/relationships/notesSlide" Target="../notesSlides/notesSlide8.xml" /><Relationship Id="rId3" Type="http://schemas.openxmlformats.org/officeDocument/2006/relationships/image" Target="../media/image46.png" /><Relationship Id="rId4" Type="http://schemas.openxmlformats.org/officeDocument/2006/relationships/image" Target="../media/image47.png" /><Relationship Id="rId5" Type="http://schemas.openxmlformats.org/officeDocument/2006/relationships/image" Target="../media/image44.png" /><Relationship Id="rId6" Type="http://schemas.openxmlformats.org/officeDocument/2006/relationships/image" Target="../media/image45.png"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19.xml" /><Relationship Id="rId2" Type="http://schemas.openxmlformats.org/officeDocument/2006/relationships/notesSlide" Target="../notesSlides/notesSlide9.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19.xml" /><Relationship Id="rId2" Type="http://schemas.openxmlformats.org/officeDocument/2006/relationships/notesSlide" Target="../notesSlides/notesSlide10.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19.xml" /><Relationship Id="rId2" Type="http://schemas.openxmlformats.org/officeDocument/2006/relationships/notesSlide" Target="../notesSlides/notesSlide11.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35.xml" /><Relationship Id="rId2" Type="http://schemas.openxmlformats.org/officeDocument/2006/relationships/notesSlide" Target="../notesSlides/notesSlide12.xml" /><Relationship Id="rId3" Type="http://schemas.openxmlformats.org/officeDocument/2006/relationships/image" Target="../media/image48.png"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19.xml" /><Relationship Id="rId2" Type="http://schemas.openxmlformats.org/officeDocument/2006/relationships/notesSlide" Target="../notesSlides/notesSlide13.xml" /><Relationship Id="rId3" Type="http://schemas.openxmlformats.org/officeDocument/2006/relationships/image" Target="../media/image49.png"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43.xml" /><Relationship Id="rId2" Type="http://schemas.openxmlformats.org/officeDocument/2006/relationships/notesSlide" Target="../notesSlides/notesSlide14.xml"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47.xml" /><Relationship Id="rId2" Type="http://schemas.openxmlformats.org/officeDocument/2006/relationships/notesSlide" Target="../notesSlides/notesSlide15.xml" /><Relationship Id="rId3" Type="http://schemas.openxmlformats.org/officeDocument/2006/relationships/image" Target="../media/image50.png"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47.xml" /><Relationship Id="rId2" Type="http://schemas.openxmlformats.org/officeDocument/2006/relationships/notesSlide" Target="../notesSlides/notesSlide16.xml"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51.xml" /><Relationship Id="rId2" Type="http://schemas.openxmlformats.org/officeDocument/2006/relationships/notesSlide" Target="../notesSlides/notesSlide17.xml"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51.xml" /><Relationship Id="rId2" Type="http://schemas.openxmlformats.org/officeDocument/2006/relationships/notesSlide" Target="../notesSlides/notesSlide18.xml"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51.xml" /><Relationship Id="rId2" Type="http://schemas.openxmlformats.org/officeDocument/2006/relationships/notesSlide" Target="../notesSlides/notesSlide19.xml"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51.xml" /><Relationship Id="rId2" Type="http://schemas.openxmlformats.org/officeDocument/2006/relationships/notesSlide" Target="../notesSlides/notesSlide20.xml" /><Relationship Id="rId3" Type="http://schemas.openxmlformats.org/officeDocument/2006/relationships/image" Target="../media/image50.png"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51.xml" /><Relationship Id="rId2" Type="http://schemas.openxmlformats.org/officeDocument/2006/relationships/notesSlide" Target="../notesSlides/notesSlide21.xml"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51.xml" /><Relationship Id="rId2" Type="http://schemas.openxmlformats.org/officeDocument/2006/relationships/notesSlide" Target="../notesSlides/notesSlide22.xml"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51.xml" /><Relationship Id="rId2" Type="http://schemas.openxmlformats.org/officeDocument/2006/relationships/notesSlide" Target="../notesSlides/notesSlide23.xml" /><Relationship Id="rId3" Type="http://schemas.openxmlformats.org/officeDocument/2006/relationships/image" Target="../media/image51.png" /></Relationships>
</file>

<file path=ppt/slides/_rels/slide24.xml.rels>&#65279;<?xml version="1.0" encoding="utf-8" standalone="yes"?><Relationships xmlns="http://schemas.openxmlformats.org/package/2006/relationships"><Relationship Id="rId1" Type="http://schemas.openxmlformats.org/officeDocument/2006/relationships/slideLayout" Target="../slideLayouts/slideLayout51.xml" /><Relationship Id="rId2" Type="http://schemas.openxmlformats.org/officeDocument/2006/relationships/notesSlide" Target="../notesSlides/notesSlide24.xml" /><Relationship Id="rId3" Type="http://schemas.openxmlformats.org/officeDocument/2006/relationships/image" Target="../media/image52.png" /></Relationships>
</file>

<file path=ppt/slides/_rels/slide25.xml.rels>&#65279;<?xml version="1.0" encoding="utf-8" standalone="yes"?><Relationships xmlns="http://schemas.openxmlformats.org/package/2006/relationships"><Relationship Id="rId1" Type="http://schemas.openxmlformats.org/officeDocument/2006/relationships/slideLayout" Target="../slideLayouts/slideLayout51.xml" /><Relationship Id="rId2" Type="http://schemas.openxmlformats.org/officeDocument/2006/relationships/notesSlide" Target="../notesSlides/notesSlide25.xml" /></Relationships>
</file>

<file path=ppt/slides/_rels/slide26.xml.rels>&#65279;<?xml version="1.0" encoding="utf-8" standalone="yes"?><Relationships xmlns="http://schemas.openxmlformats.org/package/2006/relationships"><Relationship Id="rId1" Type="http://schemas.openxmlformats.org/officeDocument/2006/relationships/slideLayout" Target="../slideLayouts/slideLayout16.xml" /><Relationship Id="rId2" Type="http://schemas.openxmlformats.org/officeDocument/2006/relationships/notesSlide" Target="../notesSlides/notesSlide26.xml" /><Relationship Id="rId3" Type="http://schemas.openxmlformats.org/officeDocument/2006/relationships/image" Target="../media/image43.png" /></Relationships>
</file>

<file path=ppt/slides/_rels/slide27.xml.rels>&#65279;<?xml version="1.0" encoding="utf-8" standalone="yes"?><Relationships xmlns="http://schemas.openxmlformats.org/package/2006/relationships"><Relationship Id="rId1" Type="http://schemas.openxmlformats.org/officeDocument/2006/relationships/slideLayout" Target="../slideLayouts/slideLayout20.xml" /><Relationship Id="rId2" Type="http://schemas.openxmlformats.org/officeDocument/2006/relationships/notesSlide" Target="../notesSlides/notesSlide27.xml" /><Relationship Id="rId3" Type="http://schemas.openxmlformats.org/officeDocument/2006/relationships/image" Target="../media/image53.png" /></Relationships>
</file>

<file path=ppt/slides/_rels/slide28.xml.rels>&#65279;<?xml version="1.0" encoding="utf-8" standalone="yes"?><Relationships xmlns="http://schemas.openxmlformats.org/package/2006/relationships"><Relationship Id="rId1" Type="http://schemas.openxmlformats.org/officeDocument/2006/relationships/slideLayout" Target="../slideLayouts/slideLayout20.xml" /><Relationship Id="rId2" Type="http://schemas.openxmlformats.org/officeDocument/2006/relationships/notesSlide" Target="../notesSlides/notesSlide28.xml" /><Relationship Id="rId3" Type="http://schemas.openxmlformats.org/officeDocument/2006/relationships/image" Target="../media/image54.png" /></Relationships>
</file>

<file path=ppt/slides/_rels/slide29.xml.rels>&#65279;<?xml version="1.0" encoding="utf-8" standalone="yes"?><Relationships xmlns="http://schemas.openxmlformats.org/package/2006/relationships"><Relationship Id="rId1" Type="http://schemas.openxmlformats.org/officeDocument/2006/relationships/slideLayout" Target="../slideLayouts/slideLayout24.xml" /><Relationship Id="rId2" Type="http://schemas.openxmlformats.org/officeDocument/2006/relationships/notesSlide" Target="../notesSlides/notesSlide29.xml" /><Relationship Id="rId3" Type="http://schemas.openxmlformats.org/officeDocument/2006/relationships/image" Target="../media/image55.png" /></Relationships>
</file>

<file path=ppt/slides/_rels/slide30.xml.rels>&#65279;<?xml version="1.0" encoding="utf-8" standalone="yes"?><Relationships xmlns="http://schemas.openxmlformats.org/package/2006/relationships"><Relationship Id="rId1" Type="http://schemas.openxmlformats.org/officeDocument/2006/relationships/slideLayout" Target="../slideLayouts/slideLayout24.xml" /><Relationship Id="rId2" Type="http://schemas.openxmlformats.org/officeDocument/2006/relationships/notesSlide" Target="../notesSlides/notesSlide30.xml" /><Relationship Id="rId3" Type="http://schemas.openxmlformats.org/officeDocument/2006/relationships/image" Target="../media/image55.png" /><Relationship Id="rId4" Type="http://schemas.openxmlformats.org/officeDocument/2006/relationships/image" Target="../media/image52.png" /></Relationships>
</file>

<file path=ppt/slides/_rels/slide31.xml.rels>&#65279;<?xml version="1.0" encoding="utf-8" standalone="yes"?><Relationships xmlns="http://schemas.openxmlformats.org/package/2006/relationships"><Relationship Id="rId1" Type="http://schemas.openxmlformats.org/officeDocument/2006/relationships/slideLayout" Target="../slideLayouts/slideLayout48.xml" /><Relationship Id="rId2" Type="http://schemas.openxmlformats.org/officeDocument/2006/relationships/notesSlide" Target="../notesSlides/notesSlide31.xml" /><Relationship Id="rId3" Type="http://schemas.openxmlformats.org/officeDocument/2006/relationships/image" Target="../media/image56.png" /></Relationships>
</file>

<file path=ppt/slides/_rels/slide32.xml.rels>&#65279;<?xml version="1.0" encoding="utf-8" standalone="yes"?><Relationships xmlns="http://schemas.openxmlformats.org/package/2006/relationships"><Relationship Id="rId1" Type="http://schemas.openxmlformats.org/officeDocument/2006/relationships/slideLayout" Target="../slideLayouts/slideLayout48.xml" /><Relationship Id="rId2" Type="http://schemas.openxmlformats.org/officeDocument/2006/relationships/notesSlide" Target="../notesSlides/notesSlide32.xml" /><Relationship Id="rId3" Type="http://schemas.openxmlformats.org/officeDocument/2006/relationships/image" Target="../media/image57.png" /><Relationship Id="rId4" Type="http://schemas.openxmlformats.org/officeDocument/2006/relationships/image" Target="../media/image53.png" /></Relationships>
</file>

<file path=ppt/slides/_rels/slide33.xml.rels>&#65279;<?xml version="1.0" encoding="utf-8" standalone="yes"?><Relationships xmlns="http://schemas.openxmlformats.org/package/2006/relationships"><Relationship Id="rId1" Type="http://schemas.openxmlformats.org/officeDocument/2006/relationships/slideLayout" Target="../slideLayouts/slideLayout48.xml" /><Relationship Id="rId2" Type="http://schemas.openxmlformats.org/officeDocument/2006/relationships/notesSlide" Target="../notesSlides/notesSlide33.xml" /></Relationships>
</file>

<file path=ppt/slides/_rels/slide34.xml.rels>&#65279;<?xml version="1.0" encoding="utf-8" standalone="yes"?><Relationships xmlns="http://schemas.openxmlformats.org/package/2006/relationships"><Relationship Id="rId1" Type="http://schemas.openxmlformats.org/officeDocument/2006/relationships/slideLayout" Target="../slideLayouts/slideLayout52.xml" /><Relationship Id="rId2" Type="http://schemas.openxmlformats.org/officeDocument/2006/relationships/notesSlide" Target="../notesSlides/notesSlide34.xml" /><Relationship Id="rId3" Type="http://schemas.openxmlformats.org/officeDocument/2006/relationships/image" Target="../media/image56.png" /></Relationships>
</file>

<file path=ppt/slides/_rels/slide35.xml.rels>&#65279;<?xml version="1.0" encoding="utf-8" standalone="yes"?><Relationships xmlns="http://schemas.openxmlformats.org/package/2006/relationships"><Relationship Id="rId1" Type="http://schemas.openxmlformats.org/officeDocument/2006/relationships/slideLayout" Target="../slideLayouts/slideLayout52.xml" /><Relationship Id="rId2" Type="http://schemas.openxmlformats.org/officeDocument/2006/relationships/notesSlide" Target="../notesSlides/notesSlide35.xml" /><Relationship Id="rId3" Type="http://schemas.openxmlformats.org/officeDocument/2006/relationships/image" Target="../media/image57.png" /><Relationship Id="rId4" Type="http://schemas.openxmlformats.org/officeDocument/2006/relationships/image" Target="../media/image53.png" /></Relationships>
</file>

<file path=ppt/slides/_rels/slide36.xml.rels>&#65279;<?xml version="1.0" encoding="utf-8" standalone="yes"?><Relationships xmlns="http://schemas.openxmlformats.org/package/2006/relationships"><Relationship Id="rId1" Type="http://schemas.openxmlformats.org/officeDocument/2006/relationships/slideLayout" Target="../slideLayouts/slideLayout52.xml" /><Relationship Id="rId2" Type="http://schemas.openxmlformats.org/officeDocument/2006/relationships/notesSlide" Target="../notesSlides/notesSlide36.xml" /></Relationships>
</file>

<file path=ppt/slides/_rels/slide37.xml.rels>&#65279;<?xml version="1.0" encoding="utf-8" standalone="yes"?><Relationships xmlns="http://schemas.openxmlformats.org/package/2006/relationships"><Relationship Id="rId1" Type="http://schemas.openxmlformats.org/officeDocument/2006/relationships/slideLayout" Target="../slideLayouts/slideLayout55.xml" /><Relationship Id="rId2" Type="http://schemas.openxmlformats.org/officeDocument/2006/relationships/notesSlide" Target="../notesSlides/notesSlide37.xml" /></Relationships>
</file>

<file path=ppt/slides/_rels/slide38.xml.rels>&#65279;<?xml version="1.0" encoding="utf-8" standalone="yes"?><Relationships xmlns="http://schemas.openxmlformats.org/package/2006/relationships"><Relationship Id="rId1" Type="http://schemas.openxmlformats.org/officeDocument/2006/relationships/slideLayout" Target="../slideLayouts/slideLayout59.xml" /><Relationship Id="rId2" Type="http://schemas.openxmlformats.org/officeDocument/2006/relationships/notesSlide" Target="../notesSlides/notesSlide38.xml" /><Relationship Id="rId3" Type="http://schemas.openxmlformats.org/officeDocument/2006/relationships/hyperlink" Target="https://www.nationalarchives.gov.uk/doc/open-government-licence/version/3/" TargetMode="External" /><Relationship Id="rId4" Type="http://schemas.openxmlformats.org/officeDocument/2006/relationships/hyperlink" Target="https://www.thenational.academy/legal/terms-and-conditions" TargetMode="External" /><Relationship Id="rId5" Type="http://schemas.openxmlformats.org/officeDocument/2006/relationships/image" Target="../media/image58.png"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753" name="Shape 753"/>
        <p:cNvGrpSpPr/>
        <p:nvPr/>
      </p:nvGrpSpPr>
      <p:grpSpPr>
        <a:xfrm>
          <a:off x="0" y="0"/>
          <a:ext cx="0" cy="0"/>
        </a:xfrm>
      </p:grpSpPr>
      <p:sp>
        <p:nvSpPr>
          <p:cNvPr id="754" name="Google Shape;754;p63"/>
          <p:cNvSpPr txBox="1"/>
          <p:nvPr>
            <p:ph type="ctrTitle"/>
          </p:nvPr>
        </p:nvSpPr>
        <p:spPr>
          <a:xfrm>
            <a:off x="323850" y="810000"/>
            <a:ext cx="5502000" cy="27429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Problem solving with percentages and proportionality</a:t>
            </a:r>
            <a:endParaRPr/>
          </a:p>
        </p:txBody>
      </p:sp>
      <p:sp>
        <p:nvSpPr>
          <p:cNvPr id="755" name="Google Shape;755;p63"/>
          <p:cNvSpPr txBox="1"/>
          <p:nvPr>
            <p:ph type="subTitle" idx="1"/>
          </p:nvPr>
        </p:nvSpPr>
        <p:spPr>
          <a:xfrm>
            <a:off x="890225" y="4327975"/>
            <a:ext cx="5758500" cy="6699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Understanding multiplicative relationships: percentages and proportionality</a:t>
            </a:r>
            <a:endParaRPr/>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0">
  <p:cSld name="">
    <p:spTree>
      <p:nvGrpSpPr>
        <p:cNvPr id="759" name="Shape 759"/>
        <p:cNvGrpSpPr/>
        <p:nvPr/>
      </p:nvGrpSpPr>
      <p:grpSpPr>
        <a:xfrm>
          <a:off x="0" y="0"/>
          <a:ext cx="0" cy="0"/>
        </a:xfrm>
      </p:grpSpPr>
      <p:sp>
        <p:nvSpPr>
          <p:cNvPr id="760" name="Google Shape;760;p64"/>
          <p:cNvSpPr txBox="1"/>
          <p:nvPr/>
        </p:nvSpPr>
        <p:spPr>
          <a:xfrm>
            <a:off x="5655175" y="953025"/>
            <a:ext cx="19281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ct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xmlns:ahyp="http://schemas.microsoft.com/office/drawing/2018/hyperlinkcolor" val="tx"/>
                    </a:ext>
                  </a:extLst>
                </a:hlinkClick>
              </a:rPr>
              <a:t>how to use Oak lessons</a:t>
            </a:r>
            <a:endParaRPr sz="1200">
              <a:latin typeface="Lexend"/>
              <a:ea typeface="Lexend"/>
              <a:cs typeface="Lexend"/>
              <a:sym typeface="Lexend"/>
            </a:endParaRP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764" name="Shape 764"/>
        <p:cNvGrpSpPr/>
        <p:nvPr/>
      </p:nvGrpSpPr>
      <p:grpSpPr>
        <a:xfrm>
          <a:off x="0" y="0"/>
          <a:ext cx="0" cy="0"/>
        </a:xfrm>
      </p:grpSpPr>
      <p:sp>
        <p:nvSpPr>
          <p:cNvPr id="765" name="Google Shape;765;p65"/>
          <p:cNvSpPr txBox="1"/>
          <p:nvPr>
            <p:ph type="subTitle" idx="1"/>
          </p:nvPr>
        </p:nvSpPr>
        <p:spPr>
          <a:xfrm>
            <a:off x="585575" y="1463950"/>
            <a:ext cx="7351200" cy="2762700"/>
          </a:xfrm>
          <a:prstGeom prst="rect">
            <a:avLst/>
          </a:prstGeom>
        </p:spPr>
        <p:txBody>
          <a:bodyPr spcFirstLastPara="1" wrap="square" lIns="0" tIns="0" rIns="0" bIns="0" anchor="ctr" anchorCtr="0">
            <a:noAutofit/>
          </a:bodyPr>
          <a:lstStyle/>
          <a:p>
            <a:pPr marL="0" lvl="0" indent="0" algn="l" rtl="0">
              <a:spcBef>
                <a:spcPct val="0"/>
              </a:spcBef>
              <a:spcAft>
                <a:spcPts val="1000"/>
              </a:spcAft>
              <a:buNone/>
            </a:pPr>
            <a:r>
              <a:rPr lang="en-GB"/>
              <a:t>I can use my knowledge of percentages and proportionality to solve problems.</a:t>
            </a:r>
            <a:endParaRPr/>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769" name="Shape 769"/>
        <p:cNvGrpSpPr/>
        <p:nvPr/>
      </p:nvGrpSpPr>
      <p:grpSpPr>
        <a:xfrm>
          <a:off x="0" y="0"/>
          <a:ext cx="0" cy="0"/>
        </a:xfrm>
      </p:grpSpPr>
      <p:sp>
        <p:nvSpPr>
          <p:cNvPr id="770" name="Google Shape;770;p66"/>
          <p:cNvSpPr txBox="1"/>
          <p:nvPr>
            <p:ph type="subTitle" idx="1"/>
          </p:nvPr>
        </p:nvSpPr>
        <p:spPr>
          <a:xfrm>
            <a:off x="306950" y="1065000"/>
            <a:ext cx="7767300" cy="15783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b="0"/>
              <a:t>Proportion is a part to whole (sometimes part to part) comparison. If two things are proportional then the ratio of part to whole is maintained and the multiplicative relationship between parts is also maintained. </a:t>
            </a:r>
            <a:endParaRPr b="0"/>
          </a:p>
        </p:txBody>
      </p:sp>
      <p:sp>
        <p:nvSpPr>
          <p:cNvPr id="771" name="Google Shape;771;p66"/>
          <p:cNvSpPr txBox="1"/>
          <p:nvPr>
            <p:ph type="subTitle" idx="1"/>
          </p:nvPr>
        </p:nvSpPr>
        <p:spPr>
          <a:xfrm>
            <a:off x="306950" y="2436600"/>
            <a:ext cx="7767300" cy="1578300"/>
          </a:xfrm>
          <a:prstGeom prst="rect">
            <a:avLst/>
          </a:prstGeom>
        </p:spPr>
        <p:txBody>
          <a:bodyPr spcFirstLastPara="1" wrap="square" lIns="0" tIns="0" rIns="0" bIns="0" anchor="t" anchorCtr="0">
            <a:noAutofit/>
          </a:bodyPr>
          <a:lstStyle/>
          <a:p>
            <a:pPr marL="0" lvl="0" indent="0" algn="l" rtl="0">
              <a:spcBef>
                <a:spcPct val="0"/>
              </a:spcBef>
              <a:spcAft>
                <a:spcPct val="0"/>
              </a:spcAft>
              <a:buClr>
                <a:schemeClr val="dk1"/>
              </a:buClr>
              <a:buSzPts val="1100"/>
              <a:buFont typeface="Arial"/>
              <a:buNone/>
            </a:pPr>
            <a:endParaRPr b="0"/>
          </a:p>
          <a:p>
            <a:pPr marL="0" lvl="0" indent="0" algn="l" rtl="0">
              <a:spcBef>
                <a:spcPts val="1000"/>
              </a:spcBef>
              <a:spcAft>
                <a:spcPts val="1000"/>
              </a:spcAft>
              <a:buClr>
                <a:schemeClr val="dk1"/>
              </a:buClr>
              <a:buSzPts val="1100"/>
              <a:buFont typeface="Arial"/>
              <a:buNone/>
            </a:pPr>
            <a:r>
              <a:rPr lang="en-GB" b="0"/>
              <a:t> </a:t>
            </a:r>
            <a:endParaRPr b="0"/>
          </a:p>
        </p:txBody>
      </p:sp>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775" name="Shape 775"/>
        <p:cNvGrpSpPr/>
        <p:nvPr/>
      </p:nvGrpSpPr>
      <p:grpSpPr>
        <a:xfrm>
          <a:off x="0" y="0"/>
          <a:ext cx="0" cy="0"/>
        </a:xfrm>
      </p:grpSpPr>
      <p:sp>
        <p:nvSpPr>
          <p:cNvPr id="776" name="Google Shape;776;p67"/>
          <p:cNvSpPr txBox="1"/>
          <p:nvPr>
            <p:ph type="title"/>
          </p:nvPr>
        </p:nvSpPr>
        <p:spPr>
          <a:xfrm>
            <a:off x="1225225" y="2090813"/>
            <a:ext cx="6852300" cy="3693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Using percentages to solve problems</a:t>
            </a:r>
            <a:endParaRPr/>
          </a:p>
        </p:txBody>
      </p:sp>
      <p:sp>
        <p:nvSpPr>
          <p:cNvPr id="777" name="Google Shape;777;p67"/>
          <p:cNvSpPr txBox="1"/>
          <p:nvPr>
            <p:ph type="title" idx="2"/>
          </p:nvPr>
        </p:nvSpPr>
        <p:spPr>
          <a:xfrm>
            <a:off x="1225225" y="3027088"/>
            <a:ext cx="6852300" cy="3693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Using proportionality to solve problems</a:t>
            </a:r>
            <a:endParaRPr/>
          </a:p>
        </p:txBody>
      </p:sp>
      <p:sp>
        <p:nvSpPr>
          <p:cNvPr id="778" name="Google Shape;778;p67"/>
          <p:cNvSpPr txBox="1"/>
          <p:nvPr>
            <p:ph type="title" idx="3"/>
          </p:nvPr>
        </p:nvSpPr>
        <p:spPr>
          <a:xfrm>
            <a:off x="324000" y="657600"/>
            <a:ext cx="5741400" cy="6156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Problem solving with percentages and proportionality</a:t>
            </a:r>
            <a:endParaRPr/>
          </a:p>
        </p:txBody>
      </p:sp>
      <p:pic>
        <p:nvPicPr>
          <p:cNvPr id="779" name="Google Shape;779;p67"/>
          <p:cNvPicPr preferRelativeResize="0"/>
          <p:nvPr/>
        </p:nvPicPr>
        <p:blipFill>
          <a:blip r:embed="rId3">
            <a:alphaModFix/>
          </a:blip>
          <a:stretch>
            <a:fillRect/>
          </a:stretch>
        </p:blipFill>
        <p:spPr>
          <a:xfrm>
            <a:off x="399100" y="2052100"/>
            <a:ext cx="450575" cy="446750"/>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783" name="Shape 783"/>
        <p:cNvGrpSpPr/>
        <p:nvPr/>
      </p:nvGrpSpPr>
      <p:grpSpPr>
        <a:xfrm>
          <a:off x="0" y="0"/>
          <a:ext cx="0" cy="0"/>
        </a:xfrm>
      </p:grpSpPr>
      <p:sp>
        <p:nvSpPr>
          <p:cNvPr id="784" name="Google Shape;784;p68"/>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Using percentages to solve problems</a:t>
            </a:r>
            <a:endParaRPr/>
          </a:p>
        </p:txBody>
      </p:sp>
      <p:sp>
        <p:nvSpPr>
          <p:cNvPr id="785" name="Google Shape;785;p68"/>
          <p:cNvSpPr txBox="1"/>
          <p:nvPr>
            <p:ph type="body" idx="1"/>
          </p:nvPr>
        </p:nvSpPr>
        <p:spPr>
          <a:xfrm>
            <a:off x="324000" y="759300"/>
            <a:ext cx="8237700" cy="30207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This shape represents part of a different shape.</a:t>
            </a:r>
            <a:endParaRPr/>
          </a:p>
          <a:p>
            <a:pPr marL="0" lvl="0" indent="0" algn="l" rtl="0">
              <a:spcBef>
                <a:spcPts val="1000"/>
              </a:spcBef>
              <a:spcAft>
                <a:spcPts val="1000"/>
              </a:spcAft>
              <a:buNone/>
            </a:pPr>
            <a:r>
              <a:rPr lang="en-GB"/>
              <a:t>What might the whole shape look like?</a:t>
            </a:r>
            <a:endParaRPr/>
          </a:p>
        </p:txBody>
      </p:sp>
      <p:sp>
        <p:nvSpPr>
          <p:cNvPr id="786" name="Google Shape;786;p68"/>
          <p:cNvSpPr/>
          <p:nvPr/>
        </p:nvSpPr>
        <p:spPr>
          <a:xfrm>
            <a:off x="1684800" y="2160000"/>
            <a:ext cx="1261500" cy="1236300"/>
          </a:xfrm>
          <a:prstGeom prst="rtTriangle">
            <a:avLst/>
          </a:prstGeom>
          <a:solidFill>
            <a:srgbClr val="F3EEFB"/>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800">
                <a:latin typeface="Lexend"/>
                <a:ea typeface="Lexend"/>
                <a:cs typeface="Lexend"/>
                <a:sym typeface="Lexend"/>
              </a:rPr>
              <a:t>25%</a:t>
            </a:r>
            <a:endParaRPr sz="1800">
              <a:latin typeface="Lexend"/>
              <a:ea typeface="Lexend"/>
              <a:cs typeface="Lexend"/>
              <a:sym typeface="Lexend"/>
            </a:endParaRPr>
          </a:p>
        </p:txBody>
      </p:sp>
    </p:spTree>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790" name="Shape 790"/>
        <p:cNvGrpSpPr/>
        <p:nvPr/>
      </p:nvGrpSpPr>
      <p:grpSpPr>
        <a:xfrm>
          <a:off x="0" y="0"/>
          <a:ext cx="0" cy="0"/>
        </a:xfrm>
      </p:grpSpPr>
      <p:sp>
        <p:nvSpPr>
          <p:cNvPr id="791" name="Google Shape;791;p69"/>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Using percentages to solve problems</a:t>
            </a:r>
            <a:endParaRPr/>
          </a:p>
        </p:txBody>
      </p:sp>
      <p:sp>
        <p:nvSpPr>
          <p:cNvPr id="792" name="Google Shape;792;p69"/>
          <p:cNvSpPr txBox="1"/>
          <p:nvPr>
            <p:ph type="body" idx="1"/>
          </p:nvPr>
        </p:nvSpPr>
        <p:spPr>
          <a:xfrm>
            <a:off x="324000" y="627040"/>
            <a:ext cx="8237700" cy="4833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Here are Aisha and Jun’s shapes.</a:t>
            </a:r>
            <a:endParaRPr/>
          </a:p>
        </p:txBody>
      </p:sp>
      <p:pic>
        <p:nvPicPr>
          <p:cNvPr id="793" name="Google Shape;793;p69"/>
          <p:cNvPicPr preferRelativeResize="0"/>
          <p:nvPr/>
        </p:nvPicPr>
        <p:blipFill>
          <a:blip r:embed="rId3">
            <a:alphaModFix/>
          </a:blip>
          <a:stretch>
            <a:fillRect/>
          </a:stretch>
        </p:blipFill>
        <p:spPr>
          <a:xfrm>
            <a:off x="324000" y="1079993"/>
            <a:ext cx="623346" cy="1177024"/>
          </a:xfrm>
          <a:prstGeom prst="rect">
            <a:avLst/>
          </a:prstGeom>
          <a:noFill/>
          <a:ln>
            <a:noFill/>
          </a:ln>
        </p:spPr>
      </p:pic>
      <p:sp>
        <p:nvSpPr>
          <p:cNvPr id="794" name="Google Shape;794;p69"/>
          <p:cNvSpPr txBox="1"/>
          <p:nvPr/>
        </p:nvSpPr>
        <p:spPr>
          <a:xfrm>
            <a:off x="324000" y="2257025"/>
            <a:ext cx="885300" cy="313500"/>
          </a:xfrm>
          <a:prstGeom prst="rect">
            <a:avLst/>
          </a:prstGeom>
          <a:noFill/>
          <a:ln>
            <a:noFill/>
          </a:ln>
        </p:spPr>
        <p:txBody>
          <a:bodyPr spcFirstLastPara="1" wrap="square" lIns="0" tIns="0" rIns="0" bIns="0" anchor="ctr" anchorCtr="0">
            <a:noAutofit/>
          </a:bodyPr>
          <a:lstStyle/>
          <a:p>
            <a:pPr marL="0" lvl="0" indent="0" algn="ctr" rtl="0">
              <a:lnSpc>
                <a:spcPct val="115000"/>
              </a:lnSpc>
              <a:spcBef>
                <a:spcPct val="0"/>
              </a:spcBef>
              <a:spcAft>
                <a:spcPct val="0"/>
              </a:spcAft>
              <a:buNone/>
            </a:pPr>
            <a:r>
              <a:rPr lang="en-GB" sz="1800">
                <a:latin typeface="Lexend"/>
                <a:ea typeface="Lexend"/>
                <a:cs typeface="Lexend"/>
                <a:sym typeface="Lexend"/>
              </a:rPr>
              <a:t>Aisha </a:t>
            </a:r>
            <a:endParaRPr sz="1800">
              <a:latin typeface="Lexend"/>
              <a:ea typeface="Lexend"/>
              <a:cs typeface="Lexend"/>
              <a:sym typeface="Lexend"/>
            </a:endParaRPr>
          </a:p>
        </p:txBody>
      </p:sp>
      <p:pic>
        <p:nvPicPr>
          <p:cNvPr id="795" name="Google Shape;795;p69"/>
          <p:cNvPicPr preferRelativeResize="0"/>
          <p:nvPr/>
        </p:nvPicPr>
        <p:blipFill>
          <a:blip r:embed="rId4">
            <a:alphaModFix/>
          </a:blip>
          <a:stretch>
            <a:fillRect/>
          </a:stretch>
        </p:blipFill>
        <p:spPr>
          <a:xfrm flipH="1">
            <a:off x="6507646" y="684537"/>
            <a:ext cx="727174" cy="909325"/>
          </a:xfrm>
          <a:prstGeom prst="rect">
            <a:avLst/>
          </a:prstGeom>
          <a:noFill/>
          <a:ln>
            <a:noFill/>
          </a:ln>
        </p:spPr>
      </p:pic>
      <p:sp>
        <p:nvSpPr>
          <p:cNvPr id="796" name="Google Shape;796;p69"/>
          <p:cNvSpPr txBox="1"/>
          <p:nvPr/>
        </p:nvSpPr>
        <p:spPr>
          <a:xfrm>
            <a:off x="6349525" y="1664900"/>
            <a:ext cx="885300" cy="313500"/>
          </a:xfrm>
          <a:prstGeom prst="rect">
            <a:avLst/>
          </a:prstGeom>
          <a:noFill/>
          <a:ln>
            <a:noFill/>
          </a:ln>
        </p:spPr>
        <p:txBody>
          <a:bodyPr spcFirstLastPara="1" wrap="square" lIns="0" tIns="0" rIns="0" bIns="0" anchor="ctr" anchorCtr="0">
            <a:noAutofit/>
          </a:bodyPr>
          <a:lstStyle/>
          <a:p>
            <a:pPr marL="0" lvl="0" indent="0" algn="ctr" rtl="0">
              <a:lnSpc>
                <a:spcPct val="115000"/>
              </a:lnSpc>
              <a:spcBef>
                <a:spcPct val="0"/>
              </a:spcBef>
              <a:spcAft>
                <a:spcPct val="0"/>
              </a:spcAft>
              <a:buNone/>
            </a:pPr>
            <a:r>
              <a:rPr lang="en-GB" sz="1800">
                <a:latin typeface="Lexend"/>
                <a:ea typeface="Lexend"/>
                <a:cs typeface="Lexend"/>
                <a:sym typeface="Lexend"/>
              </a:rPr>
              <a:t>Jun</a:t>
            </a:r>
            <a:endParaRPr sz="1800">
              <a:latin typeface="Lexend"/>
              <a:ea typeface="Lexend"/>
              <a:cs typeface="Lexend"/>
              <a:sym typeface="Lexend"/>
            </a:endParaRPr>
          </a:p>
        </p:txBody>
      </p:sp>
      <p:sp>
        <p:nvSpPr>
          <p:cNvPr id="797" name="Google Shape;797;p69"/>
          <p:cNvSpPr/>
          <p:nvPr/>
        </p:nvSpPr>
        <p:spPr>
          <a:xfrm>
            <a:off x="7436650" y="684525"/>
            <a:ext cx="1261500" cy="1236300"/>
          </a:xfrm>
          <a:prstGeom prst="rtTriangle">
            <a:avLst/>
          </a:prstGeom>
          <a:solidFill>
            <a:srgbClr val="F3EEFB"/>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800">
                <a:latin typeface="Lexend"/>
                <a:ea typeface="Lexend"/>
                <a:cs typeface="Lexend"/>
                <a:sym typeface="Lexend"/>
              </a:rPr>
              <a:t>25%</a:t>
            </a:r>
            <a:endParaRPr sz="1800">
              <a:latin typeface="Lexend"/>
              <a:ea typeface="Lexend"/>
              <a:cs typeface="Lexend"/>
              <a:sym typeface="Lexend"/>
            </a:endParaRPr>
          </a:p>
        </p:txBody>
      </p:sp>
      <p:grpSp>
        <p:nvGrpSpPr>
          <p:cNvPr id="798" name="Google Shape;798;p69"/>
          <p:cNvGrpSpPr/>
          <p:nvPr/>
        </p:nvGrpSpPr>
        <p:grpSpPr>
          <a:xfrm>
            <a:off x="1436800" y="950400"/>
            <a:ext cx="2523350" cy="2512330"/>
            <a:chOff x="1436800" y="1102800"/>
            <a:chExt cx="2523350" cy="2512330"/>
          </a:xfrm>
        </p:grpSpPr>
        <p:sp>
          <p:nvSpPr>
            <p:cNvPr id="799" name="Google Shape;799;p69"/>
            <p:cNvSpPr/>
            <p:nvPr/>
          </p:nvSpPr>
          <p:spPr>
            <a:xfrm>
              <a:off x="2698650" y="1115400"/>
              <a:ext cx="1261500" cy="1236300"/>
            </a:xfrm>
            <a:prstGeom prst="rtTriangle">
              <a:avLst/>
            </a:prstGeom>
            <a:solidFill>
              <a:srgbClr val="F3EEFB"/>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sz="1800">
                <a:latin typeface="Lexend"/>
                <a:ea typeface="Lexend"/>
                <a:cs typeface="Lexend"/>
                <a:sym typeface="Lexend"/>
              </a:endParaRPr>
            </a:p>
          </p:txBody>
        </p:sp>
        <p:sp>
          <p:nvSpPr>
            <p:cNvPr id="800" name="Google Shape;800;p69"/>
            <p:cNvSpPr/>
            <p:nvPr/>
          </p:nvSpPr>
          <p:spPr>
            <a:xfrm rot="5400000">
              <a:off x="2686050" y="2366230"/>
              <a:ext cx="1261500" cy="1236300"/>
            </a:xfrm>
            <a:prstGeom prst="rtTriangle">
              <a:avLst/>
            </a:prstGeom>
            <a:solidFill>
              <a:srgbClr val="F3EEFB"/>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sz="1800">
                <a:latin typeface="Lexend"/>
                <a:ea typeface="Lexend"/>
                <a:cs typeface="Lexend"/>
                <a:sym typeface="Lexend"/>
              </a:endParaRPr>
            </a:p>
          </p:txBody>
        </p:sp>
        <p:sp>
          <p:nvSpPr>
            <p:cNvPr id="801" name="Google Shape;801;p69"/>
            <p:cNvSpPr/>
            <p:nvPr/>
          </p:nvSpPr>
          <p:spPr>
            <a:xfrm rot="-5400000">
              <a:off x="1440250" y="1099350"/>
              <a:ext cx="1261500" cy="1268400"/>
            </a:xfrm>
            <a:prstGeom prst="rtTriangle">
              <a:avLst/>
            </a:prstGeom>
            <a:solidFill>
              <a:srgbClr val="F3EEFB"/>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sz="1800">
                <a:latin typeface="Lexend"/>
                <a:ea typeface="Lexend"/>
                <a:cs typeface="Lexend"/>
                <a:sym typeface="Lexend"/>
              </a:endParaRPr>
            </a:p>
          </p:txBody>
        </p:sp>
        <p:sp>
          <p:nvSpPr>
            <p:cNvPr id="802" name="Google Shape;802;p69"/>
            <p:cNvSpPr/>
            <p:nvPr/>
          </p:nvSpPr>
          <p:spPr>
            <a:xfrm rot="10800000">
              <a:off x="1443600" y="2351207"/>
              <a:ext cx="1261500" cy="1236300"/>
            </a:xfrm>
            <a:prstGeom prst="rtTriangle">
              <a:avLst/>
            </a:prstGeom>
            <a:solidFill>
              <a:srgbClr val="F3EEFB"/>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sz="1800">
                <a:latin typeface="Lexend"/>
                <a:ea typeface="Lexend"/>
                <a:cs typeface="Lexend"/>
                <a:sym typeface="Lexend"/>
              </a:endParaRPr>
            </a:p>
          </p:txBody>
        </p:sp>
      </p:grpSp>
      <p:grpSp>
        <p:nvGrpSpPr>
          <p:cNvPr id="803" name="Google Shape;803;p69"/>
          <p:cNvGrpSpPr/>
          <p:nvPr/>
        </p:nvGrpSpPr>
        <p:grpSpPr>
          <a:xfrm rot="-3282286">
            <a:off x="5378206" y="886476"/>
            <a:ext cx="1264352" cy="3753151"/>
            <a:chOff x="5378250" y="886800"/>
            <a:chExt cx="1264330" cy="3753085"/>
          </a:xfrm>
        </p:grpSpPr>
        <p:sp>
          <p:nvSpPr>
            <p:cNvPr id="804" name="Google Shape;804;p69"/>
            <p:cNvSpPr/>
            <p:nvPr/>
          </p:nvSpPr>
          <p:spPr>
            <a:xfrm>
              <a:off x="5378250" y="886800"/>
              <a:ext cx="1261500" cy="1236300"/>
            </a:xfrm>
            <a:prstGeom prst="rtTriangle">
              <a:avLst/>
            </a:prstGeom>
            <a:solidFill>
              <a:srgbClr val="F3EEFB"/>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sz="1800" b="1">
                <a:latin typeface="Lexend"/>
                <a:ea typeface="Lexend"/>
                <a:cs typeface="Lexend"/>
                <a:sym typeface="Lexend"/>
              </a:endParaRPr>
            </a:p>
          </p:txBody>
        </p:sp>
        <p:sp>
          <p:nvSpPr>
            <p:cNvPr id="805" name="Google Shape;805;p69"/>
            <p:cNvSpPr/>
            <p:nvPr/>
          </p:nvSpPr>
          <p:spPr>
            <a:xfrm rot="5400000">
              <a:off x="5365650" y="2137630"/>
              <a:ext cx="1261500" cy="1236300"/>
            </a:xfrm>
            <a:prstGeom prst="rtTriangle">
              <a:avLst/>
            </a:prstGeom>
            <a:solidFill>
              <a:srgbClr val="F3EEFB"/>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sz="1800" b="1">
                <a:latin typeface="Lexend"/>
                <a:ea typeface="Lexend"/>
                <a:cs typeface="Lexend"/>
                <a:sym typeface="Lexend"/>
              </a:endParaRPr>
            </a:p>
          </p:txBody>
        </p:sp>
        <p:sp>
          <p:nvSpPr>
            <p:cNvPr id="806" name="Google Shape;806;p69"/>
            <p:cNvSpPr/>
            <p:nvPr/>
          </p:nvSpPr>
          <p:spPr>
            <a:xfrm rot="-5400000">
              <a:off x="5393680" y="2137625"/>
              <a:ext cx="1261500" cy="1236300"/>
            </a:xfrm>
            <a:prstGeom prst="rtTriangle">
              <a:avLst/>
            </a:prstGeom>
            <a:solidFill>
              <a:srgbClr val="F3EEFB"/>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sz="1800">
                <a:latin typeface="Lexend"/>
                <a:ea typeface="Lexend"/>
                <a:cs typeface="Lexend"/>
                <a:sym typeface="Lexend"/>
              </a:endParaRPr>
            </a:p>
          </p:txBody>
        </p:sp>
        <p:sp>
          <p:nvSpPr>
            <p:cNvPr id="807" name="Google Shape;807;p69"/>
            <p:cNvSpPr/>
            <p:nvPr/>
          </p:nvSpPr>
          <p:spPr>
            <a:xfrm rot="5400000">
              <a:off x="5365650" y="3390985"/>
              <a:ext cx="1261500" cy="1236300"/>
            </a:xfrm>
            <a:prstGeom prst="rtTriangle">
              <a:avLst/>
            </a:prstGeom>
            <a:solidFill>
              <a:srgbClr val="F3EEFB"/>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sz="1800" b="1">
                <a:latin typeface="Lexend"/>
                <a:ea typeface="Lexend"/>
                <a:cs typeface="Lexend"/>
                <a:sym typeface="Lexend"/>
              </a:endParaRPr>
            </a:p>
          </p:txBody>
        </p:sp>
        <p:sp>
          <p:nvSpPr>
            <p:cNvPr id="808" name="Google Shape;808;p69"/>
            <p:cNvSpPr/>
            <p:nvPr/>
          </p:nvSpPr>
          <p:spPr>
            <a:xfrm rot="-5400000">
              <a:off x="5393680" y="3390980"/>
              <a:ext cx="1261500" cy="1236300"/>
            </a:xfrm>
            <a:prstGeom prst="rtTriangle">
              <a:avLst/>
            </a:prstGeom>
            <a:solidFill>
              <a:srgbClr val="F3EEFB"/>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sz="1800">
                <a:latin typeface="Lexend"/>
                <a:ea typeface="Lexend"/>
                <a:cs typeface="Lexend"/>
                <a:sym typeface="Lexend"/>
              </a:endParaRPr>
            </a:p>
          </p:txBody>
        </p:sp>
      </p:grpSp>
      <p:sp>
        <p:nvSpPr>
          <p:cNvPr id="809" name="Google Shape;809;p69"/>
          <p:cNvSpPr txBox="1"/>
          <p:nvPr>
            <p:ph type="body" idx="1"/>
          </p:nvPr>
        </p:nvSpPr>
        <p:spPr>
          <a:xfrm>
            <a:off x="324000" y="3564685"/>
            <a:ext cx="5932800" cy="4833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Have they both drawn a correct shape?</a:t>
            </a:r>
            <a:endParaRPr/>
          </a:p>
          <a:p>
            <a:pPr marL="0" lvl="0" indent="0" algn="l" rtl="0">
              <a:spcBef>
                <a:spcPts val="1000"/>
              </a:spcBef>
              <a:spcAft>
                <a:spcPts val="1000"/>
              </a:spcAft>
              <a:buNone/>
            </a:pPr>
            <a:r>
              <a:rPr lang="en-GB">
                <a:latin typeface="Kalam"/>
                <a:ea typeface="Kalam"/>
                <a:cs typeface="Kalam"/>
                <a:sym typeface="Kalam"/>
              </a:rPr>
              <a:t>No, Aisha’s shape is correct but Jun’s shape represents 125% as he has used 5 triangles.</a:t>
            </a:r>
            <a:endParaRPr>
              <a:latin typeface="Kalam"/>
              <a:ea typeface="Kalam"/>
              <a:cs typeface="Kalam"/>
              <a:sym typeface="Kalam"/>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0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813" name="Shape 813"/>
        <p:cNvGrpSpPr/>
        <p:nvPr/>
      </p:nvGrpSpPr>
      <p:grpSpPr>
        <a:xfrm>
          <a:off x="0" y="0"/>
          <a:ext cx="0" cy="0"/>
        </a:xfrm>
      </p:grpSpPr>
      <p:grpSp>
        <p:nvGrpSpPr>
          <p:cNvPr id="814" name="Google Shape;814;p70"/>
          <p:cNvGrpSpPr/>
          <p:nvPr/>
        </p:nvGrpSpPr>
        <p:grpSpPr>
          <a:xfrm>
            <a:off x="3298400" y="2737623"/>
            <a:ext cx="4549000" cy="2053147"/>
            <a:chOff x="4083144" y="4033032"/>
            <a:chExt cx="3763859" cy="2053147"/>
          </a:xfrm>
        </p:grpSpPr>
        <p:grpSp>
          <p:nvGrpSpPr>
            <p:cNvPr id="815" name="Google Shape;815;p70"/>
            <p:cNvGrpSpPr/>
            <p:nvPr/>
          </p:nvGrpSpPr>
          <p:grpSpPr>
            <a:xfrm>
              <a:off x="4083144" y="4033032"/>
              <a:ext cx="3763859" cy="2053147"/>
              <a:chOff x="3849028" y="3866532"/>
              <a:chExt cx="3299604" cy="886429"/>
            </a:xfrm>
          </p:grpSpPr>
          <p:pic>
            <p:nvPicPr>
              <p:cNvPr id="816" name="Google Shape;816;p70"/>
              <p:cNvPicPr preferRelativeResize="0"/>
              <p:nvPr/>
            </p:nvPicPr>
            <p:blipFill>
              <a:blip r:embed="rId3">
                <a:alphaModFix/>
              </a:blip>
              <a:srcRect t="56280" r="69082"/>
              <a:stretch>
                <a:fillRect/>
              </a:stretch>
            </p:blipFill>
            <p:spPr>
              <a:xfrm>
                <a:off x="3849028" y="3866532"/>
                <a:ext cx="3299604" cy="772807"/>
              </a:xfrm>
              <a:prstGeom prst="rect">
                <a:avLst/>
              </a:prstGeom>
              <a:noFill/>
              <a:ln>
                <a:noFill/>
              </a:ln>
            </p:spPr>
          </p:pic>
          <p:sp>
            <p:nvSpPr>
              <p:cNvPr id="817" name="Google Shape;817;p70"/>
              <p:cNvSpPr txBox="1"/>
              <p:nvPr/>
            </p:nvSpPr>
            <p:spPr>
              <a:xfrm>
                <a:off x="4050836" y="3980161"/>
                <a:ext cx="2905500" cy="7728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800">
                    <a:latin typeface="Lexend"/>
                    <a:ea typeface="Lexend"/>
                    <a:cs typeface="Lexend"/>
                    <a:sym typeface="Lexend"/>
                  </a:rPr>
                  <a:t>Or, split the rectangle into 3 equal parts.  Each part will be 20%.  So, we need 1 whole rectangle and     of another.</a:t>
                </a:r>
                <a:endParaRPr sz="1800">
                  <a:latin typeface="Lexend"/>
                  <a:ea typeface="Lexend"/>
                  <a:cs typeface="Lexend"/>
                  <a:sym typeface="Lexend"/>
                </a:endParaRPr>
              </a:p>
            </p:txBody>
          </p:sp>
        </p:grpSp>
        <p:pic>
          <p:nvPicPr>
            <p:cNvPr id="818" name="Google Shape;818;p70" descr="&lt;math xmlns=&quot;http://www.w3.org/1998/Math/MathML&quot; display=&quot;block&quot; data-is-equatio=&quot;1&quot; data-latex=&quot;\frac{4}{6}\ \frac{2}{3}&quot;&gt;&lt;mfrac&gt;&lt;mn&gt;4&lt;/mn&gt;&lt;mn&gt;6&lt;/mn&gt;&lt;/mfrac&gt;&lt;mtext&gt;&lt;/mtext&gt;&lt;mfrac&gt;&lt;mn&gt;2&lt;/mn&gt;&lt;mn&gt;3&lt;/mn&gt;&lt;/mfrac&gt;&lt;/math&gt;" title="four sixths two thirds"/>
            <p:cNvPicPr preferRelativeResize="0"/>
            <p:nvPr/>
          </p:nvPicPr>
          <p:blipFill>
            <a:blip r:embed="rId4">
              <a:alphaModFix/>
            </a:blip>
            <a:srcRect l="64061"/>
            <a:stretch>
              <a:fillRect/>
            </a:stretch>
          </p:blipFill>
          <p:spPr>
            <a:xfrm>
              <a:off x="7210897" y="4875584"/>
              <a:ext cx="134060" cy="540000"/>
            </a:xfrm>
            <a:prstGeom prst="rect">
              <a:avLst/>
            </a:prstGeom>
            <a:noFill/>
            <a:ln>
              <a:noFill/>
            </a:ln>
          </p:spPr>
        </p:pic>
      </p:grpSp>
      <p:grpSp>
        <p:nvGrpSpPr>
          <p:cNvPr id="819" name="Google Shape;819;p70"/>
          <p:cNvGrpSpPr/>
          <p:nvPr/>
        </p:nvGrpSpPr>
        <p:grpSpPr>
          <a:xfrm>
            <a:off x="893873" y="1206537"/>
            <a:ext cx="5053670" cy="1931865"/>
            <a:chOff x="1427298" y="3873427"/>
            <a:chExt cx="4347243" cy="1836025"/>
          </a:xfrm>
        </p:grpSpPr>
        <p:grpSp>
          <p:nvGrpSpPr>
            <p:cNvPr id="820" name="Google Shape;820;p70"/>
            <p:cNvGrpSpPr/>
            <p:nvPr/>
          </p:nvGrpSpPr>
          <p:grpSpPr>
            <a:xfrm>
              <a:off x="1427298" y="3873427"/>
              <a:ext cx="4347243" cy="1836025"/>
              <a:chOff x="1369131" y="1816154"/>
              <a:chExt cx="2137498" cy="1784801"/>
            </a:xfrm>
          </p:grpSpPr>
          <p:pic>
            <p:nvPicPr>
              <p:cNvPr id="821" name="Google Shape;821;p70"/>
              <p:cNvPicPr preferRelativeResize="0"/>
              <p:nvPr/>
            </p:nvPicPr>
            <p:blipFill>
              <a:blip r:embed="rId3">
                <a:alphaModFix/>
              </a:blip>
              <a:srcRect t="56280" r="69082"/>
              <a:stretch>
                <a:fillRect/>
              </a:stretch>
            </p:blipFill>
            <p:spPr>
              <a:xfrm flipH="1">
                <a:off x="1369131" y="1816154"/>
                <a:ext cx="2137498" cy="1784801"/>
              </a:xfrm>
              <a:prstGeom prst="rect">
                <a:avLst/>
              </a:prstGeom>
              <a:noFill/>
              <a:ln>
                <a:noFill/>
              </a:ln>
            </p:spPr>
          </p:pic>
          <p:sp>
            <p:nvSpPr>
              <p:cNvPr id="822" name="Google Shape;822;p70"/>
              <p:cNvSpPr txBox="1"/>
              <p:nvPr/>
            </p:nvSpPr>
            <p:spPr>
              <a:xfrm>
                <a:off x="1567837" y="2048940"/>
                <a:ext cx="1857900" cy="7728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800">
                    <a:latin typeface="Lexend"/>
                    <a:ea typeface="Lexend"/>
                    <a:cs typeface="Lexend"/>
                    <a:sym typeface="Lexend"/>
                  </a:rPr>
                  <a:t>Of course.  We could split the rectangle into six equal parts.  Each part will be 10%.  Then we need 1 whole rectangle and     of another. </a:t>
                </a:r>
                <a:endParaRPr sz="1800">
                  <a:latin typeface="Lexend"/>
                  <a:ea typeface="Lexend"/>
                  <a:cs typeface="Lexend"/>
                  <a:sym typeface="Lexend"/>
                </a:endParaRPr>
              </a:p>
            </p:txBody>
          </p:sp>
        </p:grpSp>
        <p:pic>
          <p:nvPicPr>
            <p:cNvPr id="823" name="Google Shape;823;p70" descr="&lt;math xmlns=&quot;http://www.w3.org/1998/Math/MathML&quot; display=&quot;block&quot; data-is-equatio=&quot;1&quot; data-latex=&quot;\frac{4}{6}\ \frac{2}{3}&quot;&gt;&lt;mfrac&gt;&lt;mn&gt;4&lt;/mn&gt;&lt;mn&gt;6&lt;/mn&gt;&lt;/mfrac&gt;&lt;mtext&gt;&lt;/mtext&gt;&lt;mfrac&gt;&lt;mn&gt;2&lt;/mn&gt;&lt;mn&gt;3&lt;/mn&gt;&lt;/mfrac&gt;&lt;/math&gt;" title="four sixths two thirds"/>
            <p:cNvPicPr preferRelativeResize="0"/>
            <p:nvPr/>
          </p:nvPicPr>
          <p:blipFill>
            <a:blip r:embed="rId4">
              <a:alphaModFix/>
            </a:blip>
            <a:srcRect l="-3121" r="49579"/>
            <a:stretch>
              <a:fillRect/>
            </a:stretch>
          </p:blipFill>
          <p:spPr>
            <a:xfrm>
              <a:off x="2253773" y="4956570"/>
              <a:ext cx="180839" cy="462840"/>
            </a:xfrm>
            <a:prstGeom prst="rect">
              <a:avLst/>
            </a:prstGeom>
            <a:noFill/>
            <a:ln>
              <a:noFill/>
            </a:ln>
          </p:spPr>
        </p:pic>
      </p:grpSp>
      <p:sp>
        <p:nvSpPr>
          <p:cNvPr id="824" name="Google Shape;824;p70"/>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Using percentages to solve problems</a:t>
            </a:r>
            <a:endParaRPr/>
          </a:p>
        </p:txBody>
      </p:sp>
      <p:sp>
        <p:nvSpPr>
          <p:cNvPr id="825" name="Google Shape;825;p70"/>
          <p:cNvSpPr txBox="1"/>
          <p:nvPr>
            <p:ph type="body" idx="1"/>
          </p:nvPr>
        </p:nvSpPr>
        <p:spPr>
          <a:xfrm>
            <a:off x="324000" y="683100"/>
            <a:ext cx="8237700" cy="909300"/>
          </a:xfrm>
          <a:prstGeom prst="rect">
            <a:avLst/>
          </a:prstGeom>
        </p:spPr>
        <p:txBody>
          <a:bodyPr spcFirstLastPara="1" wrap="square" lIns="0" tIns="0" rIns="0" bIns="0" anchor="t" anchorCtr="0">
            <a:noAutofit/>
          </a:bodyPr>
          <a:lstStyle/>
          <a:p>
            <a:pPr marL="0" lvl="0" indent="0" algn="l" rtl="0">
              <a:lnSpc>
                <a:spcPct val="70000"/>
              </a:lnSpc>
              <a:spcBef>
                <a:spcPct val="0"/>
              </a:spcBef>
              <a:spcAft>
                <a:spcPct val="0"/>
              </a:spcAft>
              <a:buNone/>
            </a:pPr>
            <a:r>
              <a:rPr lang="en-GB"/>
              <a:t>This shape represents part of a different shape.</a:t>
            </a:r>
            <a:endParaRPr/>
          </a:p>
          <a:p>
            <a:pPr marL="0" lvl="0" indent="0" algn="l" rtl="0">
              <a:lnSpc>
                <a:spcPct val="70000"/>
              </a:lnSpc>
              <a:spcBef>
                <a:spcPts val="1000"/>
              </a:spcBef>
              <a:spcAft>
                <a:spcPts val="1000"/>
              </a:spcAft>
              <a:buNone/>
            </a:pPr>
            <a:r>
              <a:rPr lang="en-GB"/>
              <a:t>What might the whole shape look like?</a:t>
            </a:r>
            <a:endParaRPr/>
          </a:p>
        </p:txBody>
      </p:sp>
      <p:sp>
        <p:nvSpPr>
          <p:cNvPr id="826" name="Google Shape;826;p70"/>
          <p:cNvSpPr/>
          <p:nvPr/>
        </p:nvSpPr>
        <p:spPr>
          <a:xfrm>
            <a:off x="6829800" y="797100"/>
            <a:ext cx="1258800" cy="1645800"/>
          </a:xfrm>
          <a:prstGeom prst="rect">
            <a:avLst/>
          </a:prstGeom>
          <a:solidFill>
            <a:srgbClr val="F3EEFB"/>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2200">
                <a:latin typeface="Lexend"/>
                <a:ea typeface="Lexend"/>
                <a:cs typeface="Lexend"/>
                <a:sym typeface="Lexend"/>
              </a:rPr>
              <a:t>60%</a:t>
            </a:r>
            <a:endParaRPr sz="2200">
              <a:latin typeface="Lexend"/>
              <a:ea typeface="Lexend"/>
              <a:cs typeface="Lexend"/>
              <a:sym typeface="Lexend"/>
            </a:endParaRPr>
          </a:p>
        </p:txBody>
      </p:sp>
      <p:pic>
        <p:nvPicPr>
          <p:cNvPr id="827" name="Google Shape;827;p70"/>
          <p:cNvPicPr preferRelativeResize="0"/>
          <p:nvPr/>
        </p:nvPicPr>
        <p:blipFill>
          <a:blip r:embed="rId5">
            <a:alphaModFix/>
          </a:blip>
          <a:stretch>
            <a:fillRect/>
          </a:stretch>
        </p:blipFill>
        <p:spPr>
          <a:xfrm>
            <a:off x="400200" y="2832593"/>
            <a:ext cx="623346" cy="1177024"/>
          </a:xfrm>
          <a:prstGeom prst="rect">
            <a:avLst/>
          </a:prstGeom>
          <a:noFill/>
          <a:ln>
            <a:noFill/>
          </a:ln>
        </p:spPr>
      </p:pic>
      <p:sp>
        <p:nvSpPr>
          <p:cNvPr id="828" name="Google Shape;828;p70"/>
          <p:cNvSpPr txBox="1"/>
          <p:nvPr/>
        </p:nvSpPr>
        <p:spPr>
          <a:xfrm>
            <a:off x="324000" y="4009625"/>
            <a:ext cx="885300" cy="313500"/>
          </a:xfrm>
          <a:prstGeom prst="rect">
            <a:avLst/>
          </a:prstGeom>
          <a:noFill/>
          <a:ln>
            <a:noFill/>
          </a:ln>
        </p:spPr>
        <p:txBody>
          <a:bodyPr spcFirstLastPara="1" wrap="square" lIns="0" tIns="0" rIns="0" bIns="0" anchor="ctr" anchorCtr="0">
            <a:noAutofit/>
          </a:bodyPr>
          <a:lstStyle/>
          <a:p>
            <a:pPr marL="0" lvl="0" indent="0" algn="ctr" rtl="0">
              <a:lnSpc>
                <a:spcPct val="115000"/>
              </a:lnSpc>
              <a:spcBef>
                <a:spcPct val="0"/>
              </a:spcBef>
              <a:spcAft>
                <a:spcPct val="0"/>
              </a:spcAft>
              <a:buNone/>
            </a:pPr>
            <a:r>
              <a:rPr lang="en-GB" sz="1800">
                <a:latin typeface="Lexend"/>
                <a:ea typeface="Lexend"/>
                <a:cs typeface="Lexend"/>
                <a:sym typeface="Lexend"/>
              </a:rPr>
              <a:t>Aisha </a:t>
            </a:r>
            <a:endParaRPr sz="1800">
              <a:latin typeface="Lexend"/>
              <a:ea typeface="Lexend"/>
              <a:cs typeface="Lexend"/>
              <a:sym typeface="Lexend"/>
            </a:endParaRPr>
          </a:p>
        </p:txBody>
      </p:sp>
      <p:pic>
        <p:nvPicPr>
          <p:cNvPr id="829" name="Google Shape;829;p70"/>
          <p:cNvPicPr preferRelativeResize="0"/>
          <p:nvPr/>
        </p:nvPicPr>
        <p:blipFill>
          <a:blip r:embed="rId6">
            <a:alphaModFix/>
          </a:blip>
          <a:stretch>
            <a:fillRect/>
          </a:stretch>
        </p:blipFill>
        <p:spPr>
          <a:xfrm flipH="1">
            <a:off x="7726846" y="3503937"/>
            <a:ext cx="727174" cy="909325"/>
          </a:xfrm>
          <a:prstGeom prst="rect">
            <a:avLst/>
          </a:prstGeom>
          <a:noFill/>
          <a:ln>
            <a:noFill/>
          </a:ln>
        </p:spPr>
      </p:pic>
      <p:sp>
        <p:nvSpPr>
          <p:cNvPr id="830" name="Google Shape;830;p70"/>
          <p:cNvSpPr txBox="1"/>
          <p:nvPr/>
        </p:nvSpPr>
        <p:spPr>
          <a:xfrm>
            <a:off x="7568725" y="4484300"/>
            <a:ext cx="885300" cy="313500"/>
          </a:xfrm>
          <a:prstGeom prst="rect">
            <a:avLst/>
          </a:prstGeom>
          <a:noFill/>
          <a:ln>
            <a:noFill/>
          </a:ln>
        </p:spPr>
        <p:txBody>
          <a:bodyPr spcFirstLastPara="1" wrap="square" lIns="0" tIns="0" rIns="0" bIns="0" anchor="ctr" anchorCtr="0">
            <a:noAutofit/>
          </a:bodyPr>
          <a:lstStyle/>
          <a:p>
            <a:pPr marL="0" lvl="0" indent="0" algn="ctr" rtl="0">
              <a:lnSpc>
                <a:spcPct val="115000"/>
              </a:lnSpc>
              <a:spcBef>
                <a:spcPct val="0"/>
              </a:spcBef>
              <a:spcAft>
                <a:spcPct val="0"/>
              </a:spcAft>
              <a:buNone/>
            </a:pPr>
            <a:r>
              <a:rPr lang="en-GB" sz="1800">
                <a:latin typeface="Lexend"/>
                <a:ea typeface="Lexend"/>
                <a:cs typeface="Lexend"/>
                <a:sym typeface="Lexend"/>
              </a:rPr>
              <a:t>Jun</a:t>
            </a:r>
            <a:endParaRPr sz="1800">
              <a:latin typeface="Lexend"/>
              <a:ea typeface="Lexend"/>
              <a:cs typeface="Lexend"/>
              <a:sym typeface="Lexend"/>
            </a:endParaRPr>
          </a:p>
        </p:txBody>
      </p:sp>
      <p:grpSp>
        <p:nvGrpSpPr>
          <p:cNvPr id="831" name="Google Shape;831;p70"/>
          <p:cNvGrpSpPr/>
          <p:nvPr/>
        </p:nvGrpSpPr>
        <p:grpSpPr>
          <a:xfrm>
            <a:off x="1274828" y="1358925"/>
            <a:ext cx="2962372" cy="1931799"/>
            <a:chOff x="1369124" y="1742083"/>
            <a:chExt cx="2137508" cy="2209791"/>
          </a:xfrm>
        </p:grpSpPr>
        <p:pic>
          <p:nvPicPr>
            <p:cNvPr id="832" name="Google Shape;832;p70"/>
            <p:cNvPicPr preferRelativeResize="0"/>
            <p:nvPr/>
          </p:nvPicPr>
          <p:blipFill>
            <a:blip r:embed="rId3">
              <a:alphaModFix/>
            </a:blip>
            <a:srcRect t="56280" r="69082"/>
            <a:stretch>
              <a:fillRect/>
            </a:stretch>
          </p:blipFill>
          <p:spPr>
            <a:xfrm flipH="1">
              <a:off x="1369124" y="1742083"/>
              <a:ext cx="2137508" cy="2209791"/>
            </a:xfrm>
            <a:prstGeom prst="rect">
              <a:avLst/>
            </a:prstGeom>
            <a:noFill/>
            <a:ln>
              <a:noFill/>
            </a:ln>
          </p:spPr>
        </p:pic>
        <p:sp>
          <p:nvSpPr>
            <p:cNvPr id="833" name="Google Shape;833;p70"/>
            <p:cNvSpPr txBox="1"/>
            <p:nvPr/>
          </p:nvSpPr>
          <p:spPr>
            <a:xfrm>
              <a:off x="1567837" y="2048940"/>
              <a:ext cx="1857900" cy="772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This one will not work.  Because if I put 2 together that will be 120% and we need to sum to 100%. </a:t>
              </a:r>
              <a:endParaRPr sz="1800">
                <a:latin typeface="Lexend"/>
                <a:ea typeface="Lexend"/>
                <a:cs typeface="Lexend"/>
                <a:sym typeface="Lexend"/>
              </a:endParaRPr>
            </a:p>
          </p:txBody>
        </p:sp>
      </p:grpSp>
      <p:grpSp>
        <p:nvGrpSpPr>
          <p:cNvPr id="834" name="Google Shape;834;p70"/>
          <p:cNvGrpSpPr/>
          <p:nvPr/>
        </p:nvGrpSpPr>
        <p:grpSpPr>
          <a:xfrm>
            <a:off x="5947602" y="3042513"/>
            <a:ext cx="1746805" cy="1473296"/>
            <a:chOff x="3849030" y="3866528"/>
            <a:chExt cx="3299594" cy="937211"/>
          </a:xfrm>
        </p:grpSpPr>
        <p:pic>
          <p:nvPicPr>
            <p:cNvPr id="835" name="Google Shape;835;p70"/>
            <p:cNvPicPr preferRelativeResize="0"/>
            <p:nvPr/>
          </p:nvPicPr>
          <p:blipFill>
            <a:blip r:embed="rId3">
              <a:alphaModFix/>
            </a:blip>
            <a:srcRect t="56280" r="69082"/>
            <a:stretch>
              <a:fillRect/>
            </a:stretch>
          </p:blipFill>
          <p:spPr>
            <a:xfrm>
              <a:off x="3849030" y="3866528"/>
              <a:ext cx="3299594" cy="937211"/>
            </a:xfrm>
            <a:prstGeom prst="rect">
              <a:avLst/>
            </a:prstGeom>
            <a:noFill/>
            <a:ln>
              <a:noFill/>
            </a:ln>
          </p:spPr>
        </p:pic>
        <p:sp>
          <p:nvSpPr>
            <p:cNvPr id="836" name="Google Shape;836;p70"/>
            <p:cNvSpPr txBox="1"/>
            <p:nvPr/>
          </p:nvSpPr>
          <p:spPr>
            <a:xfrm>
              <a:off x="4067536" y="3943192"/>
              <a:ext cx="2905500" cy="7728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a:ea typeface="Lexend"/>
                  <a:cs typeface="Lexend"/>
                  <a:sym typeface="Lexend"/>
                </a:rPr>
                <a:t>Aisha, we could use fractions of the shape.</a:t>
              </a:r>
              <a:endParaRPr sz="1800">
                <a:latin typeface="Lexend"/>
                <a:ea typeface="Lexend"/>
                <a:cs typeface="Lexend"/>
                <a:sym typeface="Lexend"/>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3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831"/>
                                        </p:tgtEl>
                                        <p:attrNameLst>
                                          <p:attrName>style.visibility</p:attrName>
                                        </p:attrNameLst>
                                      </p:cBhvr>
                                      <p:to>
                                        <p:strVal val="hidden"/>
                                      </p:to>
                                    </p:set>
                                  </p:childTnLst>
                                </p:cTn>
                              </p:par>
                            </p:childTnLst>
                          </p:cTn>
                        </p:par>
                      </p:childTnLst>
                    </p:cTn>
                  </p:par>
                  <p:par>
                    <p:cTn id="17" fill="hold" nodeType="clickPar">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14"/>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8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840" name="Shape 840"/>
        <p:cNvGrpSpPr/>
        <p:nvPr/>
      </p:nvGrpSpPr>
      <p:grpSpPr>
        <a:xfrm>
          <a:off x="0" y="0"/>
          <a:ext cx="0" cy="0"/>
        </a:xfrm>
      </p:grpSpPr>
      <p:sp>
        <p:nvSpPr>
          <p:cNvPr id="841" name="Google Shape;841;p71"/>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Using percentages to solve problems</a:t>
            </a:r>
            <a:endParaRPr/>
          </a:p>
        </p:txBody>
      </p:sp>
      <p:sp>
        <p:nvSpPr>
          <p:cNvPr id="842" name="Google Shape;842;p71"/>
          <p:cNvSpPr txBox="1"/>
          <p:nvPr>
            <p:ph type="body" idx="1"/>
          </p:nvPr>
        </p:nvSpPr>
        <p:spPr>
          <a:xfrm>
            <a:off x="324000" y="759300"/>
            <a:ext cx="8237700" cy="860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We will use Jun’s idea.  But, only because it means splitting the rectangle into fewer parts.</a:t>
            </a:r>
            <a:endParaRPr/>
          </a:p>
        </p:txBody>
      </p:sp>
      <p:sp>
        <p:nvSpPr>
          <p:cNvPr id="843" name="Google Shape;843;p71"/>
          <p:cNvSpPr/>
          <p:nvPr/>
        </p:nvSpPr>
        <p:spPr>
          <a:xfrm>
            <a:off x="867150" y="1858238"/>
            <a:ext cx="1258800" cy="1645800"/>
          </a:xfrm>
          <a:prstGeom prst="rect">
            <a:avLst/>
          </a:prstGeom>
          <a:solidFill>
            <a:srgbClr val="F3EEFB"/>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2200">
                <a:latin typeface="Lexend"/>
                <a:ea typeface="Lexend"/>
                <a:cs typeface="Lexend"/>
                <a:sym typeface="Lexend"/>
              </a:rPr>
              <a:t>60%</a:t>
            </a:r>
            <a:endParaRPr sz="2200">
              <a:latin typeface="Lexend"/>
              <a:ea typeface="Lexend"/>
              <a:cs typeface="Lexend"/>
              <a:sym typeface="Lexend"/>
            </a:endParaRPr>
          </a:p>
        </p:txBody>
      </p:sp>
      <p:graphicFrame>
        <p:nvGraphicFramePr>
          <p:cNvPr id="844" name="Google Shape;844;p71"/>
          <p:cNvGraphicFramePr>
            <a:graphicFrameLocks noGrp="1"/>
          </p:cNvGraphicFramePr>
          <p:nvPr/>
        </p:nvGraphicFramePr>
        <p:xfrm>
          <a:off x="2506938" y="1858238"/>
          <a:ext cx="3000000" cy="3000000"/>
        </p:xfrm>
        <a:graphic>
          <a:graphicData uri="http://schemas.openxmlformats.org/drawingml/2006/table">
            <a:tbl>
              <a:tblPr>
                <a:noFill/>
                <a:tableStyleId>{DEDBE717-2399-4D48-80FF-8B53A70A75FD}</a:tableStyleId>
              </a:tblPr>
              <a:tblGrid>
                <a:gridCol w="1277975"/>
              </a:tblGrid>
              <a:tr h="548600">
                <a:tc>
                  <a:txBody>
                    <a:bodyPr vert="horz" wrap="square"/>
                    <a:lstStyle/>
                    <a:p>
                      <a:pPr marL="0" lvl="0" indent="0" algn="ctr" rtl="0">
                        <a:spcBef>
                          <a:spcPct val="0"/>
                        </a:spcBef>
                        <a:spcAft>
                          <a:spcPct val="0"/>
                        </a:spcAft>
                        <a:buNone/>
                      </a:pPr>
                      <a:r>
                        <a:rPr lang="en-GB" sz="2200">
                          <a:latin typeface="Lexend"/>
                          <a:ea typeface="Lexend"/>
                          <a:cs typeface="Lexend"/>
                          <a:sym typeface="Lexend"/>
                        </a:rPr>
                        <a:t>20%</a:t>
                      </a:r>
                      <a:endParaRPr sz="22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solidFill>
                      <a:srgbClr val="F3EEFB"/>
                    </a:solidFill>
                  </a:tcPr>
                </a:tc>
              </a:tr>
              <a:tr h="548600">
                <a:tc>
                  <a:txBody>
                    <a:bodyPr vert="horz" wrap="square"/>
                    <a:lstStyle/>
                    <a:p>
                      <a:pPr marL="0" lvl="0" indent="0" algn="ctr" rtl="0">
                        <a:spcBef>
                          <a:spcPct val="0"/>
                        </a:spcBef>
                        <a:spcAft>
                          <a:spcPct val="0"/>
                        </a:spcAft>
                        <a:buNone/>
                      </a:pPr>
                      <a:r>
                        <a:rPr lang="en-GB" sz="2200">
                          <a:latin typeface="Lexend"/>
                          <a:ea typeface="Lexend"/>
                          <a:cs typeface="Lexend"/>
                          <a:sym typeface="Lexend"/>
                        </a:rPr>
                        <a:t>20%</a:t>
                      </a:r>
                      <a:endParaRPr sz="22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solidFill>
                      <a:srgbClr val="F3EEFB"/>
                    </a:solidFill>
                  </a:tcPr>
                </a:tc>
              </a:tr>
              <a:tr h="548600">
                <a:tc>
                  <a:txBody>
                    <a:bodyPr vert="horz" wrap="square"/>
                    <a:lstStyle/>
                    <a:p>
                      <a:pPr marL="0" lvl="0" indent="0" algn="ctr" rtl="0">
                        <a:spcBef>
                          <a:spcPct val="0"/>
                        </a:spcBef>
                        <a:spcAft>
                          <a:spcPct val="0"/>
                        </a:spcAft>
                        <a:buNone/>
                      </a:pPr>
                      <a:r>
                        <a:rPr lang="en-GB" sz="2200">
                          <a:latin typeface="Lexend"/>
                          <a:ea typeface="Lexend"/>
                          <a:cs typeface="Lexend"/>
                          <a:sym typeface="Lexend"/>
                        </a:rPr>
                        <a:t>20%</a:t>
                      </a:r>
                      <a:endParaRPr sz="22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solidFill>
                      <a:srgbClr val="F3EEFB"/>
                    </a:solidFill>
                  </a:tcPr>
                </a:tc>
              </a:tr>
            </a:tbl>
          </a:graphicData>
        </a:graphic>
      </p:graphicFrame>
      <p:sp>
        <p:nvSpPr>
          <p:cNvPr id="845" name="Google Shape;845;p71"/>
          <p:cNvSpPr/>
          <p:nvPr/>
        </p:nvSpPr>
        <p:spPr>
          <a:xfrm>
            <a:off x="2506938" y="1858238"/>
            <a:ext cx="1258800" cy="1097100"/>
          </a:xfrm>
          <a:prstGeom prst="rect">
            <a:avLst/>
          </a:prstGeom>
          <a:solidFill>
            <a:srgbClr val="F3EEFB"/>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2200">
                <a:latin typeface="Lexend"/>
                <a:ea typeface="Lexend"/>
                <a:cs typeface="Lexend"/>
                <a:sym typeface="Lexend"/>
              </a:rPr>
              <a:t>40%</a:t>
            </a:r>
            <a:endParaRPr sz="2200">
              <a:latin typeface="Lexend"/>
              <a:ea typeface="Lexend"/>
              <a:cs typeface="Lexend"/>
              <a:sym typeface="Lexend"/>
            </a:endParaRPr>
          </a:p>
        </p:txBody>
      </p:sp>
      <p:cxnSp>
        <p:nvCxnSpPr>
          <p:cNvPr id="846" name="Google Shape;846;p71"/>
          <p:cNvCxnSpPr/>
          <p:nvPr/>
        </p:nvCxnSpPr>
        <p:spPr>
          <a:xfrm>
            <a:off x="2501900" y="2965450"/>
            <a:ext cx="1257300" cy="533400"/>
          </a:xfrm>
          <a:prstGeom prst="straightConnector1">
            <a:avLst/>
          </a:prstGeom>
          <a:noFill/>
          <a:ln w="38100" cap="flat" cmpd="sng">
            <a:solidFill>
              <a:schemeClr val="dk1"/>
            </a:solidFill>
            <a:prstDash val="dash"/>
            <a:round/>
            <a:headEnd type="none" w="med" len="med"/>
            <a:tailEnd type="none" w="med" len="med"/>
          </a:ln>
        </p:spPr>
      </p:cxnSp>
      <p:cxnSp>
        <p:nvCxnSpPr>
          <p:cNvPr id="847" name="Google Shape;847;p71"/>
          <p:cNvCxnSpPr/>
          <p:nvPr/>
        </p:nvCxnSpPr>
        <p:spPr>
          <a:xfrm rot="10800000" flipH="1">
            <a:off x="2501900" y="2984350"/>
            <a:ext cx="1276500" cy="514500"/>
          </a:xfrm>
          <a:prstGeom prst="straightConnector1">
            <a:avLst/>
          </a:prstGeom>
          <a:noFill/>
          <a:ln w="38100" cap="flat" cmpd="sng">
            <a:solidFill>
              <a:schemeClr val="dk1"/>
            </a:solidFill>
            <a:prstDash val="dash"/>
            <a:round/>
            <a:headEnd type="none" w="med" len="med"/>
            <a:tailEnd type="none" w="med" len="med"/>
          </a:ln>
        </p:spPr>
      </p:cxnSp>
      <p:sp>
        <p:nvSpPr>
          <p:cNvPr id="848" name="Google Shape;848;p71"/>
          <p:cNvSpPr/>
          <p:nvPr/>
        </p:nvSpPr>
        <p:spPr>
          <a:xfrm>
            <a:off x="4824000" y="1602738"/>
            <a:ext cx="1258800" cy="1645800"/>
          </a:xfrm>
          <a:prstGeom prst="rect">
            <a:avLst/>
          </a:prstGeom>
          <a:solidFill>
            <a:srgbClr val="F3EEFB"/>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2200">
                <a:latin typeface="Lexend"/>
                <a:ea typeface="Lexend"/>
                <a:cs typeface="Lexend"/>
                <a:sym typeface="Lexend"/>
              </a:rPr>
              <a:t>60%</a:t>
            </a:r>
            <a:endParaRPr sz="2200">
              <a:latin typeface="Lexend"/>
              <a:ea typeface="Lexend"/>
              <a:cs typeface="Lexend"/>
              <a:sym typeface="Lexend"/>
            </a:endParaRPr>
          </a:p>
        </p:txBody>
      </p:sp>
      <p:sp>
        <p:nvSpPr>
          <p:cNvPr id="849" name="Google Shape;849;p71"/>
          <p:cNvSpPr/>
          <p:nvPr/>
        </p:nvSpPr>
        <p:spPr>
          <a:xfrm>
            <a:off x="6082788" y="2151438"/>
            <a:ext cx="1258800" cy="1097100"/>
          </a:xfrm>
          <a:prstGeom prst="rect">
            <a:avLst/>
          </a:prstGeom>
          <a:solidFill>
            <a:srgbClr val="F3EEFB"/>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2200">
                <a:latin typeface="Lexend"/>
                <a:ea typeface="Lexend"/>
                <a:cs typeface="Lexend"/>
                <a:sym typeface="Lexend"/>
              </a:rPr>
              <a:t>40%</a:t>
            </a:r>
            <a:endParaRPr sz="2200">
              <a:latin typeface="Lexend"/>
              <a:ea typeface="Lexend"/>
              <a:cs typeface="Lexend"/>
              <a:sym typeface="Lexend"/>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4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46"/>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45"/>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48"/>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843"/>
                                        </p:tgtEl>
                                        <p:attrNameLst>
                                          <p:attrName>style.visibility</p:attrName>
                                        </p:attrNameLst>
                                      </p:cBhvr>
                                      <p:to>
                                        <p:strVal val="hidden"/>
                                      </p:to>
                                    </p:set>
                                  </p:childTnLst>
                                </p:cTn>
                              </p:par>
                            </p:childTnLst>
                          </p:cTn>
                        </p:par>
                      </p:childTnLst>
                    </p:cTn>
                  </p:par>
                  <p:par>
                    <p:cTn id="23" fill="hold" nodeType="clickPar">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49"/>
                                        </p:tgtEl>
                                        <p:attrNameLst>
                                          <p:attrName>style.visibility</p:attrName>
                                        </p:attrNameLst>
                                      </p:cBhvr>
                                      <p:to>
                                        <p:strVal val="visible"/>
                                      </p:to>
                                    </p:set>
                                  </p:childTnLst>
                                </p:cTn>
                              </p:par>
                              <p:par>
                                <p:cTn id="27" presetID="1" presetClass="exit" presetSubtype="0" fill="hold" nodeType="withEffect">
                                  <p:stCondLst>
                                    <p:cond delay="0"/>
                                  </p:stCondLst>
                                  <p:childTnLst>
                                    <p:set>
                                      <p:cBhvr>
                                        <p:cTn id="28" dur="1" fill="hold">
                                          <p:stCondLst>
                                            <p:cond delay="0"/>
                                          </p:stCondLst>
                                        </p:cTn>
                                        <p:tgtEl>
                                          <p:spTgt spid="844"/>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845"/>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846"/>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84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853" name="Shape 853"/>
        <p:cNvGrpSpPr/>
        <p:nvPr/>
      </p:nvGrpSpPr>
      <p:grpSpPr>
        <a:xfrm>
          <a:off x="0" y="0"/>
          <a:ext cx="0" cy="0"/>
        </a:xfrm>
      </p:grpSpPr>
      <p:sp>
        <p:nvSpPr>
          <p:cNvPr id="854" name="Google Shape;854;p72"/>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Using percentages to solve problems</a:t>
            </a:r>
            <a:endParaRPr/>
          </a:p>
        </p:txBody>
      </p:sp>
      <p:sp>
        <p:nvSpPr>
          <p:cNvPr id="855" name="Google Shape;855;p72"/>
          <p:cNvSpPr txBox="1"/>
          <p:nvPr>
            <p:ph type="body" idx="1"/>
          </p:nvPr>
        </p:nvSpPr>
        <p:spPr>
          <a:xfrm>
            <a:off x="324000" y="683100"/>
            <a:ext cx="8237700" cy="613500"/>
          </a:xfrm>
          <a:prstGeom prst="rect">
            <a:avLst/>
          </a:prstGeom>
        </p:spPr>
        <p:txBody>
          <a:bodyPr spcFirstLastPara="1" wrap="square" lIns="0" tIns="0" rIns="0" bIns="0" anchor="t" anchorCtr="0">
            <a:noAutofit/>
          </a:bodyPr>
          <a:lstStyle/>
          <a:p>
            <a:pPr marL="0" lvl="0" indent="0" algn="l" rtl="0">
              <a:lnSpc>
                <a:spcPct val="70000"/>
              </a:lnSpc>
              <a:spcBef>
                <a:spcPct val="0"/>
              </a:spcBef>
              <a:spcAft>
                <a:spcPct val="0"/>
              </a:spcAft>
              <a:buClr>
                <a:schemeClr val="dk1"/>
              </a:buClr>
              <a:buSzPts val="1100"/>
              <a:buFont typeface="Arial"/>
              <a:buNone/>
            </a:pPr>
            <a:r>
              <a:rPr lang="en-GB"/>
              <a:t>This shape represents part of a different shape.</a:t>
            </a:r>
            <a:endParaRPr/>
          </a:p>
          <a:p>
            <a:pPr marL="0" lvl="0" indent="0" algn="l" rtl="0">
              <a:lnSpc>
                <a:spcPct val="70000"/>
              </a:lnSpc>
              <a:spcBef>
                <a:spcPts val="1000"/>
              </a:spcBef>
              <a:spcAft>
                <a:spcPts val="1000"/>
              </a:spcAft>
              <a:buClr>
                <a:schemeClr val="dk1"/>
              </a:buClr>
              <a:buSzPts val="1100"/>
              <a:buFont typeface="Arial"/>
              <a:buNone/>
            </a:pPr>
            <a:r>
              <a:rPr lang="en-GB"/>
              <a:t>What might the whole shape look like?</a:t>
            </a:r>
            <a:endParaRPr/>
          </a:p>
        </p:txBody>
      </p:sp>
      <p:sp>
        <p:nvSpPr>
          <p:cNvPr id="856" name="Google Shape;856;p72"/>
          <p:cNvSpPr txBox="1"/>
          <p:nvPr>
            <p:ph type="body" idx="1"/>
          </p:nvPr>
        </p:nvSpPr>
        <p:spPr>
          <a:xfrm>
            <a:off x="324000" y="1368900"/>
            <a:ext cx="6547200" cy="1713300"/>
          </a:xfrm>
          <a:prstGeom prst="rect">
            <a:avLst/>
          </a:prstGeom>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a:t>Will the whole shape be bigger or smaller than this shape?</a:t>
            </a:r>
            <a:endParaRPr/>
          </a:p>
          <a:p>
            <a:pPr marL="0" lvl="0" indent="0" algn="l" rtl="0">
              <a:lnSpc>
                <a:spcPct val="115000"/>
              </a:lnSpc>
              <a:spcBef>
                <a:spcPts val="1000"/>
              </a:spcBef>
              <a:spcAft>
                <a:spcPct val="0"/>
              </a:spcAft>
              <a:buNone/>
            </a:pPr>
            <a:r>
              <a:rPr lang="en-GB">
                <a:latin typeface="Kalam"/>
                <a:ea typeface="Kalam"/>
                <a:cs typeface="Kalam"/>
                <a:sym typeface="Kalam"/>
              </a:rPr>
              <a:t>The original shape must be smaller, as it will be representing 100%.</a:t>
            </a:r>
            <a:endParaRPr>
              <a:latin typeface="Kalam"/>
              <a:ea typeface="Kalam"/>
              <a:cs typeface="Kalam"/>
              <a:sym typeface="Kalam"/>
            </a:endParaRPr>
          </a:p>
          <a:p>
            <a:pPr marL="0" lvl="0" indent="0" algn="l" rtl="0">
              <a:lnSpc>
                <a:spcPct val="115000"/>
              </a:lnSpc>
              <a:spcBef>
                <a:spcPts val="1000"/>
              </a:spcBef>
              <a:spcAft>
                <a:spcPct val="0"/>
              </a:spcAft>
              <a:buNone/>
            </a:pPr>
            <a:r>
              <a:rPr lang="en-GB"/>
              <a:t>How many parts should we split the shape into?</a:t>
            </a:r>
            <a:endParaRPr/>
          </a:p>
          <a:p>
            <a:pPr marL="0" lvl="0" indent="0" algn="l" rtl="0">
              <a:lnSpc>
                <a:spcPct val="115000"/>
              </a:lnSpc>
              <a:spcBef>
                <a:spcPts val="1000"/>
              </a:spcBef>
              <a:spcAft>
                <a:spcPts val="1000"/>
              </a:spcAft>
              <a:buNone/>
            </a:pPr>
            <a:r>
              <a:rPr lang="en-GB">
                <a:latin typeface="Kalam"/>
                <a:ea typeface="Kalam"/>
                <a:cs typeface="Kalam"/>
                <a:sym typeface="Kalam"/>
              </a:rPr>
              <a:t>If we split it into 5 parts each part will represent 25%, and we would need to put 4 together to make the original shape.</a:t>
            </a:r>
            <a:endParaRPr>
              <a:latin typeface="Kalam"/>
              <a:ea typeface="Kalam"/>
              <a:cs typeface="Kalam"/>
              <a:sym typeface="Kalam"/>
            </a:endParaRPr>
          </a:p>
        </p:txBody>
      </p:sp>
      <p:sp>
        <p:nvSpPr>
          <p:cNvPr id="857" name="Google Shape;857;p72"/>
          <p:cNvSpPr/>
          <p:nvPr/>
        </p:nvSpPr>
        <p:spPr>
          <a:xfrm>
            <a:off x="6871195" y="751050"/>
            <a:ext cx="1828500" cy="1737900"/>
          </a:xfrm>
          <a:prstGeom prst="pentagon">
            <a:avLst>
              <a:gd name="hf" fmla="val 105146"/>
              <a:gd name="vf" fmla="val 110557"/>
            </a:avLst>
          </a:prstGeom>
          <a:solidFill>
            <a:srgbClr val="F3EEFB"/>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2200">
                <a:latin typeface="Lexend"/>
                <a:ea typeface="Lexend"/>
                <a:cs typeface="Lexend"/>
                <a:sym typeface="Lexend"/>
              </a:rPr>
              <a:t>125%</a:t>
            </a:r>
            <a:endParaRPr sz="2200">
              <a:latin typeface="Lexend"/>
              <a:ea typeface="Lexend"/>
              <a:cs typeface="Lexend"/>
              <a:sym typeface="Lexend"/>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56">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56">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5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861" name="Shape 861"/>
        <p:cNvGrpSpPr/>
        <p:nvPr/>
      </p:nvGrpSpPr>
      <p:grpSpPr>
        <a:xfrm>
          <a:off x="0" y="0"/>
          <a:ext cx="0" cy="0"/>
        </a:xfrm>
      </p:grpSpPr>
      <p:sp>
        <p:nvSpPr>
          <p:cNvPr id="862" name="Google Shape;862;p73"/>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Using percentages to solve problems</a:t>
            </a:r>
            <a:endParaRPr/>
          </a:p>
        </p:txBody>
      </p:sp>
      <p:sp>
        <p:nvSpPr>
          <p:cNvPr id="863" name="Google Shape;863;p73"/>
          <p:cNvSpPr txBox="1"/>
          <p:nvPr>
            <p:ph type="body" idx="1"/>
          </p:nvPr>
        </p:nvSpPr>
        <p:spPr>
          <a:xfrm>
            <a:off x="2513350" y="759300"/>
            <a:ext cx="6048300" cy="4134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Split the shape into 5 equal parts.</a:t>
            </a:r>
            <a:endParaRPr/>
          </a:p>
        </p:txBody>
      </p:sp>
      <p:sp>
        <p:nvSpPr>
          <p:cNvPr id="864" name="Google Shape;864;p73"/>
          <p:cNvSpPr/>
          <p:nvPr/>
        </p:nvSpPr>
        <p:spPr>
          <a:xfrm>
            <a:off x="514820" y="692650"/>
            <a:ext cx="1828500" cy="1737900"/>
          </a:xfrm>
          <a:prstGeom prst="pentagon">
            <a:avLst>
              <a:gd name="hf" fmla="val 105146"/>
              <a:gd name="vf" fmla="val 110557"/>
            </a:avLst>
          </a:prstGeom>
          <a:solidFill>
            <a:srgbClr val="F3EEFB"/>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cxnSp>
        <p:nvCxnSpPr>
          <p:cNvPr id="865" name="Google Shape;865;p73"/>
          <p:cNvCxnSpPr>
            <a:endCxn id="864" idx="1"/>
          </p:cNvCxnSpPr>
          <p:nvPr/>
        </p:nvCxnSpPr>
        <p:spPr>
          <a:xfrm rot="10800000">
            <a:off x="514822" y="1356467"/>
            <a:ext cx="933000" cy="316500"/>
          </a:xfrm>
          <a:prstGeom prst="straightConnector1">
            <a:avLst/>
          </a:prstGeom>
          <a:noFill/>
          <a:ln w="38100" cap="flat" cmpd="sng">
            <a:solidFill>
              <a:schemeClr val="dk2"/>
            </a:solidFill>
            <a:prstDash val="dash"/>
            <a:round/>
            <a:headEnd type="none" w="med" len="med"/>
            <a:tailEnd type="none" w="med" len="med"/>
          </a:ln>
        </p:spPr>
      </p:cxnSp>
      <p:cxnSp>
        <p:nvCxnSpPr>
          <p:cNvPr id="866" name="Google Shape;866;p73"/>
          <p:cNvCxnSpPr>
            <a:stCxn id="864" idx="4"/>
          </p:cNvCxnSpPr>
          <p:nvPr/>
        </p:nvCxnSpPr>
        <p:spPr>
          <a:xfrm rot="10800000">
            <a:off x="1449306" y="1687746"/>
            <a:ext cx="544800" cy="742800"/>
          </a:xfrm>
          <a:prstGeom prst="straightConnector1">
            <a:avLst/>
          </a:prstGeom>
          <a:noFill/>
          <a:ln w="38100" cap="flat" cmpd="sng">
            <a:solidFill>
              <a:schemeClr val="dk2"/>
            </a:solidFill>
            <a:prstDash val="dash"/>
            <a:round/>
            <a:headEnd type="none" w="med" len="med"/>
            <a:tailEnd type="none" w="med" len="med"/>
          </a:ln>
        </p:spPr>
      </p:cxnSp>
      <p:cxnSp>
        <p:nvCxnSpPr>
          <p:cNvPr id="867" name="Google Shape;867;p73"/>
          <p:cNvCxnSpPr>
            <a:endCxn id="864" idx="2"/>
          </p:cNvCxnSpPr>
          <p:nvPr/>
        </p:nvCxnSpPr>
        <p:spPr>
          <a:xfrm flipH="1">
            <a:off x="864034" y="1657446"/>
            <a:ext cx="554700" cy="773100"/>
          </a:xfrm>
          <a:prstGeom prst="straightConnector1">
            <a:avLst/>
          </a:prstGeom>
          <a:noFill/>
          <a:ln w="38100" cap="flat" cmpd="sng">
            <a:solidFill>
              <a:schemeClr val="dk2"/>
            </a:solidFill>
            <a:prstDash val="dash"/>
            <a:round/>
            <a:headEnd type="none" w="med" len="med"/>
            <a:tailEnd type="none" w="med" len="med"/>
          </a:ln>
        </p:spPr>
      </p:cxnSp>
      <p:cxnSp>
        <p:nvCxnSpPr>
          <p:cNvPr id="868" name="Google Shape;868;p73"/>
          <p:cNvCxnSpPr>
            <a:endCxn id="864" idx="5"/>
          </p:cNvCxnSpPr>
          <p:nvPr/>
        </p:nvCxnSpPr>
        <p:spPr>
          <a:xfrm rot="10800000" flipH="1">
            <a:off x="1447818" y="1356467"/>
            <a:ext cx="895500" cy="300900"/>
          </a:xfrm>
          <a:prstGeom prst="straightConnector1">
            <a:avLst/>
          </a:prstGeom>
          <a:noFill/>
          <a:ln w="38100" cap="flat" cmpd="sng">
            <a:solidFill>
              <a:schemeClr val="dk2"/>
            </a:solidFill>
            <a:prstDash val="dash"/>
            <a:round/>
            <a:headEnd type="none" w="med" len="med"/>
            <a:tailEnd type="none" w="med" len="med"/>
          </a:ln>
        </p:spPr>
      </p:cxnSp>
      <p:cxnSp>
        <p:nvCxnSpPr>
          <p:cNvPr id="869" name="Google Shape;869;p73"/>
          <p:cNvCxnSpPr/>
          <p:nvPr/>
        </p:nvCxnSpPr>
        <p:spPr>
          <a:xfrm rot="10800000" flipH="1">
            <a:off x="1433785" y="705600"/>
            <a:ext cx="0" cy="855600"/>
          </a:xfrm>
          <a:prstGeom prst="straightConnector1">
            <a:avLst/>
          </a:prstGeom>
          <a:noFill/>
          <a:ln w="38100" cap="flat" cmpd="sng">
            <a:solidFill>
              <a:schemeClr val="dk2"/>
            </a:solidFill>
            <a:prstDash val="dash"/>
            <a:round/>
            <a:headEnd type="none" w="med" len="med"/>
            <a:tailEnd type="none" w="med" len="med"/>
          </a:ln>
        </p:spPr>
      </p:cxnSp>
      <p:sp>
        <p:nvSpPr>
          <p:cNvPr id="870" name="Google Shape;870;p73"/>
          <p:cNvSpPr txBox="1"/>
          <p:nvPr>
            <p:ph type="body" idx="1"/>
          </p:nvPr>
        </p:nvSpPr>
        <p:spPr>
          <a:xfrm>
            <a:off x="2513350" y="1292700"/>
            <a:ext cx="6048300" cy="4134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Each part represents 25%.</a:t>
            </a:r>
            <a:endParaRPr/>
          </a:p>
          <a:p>
            <a:pPr marL="0" lvl="0" indent="0" algn="l" rtl="0">
              <a:spcBef>
                <a:spcPts val="1000"/>
              </a:spcBef>
              <a:spcAft>
                <a:spcPts val="1000"/>
              </a:spcAft>
              <a:buNone/>
            </a:pPr>
            <a:endParaRPr>
              <a:latin typeface="Kalam"/>
              <a:ea typeface="Kalam"/>
              <a:cs typeface="Kalam"/>
              <a:sym typeface="Kalam"/>
            </a:endParaRPr>
          </a:p>
        </p:txBody>
      </p:sp>
      <p:sp>
        <p:nvSpPr>
          <p:cNvPr id="871" name="Google Shape;871;p73"/>
          <p:cNvSpPr/>
          <p:nvPr/>
        </p:nvSpPr>
        <p:spPr>
          <a:xfrm>
            <a:off x="462650" y="3623550"/>
            <a:ext cx="1130100" cy="773100"/>
          </a:xfrm>
          <a:prstGeom prst="triangle">
            <a:avLst>
              <a:gd name="adj" fmla="val 47974"/>
            </a:avLst>
          </a:prstGeom>
          <a:solidFill>
            <a:srgbClr val="F3EEFB"/>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872" name="Google Shape;872;p73"/>
          <p:cNvSpPr/>
          <p:nvPr/>
        </p:nvSpPr>
        <p:spPr>
          <a:xfrm rot="10800000">
            <a:off x="1007470" y="3623550"/>
            <a:ext cx="1130100" cy="773100"/>
          </a:xfrm>
          <a:prstGeom prst="triangle">
            <a:avLst>
              <a:gd name="adj" fmla="val 47974"/>
            </a:avLst>
          </a:prstGeom>
          <a:solidFill>
            <a:srgbClr val="F3EEFB"/>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873" name="Google Shape;873;p73"/>
          <p:cNvSpPr/>
          <p:nvPr/>
        </p:nvSpPr>
        <p:spPr>
          <a:xfrm>
            <a:off x="1605650" y="3623550"/>
            <a:ext cx="1130100" cy="773100"/>
          </a:xfrm>
          <a:prstGeom prst="triangle">
            <a:avLst>
              <a:gd name="adj" fmla="val 47974"/>
            </a:avLst>
          </a:prstGeom>
          <a:solidFill>
            <a:srgbClr val="F3EEFB"/>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874" name="Google Shape;874;p73"/>
          <p:cNvSpPr/>
          <p:nvPr/>
        </p:nvSpPr>
        <p:spPr>
          <a:xfrm rot="10800000">
            <a:off x="2150470" y="3623550"/>
            <a:ext cx="1130100" cy="773100"/>
          </a:xfrm>
          <a:prstGeom prst="triangle">
            <a:avLst>
              <a:gd name="adj" fmla="val 47974"/>
            </a:avLst>
          </a:prstGeom>
          <a:solidFill>
            <a:srgbClr val="F3EEFB"/>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875" name="Google Shape;875;p73"/>
          <p:cNvSpPr/>
          <p:nvPr/>
        </p:nvSpPr>
        <p:spPr>
          <a:xfrm>
            <a:off x="5796650" y="3623550"/>
            <a:ext cx="1130100" cy="773100"/>
          </a:xfrm>
          <a:prstGeom prst="triangle">
            <a:avLst>
              <a:gd name="adj" fmla="val 47974"/>
            </a:avLst>
          </a:prstGeom>
          <a:solidFill>
            <a:srgbClr val="F3EEFB"/>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876" name="Google Shape;876;p73"/>
          <p:cNvSpPr/>
          <p:nvPr/>
        </p:nvSpPr>
        <p:spPr>
          <a:xfrm rot="10800000">
            <a:off x="6341470" y="3623550"/>
            <a:ext cx="1130100" cy="773100"/>
          </a:xfrm>
          <a:prstGeom prst="triangle">
            <a:avLst>
              <a:gd name="adj" fmla="val 47974"/>
            </a:avLst>
          </a:prstGeom>
          <a:solidFill>
            <a:srgbClr val="F3EEFB"/>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877" name="Google Shape;877;p73"/>
          <p:cNvSpPr/>
          <p:nvPr/>
        </p:nvSpPr>
        <p:spPr>
          <a:xfrm>
            <a:off x="6939650" y="3623550"/>
            <a:ext cx="1130100" cy="773100"/>
          </a:xfrm>
          <a:prstGeom prst="triangle">
            <a:avLst>
              <a:gd name="adj" fmla="val 47974"/>
            </a:avLst>
          </a:prstGeom>
          <a:solidFill>
            <a:srgbClr val="F3EEFB"/>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878" name="Google Shape;878;p73"/>
          <p:cNvSpPr/>
          <p:nvPr/>
        </p:nvSpPr>
        <p:spPr>
          <a:xfrm>
            <a:off x="6344065" y="2847535"/>
            <a:ext cx="1130100" cy="773100"/>
          </a:xfrm>
          <a:prstGeom prst="triangle">
            <a:avLst>
              <a:gd name="adj" fmla="val 47974"/>
            </a:avLst>
          </a:prstGeom>
          <a:solidFill>
            <a:srgbClr val="F3EEFB"/>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879" name="Google Shape;879;p73"/>
          <p:cNvSpPr txBox="1"/>
          <p:nvPr/>
        </p:nvSpPr>
        <p:spPr>
          <a:xfrm>
            <a:off x="1070645" y="1924210"/>
            <a:ext cx="756900" cy="5232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2200">
                <a:solidFill>
                  <a:schemeClr val="dk1"/>
                </a:solidFill>
                <a:latin typeface="Lexend"/>
                <a:ea typeface="Lexend"/>
                <a:cs typeface="Lexend"/>
                <a:sym typeface="Lexend"/>
              </a:rPr>
              <a:t>25%</a:t>
            </a:r>
            <a:endParaRPr sz="2200">
              <a:solidFill>
                <a:schemeClr val="dk1"/>
              </a:solidFill>
              <a:latin typeface="Lexend"/>
              <a:ea typeface="Lexend"/>
              <a:cs typeface="Lexend"/>
              <a:sym typeface="Lexend"/>
            </a:endParaRPr>
          </a:p>
        </p:txBody>
      </p:sp>
      <p:sp>
        <p:nvSpPr>
          <p:cNvPr id="880" name="Google Shape;880;p73"/>
          <p:cNvSpPr txBox="1"/>
          <p:nvPr>
            <p:ph type="body" idx="1"/>
          </p:nvPr>
        </p:nvSpPr>
        <p:spPr>
          <a:xfrm>
            <a:off x="2513350" y="1826100"/>
            <a:ext cx="6048300" cy="4134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How many parts do we need to put together to make the original shape?</a:t>
            </a:r>
            <a:endParaRPr/>
          </a:p>
          <a:p>
            <a:pPr marL="0" lvl="0" indent="0" algn="l" rtl="0">
              <a:spcBef>
                <a:spcPts val="1000"/>
              </a:spcBef>
              <a:spcAft>
                <a:spcPts val="1000"/>
              </a:spcAft>
              <a:buNone/>
            </a:pPr>
            <a:r>
              <a:rPr lang="en-GB">
                <a:latin typeface="Kalam"/>
                <a:ea typeface="Kalam"/>
                <a:cs typeface="Kalam"/>
                <a:sym typeface="Kalam"/>
              </a:rPr>
              <a:t>25% × 4 = 100%</a:t>
            </a:r>
            <a:endParaRPr>
              <a:latin typeface="Kalam"/>
              <a:ea typeface="Kalam"/>
              <a:cs typeface="Kalam"/>
              <a:sym typeface="Kalam"/>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6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6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6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65"/>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70">
                                            <p:txEl>
                                              <p:pRg st="0" end="0"/>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70">
                                            <p:txEl>
                                              <p:pRg st="1" end="1"/>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79"/>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80">
                                            <p:txEl>
                                              <p:pRg st="0" end="0"/>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80">
                                            <p:txEl>
                                              <p:pRg st="1" end="1"/>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71"/>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72"/>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873"/>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874"/>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875"/>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876"/>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877"/>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8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884" name="Shape 884"/>
        <p:cNvGrpSpPr/>
        <p:nvPr/>
      </p:nvGrpSpPr>
      <p:grpSpPr>
        <a:xfrm>
          <a:off x="0" y="0"/>
          <a:ext cx="0" cy="0"/>
        </a:xfrm>
      </p:grpSpPr>
      <p:sp>
        <p:nvSpPr>
          <p:cNvPr id="885" name="Google Shape;885;p74"/>
          <p:cNvSpPr txBox="1"/>
          <p:nvPr>
            <p:ph type="title" idx="2"/>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Using percentages to solve problems</a:t>
            </a:r>
            <a:endParaRPr/>
          </a:p>
        </p:txBody>
      </p:sp>
      <p:sp>
        <p:nvSpPr>
          <p:cNvPr id="886" name="Google Shape;886;p74"/>
          <p:cNvSpPr txBox="1"/>
          <p:nvPr>
            <p:ph type="subTitle" idx="1"/>
          </p:nvPr>
        </p:nvSpPr>
        <p:spPr>
          <a:xfrm>
            <a:off x="1034425" y="1685375"/>
            <a:ext cx="7506600" cy="3246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 10 × 18 </a:t>
            </a:r>
            <a:endParaRPr/>
          </a:p>
        </p:txBody>
      </p:sp>
      <p:sp>
        <p:nvSpPr>
          <p:cNvPr id="887" name="Google Shape;887;p74"/>
          <p:cNvSpPr txBox="1"/>
          <p:nvPr>
            <p:ph type="title"/>
          </p:nvPr>
        </p:nvSpPr>
        <p:spPr>
          <a:xfrm>
            <a:off x="324000" y="810000"/>
            <a:ext cx="7135200" cy="489600"/>
          </a:xfrm>
          <a:prstGeom prst="rect">
            <a:avLst/>
          </a:prstGeom>
        </p:spPr>
        <p:txBody>
          <a:bodyPr spcFirstLastPara="1" wrap="square" lIns="0" tIns="0" rIns="0" bIns="0" anchor="t" anchorCtr="0">
            <a:noAutofit/>
          </a:bodyPr>
          <a:lstStyle/>
          <a:p>
            <a:pPr marL="0" lvl="0" indent="0" algn="l" rtl="0">
              <a:lnSpc>
                <a:spcPct val="130000"/>
              </a:lnSpc>
              <a:spcBef>
                <a:spcPct val="0"/>
              </a:spcBef>
              <a:spcAft>
                <a:spcPts val="1000"/>
              </a:spcAft>
              <a:buClr>
                <a:schemeClr val="dk1"/>
              </a:buClr>
              <a:buSzPts val="1100"/>
              <a:buFont typeface="Arial"/>
              <a:buNone/>
            </a:pPr>
            <a:r>
              <a:rPr lang="en-GB"/>
              <a:t>Which of the following would be a correct method for this shape?</a:t>
            </a:r>
            <a:endParaRPr/>
          </a:p>
        </p:txBody>
      </p:sp>
      <p:sp>
        <p:nvSpPr>
          <p:cNvPr id="888" name="Google Shape;888;p74"/>
          <p:cNvSpPr txBox="1"/>
          <p:nvPr>
            <p:ph type="subTitle" idx="3"/>
          </p:nvPr>
        </p:nvSpPr>
        <p:spPr>
          <a:xfrm>
            <a:off x="1034425" y="2489447"/>
            <a:ext cx="7506600" cy="389100"/>
          </a:xfrm>
          <a:prstGeom prst="rect">
            <a:avLst/>
          </a:prstGeom>
        </p:spPr>
        <p:txBody>
          <a:bodyPr spcFirstLastPara="1" wrap="square" lIns="0" tIns="0" rIns="0" bIns="0" anchor="t" anchorCtr="0">
            <a:noAutofit/>
          </a:bodyPr>
          <a:lstStyle/>
          <a:p>
            <a:pPr marL="0" lvl="0" indent="0" algn="l" rtl="0">
              <a:spcBef>
                <a:spcPct val="0"/>
              </a:spcBef>
              <a:spcAft>
                <a:spcPts val="1000"/>
              </a:spcAft>
              <a:buClr>
                <a:schemeClr val="dk1"/>
              </a:buClr>
              <a:buSzPts val="1100"/>
              <a:buFont typeface="Arial"/>
              <a:buNone/>
            </a:pPr>
            <a:r>
              <a:rPr lang="en-GB"/>
              <a:t>÷ 18 × 10</a:t>
            </a:r>
            <a:endParaRPr/>
          </a:p>
        </p:txBody>
      </p:sp>
      <p:sp>
        <p:nvSpPr>
          <p:cNvPr id="889" name="Google Shape;889;p74"/>
          <p:cNvSpPr txBox="1"/>
          <p:nvPr>
            <p:ph type="subTitle" idx="4"/>
          </p:nvPr>
        </p:nvSpPr>
        <p:spPr>
          <a:xfrm>
            <a:off x="1034425" y="3309765"/>
            <a:ext cx="7464600" cy="324600"/>
          </a:xfrm>
          <a:prstGeom prst="rect">
            <a:avLst/>
          </a:prstGeom>
        </p:spPr>
        <p:txBody>
          <a:bodyPr spcFirstLastPara="1" wrap="square" lIns="0" tIns="0" rIns="0" bIns="0" anchor="t" anchorCtr="0">
            <a:noAutofit/>
          </a:bodyPr>
          <a:lstStyle/>
          <a:p>
            <a:pPr marL="0" lvl="0" indent="0" algn="l" rtl="0">
              <a:spcBef>
                <a:spcPct val="0"/>
              </a:spcBef>
              <a:spcAft>
                <a:spcPts val="1000"/>
              </a:spcAft>
              <a:buClr>
                <a:schemeClr val="dk1"/>
              </a:buClr>
              <a:buSzPts val="1100"/>
              <a:buFont typeface="Arial"/>
              <a:buNone/>
            </a:pPr>
            <a:r>
              <a:rPr lang="en-GB"/>
              <a:t>÷ 9 × 5</a:t>
            </a:r>
            <a:endParaRPr/>
          </a:p>
        </p:txBody>
      </p:sp>
      <p:sp>
        <p:nvSpPr>
          <p:cNvPr id="890" name="Google Shape;890;p74"/>
          <p:cNvSpPr txBox="1"/>
          <p:nvPr>
            <p:ph type="subTitle" idx="5"/>
          </p:nvPr>
        </p:nvSpPr>
        <p:spPr>
          <a:xfrm>
            <a:off x="1034425" y="4113837"/>
            <a:ext cx="7506600" cy="360300"/>
          </a:xfrm>
          <a:prstGeom prst="rect">
            <a:avLst/>
          </a:prstGeom>
        </p:spPr>
        <p:txBody>
          <a:bodyPr spcFirstLastPara="1" wrap="square" lIns="0" tIns="0" rIns="0" bIns="0" anchor="t" anchorCtr="0">
            <a:noAutofit/>
          </a:bodyPr>
          <a:lstStyle/>
          <a:p>
            <a:pPr marL="0" lvl="0" indent="0" algn="l" rtl="0">
              <a:spcBef>
                <a:spcPct val="0"/>
              </a:spcBef>
              <a:spcAft>
                <a:spcPts val="1000"/>
              </a:spcAft>
              <a:buClr>
                <a:schemeClr val="dk1"/>
              </a:buClr>
              <a:buSzPts val="1100"/>
              <a:buFont typeface="Arial"/>
              <a:buNone/>
            </a:pPr>
            <a:r>
              <a:rPr lang="en-GB"/>
              <a:t>÷ 180 × 100</a:t>
            </a:r>
            <a:endParaRPr/>
          </a:p>
        </p:txBody>
      </p:sp>
      <p:sp>
        <p:nvSpPr>
          <p:cNvPr id="891" name="Google Shape;891;p74"/>
          <p:cNvSpPr/>
          <p:nvPr/>
        </p:nvSpPr>
        <p:spPr>
          <a:xfrm>
            <a:off x="7124275" y="711852"/>
            <a:ext cx="1625700" cy="90810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2200">
                <a:latin typeface="Lexend"/>
                <a:ea typeface="Lexend"/>
                <a:cs typeface="Lexend"/>
                <a:sym typeface="Lexend"/>
              </a:rPr>
              <a:t>180%</a:t>
            </a:r>
            <a:endParaRPr sz="2200">
              <a:latin typeface="Lexend"/>
              <a:ea typeface="Lexend"/>
              <a:cs typeface="Lexend"/>
              <a:sym typeface="Lexend"/>
            </a:endParaRPr>
          </a:p>
        </p:txBody>
      </p:sp>
      <p:pic>
        <p:nvPicPr>
          <p:cNvPr id="892" name="Google Shape;892;p74"/>
          <p:cNvPicPr preferRelativeResize="0"/>
          <p:nvPr/>
        </p:nvPicPr>
        <p:blipFill>
          <a:blip r:embed="rId3">
            <a:alphaModFix/>
          </a:blip>
          <a:stretch>
            <a:fillRect/>
          </a:stretch>
        </p:blipFill>
        <p:spPr>
          <a:xfrm>
            <a:off x="2441583" y="2386550"/>
            <a:ext cx="396000" cy="419100"/>
          </a:xfrm>
          <a:prstGeom prst="rect">
            <a:avLst/>
          </a:prstGeom>
          <a:noFill/>
          <a:ln>
            <a:noFill/>
          </a:ln>
        </p:spPr>
      </p:pic>
      <p:pic>
        <p:nvPicPr>
          <p:cNvPr id="893" name="Google Shape;893;p74"/>
          <p:cNvPicPr preferRelativeResize="0"/>
          <p:nvPr/>
        </p:nvPicPr>
        <p:blipFill>
          <a:blip r:embed="rId3">
            <a:alphaModFix/>
          </a:blip>
          <a:stretch>
            <a:fillRect/>
          </a:stretch>
        </p:blipFill>
        <p:spPr>
          <a:xfrm>
            <a:off x="2517783" y="3224750"/>
            <a:ext cx="396000" cy="419100"/>
          </a:xfrm>
          <a:prstGeom prst="rect">
            <a:avLst/>
          </a:prstGeom>
          <a:noFill/>
          <a:ln>
            <a:noFill/>
          </a:ln>
        </p:spPr>
      </p:pic>
      <p:pic>
        <p:nvPicPr>
          <p:cNvPr id="894" name="Google Shape;894;p74"/>
          <p:cNvPicPr preferRelativeResize="0"/>
          <p:nvPr/>
        </p:nvPicPr>
        <p:blipFill>
          <a:blip r:embed="rId3">
            <a:alphaModFix/>
          </a:blip>
          <a:stretch>
            <a:fillRect/>
          </a:stretch>
        </p:blipFill>
        <p:spPr>
          <a:xfrm>
            <a:off x="2746383" y="4062950"/>
            <a:ext cx="396000" cy="419100"/>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9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9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898" name="Shape 898"/>
        <p:cNvGrpSpPr/>
        <p:nvPr/>
      </p:nvGrpSpPr>
      <p:grpSpPr>
        <a:xfrm>
          <a:off x="0" y="0"/>
          <a:ext cx="0" cy="0"/>
        </a:xfrm>
      </p:grpSpPr>
      <p:sp>
        <p:nvSpPr>
          <p:cNvPr id="899" name="Google Shape;899;p75"/>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Using percentages to solve problems</a:t>
            </a:r>
            <a:endParaRPr/>
          </a:p>
        </p:txBody>
      </p:sp>
      <p:sp>
        <p:nvSpPr>
          <p:cNvPr id="900" name="Google Shape;900;p75"/>
          <p:cNvSpPr txBox="1"/>
          <p:nvPr>
            <p:ph type="body" idx="1"/>
          </p:nvPr>
        </p:nvSpPr>
        <p:spPr>
          <a:xfrm>
            <a:off x="324000" y="759300"/>
            <a:ext cx="8496000" cy="13242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Aisha watched a TV program in which they buy items, mend or fix them and then sell the items.</a:t>
            </a:r>
            <a:endParaRPr/>
          </a:p>
          <a:p>
            <a:pPr marL="0" lvl="0" indent="0" algn="l" rtl="0">
              <a:spcBef>
                <a:spcPts val="1000"/>
              </a:spcBef>
              <a:spcAft>
                <a:spcPts val="1000"/>
              </a:spcAft>
              <a:buNone/>
            </a:pPr>
            <a:r>
              <a:rPr lang="en-GB"/>
              <a:t>She is going to calculate the percentage profit or loss.</a:t>
            </a:r>
            <a:endParaRPr/>
          </a:p>
        </p:txBody>
      </p:sp>
      <p:pic>
        <p:nvPicPr>
          <p:cNvPr id="901" name="Google Shape;901;p75"/>
          <p:cNvPicPr preferRelativeResize="0"/>
          <p:nvPr/>
        </p:nvPicPr>
        <p:blipFill>
          <a:blip r:embed="rId3">
            <a:alphaModFix/>
          </a:blip>
          <a:srcRect l="10506" b="17464"/>
          <a:stretch>
            <a:fillRect/>
          </a:stretch>
        </p:blipFill>
        <p:spPr>
          <a:xfrm>
            <a:off x="6834975" y="2249915"/>
            <a:ext cx="1887001" cy="1654649"/>
          </a:xfrm>
          <a:prstGeom prst="rect">
            <a:avLst/>
          </a:prstGeom>
          <a:noFill/>
          <a:ln>
            <a:noFill/>
          </a:ln>
        </p:spPr>
      </p:pic>
      <p:sp>
        <p:nvSpPr>
          <p:cNvPr id="902" name="Google Shape;902;p75"/>
          <p:cNvSpPr/>
          <p:nvPr/>
        </p:nvSpPr>
        <p:spPr>
          <a:xfrm>
            <a:off x="5774400" y="3619115"/>
            <a:ext cx="2243700" cy="1125000"/>
          </a:xfrm>
          <a:prstGeom prst="roundRect">
            <a:avLst>
              <a:gd name="adj" fmla="val 16667"/>
            </a:avLst>
          </a:prstGeom>
          <a:solidFill>
            <a:srgbClr val="EEEEEE"/>
          </a:solid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800">
                <a:latin typeface="Lexend"/>
                <a:ea typeface="Lexend"/>
                <a:cs typeface="Lexend"/>
                <a:sym typeface="Lexend"/>
              </a:rPr>
              <a:t>Bought for £50</a:t>
            </a:r>
            <a:endParaRPr sz="1800">
              <a:latin typeface="Lexend"/>
              <a:ea typeface="Lexend"/>
              <a:cs typeface="Lexend"/>
              <a:sym typeface="Lexend"/>
            </a:endParaRPr>
          </a:p>
          <a:p>
            <a:pPr marL="0" lvl="0" indent="0" algn="ctr" rtl="0">
              <a:spcBef>
                <a:spcPct val="0"/>
              </a:spcBef>
              <a:spcAft>
                <a:spcPct val="0"/>
              </a:spcAft>
              <a:buNone/>
            </a:pPr>
            <a:r>
              <a:rPr lang="en-GB" sz="1800">
                <a:latin typeface="Lexend"/>
                <a:ea typeface="Lexend"/>
                <a:cs typeface="Lexend"/>
                <a:sym typeface="Lexend"/>
              </a:rPr>
              <a:t>Cost to fix £30</a:t>
            </a:r>
            <a:endParaRPr sz="1800">
              <a:latin typeface="Lexend"/>
              <a:ea typeface="Lexend"/>
              <a:cs typeface="Lexend"/>
              <a:sym typeface="Lexend"/>
            </a:endParaRPr>
          </a:p>
          <a:p>
            <a:pPr marL="0" lvl="0" indent="0" algn="ctr" rtl="0">
              <a:spcBef>
                <a:spcPct val="0"/>
              </a:spcBef>
              <a:spcAft>
                <a:spcPct val="0"/>
              </a:spcAft>
              <a:buNone/>
            </a:pPr>
            <a:r>
              <a:rPr lang="en-GB" sz="1800">
                <a:latin typeface="Lexend"/>
                <a:ea typeface="Lexend"/>
                <a:cs typeface="Lexend"/>
                <a:sym typeface="Lexend"/>
              </a:rPr>
              <a:t>Selling price £120</a:t>
            </a:r>
            <a:endParaRPr sz="1800">
              <a:latin typeface="Lexend"/>
              <a:ea typeface="Lexend"/>
              <a:cs typeface="Lexend"/>
              <a:sym typeface="Lexend"/>
            </a:endParaRPr>
          </a:p>
        </p:txBody>
      </p:sp>
      <p:graphicFrame>
        <p:nvGraphicFramePr>
          <p:cNvPr id="903" name="Google Shape;903;p75"/>
          <p:cNvGraphicFramePr>
            <a:graphicFrameLocks noGrp="1"/>
          </p:cNvGraphicFramePr>
          <p:nvPr/>
        </p:nvGraphicFramePr>
        <p:xfrm>
          <a:off x="1695450" y="2290560"/>
          <a:ext cx="3000000" cy="3000000"/>
        </p:xfrm>
        <a:graphic>
          <a:graphicData uri="http://schemas.openxmlformats.org/drawingml/2006/table">
            <a:tbl>
              <a:tblPr>
                <a:noFill/>
                <a:tableStyleId>{DEDBE717-2399-4D48-80FF-8B53A70A75FD}</a:tableStyleId>
              </a:tblPr>
              <a:tblGrid>
                <a:gridCol w="1809750"/>
                <a:gridCol w="1809750"/>
              </a:tblGrid>
              <a:tr h="381000">
                <a:tc>
                  <a:txBody>
                    <a:bodyPr vert="horz" wrap="square"/>
                    <a:lstStyle/>
                    <a:p>
                      <a:pPr marL="0" lvl="0" indent="0" algn="ctr" rtl="0">
                        <a:spcBef>
                          <a:spcPct val="0"/>
                        </a:spcBef>
                        <a:spcAft>
                          <a:spcPct val="0"/>
                        </a:spcAft>
                        <a:buNone/>
                      </a:pPr>
                      <a:r>
                        <a:rPr lang="en-GB" sz="2200">
                          <a:latin typeface="Lexend"/>
                          <a:ea typeface="Lexend"/>
                          <a:cs typeface="Lexend"/>
                          <a:sym typeface="Lexend"/>
                        </a:rPr>
                        <a:t>%</a:t>
                      </a:r>
                      <a:endParaRPr sz="22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200">
                          <a:latin typeface="Lexend"/>
                          <a:ea typeface="Lexend"/>
                          <a:cs typeface="Lexend"/>
                          <a:sym typeface="Lexend"/>
                        </a:rPr>
                        <a:t>£</a:t>
                      </a:r>
                      <a:endParaRPr sz="22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81000">
                <a:tc>
                  <a:txBody>
                    <a:bodyPr vert="horz" wrap="square"/>
                    <a:lstStyle/>
                    <a:p>
                      <a:pPr marL="0" lvl="0" indent="0" algn="ctr" rtl="0">
                        <a:spcBef>
                          <a:spcPct val="0"/>
                        </a:spcBef>
                        <a:spcAft>
                          <a:spcPct val="0"/>
                        </a:spcAft>
                        <a:buNone/>
                      </a:pPr>
                      <a:r>
                        <a:rPr lang="en-GB" sz="2200">
                          <a:latin typeface="Lexend"/>
                          <a:ea typeface="Lexend"/>
                          <a:cs typeface="Lexend"/>
                          <a:sym typeface="Lexend"/>
                        </a:rPr>
                        <a:t>100</a:t>
                      </a:r>
                      <a:endParaRPr sz="22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200">
                          <a:latin typeface="Lexend"/>
                          <a:ea typeface="Lexend"/>
                          <a:cs typeface="Lexend"/>
                          <a:sym typeface="Lexend"/>
                        </a:rPr>
                        <a:t>80</a:t>
                      </a:r>
                      <a:endParaRPr sz="22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81000">
                <a:tc>
                  <a:txBody>
                    <a:bodyPr vert="horz" wrap="square"/>
                    <a:lstStyle/>
                    <a:p>
                      <a:pPr marL="0" lvl="0" indent="0" algn="ctr" rtl="0">
                        <a:spcBef>
                          <a:spcPct val="0"/>
                        </a:spcBef>
                        <a:spcAft>
                          <a:spcPct val="0"/>
                        </a:spcAft>
                        <a:buNone/>
                      </a:pPr>
                      <a:endParaRPr sz="22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200">
                          <a:latin typeface="Lexend"/>
                          <a:ea typeface="Lexend"/>
                          <a:cs typeface="Lexend"/>
                          <a:sym typeface="Lexend"/>
                        </a:rPr>
                        <a:t>120</a:t>
                      </a:r>
                      <a:endParaRPr sz="22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bl>
          </a:graphicData>
        </a:graphic>
      </p:graphicFrame>
      <p:sp>
        <p:nvSpPr>
          <p:cNvPr id="904" name="Google Shape;904;p75"/>
          <p:cNvSpPr/>
          <p:nvPr/>
        </p:nvSpPr>
        <p:spPr>
          <a:xfrm rot="5400000">
            <a:off x="5244450" y="2875950"/>
            <a:ext cx="439800" cy="351600"/>
          </a:xfrm>
          <a:prstGeom prst="arc">
            <a:avLst>
              <a:gd name="adj1" fmla="val 10729459"/>
              <a:gd name="adj2" fmla="val 194289"/>
            </a:avLst>
          </a:prstGeom>
          <a:noFill/>
          <a:ln w="38100" cap="flat" cmpd="sng">
            <a:solidFill>
              <a:srgbClr val="845AD9"/>
            </a:solidFill>
            <a:prstDash val="solid"/>
            <a:round/>
            <a:headEnd type="none" w="sm" len="sm"/>
            <a:tailEnd type="triangl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905" name="Google Shape;905;p75"/>
          <p:cNvSpPr txBox="1"/>
          <p:nvPr/>
        </p:nvSpPr>
        <p:spPr>
          <a:xfrm>
            <a:off x="5765800" y="2790150"/>
            <a:ext cx="930300" cy="5232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2200">
                <a:solidFill>
                  <a:srgbClr val="000000"/>
                </a:solidFill>
                <a:latin typeface="Lexend"/>
                <a:ea typeface="Lexend"/>
                <a:cs typeface="Lexend"/>
                <a:sym typeface="Lexend"/>
              </a:rPr>
              <a:t>× </a:t>
            </a:r>
            <a:r>
              <a:rPr lang="en-GB" sz="2200">
                <a:latin typeface="Lexend"/>
                <a:ea typeface="Lexend"/>
                <a:cs typeface="Lexend"/>
                <a:sym typeface="Lexend"/>
              </a:rPr>
              <a:t>1.5</a:t>
            </a:r>
            <a:r>
              <a:rPr lang="en-GB" sz="2200">
                <a:solidFill>
                  <a:srgbClr val="000000"/>
                </a:solidFill>
                <a:latin typeface="Lexend"/>
                <a:ea typeface="Lexend"/>
                <a:cs typeface="Lexend"/>
                <a:sym typeface="Lexend"/>
              </a:rPr>
              <a:t> </a:t>
            </a:r>
            <a:endParaRPr sz="2200">
              <a:solidFill>
                <a:srgbClr val="000000"/>
              </a:solidFill>
              <a:latin typeface="Lexend"/>
              <a:ea typeface="Lexend"/>
              <a:cs typeface="Lexend"/>
              <a:sym typeface="Lexend"/>
            </a:endParaRPr>
          </a:p>
        </p:txBody>
      </p:sp>
      <p:grpSp>
        <p:nvGrpSpPr>
          <p:cNvPr id="906" name="Google Shape;906;p75"/>
          <p:cNvGrpSpPr/>
          <p:nvPr/>
        </p:nvGrpSpPr>
        <p:grpSpPr>
          <a:xfrm>
            <a:off x="431800" y="2790150"/>
            <a:ext cx="1248700" cy="523200"/>
            <a:chOff x="1498600" y="3990300"/>
            <a:chExt cx="1248700" cy="523200"/>
          </a:xfrm>
        </p:grpSpPr>
        <p:sp>
          <p:nvSpPr>
            <p:cNvPr id="907" name="Google Shape;907;p75"/>
            <p:cNvSpPr/>
            <p:nvPr/>
          </p:nvSpPr>
          <p:spPr>
            <a:xfrm rot="-5400000" flipH="1">
              <a:off x="2367050" y="4091539"/>
              <a:ext cx="439800" cy="320700"/>
            </a:xfrm>
            <a:prstGeom prst="arc">
              <a:avLst>
                <a:gd name="adj1" fmla="val 10729459"/>
                <a:gd name="adj2" fmla="val 194289"/>
              </a:avLst>
            </a:prstGeom>
            <a:noFill/>
            <a:ln w="38100" cap="flat" cmpd="sng">
              <a:solidFill>
                <a:srgbClr val="845AD9"/>
              </a:solidFill>
              <a:prstDash val="solid"/>
              <a:round/>
              <a:headEnd type="none" w="sm" len="sm"/>
              <a:tailEnd type="triangl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908" name="Google Shape;908;p75"/>
            <p:cNvSpPr txBox="1"/>
            <p:nvPr/>
          </p:nvSpPr>
          <p:spPr>
            <a:xfrm>
              <a:off x="1498600" y="3990300"/>
              <a:ext cx="930300" cy="5232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2200">
                  <a:solidFill>
                    <a:srgbClr val="000000"/>
                  </a:solidFill>
                  <a:latin typeface="Lexend"/>
                  <a:ea typeface="Lexend"/>
                  <a:cs typeface="Lexend"/>
                  <a:sym typeface="Lexend"/>
                </a:rPr>
                <a:t>× </a:t>
              </a:r>
              <a:r>
                <a:rPr lang="en-GB" sz="2200">
                  <a:latin typeface="Lexend"/>
                  <a:ea typeface="Lexend"/>
                  <a:cs typeface="Lexend"/>
                  <a:sym typeface="Lexend"/>
                </a:rPr>
                <a:t>1.5</a:t>
              </a:r>
              <a:r>
                <a:rPr lang="en-GB" sz="2200">
                  <a:solidFill>
                    <a:srgbClr val="000000"/>
                  </a:solidFill>
                  <a:latin typeface="Lexend"/>
                  <a:ea typeface="Lexend"/>
                  <a:cs typeface="Lexend"/>
                  <a:sym typeface="Lexend"/>
                </a:rPr>
                <a:t> </a:t>
              </a:r>
              <a:endParaRPr sz="2200">
                <a:solidFill>
                  <a:srgbClr val="000000"/>
                </a:solidFill>
                <a:latin typeface="Lexend"/>
                <a:ea typeface="Lexend"/>
                <a:cs typeface="Lexend"/>
                <a:sym typeface="Lexend"/>
              </a:endParaRPr>
            </a:p>
          </p:txBody>
        </p:sp>
      </p:grpSp>
      <p:graphicFrame>
        <p:nvGraphicFramePr>
          <p:cNvPr id="909" name="Google Shape;909;p75"/>
          <p:cNvGraphicFramePr>
            <a:graphicFrameLocks noGrp="1"/>
          </p:cNvGraphicFramePr>
          <p:nvPr/>
        </p:nvGraphicFramePr>
        <p:xfrm>
          <a:off x="1695450" y="2290560"/>
          <a:ext cx="3000000" cy="3000000"/>
        </p:xfrm>
        <a:graphic>
          <a:graphicData uri="http://schemas.openxmlformats.org/drawingml/2006/table">
            <a:tbl>
              <a:tblPr>
                <a:noFill/>
                <a:tableStyleId>{DEDBE717-2399-4D48-80FF-8B53A70A75FD}</a:tableStyleId>
              </a:tblPr>
              <a:tblGrid>
                <a:gridCol w="1809750"/>
                <a:gridCol w="1809750"/>
              </a:tblGrid>
              <a:tr h="381000">
                <a:tc>
                  <a:txBody>
                    <a:bodyPr vert="horz" wrap="square"/>
                    <a:lstStyle/>
                    <a:p>
                      <a:pPr marL="0" lvl="0" indent="0" algn="ctr" rtl="0">
                        <a:spcBef>
                          <a:spcPct val="0"/>
                        </a:spcBef>
                        <a:spcAft>
                          <a:spcPct val="0"/>
                        </a:spcAft>
                        <a:buNone/>
                      </a:pPr>
                      <a:r>
                        <a:rPr lang="en-GB" sz="2200">
                          <a:latin typeface="Lexend"/>
                          <a:ea typeface="Lexend"/>
                          <a:cs typeface="Lexend"/>
                          <a:sym typeface="Lexend"/>
                        </a:rPr>
                        <a:t>%</a:t>
                      </a:r>
                      <a:endParaRPr sz="22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200">
                          <a:latin typeface="Lexend"/>
                          <a:ea typeface="Lexend"/>
                          <a:cs typeface="Lexend"/>
                          <a:sym typeface="Lexend"/>
                        </a:rPr>
                        <a:t>£</a:t>
                      </a:r>
                      <a:endParaRPr sz="22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81000">
                <a:tc>
                  <a:txBody>
                    <a:bodyPr vert="horz" wrap="square"/>
                    <a:lstStyle/>
                    <a:p>
                      <a:pPr marL="0" lvl="0" indent="0" algn="ctr" rtl="0">
                        <a:spcBef>
                          <a:spcPct val="0"/>
                        </a:spcBef>
                        <a:spcAft>
                          <a:spcPct val="0"/>
                        </a:spcAft>
                        <a:buNone/>
                      </a:pPr>
                      <a:r>
                        <a:rPr lang="en-GB" sz="2200">
                          <a:latin typeface="Lexend"/>
                          <a:ea typeface="Lexend"/>
                          <a:cs typeface="Lexend"/>
                          <a:sym typeface="Lexend"/>
                        </a:rPr>
                        <a:t>100</a:t>
                      </a:r>
                      <a:endParaRPr sz="22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200">
                          <a:latin typeface="Lexend"/>
                          <a:ea typeface="Lexend"/>
                          <a:cs typeface="Lexend"/>
                          <a:sym typeface="Lexend"/>
                        </a:rPr>
                        <a:t>80</a:t>
                      </a:r>
                      <a:endParaRPr sz="22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81000">
                <a:tc>
                  <a:txBody>
                    <a:bodyPr vert="horz" wrap="square"/>
                    <a:lstStyle/>
                    <a:p>
                      <a:pPr marL="0" lvl="0" indent="0" algn="ctr" rtl="0">
                        <a:spcBef>
                          <a:spcPct val="0"/>
                        </a:spcBef>
                        <a:spcAft>
                          <a:spcPct val="0"/>
                        </a:spcAft>
                        <a:buNone/>
                      </a:pPr>
                      <a:r>
                        <a:rPr lang="en-GB" sz="2200">
                          <a:latin typeface="Lexend"/>
                          <a:ea typeface="Lexend"/>
                          <a:cs typeface="Lexend"/>
                          <a:sym typeface="Lexend"/>
                        </a:rPr>
                        <a:t>150</a:t>
                      </a:r>
                      <a:endParaRPr sz="22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200">
                          <a:latin typeface="Lexend"/>
                          <a:ea typeface="Lexend"/>
                          <a:cs typeface="Lexend"/>
                          <a:sym typeface="Lexend"/>
                        </a:rPr>
                        <a:t>120</a:t>
                      </a:r>
                      <a:endParaRPr sz="22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bl>
          </a:graphicData>
        </a:graphic>
      </p:graphicFrame>
      <p:grpSp>
        <p:nvGrpSpPr>
          <p:cNvPr id="910" name="Google Shape;910;p75"/>
          <p:cNvGrpSpPr/>
          <p:nvPr/>
        </p:nvGrpSpPr>
        <p:grpSpPr>
          <a:xfrm>
            <a:off x="4663607" y="2034275"/>
            <a:ext cx="2666688" cy="957917"/>
            <a:chOff x="4663607" y="2034275"/>
            <a:chExt cx="2666688" cy="957917"/>
          </a:xfrm>
        </p:grpSpPr>
        <p:sp>
          <p:nvSpPr>
            <p:cNvPr id="911" name="Google Shape;911;p75"/>
            <p:cNvSpPr/>
            <p:nvPr/>
          </p:nvSpPr>
          <p:spPr>
            <a:xfrm rot="8938594">
              <a:off x="4657969" y="2477591"/>
              <a:ext cx="1037275" cy="266303"/>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912" name="Google Shape;912;p75"/>
            <p:cNvSpPr txBox="1"/>
            <p:nvPr/>
          </p:nvSpPr>
          <p:spPr>
            <a:xfrm>
              <a:off x="5591495" y="2034275"/>
              <a:ext cx="1738800" cy="5232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2200">
                  <a:latin typeface="Lexend"/>
                  <a:ea typeface="Lexend"/>
                  <a:cs typeface="Lexend"/>
                  <a:sym typeface="Lexend"/>
                </a:rPr>
                <a:t>total spent</a:t>
              </a:r>
              <a:r>
                <a:rPr lang="en-GB" sz="2200">
                  <a:solidFill>
                    <a:srgbClr val="000000"/>
                  </a:solidFill>
                  <a:latin typeface="Lexend"/>
                  <a:ea typeface="Lexend"/>
                  <a:cs typeface="Lexend"/>
                  <a:sym typeface="Lexend"/>
                </a:rPr>
                <a:t> </a:t>
              </a:r>
              <a:endParaRPr sz="2200">
                <a:solidFill>
                  <a:srgbClr val="000000"/>
                </a:solidFill>
                <a:latin typeface="Lexend"/>
                <a:ea typeface="Lexend"/>
                <a:cs typeface="Lexend"/>
                <a:sym typeface="Lexend"/>
              </a:endParaRPr>
            </a:p>
          </p:txBody>
        </p:sp>
      </p:grpSp>
      <p:sp>
        <p:nvSpPr>
          <p:cNvPr id="913" name="Google Shape;913;p75"/>
          <p:cNvSpPr txBox="1"/>
          <p:nvPr/>
        </p:nvSpPr>
        <p:spPr>
          <a:xfrm>
            <a:off x="333709" y="3863075"/>
            <a:ext cx="4878600" cy="8619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2200">
                <a:latin typeface="Kalam"/>
                <a:ea typeface="Kalam"/>
                <a:cs typeface="Kalam"/>
                <a:sym typeface="Kalam"/>
              </a:rPr>
              <a:t>The </a:t>
            </a:r>
            <a:r>
              <a:rPr lang="en-GB" sz="2200">
                <a:solidFill>
                  <a:schemeClr val="accent4"/>
                </a:solidFill>
                <a:latin typeface="Kalam"/>
                <a:ea typeface="Kalam"/>
                <a:cs typeface="Kalam"/>
                <a:sym typeface="Kalam"/>
              </a:rPr>
              <a:t>change</a:t>
            </a:r>
            <a:r>
              <a:rPr lang="en-GB" sz="2200">
                <a:latin typeface="Kalam"/>
                <a:ea typeface="Kalam"/>
                <a:cs typeface="Kalam"/>
                <a:sym typeface="Kalam"/>
              </a:rPr>
              <a:t> in percentage is 50%.</a:t>
            </a:r>
            <a:endParaRPr sz="2200">
              <a:latin typeface="Kalam"/>
              <a:ea typeface="Kalam"/>
              <a:cs typeface="Kalam"/>
              <a:sym typeface="Kalam"/>
            </a:endParaRPr>
          </a:p>
          <a:p>
            <a:pPr marL="0" lvl="0" indent="0" algn="l" rtl="0">
              <a:spcBef>
                <a:spcPct val="0"/>
              </a:spcBef>
              <a:spcAft>
                <a:spcPct val="0"/>
              </a:spcAft>
              <a:buNone/>
            </a:pPr>
            <a:r>
              <a:rPr lang="en-GB" sz="2200">
                <a:latin typeface="Kalam"/>
                <a:ea typeface="Kalam"/>
                <a:cs typeface="Kalam"/>
                <a:sym typeface="Kalam"/>
              </a:rPr>
              <a:t>Therefore, they made 50% profit.</a:t>
            </a:r>
            <a:r>
              <a:rPr lang="en-GB" sz="2200">
                <a:solidFill>
                  <a:srgbClr val="000000"/>
                </a:solidFill>
                <a:latin typeface="Kalam"/>
                <a:ea typeface="Kalam"/>
                <a:cs typeface="Kalam"/>
                <a:sym typeface="Kalam"/>
              </a:rPr>
              <a:t> </a:t>
            </a:r>
            <a:endParaRPr sz="2200">
              <a:solidFill>
                <a:srgbClr val="000000"/>
              </a:solidFill>
              <a:latin typeface="Kalam"/>
              <a:ea typeface="Kalam"/>
              <a:cs typeface="Kalam"/>
              <a:sym typeface="Kalam"/>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0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03"/>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10"/>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04"/>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05"/>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06"/>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09"/>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913">
                                            <p:txEl>
                                              <p:pRg st="0" end="0"/>
                                            </p:txEl>
                                          </p:spTgt>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91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917" name="Shape 917"/>
        <p:cNvGrpSpPr/>
        <p:nvPr/>
      </p:nvGrpSpPr>
      <p:grpSpPr>
        <a:xfrm>
          <a:off x="0" y="0"/>
          <a:ext cx="0" cy="0"/>
        </a:xfrm>
      </p:grpSpPr>
      <p:sp>
        <p:nvSpPr>
          <p:cNvPr id="918" name="Google Shape;918;p76"/>
          <p:cNvSpPr txBox="1"/>
          <p:nvPr>
            <p:ph type="body" idx="1"/>
          </p:nvPr>
        </p:nvSpPr>
        <p:spPr>
          <a:xfrm>
            <a:off x="324000" y="759300"/>
            <a:ext cx="8237700" cy="14007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Spot the mistake.</a:t>
            </a:r>
            <a:endParaRPr/>
          </a:p>
          <a:p>
            <a:pPr marL="0" lvl="0" indent="0" algn="l" rtl="0">
              <a:spcBef>
                <a:spcPts val="1000"/>
              </a:spcBef>
              <a:spcAft>
                <a:spcPct val="0"/>
              </a:spcAft>
              <a:buNone/>
            </a:pPr>
            <a:r>
              <a:rPr lang="en-GB"/>
              <a:t>The cost of a house decreases from £260 000 to £252 200</a:t>
            </a:r>
            <a:endParaRPr/>
          </a:p>
          <a:p>
            <a:pPr marL="0" lvl="0" indent="0" algn="l" rtl="0">
              <a:spcBef>
                <a:spcPts val="1000"/>
              </a:spcBef>
              <a:spcAft>
                <a:spcPts val="1000"/>
              </a:spcAft>
              <a:buNone/>
            </a:pPr>
            <a:r>
              <a:rPr lang="en-GB"/>
              <a:t>What is the percentage decrease in price?</a:t>
            </a:r>
            <a:endParaRPr/>
          </a:p>
        </p:txBody>
      </p:sp>
      <p:graphicFrame>
        <p:nvGraphicFramePr>
          <p:cNvPr id="919" name="Google Shape;919;p76"/>
          <p:cNvGraphicFramePr>
            <a:graphicFrameLocks noGrp="1"/>
          </p:cNvGraphicFramePr>
          <p:nvPr/>
        </p:nvGraphicFramePr>
        <p:xfrm>
          <a:off x="2762250" y="2290560"/>
          <a:ext cx="3000000" cy="3000000"/>
        </p:xfrm>
        <a:graphic>
          <a:graphicData uri="http://schemas.openxmlformats.org/drawingml/2006/table">
            <a:tbl>
              <a:tblPr>
                <a:noFill/>
                <a:tableStyleId>{DEDBE717-2399-4D48-80FF-8B53A70A75FD}</a:tableStyleId>
              </a:tblPr>
              <a:tblGrid>
                <a:gridCol w="1809750"/>
                <a:gridCol w="1809750"/>
              </a:tblGrid>
              <a:tr h="381000">
                <a:tc>
                  <a:txBody>
                    <a:bodyPr vert="horz" wrap="square"/>
                    <a:lstStyle/>
                    <a:p>
                      <a:pPr marL="0" lvl="0" indent="0" algn="ctr" rtl="0">
                        <a:spcBef>
                          <a:spcPct val="0"/>
                        </a:spcBef>
                        <a:spcAft>
                          <a:spcPct val="0"/>
                        </a:spcAft>
                        <a:buNone/>
                      </a:pPr>
                      <a:r>
                        <a:rPr lang="en-GB" sz="2200">
                          <a:latin typeface="Lexend"/>
                          <a:ea typeface="Lexend"/>
                          <a:cs typeface="Lexend"/>
                          <a:sym typeface="Lexend"/>
                        </a:rPr>
                        <a:t>%</a:t>
                      </a:r>
                      <a:endParaRPr sz="22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200">
                          <a:latin typeface="Lexend"/>
                          <a:ea typeface="Lexend"/>
                          <a:cs typeface="Lexend"/>
                          <a:sym typeface="Lexend"/>
                        </a:rPr>
                        <a:t>Cost (£)</a:t>
                      </a:r>
                      <a:endParaRPr sz="22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81000">
                <a:tc>
                  <a:txBody>
                    <a:bodyPr vert="horz" wrap="square"/>
                    <a:lstStyle/>
                    <a:p>
                      <a:pPr marL="0" lvl="0" indent="0" algn="ctr" rtl="0">
                        <a:spcBef>
                          <a:spcPct val="0"/>
                        </a:spcBef>
                        <a:spcAft>
                          <a:spcPct val="0"/>
                        </a:spcAft>
                        <a:buNone/>
                      </a:pPr>
                      <a:r>
                        <a:rPr lang="en-GB" sz="2200">
                          <a:latin typeface="Lexend"/>
                          <a:ea typeface="Lexend"/>
                          <a:cs typeface="Lexend"/>
                          <a:sym typeface="Lexend"/>
                        </a:rPr>
                        <a:t>100</a:t>
                      </a:r>
                      <a:endParaRPr sz="22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200">
                          <a:latin typeface="Lexend"/>
                          <a:ea typeface="Lexend"/>
                          <a:cs typeface="Lexend"/>
                          <a:sym typeface="Lexend"/>
                        </a:rPr>
                        <a:t>260 000</a:t>
                      </a:r>
                      <a:endParaRPr sz="22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81000">
                <a:tc>
                  <a:txBody>
                    <a:bodyPr vert="horz" wrap="square"/>
                    <a:lstStyle/>
                    <a:p>
                      <a:pPr marL="0" lvl="0" indent="0" algn="ctr" rtl="0">
                        <a:spcBef>
                          <a:spcPct val="0"/>
                        </a:spcBef>
                        <a:spcAft>
                          <a:spcPct val="0"/>
                        </a:spcAft>
                        <a:buNone/>
                      </a:pPr>
                      <a:r>
                        <a:rPr lang="en-GB" sz="2200">
                          <a:latin typeface="Lexend"/>
                          <a:ea typeface="Lexend"/>
                          <a:cs typeface="Lexend"/>
                          <a:sym typeface="Lexend"/>
                        </a:rPr>
                        <a:t>97</a:t>
                      </a:r>
                      <a:endParaRPr sz="22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200">
                          <a:latin typeface="Lexend"/>
                          <a:ea typeface="Lexend"/>
                          <a:cs typeface="Lexend"/>
                          <a:sym typeface="Lexend"/>
                        </a:rPr>
                        <a:t>252 200</a:t>
                      </a:r>
                      <a:endParaRPr sz="22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bl>
          </a:graphicData>
        </a:graphic>
      </p:graphicFrame>
      <p:sp>
        <p:nvSpPr>
          <p:cNvPr id="920" name="Google Shape;920;p76"/>
          <p:cNvSpPr/>
          <p:nvPr/>
        </p:nvSpPr>
        <p:spPr>
          <a:xfrm rot="5400000">
            <a:off x="6311250" y="2875950"/>
            <a:ext cx="439800" cy="351600"/>
          </a:xfrm>
          <a:prstGeom prst="arc">
            <a:avLst>
              <a:gd name="adj1" fmla="val 10729459"/>
              <a:gd name="adj2" fmla="val 194289"/>
            </a:avLst>
          </a:prstGeom>
          <a:noFill/>
          <a:ln w="38100" cap="flat" cmpd="sng">
            <a:solidFill>
              <a:srgbClr val="845AD9"/>
            </a:solidFill>
            <a:prstDash val="solid"/>
            <a:round/>
            <a:headEnd type="none" w="sm" len="sm"/>
            <a:tailEnd type="triangl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921" name="Google Shape;921;p76"/>
          <p:cNvSpPr txBox="1"/>
          <p:nvPr/>
        </p:nvSpPr>
        <p:spPr>
          <a:xfrm>
            <a:off x="6832600" y="2790150"/>
            <a:ext cx="1248600" cy="5232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2200">
                <a:solidFill>
                  <a:srgbClr val="000000"/>
                </a:solidFill>
                <a:latin typeface="Lexend"/>
                <a:ea typeface="Lexend"/>
                <a:cs typeface="Lexend"/>
                <a:sym typeface="Lexend"/>
              </a:rPr>
              <a:t>× </a:t>
            </a:r>
            <a:r>
              <a:rPr lang="en-GB" sz="2200">
                <a:latin typeface="Lexend"/>
                <a:ea typeface="Lexend"/>
                <a:cs typeface="Lexend"/>
                <a:sym typeface="Lexend"/>
              </a:rPr>
              <a:t>0.97</a:t>
            </a:r>
            <a:r>
              <a:rPr lang="en-GB" sz="2200">
                <a:solidFill>
                  <a:srgbClr val="000000"/>
                </a:solidFill>
                <a:latin typeface="Lexend"/>
                <a:ea typeface="Lexend"/>
                <a:cs typeface="Lexend"/>
                <a:sym typeface="Lexend"/>
              </a:rPr>
              <a:t> </a:t>
            </a:r>
            <a:endParaRPr sz="2200">
              <a:solidFill>
                <a:srgbClr val="000000"/>
              </a:solidFill>
              <a:latin typeface="Lexend"/>
              <a:ea typeface="Lexend"/>
              <a:cs typeface="Lexend"/>
              <a:sym typeface="Lexend"/>
            </a:endParaRPr>
          </a:p>
        </p:txBody>
      </p:sp>
      <p:grpSp>
        <p:nvGrpSpPr>
          <p:cNvPr id="922" name="Google Shape;922;p76"/>
          <p:cNvGrpSpPr/>
          <p:nvPr/>
        </p:nvGrpSpPr>
        <p:grpSpPr>
          <a:xfrm>
            <a:off x="1406175" y="2790150"/>
            <a:ext cx="1341125" cy="523200"/>
            <a:chOff x="1406175" y="3990300"/>
            <a:chExt cx="1341125" cy="523200"/>
          </a:xfrm>
        </p:grpSpPr>
        <p:sp>
          <p:nvSpPr>
            <p:cNvPr id="923" name="Google Shape;923;p76"/>
            <p:cNvSpPr/>
            <p:nvPr/>
          </p:nvSpPr>
          <p:spPr>
            <a:xfrm rot="-5400000" flipH="1">
              <a:off x="2367050" y="4091539"/>
              <a:ext cx="439800" cy="320700"/>
            </a:xfrm>
            <a:prstGeom prst="arc">
              <a:avLst>
                <a:gd name="adj1" fmla="val 10729459"/>
                <a:gd name="adj2" fmla="val 194289"/>
              </a:avLst>
            </a:prstGeom>
            <a:noFill/>
            <a:ln w="38100" cap="flat" cmpd="sng">
              <a:solidFill>
                <a:srgbClr val="845AD9"/>
              </a:solidFill>
              <a:prstDash val="solid"/>
              <a:round/>
              <a:headEnd type="none" w="sm" len="sm"/>
              <a:tailEnd type="triangl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924" name="Google Shape;924;p76"/>
            <p:cNvSpPr txBox="1"/>
            <p:nvPr/>
          </p:nvSpPr>
          <p:spPr>
            <a:xfrm>
              <a:off x="1406175" y="3990300"/>
              <a:ext cx="1022700" cy="5232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2200">
                  <a:solidFill>
                    <a:srgbClr val="000000"/>
                  </a:solidFill>
                  <a:latin typeface="Lexend"/>
                  <a:ea typeface="Lexend"/>
                  <a:cs typeface="Lexend"/>
                  <a:sym typeface="Lexend"/>
                </a:rPr>
                <a:t>× 0.</a:t>
              </a:r>
              <a:r>
                <a:rPr lang="en-GB" sz="2200">
                  <a:latin typeface="Lexend"/>
                  <a:ea typeface="Lexend"/>
                  <a:cs typeface="Lexend"/>
                  <a:sym typeface="Lexend"/>
                </a:rPr>
                <a:t>97</a:t>
              </a:r>
              <a:r>
                <a:rPr lang="en-GB" sz="2200">
                  <a:solidFill>
                    <a:srgbClr val="000000"/>
                  </a:solidFill>
                  <a:latin typeface="Lexend"/>
                  <a:ea typeface="Lexend"/>
                  <a:cs typeface="Lexend"/>
                  <a:sym typeface="Lexend"/>
                </a:rPr>
                <a:t> </a:t>
              </a:r>
              <a:endParaRPr sz="2200">
                <a:solidFill>
                  <a:srgbClr val="000000"/>
                </a:solidFill>
                <a:latin typeface="Lexend"/>
                <a:ea typeface="Lexend"/>
                <a:cs typeface="Lexend"/>
                <a:sym typeface="Lexend"/>
              </a:endParaRPr>
            </a:p>
          </p:txBody>
        </p:sp>
      </p:grpSp>
      <p:sp>
        <p:nvSpPr>
          <p:cNvPr id="925" name="Google Shape;925;p76"/>
          <p:cNvSpPr txBox="1"/>
          <p:nvPr/>
        </p:nvSpPr>
        <p:spPr>
          <a:xfrm>
            <a:off x="355600" y="3628350"/>
            <a:ext cx="51570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a:latin typeface="Lexend"/>
                <a:ea typeface="Lexend"/>
                <a:cs typeface="Lexend"/>
                <a:sym typeface="Lexend"/>
              </a:rPr>
              <a:t>The percentage decrease is 97%.</a:t>
            </a:r>
            <a:r>
              <a:rPr lang="en-GB" sz="2200">
                <a:solidFill>
                  <a:srgbClr val="000000"/>
                </a:solidFill>
                <a:latin typeface="Lexend"/>
                <a:ea typeface="Lexend"/>
                <a:cs typeface="Lexend"/>
                <a:sym typeface="Lexend"/>
              </a:rPr>
              <a:t> </a:t>
            </a:r>
            <a:endParaRPr sz="2200">
              <a:solidFill>
                <a:srgbClr val="000000"/>
              </a:solidFill>
              <a:latin typeface="Lexend"/>
              <a:ea typeface="Lexend"/>
              <a:cs typeface="Lexend"/>
              <a:sym typeface="Lexend"/>
            </a:endParaRPr>
          </a:p>
        </p:txBody>
      </p:sp>
      <p:sp>
        <p:nvSpPr>
          <p:cNvPr id="926" name="Google Shape;926;p76"/>
          <p:cNvSpPr txBox="1"/>
          <p:nvPr/>
        </p:nvSpPr>
        <p:spPr>
          <a:xfrm>
            <a:off x="355600" y="4133175"/>
            <a:ext cx="8102700" cy="6774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a:latin typeface="Kalam"/>
                <a:ea typeface="Kalam"/>
                <a:cs typeface="Kalam"/>
                <a:sym typeface="Kalam"/>
              </a:rPr>
              <a:t>The percentage decrease is 3%.  You need to consider the difference in the percentages.  100% − 97% = 3%.</a:t>
            </a:r>
            <a:endParaRPr sz="2200">
              <a:solidFill>
                <a:srgbClr val="000000"/>
              </a:solidFill>
              <a:latin typeface="Kalam"/>
              <a:ea typeface="Kalam"/>
              <a:cs typeface="Kalam"/>
              <a:sym typeface="Kalam"/>
            </a:endParaRPr>
          </a:p>
        </p:txBody>
      </p:sp>
      <p:sp>
        <p:nvSpPr>
          <p:cNvPr id="927" name="Google Shape;927;p76"/>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Using percentages to solve problems</a:t>
            </a:r>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931" name="Shape 931"/>
        <p:cNvGrpSpPr/>
        <p:nvPr/>
      </p:nvGrpSpPr>
      <p:grpSpPr>
        <a:xfrm>
          <a:off x="0" y="0"/>
          <a:ext cx="0" cy="0"/>
        </a:xfrm>
      </p:grpSpPr>
      <p:pic>
        <p:nvPicPr>
          <p:cNvPr id="932" name="Google Shape;932;p77" descr="&lt;math xmlns=&quot;http://www.w3.org/1998/Math/MathML&quot; data-is-equatio=&quot;1&quot; data-equatio-url=&quot;https://equatio-api.texthelp.com/desmos/get/02-02-2024/0dab12ba-0d0d-4961-9345-14c196cffb83&quot; data-equatio-type=&quot;image&quot;&gt;&lt;mglyph src=&quot;https://equatio-api.texthelp.com/desmos/get/02-02-2024/0dab12ba-0d0d-4961-9345-14c196cffb83&quot; alt=&quot;Equatio Image&quot;/&gt;&lt;/math&gt;" title="Equatio Image"/>
          <p:cNvPicPr preferRelativeResize="0"/>
          <p:nvPr/>
        </p:nvPicPr>
        <p:blipFill>
          <a:blip r:embed="rId3">
            <a:alphaModFix/>
          </a:blip>
          <a:srcRect l="6916" b="16888"/>
          <a:stretch>
            <a:fillRect/>
          </a:stretch>
        </p:blipFill>
        <p:spPr>
          <a:xfrm>
            <a:off x="7309500" y="1710450"/>
            <a:ext cx="1329900" cy="1329900"/>
          </a:xfrm>
          <a:prstGeom prst="rect">
            <a:avLst/>
          </a:prstGeom>
          <a:noFill/>
          <a:ln>
            <a:noFill/>
          </a:ln>
        </p:spPr>
      </p:pic>
      <p:sp>
        <p:nvSpPr>
          <p:cNvPr id="933" name="Google Shape;933;p77"/>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Using percentages to solve problems</a:t>
            </a:r>
            <a:endParaRPr/>
          </a:p>
        </p:txBody>
      </p:sp>
      <p:sp>
        <p:nvSpPr>
          <p:cNvPr id="934" name="Google Shape;934;p77"/>
          <p:cNvSpPr txBox="1"/>
          <p:nvPr>
            <p:ph type="body" idx="1"/>
          </p:nvPr>
        </p:nvSpPr>
        <p:spPr>
          <a:xfrm>
            <a:off x="324000" y="759300"/>
            <a:ext cx="8237700" cy="8607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1) The images below show some parts of different shapes.</a:t>
            </a:r>
            <a:endParaRPr/>
          </a:p>
          <a:p>
            <a:pPr marL="0" lvl="0" indent="0" algn="l" rtl="0">
              <a:spcBef>
                <a:spcPts val="1000"/>
              </a:spcBef>
              <a:spcAft>
                <a:spcPts val="1000"/>
              </a:spcAft>
              <a:buNone/>
            </a:pPr>
            <a:r>
              <a:rPr lang="en-GB"/>
              <a:t>What might each whole shape look like?</a:t>
            </a:r>
            <a:endParaRPr/>
          </a:p>
        </p:txBody>
      </p:sp>
      <p:sp>
        <p:nvSpPr>
          <p:cNvPr id="935" name="Google Shape;935;p77"/>
          <p:cNvSpPr/>
          <p:nvPr/>
        </p:nvSpPr>
        <p:spPr>
          <a:xfrm>
            <a:off x="888450" y="1710450"/>
            <a:ext cx="1329900" cy="1329900"/>
          </a:xfrm>
          <a:prstGeom prst="corner">
            <a:avLst>
              <a:gd name="adj1" fmla="val 50000"/>
              <a:gd name="adj2" fmla="val 50000"/>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900">
                <a:latin typeface="Lexend"/>
                <a:ea typeface="Lexend"/>
                <a:cs typeface="Lexend"/>
                <a:sym typeface="Lexend"/>
              </a:rPr>
              <a:t>25%</a:t>
            </a:r>
            <a:endParaRPr sz="1900">
              <a:latin typeface="Lexend"/>
              <a:ea typeface="Lexend"/>
              <a:cs typeface="Lexend"/>
              <a:sym typeface="Lexend"/>
            </a:endParaRPr>
          </a:p>
        </p:txBody>
      </p:sp>
      <p:sp>
        <p:nvSpPr>
          <p:cNvPr id="936" name="Google Shape;936;p77"/>
          <p:cNvSpPr/>
          <p:nvPr/>
        </p:nvSpPr>
        <p:spPr>
          <a:xfrm>
            <a:off x="3361215" y="1929400"/>
            <a:ext cx="714900" cy="1149300"/>
          </a:xfrm>
          <a:prstGeom prst="rect">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900">
                <a:latin typeface="Lexend"/>
                <a:ea typeface="Lexend"/>
                <a:cs typeface="Lexend"/>
                <a:sym typeface="Lexend"/>
              </a:rPr>
              <a:t>70%</a:t>
            </a:r>
            <a:endParaRPr sz="1900">
              <a:latin typeface="Lexend"/>
              <a:ea typeface="Lexend"/>
              <a:cs typeface="Lexend"/>
              <a:sym typeface="Lexend"/>
            </a:endParaRPr>
          </a:p>
        </p:txBody>
      </p:sp>
      <p:sp>
        <p:nvSpPr>
          <p:cNvPr id="937" name="Google Shape;937;p77"/>
          <p:cNvSpPr/>
          <p:nvPr/>
        </p:nvSpPr>
        <p:spPr>
          <a:xfrm>
            <a:off x="5113048" y="1939050"/>
            <a:ext cx="1225500" cy="1059900"/>
          </a:xfrm>
          <a:prstGeom prst="triangle">
            <a:avLst>
              <a:gd name="adj" fmla="val 50000"/>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600">
                <a:latin typeface="Lexend"/>
                <a:ea typeface="Lexend"/>
                <a:cs typeface="Lexend"/>
                <a:sym typeface="Lexend"/>
              </a:rPr>
              <a:t>20%</a:t>
            </a:r>
            <a:endParaRPr sz="1600">
              <a:latin typeface="Lexend"/>
              <a:ea typeface="Lexend"/>
              <a:cs typeface="Lexend"/>
              <a:sym typeface="Lexend"/>
            </a:endParaRPr>
          </a:p>
        </p:txBody>
      </p:sp>
      <p:sp>
        <p:nvSpPr>
          <p:cNvPr id="938" name="Google Shape;938;p77"/>
          <p:cNvSpPr txBox="1"/>
          <p:nvPr/>
        </p:nvSpPr>
        <p:spPr>
          <a:xfrm>
            <a:off x="7599650" y="2227340"/>
            <a:ext cx="714900" cy="4770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1900">
                <a:solidFill>
                  <a:schemeClr val="dk1"/>
                </a:solidFill>
                <a:latin typeface="Lexend"/>
                <a:ea typeface="Lexend"/>
                <a:cs typeface="Lexend"/>
                <a:sym typeface="Lexend"/>
              </a:rPr>
              <a:t>10%</a:t>
            </a:r>
            <a:endParaRPr sz="1900">
              <a:solidFill>
                <a:schemeClr val="dk1"/>
              </a:solidFill>
              <a:latin typeface="Lexend"/>
              <a:ea typeface="Lexend"/>
              <a:cs typeface="Lexend"/>
              <a:sym typeface="Lexend"/>
            </a:endParaRPr>
          </a:p>
        </p:txBody>
      </p:sp>
      <p:sp>
        <p:nvSpPr>
          <p:cNvPr id="939" name="Google Shape;939;p77"/>
          <p:cNvSpPr/>
          <p:nvPr/>
        </p:nvSpPr>
        <p:spPr>
          <a:xfrm>
            <a:off x="998248" y="3615450"/>
            <a:ext cx="1225500" cy="1059900"/>
          </a:xfrm>
          <a:prstGeom prst="triangle">
            <a:avLst>
              <a:gd name="adj" fmla="val 50000"/>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600">
                <a:latin typeface="Lexend"/>
                <a:ea typeface="Lexend"/>
                <a:cs typeface="Lexend"/>
                <a:sym typeface="Lexend"/>
              </a:rPr>
              <a:t>60%</a:t>
            </a:r>
            <a:endParaRPr sz="1600">
              <a:latin typeface="Lexend"/>
              <a:ea typeface="Lexend"/>
              <a:cs typeface="Lexend"/>
              <a:sym typeface="Lexend"/>
            </a:endParaRPr>
          </a:p>
        </p:txBody>
      </p:sp>
      <p:sp>
        <p:nvSpPr>
          <p:cNvPr id="940" name="Google Shape;940;p77"/>
          <p:cNvSpPr/>
          <p:nvPr/>
        </p:nvSpPr>
        <p:spPr>
          <a:xfrm>
            <a:off x="3361215" y="3529600"/>
            <a:ext cx="714900" cy="1149300"/>
          </a:xfrm>
          <a:prstGeom prst="rect">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900">
                <a:latin typeface="Lexend"/>
                <a:ea typeface="Lexend"/>
                <a:cs typeface="Lexend"/>
                <a:sym typeface="Lexend"/>
              </a:rPr>
              <a:t>5%</a:t>
            </a:r>
            <a:endParaRPr sz="1900">
              <a:latin typeface="Lexend"/>
              <a:ea typeface="Lexend"/>
              <a:cs typeface="Lexend"/>
              <a:sym typeface="Lexend"/>
            </a:endParaRPr>
          </a:p>
        </p:txBody>
      </p:sp>
      <p:sp>
        <p:nvSpPr>
          <p:cNvPr id="941" name="Google Shape;941;p77"/>
          <p:cNvSpPr/>
          <p:nvPr/>
        </p:nvSpPr>
        <p:spPr>
          <a:xfrm>
            <a:off x="5006700" y="4026975"/>
            <a:ext cx="2037600" cy="651900"/>
          </a:xfrm>
          <a:prstGeom prst="rect">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900">
                <a:latin typeface="Lexend"/>
                <a:ea typeface="Lexend"/>
                <a:cs typeface="Lexend"/>
                <a:sym typeface="Lexend"/>
              </a:rPr>
              <a:t>120%</a:t>
            </a:r>
            <a:endParaRPr sz="1900">
              <a:latin typeface="Lexend"/>
              <a:ea typeface="Lexend"/>
              <a:cs typeface="Lexend"/>
              <a:sym typeface="Lexend"/>
            </a:endParaRPr>
          </a:p>
        </p:txBody>
      </p:sp>
      <p:sp>
        <p:nvSpPr>
          <p:cNvPr id="942" name="Google Shape;942;p77"/>
          <p:cNvSpPr/>
          <p:nvPr/>
        </p:nvSpPr>
        <p:spPr>
          <a:xfrm>
            <a:off x="7348200" y="3605800"/>
            <a:ext cx="1194900" cy="986400"/>
          </a:xfrm>
          <a:prstGeom prst="hexagon">
            <a:avLst>
              <a:gd name="adj" fmla="val 25000"/>
              <a:gd name="vf" fmla="val 115470"/>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900">
                <a:latin typeface="Lexend"/>
                <a:ea typeface="Lexend"/>
                <a:cs typeface="Lexend"/>
                <a:sym typeface="Lexend"/>
              </a:rPr>
              <a:t>150%</a:t>
            </a:r>
            <a:endParaRPr sz="1900">
              <a:latin typeface="Lexend"/>
              <a:ea typeface="Lexend"/>
              <a:cs typeface="Lexend"/>
              <a:sym typeface="Lexend"/>
            </a:endParaRPr>
          </a:p>
        </p:txBody>
      </p:sp>
      <p:sp>
        <p:nvSpPr>
          <p:cNvPr id="943" name="Google Shape;943;p77"/>
          <p:cNvSpPr txBox="1"/>
          <p:nvPr/>
        </p:nvSpPr>
        <p:spPr>
          <a:xfrm>
            <a:off x="331375" y="1573825"/>
            <a:ext cx="588600" cy="25551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2200">
                <a:solidFill>
                  <a:schemeClr val="dk1"/>
                </a:solidFill>
                <a:latin typeface="Lexend"/>
                <a:ea typeface="Lexend"/>
                <a:cs typeface="Lexend"/>
                <a:sym typeface="Lexend"/>
              </a:rPr>
              <a:t>a)</a:t>
            </a:r>
            <a:endParaRPr sz="2200">
              <a:solidFill>
                <a:schemeClr val="dk1"/>
              </a:solidFill>
              <a:latin typeface="Lexend"/>
              <a:ea typeface="Lexend"/>
              <a:cs typeface="Lexend"/>
              <a:sym typeface="Lexend"/>
            </a:endParaRPr>
          </a:p>
          <a:p>
            <a:pPr marL="0" lvl="0" indent="0" algn="l" rtl="0">
              <a:spcBef>
                <a:spcPct val="0"/>
              </a:spcBef>
              <a:spcAft>
                <a:spcPct val="0"/>
              </a:spcAft>
              <a:buNone/>
            </a:pPr>
            <a:endParaRPr sz="2200">
              <a:solidFill>
                <a:schemeClr val="dk1"/>
              </a:solidFill>
              <a:latin typeface="Lexend"/>
              <a:ea typeface="Lexend"/>
              <a:cs typeface="Lexend"/>
              <a:sym typeface="Lexend"/>
            </a:endParaRPr>
          </a:p>
          <a:p>
            <a:pPr marL="0" lvl="0" indent="0" algn="l" rtl="0">
              <a:spcBef>
                <a:spcPct val="0"/>
              </a:spcBef>
              <a:spcAft>
                <a:spcPct val="0"/>
              </a:spcAft>
              <a:buNone/>
            </a:pPr>
            <a:endParaRPr sz="2200">
              <a:solidFill>
                <a:schemeClr val="dk1"/>
              </a:solidFill>
              <a:latin typeface="Lexend"/>
              <a:ea typeface="Lexend"/>
              <a:cs typeface="Lexend"/>
              <a:sym typeface="Lexend"/>
            </a:endParaRPr>
          </a:p>
          <a:p>
            <a:pPr marL="0" lvl="0" indent="0" algn="l" rtl="0">
              <a:spcBef>
                <a:spcPct val="0"/>
              </a:spcBef>
              <a:spcAft>
                <a:spcPct val="0"/>
              </a:spcAft>
              <a:buNone/>
            </a:pPr>
            <a:endParaRPr sz="2200">
              <a:solidFill>
                <a:schemeClr val="dk1"/>
              </a:solidFill>
              <a:latin typeface="Lexend"/>
              <a:ea typeface="Lexend"/>
              <a:cs typeface="Lexend"/>
              <a:sym typeface="Lexend"/>
            </a:endParaRPr>
          </a:p>
          <a:p>
            <a:pPr marL="0" lvl="0" indent="0" algn="l" rtl="0">
              <a:spcBef>
                <a:spcPct val="0"/>
              </a:spcBef>
              <a:spcAft>
                <a:spcPct val="0"/>
              </a:spcAft>
              <a:buNone/>
            </a:pPr>
            <a:endParaRPr sz="2200">
              <a:solidFill>
                <a:schemeClr val="dk1"/>
              </a:solidFill>
              <a:latin typeface="Lexend"/>
              <a:ea typeface="Lexend"/>
              <a:cs typeface="Lexend"/>
              <a:sym typeface="Lexend"/>
            </a:endParaRPr>
          </a:p>
          <a:p>
            <a:pPr marL="0" lvl="0" indent="0" algn="l" rtl="0">
              <a:spcBef>
                <a:spcPct val="0"/>
              </a:spcBef>
              <a:spcAft>
                <a:spcPct val="0"/>
              </a:spcAft>
              <a:buNone/>
            </a:pPr>
            <a:endParaRPr sz="2200">
              <a:solidFill>
                <a:schemeClr val="dk1"/>
              </a:solidFill>
              <a:latin typeface="Lexend"/>
              <a:ea typeface="Lexend"/>
              <a:cs typeface="Lexend"/>
              <a:sym typeface="Lexend"/>
            </a:endParaRPr>
          </a:p>
          <a:p>
            <a:pPr marL="0" lvl="0" indent="0" algn="l" rtl="0">
              <a:spcBef>
                <a:spcPct val="0"/>
              </a:spcBef>
              <a:spcAft>
                <a:spcPct val="0"/>
              </a:spcAft>
              <a:buNone/>
            </a:pPr>
            <a:r>
              <a:rPr lang="en-GB" sz="2200">
                <a:solidFill>
                  <a:schemeClr val="dk1"/>
                </a:solidFill>
                <a:latin typeface="Lexend"/>
                <a:ea typeface="Lexend"/>
                <a:cs typeface="Lexend"/>
                <a:sym typeface="Lexend"/>
              </a:rPr>
              <a:t>e)</a:t>
            </a:r>
            <a:endParaRPr sz="2200">
              <a:solidFill>
                <a:schemeClr val="dk1"/>
              </a:solidFill>
              <a:latin typeface="Lexend"/>
              <a:ea typeface="Lexend"/>
              <a:cs typeface="Lexend"/>
              <a:sym typeface="Lexend"/>
            </a:endParaRPr>
          </a:p>
        </p:txBody>
      </p:sp>
      <p:sp>
        <p:nvSpPr>
          <p:cNvPr id="944" name="Google Shape;944;p77"/>
          <p:cNvSpPr txBox="1"/>
          <p:nvPr/>
        </p:nvSpPr>
        <p:spPr>
          <a:xfrm>
            <a:off x="2783790" y="1573825"/>
            <a:ext cx="588600" cy="25551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2200">
                <a:solidFill>
                  <a:schemeClr val="dk1"/>
                </a:solidFill>
                <a:latin typeface="Lexend"/>
                <a:ea typeface="Lexend"/>
                <a:cs typeface="Lexend"/>
                <a:sym typeface="Lexend"/>
              </a:rPr>
              <a:t>b)</a:t>
            </a:r>
            <a:endParaRPr sz="2200">
              <a:solidFill>
                <a:schemeClr val="dk1"/>
              </a:solidFill>
              <a:latin typeface="Lexend"/>
              <a:ea typeface="Lexend"/>
              <a:cs typeface="Lexend"/>
              <a:sym typeface="Lexend"/>
            </a:endParaRPr>
          </a:p>
          <a:p>
            <a:pPr marL="0" lvl="0" indent="0" algn="l" rtl="0">
              <a:spcBef>
                <a:spcPct val="0"/>
              </a:spcBef>
              <a:spcAft>
                <a:spcPct val="0"/>
              </a:spcAft>
              <a:buNone/>
            </a:pPr>
            <a:endParaRPr sz="2200">
              <a:solidFill>
                <a:schemeClr val="dk1"/>
              </a:solidFill>
              <a:latin typeface="Lexend"/>
              <a:ea typeface="Lexend"/>
              <a:cs typeface="Lexend"/>
              <a:sym typeface="Lexend"/>
            </a:endParaRPr>
          </a:p>
          <a:p>
            <a:pPr marL="0" lvl="0" indent="0" algn="l" rtl="0">
              <a:spcBef>
                <a:spcPct val="0"/>
              </a:spcBef>
              <a:spcAft>
                <a:spcPct val="0"/>
              </a:spcAft>
              <a:buNone/>
            </a:pPr>
            <a:endParaRPr sz="2200">
              <a:solidFill>
                <a:schemeClr val="dk1"/>
              </a:solidFill>
              <a:latin typeface="Lexend"/>
              <a:ea typeface="Lexend"/>
              <a:cs typeface="Lexend"/>
              <a:sym typeface="Lexend"/>
            </a:endParaRPr>
          </a:p>
          <a:p>
            <a:pPr marL="0" lvl="0" indent="0" algn="l" rtl="0">
              <a:spcBef>
                <a:spcPct val="0"/>
              </a:spcBef>
              <a:spcAft>
                <a:spcPct val="0"/>
              </a:spcAft>
              <a:buNone/>
            </a:pPr>
            <a:endParaRPr sz="2200">
              <a:solidFill>
                <a:schemeClr val="dk1"/>
              </a:solidFill>
              <a:latin typeface="Lexend"/>
              <a:ea typeface="Lexend"/>
              <a:cs typeface="Lexend"/>
              <a:sym typeface="Lexend"/>
            </a:endParaRPr>
          </a:p>
          <a:p>
            <a:pPr marL="0" lvl="0" indent="0" algn="l" rtl="0">
              <a:spcBef>
                <a:spcPct val="0"/>
              </a:spcBef>
              <a:spcAft>
                <a:spcPct val="0"/>
              </a:spcAft>
              <a:buNone/>
            </a:pPr>
            <a:endParaRPr sz="2200">
              <a:solidFill>
                <a:schemeClr val="dk1"/>
              </a:solidFill>
              <a:latin typeface="Lexend"/>
              <a:ea typeface="Lexend"/>
              <a:cs typeface="Lexend"/>
              <a:sym typeface="Lexend"/>
            </a:endParaRPr>
          </a:p>
          <a:p>
            <a:pPr marL="0" lvl="0" indent="0" algn="l" rtl="0">
              <a:spcBef>
                <a:spcPct val="0"/>
              </a:spcBef>
              <a:spcAft>
                <a:spcPct val="0"/>
              </a:spcAft>
              <a:buNone/>
            </a:pPr>
            <a:endParaRPr sz="2200">
              <a:solidFill>
                <a:schemeClr val="dk1"/>
              </a:solidFill>
              <a:latin typeface="Lexend"/>
              <a:ea typeface="Lexend"/>
              <a:cs typeface="Lexend"/>
              <a:sym typeface="Lexend"/>
            </a:endParaRPr>
          </a:p>
          <a:p>
            <a:pPr marL="0" lvl="0" indent="0" algn="l" rtl="0">
              <a:spcBef>
                <a:spcPct val="0"/>
              </a:spcBef>
              <a:spcAft>
                <a:spcPct val="0"/>
              </a:spcAft>
              <a:buNone/>
            </a:pPr>
            <a:r>
              <a:rPr lang="en-GB" sz="2200">
                <a:solidFill>
                  <a:schemeClr val="dk1"/>
                </a:solidFill>
                <a:latin typeface="Lexend"/>
                <a:ea typeface="Lexend"/>
                <a:cs typeface="Lexend"/>
                <a:sym typeface="Lexend"/>
              </a:rPr>
              <a:t>f)</a:t>
            </a:r>
            <a:endParaRPr sz="2200">
              <a:solidFill>
                <a:schemeClr val="dk1"/>
              </a:solidFill>
              <a:latin typeface="Lexend"/>
              <a:ea typeface="Lexend"/>
              <a:cs typeface="Lexend"/>
              <a:sym typeface="Lexend"/>
            </a:endParaRPr>
          </a:p>
        </p:txBody>
      </p:sp>
      <p:sp>
        <p:nvSpPr>
          <p:cNvPr id="945" name="Google Shape;945;p77"/>
          <p:cNvSpPr txBox="1"/>
          <p:nvPr/>
        </p:nvSpPr>
        <p:spPr>
          <a:xfrm>
            <a:off x="4522375" y="1573825"/>
            <a:ext cx="588600" cy="25551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2200">
                <a:solidFill>
                  <a:schemeClr val="dk1"/>
                </a:solidFill>
                <a:latin typeface="Lexend"/>
                <a:ea typeface="Lexend"/>
                <a:cs typeface="Lexend"/>
                <a:sym typeface="Lexend"/>
              </a:rPr>
              <a:t>c)</a:t>
            </a:r>
            <a:endParaRPr sz="2200">
              <a:solidFill>
                <a:schemeClr val="dk1"/>
              </a:solidFill>
              <a:latin typeface="Lexend"/>
              <a:ea typeface="Lexend"/>
              <a:cs typeface="Lexend"/>
              <a:sym typeface="Lexend"/>
            </a:endParaRPr>
          </a:p>
          <a:p>
            <a:pPr marL="0" lvl="0" indent="0" algn="l" rtl="0">
              <a:spcBef>
                <a:spcPct val="0"/>
              </a:spcBef>
              <a:spcAft>
                <a:spcPct val="0"/>
              </a:spcAft>
              <a:buNone/>
            </a:pPr>
            <a:endParaRPr sz="2200">
              <a:solidFill>
                <a:schemeClr val="dk1"/>
              </a:solidFill>
              <a:latin typeface="Lexend"/>
              <a:ea typeface="Lexend"/>
              <a:cs typeface="Lexend"/>
              <a:sym typeface="Lexend"/>
            </a:endParaRPr>
          </a:p>
          <a:p>
            <a:pPr marL="0" lvl="0" indent="0" algn="l" rtl="0">
              <a:spcBef>
                <a:spcPct val="0"/>
              </a:spcBef>
              <a:spcAft>
                <a:spcPct val="0"/>
              </a:spcAft>
              <a:buNone/>
            </a:pPr>
            <a:endParaRPr sz="2200">
              <a:solidFill>
                <a:schemeClr val="dk1"/>
              </a:solidFill>
              <a:latin typeface="Lexend"/>
              <a:ea typeface="Lexend"/>
              <a:cs typeface="Lexend"/>
              <a:sym typeface="Lexend"/>
            </a:endParaRPr>
          </a:p>
          <a:p>
            <a:pPr marL="0" lvl="0" indent="0" algn="l" rtl="0">
              <a:spcBef>
                <a:spcPct val="0"/>
              </a:spcBef>
              <a:spcAft>
                <a:spcPct val="0"/>
              </a:spcAft>
              <a:buNone/>
            </a:pPr>
            <a:endParaRPr sz="2200">
              <a:solidFill>
                <a:schemeClr val="dk1"/>
              </a:solidFill>
              <a:latin typeface="Lexend"/>
              <a:ea typeface="Lexend"/>
              <a:cs typeface="Lexend"/>
              <a:sym typeface="Lexend"/>
            </a:endParaRPr>
          </a:p>
          <a:p>
            <a:pPr marL="0" lvl="0" indent="0" algn="l" rtl="0">
              <a:spcBef>
                <a:spcPct val="0"/>
              </a:spcBef>
              <a:spcAft>
                <a:spcPct val="0"/>
              </a:spcAft>
              <a:buNone/>
            </a:pPr>
            <a:endParaRPr sz="2200">
              <a:solidFill>
                <a:schemeClr val="dk1"/>
              </a:solidFill>
              <a:latin typeface="Lexend"/>
              <a:ea typeface="Lexend"/>
              <a:cs typeface="Lexend"/>
              <a:sym typeface="Lexend"/>
            </a:endParaRPr>
          </a:p>
          <a:p>
            <a:pPr marL="0" lvl="0" indent="0" algn="l" rtl="0">
              <a:spcBef>
                <a:spcPct val="0"/>
              </a:spcBef>
              <a:spcAft>
                <a:spcPct val="0"/>
              </a:spcAft>
              <a:buNone/>
            </a:pPr>
            <a:endParaRPr sz="2200">
              <a:solidFill>
                <a:schemeClr val="dk1"/>
              </a:solidFill>
              <a:latin typeface="Lexend"/>
              <a:ea typeface="Lexend"/>
              <a:cs typeface="Lexend"/>
              <a:sym typeface="Lexend"/>
            </a:endParaRPr>
          </a:p>
          <a:p>
            <a:pPr marL="0" lvl="0" indent="0" algn="l" rtl="0">
              <a:spcBef>
                <a:spcPct val="0"/>
              </a:spcBef>
              <a:spcAft>
                <a:spcPct val="0"/>
              </a:spcAft>
              <a:buNone/>
            </a:pPr>
            <a:r>
              <a:rPr lang="en-GB" sz="2200">
                <a:solidFill>
                  <a:schemeClr val="dk1"/>
                </a:solidFill>
                <a:latin typeface="Lexend"/>
                <a:ea typeface="Lexend"/>
                <a:cs typeface="Lexend"/>
                <a:sym typeface="Lexend"/>
              </a:rPr>
              <a:t>g)</a:t>
            </a:r>
            <a:endParaRPr sz="2200">
              <a:solidFill>
                <a:schemeClr val="dk1"/>
              </a:solidFill>
              <a:latin typeface="Lexend"/>
              <a:ea typeface="Lexend"/>
              <a:cs typeface="Lexend"/>
              <a:sym typeface="Lexend"/>
            </a:endParaRPr>
          </a:p>
        </p:txBody>
      </p:sp>
      <p:sp>
        <p:nvSpPr>
          <p:cNvPr id="946" name="Google Shape;946;p77"/>
          <p:cNvSpPr txBox="1"/>
          <p:nvPr/>
        </p:nvSpPr>
        <p:spPr>
          <a:xfrm>
            <a:off x="6884575" y="1573825"/>
            <a:ext cx="588600" cy="25551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2200">
                <a:solidFill>
                  <a:schemeClr val="dk1"/>
                </a:solidFill>
                <a:latin typeface="Lexend"/>
                <a:ea typeface="Lexend"/>
                <a:cs typeface="Lexend"/>
                <a:sym typeface="Lexend"/>
              </a:rPr>
              <a:t>d)</a:t>
            </a:r>
            <a:endParaRPr sz="2200">
              <a:solidFill>
                <a:schemeClr val="dk1"/>
              </a:solidFill>
              <a:latin typeface="Lexend"/>
              <a:ea typeface="Lexend"/>
              <a:cs typeface="Lexend"/>
              <a:sym typeface="Lexend"/>
            </a:endParaRPr>
          </a:p>
          <a:p>
            <a:pPr marL="0" lvl="0" indent="0" algn="l" rtl="0">
              <a:spcBef>
                <a:spcPct val="0"/>
              </a:spcBef>
              <a:spcAft>
                <a:spcPct val="0"/>
              </a:spcAft>
              <a:buNone/>
            </a:pPr>
            <a:endParaRPr sz="2200">
              <a:solidFill>
                <a:schemeClr val="dk1"/>
              </a:solidFill>
              <a:latin typeface="Lexend"/>
              <a:ea typeface="Lexend"/>
              <a:cs typeface="Lexend"/>
              <a:sym typeface="Lexend"/>
            </a:endParaRPr>
          </a:p>
          <a:p>
            <a:pPr marL="0" lvl="0" indent="0" algn="l" rtl="0">
              <a:spcBef>
                <a:spcPct val="0"/>
              </a:spcBef>
              <a:spcAft>
                <a:spcPct val="0"/>
              </a:spcAft>
              <a:buNone/>
            </a:pPr>
            <a:endParaRPr sz="2200">
              <a:solidFill>
                <a:schemeClr val="dk1"/>
              </a:solidFill>
              <a:latin typeface="Lexend"/>
              <a:ea typeface="Lexend"/>
              <a:cs typeface="Lexend"/>
              <a:sym typeface="Lexend"/>
            </a:endParaRPr>
          </a:p>
          <a:p>
            <a:pPr marL="0" lvl="0" indent="0" algn="l" rtl="0">
              <a:spcBef>
                <a:spcPct val="0"/>
              </a:spcBef>
              <a:spcAft>
                <a:spcPct val="0"/>
              </a:spcAft>
              <a:buNone/>
            </a:pPr>
            <a:endParaRPr sz="2200">
              <a:solidFill>
                <a:schemeClr val="dk1"/>
              </a:solidFill>
              <a:latin typeface="Lexend"/>
              <a:ea typeface="Lexend"/>
              <a:cs typeface="Lexend"/>
              <a:sym typeface="Lexend"/>
            </a:endParaRPr>
          </a:p>
          <a:p>
            <a:pPr marL="0" lvl="0" indent="0" algn="l" rtl="0">
              <a:spcBef>
                <a:spcPct val="0"/>
              </a:spcBef>
              <a:spcAft>
                <a:spcPct val="0"/>
              </a:spcAft>
              <a:buNone/>
            </a:pPr>
            <a:endParaRPr sz="2200">
              <a:solidFill>
                <a:schemeClr val="dk1"/>
              </a:solidFill>
              <a:latin typeface="Lexend"/>
              <a:ea typeface="Lexend"/>
              <a:cs typeface="Lexend"/>
              <a:sym typeface="Lexend"/>
            </a:endParaRPr>
          </a:p>
          <a:p>
            <a:pPr marL="0" lvl="0" indent="0" algn="l" rtl="0">
              <a:spcBef>
                <a:spcPct val="0"/>
              </a:spcBef>
              <a:spcAft>
                <a:spcPct val="0"/>
              </a:spcAft>
              <a:buNone/>
            </a:pPr>
            <a:endParaRPr sz="2200">
              <a:solidFill>
                <a:schemeClr val="dk1"/>
              </a:solidFill>
              <a:latin typeface="Lexend"/>
              <a:ea typeface="Lexend"/>
              <a:cs typeface="Lexend"/>
              <a:sym typeface="Lexend"/>
            </a:endParaRPr>
          </a:p>
          <a:p>
            <a:pPr marL="0" lvl="0" indent="0" algn="l" rtl="0">
              <a:spcBef>
                <a:spcPct val="0"/>
              </a:spcBef>
              <a:spcAft>
                <a:spcPct val="0"/>
              </a:spcAft>
              <a:buNone/>
            </a:pPr>
            <a:r>
              <a:rPr lang="en-GB" sz="2200">
                <a:solidFill>
                  <a:schemeClr val="dk1"/>
                </a:solidFill>
                <a:latin typeface="Lexend"/>
                <a:ea typeface="Lexend"/>
                <a:cs typeface="Lexend"/>
                <a:sym typeface="Lexend"/>
              </a:rPr>
              <a:t>h)</a:t>
            </a:r>
            <a:endParaRPr sz="2200">
              <a:solidFill>
                <a:schemeClr val="dk1"/>
              </a:solidFill>
              <a:latin typeface="Lexend"/>
              <a:ea typeface="Lexend"/>
              <a:cs typeface="Lexend"/>
              <a:sym typeface="Lexend"/>
            </a:endParaRPr>
          </a:p>
        </p:txBody>
      </p:sp>
    </p:spTree>
  </p:cSld>
  <p:clrMapOvr>
    <a:masterClrMapping/>
  </p:clrMapOvr>
  <p:transition/>
  <p:timing/>
</p:sld>
</file>

<file path=ppt/slides/slide1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950" name="Shape 950"/>
        <p:cNvGrpSpPr/>
        <p:nvPr/>
      </p:nvGrpSpPr>
      <p:grpSpPr>
        <a:xfrm>
          <a:off x="0" y="0"/>
          <a:ext cx="0" cy="0"/>
        </a:xfrm>
      </p:grpSpPr>
      <p:sp>
        <p:nvSpPr>
          <p:cNvPr id="951" name="Google Shape;951;p78"/>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Using percentages to solve problems</a:t>
            </a:r>
            <a:endParaRPr/>
          </a:p>
        </p:txBody>
      </p:sp>
      <p:sp>
        <p:nvSpPr>
          <p:cNvPr id="952" name="Google Shape;952;p78"/>
          <p:cNvSpPr txBox="1"/>
          <p:nvPr>
            <p:ph type="body" idx="4294967295"/>
          </p:nvPr>
        </p:nvSpPr>
        <p:spPr>
          <a:xfrm>
            <a:off x="324000" y="606900"/>
            <a:ext cx="8496000" cy="1324200"/>
          </a:xfrm>
          <a:prstGeom prst="rect">
            <a:avLst/>
          </a:prstGeom>
        </p:spPr>
        <p:txBody>
          <a:bodyPr spcFirstLastPara="1" wrap="square" lIns="0" tIns="0" rIns="0" bIns="0" anchor="t" anchorCtr="0">
            <a:noAutofit/>
          </a:bodyPr>
          <a:lstStyle/>
          <a:p>
            <a:pPr marL="0" lvl="0" indent="0" algn="l" rtl="0">
              <a:lnSpc>
                <a:spcPct val="100000"/>
              </a:lnSpc>
              <a:spcBef>
                <a:spcPct val="0"/>
              </a:spcBef>
              <a:spcAft>
                <a:spcPct val="0"/>
              </a:spcAft>
              <a:buNone/>
            </a:pPr>
            <a:r>
              <a:rPr lang="en-GB" sz="1800"/>
              <a:t>2) Aisha watched a TV program in which they buy items, mend or fix them and then sell the items.</a:t>
            </a:r>
            <a:endParaRPr sz="1800"/>
          </a:p>
          <a:p>
            <a:pPr marL="0" lvl="0" indent="0" algn="l" rtl="0">
              <a:lnSpc>
                <a:spcPct val="100000"/>
              </a:lnSpc>
              <a:spcBef>
                <a:spcPts val="1000"/>
              </a:spcBef>
              <a:spcAft>
                <a:spcPts val="1000"/>
              </a:spcAft>
              <a:buNone/>
            </a:pPr>
            <a:r>
              <a:rPr lang="en-GB" sz="1800"/>
              <a:t>She is going to rank the items based on their percentage profit or loss.</a:t>
            </a:r>
            <a:endParaRPr sz="1800"/>
          </a:p>
        </p:txBody>
      </p:sp>
      <p:graphicFrame>
        <p:nvGraphicFramePr>
          <p:cNvPr id="953" name="Google Shape;953;p78"/>
          <p:cNvGraphicFramePr>
            <a:graphicFrameLocks noGrp="1"/>
          </p:cNvGraphicFramePr>
          <p:nvPr/>
        </p:nvGraphicFramePr>
        <p:xfrm>
          <a:off x="952500" y="1619250"/>
          <a:ext cx="3000000" cy="3000000"/>
        </p:xfrm>
        <a:graphic>
          <a:graphicData uri="http://schemas.openxmlformats.org/drawingml/2006/table">
            <a:tbl>
              <a:tblPr>
                <a:noFill/>
                <a:tableStyleId>{DEDBE717-2399-4D48-80FF-8B53A70A75FD}</a:tableStyleId>
              </a:tblPr>
              <a:tblGrid>
                <a:gridCol w="1206500"/>
                <a:gridCol w="1206500"/>
                <a:gridCol w="1206500"/>
                <a:gridCol w="1206500"/>
                <a:gridCol w="1206500"/>
                <a:gridCol w="1206500"/>
              </a:tblGrid>
              <a:tr h="562275">
                <a:tc>
                  <a:txBody>
                    <a:bodyPr vert="horz" wrap="square"/>
                    <a:lstStyle/>
                    <a:p>
                      <a:pPr marL="0" lvl="0" indent="0" algn="ctr" rtl="0">
                        <a:spcBef>
                          <a:spcPct val="0"/>
                        </a:spcBef>
                        <a:spcAft>
                          <a:spcPct val="0"/>
                        </a:spcAft>
                        <a:buNone/>
                      </a:pPr>
                      <a:r>
                        <a:rPr lang="en-GB" sz="1800">
                          <a:latin typeface="Lexend"/>
                          <a:ea typeface="Lexend"/>
                          <a:cs typeface="Lexend"/>
                          <a:sym typeface="Lexend"/>
                        </a:rPr>
                        <a:t>Item bought</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Cost to buy (£)</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Other costs (£)</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Selling price (£)</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profit/loss</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 change</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66425">
                <a:tc>
                  <a:txBody>
                    <a:bodyPr vert="horz" wrap="square"/>
                    <a:lstStyle/>
                    <a:p>
                      <a:pPr marL="0" lvl="0" indent="0" algn="ctr" rtl="0">
                        <a:spcBef>
                          <a:spcPct val="0"/>
                        </a:spcBef>
                        <a:spcAft>
                          <a:spcPct val="0"/>
                        </a:spcAft>
                        <a:buNone/>
                      </a:pPr>
                      <a:r>
                        <a:rPr lang="en-GB" sz="1800">
                          <a:latin typeface="Lexend"/>
                          <a:ea typeface="Lexend"/>
                          <a:cs typeface="Lexend"/>
                          <a:sym typeface="Lexend"/>
                        </a:rPr>
                        <a:t>Vase</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42</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3</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42.75</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l" rtl="0">
                        <a:spcBef>
                          <a:spcPct val="0"/>
                        </a:spcBef>
                        <a:spcAft>
                          <a:spcPct val="0"/>
                        </a:spcAft>
                        <a:buNone/>
                      </a:pPr>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l" rtl="0">
                        <a:spcBef>
                          <a:spcPct val="0"/>
                        </a:spcBef>
                        <a:spcAft>
                          <a:spcPct val="0"/>
                        </a:spcAft>
                        <a:buNone/>
                      </a:pPr>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66425">
                <a:tc>
                  <a:txBody>
                    <a:bodyPr vert="horz" wrap="square"/>
                    <a:lstStyle/>
                    <a:p>
                      <a:pPr marL="0" lvl="0" indent="0" algn="ctr" rtl="0">
                        <a:spcBef>
                          <a:spcPct val="0"/>
                        </a:spcBef>
                        <a:spcAft>
                          <a:spcPct val="0"/>
                        </a:spcAft>
                        <a:buNone/>
                      </a:pPr>
                      <a:r>
                        <a:rPr lang="en-GB" sz="1800">
                          <a:latin typeface="Lexend"/>
                          <a:ea typeface="Lexend"/>
                          <a:cs typeface="Lexend"/>
                          <a:sym typeface="Lexend"/>
                        </a:rPr>
                        <a:t>Watch</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75</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10</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93.50</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l" rtl="0">
                        <a:spcBef>
                          <a:spcPct val="0"/>
                        </a:spcBef>
                        <a:spcAft>
                          <a:spcPct val="0"/>
                        </a:spcAft>
                        <a:buNone/>
                      </a:pPr>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l" rtl="0">
                        <a:spcBef>
                          <a:spcPct val="0"/>
                        </a:spcBef>
                        <a:spcAft>
                          <a:spcPct val="0"/>
                        </a:spcAft>
                        <a:buNone/>
                      </a:pPr>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66425">
                <a:tc>
                  <a:txBody>
                    <a:bodyPr vert="horz" wrap="square"/>
                    <a:lstStyle/>
                    <a:p>
                      <a:pPr marL="0" lvl="0" indent="0" algn="ctr" rtl="0">
                        <a:spcBef>
                          <a:spcPct val="0"/>
                        </a:spcBef>
                        <a:spcAft>
                          <a:spcPct val="0"/>
                        </a:spcAft>
                        <a:buNone/>
                      </a:pPr>
                      <a:r>
                        <a:rPr lang="en-GB" sz="1800">
                          <a:latin typeface="Lexend"/>
                          <a:ea typeface="Lexend"/>
                          <a:cs typeface="Lexend"/>
                          <a:sym typeface="Lexend"/>
                        </a:rPr>
                        <a:t>Toy</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12</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6</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20.70</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l" rtl="0">
                        <a:spcBef>
                          <a:spcPct val="0"/>
                        </a:spcBef>
                        <a:spcAft>
                          <a:spcPct val="0"/>
                        </a:spcAft>
                        <a:buNone/>
                      </a:pPr>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l" rtl="0">
                        <a:spcBef>
                          <a:spcPct val="0"/>
                        </a:spcBef>
                        <a:spcAft>
                          <a:spcPct val="0"/>
                        </a:spcAft>
                        <a:buNone/>
                      </a:pPr>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66425">
                <a:tc>
                  <a:txBody>
                    <a:bodyPr vert="horz" wrap="square"/>
                    <a:lstStyle/>
                    <a:p>
                      <a:pPr marL="0" lvl="0" indent="0" algn="ctr" rtl="0">
                        <a:spcBef>
                          <a:spcPct val="0"/>
                        </a:spcBef>
                        <a:spcAft>
                          <a:spcPct val="0"/>
                        </a:spcAft>
                        <a:buNone/>
                      </a:pPr>
                      <a:r>
                        <a:rPr lang="en-GB" sz="1800">
                          <a:latin typeface="Lexend"/>
                          <a:ea typeface="Lexend"/>
                          <a:cs typeface="Lexend"/>
                          <a:sym typeface="Lexend"/>
                        </a:rPr>
                        <a:t>Painting</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38</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17</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50.60</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l" rtl="0">
                        <a:spcBef>
                          <a:spcPct val="0"/>
                        </a:spcBef>
                        <a:spcAft>
                          <a:spcPct val="0"/>
                        </a:spcAft>
                        <a:buNone/>
                      </a:pPr>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l" rtl="0">
                        <a:spcBef>
                          <a:spcPct val="0"/>
                        </a:spcBef>
                        <a:spcAft>
                          <a:spcPct val="0"/>
                        </a:spcAft>
                        <a:buNone/>
                      </a:pPr>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66425">
                <a:tc>
                  <a:txBody>
                    <a:bodyPr vert="horz" wrap="square"/>
                    <a:lstStyle/>
                    <a:p>
                      <a:pPr marL="0" lvl="0" indent="0" algn="ctr" rtl="0">
                        <a:spcBef>
                          <a:spcPct val="0"/>
                        </a:spcBef>
                        <a:spcAft>
                          <a:spcPct val="0"/>
                        </a:spcAft>
                        <a:buNone/>
                      </a:pPr>
                      <a:r>
                        <a:rPr lang="en-GB" sz="1800">
                          <a:latin typeface="Lexend"/>
                          <a:ea typeface="Lexend"/>
                          <a:cs typeface="Lexend"/>
                          <a:sym typeface="Lexend"/>
                        </a:rPr>
                        <a:t>Chair</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20</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50</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59.50</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l" rtl="0">
                        <a:spcBef>
                          <a:spcPct val="0"/>
                        </a:spcBef>
                        <a:spcAft>
                          <a:spcPct val="0"/>
                        </a:spcAft>
                        <a:buNone/>
                      </a:pPr>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l" rtl="0">
                        <a:spcBef>
                          <a:spcPct val="0"/>
                        </a:spcBef>
                        <a:spcAft>
                          <a:spcPct val="0"/>
                        </a:spcAft>
                        <a:buNone/>
                      </a:pPr>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66425">
                <a:tc>
                  <a:txBody>
                    <a:bodyPr vert="horz" wrap="square"/>
                    <a:lstStyle/>
                    <a:p>
                      <a:pPr marL="0" lvl="0" indent="0" algn="ctr" rtl="0">
                        <a:spcBef>
                          <a:spcPct val="0"/>
                        </a:spcBef>
                        <a:spcAft>
                          <a:spcPct val="0"/>
                        </a:spcAft>
                        <a:buNone/>
                      </a:pPr>
                      <a:r>
                        <a:rPr lang="en-GB" sz="1800">
                          <a:latin typeface="Lexend"/>
                          <a:ea typeface="Lexend"/>
                          <a:cs typeface="Lexend"/>
                          <a:sym typeface="Lexend"/>
                        </a:rPr>
                        <a:t>Necklace</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8</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0</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9.92</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l" rtl="0">
                        <a:spcBef>
                          <a:spcPct val="0"/>
                        </a:spcBef>
                        <a:spcAft>
                          <a:spcPct val="0"/>
                        </a:spcAft>
                        <a:buNone/>
                      </a:pPr>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l" rtl="0">
                        <a:spcBef>
                          <a:spcPct val="0"/>
                        </a:spcBef>
                        <a:spcAft>
                          <a:spcPct val="0"/>
                        </a:spcAft>
                        <a:buNone/>
                      </a:pPr>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bl>
          </a:graphicData>
        </a:graphic>
      </p:graphicFrame>
    </p:spTree>
  </p:cSld>
  <p:clrMapOvr>
    <a:masterClrMapping/>
  </p:clrMapOvr>
  <p:transition/>
  <p:timing/>
</p:sld>
</file>

<file path=ppt/slides/slide1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957" name="Shape 957"/>
        <p:cNvGrpSpPr/>
        <p:nvPr/>
      </p:nvGrpSpPr>
      <p:grpSpPr>
        <a:xfrm>
          <a:off x="0" y="0"/>
          <a:ext cx="0" cy="0"/>
        </a:xfrm>
      </p:grpSpPr>
      <p:sp>
        <p:nvSpPr>
          <p:cNvPr id="958" name="Google Shape;958;p79"/>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Using percentages to solve problems</a:t>
            </a:r>
            <a:endParaRPr/>
          </a:p>
        </p:txBody>
      </p:sp>
      <p:sp>
        <p:nvSpPr>
          <p:cNvPr id="959" name="Google Shape;959;p79"/>
          <p:cNvSpPr txBox="1"/>
          <p:nvPr>
            <p:ph type="body" idx="1"/>
          </p:nvPr>
        </p:nvSpPr>
        <p:spPr>
          <a:xfrm>
            <a:off x="324000" y="759300"/>
            <a:ext cx="8237700" cy="6546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1) The images below show some parts of different shapes.</a:t>
            </a:r>
            <a:endParaRPr/>
          </a:p>
          <a:p>
            <a:pPr marL="0" lvl="0" indent="0" algn="l" rtl="0">
              <a:spcBef>
                <a:spcPts val="1000"/>
              </a:spcBef>
              <a:spcAft>
                <a:spcPts val="1000"/>
              </a:spcAft>
              <a:buNone/>
            </a:pPr>
            <a:r>
              <a:rPr lang="en-GB"/>
              <a:t>What might each whole shape look like?</a:t>
            </a:r>
            <a:endParaRPr/>
          </a:p>
        </p:txBody>
      </p:sp>
      <p:sp>
        <p:nvSpPr>
          <p:cNvPr id="960" name="Google Shape;960;p79"/>
          <p:cNvSpPr/>
          <p:nvPr/>
        </p:nvSpPr>
        <p:spPr>
          <a:xfrm>
            <a:off x="888450" y="1710450"/>
            <a:ext cx="1329900" cy="1329900"/>
          </a:xfrm>
          <a:prstGeom prst="corner">
            <a:avLst>
              <a:gd name="adj1" fmla="val 50000"/>
              <a:gd name="adj2" fmla="val 50000"/>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900">
                <a:latin typeface="Lexend"/>
                <a:ea typeface="Lexend"/>
                <a:cs typeface="Lexend"/>
                <a:sym typeface="Lexend"/>
              </a:rPr>
              <a:t>25%</a:t>
            </a:r>
            <a:endParaRPr sz="1900">
              <a:latin typeface="Lexend"/>
              <a:ea typeface="Lexend"/>
              <a:cs typeface="Lexend"/>
              <a:sym typeface="Lexend"/>
            </a:endParaRPr>
          </a:p>
        </p:txBody>
      </p:sp>
      <p:sp>
        <p:nvSpPr>
          <p:cNvPr id="961" name="Google Shape;961;p79"/>
          <p:cNvSpPr txBox="1"/>
          <p:nvPr/>
        </p:nvSpPr>
        <p:spPr>
          <a:xfrm>
            <a:off x="331375" y="1573825"/>
            <a:ext cx="588600" cy="5232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2200">
                <a:solidFill>
                  <a:schemeClr val="dk1"/>
                </a:solidFill>
                <a:latin typeface="Lexend"/>
                <a:ea typeface="Lexend"/>
                <a:cs typeface="Lexend"/>
                <a:sym typeface="Lexend"/>
              </a:rPr>
              <a:t>a)</a:t>
            </a:r>
            <a:endParaRPr sz="2200">
              <a:solidFill>
                <a:schemeClr val="dk1"/>
              </a:solidFill>
              <a:latin typeface="Lexend"/>
              <a:ea typeface="Lexend"/>
              <a:cs typeface="Lexend"/>
              <a:sym typeface="Lexend"/>
            </a:endParaRPr>
          </a:p>
        </p:txBody>
      </p:sp>
      <p:sp>
        <p:nvSpPr>
          <p:cNvPr id="962" name="Google Shape;962;p79"/>
          <p:cNvSpPr/>
          <p:nvPr/>
        </p:nvSpPr>
        <p:spPr>
          <a:xfrm>
            <a:off x="3555450" y="2929650"/>
            <a:ext cx="1329900" cy="1329900"/>
          </a:xfrm>
          <a:prstGeom prst="corner">
            <a:avLst>
              <a:gd name="adj1" fmla="val 50000"/>
              <a:gd name="adj2" fmla="val 50000"/>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900">
                <a:latin typeface="Lexend"/>
                <a:ea typeface="Lexend"/>
                <a:cs typeface="Lexend"/>
                <a:sym typeface="Lexend"/>
              </a:rPr>
              <a:t>25%</a:t>
            </a:r>
            <a:endParaRPr sz="1900">
              <a:latin typeface="Lexend"/>
              <a:ea typeface="Lexend"/>
              <a:cs typeface="Lexend"/>
              <a:sym typeface="Lexend"/>
            </a:endParaRPr>
          </a:p>
        </p:txBody>
      </p:sp>
      <p:sp>
        <p:nvSpPr>
          <p:cNvPr id="963" name="Google Shape;963;p79"/>
          <p:cNvSpPr/>
          <p:nvPr/>
        </p:nvSpPr>
        <p:spPr>
          <a:xfrm rot="10800000">
            <a:off x="3555450" y="2258925"/>
            <a:ext cx="1329900" cy="1329900"/>
          </a:xfrm>
          <a:prstGeom prst="corner">
            <a:avLst>
              <a:gd name="adj1" fmla="val 50000"/>
              <a:gd name="adj2" fmla="val 50000"/>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sz="1900">
              <a:latin typeface="Lexend"/>
              <a:ea typeface="Lexend"/>
              <a:cs typeface="Lexend"/>
              <a:sym typeface="Lexend"/>
            </a:endParaRPr>
          </a:p>
        </p:txBody>
      </p:sp>
      <p:sp>
        <p:nvSpPr>
          <p:cNvPr id="964" name="Google Shape;964;p79"/>
          <p:cNvSpPr/>
          <p:nvPr/>
        </p:nvSpPr>
        <p:spPr>
          <a:xfrm>
            <a:off x="4850850" y="2929650"/>
            <a:ext cx="1329900" cy="1329900"/>
          </a:xfrm>
          <a:prstGeom prst="corner">
            <a:avLst>
              <a:gd name="adj1" fmla="val 50000"/>
              <a:gd name="adj2" fmla="val 50000"/>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sz="1900">
              <a:latin typeface="Lexend"/>
              <a:ea typeface="Lexend"/>
              <a:cs typeface="Lexend"/>
              <a:sym typeface="Lexend"/>
            </a:endParaRPr>
          </a:p>
        </p:txBody>
      </p:sp>
      <p:sp>
        <p:nvSpPr>
          <p:cNvPr id="965" name="Google Shape;965;p79"/>
          <p:cNvSpPr/>
          <p:nvPr/>
        </p:nvSpPr>
        <p:spPr>
          <a:xfrm rot="10800000">
            <a:off x="4850850" y="2258925"/>
            <a:ext cx="1329900" cy="1329900"/>
          </a:xfrm>
          <a:prstGeom prst="corner">
            <a:avLst>
              <a:gd name="adj1" fmla="val 50000"/>
              <a:gd name="adj2" fmla="val 50000"/>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sz="1900">
              <a:latin typeface="Lexend"/>
              <a:ea typeface="Lexend"/>
              <a:cs typeface="Lexend"/>
              <a:sym typeface="Lexend"/>
            </a:endParaRPr>
          </a:p>
        </p:txBody>
      </p:sp>
      <p:sp>
        <p:nvSpPr>
          <p:cNvPr id="966" name="Google Shape;966;p79"/>
          <p:cNvSpPr txBox="1"/>
          <p:nvPr/>
        </p:nvSpPr>
        <p:spPr>
          <a:xfrm>
            <a:off x="2661000" y="2048550"/>
            <a:ext cx="708600" cy="5232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2200">
                <a:solidFill>
                  <a:schemeClr val="dk1"/>
                </a:solidFill>
                <a:latin typeface="Kalam"/>
                <a:ea typeface="Kalam"/>
                <a:cs typeface="Kalam"/>
                <a:sym typeface="Kalam"/>
              </a:rPr>
              <a:t>e.g.</a:t>
            </a:r>
            <a:endParaRPr sz="2200">
              <a:solidFill>
                <a:schemeClr val="dk1"/>
              </a:solidFill>
              <a:latin typeface="Kalam"/>
              <a:ea typeface="Kalam"/>
              <a:cs typeface="Kalam"/>
              <a:sym typeface="Kalam"/>
            </a:endParaRPr>
          </a:p>
        </p:txBody>
      </p:sp>
    </p:spTree>
  </p:cSld>
  <p:clrMapOvr>
    <a:masterClrMapping/>
  </p:clrMapOvr>
  <p:transition/>
  <p:timing/>
</p:sld>
</file>

<file path=ppt/slides/slide1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970" name="Shape 970"/>
        <p:cNvGrpSpPr/>
        <p:nvPr/>
      </p:nvGrpSpPr>
      <p:grpSpPr>
        <a:xfrm>
          <a:off x="0" y="0"/>
          <a:ext cx="0" cy="0"/>
        </a:xfrm>
      </p:grpSpPr>
      <p:sp>
        <p:nvSpPr>
          <p:cNvPr id="971" name="Google Shape;971;p80"/>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Using percentages to solve problems</a:t>
            </a:r>
            <a:endParaRPr/>
          </a:p>
        </p:txBody>
      </p:sp>
      <p:sp>
        <p:nvSpPr>
          <p:cNvPr id="972" name="Google Shape;972;p80"/>
          <p:cNvSpPr txBox="1"/>
          <p:nvPr>
            <p:ph type="body" idx="1"/>
          </p:nvPr>
        </p:nvSpPr>
        <p:spPr>
          <a:xfrm>
            <a:off x="324000" y="759300"/>
            <a:ext cx="8237700" cy="8607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1) The images below show some parts of different shapes.</a:t>
            </a:r>
            <a:endParaRPr/>
          </a:p>
          <a:p>
            <a:pPr marL="0" lvl="0" indent="0" algn="l" rtl="0">
              <a:spcBef>
                <a:spcPts val="1000"/>
              </a:spcBef>
              <a:spcAft>
                <a:spcPts val="1000"/>
              </a:spcAft>
              <a:buNone/>
            </a:pPr>
            <a:r>
              <a:rPr lang="en-GB"/>
              <a:t>What might each whole shape look like?</a:t>
            </a:r>
            <a:endParaRPr/>
          </a:p>
        </p:txBody>
      </p:sp>
      <p:sp>
        <p:nvSpPr>
          <p:cNvPr id="973" name="Google Shape;973;p80"/>
          <p:cNvSpPr/>
          <p:nvPr/>
        </p:nvSpPr>
        <p:spPr>
          <a:xfrm>
            <a:off x="922815" y="1929400"/>
            <a:ext cx="714900" cy="1149300"/>
          </a:xfrm>
          <a:prstGeom prst="rect">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900">
                <a:latin typeface="Lexend"/>
                <a:ea typeface="Lexend"/>
                <a:cs typeface="Lexend"/>
                <a:sym typeface="Lexend"/>
              </a:rPr>
              <a:t>70%</a:t>
            </a:r>
            <a:endParaRPr sz="1900">
              <a:latin typeface="Lexend"/>
              <a:ea typeface="Lexend"/>
              <a:cs typeface="Lexend"/>
              <a:sym typeface="Lexend"/>
            </a:endParaRPr>
          </a:p>
        </p:txBody>
      </p:sp>
      <p:sp>
        <p:nvSpPr>
          <p:cNvPr id="974" name="Google Shape;974;p80"/>
          <p:cNvSpPr txBox="1"/>
          <p:nvPr/>
        </p:nvSpPr>
        <p:spPr>
          <a:xfrm>
            <a:off x="345390" y="1573825"/>
            <a:ext cx="588600" cy="5232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2200">
                <a:solidFill>
                  <a:schemeClr val="dk1"/>
                </a:solidFill>
                <a:latin typeface="Lexend"/>
                <a:ea typeface="Lexend"/>
                <a:cs typeface="Lexend"/>
                <a:sym typeface="Lexend"/>
              </a:rPr>
              <a:t>b)</a:t>
            </a:r>
            <a:endParaRPr sz="2200">
              <a:solidFill>
                <a:schemeClr val="dk1"/>
              </a:solidFill>
              <a:latin typeface="Lexend"/>
              <a:ea typeface="Lexend"/>
              <a:cs typeface="Lexend"/>
              <a:sym typeface="Lexend"/>
            </a:endParaRPr>
          </a:p>
        </p:txBody>
      </p:sp>
      <p:sp>
        <p:nvSpPr>
          <p:cNvPr id="975" name="Google Shape;975;p80"/>
          <p:cNvSpPr txBox="1"/>
          <p:nvPr/>
        </p:nvSpPr>
        <p:spPr>
          <a:xfrm>
            <a:off x="2661000" y="1972350"/>
            <a:ext cx="708600" cy="5232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2200">
                <a:solidFill>
                  <a:schemeClr val="dk1"/>
                </a:solidFill>
                <a:latin typeface="Kalam"/>
                <a:ea typeface="Kalam"/>
                <a:cs typeface="Kalam"/>
                <a:sym typeface="Kalam"/>
              </a:rPr>
              <a:t>e.g.</a:t>
            </a:r>
            <a:endParaRPr sz="2200">
              <a:solidFill>
                <a:schemeClr val="dk1"/>
              </a:solidFill>
              <a:latin typeface="Kalam"/>
              <a:ea typeface="Kalam"/>
              <a:cs typeface="Kalam"/>
              <a:sym typeface="Kalam"/>
            </a:endParaRPr>
          </a:p>
        </p:txBody>
      </p:sp>
      <p:sp>
        <p:nvSpPr>
          <p:cNvPr id="976" name="Google Shape;976;p80"/>
          <p:cNvSpPr/>
          <p:nvPr/>
        </p:nvSpPr>
        <p:spPr>
          <a:xfrm>
            <a:off x="3962540" y="2125350"/>
            <a:ext cx="714900" cy="1149300"/>
          </a:xfrm>
          <a:prstGeom prst="rect">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r>
              <a:rPr lang="en-GB" sz="1900">
                <a:latin typeface="Lexend"/>
                <a:ea typeface="Lexend"/>
                <a:cs typeface="Lexend"/>
                <a:sym typeface="Lexend"/>
              </a:rPr>
              <a:t>70%</a:t>
            </a:r>
            <a:endParaRPr sz="1900">
              <a:latin typeface="Lexend"/>
              <a:ea typeface="Lexend"/>
              <a:cs typeface="Lexend"/>
              <a:sym typeface="Lexend"/>
            </a:endParaRPr>
          </a:p>
        </p:txBody>
      </p:sp>
      <p:sp>
        <p:nvSpPr>
          <p:cNvPr id="977" name="Google Shape;977;p80"/>
          <p:cNvSpPr/>
          <p:nvPr/>
        </p:nvSpPr>
        <p:spPr>
          <a:xfrm>
            <a:off x="4677450" y="2125350"/>
            <a:ext cx="714900" cy="382800"/>
          </a:xfrm>
          <a:prstGeom prst="rect">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900">
                <a:latin typeface="Lexend"/>
                <a:ea typeface="Lexend"/>
                <a:cs typeface="Lexend"/>
                <a:sym typeface="Lexend"/>
              </a:rPr>
              <a:t>30%</a:t>
            </a:r>
            <a:endParaRPr sz="1900">
              <a:latin typeface="Lexend"/>
              <a:ea typeface="Lexend"/>
              <a:cs typeface="Lexend"/>
              <a:sym typeface="Lexend"/>
            </a:endParaRPr>
          </a:p>
        </p:txBody>
      </p:sp>
    </p:spTree>
  </p:cSld>
  <p:clrMapOvr>
    <a:masterClrMapping/>
  </p:clrMapOvr>
  <p:transition/>
  <p:timing/>
</p:sld>
</file>

<file path=ppt/slides/slide1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981" name="Shape 981"/>
        <p:cNvGrpSpPr/>
        <p:nvPr/>
      </p:nvGrpSpPr>
      <p:grpSpPr>
        <a:xfrm>
          <a:off x="0" y="0"/>
          <a:ext cx="0" cy="0"/>
        </a:xfrm>
      </p:grpSpPr>
      <p:sp>
        <p:nvSpPr>
          <p:cNvPr id="982" name="Google Shape;982;p81"/>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Using percentages to solve problems</a:t>
            </a:r>
            <a:endParaRPr/>
          </a:p>
        </p:txBody>
      </p:sp>
      <p:sp>
        <p:nvSpPr>
          <p:cNvPr id="983" name="Google Shape;983;p81"/>
          <p:cNvSpPr txBox="1"/>
          <p:nvPr>
            <p:ph type="body" idx="1"/>
          </p:nvPr>
        </p:nvSpPr>
        <p:spPr>
          <a:xfrm>
            <a:off x="324000" y="759300"/>
            <a:ext cx="8237700" cy="8607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1) The images below show some parts of different shapes.</a:t>
            </a:r>
            <a:endParaRPr/>
          </a:p>
          <a:p>
            <a:pPr marL="0" lvl="0" indent="0" algn="l" rtl="0">
              <a:spcBef>
                <a:spcPts val="1000"/>
              </a:spcBef>
              <a:spcAft>
                <a:spcPts val="1000"/>
              </a:spcAft>
              <a:buNone/>
            </a:pPr>
            <a:r>
              <a:rPr lang="en-GB"/>
              <a:t>What might each whole shape look like?</a:t>
            </a:r>
            <a:endParaRPr/>
          </a:p>
        </p:txBody>
      </p:sp>
      <p:sp>
        <p:nvSpPr>
          <p:cNvPr id="984" name="Google Shape;984;p81"/>
          <p:cNvSpPr/>
          <p:nvPr/>
        </p:nvSpPr>
        <p:spPr>
          <a:xfrm>
            <a:off x="998248" y="1939050"/>
            <a:ext cx="1225500" cy="1059900"/>
          </a:xfrm>
          <a:prstGeom prst="triangle">
            <a:avLst>
              <a:gd name="adj" fmla="val 50000"/>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600">
                <a:latin typeface="Lexend"/>
                <a:ea typeface="Lexend"/>
                <a:cs typeface="Lexend"/>
                <a:sym typeface="Lexend"/>
              </a:rPr>
              <a:t>20%</a:t>
            </a:r>
            <a:endParaRPr sz="1600">
              <a:latin typeface="Lexend"/>
              <a:ea typeface="Lexend"/>
              <a:cs typeface="Lexend"/>
              <a:sym typeface="Lexend"/>
            </a:endParaRPr>
          </a:p>
        </p:txBody>
      </p:sp>
      <p:sp>
        <p:nvSpPr>
          <p:cNvPr id="985" name="Google Shape;985;p81"/>
          <p:cNvSpPr txBox="1"/>
          <p:nvPr/>
        </p:nvSpPr>
        <p:spPr>
          <a:xfrm>
            <a:off x="407575" y="1573825"/>
            <a:ext cx="588600" cy="5232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2200">
                <a:solidFill>
                  <a:schemeClr val="dk1"/>
                </a:solidFill>
                <a:latin typeface="Lexend"/>
                <a:ea typeface="Lexend"/>
                <a:cs typeface="Lexend"/>
                <a:sym typeface="Lexend"/>
              </a:rPr>
              <a:t>c)</a:t>
            </a:r>
            <a:endParaRPr sz="2200">
              <a:solidFill>
                <a:schemeClr val="dk1"/>
              </a:solidFill>
              <a:latin typeface="Lexend"/>
              <a:ea typeface="Lexend"/>
              <a:cs typeface="Lexend"/>
              <a:sym typeface="Lexend"/>
            </a:endParaRPr>
          </a:p>
        </p:txBody>
      </p:sp>
      <p:sp>
        <p:nvSpPr>
          <p:cNvPr id="986" name="Google Shape;986;p81"/>
          <p:cNvSpPr txBox="1"/>
          <p:nvPr/>
        </p:nvSpPr>
        <p:spPr>
          <a:xfrm>
            <a:off x="2661000" y="1972350"/>
            <a:ext cx="708600" cy="5232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2200">
                <a:solidFill>
                  <a:schemeClr val="dk1"/>
                </a:solidFill>
                <a:latin typeface="Kalam"/>
                <a:ea typeface="Kalam"/>
                <a:cs typeface="Kalam"/>
                <a:sym typeface="Kalam"/>
              </a:rPr>
              <a:t>e.g.</a:t>
            </a:r>
            <a:endParaRPr sz="2200">
              <a:solidFill>
                <a:schemeClr val="dk1"/>
              </a:solidFill>
              <a:latin typeface="Kalam"/>
              <a:ea typeface="Kalam"/>
              <a:cs typeface="Kalam"/>
              <a:sym typeface="Kalam"/>
            </a:endParaRPr>
          </a:p>
        </p:txBody>
      </p:sp>
      <p:sp>
        <p:nvSpPr>
          <p:cNvPr id="987" name="Google Shape;987;p81"/>
          <p:cNvSpPr/>
          <p:nvPr/>
        </p:nvSpPr>
        <p:spPr>
          <a:xfrm>
            <a:off x="3510198" y="2541750"/>
            <a:ext cx="1225500" cy="1059900"/>
          </a:xfrm>
          <a:prstGeom prst="triangle">
            <a:avLst>
              <a:gd name="adj" fmla="val 50000"/>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600">
                <a:latin typeface="Lexend"/>
                <a:ea typeface="Lexend"/>
                <a:cs typeface="Lexend"/>
                <a:sym typeface="Lexend"/>
              </a:rPr>
              <a:t>20%</a:t>
            </a:r>
            <a:endParaRPr sz="1600">
              <a:latin typeface="Lexend"/>
              <a:ea typeface="Lexend"/>
              <a:cs typeface="Lexend"/>
              <a:sym typeface="Lexend"/>
            </a:endParaRPr>
          </a:p>
        </p:txBody>
      </p:sp>
      <p:sp>
        <p:nvSpPr>
          <p:cNvPr id="988" name="Google Shape;988;p81"/>
          <p:cNvSpPr/>
          <p:nvPr/>
        </p:nvSpPr>
        <p:spPr>
          <a:xfrm>
            <a:off x="4735698" y="2541750"/>
            <a:ext cx="1225500" cy="1059900"/>
          </a:xfrm>
          <a:prstGeom prst="triangle">
            <a:avLst>
              <a:gd name="adj" fmla="val 50000"/>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sz="1600">
              <a:latin typeface="Lexend"/>
              <a:ea typeface="Lexend"/>
              <a:cs typeface="Lexend"/>
              <a:sym typeface="Lexend"/>
            </a:endParaRPr>
          </a:p>
        </p:txBody>
      </p:sp>
      <p:sp>
        <p:nvSpPr>
          <p:cNvPr id="989" name="Google Shape;989;p81"/>
          <p:cNvSpPr/>
          <p:nvPr/>
        </p:nvSpPr>
        <p:spPr>
          <a:xfrm>
            <a:off x="5944223" y="2541750"/>
            <a:ext cx="1225500" cy="1059900"/>
          </a:xfrm>
          <a:prstGeom prst="triangle">
            <a:avLst>
              <a:gd name="adj" fmla="val 50000"/>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sz="1600">
              <a:latin typeface="Lexend"/>
              <a:ea typeface="Lexend"/>
              <a:cs typeface="Lexend"/>
              <a:sym typeface="Lexend"/>
            </a:endParaRPr>
          </a:p>
        </p:txBody>
      </p:sp>
      <p:sp>
        <p:nvSpPr>
          <p:cNvPr id="990" name="Google Shape;990;p81"/>
          <p:cNvSpPr/>
          <p:nvPr/>
        </p:nvSpPr>
        <p:spPr>
          <a:xfrm rot="10800000">
            <a:off x="4110523" y="2541750"/>
            <a:ext cx="1225500" cy="1059900"/>
          </a:xfrm>
          <a:prstGeom prst="triangle">
            <a:avLst>
              <a:gd name="adj" fmla="val 50000"/>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sz="1600">
              <a:latin typeface="Lexend"/>
              <a:ea typeface="Lexend"/>
              <a:cs typeface="Lexend"/>
              <a:sym typeface="Lexend"/>
            </a:endParaRPr>
          </a:p>
        </p:txBody>
      </p:sp>
      <p:sp>
        <p:nvSpPr>
          <p:cNvPr id="991" name="Google Shape;991;p81"/>
          <p:cNvSpPr/>
          <p:nvPr/>
        </p:nvSpPr>
        <p:spPr>
          <a:xfrm rot="10800000">
            <a:off x="5329723" y="2541750"/>
            <a:ext cx="1225500" cy="1059900"/>
          </a:xfrm>
          <a:prstGeom prst="triangle">
            <a:avLst>
              <a:gd name="adj" fmla="val 50000"/>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sz="1600">
              <a:latin typeface="Lexend"/>
              <a:ea typeface="Lexend"/>
              <a:cs typeface="Lexend"/>
              <a:sym typeface="Lexend"/>
            </a:endParaRPr>
          </a:p>
        </p:txBody>
      </p:sp>
    </p:spTree>
  </p:cSld>
  <p:clrMapOvr>
    <a:masterClrMapping/>
  </p:clrMapOvr>
  <p:transition/>
  <p:timing/>
</p:sld>
</file>

<file path=ppt/slides/slide2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995" name="Shape 995"/>
        <p:cNvGrpSpPr/>
        <p:nvPr/>
      </p:nvGrpSpPr>
      <p:grpSpPr>
        <a:xfrm>
          <a:off x="0" y="0"/>
          <a:ext cx="0" cy="0"/>
        </a:xfrm>
      </p:grpSpPr>
      <p:pic>
        <p:nvPicPr>
          <p:cNvPr id="996" name="Google Shape;996;p82" descr="&lt;math xmlns=&quot;http://www.w3.org/1998/Math/MathML&quot; data-is-equatio=&quot;1&quot; data-equatio-url=&quot;https://equatio-api.texthelp.com/desmos/get/02-02-2024/0dab12ba-0d0d-4961-9345-14c196cffb83&quot; data-equatio-type=&quot;image&quot;&gt;&lt;mglyph src=&quot;https://equatio-api.texthelp.com/desmos/get/02-02-2024/0dab12ba-0d0d-4961-9345-14c196cffb83&quot; alt=&quot;Equatio Image&quot;/&gt;&lt;/math&gt;" title="Equatio Image"/>
          <p:cNvPicPr preferRelativeResize="0"/>
          <p:nvPr/>
        </p:nvPicPr>
        <p:blipFill>
          <a:blip r:embed="rId3">
            <a:alphaModFix/>
          </a:blip>
          <a:srcRect l="6916" b="16888"/>
          <a:stretch>
            <a:fillRect/>
          </a:stretch>
        </p:blipFill>
        <p:spPr>
          <a:xfrm>
            <a:off x="756300" y="1786650"/>
            <a:ext cx="928500" cy="928500"/>
          </a:xfrm>
          <a:prstGeom prst="rect">
            <a:avLst/>
          </a:prstGeom>
          <a:noFill/>
          <a:ln>
            <a:noFill/>
          </a:ln>
        </p:spPr>
      </p:pic>
      <p:sp>
        <p:nvSpPr>
          <p:cNvPr id="997" name="Google Shape;997;p82"/>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Using percentages to solve problems</a:t>
            </a:r>
            <a:endParaRPr/>
          </a:p>
        </p:txBody>
      </p:sp>
      <p:sp>
        <p:nvSpPr>
          <p:cNvPr id="998" name="Google Shape;998;p82"/>
          <p:cNvSpPr txBox="1"/>
          <p:nvPr>
            <p:ph type="body" idx="1"/>
          </p:nvPr>
        </p:nvSpPr>
        <p:spPr>
          <a:xfrm>
            <a:off x="324000" y="759300"/>
            <a:ext cx="8237700" cy="8619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1) The images below show some parts of different shapes.</a:t>
            </a:r>
            <a:endParaRPr/>
          </a:p>
          <a:p>
            <a:pPr marL="0" lvl="0" indent="0" algn="l" rtl="0">
              <a:spcBef>
                <a:spcPts val="1000"/>
              </a:spcBef>
              <a:spcAft>
                <a:spcPts val="1000"/>
              </a:spcAft>
              <a:buNone/>
            </a:pPr>
            <a:r>
              <a:rPr lang="en-GB"/>
              <a:t>What might each whole shape look like?</a:t>
            </a:r>
            <a:endParaRPr/>
          </a:p>
        </p:txBody>
      </p:sp>
      <p:sp>
        <p:nvSpPr>
          <p:cNvPr id="999" name="Google Shape;999;p82"/>
          <p:cNvSpPr txBox="1"/>
          <p:nvPr/>
        </p:nvSpPr>
        <p:spPr>
          <a:xfrm>
            <a:off x="817850" y="2074940"/>
            <a:ext cx="714900" cy="4770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1900">
                <a:solidFill>
                  <a:schemeClr val="dk1"/>
                </a:solidFill>
                <a:latin typeface="Lexend"/>
                <a:ea typeface="Lexend"/>
                <a:cs typeface="Lexend"/>
                <a:sym typeface="Lexend"/>
              </a:rPr>
              <a:t>10%</a:t>
            </a:r>
            <a:endParaRPr sz="1900">
              <a:solidFill>
                <a:schemeClr val="dk1"/>
              </a:solidFill>
              <a:latin typeface="Lexend"/>
              <a:ea typeface="Lexend"/>
              <a:cs typeface="Lexend"/>
              <a:sym typeface="Lexend"/>
            </a:endParaRPr>
          </a:p>
        </p:txBody>
      </p:sp>
      <p:sp>
        <p:nvSpPr>
          <p:cNvPr id="1000" name="Google Shape;1000;p82"/>
          <p:cNvSpPr txBox="1"/>
          <p:nvPr/>
        </p:nvSpPr>
        <p:spPr>
          <a:xfrm>
            <a:off x="331375" y="1650025"/>
            <a:ext cx="588600" cy="8619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2200">
                <a:solidFill>
                  <a:schemeClr val="dk1"/>
                </a:solidFill>
                <a:latin typeface="Lexend"/>
                <a:ea typeface="Lexend"/>
                <a:cs typeface="Lexend"/>
                <a:sym typeface="Lexend"/>
              </a:rPr>
              <a:t>d)</a:t>
            </a:r>
            <a:endParaRPr sz="2200">
              <a:solidFill>
                <a:schemeClr val="dk1"/>
              </a:solidFill>
              <a:latin typeface="Lexend"/>
              <a:ea typeface="Lexend"/>
              <a:cs typeface="Lexend"/>
              <a:sym typeface="Lexend"/>
            </a:endParaRPr>
          </a:p>
          <a:p>
            <a:pPr marL="0" lvl="0" indent="0" algn="l" rtl="0">
              <a:spcBef>
                <a:spcPct val="0"/>
              </a:spcBef>
              <a:spcAft>
                <a:spcPct val="0"/>
              </a:spcAft>
              <a:buNone/>
            </a:pPr>
            <a:endParaRPr sz="2200">
              <a:solidFill>
                <a:schemeClr val="dk1"/>
              </a:solidFill>
              <a:latin typeface="Lexend"/>
              <a:ea typeface="Lexend"/>
              <a:cs typeface="Lexend"/>
              <a:sym typeface="Lexend"/>
            </a:endParaRPr>
          </a:p>
        </p:txBody>
      </p:sp>
      <p:sp>
        <p:nvSpPr>
          <p:cNvPr id="1001" name="Google Shape;1001;p82"/>
          <p:cNvSpPr txBox="1"/>
          <p:nvPr/>
        </p:nvSpPr>
        <p:spPr>
          <a:xfrm>
            <a:off x="2356200" y="1972350"/>
            <a:ext cx="708600" cy="5232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2200">
                <a:solidFill>
                  <a:schemeClr val="dk1"/>
                </a:solidFill>
                <a:latin typeface="Kalam"/>
                <a:ea typeface="Kalam"/>
                <a:cs typeface="Kalam"/>
                <a:sym typeface="Kalam"/>
              </a:rPr>
              <a:t>e.g.</a:t>
            </a:r>
            <a:endParaRPr sz="2200">
              <a:solidFill>
                <a:schemeClr val="dk1"/>
              </a:solidFill>
              <a:latin typeface="Kalam"/>
              <a:ea typeface="Kalam"/>
              <a:cs typeface="Kalam"/>
              <a:sym typeface="Kalam"/>
            </a:endParaRPr>
          </a:p>
        </p:txBody>
      </p:sp>
      <p:grpSp>
        <p:nvGrpSpPr>
          <p:cNvPr id="1002" name="Google Shape;1002;p82"/>
          <p:cNvGrpSpPr/>
          <p:nvPr/>
        </p:nvGrpSpPr>
        <p:grpSpPr>
          <a:xfrm rot="-5400000">
            <a:off x="3392288" y="1763962"/>
            <a:ext cx="2654574" cy="2699951"/>
            <a:chOff x="6165426" y="1567050"/>
            <a:chExt cx="2654574" cy="2699951"/>
          </a:xfrm>
        </p:grpSpPr>
        <p:pic>
          <p:nvPicPr>
            <p:cNvPr id="1003" name="Google Shape;1003;p82" descr="&lt;math xmlns=&quot;http://www.w3.org/1998/Math/MathML&quot; data-is-equatio=&quot;1&quot; data-equatio-url=&quot;https://equatio-api.texthelp.com/desmos/get/02-02-2024/0dab12ba-0d0d-4961-9345-14c196cffb83&quot; data-equatio-type=&quot;image&quot;&gt;&lt;mglyph src=&quot;https://equatio-api.texthelp.com/desmos/get/02-02-2024/0dab12ba-0d0d-4961-9345-14c196cffb83&quot; alt=&quot;Equatio Image&quot;/&gt;&lt;/math&gt;" title="Equatio Image"/>
            <p:cNvPicPr preferRelativeResize="0"/>
            <p:nvPr/>
          </p:nvPicPr>
          <p:blipFill>
            <a:blip r:embed="rId3">
              <a:alphaModFix/>
            </a:blip>
            <a:srcRect l="6916" b="16888"/>
            <a:stretch>
              <a:fillRect/>
            </a:stretch>
          </p:blipFill>
          <p:spPr>
            <a:xfrm>
              <a:off x="7891500" y="1567050"/>
              <a:ext cx="928500" cy="928500"/>
            </a:xfrm>
            <a:prstGeom prst="rect">
              <a:avLst/>
            </a:prstGeom>
            <a:noFill/>
            <a:ln>
              <a:noFill/>
            </a:ln>
          </p:spPr>
        </p:pic>
        <p:pic>
          <p:nvPicPr>
            <p:cNvPr id="1004" name="Google Shape;1004;p82" descr="&lt;math xmlns=&quot;http://www.w3.org/1998/Math/MathML&quot; data-is-equatio=&quot;1&quot; data-equatio-url=&quot;https://equatio-api.texthelp.com/desmos/get/02-02-2024/0dab12ba-0d0d-4961-9345-14c196cffb83&quot; data-equatio-type=&quot;image&quot;&gt;&lt;mglyph src=&quot;https://equatio-api.texthelp.com/desmos/get/02-02-2024/0dab12ba-0d0d-4961-9345-14c196cffb83&quot; alt=&quot;Equatio Image&quot;/&gt;&lt;/math&gt;" title="Equatio Image"/>
            <p:cNvPicPr preferRelativeResize="0"/>
            <p:nvPr/>
          </p:nvPicPr>
          <p:blipFill>
            <a:blip r:embed="rId3">
              <a:alphaModFix/>
            </a:blip>
            <a:srcRect l="6916" b="16888"/>
            <a:stretch>
              <a:fillRect/>
            </a:stretch>
          </p:blipFill>
          <p:spPr>
            <a:xfrm rot="5400000">
              <a:off x="7891500" y="2415425"/>
              <a:ext cx="928500" cy="928500"/>
            </a:xfrm>
            <a:prstGeom prst="rect">
              <a:avLst/>
            </a:prstGeom>
            <a:noFill/>
            <a:ln>
              <a:noFill/>
            </a:ln>
          </p:spPr>
        </p:pic>
        <p:pic>
          <p:nvPicPr>
            <p:cNvPr id="1005" name="Google Shape;1005;p82" descr="&lt;math xmlns=&quot;http://www.w3.org/1998/Math/MathML&quot; data-is-equatio=&quot;1&quot; data-equatio-url=&quot;https://equatio-api.texthelp.com/desmos/get/02-02-2024/0dab12ba-0d0d-4961-9345-14c196cffb83&quot; data-equatio-type=&quot;image&quot;&gt;&lt;mglyph src=&quot;https://equatio-api.texthelp.com/desmos/get/02-02-2024/0dab12ba-0d0d-4961-9345-14c196cffb83&quot; alt=&quot;Equatio Image&quot;/&gt;&lt;/math&gt;" title="Equatio Image"/>
            <p:cNvPicPr preferRelativeResize="0"/>
            <p:nvPr/>
          </p:nvPicPr>
          <p:blipFill>
            <a:blip r:embed="rId3">
              <a:alphaModFix/>
            </a:blip>
            <a:srcRect l="6916" b="16888"/>
            <a:stretch>
              <a:fillRect/>
            </a:stretch>
          </p:blipFill>
          <p:spPr>
            <a:xfrm rot="-5400000">
              <a:off x="7045875" y="2449375"/>
              <a:ext cx="928500" cy="928500"/>
            </a:xfrm>
            <a:prstGeom prst="rect">
              <a:avLst/>
            </a:prstGeom>
            <a:noFill/>
            <a:ln>
              <a:noFill/>
            </a:ln>
          </p:spPr>
        </p:pic>
        <p:pic>
          <p:nvPicPr>
            <p:cNvPr id="1006" name="Google Shape;1006;p82" descr="&lt;math xmlns=&quot;http://www.w3.org/1998/Math/MathML&quot; data-is-equatio=&quot;1&quot; data-equatio-url=&quot;https://equatio-api.texthelp.com/desmos/get/02-02-2024/0dab12ba-0d0d-4961-9345-14c196cffb83&quot; data-equatio-type=&quot;image&quot;&gt;&lt;mglyph src=&quot;https://equatio-api.texthelp.com/desmos/get/02-02-2024/0dab12ba-0d0d-4961-9345-14c196cffb83&quot; alt=&quot;Equatio Image&quot;/&gt;&lt;/math&gt;" title="Equatio Image"/>
            <p:cNvPicPr preferRelativeResize="0"/>
            <p:nvPr/>
          </p:nvPicPr>
          <p:blipFill>
            <a:blip r:embed="rId3">
              <a:alphaModFix/>
            </a:blip>
            <a:srcRect l="6916" b="16888"/>
            <a:stretch>
              <a:fillRect/>
            </a:stretch>
          </p:blipFill>
          <p:spPr>
            <a:xfrm rot="5400000">
              <a:off x="7011925" y="3298775"/>
              <a:ext cx="928500" cy="928500"/>
            </a:xfrm>
            <a:prstGeom prst="rect">
              <a:avLst/>
            </a:prstGeom>
            <a:noFill/>
            <a:ln>
              <a:noFill/>
            </a:ln>
          </p:spPr>
        </p:pic>
        <p:pic>
          <p:nvPicPr>
            <p:cNvPr id="1007" name="Google Shape;1007;p82" descr="&lt;math xmlns=&quot;http://www.w3.org/1998/Math/MathML&quot; data-is-equatio=&quot;1&quot; data-equatio-url=&quot;https://equatio-api.texthelp.com/desmos/get/02-02-2024/0dab12ba-0d0d-4961-9345-14c196cffb83&quot; data-equatio-type=&quot;image&quot;&gt;&lt;mglyph src=&quot;https://equatio-api.texthelp.com/desmos/get/02-02-2024/0dab12ba-0d0d-4961-9345-14c196cffb83&quot; alt=&quot;Equatio Image&quot;/&gt;&lt;/math&gt;" title="Equatio Image"/>
            <p:cNvPicPr preferRelativeResize="0"/>
            <p:nvPr/>
          </p:nvPicPr>
          <p:blipFill>
            <a:blip r:embed="rId3">
              <a:alphaModFix/>
            </a:blip>
            <a:srcRect l="6916" b="16888"/>
            <a:stretch>
              <a:fillRect/>
            </a:stretch>
          </p:blipFill>
          <p:spPr>
            <a:xfrm rot="-5400000">
              <a:off x="6165425" y="3338501"/>
              <a:ext cx="928500" cy="928500"/>
            </a:xfrm>
            <a:prstGeom prst="rect">
              <a:avLst/>
            </a:prstGeom>
            <a:noFill/>
            <a:ln>
              <a:noFill/>
            </a:ln>
          </p:spPr>
        </p:pic>
      </p:grpSp>
      <p:pic>
        <p:nvPicPr>
          <p:cNvPr id="1008" name="Google Shape;1008;p82" descr="&lt;math xmlns=&quot;http://www.w3.org/1998/Math/MathML&quot; data-is-equatio=&quot;1&quot; data-equatio-url=&quot;https://equatio-api.texthelp.com/desmos/get/02-02-2024/0dab12ba-0d0d-4961-9345-14c196cffb83&quot; data-equatio-type=&quot;image&quot;&gt;&lt;mglyph src=&quot;https://equatio-api.texthelp.com/desmos/get/02-02-2024/0dab12ba-0d0d-4961-9345-14c196cffb83&quot; alt=&quot;Equatio Image&quot;/&gt;&lt;/math&gt;" title="Equatio Image"/>
          <p:cNvPicPr preferRelativeResize="0"/>
          <p:nvPr/>
        </p:nvPicPr>
        <p:blipFill>
          <a:blip r:embed="rId3">
            <a:alphaModFix/>
          </a:blip>
          <a:srcRect l="6916" b="16888"/>
          <a:stretch>
            <a:fillRect/>
          </a:stretch>
        </p:blipFill>
        <p:spPr>
          <a:xfrm rot="5400000">
            <a:off x="3335650" y="2632713"/>
            <a:ext cx="928500" cy="928500"/>
          </a:xfrm>
          <a:prstGeom prst="rect">
            <a:avLst/>
          </a:prstGeom>
          <a:noFill/>
          <a:ln>
            <a:noFill/>
          </a:ln>
        </p:spPr>
      </p:pic>
      <p:pic>
        <p:nvPicPr>
          <p:cNvPr id="1009" name="Google Shape;1009;p82" descr="&lt;math xmlns=&quot;http://www.w3.org/1998/Math/MathML&quot; data-is-equatio=&quot;1&quot; data-equatio-url=&quot;https://equatio-api.texthelp.com/desmos/get/02-02-2024/0dab12ba-0d0d-4961-9345-14c196cffb83&quot; data-equatio-type=&quot;image&quot;&gt;&lt;mglyph src=&quot;https://equatio-api.texthelp.com/desmos/get/02-02-2024/0dab12ba-0d0d-4961-9345-14c196cffb83&quot; alt=&quot;Equatio Image&quot;/&gt;&lt;/math&gt;" title="Equatio Image"/>
          <p:cNvPicPr preferRelativeResize="0"/>
          <p:nvPr/>
        </p:nvPicPr>
        <p:blipFill>
          <a:blip r:embed="rId3">
            <a:alphaModFix/>
          </a:blip>
          <a:srcRect l="6916" b="16888"/>
          <a:stretch>
            <a:fillRect/>
          </a:stretch>
        </p:blipFill>
        <p:spPr>
          <a:xfrm rot="-5400000">
            <a:off x="2499150" y="2666663"/>
            <a:ext cx="928500" cy="928500"/>
          </a:xfrm>
          <a:prstGeom prst="rect">
            <a:avLst/>
          </a:prstGeom>
          <a:noFill/>
          <a:ln>
            <a:noFill/>
          </a:ln>
        </p:spPr>
      </p:pic>
      <p:pic>
        <p:nvPicPr>
          <p:cNvPr id="1010" name="Google Shape;1010;p82" descr="&lt;math xmlns=&quot;http://www.w3.org/1998/Math/MathML&quot; data-is-equatio=&quot;1&quot; data-equatio-url=&quot;https://equatio-api.texthelp.com/desmos/get/02-02-2024/0dab12ba-0d0d-4961-9345-14c196cffb83&quot; data-equatio-type=&quot;image&quot;&gt;&lt;mglyph src=&quot;https://equatio-api.texthelp.com/desmos/get/02-02-2024/0dab12ba-0d0d-4961-9345-14c196cffb83&quot; alt=&quot;Equatio Image&quot;/&gt;&lt;/math&gt;" title="Equatio Image"/>
          <p:cNvPicPr preferRelativeResize="0"/>
          <p:nvPr/>
        </p:nvPicPr>
        <p:blipFill>
          <a:blip r:embed="rId3">
            <a:alphaModFix/>
          </a:blip>
          <a:srcRect l="6916" b="16888"/>
          <a:stretch>
            <a:fillRect/>
          </a:stretch>
        </p:blipFill>
        <p:spPr>
          <a:xfrm>
            <a:off x="6000625" y="3544251"/>
            <a:ext cx="928500" cy="928500"/>
          </a:xfrm>
          <a:prstGeom prst="rect">
            <a:avLst/>
          </a:prstGeom>
          <a:noFill/>
          <a:ln>
            <a:noFill/>
          </a:ln>
        </p:spPr>
      </p:pic>
      <p:pic>
        <p:nvPicPr>
          <p:cNvPr id="1011" name="Google Shape;1011;p82" descr="&lt;math xmlns=&quot;http://www.w3.org/1998/Math/MathML&quot; data-is-equatio=&quot;1&quot; data-equatio-url=&quot;https://equatio-api.texthelp.com/desmos/get/02-02-2024/0dab12ba-0d0d-4961-9345-14c196cffb83&quot; data-equatio-type=&quot;image&quot;&gt;&lt;mglyph src=&quot;https://equatio-api.texthelp.com/desmos/get/02-02-2024/0dab12ba-0d0d-4961-9345-14c196cffb83&quot; alt=&quot;Equatio Image&quot;/&gt;&lt;/math&gt;" title="Equatio Image"/>
          <p:cNvPicPr preferRelativeResize="0"/>
          <p:nvPr/>
        </p:nvPicPr>
        <p:blipFill>
          <a:blip r:embed="rId3">
            <a:alphaModFix/>
          </a:blip>
          <a:srcRect l="6916" b="16888"/>
          <a:stretch>
            <a:fillRect/>
          </a:stretch>
        </p:blipFill>
        <p:spPr>
          <a:xfrm rot="5400000">
            <a:off x="2465199" y="3510287"/>
            <a:ext cx="928500" cy="928500"/>
          </a:xfrm>
          <a:prstGeom prst="rect">
            <a:avLst/>
          </a:prstGeom>
          <a:noFill/>
          <a:ln>
            <a:noFill/>
          </a:ln>
        </p:spPr>
      </p:pic>
      <p:pic>
        <p:nvPicPr>
          <p:cNvPr id="1012" name="Google Shape;1012;p82" descr="&lt;math xmlns=&quot;http://www.w3.org/1998/Math/MathML&quot; data-is-equatio=&quot;1&quot; data-equatio-url=&quot;https://equatio-api.texthelp.com/desmos/get/02-02-2024/0dab12ba-0d0d-4961-9345-14c196cffb83&quot; data-equatio-type=&quot;image&quot;&gt;&lt;mglyph src=&quot;https://equatio-api.texthelp.com/desmos/get/02-02-2024/0dab12ba-0d0d-4961-9345-14c196cffb83&quot; alt=&quot;Equatio Image&quot;/&gt;&lt;/math&gt;" title="Equatio Image"/>
          <p:cNvPicPr preferRelativeResize="0"/>
          <p:nvPr/>
        </p:nvPicPr>
        <p:blipFill>
          <a:blip r:embed="rId3">
            <a:alphaModFix/>
          </a:blip>
          <a:srcRect l="6916" b="16888"/>
          <a:stretch>
            <a:fillRect/>
          </a:stretch>
        </p:blipFill>
        <p:spPr>
          <a:xfrm rot="-5400000">
            <a:off x="1633874" y="3544214"/>
            <a:ext cx="928500" cy="928500"/>
          </a:xfrm>
          <a:prstGeom prst="rect">
            <a:avLst/>
          </a:prstGeom>
          <a:noFill/>
          <a:ln>
            <a:noFill/>
          </a:ln>
        </p:spPr>
      </p:pic>
      <p:sp>
        <p:nvSpPr>
          <p:cNvPr id="1013" name="Google Shape;1013;p82"/>
          <p:cNvSpPr txBox="1"/>
          <p:nvPr/>
        </p:nvSpPr>
        <p:spPr>
          <a:xfrm>
            <a:off x="3561050" y="2074940"/>
            <a:ext cx="714900" cy="4770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1900">
                <a:solidFill>
                  <a:schemeClr val="dk1"/>
                </a:solidFill>
                <a:latin typeface="Lexend"/>
                <a:ea typeface="Lexend"/>
                <a:cs typeface="Lexend"/>
                <a:sym typeface="Lexend"/>
              </a:rPr>
              <a:t>10%</a:t>
            </a:r>
            <a:endParaRPr sz="1900">
              <a:solidFill>
                <a:schemeClr val="dk1"/>
              </a:solidFill>
              <a:latin typeface="Lexend"/>
              <a:ea typeface="Lexend"/>
              <a:cs typeface="Lexend"/>
              <a:sym typeface="Lexend"/>
            </a:endParaRPr>
          </a:p>
        </p:txBody>
      </p:sp>
    </p:spTree>
  </p:cSld>
  <p:clrMapOvr>
    <a:masterClrMapping/>
  </p:clrMapOvr>
  <p:transition/>
  <p:timing/>
</p:sld>
</file>

<file path=ppt/slides/slide2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017" name="Shape 1017"/>
        <p:cNvGrpSpPr/>
        <p:nvPr/>
      </p:nvGrpSpPr>
      <p:grpSpPr>
        <a:xfrm>
          <a:off x="0" y="0"/>
          <a:ext cx="0" cy="0"/>
        </a:xfrm>
      </p:grpSpPr>
      <p:sp>
        <p:nvSpPr>
          <p:cNvPr id="1018" name="Google Shape;1018;p83"/>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Using percentages to solve problems</a:t>
            </a:r>
            <a:endParaRPr/>
          </a:p>
        </p:txBody>
      </p:sp>
      <p:sp>
        <p:nvSpPr>
          <p:cNvPr id="1019" name="Google Shape;1019;p83"/>
          <p:cNvSpPr txBox="1"/>
          <p:nvPr>
            <p:ph type="body" idx="1"/>
          </p:nvPr>
        </p:nvSpPr>
        <p:spPr>
          <a:xfrm>
            <a:off x="324000" y="759300"/>
            <a:ext cx="8237700" cy="8145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1) The images below show some parts of different shapes.</a:t>
            </a:r>
            <a:endParaRPr/>
          </a:p>
          <a:p>
            <a:pPr marL="0" lvl="0" indent="0" algn="l" rtl="0">
              <a:spcBef>
                <a:spcPts val="1000"/>
              </a:spcBef>
              <a:spcAft>
                <a:spcPts val="1000"/>
              </a:spcAft>
              <a:buNone/>
            </a:pPr>
            <a:r>
              <a:rPr lang="en-GB"/>
              <a:t>What might each whole shape look like?</a:t>
            </a:r>
            <a:endParaRPr/>
          </a:p>
        </p:txBody>
      </p:sp>
      <p:sp>
        <p:nvSpPr>
          <p:cNvPr id="1020" name="Google Shape;1020;p83"/>
          <p:cNvSpPr/>
          <p:nvPr/>
        </p:nvSpPr>
        <p:spPr>
          <a:xfrm>
            <a:off x="998248" y="1786650"/>
            <a:ext cx="1225500" cy="1059900"/>
          </a:xfrm>
          <a:prstGeom prst="triangle">
            <a:avLst>
              <a:gd name="adj" fmla="val 50000"/>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600">
                <a:latin typeface="Lexend"/>
                <a:ea typeface="Lexend"/>
                <a:cs typeface="Lexend"/>
                <a:sym typeface="Lexend"/>
              </a:rPr>
              <a:t>60%</a:t>
            </a:r>
            <a:endParaRPr sz="1600">
              <a:latin typeface="Lexend"/>
              <a:ea typeface="Lexend"/>
              <a:cs typeface="Lexend"/>
              <a:sym typeface="Lexend"/>
            </a:endParaRPr>
          </a:p>
        </p:txBody>
      </p:sp>
      <p:sp>
        <p:nvSpPr>
          <p:cNvPr id="1021" name="Google Shape;1021;p83"/>
          <p:cNvSpPr txBox="1"/>
          <p:nvPr/>
        </p:nvSpPr>
        <p:spPr>
          <a:xfrm>
            <a:off x="331375" y="1573825"/>
            <a:ext cx="588600" cy="5232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2200">
                <a:solidFill>
                  <a:schemeClr val="dk1"/>
                </a:solidFill>
                <a:latin typeface="Lexend"/>
                <a:ea typeface="Lexend"/>
                <a:cs typeface="Lexend"/>
                <a:sym typeface="Lexend"/>
              </a:rPr>
              <a:t>e)</a:t>
            </a:r>
            <a:endParaRPr sz="2200">
              <a:solidFill>
                <a:schemeClr val="dk1"/>
              </a:solidFill>
              <a:latin typeface="Lexend"/>
              <a:ea typeface="Lexend"/>
              <a:cs typeface="Lexend"/>
              <a:sym typeface="Lexend"/>
            </a:endParaRPr>
          </a:p>
        </p:txBody>
      </p:sp>
      <p:sp>
        <p:nvSpPr>
          <p:cNvPr id="1022" name="Google Shape;1022;p83"/>
          <p:cNvSpPr/>
          <p:nvPr/>
        </p:nvSpPr>
        <p:spPr>
          <a:xfrm>
            <a:off x="4058848" y="2038350"/>
            <a:ext cx="1225500" cy="1059900"/>
          </a:xfrm>
          <a:prstGeom prst="triangle">
            <a:avLst>
              <a:gd name="adj" fmla="val 50000"/>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600">
                <a:latin typeface="Lexend"/>
                <a:ea typeface="Lexend"/>
                <a:cs typeface="Lexend"/>
                <a:sym typeface="Lexend"/>
              </a:rPr>
              <a:t>60%</a:t>
            </a:r>
            <a:endParaRPr sz="1600">
              <a:latin typeface="Lexend"/>
              <a:ea typeface="Lexend"/>
              <a:cs typeface="Lexend"/>
              <a:sym typeface="Lexend"/>
            </a:endParaRPr>
          </a:p>
        </p:txBody>
      </p:sp>
      <p:sp>
        <p:nvSpPr>
          <p:cNvPr id="1023" name="Google Shape;1023;p83"/>
          <p:cNvSpPr txBox="1"/>
          <p:nvPr/>
        </p:nvSpPr>
        <p:spPr>
          <a:xfrm>
            <a:off x="2439518" y="1773950"/>
            <a:ext cx="618900" cy="5232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2200">
                <a:solidFill>
                  <a:schemeClr val="dk1"/>
                </a:solidFill>
                <a:latin typeface="Kalam"/>
                <a:ea typeface="Kalam"/>
                <a:cs typeface="Kalam"/>
                <a:sym typeface="Kalam"/>
              </a:rPr>
              <a:t>e.g.</a:t>
            </a:r>
            <a:endParaRPr sz="2200">
              <a:solidFill>
                <a:schemeClr val="dk1"/>
              </a:solidFill>
              <a:latin typeface="Kalam"/>
              <a:ea typeface="Kalam"/>
              <a:cs typeface="Kalam"/>
              <a:sym typeface="Kalam"/>
            </a:endParaRPr>
          </a:p>
        </p:txBody>
      </p:sp>
      <p:grpSp>
        <p:nvGrpSpPr>
          <p:cNvPr id="1024" name="Google Shape;1024;p83"/>
          <p:cNvGrpSpPr/>
          <p:nvPr/>
        </p:nvGrpSpPr>
        <p:grpSpPr>
          <a:xfrm rot="-3594711">
            <a:off x="4510380" y="1759227"/>
            <a:ext cx="1509063" cy="1571230"/>
            <a:chOff x="5696135" y="2239703"/>
            <a:chExt cx="1509159" cy="1571330"/>
          </a:xfrm>
        </p:grpSpPr>
        <p:sp>
          <p:nvSpPr>
            <p:cNvPr id="1025" name="Google Shape;1025;p83"/>
            <p:cNvSpPr/>
            <p:nvPr/>
          </p:nvSpPr>
          <p:spPr>
            <a:xfrm>
              <a:off x="5979857" y="2239703"/>
              <a:ext cx="1225437" cy="1059830"/>
            </a:xfrm>
            <a:prstGeom prst="triangle">
              <a:avLst>
                <a:gd name="adj" fmla="val 50000"/>
              </a:avLst>
            </a:prstGeom>
            <a:solidFill>
              <a:srgbClr val="F3E5FB"/>
            </a:soli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sz="1600">
                <a:latin typeface="Lexend"/>
                <a:ea typeface="Lexend"/>
                <a:cs typeface="Lexend"/>
                <a:sym typeface="Lexend"/>
              </a:endParaRPr>
            </a:p>
          </p:txBody>
        </p:sp>
        <p:sp>
          <p:nvSpPr>
            <p:cNvPr id="1026" name="Google Shape;1026;p83"/>
            <p:cNvSpPr/>
            <p:nvPr/>
          </p:nvSpPr>
          <p:spPr>
            <a:xfrm rot="-7145870">
              <a:off x="6138288" y="2676295"/>
              <a:ext cx="1198315" cy="343458"/>
            </a:xfrm>
            <a:prstGeom prst="triangle">
              <a:avLst>
                <a:gd name="adj" fmla="val 50000"/>
              </a:avLst>
            </a:prstGeom>
            <a:solidFill>
              <a:srgbClr val="F3EEFB"/>
            </a:solidFill>
            <a:ln w="9525" cap="flat" cmpd="sng">
              <a:solidFill>
                <a:srgbClr val="F3EEF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cxnSp>
          <p:nvCxnSpPr>
            <p:cNvPr id="1027" name="Google Shape;1027;p83"/>
            <p:cNvCxnSpPr>
              <a:endCxn id="1026" idx="0"/>
            </p:cNvCxnSpPr>
            <p:nvPr/>
          </p:nvCxnSpPr>
          <p:spPr>
            <a:xfrm rot="3593555">
              <a:off x="6297300" y="2455127"/>
              <a:ext cx="564568" cy="309299"/>
            </a:xfrm>
            <a:prstGeom prst="straightConnector1">
              <a:avLst/>
            </a:prstGeom>
            <a:noFill/>
            <a:ln w="19050" cap="flat" cmpd="sng">
              <a:solidFill>
                <a:schemeClr val="dk2"/>
              </a:solidFill>
              <a:prstDash val="solid"/>
              <a:round/>
              <a:headEnd type="none" w="med" len="med"/>
              <a:tailEnd type="none" w="med" len="med"/>
            </a:ln>
          </p:spPr>
        </p:cxnSp>
        <p:cxnSp>
          <p:nvCxnSpPr>
            <p:cNvPr id="1028" name="Google Shape;1028;p83"/>
            <p:cNvCxnSpPr>
              <a:stCxn id="1026" idx="0"/>
            </p:cNvCxnSpPr>
            <p:nvPr/>
          </p:nvCxnSpPr>
          <p:spPr>
            <a:xfrm rot="-7205354" flipH="1">
              <a:off x="6580702" y="2943249"/>
              <a:ext cx="606764" cy="334155"/>
            </a:xfrm>
            <a:prstGeom prst="straightConnector1">
              <a:avLst/>
            </a:prstGeom>
            <a:noFill/>
            <a:ln w="19050" cap="flat" cmpd="sng">
              <a:solidFill>
                <a:schemeClr val="dk2"/>
              </a:solidFill>
              <a:prstDash val="solid"/>
              <a:round/>
              <a:headEnd type="none" w="med" len="med"/>
              <a:tailEnd type="none" w="med" len="med"/>
            </a:ln>
          </p:spPr>
        </p:cxnSp>
        <p:cxnSp>
          <p:nvCxnSpPr>
            <p:cNvPr id="1029" name="Google Shape;1029;p83"/>
            <p:cNvCxnSpPr>
              <a:stCxn id="1026" idx="4"/>
            </p:cNvCxnSpPr>
            <p:nvPr/>
          </p:nvCxnSpPr>
          <p:spPr>
            <a:xfrm rot="3595345">
              <a:off x="5994298" y="2245022"/>
              <a:ext cx="608773" cy="1040124"/>
            </a:xfrm>
            <a:prstGeom prst="straightConnector1">
              <a:avLst/>
            </a:prstGeom>
            <a:noFill/>
            <a:ln w="19050" cap="flat" cmpd="sng">
              <a:solidFill>
                <a:schemeClr val="dk2"/>
              </a:solidFill>
              <a:prstDash val="solid"/>
              <a:round/>
              <a:headEnd type="none" w="med" len="med"/>
              <a:tailEnd type="none" w="med" len="med"/>
            </a:ln>
          </p:spPr>
        </p:cxnSp>
        <p:cxnSp>
          <p:nvCxnSpPr>
            <p:cNvPr id="1030" name="Google Shape;1030;p83"/>
            <p:cNvCxnSpPr>
              <a:stCxn id="1025" idx="2"/>
              <a:endCxn id="1026" idx="2"/>
            </p:cNvCxnSpPr>
            <p:nvPr/>
          </p:nvCxnSpPr>
          <p:spPr>
            <a:xfrm rot="-7205466" flipH="1">
              <a:off x="6283821" y="2772226"/>
              <a:ext cx="591173" cy="1043212"/>
            </a:xfrm>
            <a:prstGeom prst="straightConnector1">
              <a:avLst/>
            </a:prstGeom>
            <a:noFill/>
            <a:ln w="19050" cap="flat" cmpd="sng">
              <a:solidFill>
                <a:schemeClr val="dk2"/>
              </a:solidFill>
              <a:prstDash val="solid"/>
              <a:round/>
              <a:headEnd type="none" w="med" len="med"/>
              <a:tailEnd type="none" w="med" len="med"/>
            </a:ln>
          </p:spPr>
        </p:cxnSp>
      </p:grpSp>
    </p:spTree>
  </p:cSld>
  <p:clrMapOvr>
    <a:masterClrMapping/>
  </p:clrMapOvr>
  <p:transition/>
  <p:timing/>
</p:sld>
</file>

<file path=ppt/slides/slide2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034" name="Shape 1034"/>
        <p:cNvGrpSpPr/>
        <p:nvPr/>
      </p:nvGrpSpPr>
      <p:grpSpPr>
        <a:xfrm>
          <a:off x="0" y="0"/>
          <a:ext cx="0" cy="0"/>
        </a:xfrm>
      </p:grpSpPr>
      <p:sp>
        <p:nvSpPr>
          <p:cNvPr id="1035" name="Google Shape;1035;p84"/>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Using percentages to solve problems</a:t>
            </a:r>
            <a:endParaRPr/>
          </a:p>
        </p:txBody>
      </p:sp>
      <p:sp>
        <p:nvSpPr>
          <p:cNvPr id="1036" name="Google Shape;1036;p84"/>
          <p:cNvSpPr txBox="1"/>
          <p:nvPr>
            <p:ph type="body" idx="1"/>
          </p:nvPr>
        </p:nvSpPr>
        <p:spPr>
          <a:xfrm>
            <a:off x="324000" y="759300"/>
            <a:ext cx="8237700" cy="4770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1) The images below show some parts of different shapes.</a:t>
            </a:r>
            <a:endParaRPr/>
          </a:p>
          <a:p>
            <a:pPr marL="0" lvl="0" indent="0" algn="l" rtl="0">
              <a:spcBef>
                <a:spcPts val="1000"/>
              </a:spcBef>
              <a:spcAft>
                <a:spcPts val="1000"/>
              </a:spcAft>
              <a:buNone/>
            </a:pPr>
            <a:r>
              <a:rPr lang="en-GB"/>
              <a:t>What might each whole shape look like?</a:t>
            </a:r>
            <a:endParaRPr/>
          </a:p>
        </p:txBody>
      </p:sp>
      <p:sp>
        <p:nvSpPr>
          <p:cNvPr id="1037" name="Google Shape;1037;p84"/>
          <p:cNvSpPr/>
          <p:nvPr/>
        </p:nvSpPr>
        <p:spPr>
          <a:xfrm>
            <a:off x="781590" y="1773950"/>
            <a:ext cx="714900" cy="1149300"/>
          </a:xfrm>
          <a:prstGeom prst="rect">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900">
                <a:latin typeface="Lexend"/>
                <a:ea typeface="Lexend"/>
                <a:cs typeface="Lexend"/>
                <a:sym typeface="Lexend"/>
              </a:rPr>
              <a:t>5%</a:t>
            </a:r>
            <a:endParaRPr sz="1900">
              <a:latin typeface="Lexend"/>
              <a:ea typeface="Lexend"/>
              <a:cs typeface="Lexend"/>
              <a:sym typeface="Lexend"/>
            </a:endParaRPr>
          </a:p>
        </p:txBody>
      </p:sp>
      <p:sp>
        <p:nvSpPr>
          <p:cNvPr id="1038" name="Google Shape;1038;p84"/>
          <p:cNvSpPr txBox="1"/>
          <p:nvPr/>
        </p:nvSpPr>
        <p:spPr>
          <a:xfrm>
            <a:off x="345390" y="1573825"/>
            <a:ext cx="588600" cy="5232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2200">
                <a:solidFill>
                  <a:schemeClr val="dk1"/>
                </a:solidFill>
                <a:latin typeface="Lexend"/>
                <a:ea typeface="Lexend"/>
                <a:cs typeface="Lexend"/>
                <a:sym typeface="Lexend"/>
              </a:rPr>
              <a:t>f)</a:t>
            </a:r>
            <a:endParaRPr sz="2200">
              <a:solidFill>
                <a:schemeClr val="dk1"/>
              </a:solidFill>
              <a:latin typeface="Lexend"/>
              <a:ea typeface="Lexend"/>
              <a:cs typeface="Lexend"/>
              <a:sym typeface="Lexend"/>
            </a:endParaRPr>
          </a:p>
        </p:txBody>
      </p:sp>
      <p:sp>
        <p:nvSpPr>
          <p:cNvPr id="1039" name="Google Shape;1039;p84"/>
          <p:cNvSpPr txBox="1"/>
          <p:nvPr/>
        </p:nvSpPr>
        <p:spPr>
          <a:xfrm>
            <a:off x="1601318" y="1621550"/>
            <a:ext cx="618900" cy="5232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2200">
                <a:solidFill>
                  <a:schemeClr val="dk1"/>
                </a:solidFill>
                <a:latin typeface="Kalam"/>
                <a:ea typeface="Kalam"/>
                <a:cs typeface="Kalam"/>
                <a:sym typeface="Kalam"/>
              </a:rPr>
              <a:t>e.g.</a:t>
            </a:r>
            <a:endParaRPr sz="2200">
              <a:solidFill>
                <a:schemeClr val="dk1"/>
              </a:solidFill>
              <a:latin typeface="Kalam"/>
              <a:ea typeface="Kalam"/>
              <a:cs typeface="Kalam"/>
              <a:sym typeface="Kalam"/>
            </a:endParaRPr>
          </a:p>
        </p:txBody>
      </p:sp>
      <p:sp>
        <p:nvSpPr>
          <p:cNvPr id="1040" name="Google Shape;1040;p84"/>
          <p:cNvSpPr/>
          <p:nvPr/>
        </p:nvSpPr>
        <p:spPr>
          <a:xfrm>
            <a:off x="2349890" y="1875800"/>
            <a:ext cx="714900" cy="1149300"/>
          </a:xfrm>
          <a:prstGeom prst="rect">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sz="1900">
              <a:latin typeface="Lexend"/>
              <a:ea typeface="Lexend"/>
              <a:cs typeface="Lexend"/>
              <a:sym typeface="Lexend"/>
            </a:endParaRPr>
          </a:p>
        </p:txBody>
      </p:sp>
      <p:sp>
        <p:nvSpPr>
          <p:cNvPr id="1041" name="Google Shape;1041;p84"/>
          <p:cNvSpPr/>
          <p:nvPr/>
        </p:nvSpPr>
        <p:spPr>
          <a:xfrm>
            <a:off x="3064790" y="2486550"/>
            <a:ext cx="714900" cy="1149300"/>
          </a:xfrm>
          <a:prstGeom prst="rect">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sz="1900">
              <a:latin typeface="Lexend"/>
              <a:ea typeface="Lexend"/>
              <a:cs typeface="Lexend"/>
              <a:sym typeface="Lexend"/>
            </a:endParaRPr>
          </a:p>
        </p:txBody>
      </p:sp>
      <p:sp>
        <p:nvSpPr>
          <p:cNvPr id="1042" name="Google Shape;1042;p84"/>
          <p:cNvSpPr/>
          <p:nvPr/>
        </p:nvSpPr>
        <p:spPr>
          <a:xfrm>
            <a:off x="2349890" y="3025100"/>
            <a:ext cx="714900" cy="1149300"/>
          </a:xfrm>
          <a:prstGeom prst="rect">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sz="1900">
              <a:latin typeface="Lexend"/>
              <a:ea typeface="Lexend"/>
              <a:cs typeface="Lexend"/>
              <a:sym typeface="Lexend"/>
            </a:endParaRPr>
          </a:p>
        </p:txBody>
      </p:sp>
      <p:sp>
        <p:nvSpPr>
          <p:cNvPr id="1043" name="Google Shape;1043;p84"/>
          <p:cNvSpPr/>
          <p:nvPr/>
        </p:nvSpPr>
        <p:spPr>
          <a:xfrm>
            <a:off x="3064790" y="3635850"/>
            <a:ext cx="714900" cy="1149300"/>
          </a:xfrm>
          <a:prstGeom prst="rect">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sz="1900">
              <a:latin typeface="Lexend"/>
              <a:ea typeface="Lexend"/>
              <a:cs typeface="Lexend"/>
              <a:sym typeface="Lexend"/>
            </a:endParaRPr>
          </a:p>
        </p:txBody>
      </p:sp>
      <p:sp>
        <p:nvSpPr>
          <p:cNvPr id="1044" name="Google Shape;1044;p84"/>
          <p:cNvSpPr/>
          <p:nvPr/>
        </p:nvSpPr>
        <p:spPr>
          <a:xfrm>
            <a:off x="3780715" y="1875800"/>
            <a:ext cx="714900" cy="1149300"/>
          </a:xfrm>
          <a:prstGeom prst="rect">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sz="1900">
              <a:latin typeface="Lexend"/>
              <a:ea typeface="Lexend"/>
              <a:cs typeface="Lexend"/>
              <a:sym typeface="Lexend"/>
            </a:endParaRPr>
          </a:p>
        </p:txBody>
      </p:sp>
      <p:sp>
        <p:nvSpPr>
          <p:cNvPr id="1045" name="Google Shape;1045;p84"/>
          <p:cNvSpPr/>
          <p:nvPr/>
        </p:nvSpPr>
        <p:spPr>
          <a:xfrm>
            <a:off x="4495615" y="2486550"/>
            <a:ext cx="714900" cy="1149300"/>
          </a:xfrm>
          <a:prstGeom prst="rect">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sz="1900">
              <a:latin typeface="Lexend"/>
              <a:ea typeface="Lexend"/>
              <a:cs typeface="Lexend"/>
              <a:sym typeface="Lexend"/>
            </a:endParaRPr>
          </a:p>
        </p:txBody>
      </p:sp>
      <p:sp>
        <p:nvSpPr>
          <p:cNvPr id="1046" name="Google Shape;1046;p84"/>
          <p:cNvSpPr/>
          <p:nvPr/>
        </p:nvSpPr>
        <p:spPr>
          <a:xfrm>
            <a:off x="3780715" y="3025100"/>
            <a:ext cx="714900" cy="1149300"/>
          </a:xfrm>
          <a:prstGeom prst="rect">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sz="1900">
              <a:latin typeface="Lexend"/>
              <a:ea typeface="Lexend"/>
              <a:cs typeface="Lexend"/>
              <a:sym typeface="Lexend"/>
            </a:endParaRPr>
          </a:p>
        </p:txBody>
      </p:sp>
      <p:sp>
        <p:nvSpPr>
          <p:cNvPr id="1047" name="Google Shape;1047;p84"/>
          <p:cNvSpPr/>
          <p:nvPr/>
        </p:nvSpPr>
        <p:spPr>
          <a:xfrm>
            <a:off x="4495615" y="3635850"/>
            <a:ext cx="714900" cy="1149300"/>
          </a:xfrm>
          <a:prstGeom prst="rect">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sz="1900">
              <a:latin typeface="Lexend"/>
              <a:ea typeface="Lexend"/>
              <a:cs typeface="Lexend"/>
              <a:sym typeface="Lexend"/>
            </a:endParaRPr>
          </a:p>
        </p:txBody>
      </p:sp>
      <p:sp>
        <p:nvSpPr>
          <p:cNvPr id="1048" name="Google Shape;1048;p84"/>
          <p:cNvSpPr/>
          <p:nvPr/>
        </p:nvSpPr>
        <p:spPr>
          <a:xfrm>
            <a:off x="5211539" y="1875800"/>
            <a:ext cx="714900" cy="1149300"/>
          </a:xfrm>
          <a:prstGeom prst="rect">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sz="1900" b="1">
              <a:latin typeface="Lexend"/>
              <a:ea typeface="Lexend"/>
              <a:cs typeface="Lexend"/>
              <a:sym typeface="Lexend"/>
            </a:endParaRPr>
          </a:p>
        </p:txBody>
      </p:sp>
      <p:sp>
        <p:nvSpPr>
          <p:cNvPr id="1049" name="Google Shape;1049;p84"/>
          <p:cNvSpPr/>
          <p:nvPr/>
        </p:nvSpPr>
        <p:spPr>
          <a:xfrm>
            <a:off x="5926439" y="2486550"/>
            <a:ext cx="714900" cy="1149300"/>
          </a:xfrm>
          <a:prstGeom prst="rect">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sz="1900" b="1">
              <a:latin typeface="Lexend"/>
              <a:ea typeface="Lexend"/>
              <a:cs typeface="Lexend"/>
              <a:sym typeface="Lexend"/>
            </a:endParaRPr>
          </a:p>
        </p:txBody>
      </p:sp>
      <p:sp>
        <p:nvSpPr>
          <p:cNvPr id="1050" name="Google Shape;1050;p84"/>
          <p:cNvSpPr/>
          <p:nvPr/>
        </p:nvSpPr>
        <p:spPr>
          <a:xfrm>
            <a:off x="5211539" y="3025100"/>
            <a:ext cx="714900" cy="1149300"/>
          </a:xfrm>
          <a:prstGeom prst="rect">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sz="1900" b="1">
              <a:latin typeface="Lexend"/>
              <a:ea typeface="Lexend"/>
              <a:cs typeface="Lexend"/>
              <a:sym typeface="Lexend"/>
            </a:endParaRPr>
          </a:p>
        </p:txBody>
      </p:sp>
      <p:sp>
        <p:nvSpPr>
          <p:cNvPr id="1051" name="Google Shape;1051;p84"/>
          <p:cNvSpPr/>
          <p:nvPr/>
        </p:nvSpPr>
        <p:spPr>
          <a:xfrm>
            <a:off x="5926439" y="3635850"/>
            <a:ext cx="714900" cy="1149300"/>
          </a:xfrm>
          <a:prstGeom prst="rect">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sz="1900" b="1">
              <a:latin typeface="Lexend"/>
              <a:ea typeface="Lexend"/>
              <a:cs typeface="Lexend"/>
              <a:sym typeface="Lexend"/>
            </a:endParaRPr>
          </a:p>
        </p:txBody>
      </p:sp>
      <p:sp>
        <p:nvSpPr>
          <p:cNvPr id="1052" name="Google Shape;1052;p84"/>
          <p:cNvSpPr/>
          <p:nvPr/>
        </p:nvSpPr>
        <p:spPr>
          <a:xfrm>
            <a:off x="6642364" y="1875800"/>
            <a:ext cx="714900" cy="1149300"/>
          </a:xfrm>
          <a:prstGeom prst="rect">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sz="1900" b="1">
              <a:latin typeface="Lexend"/>
              <a:ea typeface="Lexend"/>
              <a:cs typeface="Lexend"/>
              <a:sym typeface="Lexend"/>
            </a:endParaRPr>
          </a:p>
        </p:txBody>
      </p:sp>
      <p:sp>
        <p:nvSpPr>
          <p:cNvPr id="1053" name="Google Shape;1053;p84"/>
          <p:cNvSpPr/>
          <p:nvPr/>
        </p:nvSpPr>
        <p:spPr>
          <a:xfrm>
            <a:off x="7357264" y="2486550"/>
            <a:ext cx="714900" cy="1149300"/>
          </a:xfrm>
          <a:prstGeom prst="rect">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sz="1900" b="1">
              <a:latin typeface="Lexend"/>
              <a:ea typeface="Lexend"/>
              <a:cs typeface="Lexend"/>
              <a:sym typeface="Lexend"/>
            </a:endParaRPr>
          </a:p>
        </p:txBody>
      </p:sp>
      <p:sp>
        <p:nvSpPr>
          <p:cNvPr id="1054" name="Google Shape;1054;p84"/>
          <p:cNvSpPr/>
          <p:nvPr/>
        </p:nvSpPr>
        <p:spPr>
          <a:xfrm>
            <a:off x="6642364" y="3025100"/>
            <a:ext cx="714900" cy="1149300"/>
          </a:xfrm>
          <a:prstGeom prst="rect">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sz="1900" b="1">
              <a:latin typeface="Lexend"/>
              <a:ea typeface="Lexend"/>
              <a:cs typeface="Lexend"/>
              <a:sym typeface="Lexend"/>
            </a:endParaRPr>
          </a:p>
        </p:txBody>
      </p:sp>
      <p:sp>
        <p:nvSpPr>
          <p:cNvPr id="1055" name="Google Shape;1055;p84"/>
          <p:cNvSpPr/>
          <p:nvPr/>
        </p:nvSpPr>
        <p:spPr>
          <a:xfrm>
            <a:off x="7357264" y="3635850"/>
            <a:ext cx="714900" cy="1149300"/>
          </a:xfrm>
          <a:prstGeom prst="rect">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sz="1900" b="1">
              <a:latin typeface="Lexend"/>
              <a:ea typeface="Lexend"/>
              <a:cs typeface="Lexend"/>
              <a:sym typeface="Lexend"/>
            </a:endParaRPr>
          </a:p>
        </p:txBody>
      </p:sp>
      <p:sp>
        <p:nvSpPr>
          <p:cNvPr id="1056" name="Google Shape;1056;p84"/>
          <p:cNvSpPr/>
          <p:nvPr/>
        </p:nvSpPr>
        <p:spPr>
          <a:xfrm>
            <a:off x="8064890" y="1875800"/>
            <a:ext cx="714900" cy="1149300"/>
          </a:xfrm>
          <a:prstGeom prst="rect">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sz="1900" b="1">
              <a:latin typeface="Lexend"/>
              <a:ea typeface="Lexend"/>
              <a:cs typeface="Lexend"/>
              <a:sym typeface="Lexend"/>
            </a:endParaRPr>
          </a:p>
        </p:txBody>
      </p:sp>
      <p:sp>
        <p:nvSpPr>
          <p:cNvPr id="1057" name="Google Shape;1057;p84"/>
          <p:cNvSpPr/>
          <p:nvPr/>
        </p:nvSpPr>
        <p:spPr>
          <a:xfrm>
            <a:off x="8064890" y="3025100"/>
            <a:ext cx="714900" cy="1149300"/>
          </a:xfrm>
          <a:prstGeom prst="rect">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sz="1900" b="1">
              <a:latin typeface="Lexend"/>
              <a:ea typeface="Lexend"/>
              <a:cs typeface="Lexend"/>
              <a:sym typeface="Lexend"/>
            </a:endParaRPr>
          </a:p>
        </p:txBody>
      </p:sp>
      <p:sp>
        <p:nvSpPr>
          <p:cNvPr id="1058" name="Google Shape;1058;p84"/>
          <p:cNvSpPr/>
          <p:nvPr/>
        </p:nvSpPr>
        <p:spPr>
          <a:xfrm>
            <a:off x="1633965" y="2486550"/>
            <a:ext cx="714900" cy="1149300"/>
          </a:xfrm>
          <a:prstGeom prst="rect">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sz="1900">
              <a:latin typeface="Lexend"/>
              <a:ea typeface="Lexend"/>
              <a:cs typeface="Lexend"/>
              <a:sym typeface="Lexend"/>
            </a:endParaRPr>
          </a:p>
        </p:txBody>
      </p:sp>
      <p:sp>
        <p:nvSpPr>
          <p:cNvPr id="1059" name="Google Shape;1059;p84"/>
          <p:cNvSpPr/>
          <p:nvPr/>
        </p:nvSpPr>
        <p:spPr>
          <a:xfrm>
            <a:off x="1633965" y="3635850"/>
            <a:ext cx="714900" cy="1149300"/>
          </a:xfrm>
          <a:prstGeom prst="rect">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sz="1900">
              <a:latin typeface="Lexend"/>
              <a:ea typeface="Lexend"/>
              <a:cs typeface="Lexend"/>
              <a:sym typeface="Lexend"/>
            </a:endParaRPr>
          </a:p>
        </p:txBody>
      </p:sp>
    </p:spTree>
  </p:cSld>
  <p:clrMapOvr>
    <a:masterClrMapping/>
  </p:clrMapOvr>
  <p:transition/>
  <p:timing/>
</p:sld>
</file>

<file path=ppt/slides/slide2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063" name="Shape 1063"/>
        <p:cNvGrpSpPr/>
        <p:nvPr/>
      </p:nvGrpSpPr>
      <p:grpSpPr>
        <a:xfrm>
          <a:off x="0" y="0"/>
          <a:ext cx="0" cy="0"/>
        </a:xfrm>
      </p:grpSpPr>
      <p:sp>
        <p:nvSpPr>
          <p:cNvPr id="1064" name="Google Shape;1064;p85"/>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Using percentages to solve problems</a:t>
            </a:r>
            <a:endParaRPr/>
          </a:p>
        </p:txBody>
      </p:sp>
      <p:sp>
        <p:nvSpPr>
          <p:cNvPr id="1065" name="Google Shape;1065;p85"/>
          <p:cNvSpPr txBox="1"/>
          <p:nvPr>
            <p:ph type="body" idx="1"/>
          </p:nvPr>
        </p:nvSpPr>
        <p:spPr>
          <a:xfrm>
            <a:off x="324000" y="759300"/>
            <a:ext cx="8237700" cy="9864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1) The images below show some parts of different shapes.</a:t>
            </a:r>
            <a:endParaRPr/>
          </a:p>
          <a:p>
            <a:pPr marL="0" lvl="0" indent="0" algn="l" rtl="0">
              <a:spcBef>
                <a:spcPts val="1000"/>
              </a:spcBef>
              <a:spcAft>
                <a:spcPts val="1000"/>
              </a:spcAft>
              <a:buNone/>
            </a:pPr>
            <a:r>
              <a:rPr lang="en-GB"/>
              <a:t>What might each whole shape look like?</a:t>
            </a:r>
            <a:endParaRPr/>
          </a:p>
        </p:txBody>
      </p:sp>
      <p:sp>
        <p:nvSpPr>
          <p:cNvPr id="1066" name="Google Shape;1066;p85"/>
          <p:cNvSpPr/>
          <p:nvPr/>
        </p:nvSpPr>
        <p:spPr>
          <a:xfrm>
            <a:off x="919975" y="1834050"/>
            <a:ext cx="2037600" cy="651900"/>
          </a:xfrm>
          <a:prstGeom prst="rect">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900">
                <a:latin typeface="Lexend"/>
                <a:ea typeface="Lexend"/>
                <a:cs typeface="Lexend"/>
                <a:sym typeface="Lexend"/>
              </a:rPr>
              <a:t>120%</a:t>
            </a:r>
            <a:endParaRPr sz="1900">
              <a:latin typeface="Lexend"/>
              <a:ea typeface="Lexend"/>
              <a:cs typeface="Lexend"/>
              <a:sym typeface="Lexend"/>
            </a:endParaRPr>
          </a:p>
        </p:txBody>
      </p:sp>
      <p:sp>
        <p:nvSpPr>
          <p:cNvPr id="1067" name="Google Shape;1067;p85"/>
          <p:cNvSpPr txBox="1"/>
          <p:nvPr/>
        </p:nvSpPr>
        <p:spPr>
          <a:xfrm>
            <a:off x="331375" y="1573825"/>
            <a:ext cx="588600" cy="5232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2200">
                <a:solidFill>
                  <a:schemeClr val="dk1"/>
                </a:solidFill>
                <a:latin typeface="Lexend"/>
                <a:ea typeface="Lexend"/>
                <a:cs typeface="Lexend"/>
                <a:sym typeface="Lexend"/>
              </a:rPr>
              <a:t>g)</a:t>
            </a:r>
            <a:endParaRPr sz="2200">
              <a:solidFill>
                <a:schemeClr val="dk1"/>
              </a:solidFill>
              <a:latin typeface="Lexend"/>
              <a:ea typeface="Lexend"/>
              <a:cs typeface="Lexend"/>
              <a:sym typeface="Lexend"/>
            </a:endParaRPr>
          </a:p>
        </p:txBody>
      </p:sp>
      <p:sp>
        <p:nvSpPr>
          <p:cNvPr id="1068" name="Google Shape;1068;p85"/>
          <p:cNvSpPr/>
          <p:nvPr/>
        </p:nvSpPr>
        <p:spPr>
          <a:xfrm>
            <a:off x="4216775" y="1834050"/>
            <a:ext cx="1696500" cy="651900"/>
          </a:xfrm>
          <a:prstGeom prst="rect">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sz="1900">
              <a:latin typeface="Lexend"/>
              <a:ea typeface="Lexend"/>
              <a:cs typeface="Lexend"/>
              <a:sym typeface="Lexend"/>
            </a:endParaRPr>
          </a:p>
        </p:txBody>
      </p:sp>
      <p:sp>
        <p:nvSpPr>
          <p:cNvPr id="1069" name="Google Shape;1069;p85"/>
          <p:cNvSpPr txBox="1"/>
          <p:nvPr/>
        </p:nvSpPr>
        <p:spPr>
          <a:xfrm>
            <a:off x="3277718" y="1697750"/>
            <a:ext cx="618900" cy="5232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2200">
                <a:solidFill>
                  <a:schemeClr val="dk1"/>
                </a:solidFill>
                <a:latin typeface="Kalam"/>
                <a:ea typeface="Kalam"/>
                <a:cs typeface="Kalam"/>
                <a:sym typeface="Kalam"/>
              </a:rPr>
              <a:t>e.g.</a:t>
            </a:r>
            <a:endParaRPr sz="2200">
              <a:solidFill>
                <a:schemeClr val="dk1"/>
              </a:solidFill>
              <a:latin typeface="Kalam"/>
              <a:ea typeface="Kalam"/>
              <a:cs typeface="Kalam"/>
              <a:sym typeface="Kalam"/>
            </a:endParaRPr>
          </a:p>
        </p:txBody>
      </p:sp>
      <p:sp>
        <p:nvSpPr>
          <p:cNvPr id="1070" name="Google Shape;1070;p85"/>
          <p:cNvSpPr txBox="1"/>
          <p:nvPr/>
        </p:nvSpPr>
        <p:spPr>
          <a:xfrm>
            <a:off x="4573151" y="2688350"/>
            <a:ext cx="2341800" cy="8619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2200">
                <a:solidFill>
                  <a:schemeClr val="dk1"/>
                </a:solidFill>
                <a:latin typeface="Kalam"/>
                <a:ea typeface="Kalam"/>
                <a:cs typeface="Kalam"/>
                <a:sym typeface="Kalam"/>
              </a:rPr>
              <a:t>of the original shape</a:t>
            </a:r>
            <a:endParaRPr sz="2200">
              <a:solidFill>
                <a:schemeClr val="dk1"/>
              </a:solidFill>
              <a:latin typeface="Kalam"/>
              <a:ea typeface="Kalam"/>
              <a:cs typeface="Kalam"/>
              <a:sym typeface="Kalam"/>
            </a:endParaRPr>
          </a:p>
        </p:txBody>
      </p:sp>
      <p:pic>
        <p:nvPicPr>
          <p:cNvPr id="1071" name="Google Shape;1071;p85" descr="&lt;math xmlns=&quot;http://www.w3.org/1998/Math/MathML&quot; display=&quot;block&quot; data-is-equatio=&quot;1&quot; data-latex=&quot;\frac{5}{6}&quot;&gt;&lt;mfrac&gt;&lt;mn&gt;5&lt;/mn&gt;&lt;mn&gt;6&lt;/mn&gt;&lt;/mfrac&gt;&lt;/math&gt;" title="five sixths"/>
          <p:cNvPicPr preferRelativeResize="0"/>
          <p:nvPr/>
        </p:nvPicPr>
        <p:blipFill>
          <a:blip r:embed="rId3">
            <a:alphaModFix/>
          </a:blip>
          <a:stretch>
            <a:fillRect/>
          </a:stretch>
        </p:blipFill>
        <p:spPr>
          <a:xfrm>
            <a:off x="4362975" y="2688350"/>
            <a:ext cx="159756" cy="523200"/>
          </a:xfrm>
          <a:prstGeom prst="rect">
            <a:avLst/>
          </a:prstGeom>
          <a:noFill/>
          <a:ln>
            <a:noFill/>
          </a:ln>
        </p:spPr>
      </p:pic>
    </p:spTree>
  </p:cSld>
  <p:clrMapOvr>
    <a:masterClrMapping/>
  </p:clrMapOvr>
  <p:transition/>
  <p:timing/>
</p:sld>
</file>

<file path=ppt/slides/slide2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075" name="Shape 1075"/>
        <p:cNvGrpSpPr/>
        <p:nvPr/>
      </p:nvGrpSpPr>
      <p:grpSpPr>
        <a:xfrm>
          <a:off x="0" y="0"/>
          <a:ext cx="0" cy="0"/>
        </a:xfrm>
      </p:grpSpPr>
      <p:sp>
        <p:nvSpPr>
          <p:cNvPr id="1076" name="Google Shape;1076;p86"/>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Using percentages to solve problems</a:t>
            </a:r>
            <a:endParaRPr/>
          </a:p>
        </p:txBody>
      </p:sp>
      <p:sp>
        <p:nvSpPr>
          <p:cNvPr id="1077" name="Google Shape;1077;p86"/>
          <p:cNvSpPr txBox="1"/>
          <p:nvPr>
            <p:ph type="body" idx="1"/>
          </p:nvPr>
        </p:nvSpPr>
        <p:spPr>
          <a:xfrm>
            <a:off x="324000" y="759300"/>
            <a:ext cx="8237700" cy="8145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1) The images below show some parts of different shapes.</a:t>
            </a:r>
            <a:endParaRPr/>
          </a:p>
          <a:p>
            <a:pPr marL="0" lvl="0" indent="0" algn="l" rtl="0">
              <a:spcBef>
                <a:spcPts val="1000"/>
              </a:spcBef>
              <a:spcAft>
                <a:spcPts val="1000"/>
              </a:spcAft>
              <a:buNone/>
            </a:pPr>
            <a:r>
              <a:rPr lang="en-GB"/>
              <a:t>What might each whole shape look like?</a:t>
            </a:r>
            <a:endParaRPr/>
          </a:p>
        </p:txBody>
      </p:sp>
      <p:sp>
        <p:nvSpPr>
          <p:cNvPr id="1078" name="Google Shape;1078;p86"/>
          <p:cNvSpPr/>
          <p:nvPr/>
        </p:nvSpPr>
        <p:spPr>
          <a:xfrm>
            <a:off x="1087350" y="1713600"/>
            <a:ext cx="1194900" cy="986400"/>
          </a:xfrm>
          <a:prstGeom prst="hexagon">
            <a:avLst>
              <a:gd name="adj" fmla="val 25000"/>
              <a:gd name="vf" fmla="val 115470"/>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900">
                <a:latin typeface="Lexend"/>
                <a:ea typeface="Lexend"/>
                <a:cs typeface="Lexend"/>
                <a:sym typeface="Lexend"/>
              </a:rPr>
              <a:t>150%</a:t>
            </a:r>
            <a:endParaRPr sz="1900">
              <a:latin typeface="Lexend"/>
              <a:ea typeface="Lexend"/>
              <a:cs typeface="Lexend"/>
              <a:sym typeface="Lexend"/>
            </a:endParaRPr>
          </a:p>
        </p:txBody>
      </p:sp>
      <p:sp>
        <p:nvSpPr>
          <p:cNvPr id="1079" name="Google Shape;1079;p86"/>
          <p:cNvSpPr txBox="1"/>
          <p:nvPr/>
        </p:nvSpPr>
        <p:spPr>
          <a:xfrm>
            <a:off x="407575" y="1573825"/>
            <a:ext cx="588600" cy="5232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2200">
                <a:solidFill>
                  <a:schemeClr val="dk1"/>
                </a:solidFill>
                <a:latin typeface="Lexend"/>
                <a:ea typeface="Lexend"/>
                <a:cs typeface="Lexend"/>
                <a:sym typeface="Lexend"/>
              </a:rPr>
              <a:t>h)</a:t>
            </a:r>
            <a:endParaRPr sz="2200">
              <a:solidFill>
                <a:schemeClr val="dk1"/>
              </a:solidFill>
              <a:latin typeface="Lexend"/>
              <a:ea typeface="Lexend"/>
              <a:cs typeface="Lexend"/>
              <a:sym typeface="Lexend"/>
            </a:endParaRPr>
          </a:p>
        </p:txBody>
      </p:sp>
      <p:grpSp>
        <p:nvGrpSpPr>
          <p:cNvPr id="1080" name="Google Shape;1080;p86"/>
          <p:cNvGrpSpPr/>
          <p:nvPr/>
        </p:nvGrpSpPr>
        <p:grpSpPr>
          <a:xfrm>
            <a:off x="3435575" y="1960675"/>
            <a:ext cx="1450711" cy="1105391"/>
            <a:chOff x="5873975" y="2494075"/>
            <a:chExt cx="1450711" cy="1105391"/>
          </a:xfrm>
        </p:grpSpPr>
        <p:sp>
          <p:nvSpPr>
            <p:cNvPr id="1081" name="Google Shape;1081;p86"/>
            <p:cNvSpPr/>
            <p:nvPr/>
          </p:nvSpPr>
          <p:spPr>
            <a:xfrm>
              <a:off x="5873975" y="2494075"/>
              <a:ext cx="1194900" cy="986400"/>
            </a:xfrm>
            <a:prstGeom prst="hexagon">
              <a:avLst>
                <a:gd name="adj" fmla="val 25000"/>
                <a:gd name="vf" fmla="val 115470"/>
              </a:avLst>
            </a:prstGeom>
            <a:solidFill>
              <a:srgbClr val="F3E5FB"/>
            </a:solidFill>
            <a:ln w="19050"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sz="1900">
                <a:latin typeface="Lexend"/>
                <a:ea typeface="Lexend"/>
                <a:cs typeface="Lexend"/>
                <a:sym typeface="Lexend"/>
              </a:endParaRPr>
            </a:p>
          </p:txBody>
        </p:sp>
        <p:sp>
          <p:nvSpPr>
            <p:cNvPr id="1082" name="Google Shape;1082;p86"/>
            <p:cNvSpPr/>
            <p:nvPr/>
          </p:nvSpPr>
          <p:spPr>
            <a:xfrm>
              <a:off x="6120575" y="3012350"/>
              <a:ext cx="701700" cy="523200"/>
            </a:xfrm>
            <a:prstGeom prst="triangle">
              <a:avLst>
                <a:gd name="adj" fmla="val 50000"/>
              </a:avLst>
            </a:prstGeom>
            <a:solidFill>
              <a:srgbClr val="F3EEFB"/>
            </a:solidFill>
            <a:ln w="9525" cap="flat" cmpd="sng">
              <a:solidFill>
                <a:srgbClr val="F3EEF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083" name="Google Shape;1083;p86"/>
            <p:cNvSpPr/>
            <p:nvPr/>
          </p:nvSpPr>
          <p:spPr>
            <a:xfrm rot="3375742">
              <a:off x="6561502" y="2900769"/>
              <a:ext cx="701668" cy="523194"/>
            </a:xfrm>
            <a:prstGeom prst="triangle">
              <a:avLst>
                <a:gd name="adj" fmla="val 50000"/>
              </a:avLst>
            </a:prstGeom>
            <a:solidFill>
              <a:srgbClr val="F3EEFB"/>
            </a:solidFill>
            <a:ln w="9525" cap="flat" cmpd="sng">
              <a:solidFill>
                <a:srgbClr val="F3EEF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084" name="Google Shape;1084;p86"/>
            <p:cNvSpPr/>
            <p:nvPr/>
          </p:nvSpPr>
          <p:spPr>
            <a:xfrm>
              <a:off x="6490200" y="2998950"/>
              <a:ext cx="373500" cy="583500"/>
            </a:xfrm>
            <a:prstGeom prst="rect">
              <a:avLst/>
            </a:prstGeom>
            <a:solidFill>
              <a:srgbClr val="F3EEFB"/>
            </a:solidFill>
            <a:ln w="9525" cap="flat" cmpd="sng">
              <a:solidFill>
                <a:srgbClr val="F3EEF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sp>
        <p:nvSpPr>
          <p:cNvPr id="1085" name="Google Shape;1085;p86"/>
          <p:cNvSpPr txBox="1"/>
          <p:nvPr/>
        </p:nvSpPr>
        <p:spPr>
          <a:xfrm>
            <a:off x="2668118" y="1697750"/>
            <a:ext cx="618900" cy="5232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2200">
                <a:solidFill>
                  <a:schemeClr val="dk1"/>
                </a:solidFill>
                <a:latin typeface="Kalam"/>
                <a:ea typeface="Kalam"/>
                <a:cs typeface="Kalam"/>
                <a:sym typeface="Kalam"/>
              </a:rPr>
              <a:t>e.g.</a:t>
            </a:r>
            <a:endParaRPr sz="2200">
              <a:solidFill>
                <a:schemeClr val="dk1"/>
              </a:solidFill>
              <a:latin typeface="Kalam"/>
              <a:ea typeface="Kalam"/>
              <a:cs typeface="Kalam"/>
              <a:sym typeface="Kalam"/>
            </a:endParaRPr>
          </a:p>
        </p:txBody>
      </p:sp>
      <p:sp>
        <p:nvSpPr>
          <p:cNvPr id="1086" name="Google Shape;1086;p86"/>
          <p:cNvSpPr txBox="1"/>
          <p:nvPr/>
        </p:nvSpPr>
        <p:spPr>
          <a:xfrm>
            <a:off x="4573151" y="2688350"/>
            <a:ext cx="2341800" cy="8619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2200">
                <a:solidFill>
                  <a:schemeClr val="dk1"/>
                </a:solidFill>
                <a:latin typeface="Kalam"/>
                <a:ea typeface="Kalam"/>
                <a:cs typeface="Kalam"/>
                <a:sym typeface="Kalam"/>
              </a:rPr>
              <a:t>of the original shape</a:t>
            </a:r>
            <a:endParaRPr sz="2200">
              <a:solidFill>
                <a:schemeClr val="dk1"/>
              </a:solidFill>
              <a:latin typeface="Kalam"/>
              <a:ea typeface="Kalam"/>
              <a:cs typeface="Kalam"/>
              <a:sym typeface="Kalam"/>
            </a:endParaRPr>
          </a:p>
        </p:txBody>
      </p:sp>
      <p:pic>
        <p:nvPicPr>
          <p:cNvPr id="1087" name="Google Shape;1087;p86" descr="&lt;math xmlns=&quot;http://www.w3.org/1998/Math/MathML&quot; display=&quot;block&quot; data-is-equatio=&quot;1&quot; data-latex=&quot;\frac{2}{3}&quot;&gt;&lt;mfrac&gt;&lt;mn&gt;2&lt;/mn&gt;&lt;mn&gt;3&lt;/mn&gt;&lt;/mfrac&gt;&lt;/math&gt;" title="two thirds"/>
          <p:cNvPicPr preferRelativeResize="0"/>
          <p:nvPr/>
        </p:nvPicPr>
        <p:blipFill>
          <a:blip r:embed="rId3">
            <a:alphaModFix/>
          </a:blip>
          <a:stretch>
            <a:fillRect/>
          </a:stretch>
        </p:blipFill>
        <p:spPr>
          <a:xfrm>
            <a:off x="4353400" y="2647949"/>
            <a:ext cx="195200" cy="645974"/>
          </a:xfrm>
          <a:prstGeom prst="rect">
            <a:avLst/>
          </a:prstGeom>
          <a:noFill/>
          <a:ln>
            <a:noFill/>
          </a:ln>
        </p:spPr>
      </p:pic>
    </p:spTree>
  </p:cSld>
  <p:clrMapOvr>
    <a:masterClrMapping/>
  </p:clrMapOvr>
  <p:transition/>
  <p:timing/>
</p:sld>
</file>

<file path=ppt/slides/slide2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091" name="Shape 1091"/>
        <p:cNvGrpSpPr/>
        <p:nvPr/>
      </p:nvGrpSpPr>
      <p:grpSpPr>
        <a:xfrm>
          <a:off x="0" y="0"/>
          <a:ext cx="0" cy="0"/>
        </a:xfrm>
      </p:grpSpPr>
      <p:sp>
        <p:nvSpPr>
          <p:cNvPr id="1092" name="Google Shape;1092;p87"/>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Using percentages to solve problems</a:t>
            </a:r>
            <a:endParaRPr/>
          </a:p>
        </p:txBody>
      </p:sp>
      <p:sp>
        <p:nvSpPr>
          <p:cNvPr id="1093" name="Google Shape;1093;p87"/>
          <p:cNvSpPr txBox="1"/>
          <p:nvPr>
            <p:ph type="body" idx="4294967295"/>
          </p:nvPr>
        </p:nvSpPr>
        <p:spPr>
          <a:xfrm>
            <a:off x="324000" y="606900"/>
            <a:ext cx="8496000" cy="1324200"/>
          </a:xfrm>
          <a:prstGeom prst="rect">
            <a:avLst/>
          </a:prstGeom>
        </p:spPr>
        <p:txBody>
          <a:bodyPr spcFirstLastPara="1" wrap="square" lIns="0" tIns="0" rIns="0" bIns="0" anchor="t" anchorCtr="0">
            <a:noAutofit/>
          </a:bodyPr>
          <a:lstStyle/>
          <a:p>
            <a:pPr marL="0" lvl="0" indent="0" algn="l" rtl="0">
              <a:lnSpc>
                <a:spcPct val="100000"/>
              </a:lnSpc>
              <a:spcBef>
                <a:spcPct val="0"/>
              </a:spcBef>
              <a:spcAft>
                <a:spcPct val="0"/>
              </a:spcAft>
              <a:buNone/>
            </a:pPr>
            <a:r>
              <a:rPr lang="en-GB" sz="1800"/>
              <a:t>2) Aisha watched a TV program in which they buy items, mend or fix them and then sell the items.</a:t>
            </a:r>
            <a:endParaRPr sz="1800"/>
          </a:p>
          <a:p>
            <a:pPr marL="0" lvl="0" indent="0" algn="l" rtl="0">
              <a:lnSpc>
                <a:spcPct val="100000"/>
              </a:lnSpc>
              <a:spcBef>
                <a:spcPts val="1000"/>
              </a:spcBef>
              <a:spcAft>
                <a:spcPts val="1000"/>
              </a:spcAft>
              <a:buNone/>
            </a:pPr>
            <a:r>
              <a:rPr lang="en-GB" sz="1800"/>
              <a:t>She is going to rank the items based on their percentage profit or loss.</a:t>
            </a:r>
            <a:endParaRPr sz="1800"/>
          </a:p>
        </p:txBody>
      </p:sp>
      <p:graphicFrame>
        <p:nvGraphicFramePr>
          <p:cNvPr id="1094" name="Google Shape;1094;p87"/>
          <p:cNvGraphicFramePr>
            <a:graphicFrameLocks noGrp="1"/>
          </p:cNvGraphicFramePr>
          <p:nvPr/>
        </p:nvGraphicFramePr>
        <p:xfrm>
          <a:off x="952500" y="1619250"/>
          <a:ext cx="3000000" cy="3000000"/>
        </p:xfrm>
        <a:graphic>
          <a:graphicData uri="http://schemas.openxmlformats.org/drawingml/2006/table">
            <a:tbl>
              <a:tblPr>
                <a:noFill/>
                <a:tableStyleId>{DEDBE717-2399-4D48-80FF-8B53A70A75FD}</a:tableStyleId>
              </a:tblPr>
              <a:tblGrid>
                <a:gridCol w="1206500"/>
                <a:gridCol w="1206500"/>
                <a:gridCol w="1206500"/>
                <a:gridCol w="1206500"/>
                <a:gridCol w="1206500"/>
                <a:gridCol w="1206500"/>
              </a:tblGrid>
              <a:tr h="562275">
                <a:tc>
                  <a:txBody>
                    <a:bodyPr vert="horz" wrap="square"/>
                    <a:lstStyle/>
                    <a:p>
                      <a:pPr marL="0" lvl="0" indent="0" algn="ctr" rtl="0">
                        <a:spcBef>
                          <a:spcPct val="0"/>
                        </a:spcBef>
                        <a:spcAft>
                          <a:spcPct val="0"/>
                        </a:spcAft>
                        <a:buNone/>
                      </a:pPr>
                      <a:r>
                        <a:rPr lang="en-GB" sz="1800">
                          <a:latin typeface="Lexend"/>
                          <a:ea typeface="Lexend"/>
                          <a:cs typeface="Lexend"/>
                          <a:sym typeface="Lexend"/>
                        </a:rPr>
                        <a:t>Item bought</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Cost to buy (£)</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Other costs (£)</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Selling price (£)</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profit/loss</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 change</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66425">
                <a:tc>
                  <a:txBody>
                    <a:bodyPr vert="horz" wrap="square"/>
                    <a:lstStyle/>
                    <a:p>
                      <a:pPr marL="0" lvl="0" indent="0" algn="ctr" rtl="0">
                        <a:spcBef>
                          <a:spcPct val="0"/>
                        </a:spcBef>
                        <a:spcAft>
                          <a:spcPct val="0"/>
                        </a:spcAft>
                        <a:buNone/>
                      </a:pPr>
                      <a:r>
                        <a:rPr lang="en-GB" sz="1800">
                          <a:latin typeface="Lexend"/>
                          <a:ea typeface="Lexend"/>
                          <a:cs typeface="Lexend"/>
                          <a:sym typeface="Lexend"/>
                        </a:rPr>
                        <a:t>Vase</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42</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3</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42.75</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Kalam"/>
                          <a:ea typeface="Kalam"/>
                          <a:cs typeface="Kalam"/>
                          <a:sym typeface="Kalam"/>
                        </a:rPr>
                        <a:t>loss</a:t>
                      </a:r>
                      <a:endParaRPr sz="1800">
                        <a:latin typeface="Kalam"/>
                        <a:ea typeface="Kalam"/>
                        <a:cs typeface="Kalam"/>
                        <a:sym typeface="Kalam"/>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Kalam"/>
                          <a:ea typeface="Kalam"/>
                          <a:cs typeface="Kalam"/>
                          <a:sym typeface="Kalam"/>
                        </a:rPr>
                        <a:t>5</a:t>
                      </a:r>
                      <a:endParaRPr sz="1800">
                        <a:latin typeface="Kalam"/>
                        <a:ea typeface="Kalam"/>
                        <a:cs typeface="Kalam"/>
                        <a:sym typeface="Kalam"/>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66425">
                <a:tc>
                  <a:txBody>
                    <a:bodyPr vert="horz" wrap="square"/>
                    <a:lstStyle/>
                    <a:p>
                      <a:pPr marL="0" lvl="0" indent="0" algn="ctr" rtl="0">
                        <a:spcBef>
                          <a:spcPct val="0"/>
                        </a:spcBef>
                        <a:spcAft>
                          <a:spcPct val="0"/>
                        </a:spcAft>
                        <a:buNone/>
                      </a:pPr>
                      <a:r>
                        <a:rPr lang="en-GB" sz="1800">
                          <a:latin typeface="Lexend"/>
                          <a:ea typeface="Lexend"/>
                          <a:cs typeface="Lexend"/>
                          <a:sym typeface="Lexend"/>
                        </a:rPr>
                        <a:t>Watch</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75</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10</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93.50</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Kalam"/>
                          <a:ea typeface="Kalam"/>
                          <a:cs typeface="Kalam"/>
                          <a:sym typeface="Kalam"/>
                        </a:rPr>
                        <a:t>profit</a:t>
                      </a:r>
                      <a:endParaRPr sz="1800">
                        <a:latin typeface="Kalam"/>
                        <a:ea typeface="Kalam"/>
                        <a:cs typeface="Kalam"/>
                        <a:sym typeface="Kalam"/>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Kalam"/>
                          <a:ea typeface="Kalam"/>
                          <a:cs typeface="Kalam"/>
                          <a:sym typeface="Kalam"/>
                        </a:rPr>
                        <a:t>10</a:t>
                      </a:r>
                      <a:endParaRPr sz="1800">
                        <a:latin typeface="Kalam"/>
                        <a:ea typeface="Kalam"/>
                        <a:cs typeface="Kalam"/>
                        <a:sym typeface="Kalam"/>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66425">
                <a:tc>
                  <a:txBody>
                    <a:bodyPr vert="horz" wrap="square"/>
                    <a:lstStyle/>
                    <a:p>
                      <a:pPr marL="0" lvl="0" indent="0" algn="ctr" rtl="0">
                        <a:spcBef>
                          <a:spcPct val="0"/>
                        </a:spcBef>
                        <a:spcAft>
                          <a:spcPct val="0"/>
                        </a:spcAft>
                        <a:buNone/>
                      </a:pPr>
                      <a:r>
                        <a:rPr lang="en-GB" sz="1800">
                          <a:latin typeface="Lexend"/>
                          <a:ea typeface="Lexend"/>
                          <a:cs typeface="Lexend"/>
                          <a:sym typeface="Lexend"/>
                        </a:rPr>
                        <a:t>Toy</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12</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6</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20.70</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Kalam"/>
                          <a:ea typeface="Kalam"/>
                          <a:cs typeface="Kalam"/>
                          <a:sym typeface="Kalam"/>
                        </a:rPr>
                        <a:t>profit</a:t>
                      </a:r>
                      <a:endParaRPr sz="1800">
                        <a:latin typeface="Kalam"/>
                        <a:ea typeface="Kalam"/>
                        <a:cs typeface="Kalam"/>
                        <a:sym typeface="Kalam"/>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Kalam"/>
                          <a:ea typeface="Kalam"/>
                          <a:cs typeface="Kalam"/>
                          <a:sym typeface="Kalam"/>
                        </a:rPr>
                        <a:t>15</a:t>
                      </a:r>
                      <a:endParaRPr sz="1800">
                        <a:latin typeface="Kalam"/>
                        <a:ea typeface="Kalam"/>
                        <a:cs typeface="Kalam"/>
                        <a:sym typeface="Kalam"/>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66425">
                <a:tc>
                  <a:txBody>
                    <a:bodyPr vert="horz" wrap="square"/>
                    <a:lstStyle/>
                    <a:p>
                      <a:pPr marL="0" lvl="0" indent="0" algn="ctr" rtl="0">
                        <a:spcBef>
                          <a:spcPct val="0"/>
                        </a:spcBef>
                        <a:spcAft>
                          <a:spcPct val="0"/>
                        </a:spcAft>
                        <a:buNone/>
                      </a:pPr>
                      <a:r>
                        <a:rPr lang="en-GB" sz="1800">
                          <a:latin typeface="Lexend"/>
                          <a:ea typeface="Lexend"/>
                          <a:cs typeface="Lexend"/>
                          <a:sym typeface="Lexend"/>
                        </a:rPr>
                        <a:t>Painting</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38</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17</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50.60</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Kalam"/>
                          <a:ea typeface="Kalam"/>
                          <a:cs typeface="Kalam"/>
                          <a:sym typeface="Kalam"/>
                        </a:rPr>
                        <a:t>loss</a:t>
                      </a:r>
                      <a:endParaRPr sz="1800">
                        <a:latin typeface="Kalam"/>
                        <a:ea typeface="Kalam"/>
                        <a:cs typeface="Kalam"/>
                        <a:sym typeface="Kalam"/>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Kalam"/>
                          <a:ea typeface="Kalam"/>
                          <a:cs typeface="Kalam"/>
                          <a:sym typeface="Kalam"/>
                        </a:rPr>
                        <a:t>8</a:t>
                      </a:r>
                      <a:endParaRPr sz="1800">
                        <a:latin typeface="Kalam"/>
                        <a:ea typeface="Kalam"/>
                        <a:cs typeface="Kalam"/>
                        <a:sym typeface="Kalam"/>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66425">
                <a:tc>
                  <a:txBody>
                    <a:bodyPr vert="horz" wrap="square"/>
                    <a:lstStyle/>
                    <a:p>
                      <a:pPr marL="0" lvl="0" indent="0" algn="ctr" rtl="0">
                        <a:spcBef>
                          <a:spcPct val="0"/>
                        </a:spcBef>
                        <a:spcAft>
                          <a:spcPct val="0"/>
                        </a:spcAft>
                        <a:buNone/>
                      </a:pPr>
                      <a:r>
                        <a:rPr lang="en-GB" sz="1800">
                          <a:latin typeface="Lexend"/>
                          <a:ea typeface="Lexend"/>
                          <a:cs typeface="Lexend"/>
                          <a:sym typeface="Lexend"/>
                        </a:rPr>
                        <a:t>Chair</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20</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50</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59.50</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Kalam"/>
                          <a:ea typeface="Kalam"/>
                          <a:cs typeface="Kalam"/>
                          <a:sym typeface="Kalam"/>
                        </a:rPr>
                        <a:t>loss</a:t>
                      </a:r>
                      <a:endParaRPr sz="1800">
                        <a:latin typeface="Kalam"/>
                        <a:ea typeface="Kalam"/>
                        <a:cs typeface="Kalam"/>
                        <a:sym typeface="Kalam"/>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Kalam"/>
                          <a:ea typeface="Kalam"/>
                          <a:cs typeface="Kalam"/>
                          <a:sym typeface="Kalam"/>
                        </a:rPr>
                        <a:t>15</a:t>
                      </a:r>
                      <a:endParaRPr sz="1800">
                        <a:latin typeface="Kalam"/>
                        <a:ea typeface="Kalam"/>
                        <a:cs typeface="Kalam"/>
                        <a:sym typeface="Kalam"/>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66425">
                <a:tc>
                  <a:txBody>
                    <a:bodyPr vert="horz" wrap="square"/>
                    <a:lstStyle/>
                    <a:p>
                      <a:pPr marL="0" lvl="0" indent="0" algn="ctr" rtl="0">
                        <a:spcBef>
                          <a:spcPct val="0"/>
                        </a:spcBef>
                        <a:spcAft>
                          <a:spcPct val="0"/>
                        </a:spcAft>
                        <a:buNone/>
                      </a:pPr>
                      <a:r>
                        <a:rPr lang="en-GB" sz="1800">
                          <a:latin typeface="Lexend"/>
                          <a:ea typeface="Lexend"/>
                          <a:cs typeface="Lexend"/>
                          <a:sym typeface="Lexend"/>
                        </a:rPr>
                        <a:t>Necklace</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8</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0</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Lexend"/>
                          <a:ea typeface="Lexend"/>
                          <a:cs typeface="Lexend"/>
                          <a:sym typeface="Lexend"/>
                        </a:rPr>
                        <a:t>9.92</a:t>
                      </a:r>
                      <a:endParaRPr sz="1800">
                        <a:latin typeface="Lexend"/>
                        <a:ea typeface="Lexend"/>
                        <a:cs typeface="Lexend"/>
                        <a:sym typeface="Lexend"/>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Kalam"/>
                          <a:ea typeface="Kalam"/>
                          <a:cs typeface="Kalam"/>
                          <a:sym typeface="Kalam"/>
                        </a:rPr>
                        <a:t>profit</a:t>
                      </a:r>
                      <a:endParaRPr sz="1800">
                        <a:latin typeface="Kalam"/>
                        <a:ea typeface="Kalam"/>
                        <a:cs typeface="Kalam"/>
                        <a:sym typeface="Kalam"/>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800">
                          <a:latin typeface="Kalam"/>
                          <a:ea typeface="Kalam"/>
                          <a:cs typeface="Kalam"/>
                          <a:sym typeface="Kalam"/>
                        </a:rPr>
                        <a:t>24</a:t>
                      </a:r>
                      <a:endParaRPr sz="1800">
                        <a:latin typeface="Kalam"/>
                        <a:ea typeface="Kalam"/>
                        <a:cs typeface="Kalam"/>
                        <a:sym typeface="Kalam"/>
                      </a:endParaRPr>
                    </a:p>
                  </a:txBody>
                  <a:tcPr marL="18000" marR="18000" marT="18000" marB="1800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bl>
          </a:graphicData>
        </a:graphic>
      </p:graphicFrame>
      <p:sp>
        <p:nvSpPr>
          <p:cNvPr id="1095" name="Google Shape;1095;p87"/>
          <p:cNvSpPr txBox="1"/>
          <p:nvPr/>
        </p:nvSpPr>
        <p:spPr>
          <a:xfrm>
            <a:off x="355600" y="4437975"/>
            <a:ext cx="81027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a:latin typeface="Kalam"/>
                <a:ea typeface="Kalam"/>
                <a:cs typeface="Kalam"/>
                <a:sym typeface="Kalam"/>
              </a:rPr>
              <a:t>Order:  chair, painting, vase, watch, toy, necklace</a:t>
            </a:r>
            <a:endParaRPr sz="2200">
              <a:solidFill>
                <a:srgbClr val="000000"/>
              </a:solidFill>
              <a:latin typeface="Kalam"/>
              <a:ea typeface="Kalam"/>
              <a:cs typeface="Kalam"/>
              <a:sym typeface="Kalam"/>
            </a:endParaRPr>
          </a:p>
        </p:txBody>
      </p:sp>
    </p:spTree>
  </p:cSld>
  <p:clrMapOvr>
    <a:masterClrMapping/>
  </p:clrMapOvr>
  <p:transition/>
  <p:timing/>
</p:sld>
</file>

<file path=ppt/slides/slide2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099" name="Shape 1099"/>
        <p:cNvGrpSpPr/>
        <p:nvPr/>
      </p:nvGrpSpPr>
      <p:grpSpPr>
        <a:xfrm>
          <a:off x="0" y="0"/>
          <a:ext cx="0" cy="0"/>
        </a:xfrm>
      </p:grpSpPr>
      <p:sp>
        <p:nvSpPr>
          <p:cNvPr id="1100" name="Google Shape;1100;p88"/>
          <p:cNvSpPr txBox="1"/>
          <p:nvPr>
            <p:ph type="title"/>
          </p:nvPr>
        </p:nvSpPr>
        <p:spPr>
          <a:xfrm>
            <a:off x="1225225" y="2090813"/>
            <a:ext cx="6852300" cy="3693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Using percentages to solve problems</a:t>
            </a:r>
            <a:endParaRPr/>
          </a:p>
        </p:txBody>
      </p:sp>
      <p:sp>
        <p:nvSpPr>
          <p:cNvPr id="1101" name="Google Shape;1101;p88"/>
          <p:cNvSpPr txBox="1"/>
          <p:nvPr>
            <p:ph type="title" idx="2"/>
          </p:nvPr>
        </p:nvSpPr>
        <p:spPr>
          <a:xfrm>
            <a:off x="1225225" y="3027088"/>
            <a:ext cx="6852300" cy="3693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Using proportionality to solve problems</a:t>
            </a:r>
            <a:endParaRPr/>
          </a:p>
        </p:txBody>
      </p:sp>
      <p:sp>
        <p:nvSpPr>
          <p:cNvPr id="1102" name="Google Shape;1102;p88"/>
          <p:cNvSpPr txBox="1"/>
          <p:nvPr>
            <p:ph type="title" idx="3"/>
          </p:nvPr>
        </p:nvSpPr>
        <p:spPr>
          <a:xfrm>
            <a:off x="324000" y="657600"/>
            <a:ext cx="5741400" cy="6156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Problem solving with percentages and proportionality</a:t>
            </a:r>
            <a:endParaRPr/>
          </a:p>
        </p:txBody>
      </p:sp>
      <p:pic>
        <p:nvPicPr>
          <p:cNvPr id="1103" name="Google Shape;1103;p88"/>
          <p:cNvPicPr preferRelativeResize="0"/>
          <p:nvPr/>
        </p:nvPicPr>
        <p:blipFill>
          <a:blip r:embed="rId3">
            <a:alphaModFix/>
          </a:blip>
          <a:stretch>
            <a:fillRect/>
          </a:stretch>
        </p:blipFill>
        <p:spPr>
          <a:xfrm>
            <a:off x="424750" y="2988375"/>
            <a:ext cx="450575" cy="446750"/>
          </a:xfrm>
          <a:prstGeom prst="rect">
            <a:avLst/>
          </a:prstGeom>
          <a:noFill/>
          <a:ln>
            <a:noFill/>
          </a:ln>
        </p:spPr>
      </p:pic>
    </p:spTree>
  </p:cSld>
  <p:clrMapOvr>
    <a:masterClrMapping/>
  </p:clrMapOvr>
  <p:transition/>
  <p:timing/>
</p:sld>
</file>

<file path=ppt/slides/slide2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107" name="Shape 1107"/>
        <p:cNvGrpSpPr/>
        <p:nvPr/>
      </p:nvGrpSpPr>
      <p:grpSpPr>
        <a:xfrm>
          <a:off x="0" y="0"/>
          <a:ext cx="0" cy="0"/>
        </a:xfrm>
      </p:grpSpPr>
      <p:sp>
        <p:nvSpPr>
          <p:cNvPr id="1108" name="Google Shape;1108;p89"/>
          <p:cNvSpPr txBox="1"/>
          <p:nvPr/>
        </p:nvSpPr>
        <p:spPr>
          <a:xfrm>
            <a:off x="2981250" y="3070650"/>
            <a:ext cx="2452500" cy="769500"/>
          </a:xfrm>
          <a:prstGeom prst="rect">
            <a:avLst/>
          </a:prstGeom>
          <a:noFill/>
          <a:ln>
            <a:noFill/>
          </a:ln>
        </p:spPr>
        <p:txBody>
          <a:bodyPr spcFirstLastPara="1" wrap="square" lIns="0" tIns="0" rIns="0" bIns="0" anchor="t" anchorCtr="0">
            <a:spAutoFit/>
          </a:bodyPr>
          <a:lstStyle/>
          <a:p>
            <a:pPr marL="0" lvl="0" indent="0" algn="l" rtl="0">
              <a:lnSpc>
                <a:spcPct val="150000"/>
              </a:lnSpc>
              <a:spcBef>
                <a:spcPct val="0"/>
              </a:spcBef>
              <a:spcAft>
                <a:spcPct val="0"/>
              </a:spcAft>
              <a:buNone/>
            </a:pPr>
            <a:r>
              <a:rPr lang="en-GB" sz="2000">
                <a:solidFill>
                  <a:schemeClr val="dk1"/>
                </a:solidFill>
                <a:latin typeface="Lexend"/>
                <a:ea typeface="Lexend"/>
                <a:cs typeface="Lexend"/>
                <a:sym typeface="Lexend"/>
              </a:rPr>
              <a:t>Yellow	=    × 48</a:t>
            </a:r>
            <a:endParaRPr sz="2000">
              <a:solidFill>
                <a:schemeClr val="dk1"/>
              </a:solidFill>
              <a:latin typeface="Lexend"/>
              <a:ea typeface="Lexend"/>
              <a:cs typeface="Lexend"/>
              <a:sym typeface="Lexend"/>
            </a:endParaRPr>
          </a:p>
          <a:p>
            <a:pPr marL="0" lvl="0" indent="0" algn="l" rtl="0">
              <a:lnSpc>
                <a:spcPct val="150000"/>
              </a:lnSpc>
              <a:spcBef>
                <a:spcPct val="0"/>
              </a:spcBef>
              <a:spcAft>
                <a:spcPct val="0"/>
              </a:spcAft>
              <a:buNone/>
            </a:pPr>
            <a:r>
              <a:rPr lang="en-GB" sz="2000">
                <a:solidFill>
                  <a:schemeClr val="dk1"/>
                </a:solidFill>
                <a:latin typeface="Lexend"/>
                <a:ea typeface="Lexend"/>
                <a:cs typeface="Lexend"/>
                <a:sym typeface="Lexend"/>
              </a:rPr>
              <a:t>             = 18</a:t>
            </a:r>
            <a:endParaRPr sz="2000">
              <a:solidFill>
                <a:schemeClr val="dk1"/>
              </a:solidFill>
              <a:latin typeface="Lexend"/>
              <a:ea typeface="Lexend"/>
              <a:cs typeface="Lexend"/>
              <a:sym typeface="Lexend"/>
            </a:endParaRPr>
          </a:p>
        </p:txBody>
      </p:sp>
      <p:sp>
        <p:nvSpPr>
          <p:cNvPr id="1109" name="Google Shape;1109;p89"/>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Using proportionality to solve problems</a:t>
            </a:r>
            <a:endParaRPr/>
          </a:p>
        </p:txBody>
      </p:sp>
      <p:sp>
        <p:nvSpPr>
          <p:cNvPr id="1110" name="Google Shape;1110;p89"/>
          <p:cNvSpPr txBox="1"/>
          <p:nvPr>
            <p:ph type="body" idx="1"/>
          </p:nvPr>
        </p:nvSpPr>
        <p:spPr>
          <a:xfrm>
            <a:off x="324000" y="683100"/>
            <a:ext cx="8237700" cy="2409600"/>
          </a:xfrm>
          <a:prstGeom prst="rect">
            <a:avLst/>
          </a:prstGeom>
        </p:spPr>
        <p:txBody>
          <a:bodyPr spcFirstLastPara="1" wrap="square" lIns="0" tIns="0" rIns="0" bIns="0" anchor="t" anchorCtr="0">
            <a:noAutofit/>
          </a:bodyPr>
          <a:lstStyle/>
          <a:p>
            <a:pPr marL="0" lvl="0" indent="0" algn="l" rtl="0">
              <a:lnSpc>
                <a:spcPct val="100000"/>
              </a:lnSpc>
              <a:spcBef>
                <a:spcPct val="0"/>
              </a:spcBef>
              <a:spcAft>
                <a:spcPct val="0"/>
              </a:spcAft>
              <a:buNone/>
            </a:pPr>
            <a:r>
              <a:rPr lang="en-GB" sz="1800"/>
              <a:t>A bag of sweets contains red, yellow, pink and green sweets.</a:t>
            </a:r>
            <a:endParaRPr sz="1800"/>
          </a:p>
          <a:p>
            <a:pPr marL="0" lvl="0" indent="0" algn="l" rtl="0">
              <a:lnSpc>
                <a:spcPct val="100000"/>
              </a:lnSpc>
              <a:spcBef>
                <a:spcPts val="1000"/>
              </a:spcBef>
              <a:spcAft>
                <a:spcPct val="0"/>
              </a:spcAft>
              <a:buClr>
                <a:schemeClr val="dk1"/>
              </a:buClr>
              <a:buSzPts val="1100"/>
              <a:buFont typeface="Arial"/>
              <a:buNone/>
            </a:pPr>
            <a:r>
              <a:rPr lang="en-GB" sz="1800"/>
              <a:t>There are 48 sweets in the bag.</a:t>
            </a:r>
            <a:endParaRPr sz="1800"/>
          </a:p>
          <a:p>
            <a:pPr marL="0" lvl="0" indent="0" algn="l" rtl="0">
              <a:lnSpc>
                <a:spcPct val="100000"/>
              </a:lnSpc>
              <a:spcBef>
                <a:spcPts val="1000"/>
              </a:spcBef>
              <a:spcAft>
                <a:spcPct val="0"/>
              </a:spcAft>
              <a:buClr>
                <a:schemeClr val="dk1"/>
              </a:buClr>
              <a:buSzPts val="1100"/>
              <a:buFont typeface="Arial"/>
              <a:buNone/>
            </a:pPr>
            <a:r>
              <a:rPr lang="en-GB" sz="1800"/>
              <a:t>25% of them are red.</a:t>
            </a:r>
            <a:endParaRPr sz="1800"/>
          </a:p>
          <a:p>
            <a:pPr marL="0" lvl="0" indent="0" algn="l" rtl="0">
              <a:lnSpc>
                <a:spcPct val="100000"/>
              </a:lnSpc>
              <a:spcBef>
                <a:spcPts val="1000"/>
              </a:spcBef>
              <a:spcAft>
                <a:spcPct val="0"/>
              </a:spcAft>
              <a:buClr>
                <a:schemeClr val="dk1"/>
              </a:buClr>
              <a:buSzPts val="1100"/>
              <a:buFont typeface="Arial"/>
              <a:buNone/>
            </a:pPr>
            <a:r>
              <a:rPr lang="en-GB" sz="1800"/>
              <a:t>    of them are yellow.</a:t>
            </a:r>
            <a:endParaRPr sz="1800"/>
          </a:p>
          <a:p>
            <a:pPr marL="0" lvl="0" indent="0" algn="l" rtl="0">
              <a:lnSpc>
                <a:spcPct val="100000"/>
              </a:lnSpc>
              <a:spcBef>
                <a:spcPts val="1000"/>
              </a:spcBef>
              <a:spcAft>
                <a:spcPct val="0"/>
              </a:spcAft>
              <a:buClr>
                <a:schemeClr val="dk1"/>
              </a:buClr>
              <a:buSzPts val="1100"/>
              <a:buFont typeface="Arial"/>
              <a:buNone/>
            </a:pPr>
            <a:r>
              <a:rPr lang="en-GB" sz="1800"/>
              <a:t>The rest are pink and green in the ratio 7 : 2</a:t>
            </a:r>
            <a:endParaRPr sz="1800"/>
          </a:p>
          <a:p>
            <a:pPr marL="0" lvl="0" indent="0" algn="l" rtl="0">
              <a:lnSpc>
                <a:spcPct val="100000"/>
              </a:lnSpc>
              <a:spcBef>
                <a:spcPts val="1000"/>
              </a:spcBef>
              <a:spcAft>
                <a:spcPts val="1000"/>
              </a:spcAft>
              <a:buClr>
                <a:schemeClr val="dk1"/>
              </a:buClr>
              <a:buSzPts val="1100"/>
              <a:buFont typeface="Arial"/>
              <a:buNone/>
            </a:pPr>
            <a:r>
              <a:rPr lang="en-GB" sz="1800"/>
              <a:t>How many of each colour are there?</a:t>
            </a:r>
            <a:endParaRPr/>
          </a:p>
        </p:txBody>
      </p:sp>
      <p:pic>
        <p:nvPicPr>
          <p:cNvPr id="1111" name="Google Shape;1111;p89" descr="&lt;math xmlns=&quot;http://www.w3.org/1998/Math/MathML&quot; display=&quot;block&quot; data-is-equatio=&quot;1&quot; data-latex=&quot;\frac{3}{8}&quot;&gt;&lt;mfrac&gt;&lt;mn&gt;3&lt;/mn&gt;&lt;mn&gt;8&lt;/mn&gt;&lt;/mfrac&gt;&lt;/math&gt;" title="three eighths"/>
          <p:cNvPicPr preferRelativeResize="0"/>
          <p:nvPr/>
        </p:nvPicPr>
        <p:blipFill>
          <a:blip r:embed="rId3">
            <a:alphaModFix/>
          </a:blip>
          <a:stretch>
            <a:fillRect/>
          </a:stretch>
        </p:blipFill>
        <p:spPr>
          <a:xfrm>
            <a:off x="334405" y="1810345"/>
            <a:ext cx="150825" cy="499162"/>
          </a:xfrm>
          <a:prstGeom prst="rect">
            <a:avLst/>
          </a:prstGeom>
          <a:noFill/>
          <a:ln>
            <a:noFill/>
          </a:ln>
        </p:spPr>
      </p:pic>
      <p:sp>
        <p:nvSpPr>
          <p:cNvPr id="1112" name="Google Shape;1112;p89"/>
          <p:cNvSpPr txBox="1"/>
          <p:nvPr/>
        </p:nvSpPr>
        <p:spPr>
          <a:xfrm>
            <a:off x="334400" y="3070650"/>
            <a:ext cx="2452500" cy="6156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a:solidFill>
                  <a:schemeClr val="dk1"/>
                </a:solidFill>
                <a:latin typeface="Lexend"/>
                <a:ea typeface="Lexend"/>
                <a:cs typeface="Lexend"/>
                <a:sym typeface="Lexend"/>
              </a:rPr>
              <a:t>Red    = 0.25 × 48</a:t>
            </a:r>
            <a:endParaRPr sz="2000">
              <a:solidFill>
                <a:schemeClr val="dk1"/>
              </a:solidFill>
              <a:latin typeface="Lexend"/>
              <a:ea typeface="Lexend"/>
              <a:cs typeface="Lexend"/>
              <a:sym typeface="Lexend"/>
            </a:endParaRPr>
          </a:p>
          <a:p>
            <a:pPr marL="0" lvl="0" indent="0" algn="l" rtl="0">
              <a:spcBef>
                <a:spcPct val="0"/>
              </a:spcBef>
              <a:spcAft>
                <a:spcPct val="0"/>
              </a:spcAft>
              <a:buNone/>
            </a:pPr>
            <a:r>
              <a:rPr lang="en-GB" sz="2000">
                <a:solidFill>
                  <a:schemeClr val="dk1"/>
                </a:solidFill>
                <a:latin typeface="Lexend"/>
                <a:ea typeface="Lexend"/>
                <a:cs typeface="Lexend"/>
                <a:sym typeface="Lexend"/>
              </a:rPr>
              <a:t>           = 12</a:t>
            </a:r>
            <a:endParaRPr sz="2000">
              <a:solidFill>
                <a:schemeClr val="dk1"/>
              </a:solidFill>
              <a:latin typeface="Lexend"/>
              <a:ea typeface="Lexend"/>
              <a:cs typeface="Lexend"/>
              <a:sym typeface="Lexend"/>
            </a:endParaRPr>
          </a:p>
        </p:txBody>
      </p:sp>
      <p:pic>
        <p:nvPicPr>
          <p:cNvPr id="1113" name="Google Shape;1113;p89" descr="&lt;math xmlns=&quot;http://www.w3.org/1998/Math/MathML&quot; display=&quot;block&quot; data-is-equatio=&quot;1&quot; data-latex=&quot;\frac{3}{8}&quot;&gt;&lt;mfrac&gt;&lt;mn&gt;3&lt;/mn&gt;&lt;mn&gt;8&lt;/mn&gt;&lt;/mfrac&gt;&lt;/math&gt;" title="three eighths"/>
          <p:cNvPicPr preferRelativeResize="0"/>
          <p:nvPr/>
        </p:nvPicPr>
        <p:blipFill>
          <a:blip r:embed="rId3">
            <a:alphaModFix/>
          </a:blip>
          <a:stretch>
            <a:fillRect/>
          </a:stretch>
        </p:blipFill>
        <p:spPr>
          <a:xfrm>
            <a:off x="4138280" y="2987500"/>
            <a:ext cx="150825" cy="499162"/>
          </a:xfrm>
          <a:prstGeom prst="rect">
            <a:avLst/>
          </a:prstGeom>
          <a:noFill/>
          <a:ln>
            <a:noFill/>
          </a:ln>
        </p:spPr>
      </p:pic>
      <p:sp>
        <p:nvSpPr>
          <p:cNvPr id="1114" name="Google Shape;1114;p89"/>
          <p:cNvSpPr/>
          <p:nvPr/>
        </p:nvSpPr>
        <p:spPr>
          <a:xfrm>
            <a:off x="3814247" y="3526663"/>
            <a:ext cx="798900" cy="362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115" name="Google Shape;1115;p89"/>
          <p:cNvSpPr txBox="1"/>
          <p:nvPr/>
        </p:nvSpPr>
        <p:spPr>
          <a:xfrm>
            <a:off x="5124500" y="3070650"/>
            <a:ext cx="3924000" cy="6156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a:solidFill>
                  <a:schemeClr val="dk1"/>
                </a:solidFill>
                <a:latin typeface="Lexend"/>
                <a:ea typeface="Lexend"/>
                <a:cs typeface="Lexend"/>
                <a:sym typeface="Lexend"/>
              </a:rPr>
              <a:t>Pink &amp; green   = 48 − (12 + 18)</a:t>
            </a:r>
            <a:endParaRPr sz="2000">
              <a:solidFill>
                <a:schemeClr val="dk1"/>
              </a:solidFill>
              <a:latin typeface="Lexend"/>
              <a:ea typeface="Lexend"/>
              <a:cs typeface="Lexend"/>
              <a:sym typeface="Lexend"/>
            </a:endParaRPr>
          </a:p>
          <a:p>
            <a:pPr marL="0" lvl="0" indent="0" algn="l" rtl="0">
              <a:spcBef>
                <a:spcPct val="0"/>
              </a:spcBef>
              <a:spcAft>
                <a:spcPct val="0"/>
              </a:spcAft>
              <a:buNone/>
            </a:pPr>
            <a:r>
              <a:rPr lang="en-GB" sz="2000">
                <a:solidFill>
                  <a:schemeClr val="dk1"/>
                </a:solidFill>
                <a:latin typeface="Lexend"/>
                <a:ea typeface="Lexend"/>
                <a:cs typeface="Lexend"/>
                <a:sym typeface="Lexend"/>
              </a:rPr>
              <a:t>                         = 18</a:t>
            </a:r>
            <a:endParaRPr sz="2000">
              <a:solidFill>
                <a:schemeClr val="dk1"/>
              </a:solidFill>
              <a:latin typeface="Lexend"/>
              <a:ea typeface="Lexend"/>
              <a:cs typeface="Lexend"/>
              <a:sym typeface="Lexend"/>
            </a:endParaRPr>
          </a:p>
        </p:txBody>
      </p:sp>
      <p:graphicFrame>
        <p:nvGraphicFramePr>
          <p:cNvPr id="1116" name="Google Shape;1116;p89"/>
          <p:cNvGraphicFramePr>
            <a:graphicFrameLocks noGrp="1"/>
          </p:cNvGraphicFramePr>
          <p:nvPr/>
        </p:nvGraphicFramePr>
        <p:xfrm>
          <a:off x="556550" y="3851175"/>
          <a:ext cx="3000000" cy="3000000"/>
        </p:xfrm>
        <a:graphic>
          <a:graphicData uri="http://schemas.openxmlformats.org/drawingml/2006/table">
            <a:tbl>
              <a:tblPr>
                <a:noFill/>
                <a:tableStyleId>{DEDBE717-2399-4D48-80FF-8B53A70A75FD}</a:tableStyleId>
              </a:tblPr>
              <a:tblGrid>
                <a:gridCol w="1037975"/>
                <a:gridCol w="1037975"/>
                <a:gridCol w="1037975"/>
              </a:tblGrid>
              <a:tr h="307025">
                <a:tc>
                  <a:txBody>
                    <a:bodyPr vert="horz" wrap="square"/>
                    <a:lstStyle/>
                    <a:p>
                      <a:pPr marL="0" lvl="0" indent="0" algn="ctr" rtl="0">
                        <a:spcBef>
                          <a:spcPct val="0"/>
                        </a:spcBef>
                        <a:spcAft>
                          <a:spcPct val="0"/>
                        </a:spcAft>
                        <a:buNone/>
                      </a:pPr>
                      <a:r>
                        <a:rPr lang="en-GB" sz="2000">
                          <a:latin typeface="Lexend"/>
                          <a:ea typeface="Lexend"/>
                          <a:cs typeface="Lexend"/>
                          <a:sym typeface="Lexend"/>
                        </a:rPr>
                        <a:t>pink</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green</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total</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07025">
                <a:tc>
                  <a:txBody>
                    <a:bodyPr vert="horz" wrap="square"/>
                    <a:lstStyle/>
                    <a:p>
                      <a:pPr marL="0" lvl="0" indent="0" algn="ctr" rtl="0">
                        <a:spcBef>
                          <a:spcPct val="0"/>
                        </a:spcBef>
                        <a:spcAft>
                          <a:spcPct val="0"/>
                        </a:spcAft>
                        <a:buNone/>
                      </a:pPr>
                      <a:r>
                        <a:rPr lang="en-GB" sz="2000">
                          <a:latin typeface="Lexend"/>
                          <a:ea typeface="Lexend"/>
                          <a:cs typeface="Lexend"/>
                          <a:sym typeface="Lexend"/>
                        </a:rPr>
                        <a:t>7</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2</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9</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07025">
                <a:tc>
                  <a:txBody>
                    <a:bodyPr vert="horz" wrap="square"/>
                    <a:lstStyle/>
                    <a:p>
                      <a:pPr marL="0" lvl="0" indent="0" algn="ctr" rtl="0">
                        <a:spcBef>
                          <a:spcPct val="0"/>
                        </a:spcBef>
                        <a:spcAft>
                          <a:spcPct val="0"/>
                        </a:spcAft>
                        <a:buNone/>
                      </a:pP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bl>
          </a:graphicData>
        </a:graphic>
      </p:graphicFrame>
      <p:graphicFrame>
        <p:nvGraphicFramePr>
          <p:cNvPr id="1117" name="Google Shape;1117;p89"/>
          <p:cNvGraphicFramePr>
            <a:graphicFrameLocks noGrp="1"/>
          </p:cNvGraphicFramePr>
          <p:nvPr/>
        </p:nvGraphicFramePr>
        <p:xfrm>
          <a:off x="556550" y="3851175"/>
          <a:ext cx="3000000" cy="3000000"/>
        </p:xfrm>
        <a:graphic>
          <a:graphicData uri="http://schemas.openxmlformats.org/drawingml/2006/table">
            <a:tbl>
              <a:tblPr>
                <a:noFill/>
                <a:tableStyleId>{DEDBE717-2399-4D48-80FF-8B53A70A75FD}</a:tableStyleId>
              </a:tblPr>
              <a:tblGrid>
                <a:gridCol w="1037975"/>
                <a:gridCol w="1037975"/>
                <a:gridCol w="1037975"/>
              </a:tblGrid>
              <a:tr h="307025">
                <a:tc>
                  <a:txBody>
                    <a:bodyPr vert="horz" wrap="square"/>
                    <a:lstStyle/>
                    <a:p>
                      <a:pPr marL="0" lvl="0" indent="0" algn="ctr" rtl="0">
                        <a:spcBef>
                          <a:spcPct val="0"/>
                        </a:spcBef>
                        <a:spcAft>
                          <a:spcPct val="0"/>
                        </a:spcAft>
                        <a:buNone/>
                      </a:pPr>
                      <a:r>
                        <a:rPr lang="en-GB" sz="2000">
                          <a:latin typeface="Lexend"/>
                          <a:ea typeface="Lexend"/>
                          <a:cs typeface="Lexend"/>
                          <a:sym typeface="Lexend"/>
                        </a:rPr>
                        <a:t>pink</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green</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total</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07025">
                <a:tc>
                  <a:txBody>
                    <a:bodyPr vert="horz" wrap="square"/>
                    <a:lstStyle/>
                    <a:p>
                      <a:pPr marL="0" lvl="0" indent="0" algn="ctr" rtl="0">
                        <a:spcBef>
                          <a:spcPct val="0"/>
                        </a:spcBef>
                        <a:spcAft>
                          <a:spcPct val="0"/>
                        </a:spcAft>
                        <a:buNone/>
                      </a:pPr>
                      <a:r>
                        <a:rPr lang="en-GB" sz="2000">
                          <a:latin typeface="Lexend"/>
                          <a:ea typeface="Lexend"/>
                          <a:cs typeface="Lexend"/>
                          <a:sym typeface="Lexend"/>
                        </a:rPr>
                        <a:t>7</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2</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9</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07025">
                <a:tc>
                  <a:txBody>
                    <a:bodyPr vert="horz" wrap="square"/>
                    <a:lstStyle/>
                    <a:p>
                      <a:pPr marL="0" lvl="0" indent="0" algn="ctr" rtl="0">
                        <a:spcBef>
                          <a:spcPct val="0"/>
                        </a:spcBef>
                        <a:spcAft>
                          <a:spcPct val="0"/>
                        </a:spcAft>
                        <a:buNone/>
                      </a:pP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18</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bl>
          </a:graphicData>
        </a:graphic>
      </p:graphicFrame>
      <p:sp>
        <p:nvSpPr>
          <p:cNvPr id="1118" name="Google Shape;1118;p89"/>
          <p:cNvSpPr/>
          <p:nvPr/>
        </p:nvSpPr>
        <p:spPr>
          <a:xfrm rot="5400000">
            <a:off x="3571775" y="4135675"/>
            <a:ext cx="419400" cy="567000"/>
          </a:xfrm>
          <a:prstGeom prst="arc">
            <a:avLst>
              <a:gd name="adj1" fmla="val 10729459"/>
              <a:gd name="adj2" fmla="val 472"/>
            </a:avLst>
          </a:prstGeom>
          <a:noFill/>
          <a:ln w="38100" cap="flat" cmpd="sng">
            <a:solidFill>
              <a:srgbClr val="037B7D"/>
            </a:solidFill>
            <a:prstDash val="solid"/>
            <a:round/>
            <a:headEnd type="none" w="sm" len="sm"/>
            <a:tailEnd type="triangl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119" name="Google Shape;1119;p89"/>
          <p:cNvSpPr txBox="1"/>
          <p:nvPr/>
        </p:nvSpPr>
        <p:spPr>
          <a:xfrm>
            <a:off x="4116150" y="4251525"/>
            <a:ext cx="4032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a:solidFill>
                  <a:schemeClr val="dk1"/>
                </a:solidFill>
                <a:latin typeface="Lexend"/>
                <a:ea typeface="Lexend"/>
                <a:cs typeface="Lexend"/>
                <a:sym typeface="Lexend"/>
              </a:rPr>
              <a:t>× 2</a:t>
            </a:r>
            <a:endParaRPr sz="2000">
              <a:solidFill>
                <a:schemeClr val="dk1"/>
              </a:solidFill>
              <a:latin typeface="Lexend"/>
              <a:ea typeface="Lexend"/>
              <a:cs typeface="Lexend"/>
              <a:sym typeface="Lexend"/>
            </a:endParaRPr>
          </a:p>
        </p:txBody>
      </p:sp>
      <p:graphicFrame>
        <p:nvGraphicFramePr>
          <p:cNvPr id="1120" name="Google Shape;1120;p89"/>
          <p:cNvGraphicFramePr>
            <a:graphicFrameLocks noGrp="1"/>
          </p:cNvGraphicFramePr>
          <p:nvPr/>
        </p:nvGraphicFramePr>
        <p:xfrm>
          <a:off x="556550" y="3851175"/>
          <a:ext cx="3000000" cy="3000000"/>
        </p:xfrm>
        <a:graphic>
          <a:graphicData uri="http://schemas.openxmlformats.org/drawingml/2006/table">
            <a:tbl>
              <a:tblPr>
                <a:noFill/>
                <a:tableStyleId>{DEDBE717-2399-4D48-80FF-8B53A70A75FD}</a:tableStyleId>
              </a:tblPr>
              <a:tblGrid>
                <a:gridCol w="1037975"/>
                <a:gridCol w="1037975"/>
                <a:gridCol w="1037975"/>
              </a:tblGrid>
              <a:tr h="307025">
                <a:tc>
                  <a:txBody>
                    <a:bodyPr vert="horz" wrap="square"/>
                    <a:lstStyle/>
                    <a:p>
                      <a:pPr marL="0" lvl="0" indent="0" algn="ctr" rtl="0">
                        <a:spcBef>
                          <a:spcPct val="0"/>
                        </a:spcBef>
                        <a:spcAft>
                          <a:spcPct val="0"/>
                        </a:spcAft>
                        <a:buNone/>
                      </a:pPr>
                      <a:r>
                        <a:rPr lang="en-GB" sz="2000">
                          <a:latin typeface="Lexend"/>
                          <a:ea typeface="Lexend"/>
                          <a:cs typeface="Lexend"/>
                          <a:sym typeface="Lexend"/>
                        </a:rPr>
                        <a:t>pink</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green</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total</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07025">
                <a:tc>
                  <a:txBody>
                    <a:bodyPr vert="horz" wrap="square"/>
                    <a:lstStyle/>
                    <a:p>
                      <a:pPr marL="0" lvl="0" indent="0" algn="ctr" rtl="0">
                        <a:spcBef>
                          <a:spcPct val="0"/>
                        </a:spcBef>
                        <a:spcAft>
                          <a:spcPct val="0"/>
                        </a:spcAft>
                        <a:buNone/>
                      </a:pPr>
                      <a:r>
                        <a:rPr lang="en-GB" sz="2000">
                          <a:latin typeface="Lexend"/>
                          <a:ea typeface="Lexend"/>
                          <a:cs typeface="Lexend"/>
                          <a:sym typeface="Lexend"/>
                        </a:rPr>
                        <a:t>7</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2</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9</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07025">
                <a:tc>
                  <a:txBody>
                    <a:bodyPr vert="horz" wrap="square"/>
                    <a:lstStyle/>
                    <a:p>
                      <a:pPr marL="0" lvl="0" indent="0" algn="ctr" rtl="0">
                        <a:spcBef>
                          <a:spcPct val="0"/>
                        </a:spcBef>
                        <a:spcAft>
                          <a:spcPct val="0"/>
                        </a:spcAft>
                        <a:buNone/>
                      </a:pPr>
                      <a:r>
                        <a:rPr lang="en-GB" sz="2000">
                          <a:latin typeface="Lexend"/>
                          <a:ea typeface="Lexend"/>
                          <a:cs typeface="Lexend"/>
                          <a:sym typeface="Lexend"/>
                        </a:rPr>
                        <a:t>14</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4</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18</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bl>
          </a:graphicData>
        </a:graphic>
      </p:graphicFrame>
      <p:sp>
        <p:nvSpPr>
          <p:cNvPr id="1121" name="Google Shape;1121;p89"/>
          <p:cNvSpPr txBox="1"/>
          <p:nvPr/>
        </p:nvSpPr>
        <p:spPr>
          <a:xfrm>
            <a:off x="5082475" y="3851175"/>
            <a:ext cx="3636000" cy="9234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a:solidFill>
                  <a:schemeClr val="dk1"/>
                </a:solidFill>
                <a:latin typeface="Kalam"/>
                <a:ea typeface="Kalam"/>
                <a:cs typeface="Kalam"/>
                <a:sym typeface="Kalam"/>
              </a:rPr>
              <a:t>There are 12 red, 18 yellow, 14 pink and 4 green sweets in the bag.</a:t>
            </a:r>
            <a:endParaRPr sz="2000">
              <a:solidFill>
                <a:schemeClr val="dk1"/>
              </a:solidFill>
              <a:latin typeface="Kalam"/>
              <a:ea typeface="Kalam"/>
              <a:cs typeface="Kalam"/>
              <a:sym typeface="Kalam"/>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1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12">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0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1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1114"/>
                                        </p:tgtEl>
                                        <p:attrNameLst>
                                          <p:attrName>style.visibility</p:attrName>
                                        </p:attrNameLst>
                                      </p:cBhvr>
                                      <p:to>
                                        <p:strVal val="hidden"/>
                                      </p:to>
                                    </p:set>
                                  </p:childTnLst>
                                </p:cTn>
                              </p:par>
                            </p:childTnLst>
                          </p:cTn>
                        </p:par>
                      </p:childTnLst>
                    </p:cTn>
                  </p:par>
                  <p:par>
                    <p:cTn id="21" fill="hold" nodeType="clickPar">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15">
                                            <p:txEl>
                                              <p:pRg st="0" end="0"/>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15">
                                            <p:txEl>
                                              <p:pRg st="1" end="1"/>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16"/>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117"/>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118"/>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119"/>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120"/>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125" name="Shape 1125"/>
        <p:cNvGrpSpPr/>
        <p:nvPr/>
      </p:nvGrpSpPr>
      <p:grpSpPr>
        <a:xfrm>
          <a:off x="0" y="0"/>
          <a:ext cx="0" cy="0"/>
        </a:xfrm>
      </p:grpSpPr>
      <p:sp>
        <p:nvSpPr>
          <p:cNvPr id="1126" name="Google Shape;1126;p90"/>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Using proportionality to solve problems</a:t>
            </a:r>
            <a:endParaRPr/>
          </a:p>
        </p:txBody>
      </p:sp>
      <p:sp>
        <p:nvSpPr>
          <p:cNvPr id="1127" name="Google Shape;1127;p90"/>
          <p:cNvSpPr txBox="1"/>
          <p:nvPr>
            <p:ph type="body" idx="1"/>
          </p:nvPr>
        </p:nvSpPr>
        <p:spPr>
          <a:xfrm>
            <a:off x="324000" y="759300"/>
            <a:ext cx="8237700" cy="3020700"/>
          </a:xfrm>
          <a:prstGeom prst="rect">
            <a:avLst/>
          </a:prstGeom>
        </p:spPr>
        <p:txBody>
          <a:bodyPr spcFirstLastPara="1" wrap="square" lIns="0" tIns="0" rIns="0" bIns="0" anchor="t" anchorCtr="0">
            <a:noAutofit/>
          </a:bodyPr>
          <a:lstStyle/>
          <a:p>
            <a:pPr marL="0" lvl="0" indent="0" algn="l" rtl="0">
              <a:lnSpc>
                <a:spcPct val="100000"/>
              </a:lnSpc>
              <a:spcBef>
                <a:spcPct val="0"/>
              </a:spcBef>
              <a:spcAft>
                <a:spcPct val="0"/>
              </a:spcAft>
              <a:buClr>
                <a:schemeClr val="dk1"/>
              </a:buClr>
              <a:buSzPts val="1100"/>
              <a:buFont typeface="Arial"/>
              <a:buNone/>
            </a:pPr>
            <a:r>
              <a:rPr lang="en-GB" sz="1800"/>
              <a:t>Andeep, Sofia and Jacob record how long it takes them to complete a puzzle.</a:t>
            </a:r>
            <a:endParaRPr sz="1800"/>
          </a:p>
          <a:p>
            <a:pPr marL="0" lvl="0" indent="0" algn="l" rtl="0">
              <a:lnSpc>
                <a:spcPct val="100000"/>
              </a:lnSpc>
              <a:spcBef>
                <a:spcPts val="1000"/>
              </a:spcBef>
              <a:spcAft>
                <a:spcPct val="0"/>
              </a:spcAft>
              <a:buClr>
                <a:schemeClr val="dk1"/>
              </a:buClr>
              <a:buSzPts val="1100"/>
              <a:buFont typeface="Arial"/>
              <a:buNone/>
            </a:pPr>
            <a:r>
              <a:rPr lang="en-GB" sz="1800"/>
              <a:t>Jacob’s time is four-fifths of Andeep’s time.</a:t>
            </a:r>
            <a:endParaRPr sz="1800"/>
          </a:p>
          <a:p>
            <a:pPr marL="0" lvl="0" indent="0" algn="l" rtl="0">
              <a:lnSpc>
                <a:spcPct val="100000"/>
              </a:lnSpc>
              <a:spcBef>
                <a:spcPts val="1000"/>
              </a:spcBef>
              <a:spcAft>
                <a:spcPct val="0"/>
              </a:spcAft>
              <a:buClr>
                <a:schemeClr val="dk1"/>
              </a:buClr>
              <a:buSzPts val="1100"/>
              <a:buFont typeface="Arial"/>
              <a:buNone/>
            </a:pPr>
            <a:r>
              <a:rPr lang="en-GB" sz="1800"/>
              <a:t>Andeep’s time is 5 times Sofia’s time.</a:t>
            </a:r>
            <a:endParaRPr sz="1800"/>
          </a:p>
          <a:p>
            <a:pPr marL="0" lvl="0" indent="0" algn="l" rtl="0">
              <a:lnSpc>
                <a:spcPct val="100000"/>
              </a:lnSpc>
              <a:spcBef>
                <a:spcPts val="1000"/>
              </a:spcBef>
              <a:spcAft>
                <a:spcPct val="0"/>
              </a:spcAft>
              <a:buClr>
                <a:schemeClr val="dk1"/>
              </a:buClr>
              <a:buSzPts val="1100"/>
              <a:buFont typeface="Arial"/>
              <a:buNone/>
            </a:pPr>
            <a:r>
              <a:rPr lang="en-GB" sz="1800"/>
              <a:t>The total of Andeep &amp; Sofia’s times is 54 seconds.</a:t>
            </a:r>
            <a:endParaRPr sz="1800"/>
          </a:p>
          <a:p>
            <a:pPr marL="0" lvl="0" indent="0" algn="l" rtl="0">
              <a:lnSpc>
                <a:spcPct val="100000"/>
              </a:lnSpc>
              <a:spcBef>
                <a:spcPts val="1000"/>
              </a:spcBef>
              <a:spcAft>
                <a:spcPct val="0"/>
              </a:spcAft>
              <a:buNone/>
            </a:pPr>
            <a:r>
              <a:rPr lang="en-GB" sz="1800"/>
              <a:t>What is the difference between Sofia and Jacob’s times?</a:t>
            </a:r>
            <a:endParaRPr sz="1800"/>
          </a:p>
          <a:p>
            <a:pPr marL="0" lvl="0" indent="0" algn="l" rtl="0">
              <a:lnSpc>
                <a:spcPct val="100000"/>
              </a:lnSpc>
              <a:spcBef>
                <a:spcPts val="1000"/>
              </a:spcBef>
              <a:spcAft>
                <a:spcPts val="1000"/>
              </a:spcAft>
              <a:buClr>
                <a:schemeClr val="dk1"/>
              </a:buClr>
              <a:buSzPts val="1100"/>
              <a:buFont typeface="Arial"/>
              <a:buNone/>
            </a:pPr>
            <a:endParaRPr sz="1800"/>
          </a:p>
        </p:txBody>
      </p:sp>
      <p:sp>
        <p:nvSpPr>
          <p:cNvPr id="1128" name="Google Shape;1128;p90"/>
          <p:cNvSpPr/>
          <p:nvPr/>
        </p:nvSpPr>
        <p:spPr>
          <a:xfrm rot="5400000">
            <a:off x="3495575" y="3401705"/>
            <a:ext cx="419400" cy="567000"/>
          </a:xfrm>
          <a:prstGeom prst="arc">
            <a:avLst>
              <a:gd name="adj1" fmla="val 10729459"/>
              <a:gd name="adj2" fmla="val 472"/>
            </a:avLst>
          </a:prstGeom>
          <a:noFill/>
          <a:ln w="38100" cap="flat" cmpd="sng">
            <a:solidFill>
              <a:srgbClr val="037B7D"/>
            </a:solidFill>
            <a:prstDash val="solid"/>
            <a:round/>
            <a:headEnd type="none" w="sm" len="sm"/>
            <a:tailEnd type="triangl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129" name="Google Shape;1129;p90"/>
          <p:cNvSpPr txBox="1"/>
          <p:nvPr/>
        </p:nvSpPr>
        <p:spPr>
          <a:xfrm>
            <a:off x="4039950" y="3517555"/>
            <a:ext cx="4032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a:solidFill>
                  <a:schemeClr val="dk1"/>
                </a:solidFill>
                <a:latin typeface="Lexend"/>
                <a:ea typeface="Lexend"/>
                <a:cs typeface="Lexend"/>
                <a:sym typeface="Lexend"/>
              </a:rPr>
              <a:t>× 9</a:t>
            </a:r>
            <a:endParaRPr sz="2000">
              <a:solidFill>
                <a:schemeClr val="dk1"/>
              </a:solidFill>
              <a:latin typeface="Lexend"/>
              <a:ea typeface="Lexend"/>
              <a:cs typeface="Lexend"/>
              <a:sym typeface="Lexend"/>
            </a:endParaRPr>
          </a:p>
        </p:txBody>
      </p:sp>
      <p:graphicFrame>
        <p:nvGraphicFramePr>
          <p:cNvPr id="1130" name="Google Shape;1130;p90"/>
          <p:cNvGraphicFramePr>
            <a:graphicFrameLocks noGrp="1"/>
          </p:cNvGraphicFramePr>
          <p:nvPr/>
        </p:nvGraphicFramePr>
        <p:xfrm>
          <a:off x="480350" y="3089175"/>
          <a:ext cx="3000000" cy="3000000"/>
        </p:xfrm>
        <a:graphic>
          <a:graphicData uri="http://schemas.openxmlformats.org/drawingml/2006/table">
            <a:tbl>
              <a:tblPr>
                <a:noFill/>
                <a:tableStyleId>{DEDBE717-2399-4D48-80FF-8B53A70A75FD}</a:tableStyleId>
              </a:tblPr>
              <a:tblGrid>
                <a:gridCol w="1037975"/>
                <a:gridCol w="1037975"/>
                <a:gridCol w="1037975"/>
              </a:tblGrid>
              <a:tr h="307025">
                <a:tc>
                  <a:txBody>
                    <a:bodyPr vert="horz" wrap="square"/>
                    <a:lstStyle/>
                    <a:p>
                      <a:pPr marL="0" lvl="0" indent="0" algn="ctr" rtl="0">
                        <a:spcBef>
                          <a:spcPct val="0"/>
                        </a:spcBef>
                        <a:spcAft>
                          <a:spcPct val="0"/>
                        </a:spcAft>
                        <a:buNone/>
                      </a:pPr>
                      <a:r>
                        <a:rPr lang="en-GB" sz="2000">
                          <a:latin typeface="Lexend"/>
                          <a:ea typeface="Lexend"/>
                          <a:cs typeface="Lexend"/>
                          <a:sym typeface="Lexend"/>
                        </a:rPr>
                        <a:t>Andeep</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Sofia</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total</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07025">
                <a:tc>
                  <a:txBody>
                    <a:bodyPr vert="horz" wrap="square"/>
                    <a:lstStyle/>
                    <a:p>
                      <a:pPr marL="0" lvl="0" indent="0" algn="ctr" rtl="0">
                        <a:spcBef>
                          <a:spcPct val="0"/>
                        </a:spcBef>
                        <a:spcAft>
                          <a:spcPct val="0"/>
                        </a:spcAft>
                        <a:buNone/>
                      </a:pPr>
                      <a:r>
                        <a:rPr lang="en-GB" sz="2000">
                          <a:latin typeface="Lexend"/>
                          <a:ea typeface="Lexend"/>
                          <a:cs typeface="Lexend"/>
                          <a:sym typeface="Lexend"/>
                        </a:rPr>
                        <a:t>5</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1</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6</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07025">
                <a:tc>
                  <a:txBody>
                    <a:bodyPr vert="horz" wrap="square"/>
                    <a:lstStyle/>
                    <a:p>
                      <a:pPr marL="0" lvl="0" indent="0" algn="ctr" rtl="0">
                        <a:spcBef>
                          <a:spcPct val="0"/>
                        </a:spcBef>
                        <a:spcAft>
                          <a:spcPct val="0"/>
                        </a:spcAft>
                        <a:buNone/>
                      </a:pPr>
                      <a:r>
                        <a:rPr lang="en-GB" sz="2000">
                          <a:latin typeface="Lexend"/>
                          <a:ea typeface="Lexend"/>
                          <a:cs typeface="Lexend"/>
                          <a:sym typeface="Lexend"/>
                        </a:rPr>
                        <a:t>45</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9</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54</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bl>
          </a:graphicData>
        </a:graphic>
      </p:graphicFrame>
      <p:graphicFrame>
        <p:nvGraphicFramePr>
          <p:cNvPr id="1131" name="Google Shape;1131;p90"/>
          <p:cNvGraphicFramePr>
            <a:graphicFrameLocks noGrp="1"/>
          </p:cNvGraphicFramePr>
          <p:nvPr/>
        </p:nvGraphicFramePr>
        <p:xfrm>
          <a:off x="480350" y="3089175"/>
          <a:ext cx="3000000" cy="3000000"/>
        </p:xfrm>
        <a:graphic>
          <a:graphicData uri="http://schemas.openxmlformats.org/drawingml/2006/table">
            <a:tbl>
              <a:tblPr>
                <a:noFill/>
                <a:tableStyleId>{DEDBE717-2399-4D48-80FF-8B53A70A75FD}</a:tableStyleId>
              </a:tblPr>
              <a:tblGrid>
                <a:gridCol w="1037975"/>
                <a:gridCol w="1037975"/>
                <a:gridCol w="1037975"/>
              </a:tblGrid>
              <a:tr h="307025">
                <a:tc>
                  <a:txBody>
                    <a:bodyPr vert="horz" wrap="square"/>
                    <a:lstStyle/>
                    <a:p>
                      <a:pPr marL="0" lvl="0" indent="0" algn="ctr" rtl="0">
                        <a:spcBef>
                          <a:spcPct val="0"/>
                        </a:spcBef>
                        <a:spcAft>
                          <a:spcPct val="0"/>
                        </a:spcAft>
                        <a:buNone/>
                      </a:pPr>
                      <a:r>
                        <a:rPr lang="en-GB" sz="2000">
                          <a:latin typeface="Lexend"/>
                          <a:ea typeface="Lexend"/>
                          <a:cs typeface="Lexend"/>
                          <a:sym typeface="Lexend"/>
                        </a:rPr>
                        <a:t>Andeep</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Sofia</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total</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07025">
                <a:tc>
                  <a:txBody>
                    <a:bodyPr vert="horz" wrap="square"/>
                    <a:lstStyle/>
                    <a:p>
                      <a:pPr marL="0" lvl="0" indent="0" algn="ctr" rtl="0">
                        <a:spcBef>
                          <a:spcPct val="0"/>
                        </a:spcBef>
                        <a:spcAft>
                          <a:spcPct val="0"/>
                        </a:spcAft>
                        <a:buNone/>
                      </a:pPr>
                      <a:r>
                        <a:rPr lang="en-GB" sz="2000">
                          <a:latin typeface="Lexend"/>
                          <a:ea typeface="Lexend"/>
                          <a:cs typeface="Lexend"/>
                          <a:sym typeface="Lexend"/>
                        </a:rPr>
                        <a:t>5</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1</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6</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07025">
                <a:tc>
                  <a:txBody>
                    <a:bodyPr vert="horz" wrap="square"/>
                    <a:lstStyle/>
                    <a:p>
                      <a:pPr marL="0" lvl="0" indent="0" algn="ctr" rtl="0">
                        <a:spcBef>
                          <a:spcPct val="0"/>
                        </a:spcBef>
                        <a:spcAft>
                          <a:spcPct val="0"/>
                        </a:spcAft>
                        <a:buNone/>
                      </a:pP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54</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bl>
          </a:graphicData>
        </a:graphic>
      </p:graphicFrame>
      <p:graphicFrame>
        <p:nvGraphicFramePr>
          <p:cNvPr id="1132" name="Google Shape;1132;p90"/>
          <p:cNvGraphicFramePr>
            <a:graphicFrameLocks noGrp="1"/>
          </p:cNvGraphicFramePr>
          <p:nvPr/>
        </p:nvGraphicFramePr>
        <p:xfrm>
          <a:off x="480350" y="3089175"/>
          <a:ext cx="3000000" cy="3000000"/>
        </p:xfrm>
        <a:graphic>
          <a:graphicData uri="http://schemas.openxmlformats.org/drawingml/2006/table">
            <a:tbl>
              <a:tblPr>
                <a:noFill/>
                <a:tableStyleId>{DEDBE717-2399-4D48-80FF-8B53A70A75FD}</a:tableStyleId>
              </a:tblPr>
              <a:tblGrid>
                <a:gridCol w="1037975"/>
                <a:gridCol w="1037975"/>
                <a:gridCol w="1037975"/>
              </a:tblGrid>
              <a:tr h="307025">
                <a:tc>
                  <a:txBody>
                    <a:bodyPr vert="horz" wrap="square"/>
                    <a:lstStyle/>
                    <a:p>
                      <a:pPr marL="0" lvl="0" indent="0" algn="ctr" rtl="0">
                        <a:spcBef>
                          <a:spcPct val="0"/>
                        </a:spcBef>
                        <a:spcAft>
                          <a:spcPct val="0"/>
                        </a:spcAft>
                        <a:buNone/>
                      </a:pPr>
                      <a:r>
                        <a:rPr lang="en-GB" sz="2000">
                          <a:latin typeface="Lexend"/>
                          <a:ea typeface="Lexend"/>
                          <a:cs typeface="Lexend"/>
                          <a:sym typeface="Lexend"/>
                        </a:rPr>
                        <a:t>Andeep</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Sofia</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total</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07025">
                <a:tc>
                  <a:txBody>
                    <a:bodyPr vert="horz" wrap="square"/>
                    <a:lstStyle/>
                    <a:p>
                      <a:pPr marL="0" lvl="0" indent="0" algn="ctr" rtl="0">
                        <a:spcBef>
                          <a:spcPct val="0"/>
                        </a:spcBef>
                        <a:spcAft>
                          <a:spcPct val="0"/>
                        </a:spcAft>
                        <a:buNone/>
                      </a:pPr>
                      <a:r>
                        <a:rPr lang="en-GB" sz="2000">
                          <a:latin typeface="Lexend"/>
                          <a:ea typeface="Lexend"/>
                          <a:cs typeface="Lexend"/>
                          <a:sym typeface="Lexend"/>
                        </a:rPr>
                        <a:t>5</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1</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6</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07025">
                <a:tc>
                  <a:txBody>
                    <a:bodyPr vert="horz" wrap="square"/>
                    <a:lstStyle/>
                    <a:p>
                      <a:pPr marL="0" lvl="0" indent="0" algn="ctr" rtl="0">
                        <a:spcBef>
                          <a:spcPct val="0"/>
                        </a:spcBef>
                        <a:spcAft>
                          <a:spcPct val="0"/>
                        </a:spcAft>
                        <a:buNone/>
                      </a:pP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bl>
          </a:graphicData>
        </a:graphic>
      </p:graphicFrame>
      <p:sp>
        <p:nvSpPr>
          <p:cNvPr id="1133" name="Google Shape;1133;p90"/>
          <p:cNvSpPr txBox="1"/>
          <p:nvPr/>
        </p:nvSpPr>
        <p:spPr>
          <a:xfrm>
            <a:off x="4998250" y="3248900"/>
            <a:ext cx="29766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a:solidFill>
                  <a:schemeClr val="dk1"/>
                </a:solidFill>
                <a:latin typeface="Lexend"/>
                <a:ea typeface="Lexend"/>
                <a:cs typeface="Lexend"/>
                <a:sym typeface="Lexend"/>
              </a:rPr>
              <a:t>Jacob =     × 45</a:t>
            </a:r>
            <a:endParaRPr sz="2200" i="1">
              <a:solidFill>
                <a:schemeClr val="dk1"/>
              </a:solidFill>
              <a:latin typeface="Times New Roman"/>
              <a:ea typeface="Times New Roman"/>
              <a:cs typeface="Times New Roman"/>
              <a:sym typeface="Times New Roman"/>
            </a:endParaRPr>
          </a:p>
        </p:txBody>
      </p:sp>
      <p:pic>
        <p:nvPicPr>
          <p:cNvPr id="1134" name="Google Shape;1134;p90" descr="&lt;math xmlns=&quot;http://www.w3.org/1998/Math/MathML&quot; display=&quot;block&quot; data-is-equatio=&quot;1&quot; data-latex=&quot;\frac{4}{5}&quot;&gt;&lt;mfrac&gt;&lt;mn&gt;4&lt;/mn&gt;&lt;mn&gt;5&lt;/mn&gt;&lt;/mfrac&gt;&lt;/math&gt;" title="four fifths"/>
          <p:cNvPicPr preferRelativeResize="0"/>
          <p:nvPr/>
        </p:nvPicPr>
        <p:blipFill>
          <a:blip r:embed="rId3">
            <a:alphaModFix/>
          </a:blip>
          <a:stretch>
            <a:fillRect/>
          </a:stretch>
        </p:blipFill>
        <p:spPr>
          <a:xfrm>
            <a:off x="6100317" y="3149474"/>
            <a:ext cx="156475" cy="506664"/>
          </a:xfrm>
          <a:prstGeom prst="rect">
            <a:avLst/>
          </a:prstGeom>
          <a:noFill/>
          <a:ln>
            <a:noFill/>
          </a:ln>
        </p:spPr>
      </p:pic>
      <p:sp>
        <p:nvSpPr>
          <p:cNvPr id="1135" name="Google Shape;1135;p90"/>
          <p:cNvSpPr txBox="1"/>
          <p:nvPr/>
        </p:nvSpPr>
        <p:spPr>
          <a:xfrm>
            <a:off x="5877725" y="3748525"/>
            <a:ext cx="8529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a:solidFill>
                  <a:schemeClr val="dk1"/>
                </a:solidFill>
                <a:latin typeface="Lexend"/>
                <a:ea typeface="Lexend"/>
                <a:cs typeface="Lexend"/>
                <a:sym typeface="Lexend"/>
              </a:rPr>
              <a:t>= 36</a:t>
            </a:r>
            <a:endParaRPr sz="2000" i="1">
              <a:solidFill>
                <a:schemeClr val="dk1"/>
              </a:solidFill>
              <a:latin typeface="Times New Roman"/>
              <a:ea typeface="Times New Roman"/>
              <a:cs typeface="Times New Roman"/>
              <a:sym typeface="Times New Roman"/>
            </a:endParaRPr>
          </a:p>
        </p:txBody>
      </p:sp>
      <p:sp>
        <p:nvSpPr>
          <p:cNvPr id="1136" name="Google Shape;1136;p90"/>
          <p:cNvSpPr txBox="1"/>
          <p:nvPr/>
        </p:nvSpPr>
        <p:spPr>
          <a:xfrm>
            <a:off x="456000" y="4247650"/>
            <a:ext cx="7831200" cy="3078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The difference between Sofia (9) and Jacob (36) is 27 seconds.</a:t>
            </a:r>
            <a:endParaRPr sz="1800">
              <a:solidFill>
                <a:schemeClr val="dk1"/>
              </a:solidFill>
              <a:latin typeface="Lexend"/>
              <a:ea typeface="Lexend"/>
              <a:cs typeface="Lexend"/>
              <a:sym typeface="Lexend"/>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3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3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2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2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3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3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34"/>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35"/>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1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140" name="Shape 1140"/>
        <p:cNvGrpSpPr/>
        <p:nvPr/>
      </p:nvGrpSpPr>
      <p:grpSpPr>
        <a:xfrm>
          <a:off x="0" y="0"/>
          <a:ext cx="0" cy="0"/>
        </a:xfrm>
      </p:grpSpPr>
      <p:sp>
        <p:nvSpPr>
          <p:cNvPr id="1141" name="Google Shape;1141;p91"/>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Using proportionality to solve problems</a:t>
            </a:r>
            <a:endParaRPr/>
          </a:p>
        </p:txBody>
      </p:sp>
      <p:sp>
        <p:nvSpPr>
          <p:cNvPr id="1142" name="Google Shape;1142;p91"/>
          <p:cNvSpPr txBox="1"/>
          <p:nvPr>
            <p:ph type="subTitle" idx="1"/>
          </p:nvPr>
        </p:nvSpPr>
        <p:spPr>
          <a:xfrm>
            <a:off x="337825" y="810000"/>
            <a:ext cx="3982200" cy="4010400"/>
          </a:xfrm>
          <a:prstGeom prst="rect">
            <a:avLst/>
          </a:prstGeom>
        </p:spPr>
        <p:txBody>
          <a:bodyPr spcFirstLastPara="1" wrap="square" lIns="0" tIns="0" rIns="0" bIns="0" anchor="t" anchorCtr="0">
            <a:noAutofit/>
          </a:bodyPr>
          <a:lstStyle/>
          <a:p>
            <a:pPr marL="0" lvl="0" indent="0" algn="l" rtl="0">
              <a:lnSpc>
                <a:spcPct val="90000"/>
              </a:lnSpc>
              <a:spcBef>
                <a:spcPct val="0"/>
              </a:spcBef>
              <a:spcAft>
                <a:spcPct val="0"/>
              </a:spcAft>
              <a:buNone/>
            </a:pPr>
            <a:r>
              <a:rPr lang="en-GB"/>
              <a:t>A, B and C are 3 different numbers.</a:t>
            </a:r>
            <a:endParaRPr sz="1800"/>
          </a:p>
          <a:p>
            <a:pPr marL="0" lvl="0" indent="0" algn="l" rtl="0">
              <a:lnSpc>
                <a:spcPct val="90000"/>
              </a:lnSpc>
              <a:spcBef>
                <a:spcPts val="1000"/>
              </a:spcBef>
              <a:spcAft>
                <a:spcPct val="0"/>
              </a:spcAft>
              <a:buNone/>
            </a:pPr>
            <a:r>
              <a:rPr lang="en-GB"/>
              <a:t>C is three-quarters of B</a:t>
            </a:r>
            <a:endParaRPr/>
          </a:p>
          <a:p>
            <a:pPr marL="0" lvl="0" indent="0" algn="l" rtl="0">
              <a:lnSpc>
                <a:spcPct val="90000"/>
              </a:lnSpc>
              <a:spcBef>
                <a:spcPts val="1000"/>
              </a:spcBef>
              <a:spcAft>
                <a:spcPct val="0"/>
              </a:spcAft>
              <a:buNone/>
            </a:pPr>
            <a:r>
              <a:rPr lang="en-GB"/>
              <a:t>C is 5 times A</a:t>
            </a:r>
            <a:endParaRPr/>
          </a:p>
          <a:p>
            <a:pPr marL="0" lvl="0" indent="0" algn="l" rtl="0">
              <a:lnSpc>
                <a:spcPct val="90000"/>
              </a:lnSpc>
              <a:spcBef>
                <a:spcPts val="1000"/>
              </a:spcBef>
              <a:spcAft>
                <a:spcPct val="0"/>
              </a:spcAft>
              <a:buNone/>
            </a:pPr>
            <a:r>
              <a:rPr lang="en-GB" sz="1800"/>
              <a:t>The total of </a:t>
            </a:r>
            <a:r>
              <a:rPr lang="en-GB"/>
              <a:t>A &amp; C is 144</a:t>
            </a:r>
            <a:endParaRPr sz="1800"/>
          </a:p>
          <a:p>
            <a:pPr marL="0" lvl="0" indent="0" algn="l" rtl="0">
              <a:lnSpc>
                <a:spcPct val="90000"/>
              </a:lnSpc>
              <a:spcBef>
                <a:spcPts val="1000"/>
              </a:spcBef>
              <a:spcAft>
                <a:spcPct val="0"/>
              </a:spcAft>
              <a:buNone/>
            </a:pPr>
            <a:r>
              <a:rPr lang="en-GB"/>
              <a:t>Find the value of B.</a:t>
            </a:r>
            <a:endParaRPr sz="1800"/>
          </a:p>
          <a:p>
            <a:pPr marL="0" lvl="0" indent="0" algn="l" rtl="0">
              <a:lnSpc>
                <a:spcPct val="90000"/>
              </a:lnSpc>
              <a:spcBef>
                <a:spcPts val="1000"/>
              </a:spcBef>
              <a:spcAft>
                <a:spcPts val="1000"/>
              </a:spcAft>
              <a:buNone/>
            </a:pPr>
            <a:endParaRPr sz="1800"/>
          </a:p>
        </p:txBody>
      </p:sp>
      <p:sp>
        <p:nvSpPr>
          <p:cNvPr id="1143" name="Google Shape;1143;p91"/>
          <p:cNvSpPr/>
          <p:nvPr/>
        </p:nvSpPr>
        <p:spPr>
          <a:xfrm rot="5400000">
            <a:off x="3495575" y="2894570"/>
            <a:ext cx="419400" cy="567000"/>
          </a:xfrm>
          <a:prstGeom prst="arc">
            <a:avLst>
              <a:gd name="adj1" fmla="val 10729459"/>
              <a:gd name="adj2" fmla="val 472"/>
            </a:avLst>
          </a:prstGeom>
          <a:noFill/>
          <a:ln w="38100" cap="flat" cmpd="sng">
            <a:solidFill>
              <a:srgbClr val="037B7D"/>
            </a:solidFill>
            <a:prstDash val="solid"/>
            <a:round/>
            <a:headEnd type="none" w="sm" len="sm"/>
            <a:tailEnd type="triangl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144" name="Google Shape;1144;p91"/>
          <p:cNvSpPr txBox="1"/>
          <p:nvPr/>
        </p:nvSpPr>
        <p:spPr>
          <a:xfrm>
            <a:off x="4039950" y="3010415"/>
            <a:ext cx="5322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a:solidFill>
                  <a:schemeClr val="dk1"/>
                </a:solidFill>
                <a:latin typeface="Lexend"/>
                <a:ea typeface="Lexend"/>
                <a:cs typeface="Lexend"/>
                <a:sym typeface="Lexend"/>
              </a:rPr>
              <a:t>× 24</a:t>
            </a:r>
            <a:endParaRPr sz="2000">
              <a:solidFill>
                <a:schemeClr val="dk1"/>
              </a:solidFill>
              <a:latin typeface="Lexend"/>
              <a:ea typeface="Lexend"/>
              <a:cs typeface="Lexend"/>
              <a:sym typeface="Lexend"/>
            </a:endParaRPr>
          </a:p>
        </p:txBody>
      </p:sp>
      <p:graphicFrame>
        <p:nvGraphicFramePr>
          <p:cNvPr id="1145" name="Google Shape;1145;p91"/>
          <p:cNvGraphicFramePr>
            <a:graphicFrameLocks noGrp="1"/>
          </p:cNvGraphicFramePr>
          <p:nvPr/>
        </p:nvGraphicFramePr>
        <p:xfrm>
          <a:off x="480350" y="2582040"/>
          <a:ext cx="3000000" cy="3000000"/>
        </p:xfrm>
        <a:graphic>
          <a:graphicData uri="http://schemas.openxmlformats.org/drawingml/2006/table">
            <a:tbl>
              <a:tblPr>
                <a:noFill/>
                <a:tableStyleId>{DEDBE717-2399-4D48-80FF-8B53A70A75FD}</a:tableStyleId>
              </a:tblPr>
              <a:tblGrid>
                <a:gridCol w="1037975"/>
                <a:gridCol w="1037975"/>
                <a:gridCol w="1037975"/>
              </a:tblGrid>
              <a:tr h="307025">
                <a:tc>
                  <a:txBody>
                    <a:bodyPr vert="horz" wrap="square"/>
                    <a:lstStyle/>
                    <a:p>
                      <a:pPr marL="0" lvl="0" indent="0" algn="ctr" rtl="0">
                        <a:spcBef>
                          <a:spcPct val="0"/>
                        </a:spcBef>
                        <a:spcAft>
                          <a:spcPct val="0"/>
                        </a:spcAft>
                        <a:buNone/>
                      </a:pPr>
                      <a:r>
                        <a:rPr lang="en-GB" sz="2000">
                          <a:latin typeface="Lexend"/>
                          <a:ea typeface="Lexend"/>
                          <a:cs typeface="Lexend"/>
                          <a:sym typeface="Lexend"/>
                        </a:rPr>
                        <a:t>A</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C</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total</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07025">
                <a:tc>
                  <a:txBody>
                    <a:bodyPr vert="horz" wrap="square"/>
                    <a:lstStyle/>
                    <a:p>
                      <a:pPr marL="0" lvl="0" indent="0" algn="ctr" rtl="0">
                        <a:spcBef>
                          <a:spcPct val="0"/>
                        </a:spcBef>
                        <a:spcAft>
                          <a:spcPct val="0"/>
                        </a:spcAft>
                        <a:buNone/>
                      </a:pPr>
                      <a:r>
                        <a:rPr lang="en-GB" sz="2000">
                          <a:latin typeface="Lexend"/>
                          <a:ea typeface="Lexend"/>
                          <a:cs typeface="Lexend"/>
                          <a:sym typeface="Lexend"/>
                        </a:rPr>
                        <a:t>1</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5</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6</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07025">
                <a:tc>
                  <a:txBody>
                    <a:bodyPr vert="horz" wrap="square"/>
                    <a:lstStyle/>
                    <a:p>
                      <a:pPr marL="0" lvl="0" indent="0" algn="ctr" rtl="0">
                        <a:spcBef>
                          <a:spcPct val="0"/>
                        </a:spcBef>
                        <a:spcAft>
                          <a:spcPct val="0"/>
                        </a:spcAft>
                        <a:buNone/>
                      </a:pPr>
                      <a:r>
                        <a:rPr lang="en-GB" sz="2000">
                          <a:latin typeface="Lexend"/>
                          <a:ea typeface="Lexend"/>
                          <a:cs typeface="Lexend"/>
                          <a:sym typeface="Lexend"/>
                        </a:rPr>
                        <a:t>24</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120</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144</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bl>
          </a:graphicData>
        </a:graphic>
      </p:graphicFrame>
      <p:sp>
        <p:nvSpPr>
          <p:cNvPr id="1146" name="Google Shape;1146;p91"/>
          <p:cNvSpPr txBox="1"/>
          <p:nvPr/>
        </p:nvSpPr>
        <p:spPr>
          <a:xfrm>
            <a:off x="545425" y="3634030"/>
            <a:ext cx="29766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a:solidFill>
                  <a:schemeClr val="dk1"/>
                </a:solidFill>
                <a:latin typeface="Lexend"/>
                <a:ea typeface="Lexend"/>
                <a:cs typeface="Lexend"/>
                <a:sym typeface="Lexend"/>
              </a:rPr>
              <a:t>120	=     × </a:t>
            </a:r>
            <a:r>
              <a:rPr lang="en-GB" sz="2000" i="1">
                <a:solidFill>
                  <a:schemeClr val="dk1"/>
                </a:solidFill>
                <a:latin typeface="Times New Roman"/>
                <a:ea typeface="Times New Roman"/>
                <a:cs typeface="Times New Roman"/>
                <a:sym typeface="Times New Roman"/>
              </a:rPr>
              <a:t>B</a:t>
            </a:r>
            <a:endParaRPr sz="2000" i="1">
              <a:solidFill>
                <a:schemeClr val="dk1"/>
              </a:solidFill>
              <a:latin typeface="Times New Roman"/>
              <a:ea typeface="Times New Roman"/>
              <a:cs typeface="Times New Roman"/>
              <a:sym typeface="Times New Roman"/>
            </a:endParaRPr>
          </a:p>
        </p:txBody>
      </p:sp>
      <p:sp>
        <p:nvSpPr>
          <p:cNvPr id="1147" name="Google Shape;1147;p91"/>
          <p:cNvSpPr txBox="1"/>
          <p:nvPr/>
        </p:nvSpPr>
        <p:spPr>
          <a:xfrm>
            <a:off x="850225" y="4161305"/>
            <a:ext cx="29766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i="1">
                <a:solidFill>
                  <a:schemeClr val="dk1"/>
                </a:solidFill>
                <a:latin typeface="Times New Roman"/>
                <a:ea typeface="Times New Roman"/>
                <a:cs typeface="Times New Roman"/>
                <a:sym typeface="Times New Roman"/>
              </a:rPr>
              <a:t>B</a:t>
            </a:r>
            <a:r>
              <a:rPr lang="en-GB" sz="2000">
                <a:solidFill>
                  <a:schemeClr val="dk1"/>
                </a:solidFill>
                <a:latin typeface="Lexend"/>
                <a:ea typeface="Lexend"/>
                <a:cs typeface="Lexend"/>
                <a:sym typeface="Lexend"/>
              </a:rPr>
              <a:t> = 120 ÷  </a:t>
            </a:r>
            <a:endParaRPr sz="2000" i="1">
              <a:solidFill>
                <a:schemeClr val="dk1"/>
              </a:solidFill>
              <a:latin typeface="Times New Roman"/>
              <a:ea typeface="Times New Roman"/>
              <a:cs typeface="Times New Roman"/>
              <a:sym typeface="Times New Roman"/>
            </a:endParaRPr>
          </a:p>
        </p:txBody>
      </p:sp>
      <p:sp>
        <p:nvSpPr>
          <p:cNvPr id="1148" name="Google Shape;1148;p91"/>
          <p:cNvSpPr txBox="1"/>
          <p:nvPr/>
        </p:nvSpPr>
        <p:spPr>
          <a:xfrm>
            <a:off x="850225" y="4540540"/>
            <a:ext cx="29766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i="1">
                <a:solidFill>
                  <a:schemeClr val="dk1"/>
                </a:solidFill>
                <a:latin typeface="Times New Roman"/>
                <a:ea typeface="Times New Roman"/>
                <a:cs typeface="Times New Roman"/>
                <a:sym typeface="Times New Roman"/>
              </a:rPr>
              <a:t>B</a:t>
            </a:r>
            <a:r>
              <a:rPr lang="en-GB" sz="2000">
                <a:solidFill>
                  <a:schemeClr val="dk1"/>
                </a:solidFill>
                <a:latin typeface="Lexend"/>
                <a:ea typeface="Lexend"/>
                <a:cs typeface="Lexend"/>
                <a:sym typeface="Lexend"/>
              </a:rPr>
              <a:t> = 160  </a:t>
            </a:r>
            <a:endParaRPr sz="2000" i="1">
              <a:solidFill>
                <a:schemeClr val="dk1"/>
              </a:solidFill>
              <a:latin typeface="Times New Roman"/>
              <a:ea typeface="Times New Roman"/>
              <a:cs typeface="Times New Roman"/>
              <a:sym typeface="Times New Roman"/>
            </a:endParaRPr>
          </a:p>
        </p:txBody>
      </p:sp>
      <p:sp>
        <p:nvSpPr>
          <p:cNvPr id="1149" name="Google Shape;1149;p91"/>
          <p:cNvSpPr/>
          <p:nvPr/>
        </p:nvSpPr>
        <p:spPr>
          <a:xfrm>
            <a:off x="829800" y="2933960"/>
            <a:ext cx="403200" cy="1947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150" name="Google Shape;1150;p91"/>
          <p:cNvSpPr/>
          <p:nvPr/>
        </p:nvSpPr>
        <p:spPr>
          <a:xfrm>
            <a:off x="1896600" y="2940085"/>
            <a:ext cx="403200" cy="1947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151" name="Google Shape;1151;p91"/>
          <p:cNvSpPr/>
          <p:nvPr/>
        </p:nvSpPr>
        <p:spPr>
          <a:xfrm>
            <a:off x="2811000" y="2954100"/>
            <a:ext cx="403200" cy="1947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152" name="Google Shape;1152;p91"/>
          <p:cNvSpPr/>
          <p:nvPr/>
        </p:nvSpPr>
        <p:spPr>
          <a:xfrm>
            <a:off x="2887200" y="3244885"/>
            <a:ext cx="403200" cy="1947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153" name="Google Shape;1153;p91"/>
          <p:cNvSpPr/>
          <p:nvPr/>
        </p:nvSpPr>
        <p:spPr>
          <a:xfrm>
            <a:off x="829800" y="3244885"/>
            <a:ext cx="403200" cy="1947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154" name="Google Shape;1154;p91"/>
          <p:cNvSpPr/>
          <p:nvPr/>
        </p:nvSpPr>
        <p:spPr>
          <a:xfrm>
            <a:off x="1820400" y="3244875"/>
            <a:ext cx="532200" cy="1947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pic>
        <p:nvPicPr>
          <p:cNvPr id="1155" name="Google Shape;1155;p91" descr="&lt;math xmlns=&quot;http://www.w3.org/1998/Math/MathML&quot; display=&quot;block&quot; data-is-equatio=&quot;1&quot; data-latex=&quot;\frac{3}{4}&quot;&gt;&lt;mfrac&gt;&lt;mn&gt;3&lt;/mn&gt;&lt;mn&gt;4&lt;/mn&gt;&lt;/mfrac&gt;&lt;/math&gt;" title="three fourths"/>
          <p:cNvPicPr preferRelativeResize="0"/>
          <p:nvPr/>
        </p:nvPicPr>
        <p:blipFill>
          <a:blip r:embed="rId3">
            <a:alphaModFix/>
          </a:blip>
          <a:stretch>
            <a:fillRect/>
          </a:stretch>
        </p:blipFill>
        <p:spPr>
          <a:xfrm>
            <a:off x="1229980" y="3529796"/>
            <a:ext cx="171300" cy="545800"/>
          </a:xfrm>
          <a:prstGeom prst="rect">
            <a:avLst/>
          </a:prstGeom>
          <a:noFill/>
          <a:ln>
            <a:noFill/>
          </a:ln>
        </p:spPr>
      </p:pic>
      <p:pic>
        <p:nvPicPr>
          <p:cNvPr id="1156" name="Google Shape;1156;p91" descr="&lt;math xmlns=&quot;http://www.w3.org/1998/Math/MathML&quot; display=&quot;block&quot; data-is-equatio=&quot;1&quot; data-latex=&quot;\frac{3}{4}&quot;&gt;&lt;mfrac&gt;&lt;mn&gt;3&lt;/mn&gt;&lt;mn&gt;4&lt;/mn&gt;&lt;/mfrac&gt;&lt;/math&gt;" title="three fourths"/>
          <p:cNvPicPr preferRelativeResize="0"/>
          <p:nvPr/>
        </p:nvPicPr>
        <p:blipFill>
          <a:blip r:embed="rId3">
            <a:alphaModFix/>
          </a:blip>
          <a:stretch>
            <a:fillRect/>
          </a:stretch>
        </p:blipFill>
        <p:spPr>
          <a:xfrm>
            <a:off x="2068180" y="4057070"/>
            <a:ext cx="171300" cy="545800"/>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4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149"/>
                                        </p:tgtEl>
                                        <p:attrNameLst>
                                          <p:attrName>style.visibility</p:attrName>
                                        </p:attrNameLst>
                                      </p:cBhvr>
                                      <p:to>
                                        <p:strVal val="hidden"/>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150"/>
                                        </p:tgtEl>
                                        <p:attrNameLst>
                                          <p:attrName>style.visibility</p:attrName>
                                        </p:attrNameLst>
                                      </p:cBhvr>
                                      <p:to>
                                        <p:strVal val="hidden"/>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151"/>
                                        </p:tgtEl>
                                        <p:attrNameLst>
                                          <p:attrName>style.visibility</p:attrName>
                                        </p:attrNameLst>
                                      </p:cBhvr>
                                      <p:to>
                                        <p:strVal val="hidden"/>
                                      </p:to>
                                    </p:set>
                                  </p:childTnLst>
                                </p:cTn>
                              </p:par>
                            </p:childTnLst>
                          </p:cTn>
                        </p:par>
                      </p:childTnLst>
                    </p:cTn>
                  </p:par>
                  <p:par>
                    <p:cTn id="19" fill="hold" nodeType="clickPar">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152"/>
                                        </p:tgtEl>
                                        <p:attrNameLst>
                                          <p:attrName>style.visibility</p:attrName>
                                        </p:attrNameLst>
                                      </p:cBhvr>
                                      <p:to>
                                        <p:strVal val="hidden"/>
                                      </p:to>
                                    </p:set>
                                  </p:childTnLst>
                                </p:cTn>
                              </p:par>
                            </p:childTnLst>
                          </p:cTn>
                        </p:par>
                      </p:childTnLst>
                    </p:cTn>
                  </p:par>
                  <p:par>
                    <p:cTn id="23" fill="hold" nodeType="clickPar">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4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4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153"/>
                                        </p:tgtEl>
                                        <p:attrNameLst>
                                          <p:attrName>style.visibility</p:attrName>
                                        </p:attrNameLst>
                                      </p:cBhvr>
                                      <p:to>
                                        <p:strVal val="hidden"/>
                                      </p:to>
                                    </p:set>
                                  </p:childTnLst>
                                </p:cTn>
                              </p:par>
                            </p:childTnLst>
                          </p:cTn>
                        </p:par>
                      </p:childTnLst>
                    </p:cTn>
                  </p:par>
                  <p:par>
                    <p:cTn id="35" fill="hold" nodeType="clickPar">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1154"/>
                                        </p:tgtEl>
                                        <p:attrNameLst>
                                          <p:attrName>style.visibility</p:attrName>
                                        </p:attrNameLst>
                                      </p:cBhvr>
                                      <p:to>
                                        <p:strVal val="hidden"/>
                                      </p:to>
                                    </p:set>
                                  </p:childTnLst>
                                </p:cTn>
                              </p:par>
                            </p:childTnLst>
                          </p:cTn>
                        </p:par>
                      </p:childTnLst>
                    </p:cTn>
                  </p:par>
                  <p:par>
                    <p:cTn id="39" fill="hold" nodeType="clickPar">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5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46"/>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14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156"/>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160" name="Shape 1160"/>
        <p:cNvGrpSpPr/>
        <p:nvPr/>
      </p:nvGrpSpPr>
      <p:grpSpPr>
        <a:xfrm>
          <a:off x="0" y="0"/>
          <a:ext cx="0" cy="0"/>
        </a:xfrm>
      </p:grpSpPr>
      <p:sp>
        <p:nvSpPr>
          <p:cNvPr id="1161" name="Google Shape;1161;p92"/>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Using proportionality to solve problems</a:t>
            </a:r>
            <a:endParaRPr/>
          </a:p>
        </p:txBody>
      </p:sp>
      <p:sp>
        <p:nvSpPr>
          <p:cNvPr id="1162" name="Google Shape;1162;p92"/>
          <p:cNvSpPr txBox="1"/>
          <p:nvPr>
            <p:ph type="subTitle" idx="1"/>
          </p:nvPr>
        </p:nvSpPr>
        <p:spPr>
          <a:xfrm>
            <a:off x="4909825" y="810000"/>
            <a:ext cx="3982200" cy="4010400"/>
          </a:xfrm>
          <a:prstGeom prst="rect">
            <a:avLst/>
          </a:prstGeom>
        </p:spPr>
        <p:txBody>
          <a:bodyPr spcFirstLastPara="1" wrap="square" lIns="0" tIns="0" rIns="0" bIns="0" anchor="t" anchorCtr="0">
            <a:noAutofit/>
          </a:bodyPr>
          <a:lstStyle/>
          <a:p>
            <a:pPr marL="0" lvl="0" indent="0" algn="l" rtl="0">
              <a:lnSpc>
                <a:spcPct val="90000"/>
              </a:lnSpc>
              <a:spcBef>
                <a:spcPct val="0"/>
              </a:spcBef>
              <a:spcAft>
                <a:spcPct val="0"/>
              </a:spcAft>
              <a:buNone/>
            </a:pPr>
            <a:r>
              <a:rPr lang="en-GB"/>
              <a:t>A, B and C are 3 different numbers.</a:t>
            </a:r>
            <a:endParaRPr sz="1800"/>
          </a:p>
          <a:p>
            <a:pPr marL="0" lvl="0" indent="0" algn="l" rtl="0">
              <a:lnSpc>
                <a:spcPct val="90000"/>
              </a:lnSpc>
              <a:spcBef>
                <a:spcPts val="1000"/>
              </a:spcBef>
              <a:spcAft>
                <a:spcPct val="0"/>
              </a:spcAft>
              <a:buNone/>
            </a:pPr>
            <a:r>
              <a:rPr lang="en-GB"/>
              <a:t>C is two-thirds of B</a:t>
            </a:r>
            <a:endParaRPr/>
          </a:p>
          <a:p>
            <a:pPr marL="0" lvl="0" indent="0" algn="l" rtl="0">
              <a:lnSpc>
                <a:spcPct val="90000"/>
              </a:lnSpc>
              <a:spcBef>
                <a:spcPts val="1000"/>
              </a:spcBef>
              <a:spcAft>
                <a:spcPct val="0"/>
              </a:spcAft>
              <a:buNone/>
            </a:pPr>
            <a:r>
              <a:rPr lang="en-GB"/>
              <a:t>C is 4 times A</a:t>
            </a:r>
            <a:endParaRPr/>
          </a:p>
          <a:p>
            <a:pPr marL="0" lvl="0" indent="0" algn="l" rtl="0">
              <a:lnSpc>
                <a:spcPct val="90000"/>
              </a:lnSpc>
              <a:spcBef>
                <a:spcPts val="1000"/>
              </a:spcBef>
              <a:spcAft>
                <a:spcPct val="0"/>
              </a:spcAft>
              <a:buNone/>
            </a:pPr>
            <a:r>
              <a:rPr lang="en-GB" sz="1800"/>
              <a:t>The total of </a:t>
            </a:r>
            <a:r>
              <a:rPr lang="en-GB"/>
              <a:t>A &amp; C is 140</a:t>
            </a:r>
            <a:endParaRPr sz="1800"/>
          </a:p>
          <a:p>
            <a:pPr marL="0" lvl="0" indent="0" algn="l" rtl="0">
              <a:lnSpc>
                <a:spcPct val="90000"/>
              </a:lnSpc>
              <a:spcBef>
                <a:spcPts val="1000"/>
              </a:spcBef>
              <a:spcAft>
                <a:spcPct val="0"/>
              </a:spcAft>
              <a:buNone/>
            </a:pPr>
            <a:r>
              <a:rPr lang="en-GB"/>
              <a:t>Find the value of B.</a:t>
            </a:r>
            <a:endParaRPr sz="1800"/>
          </a:p>
          <a:p>
            <a:pPr marL="0" lvl="0" indent="0" algn="l" rtl="0">
              <a:lnSpc>
                <a:spcPct val="90000"/>
              </a:lnSpc>
              <a:spcBef>
                <a:spcPts val="1000"/>
              </a:spcBef>
              <a:spcAft>
                <a:spcPts val="1000"/>
              </a:spcAft>
              <a:buNone/>
            </a:pPr>
            <a:endParaRPr sz="1800"/>
          </a:p>
        </p:txBody>
      </p:sp>
      <p:sp>
        <p:nvSpPr>
          <p:cNvPr id="1163" name="Google Shape;1163;p92"/>
          <p:cNvSpPr/>
          <p:nvPr/>
        </p:nvSpPr>
        <p:spPr>
          <a:xfrm rot="5400000">
            <a:off x="7706025" y="2894570"/>
            <a:ext cx="419400" cy="567000"/>
          </a:xfrm>
          <a:prstGeom prst="arc">
            <a:avLst>
              <a:gd name="adj1" fmla="val 10729459"/>
              <a:gd name="adj2" fmla="val 472"/>
            </a:avLst>
          </a:prstGeom>
          <a:noFill/>
          <a:ln w="38100" cap="flat" cmpd="sng">
            <a:solidFill>
              <a:srgbClr val="037B7D"/>
            </a:solidFill>
            <a:prstDash val="solid"/>
            <a:round/>
            <a:headEnd type="none" w="sm" len="sm"/>
            <a:tailEnd type="triangl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164" name="Google Shape;1164;p92"/>
          <p:cNvSpPr txBox="1"/>
          <p:nvPr/>
        </p:nvSpPr>
        <p:spPr>
          <a:xfrm>
            <a:off x="8250400" y="3010415"/>
            <a:ext cx="5322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a:solidFill>
                  <a:schemeClr val="dk1"/>
                </a:solidFill>
                <a:latin typeface="Kalam"/>
                <a:ea typeface="Kalam"/>
                <a:cs typeface="Kalam"/>
                <a:sym typeface="Kalam"/>
              </a:rPr>
              <a:t>× 28</a:t>
            </a:r>
            <a:endParaRPr sz="2000">
              <a:solidFill>
                <a:schemeClr val="dk1"/>
              </a:solidFill>
              <a:latin typeface="Kalam"/>
              <a:ea typeface="Kalam"/>
              <a:cs typeface="Kalam"/>
              <a:sym typeface="Kalam"/>
            </a:endParaRPr>
          </a:p>
        </p:txBody>
      </p:sp>
      <p:graphicFrame>
        <p:nvGraphicFramePr>
          <p:cNvPr id="1165" name="Google Shape;1165;p92"/>
          <p:cNvGraphicFramePr>
            <a:graphicFrameLocks noGrp="1"/>
          </p:cNvGraphicFramePr>
          <p:nvPr/>
        </p:nvGraphicFramePr>
        <p:xfrm>
          <a:off x="4690800" y="2582040"/>
          <a:ext cx="3000000" cy="3000000"/>
        </p:xfrm>
        <a:graphic>
          <a:graphicData uri="http://schemas.openxmlformats.org/drawingml/2006/table">
            <a:tbl>
              <a:tblPr>
                <a:noFill/>
                <a:tableStyleId>{DEDBE717-2399-4D48-80FF-8B53A70A75FD}</a:tableStyleId>
              </a:tblPr>
              <a:tblGrid>
                <a:gridCol w="1037975"/>
                <a:gridCol w="1037975"/>
                <a:gridCol w="1037975"/>
              </a:tblGrid>
              <a:tr h="307025">
                <a:tc>
                  <a:txBody>
                    <a:bodyPr vert="horz" wrap="square"/>
                    <a:lstStyle/>
                    <a:p>
                      <a:pPr marL="0" lvl="0" indent="0" algn="ctr" rtl="0">
                        <a:spcBef>
                          <a:spcPct val="0"/>
                        </a:spcBef>
                        <a:spcAft>
                          <a:spcPct val="0"/>
                        </a:spcAft>
                        <a:buNone/>
                      </a:pPr>
                      <a:r>
                        <a:rPr lang="en-GB" sz="2000">
                          <a:latin typeface="Lexend"/>
                          <a:ea typeface="Lexend"/>
                          <a:cs typeface="Lexend"/>
                          <a:sym typeface="Lexend"/>
                        </a:rPr>
                        <a:t>A</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C</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total</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07025">
                <a:tc>
                  <a:txBody>
                    <a:bodyPr vert="horz" wrap="square"/>
                    <a:lstStyle/>
                    <a:p>
                      <a:pPr marL="0" lvl="0" indent="0" algn="ctr" rtl="0">
                        <a:spcBef>
                          <a:spcPct val="0"/>
                        </a:spcBef>
                        <a:spcAft>
                          <a:spcPct val="0"/>
                        </a:spcAft>
                        <a:buNone/>
                      </a:pPr>
                      <a:r>
                        <a:rPr lang="en-GB" sz="2000">
                          <a:latin typeface="Kalam"/>
                          <a:ea typeface="Kalam"/>
                          <a:cs typeface="Kalam"/>
                          <a:sym typeface="Kalam"/>
                        </a:rPr>
                        <a:t>1</a:t>
                      </a:r>
                      <a:endParaRPr sz="2000">
                        <a:latin typeface="Kalam"/>
                        <a:ea typeface="Kalam"/>
                        <a:cs typeface="Kalam"/>
                        <a:sym typeface="Kalam"/>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Kalam"/>
                          <a:ea typeface="Kalam"/>
                          <a:cs typeface="Kalam"/>
                          <a:sym typeface="Kalam"/>
                        </a:rPr>
                        <a:t>4</a:t>
                      </a:r>
                      <a:endParaRPr sz="2000">
                        <a:latin typeface="Kalam"/>
                        <a:ea typeface="Kalam"/>
                        <a:cs typeface="Kalam"/>
                        <a:sym typeface="Kalam"/>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Kalam"/>
                          <a:ea typeface="Kalam"/>
                          <a:cs typeface="Kalam"/>
                          <a:sym typeface="Kalam"/>
                        </a:rPr>
                        <a:t>5</a:t>
                      </a:r>
                      <a:endParaRPr sz="2000">
                        <a:latin typeface="Kalam"/>
                        <a:ea typeface="Kalam"/>
                        <a:cs typeface="Kalam"/>
                        <a:sym typeface="Kalam"/>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07025">
                <a:tc>
                  <a:txBody>
                    <a:bodyPr vert="horz" wrap="square"/>
                    <a:lstStyle/>
                    <a:p>
                      <a:pPr marL="0" lvl="0" indent="0" algn="ctr" rtl="0">
                        <a:spcBef>
                          <a:spcPct val="0"/>
                        </a:spcBef>
                        <a:spcAft>
                          <a:spcPct val="0"/>
                        </a:spcAft>
                        <a:buNone/>
                      </a:pPr>
                      <a:r>
                        <a:rPr lang="en-GB" sz="2000">
                          <a:latin typeface="Kalam"/>
                          <a:ea typeface="Kalam"/>
                          <a:cs typeface="Kalam"/>
                          <a:sym typeface="Kalam"/>
                        </a:rPr>
                        <a:t>28</a:t>
                      </a:r>
                      <a:endParaRPr sz="2000">
                        <a:latin typeface="Kalam"/>
                        <a:ea typeface="Kalam"/>
                        <a:cs typeface="Kalam"/>
                        <a:sym typeface="Kalam"/>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Kalam"/>
                          <a:ea typeface="Kalam"/>
                          <a:cs typeface="Kalam"/>
                          <a:sym typeface="Kalam"/>
                        </a:rPr>
                        <a:t>112</a:t>
                      </a:r>
                      <a:endParaRPr sz="2000">
                        <a:latin typeface="Kalam"/>
                        <a:ea typeface="Kalam"/>
                        <a:cs typeface="Kalam"/>
                        <a:sym typeface="Kalam"/>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Kalam"/>
                          <a:ea typeface="Kalam"/>
                          <a:cs typeface="Kalam"/>
                          <a:sym typeface="Kalam"/>
                        </a:rPr>
                        <a:t>140</a:t>
                      </a:r>
                      <a:endParaRPr sz="2000">
                        <a:latin typeface="Kalam"/>
                        <a:ea typeface="Kalam"/>
                        <a:cs typeface="Kalam"/>
                        <a:sym typeface="Kalam"/>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bl>
          </a:graphicData>
        </a:graphic>
      </p:graphicFrame>
      <p:sp>
        <p:nvSpPr>
          <p:cNvPr id="1166" name="Google Shape;1166;p92"/>
          <p:cNvSpPr txBox="1"/>
          <p:nvPr/>
        </p:nvSpPr>
        <p:spPr>
          <a:xfrm>
            <a:off x="5117425" y="3634030"/>
            <a:ext cx="29766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a:solidFill>
                  <a:schemeClr val="dk1"/>
                </a:solidFill>
                <a:latin typeface="Kalam"/>
                <a:ea typeface="Kalam"/>
                <a:cs typeface="Kalam"/>
                <a:sym typeface="Kalam"/>
              </a:rPr>
              <a:t>112 =</a:t>
            </a:r>
            <a:r>
              <a:rPr lang="en-GB" sz="2000">
                <a:solidFill>
                  <a:schemeClr val="dk1"/>
                </a:solidFill>
                <a:latin typeface="Lexend"/>
                <a:ea typeface="Lexend"/>
                <a:cs typeface="Lexend"/>
                <a:sym typeface="Lexend"/>
              </a:rPr>
              <a:t>     × </a:t>
            </a:r>
            <a:r>
              <a:rPr lang="en-GB" sz="2000" i="1">
                <a:solidFill>
                  <a:schemeClr val="dk1"/>
                </a:solidFill>
                <a:latin typeface="Times New Roman"/>
                <a:ea typeface="Times New Roman"/>
                <a:cs typeface="Times New Roman"/>
                <a:sym typeface="Times New Roman"/>
              </a:rPr>
              <a:t>B</a:t>
            </a:r>
            <a:endParaRPr sz="2000" i="1">
              <a:solidFill>
                <a:schemeClr val="dk1"/>
              </a:solidFill>
              <a:latin typeface="Times New Roman"/>
              <a:ea typeface="Times New Roman"/>
              <a:cs typeface="Times New Roman"/>
              <a:sym typeface="Times New Roman"/>
            </a:endParaRPr>
          </a:p>
        </p:txBody>
      </p:sp>
      <p:sp>
        <p:nvSpPr>
          <p:cNvPr id="1167" name="Google Shape;1167;p92"/>
          <p:cNvSpPr txBox="1"/>
          <p:nvPr/>
        </p:nvSpPr>
        <p:spPr>
          <a:xfrm>
            <a:off x="5422225" y="4161305"/>
            <a:ext cx="29766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i="1">
                <a:solidFill>
                  <a:schemeClr val="dk1"/>
                </a:solidFill>
                <a:latin typeface="Times New Roman"/>
                <a:ea typeface="Times New Roman"/>
                <a:cs typeface="Times New Roman"/>
                <a:sym typeface="Times New Roman"/>
              </a:rPr>
              <a:t>B</a:t>
            </a:r>
            <a:r>
              <a:rPr lang="en-GB" sz="2000">
                <a:solidFill>
                  <a:schemeClr val="dk1"/>
                </a:solidFill>
                <a:latin typeface="Lexend"/>
                <a:ea typeface="Lexend"/>
                <a:cs typeface="Lexend"/>
                <a:sym typeface="Lexend"/>
              </a:rPr>
              <a:t> = </a:t>
            </a:r>
            <a:r>
              <a:rPr lang="en-GB" sz="2000">
                <a:solidFill>
                  <a:schemeClr val="dk1"/>
                </a:solidFill>
                <a:latin typeface="Kalam"/>
                <a:ea typeface="Kalam"/>
                <a:cs typeface="Kalam"/>
                <a:sym typeface="Kalam"/>
              </a:rPr>
              <a:t>112 ÷</a:t>
            </a:r>
            <a:r>
              <a:rPr lang="en-GB" sz="2000">
                <a:solidFill>
                  <a:schemeClr val="dk1"/>
                </a:solidFill>
                <a:latin typeface="Lexend"/>
                <a:ea typeface="Lexend"/>
                <a:cs typeface="Lexend"/>
                <a:sym typeface="Lexend"/>
              </a:rPr>
              <a:t>  </a:t>
            </a:r>
            <a:endParaRPr sz="2000" i="1">
              <a:solidFill>
                <a:schemeClr val="dk1"/>
              </a:solidFill>
              <a:latin typeface="Times New Roman"/>
              <a:ea typeface="Times New Roman"/>
              <a:cs typeface="Times New Roman"/>
              <a:sym typeface="Times New Roman"/>
            </a:endParaRPr>
          </a:p>
        </p:txBody>
      </p:sp>
      <p:sp>
        <p:nvSpPr>
          <p:cNvPr id="1168" name="Google Shape;1168;p92"/>
          <p:cNvSpPr txBox="1"/>
          <p:nvPr/>
        </p:nvSpPr>
        <p:spPr>
          <a:xfrm>
            <a:off x="5422225" y="4540540"/>
            <a:ext cx="29766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i="1">
                <a:solidFill>
                  <a:schemeClr val="dk1"/>
                </a:solidFill>
                <a:latin typeface="Times New Roman"/>
                <a:ea typeface="Times New Roman"/>
                <a:cs typeface="Times New Roman"/>
                <a:sym typeface="Times New Roman"/>
              </a:rPr>
              <a:t>B</a:t>
            </a:r>
            <a:r>
              <a:rPr lang="en-GB" sz="2000">
                <a:solidFill>
                  <a:schemeClr val="dk1"/>
                </a:solidFill>
                <a:latin typeface="Lexend"/>
                <a:ea typeface="Lexend"/>
                <a:cs typeface="Lexend"/>
                <a:sym typeface="Lexend"/>
              </a:rPr>
              <a:t> = </a:t>
            </a:r>
            <a:r>
              <a:rPr lang="en-GB" sz="2000">
                <a:solidFill>
                  <a:schemeClr val="dk1"/>
                </a:solidFill>
                <a:latin typeface="Kalam"/>
                <a:ea typeface="Kalam"/>
                <a:cs typeface="Kalam"/>
                <a:sym typeface="Kalam"/>
              </a:rPr>
              <a:t>168</a:t>
            </a:r>
            <a:r>
              <a:rPr lang="en-GB" sz="2000">
                <a:solidFill>
                  <a:schemeClr val="dk1"/>
                </a:solidFill>
                <a:latin typeface="Lexend"/>
                <a:ea typeface="Lexend"/>
                <a:cs typeface="Lexend"/>
                <a:sym typeface="Lexend"/>
              </a:rPr>
              <a:t>  </a:t>
            </a:r>
            <a:endParaRPr sz="2000" i="1">
              <a:solidFill>
                <a:schemeClr val="dk1"/>
              </a:solidFill>
              <a:latin typeface="Times New Roman"/>
              <a:ea typeface="Times New Roman"/>
              <a:cs typeface="Times New Roman"/>
              <a:sym typeface="Times New Roman"/>
            </a:endParaRPr>
          </a:p>
        </p:txBody>
      </p:sp>
      <p:sp>
        <p:nvSpPr>
          <p:cNvPr id="1169" name="Google Shape;1169;p92"/>
          <p:cNvSpPr/>
          <p:nvPr/>
        </p:nvSpPr>
        <p:spPr>
          <a:xfrm>
            <a:off x="5009650" y="2939250"/>
            <a:ext cx="403200" cy="194700"/>
          </a:xfrm>
          <a:prstGeom prst="rect">
            <a:avLst/>
          </a:prstGeom>
          <a:solidFill>
            <a:srgbClr val="E6F2F2"/>
          </a:solidFill>
          <a:ln w="9525" cap="flat" cmpd="sng">
            <a:solidFill>
              <a:srgbClr val="E6F2F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170" name="Google Shape;1170;p92"/>
          <p:cNvSpPr/>
          <p:nvPr/>
        </p:nvSpPr>
        <p:spPr>
          <a:xfrm>
            <a:off x="6095350" y="2927388"/>
            <a:ext cx="403200" cy="230400"/>
          </a:xfrm>
          <a:prstGeom prst="rect">
            <a:avLst/>
          </a:prstGeom>
          <a:solidFill>
            <a:srgbClr val="E6F2F2"/>
          </a:solidFill>
          <a:ln w="9525" cap="flat" cmpd="sng">
            <a:solidFill>
              <a:srgbClr val="E6F2F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171" name="Google Shape;1171;p92"/>
          <p:cNvSpPr/>
          <p:nvPr/>
        </p:nvSpPr>
        <p:spPr>
          <a:xfrm>
            <a:off x="7021450" y="2916000"/>
            <a:ext cx="403200" cy="241200"/>
          </a:xfrm>
          <a:prstGeom prst="rect">
            <a:avLst/>
          </a:prstGeom>
          <a:solidFill>
            <a:srgbClr val="E6F2F2"/>
          </a:solidFill>
          <a:ln w="9525" cap="flat" cmpd="sng">
            <a:solidFill>
              <a:srgbClr val="E6F2F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172" name="Google Shape;1172;p92"/>
          <p:cNvSpPr/>
          <p:nvPr/>
        </p:nvSpPr>
        <p:spPr>
          <a:xfrm>
            <a:off x="7097650" y="3222000"/>
            <a:ext cx="403200" cy="230400"/>
          </a:xfrm>
          <a:prstGeom prst="rect">
            <a:avLst/>
          </a:prstGeom>
          <a:solidFill>
            <a:srgbClr val="E6F2F2"/>
          </a:solidFill>
          <a:ln w="9525" cap="flat" cmpd="sng">
            <a:solidFill>
              <a:srgbClr val="E6F2F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173" name="Google Shape;1173;p92"/>
          <p:cNvSpPr/>
          <p:nvPr/>
        </p:nvSpPr>
        <p:spPr>
          <a:xfrm>
            <a:off x="5040250" y="3222000"/>
            <a:ext cx="403200" cy="230400"/>
          </a:xfrm>
          <a:prstGeom prst="rect">
            <a:avLst/>
          </a:prstGeom>
          <a:solidFill>
            <a:srgbClr val="E6F2F2"/>
          </a:solidFill>
          <a:ln w="9525" cap="flat" cmpd="sng">
            <a:solidFill>
              <a:srgbClr val="E6F2F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174" name="Google Shape;1174;p92"/>
          <p:cNvSpPr/>
          <p:nvPr/>
        </p:nvSpPr>
        <p:spPr>
          <a:xfrm>
            <a:off x="6030850" y="3222000"/>
            <a:ext cx="532200" cy="230400"/>
          </a:xfrm>
          <a:prstGeom prst="rect">
            <a:avLst/>
          </a:prstGeom>
          <a:solidFill>
            <a:srgbClr val="E6F2F2"/>
          </a:solidFill>
          <a:ln w="9525" cap="flat" cmpd="sng">
            <a:solidFill>
              <a:srgbClr val="E6F2F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175" name="Google Shape;1175;p92"/>
          <p:cNvSpPr txBox="1"/>
          <p:nvPr>
            <p:ph type="subTitle" idx="1"/>
          </p:nvPr>
        </p:nvSpPr>
        <p:spPr>
          <a:xfrm>
            <a:off x="337825" y="810000"/>
            <a:ext cx="3982200" cy="4010400"/>
          </a:xfrm>
          <a:prstGeom prst="rect">
            <a:avLst/>
          </a:prstGeom>
        </p:spPr>
        <p:txBody>
          <a:bodyPr spcFirstLastPara="1" wrap="square" lIns="0" tIns="0" rIns="0" bIns="0" anchor="t" anchorCtr="0">
            <a:noAutofit/>
          </a:bodyPr>
          <a:lstStyle/>
          <a:p>
            <a:pPr marL="0" lvl="0" indent="0" algn="l" rtl="0">
              <a:lnSpc>
                <a:spcPct val="90000"/>
              </a:lnSpc>
              <a:spcBef>
                <a:spcPct val="0"/>
              </a:spcBef>
              <a:spcAft>
                <a:spcPct val="0"/>
              </a:spcAft>
              <a:buNone/>
            </a:pPr>
            <a:r>
              <a:rPr lang="en-GB"/>
              <a:t>A, B and C are 3 different numbers.</a:t>
            </a:r>
            <a:endParaRPr sz="1800"/>
          </a:p>
          <a:p>
            <a:pPr marL="0" lvl="0" indent="0" algn="l" rtl="0">
              <a:lnSpc>
                <a:spcPct val="90000"/>
              </a:lnSpc>
              <a:spcBef>
                <a:spcPts val="1000"/>
              </a:spcBef>
              <a:spcAft>
                <a:spcPct val="0"/>
              </a:spcAft>
              <a:buNone/>
            </a:pPr>
            <a:r>
              <a:rPr lang="en-GB"/>
              <a:t>C is three-quarters of B</a:t>
            </a:r>
            <a:endParaRPr/>
          </a:p>
          <a:p>
            <a:pPr marL="0" lvl="0" indent="0" algn="l" rtl="0">
              <a:lnSpc>
                <a:spcPct val="90000"/>
              </a:lnSpc>
              <a:spcBef>
                <a:spcPts val="1000"/>
              </a:spcBef>
              <a:spcAft>
                <a:spcPct val="0"/>
              </a:spcAft>
              <a:buNone/>
            </a:pPr>
            <a:r>
              <a:rPr lang="en-GB"/>
              <a:t>C is 5 times A</a:t>
            </a:r>
            <a:endParaRPr/>
          </a:p>
          <a:p>
            <a:pPr marL="0" lvl="0" indent="0" algn="l" rtl="0">
              <a:lnSpc>
                <a:spcPct val="90000"/>
              </a:lnSpc>
              <a:spcBef>
                <a:spcPts val="1000"/>
              </a:spcBef>
              <a:spcAft>
                <a:spcPct val="0"/>
              </a:spcAft>
              <a:buNone/>
            </a:pPr>
            <a:r>
              <a:rPr lang="en-GB" sz="1800"/>
              <a:t>The total of </a:t>
            </a:r>
            <a:r>
              <a:rPr lang="en-GB"/>
              <a:t>A &amp; C is 144</a:t>
            </a:r>
            <a:endParaRPr sz="1800"/>
          </a:p>
          <a:p>
            <a:pPr marL="0" lvl="0" indent="0" algn="l" rtl="0">
              <a:lnSpc>
                <a:spcPct val="90000"/>
              </a:lnSpc>
              <a:spcBef>
                <a:spcPts val="1000"/>
              </a:spcBef>
              <a:spcAft>
                <a:spcPct val="0"/>
              </a:spcAft>
              <a:buNone/>
            </a:pPr>
            <a:r>
              <a:rPr lang="en-GB"/>
              <a:t>Find the value of B.</a:t>
            </a:r>
            <a:endParaRPr sz="1800"/>
          </a:p>
          <a:p>
            <a:pPr marL="0" lvl="0" indent="0" algn="l" rtl="0">
              <a:lnSpc>
                <a:spcPct val="90000"/>
              </a:lnSpc>
              <a:spcBef>
                <a:spcPts val="1000"/>
              </a:spcBef>
              <a:spcAft>
                <a:spcPts val="1000"/>
              </a:spcAft>
              <a:buNone/>
            </a:pPr>
            <a:endParaRPr sz="1800"/>
          </a:p>
        </p:txBody>
      </p:sp>
      <p:sp>
        <p:nvSpPr>
          <p:cNvPr id="1176" name="Google Shape;1176;p92"/>
          <p:cNvSpPr/>
          <p:nvPr/>
        </p:nvSpPr>
        <p:spPr>
          <a:xfrm rot="5400000">
            <a:off x="3495575" y="2894570"/>
            <a:ext cx="419400" cy="567000"/>
          </a:xfrm>
          <a:prstGeom prst="arc">
            <a:avLst>
              <a:gd name="adj1" fmla="val 10729459"/>
              <a:gd name="adj2" fmla="val 472"/>
            </a:avLst>
          </a:prstGeom>
          <a:noFill/>
          <a:ln w="38100" cap="flat" cmpd="sng">
            <a:solidFill>
              <a:srgbClr val="037B7D"/>
            </a:solidFill>
            <a:prstDash val="solid"/>
            <a:round/>
            <a:headEnd type="none" w="sm" len="sm"/>
            <a:tailEnd type="triangl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p>
        </p:txBody>
      </p:sp>
      <p:sp>
        <p:nvSpPr>
          <p:cNvPr id="1177" name="Google Shape;1177;p92"/>
          <p:cNvSpPr txBox="1"/>
          <p:nvPr/>
        </p:nvSpPr>
        <p:spPr>
          <a:xfrm>
            <a:off x="4039950" y="3010415"/>
            <a:ext cx="5322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a:solidFill>
                  <a:schemeClr val="dk1"/>
                </a:solidFill>
                <a:latin typeface="Lexend"/>
                <a:ea typeface="Lexend"/>
                <a:cs typeface="Lexend"/>
                <a:sym typeface="Lexend"/>
              </a:rPr>
              <a:t>× 24</a:t>
            </a:r>
            <a:endParaRPr sz="2000">
              <a:solidFill>
                <a:schemeClr val="dk1"/>
              </a:solidFill>
              <a:latin typeface="Lexend"/>
              <a:ea typeface="Lexend"/>
              <a:cs typeface="Lexend"/>
              <a:sym typeface="Lexend"/>
            </a:endParaRPr>
          </a:p>
        </p:txBody>
      </p:sp>
      <p:graphicFrame>
        <p:nvGraphicFramePr>
          <p:cNvPr id="1178" name="Google Shape;1178;p92"/>
          <p:cNvGraphicFramePr>
            <a:graphicFrameLocks noGrp="1"/>
          </p:cNvGraphicFramePr>
          <p:nvPr/>
        </p:nvGraphicFramePr>
        <p:xfrm>
          <a:off x="480350" y="2582040"/>
          <a:ext cx="3000000" cy="3000000"/>
        </p:xfrm>
        <a:graphic>
          <a:graphicData uri="http://schemas.openxmlformats.org/drawingml/2006/table">
            <a:tbl>
              <a:tblPr>
                <a:noFill/>
                <a:tableStyleId>{DEDBE717-2399-4D48-80FF-8B53A70A75FD}</a:tableStyleId>
              </a:tblPr>
              <a:tblGrid>
                <a:gridCol w="1037975"/>
                <a:gridCol w="1037975"/>
                <a:gridCol w="1037975"/>
              </a:tblGrid>
              <a:tr h="307025">
                <a:tc>
                  <a:txBody>
                    <a:bodyPr vert="horz" wrap="square"/>
                    <a:lstStyle/>
                    <a:p>
                      <a:pPr marL="0" lvl="0" indent="0" algn="ctr" rtl="0">
                        <a:spcBef>
                          <a:spcPct val="0"/>
                        </a:spcBef>
                        <a:spcAft>
                          <a:spcPct val="0"/>
                        </a:spcAft>
                        <a:buNone/>
                      </a:pPr>
                      <a:r>
                        <a:rPr lang="en-GB" sz="2000">
                          <a:latin typeface="Lexend"/>
                          <a:ea typeface="Lexend"/>
                          <a:cs typeface="Lexend"/>
                          <a:sym typeface="Lexend"/>
                        </a:rPr>
                        <a:t>A</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C</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total</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07025">
                <a:tc>
                  <a:txBody>
                    <a:bodyPr vert="horz" wrap="square"/>
                    <a:lstStyle/>
                    <a:p>
                      <a:pPr marL="0" lvl="0" indent="0" algn="ctr" rtl="0">
                        <a:spcBef>
                          <a:spcPct val="0"/>
                        </a:spcBef>
                        <a:spcAft>
                          <a:spcPct val="0"/>
                        </a:spcAft>
                        <a:buNone/>
                      </a:pPr>
                      <a:r>
                        <a:rPr lang="en-GB" sz="2000">
                          <a:latin typeface="Lexend"/>
                          <a:ea typeface="Lexend"/>
                          <a:cs typeface="Lexend"/>
                          <a:sym typeface="Lexend"/>
                        </a:rPr>
                        <a:t>1</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5</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6</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r h="307025">
                <a:tc>
                  <a:txBody>
                    <a:bodyPr vert="horz" wrap="square"/>
                    <a:lstStyle/>
                    <a:p>
                      <a:pPr marL="0" lvl="0" indent="0" algn="ctr" rtl="0">
                        <a:spcBef>
                          <a:spcPct val="0"/>
                        </a:spcBef>
                        <a:spcAft>
                          <a:spcPct val="0"/>
                        </a:spcAft>
                        <a:buNone/>
                      </a:pPr>
                      <a:r>
                        <a:rPr lang="en-GB" sz="2000">
                          <a:latin typeface="Lexend"/>
                          <a:ea typeface="Lexend"/>
                          <a:cs typeface="Lexend"/>
                          <a:sym typeface="Lexend"/>
                        </a:rPr>
                        <a:t>24</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120</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2000">
                          <a:latin typeface="Lexend"/>
                          <a:ea typeface="Lexend"/>
                          <a:cs typeface="Lexend"/>
                          <a:sym typeface="Lexend"/>
                        </a:rPr>
                        <a:t>144</a:t>
                      </a:r>
                      <a:endParaRPr sz="2000">
                        <a:latin typeface="Lexend"/>
                        <a:ea typeface="Lexend"/>
                        <a:cs typeface="Lexend"/>
                        <a:sym typeface="Lexend"/>
                      </a:endParaRPr>
                    </a:p>
                  </a:txBody>
                  <a:tcPr marL="0" marR="0" marT="0" marB="0"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r>
            </a:tbl>
          </a:graphicData>
        </a:graphic>
      </p:graphicFrame>
      <p:sp>
        <p:nvSpPr>
          <p:cNvPr id="1179" name="Google Shape;1179;p92"/>
          <p:cNvSpPr txBox="1"/>
          <p:nvPr/>
        </p:nvSpPr>
        <p:spPr>
          <a:xfrm>
            <a:off x="545425" y="3634030"/>
            <a:ext cx="29766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a:solidFill>
                  <a:schemeClr val="dk1"/>
                </a:solidFill>
                <a:latin typeface="Lexend"/>
                <a:ea typeface="Lexend"/>
                <a:cs typeface="Lexend"/>
                <a:sym typeface="Lexend"/>
              </a:rPr>
              <a:t>120	=     × </a:t>
            </a:r>
            <a:r>
              <a:rPr lang="en-GB" sz="2000" i="1">
                <a:solidFill>
                  <a:schemeClr val="dk1"/>
                </a:solidFill>
                <a:latin typeface="Times New Roman"/>
                <a:ea typeface="Times New Roman"/>
                <a:cs typeface="Times New Roman"/>
                <a:sym typeface="Times New Roman"/>
              </a:rPr>
              <a:t>B</a:t>
            </a:r>
            <a:endParaRPr sz="2000" i="1">
              <a:solidFill>
                <a:schemeClr val="dk1"/>
              </a:solidFill>
              <a:latin typeface="Times New Roman"/>
              <a:ea typeface="Times New Roman"/>
              <a:cs typeface="Times New Roman"/>
              <a:sym typeface="Times New Roman"/>
            </a:endParaRPr>
          </a:p>
        </p:txBody>
      </p:sp>
      <p:sp>
        <p:nvSpPr>
          <p:cNvPr id="1180" name="Google Shape;1180;p92"/>
          <p:cNvSpPr txBox="1"/>
          <p:nvPr/>
        </p:nvSpPr>
        <p:spPr>
          <a:xfrm>
            <a:off x="850225" y="4161305"/>
            <a:ext cx="29766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i="1">
                <a:solidFill>
                  <a:schemeClr val="dk1"/>
                </a:solidFill>
                <a:latin typeface="Times New Roman"/>
                <a:ea typeface="Times New Roman"/>
                <a:cs typeface="Times New Roman"/>
                <a:sym typeface="Times New Roman"/>
              </a:rPr>
              <a:t>B</a:t>
            </a:r>
            <a:r>
              <a:rPr lang="en-GB" sz="2000">
                <a:solidFill>
                  <a:schemeClr val="dk1"/>
                </a:solidFill>
                <a:latin typeface="Lexend"/>
                <a:ea typeface="Lexend"/>
                <a:cs typeface="Lexend"/>
                <a:sym typeface="Lexend"/>
              </a:rPr>
              <a:t> = 120 ÷  </a:t>
            </a:r>
            <a:endParaRPr sz="2000" i="1">
              <a:solidFill>
                <a:schemeClr val="dk1"/>
              </a:solidFill>
              <a:latin typeface="Times New Roman"/>
              <a:ea typeface="Times New Roman"/>
              <a:cs typeface="Times New Roman"/>
              <a:sym typeface="Times New Roman"/>
            </a:endParaRPr>
          </a:p>
        </p:txBody>
      </p:sp>
      <p:sp>
        <p:nvSpPr>
          <p:cNvPr id="1181" name="Google Shape;1181;p92"/>
          <p:cNvSpPr txBox="1"/>
          <p:nvPr/>
        </p:nvSpPr>
        <p:spPr>
          <a:xfrm>
            <a:off x="850225" y="4540540"/>
            <a:ext cx="29766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i="1">
                <a:solidFill>
                  <a:schemeClr val="dk1"/>
                </a:solidFill>
                <a:latin typeface="Times New Roman"/>
                <a:ea typeface="Times New Roman"/>
                <a:cs typeface="Times New Roman"/>
                <a:sym typeface="Times New Roman"/>
              </a:rPr>
              <a:t>B</a:t>
            </a:r>
            <a:r>
              <a:rPr lang="en-GB" sz="2000">
                <a:solidFill>
                  <a:schemeClr val="dk1"/>
                </a:solidFill>
                <a:latin typeface="Lexend"/>
                <a:ea typeface="Lexend"/>
                <a:cs typeface="Lexend"/>
                <a:sym typeface="Lexend"/>
              </a:rPr>
              <a:t> = 160  </a:t>
            </a:r>
            <a:endParaRPr sz="2000" i="1">
              <a:solidFill>
                <a:schemeClr val="dk1"/>
              </a:solidFill>
              <a:latin typeface="Times New Roman"/>
              <a:ea typeface="Times New Roman"/>
              <a:cs typeface="Times New Roman"/>
              <a:sym typeface="Times New Roman"/>
            </a:endParaRPr>
          </a:p>
        </p:txBody>
      </p:sp>
      <p:pic>
        <p:nvPicPr>
          <p:cNvPr id="1182" name="Google Shape;1182;p92" descr="&lt;math xmlns=&quot;http://www.w3.org/1998/Math/MathML&quot; display=&quot;block&quot; data-is-equatio=&quot;1&quot; data-latex=&quot;\frac{3}{4}&quot;&gt;&lt;mfrac&gt;&lt;mn&gt;3&lt;/mn&gt;&lt;mn&gt;4&lt;/mn&gt;&lt;/mfrac&gt;&lt;/math&gt;" title="three fourths"/>
          <p:cNvPicPr preferRelativeResize="0"/>
          <p:nvPr/>
        </p:nvPicPr>
        <p:blipFill>
          <a:blip r:embed="rId3">
            <a:alphaModFix/>
          </a:blip>
          <a:stretch>
            <a:fillRect/>
          </a:stretch>
        </p:blipFill>
        <p:spPr>
          <a:xfrm>
            <a:off x="1229980" y="3529796"/>
            <a:ext cx="171300" cy="545800"/>
          </a:xfrm>
          <a:prstGeom prst="rect">
            <a:avLst/>
          </a:prstGeom>
          <a:noFill/>
          <a:ln>
            <a:noFill/>
          </a:ln>
        </p:spPr>
      </p:pic>
      <p:pic>
        <p:nvPicPr>
          <p:cNvPr id="1183" name="Google Shape;1183;p92" descr="&lt;math xmlns=&quot;http://www.w3.org/1998/Math/MathML&quot; display=&quot;block&quot; data-is-equatio=&quot;1&quot; data-latex=&quot;\frac{3}{4}&quot;&gt;&lt;mfrac&gt;&lt;mn&gt;3&lt;/mn&gt;&lt;mn&gt;4&lt;/mn&gt;&lt;/mfrac&gt;&lt;/math&gt;" title="three fourths"/>
          <p:cNvPicPr preferRelativeResize="0"/>
          <p:nvPr/>
        </p:nvPicPr>
        <p:blipFill>
          <a:blip r:embed="rId3">
            <a:alphaModFix/>
          </a:blip>
          <a:stretch>
            <a:fillRect/>
          </a:stretch>
        </p:blipFill>
        <p:spPr>
          <a:xfrm>
            <a:off x="2068180" y="4057070"/>
            <a:ext cx="171300" cy="545800"/>
          </a:xfrm>
          <a:prstGeom prst="rect">
            <a:avLst/>
          </a:prstGeom>
          <a:noFill/>
          <a:ln>
            <a:noFill/>
          </a:ln>
        </p:spPr>
      </p:pic>
      <p:pic>
        <p:nvPicPr>
          <p:cNvPr id="1184" name="Google Shape;1184;p92" descr="&lt;math xmlns=&quot;http://www.w3.org/1998/Math/MathML&quot; display=&quot;block&quot; data-is-equatio=&quot;1&quot; data-latex=&quot;\frac{2}{3}&quot;&gt;&lt;mfrac&gt;&lt;mn&gt;2&lt;/mn&gt;&lt;mn&gt;3&lt;/mn&gt;&lt;/mfrac&gt;&lt;/math&gt;" title="two thirds"/>
          <p:cNvPicPr preferRelativeResize="0"/>
          <p:nvPr/>
        </p:nvPicPr>
        <p:blipFill>
          <a:blip r:embed="rId4">
            <a:alphaModFix/>
          </a:blip>
          <a:stretch>
            <a:fillRect/>
          </a:stretch>
        </p:blipFill>
        <p:spPr>
          <a:xfrm>
            <a:off x="5805000" y="3520720"/>
            <a:ext cx="171300" cy="566928"/>
          </a:xfrm>
          <a:prstGeom prst="rect">
            <a:avLst/>
          </a:prstGeom>
          <a:noFill/>
          <a:ln>
            <a:noFill/>
          </a:ln>
        </p:spPr>
      </p:pic>
      <p:pic>
        <p:nvPicPr>
          <p:cNvPr id="1185" name="Google Shape;1185;p92" descr="&lt;math xmlns=&quot;http://www.w3.org/1998/Math/MathML&quot; display=&quot;block&quot; data-is-equatio=&quot;1&quot; data-latex=&quot;\frac{2}{3}&quot;&gt;&lt;mfrac&gt;&lt;mn&gt;2&lt;/mn&gt;&lt;mn&gt;3&lt;/mn&gt;&lt;/mfrac&gt;&lt;/math&gt;" title="two thirds"/>
          <p:cNvPicPr preferRelativeResize="0"/>
          <p:nvPr/>
        </p:nvPicPr>
        <p:blipFill>
          <a:blip r:embed="rId4">
            <a:alphaModFix/>
          </a:blip>
          <a:stretch>
            <a:fillRect/>
          </a:stretch>
        </p:blipFill>
        <p:spPr>
          <a:xfrm>
            <a:off x="6643200" y="4054120"/>
            <a:ext cx="171300" cy="566928"/>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6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169"/>
                                        </p:tgtEl>
                                        <p:attrNameLst>
                                          <p:attrName>style.visibility</p:attrName>
                                        </p:attrNameLst>
                                      </p:cBhvr>
                                      <p:to>
                                        <p:strVal val="hidden"/>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170"/>
                                        </p:tgtEl>
                                        <p:attrNameLst>
                                          <p:attrName>style.visibility</p:attrName>
                                        </p:attrNameLst>
                                      </p:cBhvr>
                                      <p:to>
                                        <p:strVal val="hidden"/>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171"/>
                                        </p:tgtEl>
                                        <p:attrNameLst>
                                          <p:attrName>style.visibility</p:attrName>
                                        </p:attrNameLst>
                                      </p:cBhvr>
                                      <p:to>
                                        <p:strVal val="hidden"/>
                                      </p:to>
                                    </p:set>
                                  </p:childTnLst>
                                </p:cTn>
                              </p:par>
                            </p:childTnLst>
                          </p:cTn>
                        </p:par>
                      </p:childTnLst>
                    </p:cTn>
                  </p:par>
                  <p:par>
                    <p:cTn id="19" fill="hold" nodeType="clickPar">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172"/>
                                        </p:tgtEl>
                                        <p:attrNameLst>
                                          <p:attrName>style.visibility</p:attrName>
                                        </p:attrNameLst>
                                      </p:cBhvr>
                                      <p:to>
                                        <p:strVal val="hidden"/>
                                      </p:to>
                                    </p:set>
                                  </p:childTnLst>
                                </p:cTn>
                              </p:par>
                            </p:childTnLst>
                          </p:cTn>
                        </p:par>
                      </p:childTnLst>
                    </p:cTn>
                  </p:par>
                  <p:par>
                    <p:cTn id="23" fill="hold" nodeType="clickPar">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6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6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173"/>
                                        </p:tgtEl>
                                        <p:attrNameLst>
                                          <p:attrName>style.visibility</p:attrName>
                                        </p:attrNameLst>
                                      </p:cBhvr>
                                      <p:to>
                                        <p:strVal val="hidden"/>
                                      </p:to>
                                    </p:set>
                                  </p:childTnLst>
                                </p:cTn>
                              </p:par>
                            </p:childTnLst>
                          </p:cTn>
                        </p:par>
                      </p:childTnLst>
                    </p:cTn>
                  </p:par>
                  <p:par>
                    <p:cTn id="35" fill="hold" nodeType="clickPar">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1174"/>
                                        </p:tgtEl>
                                        <p:attrNameLst>
                                          <p:attrName>style.visibility</p:attrName>
                                        </p:attrNameLst>
                                      </p:cBhvr>
                                      <p:to>
                                        <p:strVal val="hidden"/>
                                      </p:to>
                                    </p:set>
                                  </p:childTnLst>
                                </p:cTn>
                              </p:par>
                            </p:childTnLst>
                          </p:cTn>
                        </p:par>
                      </p:childTnLst>
                    </p:cTn>
                  </p:par>
                  <p:par>
                    <p:cTn id="39" fill="hold" nodeType="clickPar">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1174"/>
                                        </p:tgtEl>
                                        <p:attrNameLst>
                                          <p:attrName>style.visibility</p:attrName>
                                        </p:attrNameLst>
                                      </p:cBhvr>
                                      <p:to>
                                        <p:strVal val="hidden"/>
                                      </p:to>
                                    </p:set>
                                  </p:childTnLst>
                                </p:cTn>
                              </p:par>
                              <p:par>
                                <p:cTn id="43" presetID="1" presetClass="entr" presetSubtype="0" fill="hold" nodeType="withEffect">
                                  <p:stCondLst>
                                    <p:cond delay="0"/>
                                  </p:stCondLst>
                                  <p:childTnLst>
                                    <p:set>
                                      <p:cBhvr>
                                        <p:cTn id="44" dur="1" fill="hold">
                                          <p:stCondLst>
                                            <p:cond delay="0"/>
                                          </p:stCondLst>
                                        </p:cTn>
                                        <p:tgtEl>
                                          <p:spTgt spid="116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184"/>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6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185"/>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1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189" name="Shape 1189"/>
        <p:cNvGrpSpPr/>
        <p:nvPr/>
      </p:nvGrpSpPr>
      <p:grpSpPr>
        <a:xfrm>
          <a:off x="0" y="0"/>
          <a:ext cx="0" cy="0"/>
        </a:xfrm>
      </p:grpSpPr>
      <p:sp>
        <p:nvSpPr>
          <p:cNvPr id="1190" name="Google Shape;1190;p93"/>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Using proportionality to solve problems</a:t>
            </a:r>
            <a:endParaRPr/>
          </a:p>
        </p:txBody>
      </p:sp>
      <p:sp>
        <p:nvSpPr>
          <p:cNvPr id="1191" name="Google Shape;1191;p93"/>
          <p:cNvSpPr txBox="1"/>
          <p:nvPr>
            <p:ph type="body" idx="1"/>
          </p:nvPr>
        </p:nvSpPr>
        <p:spPr>
          <a:xfrm>
            <a:off x="324000" y="759300"/>
            <a:ext cx="8237700" cy="3020700"/>
          </a:xfrm>
          <a:prstGeom prst="rect">
            <a:avLst/>
          </a:prstGeom>
        </p:spPr>
        <p:txBody>
          <a:bodyPr spcFirstLastPara="1" wrap="square" lIns="0" tIns="0" rIns="0" bIns="0" anchor="t" anchorCtr="0">
            <a:noAutofit/>
          </a:bodyPr>
          <a:lstStyle/>
          <a:p>
            <a:pPr marL="0" lvl="0" indent="0" algn="l" rtl="0">
              <a:lnSpc>
                <a:spcPct val="100000"/>
              </a:lnSpc>
              <a:spcBef>
                <a:spcPct val="0"/>
              </a:spcBef>
              <a:spcAft>
                <a:spcPct val="0"/>
              </a:spcAft>
              <a:buNone/>
            </a:pPr>
            <a:r>
              <a:rPr lang="en-GB" sz="1800"/>
              <a:t>1) A bag of sweets contains red, yellow, pink and green sweets.</a:t>
            </a:r>
            <a:endParaRPr sz="1800"/>
          </a:p>
          <a:p>
            <a:pPr marL="0" lvl="0" indent="0" algn="l" rtl="0">
              <a:lnSpc>
                <a:spcPct val="100000"/>
              </a:lnSpc>
              <a:spcBef>
                <a:spcPts val="1000"/>
              </a:spcBef>
              <a:spcAft>
                <a:spcPct val="0"/>
              </a:spcAft>
              <a:buNone/>
            </a:pPr>
            <a:r>
              <a:rPr lang="en-GB" sz="1800"/>
              <a:t>There are 56 sweets in the bag.</a:t>
            </a:r>
            <a:endParaRPr sz="1800"/>
          </a:p>
          <a:p>
            <a:pPr marL="0" lvl="0" indent="0" algn="l" rtl="0">
              <a:lnSpc>
                <a:spcPct val="100000"/>
              </a:lnSpc>
              <a:spcBef>
                <a:spcPts val="1000"/>
              </a:spcBef>
              <a:spcAft>
                <a:spcPct val="0"/>
              </a:spcAft>
              <a:buNone/>
            </a:pPr>
            <a:r>
              <a:rPr lang="en-GB" sz="1800"/>
              <a:t>25% of them are red.</a:t>
            </a:r>
            <a:endParaRPr sz="1800"/>
          </a:p>
          <a:p>
            <a:pPr marL="0" lvl="0" indent="0" algn="l" rtl="0">
              <a:lnSpc>
                <a:spcPct val="100000"/>
              </a:lnSpc>
              <a:spcBef>
                <a:spcPts val="1000"/>
              </a:spcBef>
              <a:spcAft>
                <a:spcPct val="0"/>
              </a:spcAft>
              <a:buNone/>
            </a:pPr>
            <a:r>
              <a:rPr lang="en-GB" sz="1800"/>
              <a:t>    of them are yellow.</a:t>
            </a:r>
            <a:endParaRPr sz="1800"/>
          </a:p>
          <a:p>
            <a:pPr marL="0" lvl="0" indent="0" algn="l" rtl="0">
              <a:lnSpc>
                <a:spcPct val="100000"/>
              </a:lnSpc>
              <a:spcBef>
                <a:spcPts val="1000"/>
              </a:spcBef>
              <a:spcAft>
                <a:spcPct val="0"/>
              </a:spcAft>
              <a:buNone/>
            </a:pPr>
            <a:r>
              <a:rPr lang="en-GB" sz="1800"/>
              <a:t>The rest are pink and green in the ratio 5 : 8</a:t>
            </a:r>
            <a:endParaRPr sz="1800"/>
          </a:p>
          <a:p>
            <a:pPr marL="0" lvl="0" indent="0" algn="l" rtl="0">
              <a:lnSpc>
                <a:spcPct val="100000"/>
              </a:lnSpc>
              <a:spcBef>
                <a:spcPts val="1000"/>
              </a:spcBef>
              <a:spcAft>
                <a:spcPct val="0"/>
              </a:spcAft>
              <a:buNone/>
            </a:pPr>
            <a:r>
              <a:rPr lang="en-GB" sz="1800"/>
              <a:t>How many of each colour are there?</a:t>
            </a:r>
            <a:endParaRPr sz="1800"/>
          </a:p>
          <a:p>
            <a:pPr marL="457200" lvl="0" indent="0" algn="l" rtl="0">
              <a:lnSpc>
                <a:spcPct val="100000"/>
              </a:lnSpc>
              <a:spcBef>
                <a:spcPts val="1000"/>
              </a:spcBef>
              <a:spcAft>
                <a:spcPts val="1000"/>
              </a:spcAft>
              <a:buNone/>
            </a:pPr>
            <a:endParaRPr sz="1800"/>
          </a:p>
        </p:txBody>
      </p:sp>
      <p:pic>
        <p:nvPicPr>
          <p:cNvPr id="1192" name="Google Shape;1192;p93" descr="&lt;math xmlns=&quot;http://www.w3.org/1998/Math/MathML&quot; display=&quot;block&quot; data-is-equatio=&quot;1&quot; data-latex=&quot;\frac{2}{7}&quot;&gt;&lt;mfrac&gt;&lt;mn&gt;2&lt;/mn&gt;&lt;mn&gt;7&lt;/mn&gt;&lt;/mfrac&gt;&lt;/math&gt;" title="two sevenths"/>
          <p:cNvPicPr preferRelativeResize="0"/>
          <p:nvPr/>
        </p:nvPicPr>
        <p:blipFill>
          <a:blip r:embed="rId3">
            <a:alphaModFix/>
          </a:blip>
          <a:stretch>
            <a:fillRect/>
          </a:stretch>
        </p:blipFill>
        <p:spPr>
          <a:xfrm>
            <a:off x="367925" y="1885950"/>
            <a:ext cx="141200" cy="463900"/>
          </a:xfrm>
          <a:prstGeom prst="rect">
            <a:avLst/>
          </a:prstGeom>
          <a:noFill/>
          <a:ln>
            <a:noFill/>
          </a:ln>
        </p:spPr>
      </p:pic>
    </p:spTree>
  </p:cSld>
  <p:clrMapOvr>
    <a:masterClrMapping/>
  </p:clrMapOvr>
  <p:transition/>
  <p:timing/>
</p:sld>
</file>

<file path=ppt/slides/slide3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196" name="Shape 1196"/>
        <p:cNvGrpSpPr/>
        <p:nvPr/>
      </p:nvGrpSpPr>
      <p:grpSpPr>
        <a:xfrm>
          <a:off x="0" y="0"/>
          <a:ext cx="0" cy="0"/>
        </a:xfrm>
      </p:grpSpPr>
      <p:sp>
        <p:nvSpPr>
          <p:cNvPr id="1197" name="Google Shape;1197;p94"/>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Using proportionality to solve problems</a:t>
            </a:r>
            <a:endParaRPr/>
          </a:p>
        </p:txBody>
      </p:sp>
      <p:sp>
        <p:nvSpPr>
          <p:cNvPr id="1198" name="Google Shape;1198;p94"/>
          <p:cNvSpPr txBox="1"/>
          <p:nvPr>
            <p:ph type="body" idx="1"/>
          </p:nvPr>
        </p:nvSpPr>
        <p:spPr>
          <a:xfrm>
            <a:off x="324000" y="759300"/>
            <a:ext cx="8237700" cy="3020700"/>
          </a:xfrm>
          <a:prstGeom prst="rect">
            <a:avLst/>
          </a:prstGeom>
        </p:spPr>
        <p:txBody>
          <a:bodyPr spcFirstLastPara="1" wrap="square" lIns="0" tIns="0" rIns="0" bIns="0" anchor="t" anchorCtr="0">
            <a:noAutofit/>
          </a:bodyPr>
          <a:lstStyle/>
          <a:p>
            <a:pPr marL="0" lvl="0" indent="0" algn="l" rtl="0">
              <a:lnSpc>
                <a:spcPct val="100000"/>
              </a:lnSpc>
              <a:spcBef>
                <a:spcPct val="0"/>
              </a:spcBef>
              <a:spcAft>
                <a:spcPct val="0"/>
              </a:spcAft>
              <a:buClr>
                <a:schemeClr val="dk1"/>
              </a:buClr>
              <a:buSzPts val="1100"/>
              <a:buFont typeface="Arial"/>
              <a:buNone/>
            </a:pPr>
            <a:r>
              <a:rPr lang="en-GB" sz="1800"/>
              <a:t>2) Aisha, Jun, Izzy, Sam and Laura raise money by doing a sponsored run.</a:t>
            </a:r>
            <a:endParaRPr sz="1800"/>
          </a:p>
          <a:p>
            <a:pPr marL="0" lvl="0" indent="0" algn="l" rtl="0">
              <a:lnSpc>
                <a:spcPct val="100000"/>
              </a:lnSpc>
              <a:spcBef>
                <a:spcPts val="1000"/>
              </a:spcBef>
              <a:spcAft>
                <a:spcPct val="0"/>
              </a:spcAft>
              <a:buClr>
                <a:schemeClr val="dk1"/>
              </a:buClr>
              <a:buSzPts val="1100"/>
              <a:buFont typeface="Arial"/>
              <a:buNone/>
            </a:pPr>
            <a:r>
              <a:rPr lang="en-GB" sz="1800"/>
              <a:t>They raise £600, Aisha raised 15%, Jun raised      , and Izzy raised      of the total.</a:t>
            </a:r>
            <a:endParaRPr sz="1800"/>
          </a:p>
          <a:p>
            <a:pPr marL="0" lvl="0" indent="0" algn="l" rtl="0">
              <a:lnSpc>
                <a:spcPct val="100000"/>
              </a:lnSpc>
              <a:spcBef>
                <a:spcPts val="1000"/>
              </a:spcBef>
              <a:spcAft>
                <a:spcPct val="0"/>
              </a:spcAft>
              <a:buNone/>
            </a:pPr>
            <a:r>
              <a:rPr lang="en-GB" sz="1800"/>
              <a:t>Sam and Laura collected the rest in the ratio 2 : 3</a:t>
            </a:r>
            <a:endParaRPr sz="1800"/>
          </a:p>
          <a:p>
            <a:pPr marL="0" lvl="0" indent="0" algn="l" rtl="0">
              <a:lnSpc>
                <a:spcPct val="100000"/>
              </a:lnSpc>
              <a:spcBef>
                <a:spcPts val="1000"/>
              </a:spcBef>
              <a:spcAft>
                <a:spcPct val="0"/>
              </a:spcAft>
              <a:buClr>
                <a:schemeClr val="dk1"/>
              </a:buClr>
              <a:buSzPts val="1100"/>
              <a:buFont typeface="Arial"/>
              <a:buNone/>
            </a:pPr>
            <a:r>
              <a:rPr lang="en-GB" sz="1800"/>
              <a:t>How much money did each of them raise?</a:t>
            </a:r>
            <a:endParaRPr sz="1800"/>
          </a:p>
          <a:p>
            <a:pPr marL="0" lvl="0" indent="0" algn="l" rtl="0">
              <a:lnSpc>
                <a:spcPct val="100000"/>
              </a:lnSpc>
              <a:spcBef>
                <a:spcPts val="1000"/>
              </a:spcBef>
              <a:spcAft>
                <a:spcPts val="1000"/>
              </a:spcAft>
              <a:buNone/>
            </a:pPr>
            <a:endParaRPr sz="1800"/>
          </a:p>
        </p:txBody>
      </p:sp>
      <p:pic>
        <p:nvPicPr>
          <p:cNvPr id="1199" name="Google Shape;1199;p94" descr="&lt;math xmlns=&quot;http://www.w3.org/1998/Math/MathML&quot; display=&quot;block&quot; data-is-equatio=&quot;1&quot; data-latex=&quot;\frac{4}{15}&quot;&gt;&lt;mfrac&gt;&lt;mn&gt;4&lt;/mn&gt;&lt;mn&gt;15&lt;/mn&gt;&lt;/mfrac&gt;&lt;/math&gt;" title="4 over 15"/>
          <p:cNvPicPr preferRelativeResize="0"/>
          <p:nvPr/>
        </p:nvPicPr>
        <p:blipFill>
          <a:blip r:embed="rId3">
            <a:alphaModFix/>
          </a:blip>
          <a:stretch>
            <a:fillRect/>
          </a:stretch>
        </p:blipFill>
        <p:spPr>
          <a:xfrm>
            <a:off x="5404695" y="1080000"/>
            <a:ext cx="305717" cy="554375"/>
          </a:xfrm>
          <a:prstGeom prst="rect">
            <a:avLst/>
          </a:prstGeom>
          <a:noFill/>
          <a:ln>
            <a:noFill/>
          </a:ln>
        </p:spPr>
      </p:pic>
      <p:pic>
        <p:nvPicPr>
          <p:cNvPr id="1200" name="Google Shape;1200;p94" descr="&lt;math xmlns=&quot;http://www.w3.org/1998/Math/MathML&quot; display=&quot;block&quot; data-is-equatio=&quot;1&quot; data-latex=&quot;\frac{3}{8}&quot;&gt;&lt;mfrac&gt;&lt;mn&gt;3&lt;/mn&gt;&lt;mn&gt;8&lt;/mn&gt;&lt;/mfrac&gt;&lt;/math&gt;" title="three eighths"/>
          <p:cNvPicPr preferRelativeResize="0"/>
          <p:nvPr/>
        </p:nvPicPr>
        <p:blipFill>
          <a:blip r:embed="rId4">
            <a:alphaModFix/>
          </a:blip>
          <a:stretch>
            <a:fillRect/>
          </a:stretch>
        </p:blipFill>
        <p:spPr>
          <a:xfrm>
            <a:off x="7628918" y="1080000"/>
            <a:ext cx="167507" cy="554375"/>
          </a:xfrm>
          <a:prstGeom prst="rect">
            <a:avLst/>
          </a:prstGeom>
          <a:noFill/>
          <a:ln>
            <a:noFill/>
          </a:ln>
        </p:spPr>
      </p:pic>
    </p:spTree>
  </p:cSld>
  <p:clrMapOvr>
    <a:masterClrMapping/>
  </p:clrMapOvr>
  <p:transition/>
  <p:timing/>
</p:sld>
</file>

<file path=ppt/slides/slide3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204" name="Shape 1204"/>
        <p:cNvGrpSpPr/>
        <p:nvPr/>
      </p:nvGrpSpPr>
      <p:grpSpPr>
        <a:xfrm>
          <a:off x="0" y="0"/>
          <a:ext cx="0" cy="0"/>
        </a:xfrm>
      </p:grpSpPr>
      <p:sp>
        <p:nvSpPr>
          <p:cNvPr id="1205" name="Google Shape;1205;p95"/>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Using proportionality to solve problems</a:t>
            </a:r>
            <a:endParaRPr/>
          </a:p>
        </p:txBody>
      </p:sp>
      <p:sp>
        <p:nvSpPr>
          <p:cNvPr id="1206" name="Google Shape;1206;p95"/>
          <p:cNvSpPr txBox="1"/>
          <p:nvPr>
            <p:ph type="body" idx="1"/>
          </p:nvPr>
        </p:nvSpPr>
        <p:spPr>
          <a:xfrm>
            <a:off x="324000" y="759300"/>
            <a:ext cx="8237700" cy="3020700"/>
          </a:xfrm>
          <a:prstGeom prst="rect">
            <a:avLst/>
          </a:prstGeom>
        </p:spPr>
        <p:txBody>
          <a:bodyPr spcFirstLastPara="1" wrap="square" lIns="0" tIns="0" rIns="0" bIns="0" anchor="t" anchorCtr="0">
            <a:noAutofit/>
          </a:bodyPr>
          <a:lstStyle/>
          <a:p>
            <a:pPr marL="0" lvl="0" indent="0" algn="l" rtl="0">
              <a:lnSpc>
                <a:spcPct val="100000"/>
              </a:lnSpc>
              <a:spcBef>
                <a:spcPct val="0"/>
              </a:spcBef>
              <a:spcAft>
                <a:spcPct val="0"/>
              </a:spcAft>
              <a:buNone/>
            </a:pPr>
            <a:r>
              <a:rPr lang="en-GB" sz="1800"/>
              <a:t>3) Andeep, Sofia and Jacob record how long it takes them to complete a puzzle.</a:t>
            </a:r>
            <a:endParaRPr sz="1800"/>
          </a:p>
          <a:p>
            <a:pPr marL="0" lvl="0" indent="0" algn="l" rtl="0">
              <a:lnSpc>
                <a:spcPct val="100000"/>
              </a:lnSpc>
              <a:spcBef>
                <a:spcPts val="1000"/>
              </a:spcBef>
              <a:spcAft>
                <a:spcPct val="0"/>
              </a:spcAft>
              <a:buNone/>
            </a:pPr>
            <a:r>
              <a:rPr lang="en-GB" sz="1800"/>
              <a:t>Sofia’s time is two-thirds of Andeep’s time.</a:t>
            </a:r>
            <a:endParaRPr sz="1800"/>
          </a:p>
          <a:p>
            <a:pPr marL="0" lvl="0" indent="0" algn="l" rtl="0">
              <a:lnSpc>
                <a:spcPct val="100000"/>
              </a:lnSpc>
              <a:spcBef>
                <a:spcPts val="1000"/>
              </a:spcBef>
              <a:spcAft>
                <a:spcPct val="0"/>
              </a:spcAft>
              <a:buNone/>
            </a:pPr>
            <a:r>
              <a:rPr lang="en-GB" sz="1800"/>
              <a:t>Jacob’s time is 3 times Sofia’s time.</a:t>
            </a:r>
            <a:endParaRPr sz="1800"/>
          </a:p>
          <a:p>
            <a:pPr marL="0" lvl="0" indent="0" algn="l" rtl="0">
              <a:lnSpc>
                <a:spcPct val="100000"/>
              </a:lnSpc>
              <a:spcBef>
                <a:spcPts val="1000"/>
              </a:spcBef>
              <a:spcAft>
                <a:spcPct val="0"/>
              </a:spcAft>
              <a:buNone/>
            </a:pPr>
            <a:r>
              <a:rPr lang="en-GB" sz="1800"/>
              <a:t>The total of Jacob &amp; Sofia’s times is 88 seconds.</a:t>
            </a:r>
            <a:endParaRPr sz="1800"/>
          </a:p>
          <a:p>
            <a:pPr marL="0" lvl="0" indent="0" algn="l" rtl="0">
              <a:lnSpc>
                <a:spcPct val="100000"/>
              </a:lnSpc>
              <a:spcBef>
                <a:spcPts val="1000"/>
              </a:spcBef>
              <a:spcAft>
                <a:spcPct val="0"/>
              </a:spcAft>
              <a:buNone/>
            </a:pPr>
            <a:r>
              <a:rPr lang="en-GB" sz="1800"/>
              <a:t>What is the difference between Andeep and Jacob’s times?</a:t>
            </a:r>
            <a:endParaRPr sz="1800"/>
          </a:p>
          <a:p>
            <a:pPr marL="0" lvl="0" indent="0" algn="l" rtl="0">
              <a:lnSpc>
                <a:spcPct val="100000"/>
              </a:lnSpc>
              <a:spcBef>
                <a:spcPts val="1000"/>
              </a:spcBef>
              <a:spcAft>
                <a:spcPct val="0"/>
              </a:spcAft>
              <a:buNone/>
            </a:pPr>
            <a:endParaRPr sz="1800"/>
          </a:p>
          <a:p>
            <a:pPr marL="0" lvl="0" indent="457200" algn="l" rtl="0">
              <a:lnSpc>
                <a:spcPct val="100000"/>
              </a:lnSpc>
              <a:spcBef>
                <a:spcPts val="1000"/>
              </a:spcBef>
              <a:spcAft>
                <a:spcPts val="1000"/>
              </a:spcAft>
              <a:buClr>
                <a:schemeClr val="dk1"/>
              </a:buClr>
              <a:buSzPts val="1100"/>
              <a:buFont typeface="Arial"/>
              <a:buNone/>
            </a:pPr>
            <a:endParaRPr sz="1800"/>
          </a:p>
        </p:txBody>
      </p:sp>
    </p:spTree>
  </p:cSld>
  <p:clrMapOvr>
    <a:masterClrMapping/>
  </p:clrMapOvr>
  <p:transition/>
  <p:timing/>
</p:sld>
</file>

<file path=ppt/slides/slide3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210" name="Shape 1210"/>
        <p:cNvGrpSpPr/>
        <p:nvPr/>
      </p:nvGrpSpPr>
      <p:grpSpPr>
        <a:xfrm>
          <a:off x="0" y="0"/>
          <a:ext cx="0" cy="0"/>
        </a:xfrm>
      </p:grpSpPr>
      <p:sp>
        <p:nvSpPr>
          <p:cNvPr id="1211" name="Google Shape;1211;p96"/>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Using proportionality to solve problems</a:t>
            </a:r>
            <a:endParaRPr/>
          </a:p>
        </p:txBody>
      </p:sp>
      <p:sp>
        <p:nvSpPr>
          <p:cNvPr id="1212" name="Google Shape;1212;p96"/>
          <p:cNvSpPr txBox="1"/>
          <p:nvPr>
            <p:ph type="body" idx="1"/>
          </p:nvPr>
        </p:nvSpPr>
        <p:spPr>
          <a:xfrm>
            <a:off x="324000" y="759300"/>
            <a:ext cx="8237700" cy="3020700"/>
          </a:xfrm>
          <a:prstGeom prst="rect">
            <a:avLst/>
          </a:prstGeom>
        </p:spPr>
        <p:txBody>
          <a:bodyPr spcFirstLastPara="1" wrap="square" lIns="0" tIns="0" rIns="0" bIns="0" anchor="t" anchorCtr="0">
            <a:noAutofit/>
          </a:bodyPr>
          <a:lstStyle/>
          <a:p>
            <a:pPr marL="0" lvl="0" indent="0" algn="l" rtl="0">
              <a:lnSpc>
                <a:spcPct val="100000"/>
              </a:lnSpc>
              <a:spcBef>
                <a:spcPct val="0"/>
              </a:spcBef>
              <a:spcAft>
                <a:spcPct val="0"/>
              </a:spcAft>
              <a:buNone/>
            </a:pPr>
            <a:r>
              <a:rPr lang="en-GB" sz="1800"/>
              <a:t>1) A bag of sweets contains red, yellow, pink and green sweets.</a:t>
            </a:r>
            <a:endParaRPr sz="1800"/>
          </a:p>
          <a:p>
            <a:pPr marL="0" lvl="0" indent="0" algn="l" rtl="0">
              <a:lnSpc>
                <a:spcPct val="100000"/>
              </a:lnSpc>
              <a:spcBef>
                <a:spcPts val="1000"/>
              </a:spcBef>
              <a:spcAft>
                <a:spcPct val="0"/>
              </a:spcAft>
              <a:buNone/>
            </a:pPr>
            <a:r>
              <a:rPr lang="en-GB" sz="1800"/>
              <a:t>There are 56 sweets in the bag.</a:t>
            </a:r>
            <a:endParaRPr sz="1800"/>
          </a:p>
          <a:p>
            <a:pPr marL="0" lvl="0" indent="0" algn="l" rtl="0">
              <a:lnSpc>
                <a:spcPct val="100000"/>
              </a:lnSpc>
              <a:spcBef>
                <a:spcPts val="1000"/>
              </a:spcBef>
              <a:spcAft>
                <a:spcPct val="0"/>
              </a:spcAft>
              <a:buNone/>
            </a:pPr>
            <a:r>
              <a:rPr lang="en-GB" sz="1800"/>
              <a:t>25% of them are red.</a:t>
            </a:r>
            <a:endParaRPr sz="1800"/>
          </a:p>
          <a:p>
            <a:pPr marL="0" lvl="0" indent="0" algn="l" rtl="0">
              <a:lnSpc>
                <a:spcPct val="100000"/>
              </a:lnSpc>
              <a:spcBef>
                <a:spcPts val="1000"/>
              </a:spcBef>
              <a:spcAft>
                <a:spcPct val="0"/>
              </a:spcAft>
              <a:buNone/>
            </a:pPr>
            <a:r>
              <a:rPr lang="en-GB" sz="1800"/>
              <a:t>    of them are yellow.</a:t>
            </a:r>
            <a:endParaRPr sz="1800"/>
          </a:p>
          <a:p>
            <a:pPr marL="0" lvl="0" indent="0" algn="l" rtl="0">
              <a:lnSpc>
                <a:spcPct val="100000"/>
              </a:lnSpc>
              <a:spcBef>
                <a:spcPts val="1000"/>
              </a:spcBef>
              <a:spcAft>
                <a:spcPct val="0"/>
              </a:spcAft>
              <a:buNone/>
            </a:pPr>
            <a:r>
              <a:rPr lang="en-GB" sz="1800"/>
              <a:t>The rest are pink and green in the ratio 5 : 8</a:t>
            </a:r>
            <a:endParaRPr sz="1800"/>
          </a:p>
          <a:p>
            <a:pPr marL="0" lvl="0" indent="0" algn="l" rtl="0">
              <a:lnSpc>
                <a:spcPct val="100000"/>
              </a:lnSpc>
              <a:spcBef>
                <a:spcPts val="1000"/>
              </a:spcBef>
              <a:spcAft>
                <a:spcPct val="0"/>
              </a:spcAft>
              <a:buNone/>
            </a:pPr>
            <a:r>
              <a:rPr lang="en-GB" sz="1800"/>
              <a:t>How many of each colour are there?</a:t>
            </a:r>
            <a:endParaRPr sz="1800"/>
          </a:p>
          <a:p>
            <a:pPr marL="457200" lvl="0" indent="0" algn="l" rtl="0">
              <a:lnSpc>
                <a:spcPct val="100000"/>
              </a:lnSpc>
              <a:spcBef>
                <a:spcPts val="1000"/>
              </a:spcBef>
              <a:spcAft>
                <a:spcPts val="1000"/>
              </a:spcAft>
              <a:buNone/>
            </a:pPr>
            <a:endParaRPr sz="1800"/>
          </a:p>
        </p:txBody>
      </p:sp>
      <p:pic>
        <p:nvPicPr>
          <p:cNvPr id="1213" name="Google Shape;1213;p96" descr="&lt;math xmlns=&quot;http://www.w3.org/1998/Math/MathML&quot; display=&quot;block&quot; data-is-equatio=&quot;1&quot; data-latex=&quot;\frac{2}{7}&quot;&gt;&lt;mfrac&gt;&lt;mn&gt;2&lt;/mn&gt;&lt;mn&gt;7&lt;/mn&gt;&lt;/mfrac&gt;&lt;/math&gt;" title="two sevenths"/>
          <p:cNvPicPr preferRelativeResize="0"/>
          <p:nvPr/>
        </p:nvPicPr>
        <p:blipFill>
          <a:blip r:embed="rId3">
            <a:alphaModFix/>
          </a:blip>
          <a:stretch>
            <a:fillRect/>
          </a:stretch>
        </p:blipFill>
        <p:spPr>
          <a:xfrm>
            <a:off x="367925" y="1885950"/>
            <a:ext cx="141200" cy="463900"/>
          </a:xfrm>
          <a:prstGeom prst="rect">
            <a:avLst/>
          </a:prstGeom>
          <a:noFill/>
          <a:ln>
            <a:noFill/>
          </a:ln>
        </p:spPr>
      </p:pic>
      <p:sp>
        <p:nvSpPr>
          <p:cNvPr id="1214" name="Google Shape;1214;p96"/>
          <p:cNvSpPr txBox="1"/>
          <p:nvPr/>
        </p:nvSpPr>
        <p:spPr>
          <a:xfrm>
            <a:off x="358075" y="3393975"/>
            <a:ext cx="8195700" cy="12315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a:solidFill>
                  <a:schemeClr val="dk1"/>
                </a:solidFill>
                <a:latin typeface="Kalam"/>
                <a:ea typeface="Kalam"/>
                <a:cs typeface="Kalam"/>
                <a:sym typeface="Kalam"/>
              </a:rPr>
              <a:t>Red = 14</a:t>
            </a:r>
            <a:endParaRPr sz="2000">
              <a:solidFill>
                <a:schemeClr val="dk1"/>
              </a:solidFill>
              <a:latin typeface="Kalam"/>
              <a:ea typeface="Kalam"/>
              <a:cs typeface="Kalam"/>
              <a:sym typeface="Kalam"/>
            </a:endParaRPr>
          </a:p>
          <a:p>
            <a:pPr marL="0" lvl="0" indent="0" algn="l" rtl="0">
              <a:spcBef>
                <a:spcPct val="0"/>
              </a:spcBef>
              <a:spcAft>
                <a:spcPct val="0"/>
              </a:spcAft>
              <a:buNone/>
            </a:pPr>
            <a:r>
              <a:rPr lang="en-GB" sz="2000">
                <a:solidFill>
                  <a:schemeClr val="dk1"/>
                </a:solidFill>
                <a:latin typeface="Kalam"/>
                <a:ea typeface="Kalam"/>
                <a:cs typeface="Kalam"/>
                <a:sym typeface="Kalam"/>
              </a:rPr>
              <a:t>Yellow = 16</a:t>
            </a:r>
            <a:endParaRPr sz="2000">
              <a:solidFill>
                <a:schemeClr val="dk1"/>
              </a:solidFill>
              <a:latin typeface="Kalam"/>
              <a:ea typeface="Kalam"/>
              <a:cs typeface="Kalam"/>
              <a:sym typeface="Kalam"/>
            </a:endParaRPr>
          </a:p>
          <a:p>
            <a:pPr marL="0" lvl="0" indent="0" algn="l" rtl="0">
              <a:spcBef>
                <a:spcPct val="0"/>
              </a:spcBef>
              <a:spcAft>
                <a:spcPct val="0"/>
              </a:spcAft>
              <a:buNone/>
            </a:pPr>
            <a:r>
              <a:rPr lang="en-GB" sz="2000">
                <a:solidFill>
                  <a:schemeClr val="dk1"/>
                </a:solidFill>
                <a:latin typeface="Kalam"/>
                <a:ea typeface="Kalam"/>
                <a:cs typeface="Kalam"/>
                <a:sym typeface="Kalam"/>
              </a:rPr>
              <a:t>Pink = 10</a:t>
            </a:r>
            <a:endParaRPr sz="2000">
              <a:solidFill>
                <a:schemeClr val="dk1"/>
              </a:solidFill>
              <a:latin typeface="Kalam"/>
              <a:ea typeface="Kalam"/>
              <a:cs typeface="Kalam"/>
              <a:sym typeface="Kalam"/>
            </a:endParaRPr>
          </a:p>
          <a:p>
            <a:pPr marL="0" lvl="0" indent="0" algn="l" rtl="0">
              <a:spcBef>
                <a:spcPct val="0"/>
              </a:spcBef>
              <a:spcAft>
                <a:spcPct val="0"/>
              </a:spcAft>
              <a:buNone/>
            </a:pPr>
            <a:r>
              <a:rPr lang="en-GB" sz="2000">
                <a:solidFill>
                  <a:schemeClr val="dk1"/>
                </a:solidFill>
                <a:latin typeface="Kalam"/>
                <a:ea typeface="Kalam"/>
                <a:cs typeface="Kalam"/>
                <a:sym typeface="Kalam"/>
              </a:rPr>
              <a:t>Green = 16</a:t>
            </a:r>
            <a:endParaRPr sz="2000">
              <a:solidFill>
                <a:schemeClr val="dk1"/>
              </a:solidFill>
              <a:latin typeface="Kalam"/>
              <a:ea typeface="Kalam"/>
              <a:cs typeface="Kalam"/>
              <a:sym typeface="Kalam"/>
            </a:endParaRPr>
          </a:p>
        </p:txBody>
      </p:sp>
    </p:spTree>
  </p:cSld>
  <p:clrMapOvr>
    <a:masterClrMapping/>
  </p:clrMapOvr>
  <p:transition/>
  <p:timing/>
</p:sld>
</file>

<file path=ppt/slides/slide3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218" name="Shape 1218"/>
        <p:cNvGrpSpPr/>
        <p:nvPr/>
      </p:nvGrpSpPr>
      <p:grpSpPr>
        <a:xfrm>
          <a:off x="0" y="0"/>
          <a:ext cx="0" cy="0"/>
        </a:xfrm>
      </p:grpSpPr>
      <p:sp>
        <p:nvSpPr>
          <p:cNvPr id="1219" name="Google Shape;1219;p97"/>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Using proportionality to solve problems</a:t>
            </a:r>
            <a:endParaRPr/>
          </a:p>
        </p:txBody>
      </p:sp>
      <p:sp>
        <p:nvSpPr>
          <p:cNvPr id="1220" name="Google Shape;1220;p97"/>
          <p:cNvSpPr txBox="1"/>
          <p:nvPr>
            <p:ph type="body" idx="1"/>
          </p:nvPr>
        </p:nvSpPr>
        <p:spPr>
          <a:xfrm>
            <a:off x="324000" y="759300"/>
            <a:ext cx="8496000" cy="3020700"/>
          </a:xfrm>
          <a:prstGeom prst="rect">
            <a:avLst/>
          </a:prstGeom>
        </p:spPr>
        <p:txBody>
          <a:bodyPr spcFirstLastPara="1" wrap="square" lIns="0" tIns="0" rIns="0" bIns="0" anchor="t" anchorCtr="0">
            <a:noAutofit/>
          </a:bodyPr>
          <a:lstStyle/>
          <a:p>
            <a:pPr marL="0" lvl="0" indent="0" algn="l" rtl="0">
              <a:lnSpc>
                <a:spcPct val="100000"/>
              </a:lnSpc>
              <a:spcBef>
                <a:spcPct val="0"/>
              </a:spcBef>
              <a:spcAft>
                <a:spcPct val="0"/>
              </a:spcAft>
              <a:buNone/>
            </a:pPr>
            <a:r>
              <a:rPr lang="en-GB" sz="1800"/>
              <a:t>2) Aisha, Jun, Izzy, Sam and Laura raise money by doing a sponsored run.</a:t>
            </a:r>
            <a:endParaRPr sz="1800"/>
          </a:p>
          <a:p>
            <a:pPr marL="0" lvl="0" indent="0" algn="l" rtl="0">
              <a:lnSpc>
                <a:spcPct val="100000"/>
              </a:lnSpc>
              <a:spcBef>
                <a:spcPts val="1000"/>
              </a:spcBef>
              <a:spcAft>
                <a:spcPct val="0"/>
              </a:spcAft>
              <a:buNone/>
            </a:pPr>
            <a:r>
              <a:rPr lang="en-GB" sz="1800"/>
              <a:t>They raise £600, Aisha raised 15%, Jun raised      , and Izzy raised      of the total.</a:t>
            </a:r>
            <a:endParaRPr sz="1800"/>
          </a:p>
          <a:p>
            <a:pPr marL="0" lvl="0" indent="0" algn="l" rtl="0">
              <a:lnSpc>
                <a:spcPct val="100000"/>
              </a:lnSpc>
              <a:spcBef>
                <a:spcPts val="1000"/>
              </a:spcBef>
              <a:spcAft>
                <a:spcPct val="0"/>
              </a:spcAft>
              <a:buNone/>
            </a:pPr>
            <a:r>
              <a:rPr lang="en-GB" sz="1800"/>
              <a:t>Sam and Laura collected the rest in the ratio 2 : 3</a:t>
            </a:r>
            <a:endParaRPr sz="1800"/>
          </a:p>
          <a:p>
            <a:pPr marL="0" lvl="0" indent="0" algn="l" rtl="0">
              <a:lnSpc>
                <a:spcPct val="100000"/>
              </a:lnSpc>
              <a:spcBef>
                <a:spcPts val="1000"/>
              </a:spcBef>
              <a:spcAft>
                <a:spcPts val="1000"/>
              </a:spcAft>
              <a:buNone/>
            </a:pPr>
            <a:r>
              <a:rPr lang="en-GB" sz="1800"/>
              <a:t>How much money did each of them raise?</a:t>
            </a:r>
            <a:endParaRPr sz="1800"/>
          </a:p>
        </p:txBody>
      </p:sp>
      <p:pic>
        <p:nvPicPr>
          <p:cNvPr id="1221" name="Google Shape;1221;p97" descr="&lt;math xmlns=&quot;http://www.w3.org/1998/Math/MathML&quot; display=&quot;block&quot; data-is-equatio=&quot;1&quot; data-latex=&quot;\frac{4}{15}&quot;&gt;&lt;mfrac&gt;&lt;mn&gt;4&lt;/mn&gt;&lt;mn&gt;15&lt;/mn&gt;&lt;/mfrac&gt;&lt;/math&gt;" title="4 over 15"/>
          <p:cNvPicPr preferRelativeResize="0"/>
          <p:nvPr/>
        </p:nvPicPr>
        <p:blipFill>
          <a:blip r:embed="rId3">
            <a:alphaModFix/>
          </a:blip>
          <a:stretch>
            <a:fillRect/>
          </a:stretch>
        </p:blipFill>
        <p:spPr>
          <a:xfrm>
            <a:off x="5442424" y="1080000"/>
            <a:ext cx="263700" cy="478200"/>
          </a:xfrm>
          <a:prstGeom prst="rect">
            <a:avLst/>
          </a:prstGeom>
          <a:noFill/>
          <a:ln>
            <a:noFill/>
          </a:ln>
        </p:spPr>
      </p:pic>
      <p:pic>
        <p:nvPicPr>
          <p:cNvPr id="1222" name="Google Shape;1222;p97" descr="&lt;math xmlns=&quot;http://www.w3.org/1998/Math/MathML&quot; display=&quot;block&quot; data-is-equatio=&quot;1&quot; data-latex=&quot;\frac{3}{8}&quot;&gt;&lt;mfrac&gt;&lt;mn&gt;3&lt;/mn&gt;&lt;mn&gt;8&lt;/mn&gt;&lt;/mfrac&gt;&lt;/math&gt;" title="three eighths"/>
          <p:cNvPicPr preferRelativeResize="0"/>
          <p:nvPr/>
        </p:nvPicPr>
        <p:blipFill>
          <a:blip r:embed="rId4">
            <a:alphaModFix/>
          </a:blip>
          <a:stretch>
            <a:fillRect/>
          </a:stretch>
        </p:blipFill>
        <p:spPr>
          <a:xfrm>
            <a:off x="7709724" y="1080000"/>
            <a:ext cx="144484" cy="478200"/>
          </a:xfrm>
          <a:prstGeom prst="rect">
            <a:avLst/>
          </a:prstGeom>
          <a:noFill/>
          <a:ln>
            <a:noFill/>
          </a:ln>
        </p:spPr>
      </p:pic>
      <p:sp>
        <p:nvSpPr>
          <p:cNvPr id="1223" name="Google Shape;1223;p97"/>
          <p:cNvSpPr txBox="1"/>
          <p:nvPr/>
        </p:nvSpPr>
        <p:spPr>
          <a:xfrm>
            <a:off x="358075" y="2555775"/>
            <a:ext cx="8195700" cy="15393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a:solidFill>
                  <a:schemeClr val="dk1"/>
                </a:solidFill>
                <a:latin typeface="Kalam"/>
                <a:ea typeface="Kalam"/>
                <a:cs typeface="Kalam"/>
                <a:sym typeface="Kalam"/>
              </a:rPr>
              <a:t>Aisha = £90</a:t>
            </a:r>
            <a:endParaRPr sz="2000">
              <a:solidFill>
                <a:schemeClr val="dk1"/>
              </a:solidFill>
              <a:latin typeface="Kalam"/>
              <a:ea typeface="Kalam"/>
              <a:cs typeface="Kalam"/>
              <a:sym typeface="Kalam"/>
            </a:endParaRPr>
          </a:p>
          <a:p>
            <a:pPr marL="0" lvl="0" indent="0" algn="l" rtl="0">
              <a:spcBef>
                <a:spcPct val="0"/>
              </a:spcBef>
              <a:spcAft>
                <a:spcPct val="0"/>
              </a:spcAft>
              <a:buNone/>
            </a:pPr>
            <a:r>
              <a:rPr lang="en-GB" sz="2000">
                <a:solidFill>
                  <a:schemeClr val="dk1"/>
                </a:solidFill>
                <a:latin typeface="Kalam"/>
                <a:ea typeface="Kalam"/>
                <a:cs typeface="Kalam"/>
                <a:sym typeface="Kalam"/>
              </a:rPr>
              <a:t>Jun = £160</a:t>
            </a:r>
            <a:endParaRPr sz="2000">
              <a:solidFill>
                <a:schemeClr val="dk1"/>
              </a:solidFill>
              <a:latin typeface="Kalam"/>
              <a:ea typeface="Kalam"/>
              <a:cs typeface="Kalam"/>
              <a:sym typeface="Kalam"/>
            </a:endParaRPr>
          </a:p>
          <a:p>
            <a:pPr marL="0" lvl="0" indent="0" algn="l" rtl="0">
              <a:spcBef>
                <a:spcPct val="0"/>
              </a:spcBef>
              <a:spcAft>
                <a:spcPct val="0"/>
              </a:spcAft>
              <a:buNone/>
            </a:pPr>
            <a:r>
              <a:rPr lang="en-GB" sz="2000">
                <a:solidFill>
                  <a:schemeClr val="dk1"/>
                </a:solidFill>
                <a:latin typeface="Kalam"/>
                <a:ea typeface="Kalam"/>
                <a:cs typeface="Kalam"/>
                <a:sym typeface="Kalam"/>
              </a:rPr>
              <a:t>Izzy = £225</a:t>
            </a:r>
            <a:endParaRPr sz="2000">
              <a:solidFill>
                <a:schemeClr val="dk1"/>
              </a:solidFill>
              <a:latin typeface="Kalam"/>
              <a:ea typeface="Kalam"/>
              <a:cs typeface="Kalam"/>
              <a:sym typeface="Kalam"/>
            </a:endParaRPr>
          </a:p>
          <a:p>
            <a:pPr marL="0" lvl="0" indent="0" algn="l" rtl="0">
              <a:spcBef>
                <a:spcPct val="0"/>
              </a:spcBef>
              <a:spcAft>
                <a:spcPct val="0"/>
              </a:spcAft>
              <a:buNone/>
            </a:pPr>
            <a:r>
              <a:rPr lang="en-GB" sz="2000">
                <a:solidFill>
                  <a:schemeClr val="dk1"/>
                </a:solidFill>
                <a:latin typeface="Kalam"/>
                <a:ea typeface="Kalam"/>
                <a:cs typeface="Kalam"/>
                <a:sym typeface="Kalam"/>
              </a:rPr>
              <a:t>Sam = £50</a:t>
            </a:r>
            <a:endParaRPr sz="2000">
              <a:solidFill>
                <a:schemeClr val="dk1"/>
              </a:solidFill>
              <a:latin typeface="Kalam"/>
              <a:ea typeface="Kalam"/>
              <a:cs typeface="Kalam"/>
              <a:sym typeface="Kalam"/>
            </a:endParaRPr>
          </a:p>
          <a:p>
            <a:pPr marL="0" lvl="0" indent="0" algn="l" rtl="0">
              <a:spcBef>
                <a:spcPct val="0"/>
              </a:spcBef>
              <a:spcAft>
                <a:spcPct val="0"/>
              </a:spcAft>
              <a:buNone/>
            </a:pPr>
            <a:r>
              <a:rPr lang="en-GB" sz="2000">
                <a:solidFill>
                  <a:schemeClr val="dk1"/>
                </a:solidFill>
                <a:latin typeface="Kalam"/>
                <a:ea typeface="Kalam"/>
                <a:cs typeface="Kalam"/>
                <a:sym typeface="Kalam"/>
              </a:rPr>
              <a:t>Laura = £75</a:t>
            </a:r>
            <a:endParaRPr sz="2000">
              <a:solidFill>
                <a:schemeClr val="dk1"/>
              </a:solidFill>
              <a:latin typeface="Kalam"/>
              <a:ea typeface="Kalam"/>
              <a:cs typeface="Kalam"/>
              <a:sym typeface="Kalam"/>
            </a:endParaRPr>
          </a:p>
        </p:txBody>
      </p:sp>
    </p:spTree>
  </p:cSld>
  <p:clrMapOvr>
    <a:masterClrMapping/>
  </p:clrMapOvr>
  <p:transition/>
  <p:timing/>
</p:sld>
</file>

<file path=ppt/slides/slide3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227" name="Shape 1227"/>
        <p:cNvGrpSpPr/>
        <p:nvPr/>
      </p:nvGrpSpPr>
      <p:grpSpPr>
        <a:xfrm>
          <a:off x="0" y="0"/>
          <a:ext cx="0" cy="0"/>
        </a:xfrm>
      </p:grpSpPr>
      <p:sp>
        <p:nvSpPr>
          <p:cNvPr id="1228" name="Google Shape;1228;p98"/>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Using proportionality to solve problems</a:t>
            </a:r>
            <a:endParaRPr/>
          </a:p>
        </p:txBody>
      </p:sp>
      <p:sp>
        <p:nvSpPr>
          <p:cNvPr id="1229" name="Google Shape;1229;p98"/>
          <p:cNvSpPr txBox="1"/>
          <p:nvPr>
            <p:ph type="body" idx="1"/>
          </p:nvPr>
        </p:nvSpPr>
        <p:spPr>
          <a:xfrm>
            <a:off x="324000" y="759300"/>
            <a:ext cx="8496000" cy="3020700"/>
          </a:xfrm>
          <a:prstGeom prst="rect">
            <a:avLst/>
          </a:prstGeom>
        </p:spPr>
        <p:txBody>
          <a:bodyPr spcFirstLastPara="1" wrap="square" lIns="0" tIns="0" rIns="0" bIns="0" anchor="t" anchorCtr="0">
            <a:noAutofit/>
          </a:bodyPr>
          <a:lstStyle/>
          <a:p>
            <a:pPr marL="0" lvl="0" indent="0" algn="l" rtl="0">
              <a:lnSpc>
                <a:spcPct val="100000"/>
              </a:lnSpc>
              <a:spcBef>
                <a:spcPct val="0"/>
              </a:spcBef>
              <a:spcAft>
                <a:spcPct val="0"/>
              </a:spcAft>
              <a:buNone/>
            </a:pPr>
            <a:r>
              <a:rPr lang="en-GB" sz="1800"/>
              <a:t>3) Andeep, Sofia and Jacob record how long it takes them to complete a puzzle.</a:t>
            </a:r>
            <a:endParaRPr sz="1800"/>
          </a:p>
          <a:p>
            <a:pPr marL="0" lvl="0" indent="0" algn="l" rtl="0">
              <a:lnSpc>
                <a:spcPct val="100000"/>
              </a:lnSpc>
              <a:spcBef>
                <a:spcPts val="1000"/>
              </a:spcBef>
              <a:spcAft>
                <a:spcPct val="0"/>
              </a:spcAft>
              <a:buNone/>
            </a:pPr>
            <a:r>
              <a:rPr lang="en-GB" sz="1800"/>
              <a:t>Sofia’s time is two-thirds of Andeep’s time.</a:t>
            </a:r>
            <a:endParaRPr sz="1800"/>
          </a:p>
          <a:p>
            <a:pPr marL="0" lvl="0" indent="0" algn="l" rtl="0">
              <a:lnSpc>
                <a:spcPct val="100000"/>
              </a:lnSpc>
              <a:spcBef>
                <a:spcPts val="1000"/>
              </a:spcBef>
              <a:spcAft>
                <a:spcPct val="0"/>
              </a:spcAft>
              <a:buNone/>
            </a:pPr>
            <a:r>
              <a:rPr lang="en-GB" sz="1800"/>
              <a:t>Jacob’s time is 3 times Sofia’s time.</a:t>
            </a:r>
            <a:endParaRPr sz="1800"/>
          </a:p>
          <a:p>
            <a:pPr marL="0" lvl="0" indent="0" algn="l" rtl="0">
              <a:lnSpc>
                <a:spcPct val="100000"/>
              </a:lnSpc>
              <a:spcBef>
                <a:spcPts val="1000"/>
              </a:spcBef>
              <a:spcAft>
                <a:spcPct val="0"/>
              </a:spcAft>
              <a:buNone/>
            </a:pPr>
            <a:r>
              <a:rPr lang="en-GB" sz="1800"/>
              <a:t>The total of Jacob &amp; Sofia’s times is 88 seconds.</a:t>
            </a:r>
            <a:endParaRPr sz="1800"/>
          </a:p>
          <a:p>
            <a:pPr marL="0" lvl="0" indent="0" algn="l" rtl="0">
              <a:lnSpc>
                <a:spcPct val="100000"/>
              </a:lnSpc>
              <a:spcBef>
                <a:spcPts val="1000"/>
              </a:spcBef>
              <a:spcAft>
                <a:spcPct val="0"/>
              </a:spcAft>
              <a:buNone/>
            </a:pPr>
            <a:r>
              <a:rPr lang="en-GB" sz="1800"/>
              <a:t>What is the difference between Andeep and Jacob’s times?</a:t>
            </a:r>
            <a:endParaRPr sz="1800"/>
          </a:p>
          <a:p>
            <a:pPr marL="0" lvl="0" indent="0" algn="l" rtl="0">
              <a:lnSpc>
                <a:spcPct val="100000"/>
              </a:lnSpc>
              <a:spcBef>
                <a:spcPts val="1000"/>
              </a:spcBef>
              <a:spcAft>
                <a:spcPct val="0"/>
              </a:spcAft>
              <a:buNone/>
            </a:pPr>
            <a:endParaRPr sz="1800"/>
          </a:p>
          <a:p>
            <a:pPr marL="0" lvl="0" indent="457200" algn="l" rtl="0">
              <a:lnSpc>
                <a:spcPct val="100000"/>
              </a:lnSpc>
              <a:spcBef>
                <a:spcPts val="1000"/>
              </a:spcBef>
              <a:spcAft>
                <a:spcPts val="1000"/>
              </a:spcAft>
              <a:buClr>
                <a:schemeClr val="dk1"/>
              </a:buClr>
              <a:buSzPts val="1100"/>
              <a:buFont typeface="Arial"/>
              <a:buNone/>
            </a:pPr>
            <a:endParaRPr sz="1800"/>
          </a:p>
        </p:txBody>
      </p:sp>
      <p:sp>
        <p:nvSpPr>
          <p:cNvPr id="1230" name="Google Shape;1230;p98"/>
          <p:cNvSpPr txBox="1"/>
          <p:nvPr/>
        </p:nvSpPr>
        <p:spPr>
          <a:xfrm>
            <a:off x="358075" y="3012975"/>
            <a:ext cx="8195700" cy="15393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a:solidFill>
                  <a:schemeClr val="dk1"/>
                </a:solidFill>
                <a:latin typeface="Kalam"/>
                <a:ea typeface="Kalam"/>
                <a:cs typeface="Kalam"/>
                <a:sym typeface="Kalam"/>
              </a:rPr>
              <a:t>Andeep = 33 seconds</a:t>
            </a:r>
            <a:endParaRPr sz="2000">
              <a:solidFill>
                <a:schemeClr val="dk1"/>
              </a:solidFill>
              <a:latin typeface="Kalam"/>
              <a:ea typeface="Kalam"/>
              <a:cs typeface="Kalam"/>
              <a:sym typeface="Kalam"/>
            </a:endParaRPr>
          </a:p>
          <a:p>
            <a:pPr marL="0" lvl="0" indent="0" algn="l" rtl="0">
              <a:spcBef>
                <a:spcPct val="0"/>
              </a:spcBef>
              <a:spcAft>
                <a:spcPct val="0"/>
              </a:spcAft>
              <a:buNone/>
            </a:pPr>
            <a:r>
              <a:rPr lang="en-GB" sz="2000">
                <a:solidFill>
                  <a:schemeClr val="dk1"/>
                </a:solidFill>
                <a:latin typeface="Kalam"/>
                <a:ea typeface="Kalam"/>
                <a:cs typeface="Kalam"/>
                <a:sym typeface="Kalam"/>
              </a:rPr>
              <a:t>Sofia = 22 seconds</a:t>
            </a:r>
            <a:endParaRPr sz="2000">
              <a:solidFill>
                <a:schemeClr val="dk1"/>
              </a:solidFill>
              <a:latin typeface="Kalam"/>
              <a:ea typeface="Kalam"/>
              <a:cs typeface="Kalam"/>
              <a:sym typeface="Kalam"/>
            </a:endParaRPr>
          </a:p>
          <a:p>
            <a:pPr marL="0" lvl="0" indent="0" algn="l" rtl="0">
              <a:spcBef>
                <a:spcPct val="0"/>
              </a:spcBef>
              <a:spcAft>
                <a:spcPct val="0"/>
              </a:spcAft>
              <a:buNone/>
            </a:pPr>
            <a:r>
              <a:rPr lang="en-GB" sz="2000">
                <a:solidFill>
                  <a:schemeClr val="dk1"/>
                </a:solidFill>
                <a:latin typeface="Kalam"/>
                <a:ea typeface="Kalam"/>
                <a:cs typeface="Kalam"/>
                <a:sym typeface="Kalam"/>
              </a:rPr>
              <a:t>Jacob = 66 seconds </a:t>
            </a:r>
            <a:endParaRPr sz="2000">
              <a:solidFill>
                <a:schemeClr val="dk1"/>
              </a:solidFill>
              <a:latin typeface="Kalam"/>
              <a:ea typeface="Kalam"/>
              <a:cs typeface="Kalam"/>
              <a:sym typeface="Kalam"/>
            </a:endParaRPr>
          </a:p>
          <a:p>
            <a:pPr marL="0" lvl="0" indent="0" algn="l" rtl="0">
              <a:spcBef>
                <a:spcPct val="0"/>
              </a:spcBef>
              <a:spcAft>
                <a:spcPct val="0"/>
              </a:spcAft>
              <a:buNone/>
            </a:pPr>
            <a:endParaRPr sz="2000">
              <a:solidFill>
                <a:schemeClr val="dk1"/>
              </a:solidFill>
              <a:latin typeface="Kalam"/>
              <a:ea typeface="Kalam"/>
              <a:cs typeface="Kalam"/>
              <a:sym typeface="Kalam"/>
            </a:endParaRPr>
          </a:p>
          <a:p>
            <a:pPr marL="0" lvl="0" indent="0" algn="l" rtl="0">
              <a:spcBef>
                <a:spcPct val="0"/>
              </a:spcBef>
              <a:spcAft>
                <a:spcPct val="0"/>
              </a:spcAft>
              <a:buNone/>
            </a:pPr>
            <a:r>
              <a:rPr lang="en-GB" sz="2000">
                <a:solidFill>
                  <a:schemeClr val="dk1"/>
                </a:solidFill>
                <a:latin typeface="Kalam"/>
                <a:ea typeface="Kalam"/>
                <a:cs typeface="Kalam"/>
                <a:sym typeface="Kalam"/>
              </a:rPr>
              <a:t>The difference between Andeep and Jacob’s times is is 33 seconds.</a:t>
            </a:r>
            <a:endParaRPr sz="2000">
              <a:solidFill>
                <a:schemeClr val="dk1"/>
              </a:solidFill>
              <a:latin typeface="Kalam"/>
              <a:ea typeface="Kalam"/>
              <a:cs typeface="Kalam"/>
              <a:sym typeface="Kalam"/>
            </a:endParaRPr>
          </a:p>
        </p:txBody>
      </p:sp>
    </p:spTree>
  </p:cSld>
  <p:clrMapOvr>
    <a:masterClrMapping/>
  </p:clrMapOvr>
  <p:transition/>
  <p:timing/>
</p:sld>
</file>

<file path=ppt/slides/slide3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234" name="Shape 1234"/>
        <p:cNvGrpSpPr/>
        <p:nvPr/>
      </p:nvGrpSpPr>
      <p:grpSpPr>
        <a:xfrm>
          <a:off x="0" y="0"/>
          <a:ext cx="0" cy="0"/>
        </a:xfrm>
      </p:grpSpPr>
      <p:sp>
        <p:nvSpPr>
          <p:cNvPr id="1235" name="Google Shape;1235;p99"/>
          <p:cNvSpPr txBox="1"/>
          <p:nvPr>
            <p:ph type="body" idx="1"/>
          </p:nvPr>
        </p:nvSpPr>
        <p:spPr>
          <a:xfrm>
            <a:off x="324000" y="1080000"/>
            <a:ext cx="8113800" cy="37404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You will often come across questions which involve fractions, percentages and ratio. </a:t>
            </a:r>
            <a:endParaRPr/>
          </a:p>
          <a:p>
            <a:pPr marL="0" lvl="0" indent="0" algn="l" rtl="0">
              <a:spcBef>
                <a:spcPts val="1000"/>
              </a:spcBef>
              <a:spcAft>
                <a:spcPct val="0"/>
              </a:spcAft>
              <a:buNone/>
            </a:pPr>
            <a:r>
              <a:rPr lang="en-GB"/>
              <a:t>Drawing a diagram such as a bar model or double number line may help and using a ratio table to organise your working will keep errors to a minimum. </a:t>
            </a:r>
            <a:endParaRPr/>
          </a:p>
          <a:p>
            <a:pPr marL="0" lvl="0" indent="0" algn="l" rtl="0">
              <a:spcBef>
                <a:spcPts val="1000"/>
              </a:spcBef>
              <a:spcAft>
                <a:spcPts val="1000"/>
              </a:spcAft>
              <a:buNone/>
            </a:pPr>
            <a:r>
              <a:rPr lang="en-GB"/>
              <a:t>This is especially important if the question has lots of information. Writing down or drawing what you know using a representation can help.</a:t>
            </a:r>
            <a:endParaRPr/>
          </a:p>
        </p:txBody>
      </p:sp>
      <p:sp>
        <p:nvSpPr>
          <p:cNvPr id="1236" name="Google Shape;1236;p99"/>
          <p:cNvSpPr txBox="1"/>
          <p:nvPr>
            <p:ph type="title"/>
          </p:nvPr>
        </p:nvSpPr>
        <p:spPr>
          <a:xfrm>
            <a:off x="1684800" y="43825"/>
            <a:ext cx="67530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Problem solving with percentages and proportionality</a:t>
            </a:r>
            <a:endParaRPr/>
          </a:p>
        </p:txBody>
      </p:sp>
    </p:spTree>
  </p:cSld>
  <p:clrMapOvr>
    <a:masterClrMapping/>
  </p:clrMapOvr>
  <p:transition/>
  <p:timing/>
</p:sld>
</file>

<file path=ppt/slides/slide3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240" name="Shape 1240"/>
        <p:cNvGrpSpPr/>
        <p:nvPr/>
      </p:nvGrpSpPr>
      <p:grpSpPr>
        <a:xfrm>
          <a:off x="0" y="0"/>
          <a:ext cx="0" cy="0"/>
        </a:xfrm>
      </p:grpSpPr>
      <p:sp>
        <p:nvSpPr>
          <p:cNvPr id="1241" name="Google Shape;1241;p100"/>
          <p:cNvSpPr txBox="1"/>
          <p:nvPr>
            <p:ph type="subTitle" idx="1"/>
          </p:nvPr>
        </p:nvSpPr>
        <p:spPr>
          <a:xfrm>
            <a:off x="661775" y="1129425"/>
            <a:ext cx="7351200" cy="23580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 Oak National Academy 2024. </a:t>
            </a:r>
            <a:endParaRPr/>
          </a:p>
          <a:p>
            <a:pPr marL="0" lvl="0" indent="0" algn="l" rtl="0">
              <a:spcBef>
                <a:spcPct val="0"/>
              </a:spcBef>
              <a:spcAft>
                <a:spcPct val="0"/>
              </a:spcAft>
              <a:buNone/>
            </a:pPr>
            <a:endParaRPr/>
          </a:p>
          <a:p>
            <a:pPr marL="0" lvl="0" indent="0" algn="l" rtl="0">
              <a:spcBef>
                <a:spcPct val="0"/>
              </a:spcBef>
              <a:spcAft>
                <a:spcPct val="0"/>
              </a:spcAft>
              <a:buNone/>
            </a:pPr>
            <a:r>
              <a:rPr lang="en-GB"/>
              <a:t>Produced in partnership with Mathematics in Education and Industry. </a:t>
            </a:r>
            <a:endParaRPr/>
          </a:p>
          <a:p>
            <a:pPr marL="0" lvl="0" indent="0" algn="l" rtl="0">
              <a:spcBef>
                <a:spcPct val="0"/>
              </a:spcBef>
              <a:spcAft>
                <a:spcPct val="0"/>
              </a:spcAft>
              <a:buNone/>
            </a:pPr>
            <a:endParaRPr/>
          </a:p>
          <a:p>
            <a:pPr marL="0" lvl="0" indent="0" algn="l" rtl="0">
              <a:spcBef>
                <a:spcPct val="0"/>
              </a:spcBef>
              <a:spcAft>
                <a:spcPct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xmlns:ahyp="http://schemas.microsoft.com/office/drawing/2018/hyperlinkcolor" val="tx"/>
                    </a:ext>
                  </a:extLst>
                </a:hlinkClick>
              </a:rPr>
              <a:t>Oak terms and conditions</a:t>
            </a:r>
            <a:r>
              <a:rPr lang="en-GB"/>
              <a:t>.</a:t>
            </a:r>
            <a:endParaRPr/>
          </a:p>
        </p:txBody>
      </p:sp>
      <p:pic>
        <p:nvPicPr>
          <p:cNvPr id="1242" name="Google Shape;1242;p100"/>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transition/>
  <p:timing/>
</p:sld>
</file>

<file path=ppt/tags/tag1.xml><?xml version="1.0" encoding="utf-8"?>
<p:tagLst xmlns:p="http://schemas.openxmlformats.org/presentationml/2006/main">
  <p:tag name="AS_NET" val="3.1.32"/>
  <p:tag name="AS_OS" val="Microsoft Windows NT 6.2.9200.0"/>
  <p:tag name="AS_RELEASE_DATE" val="2024.02.14"/>
  <p:tag name="AS_TITLE" val="Aspose.Slides for .NET Standard 2.0"/>
  <p:tag name="AS_VERSION" val="24.2"/>
</p:tagLst>
</file>

<file path=ppt/theme/theme1.xml><?xml version="1.0" encoding="utf-8"?>
<a:theme xmlns:r="http://schemas.openxmlformats.org/officeDocument/2006/relationships" xmlns:a="http://schemas.openxmlformats.org/drawingml/2006/main" name="simple-light-2">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r="http://schemas.openxmlformats.org/officeDocument/2006/relationships" xmlns:a="http://schemas.openxmlformats.org/drawingml/2006/main" name="simple-light-2 override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vt="http://schemas.openxmlformats.org/officeDocument/2006/docPropsVTypes" xmlns="http://schemas.openxmlformats.org/officeDocument/2006/extended-properties">
  <Company/>
  <Paragraphs>271</Paragraphs>
  <Slides>38</Slides>
  <Notes>38</Notes>
  <TotalTime>0</TotalTime>
  <HiddenSlides>1</HiddenSlides>
  <MMClips>0</MMClips>
  <ScaleCrop>0</ScaleCrop>
  <HeadingPairs>
    <vt:vector baseType="variant" size="6">
      <vt:variant>
        <vt:lpstr>Fonts used</vt:lpstr>
      </vt:variant>
      <vt:variant>
        <vt:i4>8</vt:i4>
      </vt:variant>
      <vt:variant>
        <vt:lpstr>Theme</vt:lpstr>
      </vt:variant>
      <vt:variant>
        <vt:i4>1</vt:i4>
      </vt:variant>
      <vt:variant>
        <vt:lpstr>Slide Titles</vt:lpstr>
      </vt:variant>
      <vt:variant>
        <vt:i4>38</vt:i4>
      </vt:variant>
    </vt:vector>
  </HeadingPairs>
  <TitlesOfParts>
    <vt:vector baseType="lpstr" size="47">
      <vt:lpstr>Arial</vt:lpstr>
      <vt:lpstr>Lexend</vt:lpstr>
      <vt:lpstr>Lexend Medium</vt:lpstr>
      <vt:lpstr>Kalam</vt:lpstr>
      <vt:lpstr>Lexend Light</vt:lpstr>
      <vt:lpstr>Calibri</vt:lpstr>
      <vt:lpstr>ABeeZee</vt:lpstr>
      <vt:lpstr>Times New Roman</vt:lpstr>
      <vt:lpstr>simple-light-2</vt:lpstr>
      <vt:lpstr>Problem solving with percentages and proportionality</vt:lpstr>
      <vt:lpstr>PowerPoint Presentation</vt:lpstr>
      <vt:lpstr>PowerPoint Presentation</vt:lpstr>
      <vt:lpstr>PowerPoint Presentation</vt:lpstr>
      <vt:lpstr>Using percentages to solve problems</vt:lpstr>
      <vt:lpstr>Using percentages to solve problems</vt:lpstr>
      <vt:lpstr>Using percentages to solve problems</vt:lpstr>
      <vt:lpstr>Using percentages to solve problems</vt:lpstr>
      <vt:lpstr>Using percentages to solve problems</vt:lpstr>
      <vt:lpstr>Using percentages to solve problems</vt:lpstr>
      <vt:lpstr>Using percentages to solve problems</vt:lpstr>
      <vt:lpstr>Using percentages to solve problems</vt:lpstr>
      <vt:lpstr>Using percentages to solve problems</vt:lpstr>
      <vt:lpstr>Using percentages to solve problems</vt:lpstr>
      <vt:lpstr>Using percentages to solve problems</vt:lpstr>
      <vt:lpstr>Using percentages to solve problems</vt:lpstr>
      <vt:lpstr>Using percentages to solve problems</vt:lpstr>
      <vt:lpstr>Using percentages to solve problems</vt:lpstr>
      <vt:lpstr>Using percentages to solve problems</vt:lpstr>
      <vt:lpstr>Using percentages to solve problems</vt:lpstr>
      <vt:lpstr>Using percentages to solve problems</vt:lpstr>
      <vt:lpstr>Using percentages to solve problems</vt:lpstr>
      <vt:lpstr>Using percentages to solve problems</vt:lpstr>
      <vt:lpstr>Using percentages to solve problems</vt:lpstr>
      <vt:lpstr>Using percentages to solve problems</vt:lpstr>
      <vt:lpstr>Using percentages to solve problems</vt:lpstr>
      <vt:lpstr>Using proportionality to solve problems</vt:lpstr>
      <vt:lpstr>Using proportionality to solve problems</vt:lpstr>
      <vt:lpstr>Using proportionality to solve problems</vt:lpstr>
      <vt:lpstr>Using proportionality to solve problems</vt:lpstr>
      <vt:lpstr>Using proportionality to solve problems</vt:lpstr>
      <vt:lpstr>Using proportionality to solve problems</vt:lpstr>
      <vt:lpstr>Using proportionality to solve problems</vt:lpstr>
      <vt:lpstr>Using proportionality to solve problems</vt:lpstr>
      <vt:lpstr>Using proportionality to solve problems</vt:lpstr>
      <vt:lpstr>Using proportionality to solve problems</vt:lpstr>
      <vt:lpstr>Problem solving with percentages and proportionality</vt:lpstr>
      <vt:lpstr>PowerPoint Presentation</vt:lpstr>
    </vt:vector>
  </TitlesOfParts>
  <LinksUpToDate>0</LinksUpToDate>
  <SharedDoc>0</SharedDoc>
  <HyperlinksChanged>0</HyperlinksChanged>
  <Application>Aspose.Slides for .NET</Application>
  <AppVersion>24.0200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revision>1</cp:revision>
  <cp:lastPrinted>2024-03-05T12:23:54.447</cp:lastPrinted>
  <dcterms:created xsi:type="dcterms:W3CDTF">2024-03-05T12:23:54Z</dcterms:created>
  <dcterms:modified xsi:type="dcterms:W3CDTF">2024-03-05T12:24:10Z</dcterms:modified>
</cp:coreProperties>
</file>