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0D7CE1BE-12F5-407C-B733-73331E65BDA7}">
  <a:tblStyle styleId="{0D7CE1BE-12F5-407C-B733-73331E65BDA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6" name="Shape 176"/>
        <p:cNvGrpSpPr/>
        <p:nvPr/>
      </p:nvGrpSpPr>
      <p:grpSpPr>
        <a:xfrm>
          <a:off x="0" y="0"/>
          <a:ext cx="0" cy="0"/>
        </a:xfrm>
      </p:grpSpPr>
      <p:sp>
        <p:nvSpPr>
          <p:cNvPr id="177" name="Google Shape;177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17.png" /><Relationship Id="rId11" Type="http://schemas.openxmlformats.org/officeDocument/2006/relationships/image" Target="../media/image5.png" /><Relationship Id="rId12" Type="http://schemas.openxmlformats.org/officeDocument/2006/relationships/image" Target="../media/image6.png" /><Relationship Id="rId13" Type="http://schemas.openxmlformats.org/officeDocument/2006/relationships/image" Target="../media/image7.png" /><Relationship Id="rId14" Type="http://schemas.openxmlformats.org/officeDocument/2006/relationships/image" Target="../media/image8.png" /><Relationship Id="rId15" Type="http://schemas.openxmlformats.org/officeDocument/2006/relationships/image" Target="../media/image9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0.png" /><Relationship Id="rId4" Type="http://schemas.openxmlformats.org/officeDocument/2006/relationships/image" Target="../media/image11.png" /><Relationship Id="rId5" Type="http://schemas.openxmlformats.org/officeDocument/2006/relationships/image" Target="../media/image12.png" /><Relationship Id="rId6" Type="http://schemas.openxmlformats.org/officeDocument/2006/relationships/image" Target="../media/image13.png" /><Relationship Id="rId7" Type="http://schemas.openxmlformats.org/officeDocument/2006/relationships/image" Target="../media/image14.png" /><Relationship Id="rId8" Type="http://schemas.openxmlformats.org/officeDocument/2006/relationships/image" Target="../media/image15.png" /><Relationship Id="rId9" Type="http://schemas.openxmlformats.org/officeDocument/2006/relationships/image" Target="../media/image16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percentage change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" name="Google Shape;162;p20"/>
          <p:cNvSpPr txBox="1"/>
          <p:nvPr/>
        </p:nvSpPr>
        <p:spPr>
          <a:xfrm>
            <a:off x="468000" y="1444800"/>
            <a:ext cx="6624000" cy="3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Finding the percentage change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783450"/>
            <a:ext cx="66240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Calculate the percentage change from the old to the new values.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4" name="Google Shape;164;p20"/>
          <p:cNvGraphicFramePr>
            <a:graphicFrameLocks noGrp="1"/>
          </p:cNvGraphicFramePr>
          <p:nvPr/>
        </p:nvGraphicFramePr>
        <p:xfrm>
          <a:off x="2265875" y="2816100"/>
          <a:ext cx="4842900" cy="1955775"/>
        </p:xfrm>
        <a:graphic>
          <a:graphicData uri="http://schemas.openxmlformats.org/drawingml/2006/table">
            <a:tbl>
              <a:tblPr>
                <a:noFill/>
                <a:tableStyleId>{0D7CE1BE-12F5-407C-B733-73331E65BDA7}</a:tableStyleId>
              </a:tblPr>
              <a:tblGrid>
                <a:gridCol w="538100"/>
                <a:gridCol w="538100"/>
                <a:gridCol w="538100"/>
                <a:gridCol w="538100"/>
                <a:gridCol w="538100"/>
                <a:gridCol w="538100"/>
                <a:gridCol w="538100"/>
                <a:gridCol w="538100"/>
                <a:gridCol w="538100"/>
              </a:tblGrid>
              <a:tr h="26872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11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60%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45%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55%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60%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11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30%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45%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11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42%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60%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55%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35%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45%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22%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11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12%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11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35%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22%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811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30%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55%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55%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60%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5% I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3% 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65" name="Google Shape;165;p20"/>
          <p:cNvGraphicFramePr>
            <a:graphicFrameLocks noGrp="1"/>
          </p:cNvGraphicFramePr>
          <p:nvPr/>
        </p:nvGraphicFramePr>
        <p:xfrm>
          <a:off x="468000" y="2160250"/>
          <a:ext cx="1439300" cy="3185750"/>
        </p:xfrm>
        <a:graphic>
          <a:graphicData uri="http://schemas.openxmlformats.org/drawingml/2006/table">
            <a:tbl>
              <a:tblPr>
                <a:noFill/>
                <a:tableStyleId>{0D7CE1BE-12F5-407C-B733-73331E65BDA7}</a:tableStyleId>
              </a:tblPr>
              <a:tblGrid>
                <a:gridCol w="719650"/>
                <a:gridCol w="719650"/>
              </a:tblGrid>
              <a:tr h="318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Old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New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112.5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83.64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58.2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18.9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8575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70.2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66" name="Google Shape;166;p20"/>
          <p:cNvSpPr txBox="1"/>
          <p:nvPr/>
        </p:nvSpPr>
        <p:spPr>
          <a:xfrm>
            <a:off x="2249175" y="2090950"/>
            <a:ext cx="4842900" cy="6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Shade in the answers in the grid to reveal an image.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Increases are identified by an I and decreases by a 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62749" y="5497025"/>
            <a:ext cx="6645900" cy="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Below are some items that were bought and sold by a market stall holder.  Rank the items based on the percentage change.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8" name="Google Shape;168;p20"/>
          <p:cNvGrpSpPr/>
          <p:nvPr/>
        </p:nvGrpSpPr>
        <p:grpSpPr>
          <a:xfrm>
            <a:off x="656652" y="6132941"/>
            <a:ext cx="419012" cy="759982"/>
            <a:chOff x="3003100" y="2034063"/>
            <a:chExt cx="1329775" cy="2411875"/>
          </a:xfrm>
        </p:grpSpPr>
        <p:pic>
          <p:nvPicPr>
            <p:cNvPr id="169" name="Google Shape;169;p20"/>
            <p:cNvPicPr preferRelativeResize="0"/>
            <p:nvPr/>
          </p:nvPicPr>
          <p:blipFill>
            <a:blip r:embed="rId3">
              <a:alphaModFix/>
            </a:blip>
            <a:srcRect t="10136" r="21445"/>
            <a:stretch>
              <a:fillRect/>
            </a:stretch>
          </p:blipFill>
          <p:spPr>
            <a:xfrm>
              <a:off x="3003100" y="2034063"/>
              <a:ext cx="1329775" cy="2411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" name="Google Shape;170;p20"/>
            <p:cNvSpPr/>
            <p:nvPr/>
          </p:nvSpPr>
          <p:spPr>
            <a:xfrm>
              <a:off x="3181525" y="2662825"/>
              <a:ext cx="968100" cy="1584900"/>
            </a:xfrm>
            <a:prstGeom prst="rect">
              <a:avLst/>
            </a:prstGeom>
            <a:solidFill>
              <a:srgbClr val="8D8E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1" name="Google Shape;17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3628" y="6069566"/>
            <a:ext cx="675633" cy="1015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13511" y="6304273"/>
            <a:ext cx="842233" cy="37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07143" y="6033651"/>
            <a:ext cx="938195" cy="1096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83222" y="6216111"/>
            <a:ext cx="754249" cy="63573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5" name="Google Shape;175;p20"/>
          <p:cNvGraphicFramePr>
            <a:graphicFrameLocks noGrp="1"/>
          </p:cNvGraphicFramePr>
          <p:nvPr/>
        </p:nvGraphicFramePr>
        <p:xfrm>
          <a:off x="474772" y="7306400"/>
          <a:ext cx="6610475" cy="1400400"/>
        </p:xfrm>
        <a:graphic>
          <a:graphicData uri="http://schemas.openxmlformats.org/drawingml/2006/table">
            <a:tbl>
              <a:tblPr>
                <a:noFill/>
                <a:tableStyleId>{0D7CE1BE-12F5-407C-B733-73331E65BDA7}</a:tableStyleId>
              </a:tblPr>
              <a:tblGrid>
                <a:gridCol w="1492075"/>
                <a:gridCol w="1647325"/>
                <a:gridCol w="1365575"/>
                <a:gridCol w="2105500"/>
              </a:tblGrid>
              <a:tr h="2334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Item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Purchase price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Selling price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Percentage change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34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Mobile phone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£105.60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34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Sunglasses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£13.20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34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Tablet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£160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£172.80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34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Shoes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£11.40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34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Cap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£9.20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9" name="Shape 179"/>
        <p:cNvGrpSpPr/>
        <p:nvPr/>
      </p:nvGrpSpPr>
      <p:grpSpPr>
        <a:xfrm>
          <a:off x="0" y="0"/>
          <a:ext cx="0" cy="0"/>
        </a:xfrm>
      </p:grpSpPr>
      <p:sp>
        <p:nvSpPr>
          <p:cNvPr id="180" name="Google Shape;180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1" name="Google Shape;181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Finding the percentage change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479225" y="1091400"/>
            <a:ext cx="6604800" cy="10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Some of the Oak pupils have decided that they want to work out who made the biggest improvement on their times tables scores when compared to their starting scores.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Rank them in order from the smallest to the biggest improvement.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5" name="Google Shape;18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639" y="2619010"/>
            <a:ext cx="627949" cy="822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3899" y="2569361"/>
            <a:ext cx="627957" cy="696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5325453" y="2734530"/>
            <a:ext cx="565310" cy="706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21869" y="2621204"/>
            <a:ext cx="546347" cy="79029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/>
          <p:nvPr/>
        </p:nvSpPr>
        <p:spPr>
          <a:xfrm>
            <a:off x="5251493" y="3438685"/>
            <a:ext cx="6882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Jun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468000" y="3438685"/>
            <a:ext cx="6882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>
            <a:off x="2206590" y="3438685"/>
            <a:ext cx="6882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Sam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6403763" y="3268375"/>
            <a:ext cx="6882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" name="Google Shape;193;p21"/>
          <p:cNvPicPr preferRelativeResize="0"/>
          <p:nvPr/>
        </p:nvPicPr>
        <p:blipFill>
          <a:blip r:embed="rId7">
            <a:alphaModFix/>
          </a:blip>
          <a:srcRect t="56280" r="69082"/>
          <a:stretch>
            <a:fillRect/>
          </a:stretch>
        </p:blipFill>
        <p:spPr>
          <a:xfrm>
            <a:off x="5232900" y="2076895"/>
            <a:ext cx="1295923" cy="60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5344700" y="2127324"/>
            <a:ext cx="1133100" cy="6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My score went from 50 to 59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5" name="Google Shape;195;p21"/>
          <p:cNvPicPr preferRelativeResize="0"/>
          <p:nvPr/>
        </p:nvPicPr>
        <p:blipFill>
          <a:blip r:embed="rId7">
            <a:alphaModFix/>
          </a:blip>
          <a:srcRect t="56280" r="69082"/>
          <a:stretch>
            <a:fillRect/>
          </a:stretch>
        </p:blipFill>
        <p:spPr>
          <a:xfrm flipH="1">
            <a:off x="1062527" y="2208150"/>
            <a:ext cx="1255398" cy="60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/>
          <p:nvPr/>
        </p:nvSpPr>
        <p:spPr>
          <a:xfrm>
            <a:off x="1157774" y="2330708"/>
            <a:ext cx="1133100" cy="6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My score went from 80 to 92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721192" y="2148966"/>
            <a:ext cx="1255406" cy="706958"/>
            <a:chOff x="3360298" y="2629975"/>
            <a:chExt cx="1614878" cy="1316250"/>
          </a:xfrm>
        </p:grpSpPr>
        <p:pic>
          <p:nvPicPr>
            <p:cNvPr id="198" name="Google Shape;198;p21"/>
            <p:cNvPicPr preferRelativeResize="0"/>
            <p:nvPr/>
          </p:nvPicPr>
          <p:blipFill>
            <a:blip r:embed="rId7">
              <a:alphaModFix/>
            </a:blip>
            <a:srcRect t="56280" r="69082"/>
            <a:stretch>
              <a:fillRect/>
            </a:stretch>
          </p:blipFill>
          <p:spPr>
            <a:xfrm flipH="1">
              <a:off x="3360298" y="2629975"/>
              <a:ext cx="1602227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" name="Google Shape;199;p21"/>
            <p:cNvSpPr txBox="1"/>
            <p:nvPr/>
          </p:nvSpPr>
          <p:spPr>
            <a:xfrm>
              <a:off x="3517476" y="2787620"/>
              <a:ext cx="14577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My score went from 45 to 54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0" name="Google Shape;200;p21"/>
          <p:cNvGrpSpPr/>
          <p:nvPr/>
        </p:nvGrpSpPr>
        <p:grpSpPr>
          <a:xfrm>
            <a:off x="3988753" y="2484104"/>
            <a:ext cx="1295906" cy="790276"/>
            <a:chOff x="8572400" y="2451600"/>
            <a:chExt cx="1666975" cy="1316250"/>
          </a:xfrm>
        </p:grpSpPr>
        <p:pic>
          <p:nvPicPr>
            <p:cNvPr id="201" name="Google Shape;201;p21"/>
            <p:cNvPicPr preferRelativeResize="0"/>
            <p:nvPr/>
          </p:nvPicPr>
          <p:blipFill>
            <a:blip r:embed="rId7">
              <a:alphaModFix/>
            </a:blip>
            <a:srcRect t="56280" r="69082"/>
            <a:stretch>
              <a:fillRect/>
            </a:stretch>
          </p:blipFill>
          <p:spPr>
            <a:xfrm>
              <a:off x="8572400" y="2451600"/>
              <a:ext cx="1666975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" name="Google Shape;202;p21"/>
            <p:cNvSpPr txBox="1"/>
            <p:nvPr/>
          </p:nvSpPr>
          <p:spPr>
            <a:xfrm>
              <a:off x="8716183" y="2639625"/>
              <a:ext cx="14577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My score went from 60 to 66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3" name="Google Shape;203;p21"/>
          <p:cNvSpPr txBox="1"/>
          <p:nvPr/>
        </p:nvSpPr>
        <p:spPr>
          <a:xfrm>
            <a:off x="468000" y="720000"/>
            <a:ext cx="6624000" cy="3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Using multipliers for percentage change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62749" y="4114199"/>
            <a:ext cx="6624000" cy="15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Three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different brands are claiming that they have reduced the sugar in their cereal by at least 30%.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brand cannot claim this?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brand has reduced the sugar in their cereal by the most?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37187" y="5301269"/>
            <a:ext cx="861584" cy="652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05190" y="5178495"/>
            <a:ext cx="861584" cy="83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669184" y="5345364"/>
            <a:ext cx="713210" cy="615513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3144452" y="5953283"/>
            <a:ext cx="1277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Brand 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g to 8.4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885930" y="5960885"/>
            <a:ext cx="149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Brand 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13.3 g to 9.2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5378824" y="5960885"/>
            <a:ext cx="136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Brand 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9.4 g to 6.6 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462749" y="7068600"/>
            <a:ext cx="662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	Below are some items that were bought and sold by a market stall holder.  Rank the items based on the percentage change.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2" name="Google Shape;212;p21"/>
          <p:cNvGrpSpPr/>
          <p:nvPr/>
        </p:nvGrpSpPr>
        <p:grpSpPr>
          <a:xfrm>
            <a:off x="2071500" y="7571923"/>
            <a:ext cx="229652" cy="416531"/>
            <a:chOff x="3003100" y="2034063"/>
            <a:chExt cx="1329775" cy="2411875"/>
          </a:xfrm>
        </p:grpSpPr>
        <p:pic>
          <p:nvPicPr>
            <p:cNvPr id="213" name="Google Shape;213;p21"/>
            <p:cNvPicPr preferRelativeResize="0"/>
            <p:nvPr/>
          </p:nvPicPr>
          <p:blipFill>
            <a:blip r:embed="rId11">
              <a:alphaModFix/>
            </a:blip>
            <a:srcRect t="10136" r="21445"/>
            <a:stretch>
              <a:fillRect/>
            </a:stretch>
          </p:blipFill>
          <p:spPr>
            <a:xfrm>
              <a:off x="3003100" y="2034063"/>
              <a:ext cx="1329775" cy="24118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" name="Google Shape;214;p21"/>
            <p:cNvSpPr/>
            <p:nvPr/>
          </p:nvSpPr>
          <p:spPr>
            <a:xfrm>
              <a:off x="3181525" y="2662825"/>
              <a:ext cx="968100" cy="1584900"/>
            </a:xfrm>
            <a:prstGeom prst="rect">
              <a:avLst/>
            </a:prstGeom>
            <a:solidFill>
              <a:srgbClr val="8D8E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15" name="Google Shape;215;p2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461912" y="7537179"/>
            <a:ext cx="370290" cy="556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650713" y="7665813"/>
            <a:ext cx="461598" cy="208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181804" y="7517495"/>
            <a:ext cx="514192" cy="6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045597" y="7617495"/>
            <a:ext cx="413377" cy="3484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9" name="Google Shape;219;p21"/>
          <p:cNvGraphicFramePr>
            <a:graphicFrameLocks noGrp="1"/>
          </p:cNvGraphicFramePr>
          <p:nvPr/>
        </p:nvGraphicFramePr>
        <p:xfrm>
          <a:off x="462747" y="8149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{0D7CE1BE-12F5-407C-B733-73331E65BDA7}</a:tableStyleId>
              </a:tblPr>
              <a:tblGrid>
                <a:gridCol w="1490800"/>
                <a:gridCol w="1645900"/>
                <a:gridCol w="1364425"/>
                <a:gridCol w="2103675"/>
              </a:tblGrid>
              <a:tr h="2361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Item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Purchase price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Selling price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Percentage change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61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Mobile phone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£87.55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61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Sunglasses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£7.84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61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Tablet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£125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£137.50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61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Shoes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£13.58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361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Cap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£6.48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/>
                    </a:p>
                  </a:txBody>
                  <a:tcPr marL="36000" marR="0" marT="0" marB="0">
                    <a:lnL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Finding the percentage change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2024-03-05T14:12:05.780</cp:lastPrinted>
  <dcterms:created xsi:type="dcterms:W3CDTF">2024-03-05T14:12:05Z</dcterms:created>
  <dcterms:modified xsi:type="dcterms:W3CDTF">2024-03-05T14:12:19Z</dcterms:modified>
</cp:coreProperties>
</file>