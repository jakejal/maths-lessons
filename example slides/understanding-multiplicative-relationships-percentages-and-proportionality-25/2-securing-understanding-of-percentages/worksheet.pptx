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D89AF-9440-4EBC-A26C-3E0861A20912}">
  <a:tblStyle styleId="{45BD89AF-9440-4EBC-A26C-3E0861A2091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f0be632872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f0be6328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0576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4750" y="1963756"/>
            <a:ext cx="6610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percentage of the amount using bar models.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4748" y="1411250"/>
            <a:ext cx="6081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percentages of amounts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1156447" y="3091625"/>
            <a:ext cx="399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42% of 800</a:t>
            </a:r>
            <a:endParaRPr sz="1200"/>
          </a:p>
        </p:txBody>
      </p:sp>
      <p:sp>
        <p:nvSpPr>
          <p:cNvPr id="164" name="Google Shape;164;p20"/>
          <p:cNvSpPr txBox="1"/>
          <p:nvPr/>
        </p:nvSpPr>
        <p:spPr>
          <a:xfrm>
            <a:off x="1238622" y="4006713"/>
            <a:ext cx="399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61% of 440</a:t>
            </a:r>
            <a:endParaRPr sz="1200"/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33164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4416900"/>
            <a:ext cx="66240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Here is a percentage bar to show the percentage of days that experienced different weather conditions.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many days were sunny, cloudy, or rainy.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 rot="-5400000">
            <a:off x="3717750" y="3260850"/>
            <a:ext cx="117300" cy="6606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218175" y="6671700"/>
            <a:ext cx="173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days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/>
          <p:nvPr/>
        </p:nvGraphicFramePr>
        <p:xfrm>
          <a:off x="473100" y="571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{45BD89AF-9440-4EBC-A26C-3E0861A20912}</a:tableStyleId>
              </a:tblPr>
              <a:tblGrid>
                <a:gridCol w="3282825"/>
                <a:gridCol w="2021275"/>
                <a:gridCol w="1319925"/>
              </a:tblGrid>
              <a:tr h="53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r>
                        <a:rPr lang="en-GB" sz="25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r>
                        <a:rPr lang="en-GB" sz="19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0"/>
          <p:cNvSpPr txBox="1"/>
          <p:nvPr/>
        </p:nvSpPr>
        <p:spPr>
          <a:xfrm>
            <a:off x="6174150" y="5283025"/>
            <a:ext cx="4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600" y="2494800"/>
            <a:ext cx="5846751" cy="47184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476400" y="24029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1350" y="3446813"/>
            <a:ext cx="5846750" cy="483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3950" y="7873875"/>
            <a:ext cx="5888049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76400" y="7160100"/>
            <a:ext cx="66156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Work out the 29% of 120 using the two different bar models.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 rot="5400000">
            <a:off x="1481192" y="7487328"/>
            <a:ext cx="153000" cy="54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294919" y="7472825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75074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179" name="Google Shape;179;p20"/>
          <p:cNvSpPr/>
          <p:nvPr/>
        </p:nvSpPr>
        <p:spPr>
          <a:xfrm rot="5400000">
            <a:off x="2039982" y="7491079"/>
            <a:ext cx="153000" cy="54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842262" y="7484135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5400000">
            <a:off x="1475822" y="8696554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282551" y="8654875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5400000">
            <a:off x="2037131" y="8709541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843860" y="8667862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 rot="5400000">
            <a:off x="2580878" y="8709541"/>
            <a:ext cx="1758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387606" y="8667862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 rot="-5400000">
            <a:off x="2889943" y="9554524"/>
            <a:ext cx="99000" cy="108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227875" y="9069275"/>
            <a:ext cx="107400" cy="51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686372" y="9684675"/>
            <a:ext cx="648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8879045"/>
            <a:ext cx="5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sp>
        <p:nvSpPr>
          <p:cNvPr id="191" name="Google Shape;191;p20"/>
          <p:cNvSpPr/>
          <p:nvPr/>
        </p:nvSpPr>
        <p:spPr>
          <a:xfrm rot="5400000">
            <a:off x="2533359" y="7546923"/>
            <a:ext cx="153000" cy="437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2391441" y="7484182"/>
            <a:ext cx="63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9%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7900" y="9032088"/>
            <a:ext cx="5888049" cy="5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200" name="Google Shape;20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476400" y="835500"/>
            <a:ext cx="6557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Show two different bar models to work out 99% of 200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6400" y="1293991"/>
            <a:ext cx="47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/>
          </a:p>
        </p:txBody>
      </p:sp>
      <p:sp>
        <p:nvSpPr>
          <p:cNvPr id="203" name="Google Shape;203;p21"/>
          <p:cNvSpPr txBox="1"/>
          <p:nvPr/>
        </p:nvSpPr>
        <p:spPr>
          <a:xfrm>
            <a:off x="476400" y="2459082"/>
            <a:ext cx="47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825" y="1359100"/>
            <a:ext cx="5970301" cy="49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875" y="2349700"/>
            <a:ext cx="6034251" cy="498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1"/>
          <p:cNvCxnSpPr/>
          <p:nvPr/>
        </p:nvCxnSpPr>
        <p:spPr>
          <a:xfrm>
            <a:off x="505207" y="9845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/>
        </p:nvSpPr>
        <p:spPr>
          <a:xfrm>
            <a:off x="476400" y="4188300"/>
            <a:ext cx="2645700" cy="23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Using the ratio table,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61% of 840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59% of 840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98% of 840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88700" y="3697250"/>
            <a:ext cx="66033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 Ratio tables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9" name="Google Shape;209;p21"/>
          <p:cNvGraphicFramePr/>
          <p:nvPr/>
        </p:nvGraphicFramePr>
        <p:xfrm>
          <a:off x="4120370" y="3915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{45BD89AF-9440-4EBC-A26C-3E0861A20912}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0" name="Google Shape;210;p21"/>
          <p:cNvGraphicFramePr/>
          <p:nvPr/>
        </p:nvGraphicFramePr>
        <p:xfrm>
          <a:off x="4120370" y="46540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{45BD89AF-9440-4EBC-A26C-3E0861A20912}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1" name="Google Shape;211;p21"/>
          <p:cNvGraphicFramePr/>
          <p:nvPr/>
        </p:nvGraphicFramePr>
        <p:xfrm>
          <a:off x="4120370" y="5022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{45BD89AF-9440-4EBC-A26C-3E0861A20912}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21"/>
          <p:cNvSpPr txBox="1"/>
          <p:nvPr/>
        </p:nvSpPr>
        <p:spPr>
          <a:xfrm>
            <a:off x="476400" y="6931500"/>
            <a:ext cx="6603300" cy="24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any representation you prefer work out: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23% of 720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11% of 940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49% of 56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1"/>
          <p:cNvCxnSpPr/>
          <p:nvPr/>
        </p:nvCxnSpPr>
        <p:spPr>
          <a:xfrm>
            <a:off x="505207" y="3444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9" name="Google Shape;21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76400" y="759300"/>
            <a:ext cx="6603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what you think are the advantages and disadvantages of using a bar model, double number line and ratio table when trying to find a percentage of an amount.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3" name="Google Shape;223;p22"/>
          <p:cNvGraphicFramePr/>
          <p:nvPr/>
        </p:nvGraphicFramePr>
        <p:xfrm>
          <a:off x="468000" y="1366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{45BD89AF-9440-4EBC-A26C-3E0861A20912}</a:tableStyleId>
              </a:tblPr>
              <a:tblGrid>
                <a:gridCol w="1535125"/>
                <a:gridCol w="1659075"/>
                <a:gridCol w="1763150"/>
                <a:gridCol w="1645950"/>
              </a:tblGrid>
              <a:tr h="36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9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