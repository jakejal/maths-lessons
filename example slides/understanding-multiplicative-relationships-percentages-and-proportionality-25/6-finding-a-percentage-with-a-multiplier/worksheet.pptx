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5171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398" y="13350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Reviewing percentages of amounts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913725"/>
            <a:ext cx="29436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a)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51% of 980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23% of 640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62% of 120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803775" y="2247800"/>
            <a:ext cx="15816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13% of 140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3% of 40 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9% of 24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5876126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calculation showing the decimal multiplier.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do not need to calculate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56% of 389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24% of 484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16% of 563.1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273" y="54498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a decimal multiplier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807800" y="6488275"/>
            <a:ext cx="15249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3% of 186.2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33.3% of 475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3.3% of 986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76400" y="3350100"/>
            <a:ext cx="66156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explain the strategy behind each student’s working out for finding 48% of 64?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35744" y="3679131"/>
            <a:ext cx="3387600" cy="181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 \times6.4\ =\ 25.6\\&amp;#13;&amp;#10;8\ \times0.64\ =\ 5.12\\&amp;#13;&amp;#10;5.12\ +25.6\ =\ 30.72\end{array}&quot;&gt;&lt;mtable columnalign=&quot;left&quot; columnspacing=&quot;1em&quot; rowspacing=&quot;4pt&quot;&gt;&lt;mtr&gt;&lt;mtd&gt;&lt;mn&gt;4&lt;/mn&gt;&lt;mtext&gt;&lt;/mtext&gt;&lt;mo&gt;×&lt;/mo&gt;&lt;mn&gt;6.4&lt;/mn&gt;&lt;mtext&gt;&lt;/mtext&gt;&lt;mo&gt;=&lt;/mo&gt;&lt;mtext&gt;&lt;/mtext&gt;&lt;mn&gt;25.6&lt;/mn&gt;&lt;/mtd&gt;&lt;/mtr&gt;&lt;mtr&gt;&lt;mtd&gt;&lt;mn&gt;8&lt;/mn&gt;&lt;mtext&gt;&lt;/mtext&gt;&lt;mo&gt;×&lt;/mo&gt;&lt;mn&gt;0.64&lt;/mn&gt;&lt;mtext&gt;&lt;/mtext&gt;&lt;mo&gt;=&lt;/mo&gt;&lt;mtext&gt;&lt;/mtext&gt;&lt;mn&gt;5.12&lt;/mn&gt;&lt;/mtd&gt;&lt;/mtr&gt;&lt;mtr&gt;&lt;mtd&gt;&lt;mn&gt;5.12&lt;/mn&gt;&lt;mtext&gt;&lt;/mtext&gt;&lt;mo&gt;+&lt;/mo&gt;&lt;mn&gt;25.6&lt;/mn&gt;&lt;mtext&gt;&lt;/mtext&gt;&lt;mo&gt;=&lt;/mo&gt;&lt;mtext&gt;&lt;/mtext&gt;&lt;mn&gt;30.72&lt;/mn&gt;&lt;/mtd&gt;&lt;/mtr&gt;&lt;/mtable&gt;&lt;/math&gt;" id="178" name="Google Shape;178;p21" title="3 lines Line 1: 4 times 6.4 equals 25.6 Line 2: 8 times 0.64 equals 5.12 Line 3: 5.12 positive 25.6 equals 30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44" y="3879306"/>
            <a:ext cx="2945315" cy="117623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996307" y="5144596"/>
            <a:ext cx="889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098575" y="3671375"/>
            <a:ext cx="2993400" cy="181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\ \times0.64\ =\ 1.28\\&amp;#13;&amp;#10;32-1.28\ =\ 30.72\end{array}&quot;&gt;&lt;mtable columnalign=&quot;left&quot; columnspacing=&quot;1em&quot; rowspacing=&quot;4pt&quot;&gt;&lt;mtr&gt;&lt;mtd&gt;&lt;mn&gt;2&lt;/mn&gt;&lt;mtext&gt;&lt;/mtext&gt;&lt;mo&gt;×&lt;/mo&gt;&lt;mn&gt;0.64&lt;/mn&gt;&lt;mtext&gt;&lt;/mtext&gt;&lt;mo&gt;=&lt;/mo&gt;&lt;mtext&gt;&lt;/mtext&gt;&lt;mn&gt;1.28&lt;/mn&gt;&lt;/mtd&gt;&lt;/mtr&gt;&lt;mtr&gt;&lt;mtd&gt;&lt;mn&gt;32&lt;/mn&gt;&lt;mo&gt;−&lt;/mo&gt;&lt;mn&gt;1.28&lt;/mn&gt;&lt;mtext&gt;&lt;/mtext&gt;&lt;mo&gt;=&lt;/mo&gt;&lt;mtext&gt;&lt;/mtext&gt;&lt;mn&gt;30.72&lt;/mn&gt;&lt;/mtd&gt;&lt;/mtr&gt;&lt;/mtable&gt;&lt;/math&gt;" id="181" name="Google Shape;181;p21" title="2 lines Line 1: 2 times 0.64 equals 1.28 Line 2: 32 minus 1.28 equals 30.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401" y="3875520"/>
            <a:ext cx="2637674" cy="71191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4255404" y="5127547"/>
            <a:ext cx="891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961575" y="6702900"/>
            <a:ext cx="51303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hard cheddar cheese contains 37% water, 33% fat, 23% protein, 3.5% carbohydrates, and 3.5% minerals and other compounds.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a 250g block of cheese, work out how many grams there are of: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300" y="6867350"/>
            <a:ext cx="1289124" cy="11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908422" y="7562775"/>
            <a:ext cx="4650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Protein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76400" y="683100"/>
            <a:ext cx="6624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27% of 560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18% of 244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6% of 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