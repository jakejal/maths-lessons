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25206D1B-0B7E-4278-B8D8-3C5BE2754377}">
  <a:tblStyle styleId="{25206D1B-0B7E-4278-B8D8-3C5BE27543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50" name="Shape 250"/>
        <p:cNvGrpSpPr/>
        <p:nvPr/>
      </p:nvGrpSpPr>
      <p:grpSpPr>
        <a:xfrm>
          <a:off x="0" y="0"/>
          <a:ext cx="0" cy="0"/>
        </a:xfrm>
      </p:grpSpPr>
      <p:sp>
        <p:nvSpPr>
          <p:cNvPr id="251" name="Google Shape;251;g2b918bb24af_0_258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b918bb24af_0_2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16" name="Shape 316"/>
        <p:cNvGrpSpPr/>
        <p:nvPr/>
      </p:nvGrpSpPr>
      <p:grpSpPr>
        <a:xfrm>
          <a:off x="0" y="0"/>
          <a:ext cx="0" cy="0"/>
        </a:xfrm>
      </p:grpSpPr>
      <p:sp>
        <p:nvSpPr>
          <p:cNvPr id="317" name="Google Shape;317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Relationship Id="rId5" Type="http://schemas.openxmlformats.org/officeDocument/2006/relationships/image" Target="../media/image13.png" /><Relationship Id="rId6" Type="http://schemas.openxmlformats.org/officeDocument/2006/relationships/image" Target="../media/image14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5.png" /><Relationship Id="rId4" Type="http://schemas.openxmlformats.org/officeDocument/2006/relationships/image" Target="../media/image16.png" /><Relationship Id="rId5" Type="http://schemas.openxmlformats.org/officeDocument/2006/relationships/image" Target="../media/image17.png" /><Relationship Id="rId6" Type="http://schemas.openxmlformats.org/officeDocument/2006/relationships/image" Target="../media/image1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Scaling diagrams for multiplicative relationships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76400" y="1826100"/>
            <a:ext cx="64596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missing information (including arrows) using the scal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diagrams.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25885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Scaling diagrams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57200" y="2272600"/>
            <a:ext cx="5415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57200" y="3750975"/>
            <a:ext cx="5415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750" y="2272600"/>
            <a:ext cx="6250501" cy="1193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750" y="3893275"/>
            <a:ext cx="6250501" cy="130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/>
          <p:nvPr/>
        </p:nvSpPr>
        <p:spPr>
          <a:xfrm>
            <a:off x="6672150" y="4777400"/>
            <a:ext cx="420000" cy="56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6611400" y="4701200"/>
            <a:ext cx="541500" cy="1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240</a:t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421261" y="2242639"/>
            <a:ext cx="24162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Show 60% of 150 = 90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486803" y="3876955"/>
            <a:ext cx="26034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Show 40% of 240 = 96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529701" y="4108550"/>
            <a:ext cx="25554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 ÷ 5 = 4 intervals for each 20%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1202800" y="22222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1723300" y="22222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2125800" y="2236750"/>
            <a:ext cx="4200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2668425" y="2239600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1355200" y="30604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15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1964800" y="30604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2574400" y="30604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45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3107800" y="30604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3730300" y="3060475"/>
            <a:ext cx="4833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75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250800" y="30604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860400" y="30604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105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5393800" y="30604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6079600" y="30604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135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1202800" y="38986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1723300" y="38986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2125800" y="3913150"/>
            <a:ext cx="4200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2668425" y="3916000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1355200" y="47368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1964800" y="47368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48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2574400" y="47368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3107800" y="47368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96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3730300" y="4736875"/>
            <a:ext cx="4833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250800" y="47368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144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860400" y="47368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168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5393800" y="47368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192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6079600" y="47368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216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0" name="Google Shape;210;p20"/>
          <p:cNvCxnSpPr/>
          <p:nvPr/>
        </p:nvCxnSpPr>
        <p:spPr>
          <a:xfrm>
            <a:off x="2348375" y="2679900"/>
            <a:ext cx="2112300" cy="30450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1" name="Google Shape;211;p20"/>
          <p:cNvCxnSpPr/>
          <p:nvPr/>
        </p:nvCxnSpPr>
        <p:spPr>
          <a:xfrm>
            <a:off x="1892500" y="4372350"/>
            <a:ext cx="1411800" cy="26520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2" name="Google Shape;212;p20"/>
          <p:cNvCxnSpPr/>
          <p:nvPr/>
        </p:nvCxnSpPr>
        <p:spPr>
          <a:xfrm>
            <a:off x="1367575" y="4365200"/>
            <a:ext cx="773700" cy="255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" name="Google Shape;213;p20"/>
          <p:cNvCxnSpPr/>
          <p:nvPr/>
        </p:nvCxnSpPr>
        <p:spPr>
          <a:xfrm>
            <a:off x="2342200" y="4365475"/>
            <a:ext cx="2118600" cy="262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4" name="Google Shape;214;p20"/>
          <p:cNvCxnSpPr/>
          <p:nvPr/>
        </p:nvCxnSpPr>
        <p:spPr>
          <a:xfrm>
            <a:off x="2799400" y="4365475"/>
            <a:ext cx="2840400" cy="262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15" name="Google Shape;21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7100" y="7903674"/>
            <a:ext cx="6250499" cy="1174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8775" y="6125533"/>
            <a:ext cx="6250499" cy="125719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4477850" y="6110600"/>
            <a:ext cx="2603400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Show 60% of 120 =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72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4441142" y="7884441"/>
            <a:ext cx="2619300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Show 75% of 140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5994600" y="6175179"/>
            <a:ext cx="303600" cy="272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529715" y="5559900"/>
            <a:ext cx="61296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missing information (including arrows) using the scal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diagrams.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457200" y="5957215"/>
            <a:ext cx="4116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457200" y="7657084"/>
            <a:ext cx="4116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5918400" y="7927779"/>
            <a:ext cx="303600" cy="272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1392100" y="6184675"/>
            <a:ext cx="4833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2018273" y="6184675"/>
            <a:ext cx="5964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2666148" y="6199150"/>
            <a:ext cx="5964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3360645" y="6202000"/>
            <a:ext cx="5964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1888600" y="70228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3018700" y="70228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48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4183200" y="7037350"/>
            <a:ext cx="4200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5335425" y="7040200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96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1126600" y="78610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1647100" y="78610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2049600" y="7875550"/>
            <a:ext cx="4200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75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1227100" y="86806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36" name="Google Shape;236;p20"/>
          <p:cNvCxnSpPr/>
          <p:nvPr/>
        </p:nvCxnSpPr>
        <p:spPr>
          <a:xfrm>
            <a:off x="2805575" y="6642300"/>
            <a:ext cx="1681200" cy="30450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7" name="Google Shape;237;p20"/>
          <p:cNvSpPr txBox="1"/>
          <p:nvPr/>
        </p:nvSpPr>
        <p:spPr>
          <a:xfrm>
            <a:off x="1836700" y="86806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28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2446300" y="86806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3055900" y="86806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56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3665500" y="86806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4198900" y="86806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4884700" y="86806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98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5494300" y="86806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112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6027700" y="86806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126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45" name="Google Shape;245;p20"/>
          <p:cNvCxnSpPr/>
          <p:nvPr/>
        </p:nvCxnSpPr>
        <p:spPr>
          <a:xfrm>
            <a:off x="3256600" y="4365475"/>
            <a:ext cx="3560400" cy="262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6" name="Google Shape;246;p20"/>
          <p:cNvCxnSpPr/>
          <p:nvPr/>
        </p:nvCxnSpPr>
        <p:spPr>
          <a:xfrm>
            <a:off x="2273500" y="8410950"/>
            <a:ext cx="3103200" cy="26520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7" name="Google Shape;247;p20"/>
          <p:cNvCxnSpPr/>
          <p:nvPr/>
        </p:nvCxnSpPr>
        <p:spPr>
          <a:xfrm>
            <a:off x="1824775" y="8403800"/>
            <a:ext cx="2070000" cy="255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8" name="Google Shape;248;p20"/>
          <p:cNvCxnSpPr/>
          <p:nvPr/>
        </p:nvCxnSpPr>
        <p:spPr>
          <a:xfrm>
            <a:off x="2799400" y="8404075"/>
            <a:ext cx="4028400" cy="262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9" name="Google Shape;249;p20"/>
          <p:cNvCxnSpPr/>
          <p:nvPr/>
        </p:nvCxnSpPr>
        <p:spPr>
          <a:xfrm>
            <a:off x="1367575" y="8403800"/>
            <a:ext cx="990000" cy="255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3" name="Shape 253"/>
        <p:cNvGrpSpPr/>
        <p:nvPr/>
      </p:nvGrpSpPr>
      <p:grpSpPr>
        <a:xfrm>
          <a:off x="0" y="0"/>
          <a:ext cx="0" cy="0"/>
        </a:xfrm>
      </p:grpSpPr>
      <p:sp>
        <p:nvSpPr>
          <p:cNvPr id="254" name="Google Shape;254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Scaling diagrams for multiplicative relationships</a:t>
            </a:r>
            <a:endParaRPr/>
          </a:p>
        </p:txBody>
      </p:sp>
      <p:sp>
        <p:nvSpPr>
          <p:cNvPr id="255" name="Google Shape;255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graphicFrame>
        <p:nvGraphicFramePr>
          <p:cNvPr id="256" name="Google Shape;256;p21"/>
          <p:cNvGraphicFramePr>
            <a:graphicFrameLocks noGrp="1"/>
          </p:cNvGraphicFramePr>
          <p:nvPr/>
        </p:nvGraphicFramePr>
        <p:xfrm>
          <a:off x="548350" y="5822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{25206D1B-0B7E-4278-B8D8-3C5BE2754377}</a:tableStyleId>
              </a:tblPr>
              <a:tblGrid>
                <a:gridCol w="901600"/>
                <a:gridCol w="901600"/>
              </a:tblGrid>
              <a:tr h="32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32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57" name="Google Shape;257;p21"/>
          <p:cNvCxnSpPr/>
          <p:nvPr/>
        </p:nvCxnSpPr>
        <p:spPr>
          <a:xfrm>
            <a:off x="474757" y="45617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8" name="Google Shape;258;p21"/>
          <p:cNvSpPr txBox="1"/>
          <p:nvPr/>
        </p:nvSpPr>
        <p:spPr>
          <a:xfrm>
            <a:off x="4654552" y="1268881"/>
            <a:ext cx="24132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Show 60% of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 =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48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4703474" y="2292525"/>
            <a:ext cx="26001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Show 40% of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529187" y="759300"/>
            <a:ext cx="60849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Fill in the missing information (including arrows) using the scal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diagrams.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457200" y="1077519"/>
            <a:ext cx="4086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457200" y="2690466"/>
            <a:ext cx="4086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3" name="Google Shape;263;p21"/>
          <p:cNvPicPr preferRelativeResize="0"/>
          <p:nvPr/>
        </p:nvPicPr>
        <p:blipFill>
          <a:blip r:embed="rId3">
            <a:alphaModFix/>
          </a:blip>
          <a:srcRect l="1390"/>
          <a:stretch>
            <a:fillRect/>
          </a:stretch>
        </p:blipFill>
        <p:spPr>
          <a:xfrm>
            <a:off x="865800" y="1077525"/>
            <a:ext cx="3582301" cy="11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650" y="2768324"/>
            <a:ext cx="6266099" cy="136066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1"/>
          <p:cNvSpPr/>
          <p:nvPr/>
        </p:nvSpPr>
        <p:spPr>
          <a:xfrm>
            <a:off x="6626175" y="3699925"/>
            <a:ext cx="420000" cy="46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6048725" y="1292879"/>
            <a:ext cx="303600" cy="272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6119375" y="2316529"/>
            <a:ext cx="303600" cy="272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1431400" y="1079275"/>
            <a:ext cx="5088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2062018" y="1079275"/>
            <a:ext cx="5088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2778271" y="1093750"/>
            <a:ext cx="5088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3359494" y="1096600"/>
            <a:ext cx="5088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1895725" y="285322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3025825" y="285322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4266525" y="2867700"/>
            <a:ext cx="4200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5342550" y="2870550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1355200" y="28318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2485300" y="2831875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3649800" y="2846350"/>
            <a:ext cx="4200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4802025" y="2849200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5952150" y="2870550"/>
            <a:ext cx="420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1202800" y="1917475"/>
            <a:ext cx="369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1660097" y="1917475"/>
            <a:ext cx="369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2179494" y="1931950"/>
            <a:ext cx="3690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2600972" y="1934800"/>
            <a:ext cx="369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1507600" y="3670075"/>
            <a:ext cx="6138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2322876" y="3670075"/>
            <a:ext cx="4833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28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3132896" y="3684550"/>
            <a:ext cx="6138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3930875" y="3687400"/>
            <a:ext cx="6138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56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89" name="Google Shape;289;p21"/>
          <p:cNvCxnSpPr/>
          <p:nvPr/>
        </p:nvCxnSpPr>
        <p:spPr>
          <a:xfrm flipH="1">
            <a:off x="2368900" y="1553238"/>
            <a:ext cx="536400" cy="25560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0" name="Google Shape;290;p21"/>
          <p:cNvCxnSpPr/>
          <p:nvPr/>
        </p:nvCxnSpPr>
        <p:spPr>
          <a:xfrm flipH="1">
            <a:off x="2784572" y="1555600"/>
            <a:ext cx="766800" cy="270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1" name="Google Shape;291;p21"/>
          <p:cNvCxnSpPr/>
          <p:nvPr/>
        </p:nvCxnSpPr>
        <p:spPr>
          <a:xfrm flipH="1">
            <a:off x="3287825" y="1564013"/>
            <a:ext cx="898500" cy="25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2" name="Google Shape;292;p21"/>
          <p:cNvCxnSpPr/>
          <p:nvPr/>
        </p:nvCxnSpPr>
        <p:spPr>
          <a:xfrm flipH="1">
            <a:off x="1415200" y="1552675"/>
            <a:ext cx="194400" cy="266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3" name="Google Shape;293;p21"/>
          <p:cNvCxnSpPr/>
          <p:nvPr/>
        </p:nvCxnSpPr>
        <p:spPr>
          <a:xfrm flipH="1">
            <a:off x="1844597" y="1589275"/>
            <a:ext cx="353400" cy="219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4" name="Google Shape;294;p21"/>
          <p:cNvCxnSpPr/>
          <p:nvPr/>
        </p:nvCxnSpPr>
        <p:spPr>
          <a:xfrm flipH="1">
            <a:off x="2502570" y="3305838"/>
            <a:ext cx="702000" cy="25560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5" name="Google Shape;295;p21"/>
          <p:cNvCxnSpPr/>
          <p:nvPr/>
        </p:nvCxnSpPr>
        <p:spPr>
          <a:xfrm flipH="1">
            <a:off x="4063830" y="3308200"/>
            <a:ext cx="1508400" cy="23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6" name="Google Shape;296;p21"/>
          <p:cNvCxnSpPr/>
          <p:nvPr/>
        </p:nvCxnSpPr>
        <p:spPr>
          <a:xfrm flipH="1">
            <a:off x="4814525" y="3316613"/>
            <a:ext cx="1886400" cy="25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7" name="Google Shape;297;p21"/>
          <p:cNvCxnSpPr/>
          <p:nvPr/>
        </p:nvCxnSpPr>
        <p:spPr>
          <a:xfrm flipH="1">
            <a:off x="1699029" y="3305275"/>
            <a:ext cx="345300" cy="266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8" name="Google Shape;298;p21"/>
          <p:cNvCxnSpPr/>
          <p:nvPr/>
        </p:nvCxnSpPr>
        <p:spPr>
          <a:xfrm flipH="1">
            <a:off x="3258896" y="3315850"/>
            <a:ext cx="1134000" cy="259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9" name="Google Shape;299;p21"/>
          <p:cNvSpPr txBox="1"/>
          <p:nvPr/>
        </p:nvSpPr>
        <p:spPr>
          <a:xfrm>
            <a:off x="476400" y="5320770"/>
            <a:ext cx="63726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missing information on the ratio table and the scal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diagram.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476398" y="4687850"/>
            <a:ext cx="61968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Comparing representations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01" name="Google Shape;301;p21"/>
          <p:cNvGraphicFramePr>
            <a:graphicFrameLocks noGrp="1"/>
          </p:cNvGraphicFramePr>
          <p:nvPr/>
        </p:nvGraphicFramePr>
        <p:xfrm>
          <a:off x="548375" y="7441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{25206D1B-0B7E-4278-B8D8-3C5BE2754377}</a:tableStyleId>
              </a:tblPr>
              <a:tblGrid>
                <a:gridCol w="901600"/>
                <a:gridCol w="901600"/>
              </a:tblGrid>
              <a:tr h="32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32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2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2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02" name="Google Shape;302;p21"/>
          <p:cNvSpPr txBox="1"/>
          <p:nvPr/>
        </p:nvSpPr>
        <p:spPr>
          <a:xfrm>
            <a:off x="1342172" y="6166684"/>
            <a:ext cx="373800" cy="1911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×1.6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03" name="Google Shape;303;p21"/>
          <p:cNvCxnSpPr/>
          <p:nvPr/>
        </p:nvCxnSpPr>
        <p:spPr>
          <a:xfrm rot="10800000">
            <a:off x="1342095" y="6382456"/>
            <a:ext cx="427800" cy="6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4" name="Google Shape;304;p21"/>
          <p:cNvSpPr txBox="1"/>
          <p:nvPr/>
        </p:nvSpPr>
        <p:spPr>
          <a:xfrm>
            <a:off x="647365" y="6266361"/>
            <a:ext cx="771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647365" y="6573264"/>
            <a:ext cx="771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647365" y="6885256"/>
            <a:ext cx="771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696489" y="7854771"/>
            <a:ext cx="771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210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696489" y="8161675"/>
            <a:ext cx="771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696489" y="8473667"/>
            <a:ext cx="771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50.4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1288310" y="7821528"/>
            <a:ext cx="373800" cy="1911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×2.1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11" name="Google Shape;311;p21"/>
          <p:cNvCxnSpPr/>
          <p:nvPr/>
        </p:nvCxnSpPr>
        <p:spPr>
          <a:xfrm rot="10800000">
            <a:off x="1288233" y="8037300"/>
            <a:ext cx="427800" cy="6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12" name="Google Shape;312;p21"/>
          <p:cNvPicPr preferRelativeResize="0"/>
          <p:nvPr/>
        </p:nvPicPr>
        <p:blipFill>
          <a:blip r:embed="rId5">
            <a:alphaModFix/>
          </a:blip>
          <a:srcRect l="2619"/>
          <a:stretch>
            <a:fillRect/>
          </a:stretch>
        </p:blipFill>
        <p:spPr>
          <a:xfrm>
            <a:off x="2559600" y="5923275"/>
            <a:ext cx="3582300" cy="1228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09175" y="7550750"/>
            <a:ext cx="4576857" cy="109387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1"/>
          <p:cNvSpPr txBox="1"/>
          <p:nvPr/>
        </p:nvSpPr>
        <p:spPr>
          <a:xfrm>
            <a:off x="5811100" y="6097391"/>
            <a:ext cx="483300" cy="2472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×1.6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5946300" y="7805459"/>
            <a:ext cx="483300" cy="2472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×2.1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19" name="Shape 319"/>
        <p:cNvGrpSpPr/>
        <p:nvPr/>
      </p:nvGrpSpPr>
      <p:grpSpPr>
        <a:xfrm>
          <a:off x="0" y="0"/>
          <a:ext cx="0" cy="0"/>
        </a:xfrm>
      </p:grpSpPr>
      <p:sp>
        <p:nvSpPr>
          <p:cNvPr id="320" name="Google Shape;320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321" name="Google Shape;321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Scaling diagrams for multiplicative relationships</a:t>
            </a:r>
            <a:endParaRPr/>
          </a:p>
        </p:txBody>
      </p:sp>
      <p:sp>
        <p:nvSpPr>
          <p:cNvPr id="322" name="Google Shape;322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pic>
        <p:nvPicPr>
          <p:cNvPr id="324" name="Google Shape;3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50" y="8136825"/>
            <a:ext cx="4353076" cy="1245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2"/>
          <p:cNvSpPr txBox="1"/>
          <p:nvPr/>
        </p:nvSpPr>
        <p:spPr>
          <a:xfrm>
            <a:off x="476400" y="843050"/>
            <a:ext cx="66156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2a) Fill in the missing information, using the different representations.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6" name="Google Shape;32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9400" y="2882425"/>
            <a:ext cx="3950750" cy="23865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7" name="Google Shape;327;p22"/>
          <p:cNvCxnSpPr/>
          <p:nvPr/>
        </p:nvCxnSpPr>
        <p:spPr>
          <a:xfrm flipH="1">
            <a:off x="921896" y="3378595"/>
            <a:ext cx="0" cy="7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8" name="Google Shape;328;p22"/>
          <p:cNvSpPr txBox="1"/>
          <p:nvPr/>
        </p:nvSpPr>
        <p:spPr>
          <a:xfrm>
            <a:off x="1675337" y="3987425"/>
            <a:ext cx="59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180</a:t>
            </a:r>
            <a:endParaRPr/>
          </a:p>
        </p:txBody>
      </p:sp>
      <p:grpSp>
        <p:nvGrpSpPr>
          <p:cNvPr id="329" name="Google Shape;329;p22"/>
          <p:cNvGrpSpPr/>
          <p:nvPr/>
        </p:nvGrpSpPr>
        <p:grpSpPr>
          <a:xfrm>
            <a:off x="618310" y="3104637"/>
            <a:ext cx="2675088" cy="1245396"/>
            <a:chOff x="344550" y="2159986"/>
            <a:chExt cx="3502800" cy="1689359"/>
          </a:xfrm>
        </p:grpSpPr>
        <p:grpSp>
          <p:nvGrpSpPr>
            <p:cNvPr id="330" name="Google Shape;330;p22"/>
            <p:cNvGrpSpPr/>
            <p:nvPr/>
          </p:nvGrpSpPr>
          <p:grpSpPr>
            <a:xfrm>
              <a:off x="1433102" y="2533775"/>
              <a:ext cx="31897" cy="1000200"/>
              <a:chOff x="941713" y="3767150"/>
              <a:chExt cx="63300" cy="1000200"/>
            </a:xfrm>
          </p:grpSpPr>
          <p:cxnSp>
            <p:nvCxnSpPr>
              <p:cNvPr id="331" name="Google Shape;331;p22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32" name="Google Shape;332;p2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33" name="Google Shape;333;p22"/>
            <p:cNvSpPr txBox="1"/>
            <p:nvPr/>
          </p:nvSpPr>
          <p:spPr>
            <a:xfrm>
              <a:off x="2445450" y="2574225"/>
              <a:ext cx="14019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%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4" name="Google Shape;334;p22"/>
            <p:cNvSpPr txBox="1"/>
            <p:nvPr/>
          </p:nvSpPr>
          <p:spPr>
            <a:xfrm>
              <a:off x="2460186" y="3181550"/>
              <a:ext cx="13017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£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5" name="Google Shape;335;p22"/>
            <p:cNvSpPr txBox="1"/>
            <p:nvPr/>
          </p:nvSpPr>
          <p:spPr>
            <a:xfrm>
              <a:off x="774976" y="2160000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6" name="Google Shape;336;p22"/>
            <p:cNvSpPr txBox="1"/>
            <p:nvPr/>
          </p:nvSpPr>
          <p:spPr>
            <a:xfrm>
              <a:off x="1356140" y="3473445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7" name="Google Shape;337;p22"/>
            <p:cNvSpPr txBox="1"/>
            <p:nvPr/>
          </p:nvSpPr>
          <p:spPr>
            <a:xfrm>
              <a:off x="773777" y="3473445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8" name="Google Shape;338;p22"/>
            <p:cNvSpPr txBox="1"/>
            <p:nvPr/>
          </p:nvSpPr>
          <p:spPr>
            <a:xfrm>
              <a:off x="1348295" y="2159986"/>
              <a:ext cx="4722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9" name="Google Shape;339;p22"/>
            <p:cNvSpPr txBox="1"/>
            <p:nvPr/>
          </p:nvSpPr>
          <p:spPr>
            <a:xfrm>
              <a:off x="1924278" y="2160000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40" name="Google Shape;340;p22"/>
            <p:cNvCxnSpPr/>
            <p:nvPr/>
          </p:nvCxnSpPr>
          <p:spPr>
            <a:xfrm flipH="1">
              <a:off x="397280" y="2355125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41" name="Google Shape;341;p22"/>
            <p:cNvGrpSpPr/>
            <p:nvPr/>
          </p:nvGrpSpPr>
          <p:grpSpPr>
            <a:xfrm>
              <a:off x="856988" y="2519701"/>
              <a:ext cx="233764" cy="1000200"/>
              <a:chOff x="941713" y="3753076"/>
              <a:chExt cx="463909" cy="1000200"/>
            </a:xfrm>
          </p:grpSpPr>
          <p:cxnSp>
            <p:nvCxnSpPr>
              <p:cNvPr id="342" name="Google Shape;342;p22"/>
              <p:cNvCxnSpPr/>
              <p:nvPr/>
            </p:nvCxnSpPr>
            <p:spPr>
              <a:xfrm flipH="1">
                <a:off x="1405622" y="3753076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43" name="Google Shape;343;p2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44" name="Google Shape;344;p22"/>
            <p:cNvGrpSpPr/>
            <p:nvPr/>
          </p:nvGrpSpPr>
          <p:grpSpPr>
            <a:xfrm>
              <a:off x="2008903" y="2533775"/>
              <a:ext cx="94704" cy="1000200"/>
              <a:chOff x="941713" y="3767150"/>
              <a:chExt cx="187942" cy="1000200"/>
            </a:xfrm>
          </p:grpSpPr>
          <p:cxnSp>
            <p:nvCxnSpPr>
              <p:cNvPr id="345" name="Google Shape;345;p22"/>
              <p:cNvCxnSpPr/>
              <p:nvPr/>
            </p:nvCxnSpPr>
            <p:spPr>
              <a:xfrm flipH="1">
                <a:off x="1129655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46" name="Google Shape;346;p2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47" name="Google Shape;347;p22"/>
            <p:cNvGrpSpPr/>
            <p:nvPr/>
          </p:nvGrpSpPr>
          <p:grpSpPr>
            <a:xfrm>
              <a:off x="1432946" y="2533775"/>
              <a:ext cx="31897" cy="1000200"/>
              <a:chOff x="941713" y="3767150"/>
              <a:chExt cx="63300" cy="1000200"/>
            </a:xfrm>
          </p:grpSpPr>
          <p:cxnSp>
            <p:nvCxnSpPr>
              <p:cNvPr id="348" name="Google Shape;348;p22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49" name="Google Shape;349;p2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cxnSp>
          <p:nvCxnSpPr>
            <p:cNvPr id="350" name="Google Shape;350;p22"/>
            <p:cNvCxnSpPr/>
            <p:nvPr/>
          </p:nvCxnSpPr>
          <p:spPr>
            <a:xfrm>
              <a:off x="344550" y="2769525"/>
              <a:ext cx="2212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1" name="Google Shape;351;p22"/>
            <p:cNvCxnSpPr/>
            <p:nvPr/>
          </p:nvCxnSpPr>
          <p:spPr>
            <a:xfrm>
              <a:off x="367935" y="3317336"/>
              <a:ext cx="2166000" cy="13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352" name="Google Shape;352;p22"/>
          <p:cNvCxnSpPr/>
          <p:nvPr/>
        </p:nvCxnSpPr>
        <p:spPr>
          <a:xfrm flipH="1">
            <a:off x="1715018" y="3378595"/>
            <a:ext cx="0" cy="7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3" name="Google Shape;353;p22"/>
          <p:cNvSpPr/>
          <p:nvPr/>
        </p:nvSpPr>
        <p:spPr>
          <a:xfrm>
            <a:off x="682775" y="3574575"/>
            <a:ext cx="1314900" cy="362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4" name="Google Shape;354;p22"/>
          <p:cNvCxnSpPr/>
          <p:nvPr/>
        </p:nvCxnSpPr>
        <p:spPr>
          <a:xfrm>
            <a:off x="878200" y="3383784"/>
            <a:ext cx="9627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5" name="Google Shape;355;p22"/>
          <p:cNvCxnSpPr/>
          <p:nvPr/>
        </p:nvCxnSpPr>
        <p:spPr>
          <a:xfrm>
            <a:off x="788075" y="4116000"/>
            <a:ext cx="1225500" cy="0"/>
          </a:xfrm>
          <a:prstGeom prst="straightConnector1">
            <a:avLst/>
          </a:prstGeom>
          <a:noFill/>
          <a:ln w="38100" cap="flat" cmpd="sng">
            <a:solidFill>
              <a:srgbClr val="F3EEF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6" name="Google Shape;356;p22"/>
          <p:cNvSpPr txBox="1"/>
          <p:nvPr/>
        </p:nvSpPr>
        <p:spPr>
          <a:xfrm>
            <a:off x="1678221" y="3062725"/>
            <a:ext cx="59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</a:t>
            </a:r>
            <a:endParaRPr/>
          </a:p>
        </p:txBody>
      </p:sp>
      <p:sp>
        <p:nvSpPr>
          <p:cNvPr id="357" name="Google Shape;357;p22"/>
          <p:cNvSpPr txBox="1"/>
          <p:nvPr/>
        </p:nvSpPr>
        <p:spPr>
          <a:xfrm>
            <a:off x="3009500" y="2776300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2"/>
          <p:cNvSpPr txBox="1"/>
          <p:nvPr/>
        </p:nvSpPr>
        <p:spPr>
          <a:xfrm>
            <a:off x="1037860" y="3052905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40</a:t>
            </a:r>
            <a:endParaRPr sz="1200"/>
          </a:p>
        </p:txBody>
      </p:sp>
      <p:sp>
        <p:nvSpPr>
          <p:cNvPr id="359" name="Google Shape;359;p22"/>
          <p:cNvSpPr txBox="1"/>
          <p:nvPr/>
        </p:nvSpPr>
        <p:spPr>
          <a:xfrm>
            <a:off x="954131" y="3997255"/>
            <a:ext cx="59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72</a:t>
            </a:r>
            <a:endParaRPr/>
          </a:p>
        </p:txBody>
      </p:sp>
      <p:sp>
        <p:nvSpPr>
          <p:cNvPr id="360" name="Google Shape;360;p22"/>
          <p:cNvSpPr/>
          <p:nvPr/>
        </p:nvSpPr>
        <p:spPr>
          <a:xfrm>
            <a:off x="1790797" y="4100265"/>
            <a:ext cx="344100" cy="284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2"/>
          <p:cNvSpPr/>
          <p:nvPr/>
        </p:nvSpPr>
        <p:spPr>
          <a:xfrm>
            <a:off x="1019075" y="4085750"/>
            <a:ext cx="344100" cy="284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62" name="Google Shape;362;p22"/>
          <p:cNvGraphicFramePr>
            <a:graphicFrameLocks noGrp="1"/>
          </p:cNvGraphicFramePr>
          <p:nvPr/>
        </p:nvGraphicFramePr>
        <p:xfrm>
          <a:off x="627550" y="141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{25206D1B-0B7E-4278-B8D8-3C5BE2754377}</a:tableStyleId>
              </a:tblPr>
              <a:tblGrid>
                <a:gridCol w="892225"/>
                <a:gridCol w="892225"/>
              </a:tblGrid>
              <a:tr h="330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330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0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0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63" name="Google Shape;363;p22"/>
          <p:cNvSpPr txBox="1"/>
          <p:nvPr/>
        </p:nvSpPr>
        <p:spPr>
          <a:xfrm>
            <a:off x="6677550" y="4611400"/>
            <a:ext cx="344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2"/>
          <p:cNvSpPr/>
          <p:nvPr/>
        </p:nvSpPr>
        <p:spPr>
          <a:xfrm>
            <a:off x="1790799" y="3098225"/>
            <a:ext cx="461400" cy="284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2"/>
          <p:cNvSpPr txBox="1"/>
          <p:nvPr/>
        </p:nvSpPr>
        <p:spPr>
          <a:xfrm>
            <a:off x="479400" y="5880600"/>
            <a:ext cx="19326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2b) Fill in the missing information, using the different representations.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66" name="Google Shape;366;p22"/>
          <p:cNvGraphicFramePr>
            <a:graphicFrameLocks noGrp="1"/>
          </p:cNvGraphicFramePr>
          <p:nvPr/>
        </p:nvGraphicFramePr>
        <p:xfrm>
          <a:off x="2616850" y="597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{25206D1B-0B7E-4278-B8D8-3C5BE2754377}</a:tableStyleId>
              </a:tblPr>
              <a:tblGrid>
                <a:gridCol w="892225"/>
                <a:gridCol w="892225"/>
              </a:tblGrid>
              <a:tr h="330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330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0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0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0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367" name="Google Shape;367;p22"/>
          <p:cNvGrpSpPr/>
          <p:nvPr/>
        </p:nvGrpSpPr>
        <p:grpSpPr>
          <a:xfrm>
            <a:off x="495550" y="8057475"/>
            <a:ext cx="2839298" cy="1245396"/>
            <a:chOff x="1068645" y="1397986"/>
            <a:chExt cx="3717818" cy="1689359"/>
          </a:xfrm>
        </p:grpSpPr>
        <p:grpSp>
          <p:nvGrpSpPr>
            <p:cNvPr id="368" name="Google Shape;368;p22"/>
            <p:cNvGrpSpPr/>
            <p:nvPr/>
          </p:nvGrpSpPr>
          <p:grpSpPr>
            <a:xfrm>
              <a:off x="1283663" y="1397986"/>
              <a:ext cx="3502800" cy="1689359"/>
              <a:chOff x="344550" y="2159986"/>
              <a:chExt cx="3502800" cy="1689359"/>
            </a:xfrm>
          </p:grpSpPr>
          <p:grpSp>
            <p:nvGrpSpPr>
              <p:cNvPr id="369" name="Google Shape;369;p22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70" name="Google Shape;370;p22"/>
                <p:cNvCxnSpPr/>
                <p:nvPr/>
              </p:nvCxnSpPr>
              <p:spPr>
                <a:xfrm flipH="1"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71" name="Google Shape;371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72" name="Google Shape;372;p22"/>
              <p:cNvSpPr txBox="1"/>
              <p:nvPr/>
            </p:nvSpPr>
            <p:spPr>
              <a:xfrm>
                <a:off x="2445450" y="2574225"/>
                <a:ext cx="14019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%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73" name="Google Shape;373;p22"/>
              <p:cNvSpPr txBox="1"/>
              <p:nvPr/>
            </p:nvSpPr>
            <p:spPr>
              <a:xfrm>
                <a:off x="2460186" y="3181550"/>
                <a:ext cx="13017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£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74" name="Google Shape;374;p22"/>
              <p:cNvSpPr txBox="1"/>
              <p:nvPr/>
            </p:nvSpPr>
            <p:spPr>
              <a:xfrm>
                <a:off x="774976" y="2160000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75" name="Google Shape;375;p22"/>
              <p:cNvSpPr txBox="1"/>
              <p:nvPr/>
            </p:nvSpPr>
            <p:spPr>
              <a:xfrm>
                <a:off x="1356140" y="3473445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76" name="Google Shape;376;p22"/>
              <p:cNvSpPr txBox="1"/>
              <p:nvPr/>
            </p:nvSpPr>
            <p:spPr>
              <a:xfrm>
                <a:off x="773777" y="3473445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77" name="Google Shape;377;p22"/>
              <p:cNvSpPr txBox="1"/>
              <p:nvPr/>
            </p:nvSpPr>
            <p:spPr>
              <a:xfrm>
                <a:off x="1348295" y="2159986"/>
                <a:ext cx="4722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78" name="Google Shape;378;p22"/>
              <p:cNvSpPr txBox="1"/>
              <p:nvPr/>
            </p:nvSpPr>
            <p:spPr>
              <a:xfrm>
                <a:off x="1924278" y="2160000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379" name="Google Shape;379;p22"/>
              <p:cNvCxnSpPr/>
              <p:nvPr/>
            </p:nvCxnSpPr>
            <p:spPr>
              <a:xfrm flipH="1">
                <a:off x="397280" y="2355125"/>
                <a:ext cx="0" cy="13575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380" name="Google Shape;380;p22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81" name="Google Shape;381;p22"/>
                <p:cNvCxnSpPr/>
                <p:nvPr/>
              </p:nvCxnSpPr>
              <p:spPr>
                <a:xfrm flipH="1"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82" name="Google Shape;382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3" name="Google Shape;383;p22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84" name="Google Shape;384;p22"/>
                <p:cNvCxnSpPr/>
                <p:nvPr/>
              </p:nvCxnSpPr>
              <p:spPr>
                <a:xfrm flipH="1"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85" name="Google Shape;385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6" name="Google Shape;386;p22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87" name="Google Shape;387;p22"/>
                <p:cNvCxnSpPr/>
                <p:nvPr/>
              </p:nvCxnSpPr>
              <p:spPr>
                <a:xfrm flipH="1"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88" name="Google Shape;388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389" name="Google Shape;389;p22"/>
              <p:cNvCxnSpPr/>
              <p:nvPr/>
            </p:nvCxnSpPr>
            <p:spPr>
              <a:xfrm>
                <a:off x="344550" y="2769525"/>
                <a:ext cx="22128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90" name="Google Shape;390;p22"/>
              <p:cNvCxnSpPr/>
              <p:nvPr/>
            </p:nvCxnSpPr>
            <p:spPr>
              <a:xfrm>
                <a:off x="367935" y="3317336"/>
                <a:ext cx="2166000" cy="138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391" name="Google Shape;391;p22"/>
            <p:cNvSpPr/>
            <p:nvPr/>
          </p:nvSpPr>
          <p:spPr>
            <a:xfrm>
              <a:off x="1068645" y="1560357"/>
              <a:ext cx="244500" cy="1458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92" name="Google Shape;392;p22"/>
          <p:cNvSpPr txBox="1"/>
          <p:nvPr/>
        </p:nvSpPr>
        <p:spPr>
          <a:xfrm>
            <a:off x="6546075" y="7396725"/>
            <a:ext cx="344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22"/>
          <p:cNvSpPr/>
          <p:nvPr/>
        </p:nvSpPr>
        <p:spPr>
          <a:xfrm>
            <a:off x="724225" y="8527400"/>
            <a:ext cx="1257300" cy="362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22"/>
          <p:cNvSpPr txBox="1"/>
          <p:nvPr/>
        </p:nvSpPr>
        <p:spPr>
          <a:xfrm>
            <a:off x="1272931" y="8944580"/>
            <a:ext cx="49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80</a:t>
            </a:r>
            <a:endParaRPr/>
          </a:p>
        </p:txBody>
      </p:sp>
      <p:sp>
        <p:nvSpPr>
          <p:cNvPr id="395" name="Google Shape;395;p22"/>
          <p:cNvSpPr txBox="1"/>
          <p:nvPr/>
        </p:nvSpPr>
        <p:spPr>
          <a:xfrm>
            <a:off x="1352864" y="7992742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50</a:t>
            </a:r>
            <a:endParaRPr sz="1200"/>
          </a:p>
        </p:txBody>
      </p:sp>
      <p:sp>
        <p:nvSpPr>
          <p:cNvPr id="396" name="Google Shape;396;p22"/>
          <p:cNvSpPr/>
          <p:nvPr/>
        </p:nvSpPr>
        <p:spPr>
          <a:xfrm>
            <a:off x="1288224" y="9069900"/>
            <a:ext cx="461400" cy="284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7" name="Google Shape;397;p22"/>
          <p:cNvSpPr txBox="1"/>
          <p:nvPr/>
        </p:nvSpPr>
        <p:spPr>
          <a:xfrm>
            <a:off x="6246023" y="8813350"/>
            <a:ext cx="461400" cy="2472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0.8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98" name="Google Shape;39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84200" y="1344000"/>
            <a:ext cx="4558775" cy="1113914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2"/>
          <p:cNvSpPr txBox="1"/>
          <p:nvPr/>
        </p:nvSpPr>
        <p:spPr>
          <a:xfrm>
            <a:off x="6581550" y="1725000"/>
            <a:ext cx="461400" cy="2172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1.8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0" name="Google Shape;400;p22"/>
          <p:cNvSpPr txBox="1"/>
          <p:nvPr/>
        </p:nvSpPr>
        <p:spPr>
          <a:xfrm>
            <a:off x="517325" y="1862957"/>
            <a:ext cx="997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1" name="Google Shape;401;p22"/>
          <p:cNvSpPr txBox="1"/>
          <p:nvPr/>
        </p:nvSpPr>
        <p:spPr>
          <a:xfrm>
            <a:off x="483150" y="2159616"/>
            <a:ext cx="997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499200" y="2496029"/>
            <a:ext cx="997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3336400" y="2146075"/>
            <a:ext cx="6297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4" name="Google Shape;404;p22"/>
          <p:cNvSpPr txBox="1"/>
          <p:nvPr/>
        </p:nvSpPr>
        <p:spPr>
          <a:xfrm>
            <a:off x="4116853" y="2146075"/>
            <a:ext cx="6297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5003289" y="2160550"/>
            <a:ext cx="6297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5722612" y="2163400"/>
            <a:ext cx="6297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144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1796700" y="3090575"/>
            <a:ext cx="6297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983763" y="4044013"/>
            <a:ext cx="6297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>
            <a:off x="1740375" y="4085175"/>
            <a:ext cx="6297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180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10" name="Google Shape;410;p22"/>
          <p:cNvSpPr txBox="1"/>
          <p:nvPr/>
        </p:nvSpPr>
        <p:spPr>
          <a:xfrm>
            <a:off x="3260200" y="8927875"/>
            <a:ext cx="4296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11" name="Google Shape;411;p22"/>
          <p:cNvSpPr txBox="1"/>
          <p:nvPr/>
        </p:nvSpPr>
        <p:spPr>
          <a:xfrm>
            <a:off x="3792837" y="8927875"/>
            <a:ext cx="4296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12" name="Google Shape;412;p22"/>
          <p:cNvSpPr txBox="1"/>
          <p:nvPr/>
        </p:nvSpPr>
        <p:spPr>
          <a:xfrm>
            <a:off x="4397804" y="8942350"/>
            <a:ext cx="4296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13" name="Google Shape;413;p22"/>
          <p:cNvSpPr txBox="1"/>
          <p:nvPr/>
        </p:nvSpPr>
        <p:spPr>
          <a:xfrm>
            <a:off x="4888721" y="8945200"/>
            <a:ext cx="4296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14" name="Google Shape;414;p22"/>
          <p:cNvSpPr txBox="1"/>
          <p:nvPr/>
        </p:nvSpPr>
        <p:spPr>
          <a:xfrm>
            <a:off x="2643753" y="6434950"/>
            <a:ext cx="7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15" name="Google Shape;415;p22"/>
          <p:cNvSpPr txBox="1"/>
          <p:nvPr/>
        </p:nvSpPr>
        <p:spPr>
          <a:xfrm>
            <a:off x="2616750" y="6731610"/>
            <a:ext cx="7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16" name="Google Shape;416;p22"/>
          <p:cNvSpPr txBox="1"/>
          <p:nvPr/>
        </p:nvSpPr>
        <p:spPr>
          <a:xfrm>
            <a:off x="3620032" y="7068024"/>
            <a:ext cx="7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17" name="Google Shape;417;p22"/>
          <p:cNvSpPr txBox="1"/>
          <p:nvPr/>
        </p:nvSpPr>
        <p:spPr>
          <a:xfrm>
            <a:off x="3620032" y="7372824"/>
            <a:ext cx="7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18" name="Google Shape;418;p22"/>
          <p:cNvSpPr txBox="1"/>
          <p:nvPr/>
        </p:nvSpPr>
        <p:spPr>
          <a:xfrm>
            <a:off x="1105432" y="9125424"/>
            <a:ext cx="7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19" name="Google Shape;419;p22"/>
          <p:cNvSpPr txBox="1"/>
          <p:nvPr/>
        </p:nvSpPr>
        <p:spPr>
          <a:xfrm>
            <a:off x="1254275" y="1757755"/>
            <a:ext cx="483300" cy="2472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×1.8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420" name="Google Shape;420;p22"/>
          <p:cNvCxnSpPr/>
          <p:nvPr/>
        </p:nvCxnSpPr>
        <p:spPr>
          <a:xfrm rot="10800000">
            <a:off x="1249027" y="2004949"/>
            <a:ext cx="552900" cy="9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1" name="Google Shape;421;p22"/>
          <p:cNvSpPr txBox="1"/>
          <p:nvPr/>
        </p:nvSpPr>
        <p:spPr>
          <a:xfrm>
            <a:off x="3283497" y="6318275"/>
            <a:ext cx="429600" cy="2472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×0.8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422" name="Google Shape;422;p22"/>
          <p:cNvCxnSpPr/>
          <p:nvPr/>
        </p:nvCxnSpPr>
        <p:spPr>
          <a:xfrm rot="10800000">
            <a:off x="3215102" y="6565474"/>
            <a:ext cx="552900" cy="9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423" name="Google Shape;423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61250" y="5604749"/>
            <a:ext cx="2482701" cy="2321012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22"/>
          <p:cNvSpPr txBox="1"/>
          <p:nvPr/>
        </p:nvSpPr>
        <p:spPr>
          <a:xfrm>
            <a:off x="4457300" y="5443300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22"/>
          <p:cNvSpPr txBox="1"/>
          <p:nvPr/>
        </p:nvSpPr>
        <p:spPr>
          <a:xfrm>
            <a:off x="6753750" y="7278400"/>
            <a:ext cx="344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145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Scaling diagrams for multiplicative relationships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2024-03-04T09:33:29.280</cp:lastPrinted>
  <dcterms:created xsi:type="dcterms:W3CDTF">2024-03-04T09:33:29Z</dcterms:created>
  <dcterms:modified xsi:type="dcterms:W3CDTF">2024-03-04T09:33:39Z</dcterms:modified>
</cp:coreProperties>
</file>