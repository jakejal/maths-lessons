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871ec7a8f_1_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871ec7a8f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percentages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48300" y="1337875"/>
            <a:ext cx="6543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Percentages, fractions and decimals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851056"/>
            <a:ext cx="4452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proportion of the grid is shaded?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your answer as a percentage and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proportion of the grid is shaded?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your answer as a percentage and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000" y="1851049"/>
            <a:ext cx="1121900" cy="10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8000" y="3265800"/>
            <a:ext cx="1121900" cy="13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484050" y="5251763"/>
            <a:ext cx="57795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What percentage is shaded on the 100 grid on the right?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 the same percentage on grids A to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9325" y="6727500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sp>
        <p:nvSpPr>
          <p:cNvPr id="167" name="Google Shape;167;p20"/>
          <p:cNvSpPr txBox="1"/>
          <p:nvPr/>
        </p:nvSpPr>
        <p:spPr>
          <a:xfrm>
            <a:off x="2515125" y="6112475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168" name="Google Shape;168;p20"/>
          <p:cNvSpPr txBox="1"/>
          <p:nvPr/>
        </p:nvSpPr>
        <p:spPr>
          <a:xfrm>
            <a:off x="4516950" y="6850963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sp>
        <p:nvSpPr>
          <p:cNvPr id="169" name="Google Shape;169;p20"/>
          <p:cNvSpPr txBox="1"/>
          <p:nvPr/>
        </p:nvSpPr>
        <p:spPr>
          <a:xfrm>
            <a:off x="5213986" y="7220275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/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8000" y="5338427"/>
            <a:ext cx="1531375" cy="16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575" y="6112463"/>
            <a:ext cx="1066967" cy="1763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03125" y="6481775"/>
            <a:ext cx="1121900" cy="110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48603" y="6126935"/>
            <a:ext cx="868337" cy="1817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83101" y="7589575"/>
            <a:ext cx="1251725" cy="373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percentages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76399" y="573050"/>
            <a:ext cx="643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Percentages of amounts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72200" y="1061500"/>
            <a:ext cx="37995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20% of 640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30% of 520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76400" y="4761600"/>
            <a:ext cx="6433200" cy="24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do you think is correct? Why?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What percentages would the incorrect calculation(s) actually find?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91549" y="5096823"/>
            <a:ext cx="1824855" cy="8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259450" y="5031600"/>
            <a:ext cx="1888548" cy="86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465925" y="4620000"/>
            <a:ext cx="1386598" cy="1373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246100" y="5096800"/>
            <a:ext cx="18018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Finding 10% of a number is easy. You just divide it by 10.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402674" y="5029175"/>
            <a:ext cx="1708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Finding 20% of a number is easy. You just divide it by 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5525808" y="4828348"/>
            <a:ext cx="1386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Finding 50% of a number is easy. You just divide it by 50.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367" y="5345144"/>
            <a:ext cx="496172" cy="93689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919915" y="6104342"/>
            <a:ext cx="704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5488" y="5812019"/>
            <a:ext cx="627512" cy="80916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4718480" y="6621194"/>
            <a:ext cx="704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34558" y="5899481"/>
            <a:ext cx="773516" cy="69813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6155877" y="6597607"/>
            <a:ext cx="704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56839" y="2943284"/>
            <a:ext cx="29520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15% of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35% of 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percentages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476400" y="965450"/>
            <a:ext cx="6054900" cy="21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Below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six students’ different strategies for finding 75% of 250. One of them is incorrect.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Whose strategy is incorrect?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the method used by each pupil.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2131264" y="2489458"/>
            <a:ext cx="1546800" cy="8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100 = 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× 75 = __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798765" y="2431650"/>
            <a:ext cx="1745400" cy="120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2 = 125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÷ 2 = 62.5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+ 62.5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2131264" y="3498445"/>
            <a:ext cx="1667400" cy="162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10 =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× 7 = 175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25÷ 2 = 12.5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+ 12.5 = __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3879568" y="3685266"/>
            <a:ext cx="1546800" cy="8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4 = 62.5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250 - 62.5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879568" y="4649196"/>
            <a:ext cx="1546800" cy="76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4 = 62.5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62.5 × 3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670602" y="5242442"/>
            <a:ext cx="1090800" cy="106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75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