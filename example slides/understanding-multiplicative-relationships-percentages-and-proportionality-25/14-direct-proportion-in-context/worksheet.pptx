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baf0901827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baf09018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 in context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12500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Conversions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802800"/>
            <a:ext cx="5298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the shortest to the tallest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u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sing the conversion 1 m = 3.3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0344" y="2458060"/>
            <a:ext cx="924264" cy="79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6861" y="2447504"/>
            <a:ext cx="796688" cy="804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6975" y="2532675"/>
            <a:ext cx="897520" cy="719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20"/>
          <p:cNvGrpSpPr/>
          <p:nvPr/>
        </p:nvGrpSpPr>
        <p:grpSpPr>
          <a:xfrm>
            <a:off x="589155" y="2458120"/>
            <a:ext cx="549812" cy="793824"/>
            <a:chOff x="242400" y="1139863"/>
            <a:chExt cx="2277599" cy="3680224"/>
          </a:xfrm>
        </p:grpSpPr>
        <p:pic>
          <p:nvPicPr>
            <p:cNvPr id="167" name="Google Shape;167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42400" y="1139863"/>
              <a:ext cx="2277599" cy="3680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0"/>
            <p:cNvSpPr/>
            <p:nvPr/>
          </p:nvSpPr>
          <p:spPr>
            <a:xfrm>
              <a:off x="2252325" y="1475275"/>
              <a:ext cx="35700" cy="543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9" name="Google Shape;16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01288" y="2709423"/>
            <a:ext cx="796690" cy="5426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119200" y="2100100"/>
            <a:ext cx="1959300" cy="245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Images are not to scale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686978" y="3294811"/>
            <a:ext cx="8976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14.2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546966" y="3294811"/>
            <a:ext cx="8976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10.2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61069" y="3294811"/>
            <a:ext cx="5778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242308" y="3294811"/>
            <a:ext cx="5778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976960" y="3294811"/>
            <a:ext cx="8976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13.2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3945800"/>
            <a:ext cx="644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maximum number of the boxes below that will fit into the box above.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A cube with dimensions of 40 mm		b)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407694" y="4015067"/>
            <a:ext cx="670800" cy="593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Images are not to scale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212239" y="4052641"/>
            <a:ext cx="2160000" cy="13269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1125341" y="4419233"/>
            <a:ext cx="0" cy="958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" name="Google Shape;180;p20"/>
          <p:cNvCxnSpPr/>
          <p:nvPr/>
        </p:nvCxnSpPr>
        <p:spPr>
          <a:xfrm rot="10800000">
            <a:off x="1201093" y="5474838"/>
            <a:ext cx="18423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" name="Google Shape;181;p20"/>
          <p:cNvCxnSpPr/>
          <p:nvPr/>
        </p:nvCxnSpPr>
        <p:spPr>
          <a:xfrm flipH="1" rot="10800000">
            <a:off x="3109847" y="5093902"/>
            <a:ext cx="318300" cy="318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" name="Google Shape;182;p20"/>
          <p:cNvSpPr txBox="1"/>
          <p:nvPr/>
        </p:nvSpPr>
        <p:spPr>
          <a:xfrm>
            <a:off x="497769" y="4741794"/>
            <a:ext cx="603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312666" y="5249546"/>
            <a:ext cx="692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819811" y="5494828"/>
            <a:ext cx="554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928054" y="6484492"/>
            <a:ext cx="440100" cy="4329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 rot="-5400000">
            <a:off x="4634198" y="6544247"/>
            <a:ext cx="765600" cy="4683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5328162" y="6503710"/>
            <a:ext cx="0" cy="669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" name="Google Shape;188;p20"/>
          <p:cNvSpPr txBox="1"/>
          <p:nvPr/>
        </p:nvSpPr>
        <p:spPr>
          <a:xfrm>
            <a:off x="5356327" y="6720329"/>
            <a:ext cx="784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4779666" y="6334348"/>
            <a:ext cx="3282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" name="Google Shape;190;p20"/>
          <p:cNvSpPr txBox="1"/>
          <p:nvPr/>
        </p:nvSpPr>
        <p:spPr>
          <a:xfrm>
            <a:off x="4700543" y="6064544"/>
            <a:ext cx="784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>
            <a:off x="4735241" y="7045190"/>
            <a:ext cx="133800" cy="133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92" name="Google Shape;192;p20"/>
          <p:cNvSpPr txBox="1"/>
          <p:nvPr/>
        </p:nvSpPr>
        <p:spPr>
          <a:xfrm>
            <a:off x="4376009" y="7034995"/>
            <a:ext cx="603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68000" y="7366750"/>
            <a:ext cx="6610500" cy="15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values: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125 000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23 987 000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0.74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area of this triangle.  Give your answer to 2 decimal places in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902021" y="8918881"/>
            <a:ext cx="1942500" cy="695400"/>
          </a:xfrm>
          <a:prstGeom prst="rtTriangle">
            <a:avLst/>
          </a:prstGeom>
          <a:solidFill>
            <a:schemeClr val="lt1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3819221" y="8884876"/>
            <a:ext cx="0" cy="7146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 rot="10800000">
            <a:off x="3904238" y="9698018"/>
            <a:ext cx="19593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" name="Google Shape;197;p20"/>
          <p:cNvSpPr txBox="1"/>
          <p:nvPr/>
        </p:nvSpPr>
        <p:spPr>
          <a:xfrm>
            <a:off x="3197403" y="9164982"/>
            <a:ext cx="600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491684" y="9682697"/>
            <a:ext cx="6864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957625" y="9061439"/>
            <a:ext cx="752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908304" y="9472715"/>
            <a:ext cx="133200" cy="1383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Direct proportion in context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720000"/>
            <a:ext cx="6579000" cy="2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volume of this cuboid.  Give your answer in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1"/>
          <p:cNvCxnSpPr/>
          <p:nvPr/>
        </p:nvCxnSpPr>
        <p:spPr>
          <a:xfrm>
            <a:off x="1265958" y="1544628"/>
            <a:ext cx="0" cy="9156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" name="Google Shape;208;p21"/>
          <p:cNvCxnSpPr/>
          <p:nvPr/>
        </p:nvCxnSpPr>
        <p:spPr>
          <a:xfrm rot="10800000">
            <a:off x="1388250" y="2516567"/>
            <a:ext cx="16230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9" name="Google Shape;209;p21"/>
          <p:cNvSpPr txBox="1"/>
          <p:nvPr/>
        </p:nvSpPr>
        <p:spPr>
          <a:xfrm>
            <a:off x="624553" y="1873892"/>
            <a:ext cx="706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1922124" y="2498550"/>
            <a:ext cx="706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295060" y="2335413"/>
            <a:ext cx="706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400767" y="1234292"/>
            <a:ext cx="1924200" cy="1208700"/>
          </a:xfrm>
          <a:prstGeom prst="cube">
            <a:avLst>
              <a:gd fmla="val 25000" name="adj"/>
            </a:avLst>
          </a:prstGeom>
          <a:solidFill>
            <a:schemeClr val="lt1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1"/>
          <p:cNvCxnSpPr/>
          <p:nvPr/>
        </p:nvCxnSpPr>
        <p:spPr>
          <a:xfrm flipH="1" rot="10800000">
            <a:off x="3101470" y="2225108"/>
            <a:ext cx="267300" cy="267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474757" y="28605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1"/>
          <p:cNvSpPr txBox="1"/>
          <p:nvPr/>
        </p:nvSpPr>
        <p:spPr>
          <a:xfrm>
            <a:off x="468000" y="2972100"/>
            <a:ext cx="66105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Other contexts involving direct proportion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35634" y="3259219"/>
            <a:ext cx="65430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pencils cost £14.95  How much will 34 pencils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rulers cost £5.18  How much will 20 rulers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sweets cost £2.55  How much will 37 sweets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 chocolate bars cost £11.07  How much will 39 chocolate bars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8000" y="3258475"/>
            <a:ext cx="44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8000" y="6528875"/>
            <a:ext cx="66105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Andeep is comparing prices of sunglasses in the UK, the USA and France.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Rank the following from cheapest to most expensive.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072281" y="7260025"/>
            <a:ext cx="1006200" cy="1848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: €1.18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241" y="7676106"/>
            <a:ext cx="1005992" cy="41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/>
          <p:nvPr/>
        </p:nvSpPr>
        <p:spPr>
          <a:xfrm rot="1965058">
            <a:off x="470223" y="7518665"/>
            <a:ext cx="918873" cy="277859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£48.00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" name="Google Shape;2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508" y="7676106"/>
            <a:ext cx="1005992" cy="41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/>
          <p:nvPr/>
        </p:nvSpPr>
        <p:spPr>
          <a:xfrm rot="1965058">
            <a:off x="5120073" y="7518665"/>
            <a:ext cx="918873" cy="277859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€57.23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001" y="7676106"/>
            <a:ext cx="1005992" cy="41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/>
          <p:nvPr/>
        </p:nvSpPr>
        <p:spPr>
          <a:xfrm rot="1965058">
            <a:off x="2857984" y="7518665"/>
            <a:ext cx="918873" cy="277859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$60.80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788711" y="7260025"/>
            <a:ext cx="923100" cy="1848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: $1.28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3" name="Google Shape;233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 in context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68000" y="720000"/>
            <a:ext cx="63519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ingredients needed for the following numbers of cookies.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cookies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803500" y="1067100"/>
            <a:ext cx="1953000" cy="11457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Recipe for 15 cookies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75 g butter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125 g sugar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125 g flour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100 g chocolate chips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2601150" y="2381550"/>
            <a:ext cx="1953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72 cookies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9" name="Google Shape;239;p22"/>
          <p:cNvSpPr txBox="1"/>
          <p:nvPr/>
        </p:nvSpPr>
        <p:spPr>
          <a:xfrm>
            <a:off x="4725000" y="2381550"/>
            <a:ext cx="2367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6 cookies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22"/>
          <p:cNvSpPr txBox="1"/>
          <p:nvPr/>
        </p:nvSpPr>
        <p:spPr>
          <a:xfrm>
            <a:off x="468000" y="4716100"/>
            <a:ext cx="6624000" cy="24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have plenty of sugar, flour and chocolate chips, but only 1 kilogram of butter.  What is the largest number of cookies you can make?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