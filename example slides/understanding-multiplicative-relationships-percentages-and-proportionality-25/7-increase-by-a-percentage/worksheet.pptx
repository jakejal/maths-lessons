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931ba3bc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931ba3b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2200" y="1826100"/>
            <a:ext cx="6624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Write questions and answers for the representation of these bar models: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2200" y="1258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Increasing an amount by a percentage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25" y="2098475"/>
            <a:ext cx="4997575" cy="8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525" y="4583025"/>
            <a:ext cx="6267675" cy="73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525" y="6903400"/>
            <a:ext cx="5769625" cy="8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72200" y="4583025"/>
            <a:ext cx="290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2200" y="6945225"/>
            <a:ext cx="290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 txBox="1"/>
          <p:nvPr/>
        </p:nvSpPr>
        <p:spPr>
          <a:xfrm>
            <a:off x="476400" y="759300"/>
            <a:ext cx="4040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Drawing bar models, show how you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increase of 30% to 640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125% of 900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700 by 95%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476400" y="11509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calculation with the question: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67999" y="7254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a multiplier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766950" y="151125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40 by 65%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66950" y="187366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125% of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766950" y="259849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156% of 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66950" y="223608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65 by 56%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66950" y="2960909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65 by 65%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991026" y="151125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× 1.65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3991026" y="187366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× 1.65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3991026" y="259849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 × 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3991026" y="223608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× 1.25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3991026" y="2960909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× 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476400" y="35025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amount of money when £640 has been increased by 41%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138% of 700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tries to increase £40 by 5% by working out  40 × 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she is incorrect and correctly work out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614996" y="5367753"/>
            <a:ext cx="56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worked out an increase of 50% not 5% of 40.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