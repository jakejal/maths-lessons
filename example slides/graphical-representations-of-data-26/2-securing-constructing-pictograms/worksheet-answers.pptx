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17D6DF-81F5-48B4-B42E-18D1C7402D73}">
  <a:tblStyle styleId="{3E17D6DF-81F5-48B4-B42E-18D1C7402D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1425" y="13927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Constructing and interpreting pictograms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26100"/>
            <a:ext cx="66240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pictogram to answer the following questions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54000" y="2022300"/>
            <a:ext cx="31659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1?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3?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bikes are sold over the three month period?</a:t>
            </a:r>
            <a:endParaRPr sz="1200"/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3984050" y="231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{3E17D6DF-81F5-48B4-B42E-18D1C7402D73}</a:tableStyleId>
              </a:tblPr>
              <a:tblGrid>
                <a:gridCol w="824825"/>
                <a:gridCol w="1967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474" y="2333326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151" y="2702555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657" y="2333326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151" y="3087024"/>
            <a:ext cx="567455" cy="34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47324" t="0"/>
          <a:stretch/>
        </p:blipFill>
        <p:spPr>
          <a:xfrm>
            <a:off x="5513473" y="3103212"/>
            <a:ext cx="298906" cy="34358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031350" y="3605300"/>
            <a:ext cx="24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         = 20 bikes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702400" y="2277325"/>
            <a:ext cx="11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 bikes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689550" y="2913725"/>
            <a:ext cx="11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30 bikes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702250" y="3767300"/>
            <a:ext cx="11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 bikes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391" y="3628044"/>
            <a:ext cx="567455" cy="3435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0"/>
          <p:cNvGraphicFramePr/>
          <p:nvPr/>
        </p:nvGraphicFramePr>
        <p:xfrm>
          <a:off x="1120825" y="48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{3E17D6DF-81F5-48B4-B42E-18D1C7402D73}</a:tableStyleId>
              </a:tblPr>
              <a:tblGrid>
                <a:gridCol w="768125"/>
                <a:gridCol w="2327250"/>
              </a:tblGrid>
              <a:tr h="55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5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1440450" y="6740575"/>
            <a:ext cx="38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     =           tonnes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6400" y="4264500"/>
            <a:ext cx="662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pictogram and frequency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4520300" y="47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{3E17D6DF-81F5-48B4-B42E-18D1C7402D73}</a:tableStyleId>
              </a:tblPr>
              <a:tblGrid>
                <a:gridCol w="1072925"/>
                <a:gridCol w="1072925"/>
              </a:tblGrid>
              <a:tr h="53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 of material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91" name="Google Shape;19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630" y="496415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414" y="496415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216" y="496415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630" y="6075921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48741" t="0"/>
          <a:stretch/>
        </p:blipFill>
        <p:spPr>
          <a:xfrm>
            <a:off x="2416416" y="6075930"/>
            <a:ext cx="206697" cy="47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625" y="6709565"/>
            <a:ext cx="403235" cy="47691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2579700" y="6740575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932750" y="61779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630" y="551389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419" y="5520040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217" y="5513881"/>
            <a:ext cx="403235" cy="476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015" y="5520050"/>
            <a:ext cx="403235" cy="47691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476400" y="7312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pictogram for the following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4" name="Google Shape;204;p20"/>
          <p:cNvGraphicFramePr/>
          <p:nvPr/>
        </p:nvGraphicFramePr>
        <p:xfrm>
          <a:off x="930050" y="769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{3E17D6DF-81F5-48B4-B42E-18D1C7402D73}</a:tableStyleId>
              </a:tblPr>
              <a:tblGrid>
                <a:gridCol w="862650"/>
                <a:gridCol w="1144725"/>
              </a:tblGrid>
              <a:tr h="40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Visits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5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5" name="Google Shape;205;p20"/>
          <p:cNvGraphicFramePr/>
          <p:nvPr/>
        </p:nvGraphicFramePr>
        <p:xfrm>
          <a:off x="3419988" y="768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{3E17D6DF-81F5-48B4-B42E-18D1C7402D73}</a:tableStyleId>
              </a:tblPr>
              <a:tblGrid>
                <a:gridCol w="611350"/>
                <a:gridCol w="2744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hour 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hour 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hour 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06" name="Google Shape;206;p20"/>
          <p:cNvSpPr/>
          <p:nvPr/>
        </p:nvSpPr>
        <p:spPr>
          <a:xfrm>
            <a:off x="4092178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407577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722976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038376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353775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669174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984574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6299973" y="7767425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092178" y="8147676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407577" y="8147676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722976" y="8147676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038376" y="8147676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092178" y="8515849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407577" y="8515849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722976" y="8515849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038376" y="8515849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353775" y="8515849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669174" y="8515849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353766" y="8147676"/>
            <a:ext cx="255000" cy="255000"/>
          </a:xfrm>
          <a:prstGeom prst="pie">
            <a:avLst>
              <a:gd fmla="val 5430341" name="adj1"/>
              <a:gd fmla="val 1620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984565" y="8515849"/>
            <a:ext cx="255000" cy="255000"/>
          </a:xfrm>
          <a:prstGeom prst="pie">
            <a:avLst>
              <a:gd fmla="val 5430341" name="adj1"/>
              <a:gd fmla="val 1620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406892" y="8916375"/>
            <a:ext cx="15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Key      = 2 visits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3406900" y="9332850"/>
            <a:ext cx="36447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Any suitable icon could be used to represent this information.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3798328" y="8994649"/>
            <a:ext cx="255000" cy="2550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0"/>
          <p:cNvCxnSpPr/>
          <p:nvPr/>
        </p:nvCxnSpPr>
        <p:spPr>
          <a:xfrm>
            <a:off x="482600" y="9965275"/>
            <a:ext cx="656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21"/>
          <p:cNvGrpSpPr/>
          <p:nvPr/>
        </p:nvGrpSpPr>
        <p:grpSpPr>
          <a:xfrm>
            <a:off x="2198571" y="4536155"/>
            <a:ext cx="285044" cy="277246"/>
            <a:chOff x="6752000" y="1357024"/>
            <a:chExt cx="345760" cy="336300"/>
          </a:xfrm>
        </p:grpSpPr>
        <p:sp>
          <p:nvSpPr>
            <p:cNvPr id="235" name="Google Shape;235;p21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6897960" y="1357024"/>
              <a:ext cx="199800" cy="33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2792931" y="3393155"/>
            <a:ext cx="285044" cy="277246"/>
            <a:chOff x="6752000" y="1357024"/>
            <a:chExt cx="345760" cy="336300"/>
          </a:xfrm>
        </p:grpSpPr>
        <p:sp>
          <p:nvSpPr>
            <p:cNvPr id="238" name="Google Shape;238;p21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6897960" y="1357024"/>
              <a:ext cx="199800" cy="33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2792931" y="3111215"/>
            <a:ext cx="285044" cy="277246"/>
            <a:chOff x="6752000" y="1357024"/>
            <a:chExt cx="345760" cy="336300"/>
          </a:xfrm>
        </p:grpSpPr>
        <p:sp>
          <p:nvSpPr>
            <p:cNvPr id="241" name="Google Shape;241;p21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6897960" y="1357024"/>
              <a:ext cx="199800" cy="336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2510523" y="3964820"/>
            <a:ext cx="285036" cy="277988"/>
            <a:chOff x="6752000" y="1357025"/>
            <a:chExt cx="345750" cy="337200"/>
          </a:xfrm>
        </p:grpSpPr>
        <p:sp>
          <p:nvSpPr>
            <p:cNvPr id="244" name="Google Shape;244;p21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6897950" y="1357025"/>
              <a:ext cx="1998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2795995" y="3674174"/>
            <a:ext cx="285036" cy="277988"/>
            <a:chOff x="6752000" y="1357025"/>
            <a:chExt cx="345750" cy="337200"/>
          </a:xfrm>
        </p:grpSpPr>
        <p:sp>
          <p:nvSpPr>
            <p:cNvPr id="247" name="Google Shape;247;p21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6897950" y="1357025"/>
              <a:ext cx="1998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9" name="Google Shape;24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" name="Google Shape;25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468000" y="6561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pictograms in a data investigation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76400" y="10641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wants to persuade her teachers that students do not have enough time to complete homework.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collects data about the number of extra-curricular clubs her classmates attend.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3, 2, 0, 5, 2, 7, 1, 1, 2, 4, 3, 6, 3, 4, 5, 1, 0, 1, 3, 4, 2, 1, 4, 5, 6, 1, 3, 2, 4, 1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pictogram to show  Aisha’s findings.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269475" y="4222350"/>
            <a:ext cx="18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= 2 students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6" name="Google Shape;256;p21"/>
          <p:cNvGraphicFramePr/>
          <p:nvPr/>
        </p:nvGraphicFramePr>
        <p:xfrm>
          <a:off x="1788750" y="252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{3E17D6DF-81F5-48B4-B42E-18D1C7402D73}</a:tableStyleId>
              </a:tblPr>
              <a:tblGrid>
                <a:gridCol w="382850"/>
                <a:gridCol w="2945850"/>
              </a:tblGrid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29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257" name="Google Shape;257;p21"/>
          <p:cNvSpPr/>
          <p:nvPr/>
        </p:nvSpPr>
        <p:spPr>
          <a:xfrm>
            <a:off x="2203154" y="2560052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210774" y="2846420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494731" y="2846420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778688" y="2846420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2217149" y="3130734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501106" y="3130734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2217155" y="3417129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2501112" y="3417129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227933" y="3703540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511890" y="3703540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2226418" y="3994186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204442" y="4272156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722342" y="4297556"/>
            <a:ext cx="234600" cy="2346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76400" y="5102700"/>
            <a:ext cx="6624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does the pictogram show?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other information may support Aisha’s claim that students do not have enough time to complete homework?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59800" y="5301075"/>
            <a:ext cx="672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Most of the class attend at least one extra-curricular activity. Over half of the students attend 3 or more extra-curricular activities.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29325" y="6556575"/>
            <a:ext cx="745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may have considered: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Char char="●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clubs/groups/choirs that students attend outside of school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Char char="●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time to travel home from school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76400" y="7693500"/>
            <a:ext cx="66240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pictogram from a charity about the sales of clothes in three of their shops over a two week period.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4" name="Google Shape;274;p21"/>
          <p:cNvCxnSpPr/>
          <p:nvPr/>
        </p:nvCxnSpPr>
        <p:spPr>
          <a:xfrm>
            <a:off x="1472407" y="8250431"/>
            <a:ext cx="0" cy="1187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1"/>
          <p:cNvCxnSpPr/>
          <p:nvPr/>
        </p:nvCxnSpPr>
        <p:spPr>
          <a:xfrm>
            <a:off x="928588" y="8610357"/>
            <a:ext cx="229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1"/>
          <p:cNvCxnSpPr/>
          <p:nvPr/>
        </p:nvCxnSpPr>
        <p:spPr>
          <a:xfrm>
            <a:off x="928588" y="9053761"/>
            <a:ext cx="2294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1"/>
          <p:cNvSpPr txBox="1"/>
          <p:nvPr/>
        </p:nvSpPr>
        <p:spPr>
          <a:xfrm>
            <a:off x="790225" y="8250700"/>
            <a:ext cx="8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shop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790225" y="8659225"/>
            <a:ext cx="68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shop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790100" y="9077250"/>
            <a:ext cx="68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shop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0" name="Google Shape;2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293" y="8254306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968" y="8254306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643" y="8254306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318" y="8249400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293" y="8654033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293" y="9097437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968" y="9097437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643" y="9097437"/>
            <a:ext cx="333787" cy="35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/>
          <p:cNvPicPr preferRelativeResize="0"/>
          <p:nvPr/>
        </p:nvPicPr>
        <p:blipFill rotWithShape="1">
          <a:blip r:embed="rId3">
            <a:alphaModFix/>
          </a:blip>
          <a:srcRect b="0" l="0" r="49849" t="0"/>
          <a:stretch/>
        </p:blipFill>
        <p:spPr>
          <a:xfrm>
            <a:off x="2621319" y="9097445"/>
            <a:ext cx="167393" cy="35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/>
        </p:nvSpPr>
        <p:spPr>
          <a:xfrm>
            <a:off x="824000" y="9553875"/>
            <a:ext cx="190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Key           = 40 items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3615925" y="8034475"/>
            <a:ext cx="348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charity can see that shop 2 is not in line with the other shops.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might the charity want to investigate next?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4537325" y="8924850"/>
            <a:ext cx="255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may have considered: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Char char="●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shop 2’s pricing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Char char="●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shop 2’s opening times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Kalam"/>
              <a:buChar char="●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shop 2’s competitors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92" name="Google Shape;2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693" y="9554637"/>
            <a:ext cx="333787" cy="35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