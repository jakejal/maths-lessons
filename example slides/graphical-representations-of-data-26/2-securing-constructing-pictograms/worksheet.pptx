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58EFEB-1895-4A16-BCAD-2F27B8765667}">
  <a:tblStyle styleId="{8D58EFEB-1895-4A16-BCAD-2F27B87656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1425" y="13927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Constructing and interpreting pictograms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826100"/>
            <a:ext cx="66240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pictogram to answer the following questions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54000" y="2022300"/>
            <a:ext cx="31659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1?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3?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over the three month period?</a:t>
            </a:r>
            <a:endParaRPr sz="1200"/>
          </a:p>
        </p:txBody>
      </p:sp>
      <p:graphicFrame>
        <p:nvGraphicFramePr>
          <p:cNvPr id="166" name="Google Shape;166;p20"/>
          <p:cNvGraphicFramePr/>
          <p:nvPr/>
        </p:nvGraphicFramePr>
        <p:xfrm>
          <a:off x="3984050" y="231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{8D58EFEB-1895-4A16-BCAD-2F27B8765667}</a:tableStyleId>
              </a:tblPr>
              <a:tblGrid>
                <a:gridCol w="824825"/>
                <a:gridCol w="1967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474" y="2333326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151" y="2702555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657" y="2333326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151" y="3087024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47324" t="0"/>
          <a:stretch/>
        </p:blipFill>
        <p:spPr>
          <a:xfrm>
            <a:off x="5513473" y="3103212"/>
            <a:ext cx="298906" cy="3435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031350" y="3605300"/>
            <a:ext cx="24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       = 20 bikes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91" y="3628044"/>
            <a:ext cx="567455" cy="3435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20"/>
          <p:cNvGraphicFramePr/>
          <p:nvPr/>
        </p:nvGraphicFramePr>
        <p:xfrm>
          <a:off x="1120825" y="48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{8D58EFEB-1895-4A16-BCAD-2F27B8765667}</a:tableStyleId>
              </a:tblPr>
              <a:tblGrid>
                <a:gridCol w="768125"/>
                <a:gridCol w="2327250"/>
              </a:tblGrid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1440450" y="6740575"/>
            <a:ext cx="38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   =           tonnes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4264500"/>
            <a:ext cx="662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pictogram and frequency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4520300" y="47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{8D58EFEB-1895-4A16-BCAD-2F27B8765667}</a:tableStyleId>
              </a:tblPr>
              <a:tblGrid>
                <a:gridCol w="1072925"/>
                <a:gridCol w="1072925"/>
              </a:tblGrid>
              <a:tr h="53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material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30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414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16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30" y="6075921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48741" t="0"/>
          <a:stretch/>
        </p:blipFill>
        <p:spPr>
          <a:xfrm>
            <a:off x="2416416" y="6075930"/>
            <a:ext cx="206697" cy="47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25" y="6709565"/>
            <a:ext cx="403235" cy="4769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76400" y="7312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pictogram for the following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930050" y="769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{8D58EFEB-1895-4A16-BCAD-2F27B8765667}</a:tableStyleId>
              </a:tblPr>
              <a:tblGrid>
                <a:gridCol w="862650"/>
                <a:gridCol w="1144725"/>
              </a:tblGrid>
              <a:tr h="40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Visits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86" name="Google Shape;186;p20"/>
          <p:cNvCxnSpPr/>
          <p:nvPr/>
        </p:nvCxnSpPr>
        <p:spPr>
          <a:xfrm>
            <a:off x="482600" y="9965275"/>
            <a:ext cx="656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2540000" y="7078142"/>
            <a:ext cx="381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/>
          <p:nvPr/>
        </p:nvSpPr>
        <p:spPr>
          <a:xfrm>
            <a:off x="1899600" y="5428625"/>
            <a:ext cx="2316600" cy="5613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588850" y="6167142"/>
            <a:ext cx="1077300" cy="400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21"/>
          <p:cNvGraphicFramePr/>
          <p:nvPr/>
        </p:nvGraphicFramePr>
        <p:xfrm>
          <a:off x="1788750" y="25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{8D58EFEB-1895-4A16-BCAD-2F27B8765667}</a:tableStyleId>
              </a:tblPr>
              <a:tblGrid>
                <a:gridCol w="382850"/>
                <a:gridCol w="2945850"/>
              </a:tblGrid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6561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pictograms in a data investigation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1064100"/>
            <a:ext cx="662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wants to persuade her teachers that students do not have enough time to complete homework.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collects data about the number of extra-curricular clubs her classmates attend.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3, 2, 0, 5, 2, 7, 1, 1, 2, 4, 3, 6, 3, 4, 5, 1, 0, 1, 3, 4, 2, 1, 4, 5, 6, 1, 3, 2, 4, 1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pictogram to show  Aisha’s findings.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269475" y="4222350"/>
            <a:ext cx="18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= 2 students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22342" y="4297556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6400" y="5102700"/>
            <a:ext cx="662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does the pictogram show?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other information may support Aisha’s claim that students do not have enough time to complete homework?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7693500"/>
            <a:ext cx="66240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pictogram from a charity about the sales of clothes in three of their shops over a two week period.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1472407" y="8250431"/>
            <a:ext cx="0" cy="118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928588" y="8610357"/>
            <a:ext cx="229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1"/>
          <p:cNvCxnSpPr/>
          <p:nvPr/>
        </p:nvCxnSpPr>
        <p:spPr>
          <a:xfrm>
            <a:off x="928588" y="9053761"/>
            <a:ext cx="229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 txBox="1"/>
          <p:nvPr/>
        </p:nvSpPr>
        <p:spPr>
          <a:xfrm>
            <a:off x="790225" y="825070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90225" y="8659225"/>
            <a:ext cx="6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790100" y="9077250"/>
            <a:ext cx="6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968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43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318" y="8249400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8654033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968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43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49849" t="0"/>
          <a:stretch/>
        </p:blipFill>
        <p:spPr>
          <a:xfrm>
            <a:off x="2621319" y="9097445"/>
            <a:ext cx="167393" cy="35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824000" y="9553875"/>
            <a:ext cx="19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= 40 items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615925" y="8034475"/>
            <a:ext cx="348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charity can see that shop 2 is not in line with the other shops.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might the charity want to investigate next?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693" y="9554637"/>
            <a:ext cx="333787" cy="35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