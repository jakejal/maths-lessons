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12FDCA-A8B5-434C-B9E5-7E182787D29C}">
  <a:tblStyle styleId="{2F12FDCA-A8B5-434C-B9E5-7E182787D29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/>
      <a:tcStyle>
        <a:fill>
          <a:solidFill>
            <a:srgbClr val="E8FAE7"/>
          </a:solidFill>
        </a:fill>
      </a:tcStyle>
    </a:band1H>
    <a:band2H>
      <a:tcTxStyle/>
    </a:band2H>
    <a:band1V>
      <a:tcTxStyle/>
      <a:tcStyle>
        <a:fill>
          <a:solidFill>
            <a:srgbClr val="E8FA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EF2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EF2BD"/>
          </a:solidFill>
        </a:fill>
      </a:tcStyle>
    </a:firstRow>
    <a:neCell>
      <a:tcTxStyle/>
    </a:neCell>
    <a:nwCell>
      <a:tcTxStyle/>
    </a:nwCell>
  </a:tblStyle>
  <a:tblStyle styleId="{0CC719BD-4141-4EC9-BF40-31D3C9D1F04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EF2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EF2BD"/>
          </a:solidFill>
        </a:fill>
      </a:tcStyle>
    </a:firstRow>
    <a:neCell>
      <a:tcTxStyle b="off" i="off"/>
    </a:neCell>
    <a:nwCell>
      <a:tcTxStyle b="off" i="off"/>
    </a:nwCell>
  </a:tblStyle>
  <a:tblStyle styleId="{28D83FCB-3E82-4B3A-A65F-5367BDC0C753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2e0f0c0cb_0_3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2e0f0c0c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92e0f0c0cb_0_11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92e0f0c0c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Introduction to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4375" y="6521250"/>
            <a:ext cx="46812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Alex collects data on the number of days in January (31 days) that had snowfall.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wants to represent this data on a pie chart with 8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Explain why it is impossible for Alex to represent this data in a pie chart with 8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whether it is possible for Alex to represent this data in a pie chart with any number of equal-sized sectors.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7388" y="6521250"/>
            <a:ext cx="1119474" cy="1079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20"/>
          <p:cNvGraphicFramePr/>
          <p:nvPr/>
        </p:nvGraphicFramePr>
        <p:xfrm>
          <a:off x="5381044" y="76809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{2F12FDCA-A8B5-434C-B9E5-7E182787D29C}</a:tableStyleId>
              </a:tblPr>
              <a:tblGrid>
                <a:gridCol w="827375"/>
                <a:gridCol w="884775"/>
              </a:tblGrid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snowfall?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2223638" y="3651600"/>
            <a:ext cx="48678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Aisha collects data on the number of days that had over 2 hours of sun per day on 160 days between April and September.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 of results is represented in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draws a pie chart.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sectors of her pie chart represent the number of days that did have over 2 hours of sunshine.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sectors does Aisha’s pie chart have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/>
          <p:nvPr/>
        </p:nvGraphicFramePr>
        <p:xfrm>
          <a:off x="468558" y="36782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{2F12FDCA-A8B5-434C-B9E5-7E182787D29C}</a:tableStyleId>
              </a:tblPr>
              <a:tblGrid>
                <a:gridCol w="886475"/>
                <a:gridCol w="834375"/>
              </a:tblGrid>
              <a:tr h="34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over 2 hours?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/>
                    </a:p>
                  </a:txBody>
                  <a:tcPr marT="45725" marB="45725" marR="18000" marL="18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/>
          <p:nvPr/>
        </p:nvGraphicFramePr>
        <p:xfrm>
          <a:off x="5379846" y="1786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{2F12FDCA-A8B5-434C-B9E5-7E182787D29C}</a:tableStyleId>
              </a:tblPr>
              <a:tblGrid>
                <a:gridCol w="798800"/>
                <a:gridCol w="913350"/>
              </a:tblGrid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air frost?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/>
                    </a:p>
                  </a:txBody>
                  <a:tcPr marT="45725" marB="45725" marR="18000" marL="1800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0"/>
          <p:cNvSpPr txBox="1"/>
          <p:nvPr/>
        </p:nvSpPr>
        <p:spPr>
          <a:xfrm>
            <a:off x="468000" y="1634400"/>
            <a:ext cx="4867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Izzy collects data on whether there was air frost on 150 days between October and February.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table of results is represented in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sector of the pie chart represents 6 days worth of data.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many sectors should there be altogether?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77291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angles for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85971" y="1216500"/>
            <a:ext cx="2934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calculations to represent these frequencies as angles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508831" y="2321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{0CC719BD-4141-4EC9-BF40-31D3C9D1F044}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21"/>
          <p:cNvSpPr txBox="1"/>
          <p:nvPr/>
        </p:nvSpPr>
        <p:spPr>
          <a:xfrm>
            <a:off x="763929" y="1984449"/>
            <a:ext cx="2378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360° ÷ 72 = 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854362" y="4296975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 flipH="1" rot="10800000">
            <a:off x="1951650" y="41072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82" name="Google Shape;182;p21"/>
          <p:cNvSpPr txBox="1"/>
          <p:nvPr/>
        </p:nvSpPr>
        <p:spPr>
          <a:xfrm>
            <a:off x="4147121" y="3350100"/>
            <a:ext cx="2934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represent these frequencies as angles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p21"/>
          <p:cNvGraphicFramePr/>
          <p:nvPr/>
        </p:nvGraphicFramePr>
        <p:xfrm>
          <a:off x="4169982" y="44552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{0CC719BD-4141-4EC9-BF40-31D3C9D1F044}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breakfast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lunch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dinner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 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1"/>
          <p:cNvSpPr txBox="1"/>
          <p:nvPr/>
        </p:nvSpPr>
        <p:spPr>
          <a:xfrm>
            <a:off x="4425079" y="4118049"/>
            <a:ext cx="2378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360° ÷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612800" y="6582975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/>
              <a:t>_____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 flipH="1" rot="10800000">
            <a:off x="5612800" y="62408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87" name="Google Shape;187;p21"/>
          <p:cNvSpPr txBox="1"/>
          <p:nvPr/>
        </p:nvSpPr>
        <p:spPr>
          <a:xfrm>
            <a:off x="503400" y="6067850"/>
            <a:ext cx="32988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calculations to represent these frequencies as angles on a pie chart.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 multiplier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non-integer.</a:t>
            </a:r>
            <a:endParaRPr sz="1200"/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508819" y="6906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{0CC719BD-4141-4EC9-BF40-31D3C9D1F044}</a:tableStyleId>
              </a:tblPr>
              <a:tblGrid>
                <a:gridCol w="1032125"/>
                <a:gridCol w="1161325"/>
                <a:gridCol w="717700"/>
              </a:tblGrid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1854349" y="8881375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chemeClr val="dk1"/>
                </a:solidFill>
              </a:rPr>
              <a:t>_____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 flipH="1" rot="10800000">
            <a:off x="1951638" y="8691667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91" name="Google Shape;191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468000" y="77291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67999" y="1116615"/>
            <a:ext cx="2952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both the frequency and the angles required to represent the data on a pie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pie chart has been fully constructed, but not labelled.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Label each sector of the pie chart                                           with the correct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Stage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2"/>
          <p:cNvGraphicFramePr/>
          <p:nvPr/>
        </p:nvGraphicFramePr>
        <p:xfrm>
          <a:off x="656538" y="283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{28D83FCB-3E82-4B3A-A65F-5367BDC0C753}</a:tableStyleId>
              </a:tblPr>
              <a:tblGrid>
                <a:gridCol w="855975"/>
                <a:gridCol w="855975"/>
                <a:gridCol w="862975"/>
              </a:tblGrid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KS3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228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142.5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576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2"/>
          <p:cNvSpPr/>
          <p:nvPr/>
        </p:nvSpPr>
        <p:spPr>
          <a:xfrm>
            <a:off x="656550" y="3744465"/>
            <a:ext cx="85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22"/>
          <p:cNvGrpSpPr/>
          <p:nvPr/>
        </p:nvGrpSpPr>
        <p:grpSpPr>
          <a:xfrm>
            <a:off x="623664" y="4011819"/>
            <a:ext cx="2640456" cy="2640456"/>
            <a:chOff x="4873400" y="874825"/>
            <a:chExt cx="3549000" cy="3549000"/>
          </a:xfrm>
        </p:grpSpPr>
        <p:sp>
          <p:nvSpPr>
            <p:cNvPr id="205" name="Google Shape;205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6" name="Google Shape;206;p22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" name="Google Shape;207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11072" r="11064" t="0"/>
          <a:stretch/>
        </p:blipFill>
        <p:spPr>
          <a:xfrm rot="-5400000">
            <a:off x="539387" y="3856078"/>
            <a:ext cx="2809225" cy="29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4140000" y="1116615"/>
            <a:ext cx="1264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table shows both the angles required to represent this data on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2"/>
          <p:cNvGraphicFramePr/>
          <p:nvPr/>
        </p:nvGraphicFramePr>
        <p:xfrm>
          <a:off x="5445475" y="111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{28D83FCB-3E82-4B3A-A65F-5367BDC0C753}</a:tableStyleId>
              </a:tblPr>
              <a:tblGrid>
                <a:gridCol w="819925"/>
                <a:gridCol w="826600"/>
              </a:tblGrid>
              <a:tr h="22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Primary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Secondary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College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0" marB="0" marR="0" marL="0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2"/>
          <p:cNvSpPr txBox="1"/>
          <p:nvPr/>
        </p:nvSpPr>
        <p:spPr>
          <a:xfrm>
            <a:off x="4140000" y="2426290"/>
            <a:ext cx="295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Construct this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2"/>
          <p:cNvGrpSpPr/>
          <p:nvPr/>
        </p:nvGrpSpPr>
        <p:grpSpPr>
          <a:xfrm>
            <a:off x="4290182" y="2682619"/>
            <a:ext cx="2651813" cy="2651813"/>
            <a:chOff x="4873400" y="874825"/>
            <a:chExt cx="3549000" cy="3549000"/>
          </a:xfrm>
        </p:grpSpPr>
        <p:sp>
          <p:nvSpPr>
            <p:cNvPr id="213" name="Google Shape;213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14" name="Google Shape;214;p22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" name="Google Shape;215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16" name="Google Shape;216;p22"/>
          <p:cNvSpPr txBox="1"/>
          <p:nvPr/>
        </p:nvSpPr>
        <p:spPr>
          <a:xfrm>
            <a:off x="467999" y="6900690"/>
            <a:ext cx="2952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table shows both the frequency and most of the angles required to represent the data on a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Construct this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444700" y="1937540"/>
            <a:ext cx="815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468000" y="797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{28D83FCB-3E82-4B3A-A65F-5367BDC0C753}</a:tableStyleId>
              </a:tblPr>
              <a:tblGrid>
                <a:gridCol w="981325"/>
                <a:gridCol w="981325"/>
                <a:gridCol w="989350"/>
              </a:tblGrid>
              <a:tr h="32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Footwear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Trainers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Boots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170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9" name="Google Shape;219;p22"/>
          <p:cNvGrpSpPr/>
          <p:nvPr/>
        </p:nvGrpSpPr>
        <p:grpSpPr>
          <a:xfrm>
            <a:off x="4216991" y="6760480"/>
            <a:ext cx="2798032" cy="2798032"/>
            <a:chOff x="4873400" y="874825"/>
            <a:chExt cx="3549000" cy="3549000"/>
          </a:xfrm>
        </p:grpSpPr>
        <p:sp>
          <p:nvSpPr>
            <p:cNvPr id="220" name="Google Shape;220;p2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