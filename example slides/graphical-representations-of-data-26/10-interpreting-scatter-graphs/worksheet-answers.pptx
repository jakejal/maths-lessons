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139442" y="9694671"/>
            <a:ext cx="303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3daffef6-f0f5-45aa-bd56-1780c4e03ed3&quot; data-equatio-type=&quot;desmos&quot;&gt;&lt;mglyph src=&quot;https://equatio-api.texthelp.com/desmos/get/12-10-2023/3daffef6-f0f5-45aa-bd56-1780c4e03ed3&quot; alt=&quot;Equatio Desmos Graph&quot;/&gt;&lt;/math&gt;" id="172" name="Google Shape;172;p20" title="Equatio Desmos Graph"/>
          <p:cNvPicPr preferRelativeResize="0"/>
          <p:nvPr/>
        </p:nvPicPr>
        <p:blipFill rotWithShape="1">
          <a:blip r:embed="rId3">
            <a:alphaModFix/>
          </a:blip>
          <a:srcRect b="2914" l="6525" r="32376" t="5157"/>
          <a:stretch/>
        </p:blipFill>
        <p:spPr>
          <a:xfrm>
            <a:off x="4122356" y="6686636"/>
            <a:ext cx="2763372" cy="31183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0"/>
          <p:cNvCxnSpPr/>
          <p:nvPr/>
        </p:nvCxnSpPr>
        <p:spPr>
          <a:xfrm rot="10800000">
            <a:off x="4351196" y="6478062"/>
            <a:ext cx="0" cy="3215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0"/>
          <p:cNvCxnSpPr/>
          <p:nvPr/>
        </p:nvCxnSpPr>
        <p:spPr>
          <a:xfrm>
            <a:off x="4343754" y="9685309"/>
            <a:ext cx="2722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0"/>
          <p:cNvSpPr txBox="1"/>
          <p:nvPr/>
        </p:nvSpPr>
        <p:spPr>
          <a:xfrm>
            <a:off x="476400" y="1795922"/>
            <a:ext cx="6768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The scatter graph shows data from the Met Office about the weather in Stornoway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for each month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scatter graphs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Observing trends in scatter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01834" y="2257802"/>
            <a:ext cx="6226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‘true’ or ‘false’ for each statement below, based on the scatter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2672798"/>
            <a:ext cx="29436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Months with more rain tended to have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less sunshine.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Months with more sunshine tended to </a:t>
            </a:r>
            <a:b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have less rain.</a:t>
            </a:r>
            <a:b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Some months recorded no sunshine.</a:t>
            </a:r>
            <a:b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All of the months that had more than </a:t>
            </a:r>
            <a:b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150 mm of rain also had less than </a:t>
            </a:r>
            <a:b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200 hours of sunshine.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895066" y="3080858"/>
            <a:ext cx="4035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899157" y="3772791"/>
            <a:ext cx="4035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88573" y="5213676"/>
            <a:ext cx="4035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895725" y="4286237"/>
            <a:ext cx="4908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133099ea-eba7-4fa8-88c4-b7ecbede6d50&quot; data-equatio-type=&quot;desmos&quot;&gt;&lt;mglyph src=&quot;https://equatio-api.texthelp.com/desmos/get/12-10-2023/133099ea-eba7-4fa8-88c4-b7ecbede6d50&quot; alt=&quot;Equatio Desmos Graph&quot;/&gt;&lt;/math&gt;" id="185" name="Google Shape;185;p20" title="Equatio Desmos Graph"/>
          <p:cNvPicPr preferRelativeResize="0"/>
          <p:nvPr/>
        </p:nvPicPr>
        <p:blipFill rotWithShape="1">
          <a:blip r:embed="rId4">
            <a:alphaModFix/>
          </a:blip>
          <a:srcRect b="6564" l="6950" r="0" t="8509"/>
          <a:stretch/>
        </p:blipFill>
        <p:spPr>
          <a:xfrm>
            <a:off x="3697715" y="2922635"/>
            <a:ext cx="3289830" cy="225186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 rot="-5400000">
            <a:off x="2473434" y="3810532"/>
            <a:ext cx="230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726891" y="5077675"/>
            <a:ext cx="148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 rot="10800000">
            <a:off x="3886145" y="2702851"/>
            <a:ext cx="0" cy="2371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3877662" y="5068641"/>
            <a:ext cx="321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0"/>
          <p:cNvSpPr txBox="1"/>
          <p:nvPr/>
        </p:nvSpPr>
        <p:spPr>
          <a:xfrm>
            <a:off x="476400" y="5956080"/>
            <a:ext cx="6768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The scatter graph shows data from the Met Office about the weather in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towns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for each month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190116" y="6530053"/>
            <a:ext cx="85800" cy="85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207074" y="6502446"/>
            <a:ext cx="133500" cy="133500"/>
          </a:xfrm>
          <a:prstGeom prst="mathMultiply">
            <a:avLst>
              <a:gd fmla="val 23520" name="adj1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285306" y="6483629"/>
            <a:ext cx="682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Heathrow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342443" y="6480999"/>
            <a:ext cx="593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Lerwick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79246" y="6800482"/>
            <a:ext cx="320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town tends to get more rainfall?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9246" y="7457005"/>
            <a:ext cx="320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town tends to get warmer?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9246" y="8114128"/>
            <a:ext cx="32091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new data point records 5℃ and 100 mm.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town is it more likely to be?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79246" y="8999226"/>
            <a:ext cx="32091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new data point records 20℃ and 100 mm.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town is it more likely to be?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41647" y="7040948"/>
            <a:ext cx="706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Lerwick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826735" y="7694996"/>
            <a:ext cx="810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Heathrow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43134" y="8519955"/>
            <a:ext cx="810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Lerwick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843134" y="9432914"/>
            <a:ext cx="810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Heathrow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 rot="-5400000">
            <a:off x="2995519" y="7966656"/>
            <a:ext cx="206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scatter graphs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trends and interpolation to make predictions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76400" y="1338725"/>
            <a:ext cx="6554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scatter graph shows data from the Met Office about the weather in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Armargh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each month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a22c3d9d-a1de-41e5-957f-97e27d43a6f1&quot; data-equatio-type=&quot;desmos&quot;&gt;&lt;mglyph src=&quot;https://equatio-api.texthelp.com/desmos/get/12-10-2023/a22c3d9d-a1de-41e5-957f-97e27d43a6f1&quot; alt=&quot;Equatio Desmos Graph&quot;/&gt;&lt;/math&gt;" id="215" name="Google Shape;215;p21" title="Equatio Desmos Graph"/>
          <p:cNvPicPr preferRelativeResize="0"/>
          <p:nvPr/>
        </p:nvPicPr>
        <p:blipFill rotWithShape="1">
          <a:blip r:embed="rId3">
            <a:alphaModFix/>
          </a:blip>
          <a:srcRect b="1782" l="14038" r="16671" t="15709"/>
          <a:stretch/>
        </p:blipFill>
        <p:spPr>
          <a:xfrm>
            <a:off x="1732924" y="2159637"/>
            <a:ext cx="3913560" cy="34948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21"/>
          <p:cNvCxnSpPr/>
          <p:nvPr/>
        </p:nvCxnSpPr>
        <p:spPr>
          <a:xfrm rot="10800000">
            <a:off x="2429431" y="2007968"/>
            <a:ext cx="0" cy="366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1"/>
          <p:cNvCxnSpPr/>
          <p:nvPr/>
        </p:nvCxnSpPr>
        <p:spPr>
          <a:xfrm>
            <a:off x="1790842" y="5481132"/>
            <a:ext cx="4039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1"/>
          <p:cNvSpPr txBox="1"/>
          <p:nvPr/>
        </p:nvSpPr>
        <p:spPr>
          <a:xfrm rot="-5400000">
            <a:off x="61606" y="3668925"/>
            <a:ext cx="306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2176655" y="5573616"/>
            <a:ext cx="327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minimum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76400" y="6340875"/>
            <a:ext cx="6624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following minimum daily temperatures, estimate the range of maximum daily temperatures.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97771" y="6959041"/>
            <a:ext cx="403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minimum: 10℃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maximum: between         and       ℃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97771" y="7636141"/>
            <a:ext cx="403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minimum: 5℃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maximum: between         and       ℃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97771" y="8313241"/>
            <a:ext cx="403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minimum: 0℃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maximum: between         and       ℃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140566" y="7174552"/>
            <a:ext cx="32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730529" y="7177482"/>
            <a:ext cx="32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150544" y="7852211"/>
            <a:ext cx="32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2756294" y="7855141"/>
            <a:ext cx="32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183601" y="8532804"/>
            <a:ext cx="32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807989" y="8522030"/>
            <a:ext cx="32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