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Interpreting scatter graphs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139442" y="9694671"/>
            <a:ext cx="3032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 descr="&lt;math xmlns=&quot;http://www.w3.org/1998/Math/MathML&quot; data-is-equatio=&quot;1&quot; data-equatio-url=&quot;https://equatio-api.texthelp.com/desmos/get/12-10-2023/3daffef6-f0f5-45aa-bd56-1780c4e03ed3&quot; data-equatio-type=&quot;desmos&quot;&gt;&lt;mglyph src=&quot;https://equatio-api.texthelp.com/desmos/get/12-10-2023/3daffef6-f0f5-45aa-bd56-1780c4e03ed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6525" t="5157" r="32376" b="2914"/>
          <a:stretch>
            <a:fillRect/>
          </a:stretch>
        </p:blipFill>
        <p:spPr>
          <a:xfrm>
            <a:off x="4122356" y="6686636"/>
            <a:ext cx="2763372" cy="31183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20"/>
          <p:cNvCxnSpPr/>
          <p:nvPr/>
        </p:nvCxnSpPr>
        <p:spPr>
          <a:xfrm rot="10800000" flipH="1">
            <a:off x="4351196" y="6478062"/>
            <a:ext cx="0" cy="3215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20"/>
          <p:cNvCxnSpPr/>
          <p:nvPr/>
        </p:nvCxnSpPr>
        <p:spPr>
          <a:xfrm>
            <a:off x="4343754" y="9685309"/>
            <a:ext cx="2722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7" name="Google Shape;167;p20"/>
          <p:cNvSpPr txBox="1"/>
          <p:nvPr/>
        </p:nvSpPr>
        <p:spPr>
          <a:xfrm>
            <a:off x="476400" y="1795922"/>
            <a:ext cx="67680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The scatter graph shows data from the Met Office about the weather in Stornoway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for each month from 1941 to 2022.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Observing trends in scatter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701834" y="2257802"/>
            <a:ext cx="6226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‘true’ or ‘false’ for each statement below, based on the scatter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6400" y="2672798"/>
            <a:ext cx="29436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Months with more rain tended to have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less sunshine.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Months with more sunshine tended to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have less rain.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Some months recorded no sunshine.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All of the months that had more than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150 mm of rain also had less than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200 hours of sunshine.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 descr="&lt;math xmlns=&quot;http://www.w3.org/1998/Math/MathML&quot; data-is-equatio=&quot;1&quot; data-equatio-url=&quot;https://equatio-api.texthelp.com/desmos/get/12-10-2023/133099ea-eba7-4fa8-88c4-b7ecbede6d50&quot; data-equatio-type=&quot;desmos&quot;&gt;&lt;mglyph src=&quot;https://equatio-api.texthelp.com/desmos/get/12-10-2023/133099ea-eba7-4fa8-88c4-b7ecbede6d50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6950" t="8509" b="6564"/>
          <a:stretch>
            <a:fillRect/>
          </a:stretch>
        </p:blipFill>
        <p:spPr>
          <a:xfrm>
            <a:off x="3697715" y="2922635"/>
            <a:ext cx="3289830" cy="225186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 rot="-5400000">
            <a:off x="2473434" y="3810532"/>
            <a:ext cx="230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26891" y="5077675"/>
            <a:ext cx="148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 rot="10800000" flipH="1">
            <a:off x="3886145" y="2702851"/>
            <a:ext cx="0" cy="237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20"/>
          <p:cNvCxnSpPr/>
          <p:nvPr/>
        </p:nvCxnSpPr>
        <p:spPr>
          <a:xfrm>
            <a:off x="3877662" y="5068641"/>
            <a:ext cx="3210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" name="Google Shape;176;p20"/>
          <p:cNvSpPr txBox="1"/>
          <p:nvPr/>
        </p:nvSpPr>
        <p:spPr>
          <a:xfrm>
            <a:off x="476400" y="5956080"/>
            <a:ext cx="67680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The scatter graph shows data from the Met Office about the weather in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 towns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for each month from 1941 to 2022.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190116" y="6530053"/>
            <a:ext cx="85800" cy="85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207074" y="6502446"/>
            <a:ext cx="133500" cy="133500"/>
          </a:xfrm>
          <a:prstGeom prst="mathMultiply">
            <a:avLst>
              <a:gd name="adj1" fmla="val 23520"/>
            </a:avLst>
          </a:prstGeom>
          <a:solidFill>
            <a:srgbClr val="037B7D"/>
          </a:solidFill>
          <a:ln w="952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285306" y="6483629"/>
            <a:ext cx="682200" cy="1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Heathrow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342443" y="6480999"/>
            <a:ext cx="593100" cy="1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Lerwick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79246" y="6800482"/>
            <a:ext cx="3209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town tends to get more rainfall?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9246" y="7457005"/>
            <a:ext cx="3209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town tends to get warmer?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9246" y="8114128"/>
            <a:ext cx="32091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new data point records 5℃ and 100 mm.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Which town is it more likely to be?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9246" y="8999226"/>
            <a:ext cx="32091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 new data point records 20℃ and 100 mm.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Which town is it more likely to be?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 rot="-5400000">
            <a:off x="2995519" y="7966656"/>
            <a:ext cx="206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p21"/>
          <p:cNvSpPr txBox="1"/>
          <p:nvPr/>
        </p:nvSpPr>
        <p:spPr>
          <a:xfrm>
            <a:off x="497771" y="6959041"/>
            <a:ext cx="4039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minimum: 10℃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maximum: between </a:t>
            </a:r>
            <a:r>
              <a:rPr lang="en-GB" sz="11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1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97771" y="7636141"/>
            <a:ext cx="4039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minimum: 5℃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maximum: between </a:t>
            </a:r>
            <a:r>
              <a:rPr lang="en-GB" sz="11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1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97771" y="8313241"/>
            <a:ext cx="4039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minimum: 0℃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maximum: between </a:t>
            </a:r>
            <a:r>
              <a:rPr lang="en-GB" sz="11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1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5" name="Google Shape;19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Interpreting scatter graphs</a:t>
            </a:r>
            <a:endParaRPr/>
          </a:p>
        </p:txBody>
      </p:sp>
      <p:sp>
        <p:nvSpPr>
          <p:cNvPr id="196" name="Google Shape;19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trends and interpolation to make predictions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76400" y="1338725"/>
            <a:ext cx="65541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scatter graph shows data from the Met Office about the weather in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Armargh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each month from 1941 to 2022.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1" descr="&lt;math xmlns=&quot;http://www.w3.org/1998/Math/MathML&quot; data-is-equatio=&quot;1&quot; data-equatio-url=&quot;https://equatio-api.texthelp.com/desmos/get/12-10-2023/a22c3d9d-a1de-41e5-957f-97e27d43a6f1&quot; data-equatio-type=&quot;desmos&quot;&gt;&lt;mglyph src=&quot;https://equatio-api.texthelp.com/desmos/get/12-10-2023/a22c3d9d-a1de-41e5-957f-97e27d43a6f1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4038" t="15709" r="16671" b="1782"/>
          <a:stretch>
            <a:fillRect/>
          </a:stretch>
        </p:blipFill>
        <p:spPr>
          <a:xfrm>
            <a:off x="1732924" y="2159637"/>
            <a:ext cx="3913560" cy="34948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21"/>
          <p:cNvCxnSpPr/>
          <p:nvPr/>
        </p:nvCxnSpPr>
        <p:spPr>
          <a:xfrm rot="10800000" flipH="1">
            <a:off x="2429431" y="2007968"/>
            <a:ext cx="0" cy="366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21"/>
          <p:cNvCxnSpPr/>
          <p:nvPr/>
        </p:nvCxnSpPr>
        <p:spPr>
          <a:xfrm>
            <a:off x="1790842" y="5481132"/>
            <a:ext cx="4039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3" name="Google Shape;203;p21"/>
          <p:cNvSpPr txBox="1"/>
          <p:nvPr/>
        </p:nvSpPr>
        <p:spPr>
          <a:xfrm rot="-5400000">
            <a:off x="61606" y="3668925"/>
            <a:ext cx="3066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176655" y="5573616"/>
            <a:ext cx="3275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mean of daily minimum temperature (℃)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76400" y="6340875"/>
            <a:ext cx="6624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the following minimum daily temperatures, estimate the range of maximum daily temperatures.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Interpreting scatter graphs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2023-12-08T09:39:46.559</cp:lastPrinted>
  <dcterms:created xsi:type="dcterms:W3CDTF">2023-12-08T09:39:46Z</dcterms:created>
  <dcterms:modified xsi:type="dcterms:W3CDTF">2023-12-08T09:42:46Z</dcterms:modified>
</cp:coreProperties>
</file>