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BDBE6B-492A-4D38-A33A-FC42C8C2F0F4}">
  <a:tblStyle styleId="{8CBDBE6B-492A-4D38-A33A-FC42C8C2F0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spreadsheets/d/11cPHtkYg7iz-vCXOfESCYAWHbmE3L2Im9mXP2Vd3Ha8/edit?gid=0#gid=0" TargetMode="External"/><Relationship Id="rId4" Type="http://schemas.openxmlformats.org/officeDocument/2006/relationships/image" Target="../media/image7.png"/><Relationship Id="rId5" Type="http://schemas.openxmlformats.org/officeDocument/2006/relationships/hyperlink" Target="https://www.desmos.com/calculator/1ors835gmq" TargetMode="External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bar charts by utilising technology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2812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Creating bar charts on spreadsheet software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17499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flower sales at a garden centre are recorded.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bar chart for this list of data: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rose, tulip, marigold, viola, rose, rose, marigold, viola, daffodil, tulip, daffodil, petunia, marigold, daffodil, rose, tulip, petunia, petunia, tulip, marigold, rose, viola, rose, petunia, viola, viola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Ensure it has a title on both axes.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Would you advise the garden centre to order an equal amount of each flower next time or different amounts? Explain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73125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bar chart for this table of data about visitors to a museum.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" name="Google Shape;166;p20"/>
          <p:cNvGraphicFramePr/>
          <p:nvPr/>
        </p:nvGraphicFramePr>
        <p:xfrm>
          <a:off x="898738" y="755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{8CBDBE6B-492A-4D38-A33A-FC42C8C2F0F4}</a:tableStyleId>
              </a:tblPr>
              <a:tblGrid>
                <a:gridCol w="1093600"/>
                <a:gridCol w="1115875"/>
              </a:tblGrid>
              <a:tr h="52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 of the week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Tuesday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Wednesday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Thursday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Friday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bar charts by utilising technology</a:t>
            </a:r>
            <a:endParaRPr/>
          </a:p>
        </p:txBody>
      </p:sp>
      <p:sp>
        <p:nvSpPr>
          <p:cNvPr id="173" name="Google Shape;173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476400" y="759300"/>
            <a:ext cx="6223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bar chart for this table of data about visitors to a museum.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4561142" y="1096500"/>
            <a:ext cx="249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What is different about this bar chart?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1"/>
          <p:cNvCxnSpPr/>
          <p:nvPr/>
        </p:nvCxnSpPr>
        <p:spPr>
          <a:xfrm>
            <a:off x="474125" y="3572925"/>
            <a:ext cx="6629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21"/>
          <p:cNvSpPr txBox="1"/>
          <p:nvPr/>
        </p:nvSpPr>
        <p:spPr>
          <a:xfrm>
            <a:off x="476400" y="4264500"/>
            <a:ext cx="66294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</a:t>
            </a:r>
            <a:r>
              <a:rPr lang="en-GB" sz="12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Template file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🖇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recreate this bar chart.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" name="Google Shape;179;p21" title="Chart"/>
          <p:cNvPicPr preferRelativeResize="0"/>
          <p:nvPr/>
        </p:nvPicPr>
        <p:blipFill rotWithShape="1">
          <a:blip r:embed="rId4">
            <a:alphaModFix/>
          </a:blip>
          <a:srcRect b="4095" l="1845" r="0" t="0"/>
          <a:stretch/>
        </p:blipFill>
        <p:spPr>
          <a:xfrm>
            <a:off x="592525" y="4510525"/>
            <a:ext cx="3856699" cy="233359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468000" y="361412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Creating bar charts using a template file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76400" y="6931500"/>
            <a:ext cx="66294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Task B Question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 recreate this bar chart showing the number of time zones per country (including overseas territories).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9013" y="7430550"/>
            <a:ext cx="3051936" cy="2451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" name="Google Shape;183;p21"/>
          <p:cNvGraphicFramePr/>
          <p:nvPr/>
        </p:nvGraphicFramePr>
        <p:xfrm>
          <a:off x="950350" y="100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{8CBDBE6B-492A-4D38-A33A-FC42C8C2F0F4}</a:tableStyleId>
              </a:tblPr>
              <a:tblGrid>
                <a:gridCol w="1166800"/>
                <a:gridCol w="1085750"/>
                <a:gridCol w="1046175"/>
              </a:tblGrid>
              <a:tr h="51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 of the week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(week 1)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 (week 2)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4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4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Tuesday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4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Wednesday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4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Thursday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4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Friday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4" name="Google Shape;184;p21"/>
          <p:cNvSpPr txBox="1"/>
          <p:nvPr/>
        </p:nvSpPr>
        <p:spPr>
          <a:xfrm>
            <a:off x="338750" y="10133100"/>
            <a:ext cx="72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9E9E9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9E9E9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9E9E9E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rgbClr val="9E9E9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