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19B1199-FCEF-4155-88DD-D2CC6ABDB2A5}">
  <a:tblStyle styleId="{B19B1199-FCEF-4155-88DD-D2CC6ABDB2A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  <a:tblStyle styleId="{7B3DF31A-4539-4760-BBFA-712C399BE69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Plotting bivariate data on a scatter graph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table shows weather data from Bradford, for five months in 2021.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this data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645550" y="2519300"/>
          <a:ext cx="2248675" cy="2590770"/>
        </p:xfrm>
        <a:graphic>
          <a:graphicData uri="http://schemas.openxmlformats.org/drawingml/2006/table">
            <a:tbl>
              <a:tblPr>
                <a:noFill/>
                <a:tableStyleId>{B19B1199-FCEF-4155-88DD-D2CC6ABDB2A5}</a:tableStyleId>
              </a:tblPr>
              <a:tblGrid>
                <a:gridCol w="630825"/>
                <a:gridCol w="714100"/>
                <a:gridCol w="9037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Month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rainfall (mm)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 sunshine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Feb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Apr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Jun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Aug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Oct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66" name="Google Shape;166;p20" descr="&lt;math xmlns=&quot;http://www.w3.org/1998/Math/MathML&quot; data-is-equatio=&quot;1&quot; data-equatio-url=&quot;https://equatio-api.texthelp.com/desmos/get/11-10-2023/ac2c5b79-ef90-449e-982e-9d228e988380&quot; data-equatio-type=&quot;desmos&quot;&gt;&lt;mglyph src=&quot;https://equatio-api.texthelp.com/desmos/get/11-10-2023/ac2c5b79-ef90-449e-982e-9d228e988380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926" t="7723" r="19916" b="2574"/>
          <a:stretch>
            <a:fillRect/>
          </a:stretch>
        </p:blipFill>
        <p:spPr>
          <a:xfrm>
            <a:off x="3406262" y="2479375"/>
            <a:ext cx="3497476" cy="2972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0"/>
          <p:cNvCxnSpPr/>
          <p:nvPr/>
        </p:nvCxnSpPr>
        <p:spPr>
          <a:xfrm>
            <a:off x="3629688" y="5319600"/>
            <a:ext cx="34623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8" name="Google Shape;168;p20"/>
          <p:cNvSpPr txBox="1"/>
          <p:nvPr/>
        </p:nvSpPr>
        <p:spPr>
          <a:xfrm>
            <a:off x="4625550" y="5386225"/>
            <a:ext cx="15120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rainfall (mm)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" name="Google Shape;169;p20"/>
          <p:cNvCxnSpPr/>
          <p:nvPr/>
        </p:nvCxnSpPr>
        <p:spPr>
          <a:xfrm rot="10800000" flipH="1">
            <a:off x="3629338" y="2295725"/>
            <a:ext cx="0" cy="30255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0" name="Google Shape;170;p20"/>
          <p:cNvSpPr txBox="1"/>
          <p:nvPr/>
        </p:nvSpPr>
        <p:spPr>
          <a:xfrm rot="-5400000">
            <a:off x="2412350" y="3634975"/>
            <a:ext cx="16989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1" name="Google Shape;171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0"/>
          <p:cNvSpPr txBox="1"/>
          <p:nvPr/>
        </p:nvSpPr>
        <p:spPr>
          <a:xfrm>
            <a:off x="468000" y="5942500"/>
            <a:ext cx="662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Jacob runs a series of long-distance races.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For each race, he records his time and the elevation (steepness) of the course.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Jacob’s data on the </a:t>
            </a:r>
            <a:r>
              <a:rPr lang="en-GB" sz="11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3" name="Google Shape;173;p20" descr="&lt;math xmlns=&quot;http://www.w3.org/1998/Math/MathML&quot; data-is-equatio=&quot;1&quot; data-equatio-url=&quot;https://equatio-api.texthelp.com/desmos/get/11-10-2023/b61369b1-49ff-4276-9681-984370d07f9f&quot; data-equatio-type=&quot;desmos&quot;&gt;&lt;mglyph src=&quot;https://equatio-api.texthelp.com/desmos/get/11-10-2023/b61369b1-49ff-4276-9681-984370d07f9f&quot; alt=&quot;Equatio Desmos Graph&quot;/&gt;&lt;/math&gt;" title="Equatio Desmos Graph"/>
          <p:cNvPicPr preferRelativeResize="0"/>
          <p:nvPr/>
        </p:nvPicPr>
        <p:blipFill>
          <a:blip r:embed="rId4">
            <a:alphaModFix/>
          </a:blip>
          <a:srcRect l="1234" t="18136" r="25279" b="970"/>
          <a:stretch>
            <a:fillRect/>
          </a:stretch>
        </p:blipFill>
        <p:spPr>
          <a:xfrm>
            <a:off x="3447310" y="6727767"/>
            <a:ext cx="3440732" cy="2840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0"/>
          <p:cNvCxnSpPr/>
          <p:nvPr/>
        </p:nvCxnSpPr>
        <p:spPr>
          <a:xfrm>
            <a:off x="3705908" y="9452923"/>
            <a:ext cx="3362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5" name="Google Shape;175;p20"/>
          <p:cNvSpPr txBox="1"/>
          <p:nvPr/>
        </p:nvSpPr>
        <p:spPr>
          <a:xfrm>
            <a:off x="4941150" y="9488635"/>
            <a:ext cx="12726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elevation (m)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rot="10800000" flipH="1">
            <a:off x="3719174" y="6567130"/>
            <a:ext cx="0" cy="2891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7" name="Google Shape;177;p20"/>
          <p:cNvSpPr txBox="1"/>
          <p:nvPr/>
        </p:nvSpPr>
        <p:spPr>
          <a:xfrm rot="-5400000">
            <a:off x="2916131" y="7872918"/>
            <a:ext cx="795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time (s)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645538" y="6803660"/>
          <a:ext cx="2248675" cy="2286000"/>
        </p:xfrm>
        <a:graphic>
          <a:graphicData uri="http://schemas.openxmlformats.org/drawingml/2006/table">
            <a:tbl>
              <a:tblPr>
                <a:noFill/>
                <a:tableStyleId>{B19B1199-FCEF-4155-88DD-D2CC6ABDB2A5}</a:tableStyleId>
              </a:tblPr>
              <a:tblGrid>
                <a:gridCol w="1257725"/>
                <a:gridCol w="990950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elevation (m)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1756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1644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1735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4" name="Google Shape;184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Constructing scatter graphs</a:t>
            </a:r>
            <a:endParaRPr/>
          </a:p>
        </p:txBody>
      </p:sp>
      <p:sp>
        <p:nvSpPr>
          <p:cNvPr id="185" name="Google Shape;18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Deciding which axis to use for each variable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6825" y="1352675"/>
            <a:ext cx="66240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pair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bivariate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data, determine which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independent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variable and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which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dependent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variable.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619225" y="2049300"/>
            <a:ext cx="311550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Example: ice cream sales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maximum temperature of day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619225" y="2745925"/>
            <a:ext cx="4810200" cy="2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amount of water in a kettle (ml)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time it take for the kettle to boil (s)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time it takes to complete a running course (s)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steepness of the running course (m)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age of a child (years)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height of the child (m)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number of floods reported in a month 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amount of rainfall in the month (mm)</a:t>
            </a:r>
            <a:b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534450" y="2042188"/>
            <a:ext cx="9453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3595715" y="2230454"/>
            <a:ext cx="1192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independent</a:t>
            </a:r>
            <a:endParaRPr sz="1100" b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76400" y="5255100"/>
            <a:ext cx="66240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data below shows the age and heights for a sample of six children.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Plot the data on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scatter graph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4" name="Google Shape;194;p21"/>
          <p:cNvGraphicFramePr>
            <a:graphicFrameLocks noGrp="1"/>
          </p:cNvGraphicFramePr>
          <p:nvPr/>
        </p:nvGraphicFramePr>
        <p:xfrm>
          <a:off x="741684" y="60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{7B3DF31A-4539-4760-BBFA-712C399BE694}</a:tableStyleId>
              </a:tblPr>
              <a:tblGrid>
                <a:gridCol w="876925"/>
                <a:gridCol w="915850"/>
              </a:tblGrid>
              <a:tr h="4925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ages (years)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height (cm)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22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95" name="Google Shape;195;p21" descr="&lt;math xmlns=&quot;http://www.w3.org/1998/Math/MathML&quot; data-is-equatio=&quot;1&quot; data-equatio-url=&quot;https://equatio-api.texthelp.com/desmos/get/11-10-2023/1b1ccfa3-bd22-4ff3-9d49-49fa513ed828&quot; data-equatio-type=&quot;desmos&quot;&gt;&lt;mglyph src=&quot;https://equatio-api.texthelp.com/desmos/get/11-10-2023/1b1ccfa3-bd22-4ff3-9d49-49fa513ed828&quot; alt=&quot;Equatio Desmos Graph&quot;/&gt;&lt;/math&gt;" title="Equatio Desmos Graph"/>
          <p:cNvPicPr preferRelativeResize="0"/>
          <p:nvPr/>
        </p:nvPicPr>
        <p:blipFill>
          <a:blip r:embed="rId3">
            <a:alphaModFix/>
          </a:blip>
          <a:srcRect l="9098" t="3205" r="39202" b="7747"/>
          <a:stretch>
            <a:fillRect/>
          </a:stretch>
        </p:blipFill>
        <p:spPr>
          <a:xfrm>
            <a:off x="3775645" y="6003476"/>
            <a:ext cx="2802978" cy="3219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21"/>
          <p:cNvCxnSpPr/>
          <p:nvPr/>
        </p:nvCxnSpPr>
        <p:spPr>
          <a:xfrm>
            <a:off x="3782091" y="9218887"/>
            <a:ext cx="30222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1"/>
          <p:cNvCxnSpPr/>
          <p:nvPr/>
        </p:nvCxnSpPr>
        <p:spPr>
          <a:xfrm rot="10800000" flipH="1">
            <a:off x="3781688" y="5786917"/>
            <a:ext cx="0" cy="3436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Constructing scatter graphs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2023-12-08T09:38:56.047</cp:lastPrinted>
  <dcterms:created xsi:type="dcterms:W3CDTF">2023-12-08T09:38:56Z</dcterms:created>
  <dcterms:modified xsi:type="dcterms:W3CDTF">2023-12-08T09:39:05Z</dcterms:modified>
</cp:coreProperties>
</file>