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E5C7556-9F62-4297-8CF7-56945861A2D0}">
  <a:tblStyle styleId="{DE5C7556-9F62-4297-8CF7-56945861A2D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9F1AE223-08F0-4B66-B69E-1AF5374A99C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constructing bar charts by hand</a:t>
            </a:r>
            <a:endParaRPr/>
          </a:p>
        </p:txBody>
      </p:sp>
      <p:sp>
        <p:nvSpPr>
          <p:cNvPr id="162" name="Google Shape;16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9900" y="1387475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Constructing and interpreting bar charts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2092000" y="2445025"/>
            <a:ext cx="419700" cy="3174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76400" y="1826100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vertical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scale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6" name="Google Shape;16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2036" y="2217006"/>
            <a:ext cx="4806576" cy="3174824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0"/>
          <p:cNvSpPr txBox="1"/>
          <p:nvPr/>
        </p:nvSpPr>
        <p:spPr>
          <a:xfrm>
            <a:off x="1635356" y="3229312"/>
            <a:ext cx="54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48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2455200" y="6205475"/>
            <a:ext cx="419700" cy="294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476400" y="56361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frequency table and bar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chart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0" name="Google Shape;17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53201" y="6357875"/>
            <a:ext cx="3967824" cy="242299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1" name="Google Shape;171;p20"/>
          <p:cNvGraphicFramePr/>
          <p:nvPr/>
        </p:nvGraphicFramePr>
        <p:xfrm>
          <a:off x="659550" y="6011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{DE5C7556-9F62-4297-8CF7-56945861A2D0}</a:tableStyleId>
              </a:tblPr>
              <a:tblGrid>
                <a:gridCol w="984775"/>
                <a:gridCol w="1026400"/>
              </a:tblGrid>
              <a:tr h="452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sweets per pack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5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5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5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5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7575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2" name="Google Shape;172;p20"/>
          <p:cNvSpPr txBox="1"/>
          <p:nvPr/>
        </p:nvSpPr>
        <p:spPr>
          <a:xfrm>
            <a:off x="5517750" y="8700675"/>
            <a:ext cx="157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Sweets per pack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3" name="Google Shape;173;p20"/>
          <p:cNvCxnSpPr/>
          <p:nvPr/>
        </p:nvCxnSpPr>
        <p:spPr>
          <a:xfrm>
            <a:off x="479425" y="9902825"/>
            <a:ext cx="6619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" name="Google Shape;174;p20"/>
          <p:cNvSpPr/>
          <p:nvPr/>
        </p:nvSpPr>
        <p:spPr>
          <a:xfrm>
            <a:off x="1692000" y="6948000"/>
            <a:ext cx="945000" cy="3693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0" name="Google Shape;180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constructing bar charts by hand</a:t>
            </a:r>
            <a:endParaRPr/>
          </a:p>
        </p:txBody>
      </p:sp>
      <p:sp>
        <p:nvSpPr>
          <p:cNvPr id="181" name="Google Shape;181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1"/>
          <p:cNvSpPr txBox="1"/>
          <p:nvPr/>
        </p:nvSpPr>
        <p:spPr>
          <a:xfrm>
            <a:off x="468000" y="720000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Using bar charts in a data investigation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476400" y="1236975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Decide whether each data set should be ordered or not.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Colours of karate belts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1" marL="9144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Animals at a zoo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1" marL="9144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Types of pen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1" marL="9144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Movie genres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1" marL="91440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Clothing sizes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476400" y="4112100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Jacob wants to see if there is any trend to his step count. He collects data over a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two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week period. Week one is displayed,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add week two to the bar chart.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1"/>
          <p:cNvSpPr txBox="1"/>
          <p:nvPr/>
        </p:nvSpPr>
        <p:spPr>
          <a:xfrm rot="-5400000">
            <a:off x="397869" y="4803801"/>
            <a:ext cx="138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Frequency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4323326" y="7158150"/>
            <a:ext cx="8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Days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8" name="Google Shape;188;p21"/>
          <p:cNvGraphicFramePr/>
          <p:nvPr/>
        </p:nvGraphicFramePr>
        <p:xfrm>
          <a:off x="5323175" y="4603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{9F1AE223-08F0-4B66-B69E-1AF5374A99C7}</a:tableStyleId>
              </a:tblPr>
              <a:tblGrid>
                <a:gridCol w="538375"/>
                <a:gridCol w="643175"/>
              </a:tblGrid>
              <a:tr h="30325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Week 2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/>
                </a:tc>
                <a:tc hMerge="1"/>
              </a:tr>
              <a:tr h="30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8 600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/>
                </a:tc>
              </a:tr>
              <a:tr h="30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Tue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8 900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/>
                </a:tc>
              </a:tr>
              <a:tr h="30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Wed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8 700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/>
                </a:tc>
              </a:tr>
              <a:tr h="30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Thu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9 300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/>
                </a:tc>
              </a:tr>
              <a:tr h="30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Fri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9 100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/>
                </a:tc>
              </a:tr>
              <a:tr h="30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Sat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4 500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/>
                </a:tc>
              </a:tr>
              <a:tr h="30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Sun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4 700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/>
                </a:tc>
              </a:tr>
            </a:tbl>
          </a:graphicData>
        </a:graphic>
      </p:graphicFrame>
      <p:sp>
        <p:nvSpPr>
          <p:cNvPr id="189" name="Google Shape;189;p21"/>
          <p:cNvSpPr txBox="1"/>
          <p:nvPr/>
        </p:nvSpPr>
        <p:spPr>
          <a:xfrm>
            <a:off x="476400" y="7629000"/>
            <a:ext cx="6624000" cy="22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What comments can you make regarding Jacob’s daily step count?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Justify your comments.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0" name="Google Shape;19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6975" y="4766550"/>
            <a:ext cx="3697334" cy="242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