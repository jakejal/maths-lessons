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0B407C-0FA5-456C-A626-F8C476752744}">
  <a:tblStyle styleId="{F90B407C-0FA5-456C-A626-F8C4767527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B0300B-5C61-4E20-A935-90EA186DED4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9900" y="13874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Constructing and interpreting bar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092000" y="2445025"/>
            <a:ext cx="419700" cy="317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826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vertical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036" y="2217006"/>
            <a:ext cx="4806576" cy="317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635356" y="3229312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677881" y="4465487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609506" y="4048762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609506" y="3657662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35356" y="2837137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635356" y="2429750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 rot="-5400000">
            <a:off x="703981" y="2588731"/>
            <a:ext cx="13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Frequency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455200" y="6205475"/>
            <a:ext cx="419700" cy="294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56361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frequency table and bar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chart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201" y="6357875"/>
            <a:ext cx="3967824" cy="24229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/>
        </p:nvGraphicFramePr>
        <p:xfrm>
          <a:off x="659550" y="601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{F90B407C-0FA5-456C-A626-F8C476752744}</a:tableStyleId>
              </a:tblPr>
              <a:tblGrid>
                <a:gridCol w="976050"/>
                <a:gridCol w="1017325"/>
              </a:tblGrid>
              <a:tr h="45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sweets per pack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5517750" y="8700675"/>
            <a:ext cx="15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Sweets per pack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947331" y="8131338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946076" y="7917926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955013" y="7698743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937806" y="7502405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909231" y="7296542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909231" y="7092522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923362" y="6886321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923362" y="6682916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904312" y="6473673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894479" y="6264123"/>
            <a:ext cx="5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rot="-5400000">
            <a:off x="2416075" y="6513725"/>
            <a:ext cx="8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Frequency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79425" y="9902825"/>
            <a:ext cx="6619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7200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bar charts in a data investigation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12369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Decide whether each data set should be ordered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Colours of karate belts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Animals at a zoo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Types of pen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Movie genres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Clothing sizes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1681798" y="1597768"/>
            <a:ext cx="348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Ordered as there is a ranking system.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687175" y="2083794"/>
            <a:ext cx="348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687175" y="2612696"/>
            <a:ext cx="348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670715" y="3116198"/>
            <a:ext cx="348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708815" y="3608274"/>
            <a:ext cx="348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Ordered e.g. XS, S, M, L, XL, XXL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76400" y="4112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wants to see if there is any trend to his step count. He collects data over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week period. Week one is displayed,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week two to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225" y="4747050"/>
            <a:ext cx="3697376" cy="242597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 rot="-5400000">
            <a:off x="397869" y="4803801"/>
            <a:ext cx="13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323326" y="7158150"/>
            <a:ext cx="8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1"/>
          <p:cNvGraphicFramePr/>
          <p:nvPr/>
        </p:nvGraphicFramePr>
        <p:xfrm>
          <a:off x="5323175" y="46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{1DB0300B-5C61-4E20-A935-90EA186DED4D}</a:tableStyleId>
              </a:tblPr>
              <a:tblGrid>
                <a:gridCol w="538375"/>
                <a:gridCol w="643175"/>
              </a:tblGrid>
              <a:tr h="303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 hMerge="1"/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</a:tbl>
          </a:graphicData>
        </a:graphic>
      </p:graphicFrame>
      <p:sp>
        <p:nvSpPr>
          <p:cNvPr id="221" name="Google Shape;221;p21"/>
          <p:cNvSpPr txBox="1"/>
          <p:nvPr/>
        </p:nvSpPr>
        <p:spPr>
          <a:xfrm>
            <a:off x="476400" y="7629000"/>
            <a:ext cx="66240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comments can you make regarding Jacob’s daily step count?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 your comments.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30850" y="8103225"/>
            <a:ext cx="656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may have responded with: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His daily step count is lower at the weekend. This may be because he isn’t walking around a school building.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daily step counts are similar between the two weeks, this may be due to him following the same timetable during the week and the same hobbies at the weekend.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