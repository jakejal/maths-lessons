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pictograms and bar charts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76400" y="1902300"/>
            <a:ext cx="662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statements regarding the pictogram.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545500" y="2164950"/>
            <a:ext cx="43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Most people play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football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545500" y="2724775"/>
            <a:ext cx="43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Golf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the least played sport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545500" y="3284600"/>
            <a:ext cx="3555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Twice as many people play hockey than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rugby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3548125" y="3847050"/>
            <a:ext cx="3543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4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same amount of people play football as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hockey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rugby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combined.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21788" y="2227104"/>
            <a:ext cx="312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59821" y="2284287"/>
            <a:ext cx="7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Cricket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847100" y="2609775"/>
            <a:ext cx="56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Golf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97770" y="2935248"/>
            <a:ext cx="7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Rugby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75376" y="3260729"/>
            <a:ext cx="79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Football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32658" y="3586210"/>
            <a:ext cx="7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Hockey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 descr="&lt;math xmlns=&quot;http://www.w3.org/1998/Math/MathML&quot; data-is-equatio=&quot;1&quot; data-equatio-url=&quot;https://equatio-api.texthelp.com/desmos/get/06-10-2023/a82a4c9a-2426-4566-b4eb-7bdc5b411840&quot; data-equatio-type=&quot;image&quot;&gt;&lt;mglyph src=&quot;https://equatio-api.texthelp.com/desmos/get/06-10-2023/a82a4c9a-2426-4566-b4eb-7bdc5b411840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276" y="2269554"/>
            <a:ext cx="2554940" cy="1700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0371" y="2328601"/>
            <a:ext cx="241897" cy="24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rcRect r="42899"/>
          <a:stretch>
            <a:fillRect/>
          </a:stretch>
        </p:blipFill>
        <p:spPr>
          <a:xfrm>
            <a:off x="1666626" y="2328603"/>
            <a:ext cx="138126" cy="24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0371" y="2979562"/>
            <a:ext cx="241897" cy="24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6626" y="2979562"/>
            <a:ext cx="241897" cy="24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0371" y="3305043"/>
            <a:ext cx="241897" cy="24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4085" y="3305043"/>
            <a:ext cx="241897" cy="24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7800" y="3305043"/>
            <a:ext cx="241897" cy="24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1514" y="3305043"/>
            <a:ext cx="241897" cy="24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6398" y="3305043"/>
            <a:ext cx="241897" cy="24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0113" y="3305043"/>
            <a:ext cx="241897" cy="24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0371" y="3656857"/>
            <a:ext cx="241897" cy="24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4085" y="3656857"/>
            <a:ext cx="241897" cy="24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7800" y="3656857"/>
            <a:ext cx="241897" cy="24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1514" y="3656857"/>
            <a:ext cx="241897" cy="24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rcRect l="-5" r="42905"/>
          <a:stretch>
            <a:fillRect/>
          </a:stretch>
        </p:blipFill>
        <p:spPr>
          <a:xfrm>
            <a:off x="1386177" y="2638225"/>
            <a:ext cx="138125" cy="2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 descr="&lt;math xmlns=&quot;http://www.w3.org/1998/Math/MathML&quot; data-is-equatio=&quot;1&quot; data-equatio-url=&quot;https://equatio-api.texthelp.com/desmos/get/05-10-2023/aa9a1e74-d6b9-4b36-b136-6726bb3bb113&quot; data-equatio-type=&quot;image&quot;&gt;&lt;mglyph src=&quot;https://equatio-api.texthelp.com/desmos/get/05-10-2023/aa9a1e74-d6b9-4b36-b136-6726bb3bb113&quot; alt=&quot;Equatio Image&quot;/&gt;&lt;/math&gt;" title="Equatio Image"/>
          <p:cNvSpPr txBox="1"/>
          <p:nvPr/>
        </p:nvSpPr>
        <p:spPr>
          <a:xfrm>
            <a:off x="476400" y="5026500"/>
            <a:ext cx="66240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pictogram.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has 6 more cogs than Izzy.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" name="Google Shape;201;p20"/>
          <p:cNvGrpSpPr/>
          <p:nvPr/>
        </p:nvGrpSpPr>
        <p:grpSpPr>
          <a:xfrm>
            <a:off x="4144426" y="4925343"/>
            <a:ext cx="2556985" cy="1682882"/>
            <a:chOff x="1019360" y="5839700"/>
            <a:chExt cx="3704165" cy="2437900"/>
          </a:xfrm>
        </p:grpSpPr>
        <p:cxnSp>
          <p:nvCxnSpPr>
            <p:cNvPr id="202" name="Google Shape;202;p20"/>
            <p:cNvCxnSpPr/>
            <p:nvPr/>
          </p:nvCxnSpPr>
          <p:spPr>
            <a:xfrm flipH="1">
              <a:off x="1800750" y="5839700"/>
              <a:ext cx="0" cy="15111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03" name="Google Shape;203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892100" y="5956450"/>
              <a:ext cx="458100" cy="4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410800" y="5956450"/>
              <a:ext cx="458100" cy="4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29500" y="5956450"/>
              <a:ext cx="458100" cy="4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448200" y="5956450"/>
              <a:ext cx="458100" cy="4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66900" y="5956450"/>
              <a:ext cx="458100" cy="458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8" name="Google Shape;208;p20"/>
            <p:cNvCxnSpPr/>
            <p:nvPr/>
          </p:nvCxnSpPr>
          <p:spPr>
            <a:xfrm>
              <a:off x="1022125" y="6586200"/>
              <a:ext cx="3701400" cy="16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9" name="Google Shape;209;p20"/>
            <p:cNvSpPr txBox="1"/>
            <p:nvPr/>
          </p:nvSpPr>
          <p:spPr>
            <a:xfrm>
              <a:off x="1092913" y="6015213"/>
              <a:ext cx="939000" cy="53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1019360" y="6701002"/>
              <a:ext cx="939000" cy="53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1" name="Google Shape;211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9475" y="7703800"/>
              <a:ext cx="458100" cy="45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20"/>
            <p:cNvSpPr txBox="1"/>
            <p:nvPr/>
          </p:nvSpPr>
          <p:spPr>
            <a:xfrm>
              <a:off x="1797912" y="7742400"/>
              <a:ext cx="1292400" cy="53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= 3 cogs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3" name="Google Shape;213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892100" y="6662400"/>
              <a:ext cx="458100" cy="4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410800" y="6662400"/>
              <a:ext cx="458100" cy="4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29500" y="6662400"/>
              <a:ext cx="458100" cy="45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" name="Google Shape;216;p20" descr="&lt;math xmlns=&quot;http://www.w3.org/1998/Math/MathML&quot; data-is-equatio=&quot;1&quot; data-equatio-url=&quot;https://equatio-api.texthelp.com/desmos/get/05-10-2023/aa9a1e74-d6b9-4b36-b136-6726bb3bb113&quot; data-equatio-type=&quot;image&quot;&gt;&lt;mglyph src=&quot;https://equatio-api.texthelp.com/desmos/get/05-10-2023/aa9a1e74-d6b9-4b36-b136-6726bb3bb113&quot; alt=&quot;Equatio Image&quot;/&gt;&lt;/math&gt;" title="Equatio Image"/>
          <p:cNvSpPr txBox="1"/>
          <p:nvPr/>
        </p:nvSpPr>
        <p:spPr>
          <a:xfrm>
            <a:off x="476400" y="7160100"/>
            <a:ext cx="66240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the key to this pictogram.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is a total of 280 apples.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220775" y="7805925"/>
            <a:ext cx="129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Key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4679400" y="8134350"/>
            <a:ext cx="129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9" name="Google Shape;219;p20"/>
          <p:cNvGrpSpPr/>
          <p:nvPr/>
        </p:nvGrpSpPr>
        <p:grpSpPr>
          <a:xfrm>
            <a:off x="772802" y="7978378"/>
            <a:ext cx="2689633" cy="1470725"/>
            <a:chOff x="697730" y="7749750"/>
            <a:chExt cx="4025795" cy="2201355"/>
          </a:xfrm>
        </p:grpSpPr>
        <p:cxnSp>
          <p:nvCxnSpPr>
            <p:cNvPr id="220" name="Google Shape;220;p20"/>
            <p:cNvCxnSpPr/>
            <p:nvPr/>
          </p:nvCxnSpPr>
          <p:spPr>
            <a:xfrm flipH="1">
              <a:off x="1767812" y="7770075"/>
              <a:ext cx="2700" cy="21336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p20"/>
            <p:cNvCxnSpPr/>
            <p:nvPr/>
          </p:nvCxnSpPr>
          <p:spPr>
            <a:xfrm>
              <a:off x="1022125" y="8491200"/>
              <a:ext cx="3701400" cy="16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2" name="Google Shape;222;p20"/>
            <p:cNvSpPr txBox="1"/>
            <p:nvPr/>
          </p:nvSpPr>
          <p:spPr>
            <a:xfrm>
              <a:off x="706373" y="7920229"/>
              <a:ext cx="1335300" cy="5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Week 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23" name="Google Shape;223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1800738" y="7749750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4" name="Google Shape;224;p20"/>
            <p:cNvCxnSpPr/>
            <p:nvPr/>
          </p:nvCxnSpPr>
          <p:spPr>
            <a:xfrm>
              <a:off x="1022125" y="9200675"/>
              <a:ext cx="3701400" cy="16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5" name="Google Shape;225;p20"/>
            <p:cNvSpPr txBox="1"/>
            <p:nvPr/>
          </p:nvSpPr>
          <p:spPr>
            <a:xfrm>
              <a:off x="697730" y="8623492"/>
              <a:ext cx="1496100" cy="5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Week 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0"/>
            <p:cNvSpPr txBox="1"/>
            <p:nvPr/>
          </p:nvSpPr>
          <p:spPr>
            <a:xfrm>
              <a:off x="710264" y="9294911"/>
              <a:ext cx="1335300" cy="5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Week 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27" name="Google Shape;227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2256063" y="7749750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2713894" y="7749750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3165776" y="7763775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3622976" y="7763775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1794176" y="8449575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2251376" y="8449575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2708576" y="8449575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3165776" y="8449575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1794163" y="9176500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2251363" y="9176500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2708563" y="9176500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3165763" y="9176500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0"/>
            <p:cNvPicPr preferRelativeResize="0"/>
            <p:nvPr/>
          </p:nvPicPr>
          <p:blipFill>
            <a:blip r:embed="rId6">
              <a:alphaModFix/>
            </a:blip>
            <a:srcRect l="2212" t="-5457" r="82152" b="57667"/>
            <a:stretch>
              <a:fillRect/>
            </a:stretch>
          </p:blipFill>
          <p:spPr>
            <a:xfrm>
              <a:off x="3622969" y="9176500"/>
              <a:ext cx="306926" cy="77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0"/>
            <p:cNvPicPr preferRelativeResize="0"/>
            <p:nvPr/>
          </p:nvPicPr>
          <p:blipFill>
            <a:blip r:embed="rId6">
              <a:alphaModFix/>
            </a:blip>
            <a:srcRect l="2212" t="-5457" r="82152" b="57667"/>
            <a:stretch>
              <a:fillRect/>
            </a:stretch>
          </p:blipFill>
          <p:spPr>
            <a:xfrm>
              <a:off x="4091294" y="7762275"/>
              <a:ext cx="306926" cy="774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" name="Google Shape;241;p20"/>
          <p:cNvSpPr txBox="1"/>
          <p:nvPr/>
        </p:nvSpPr>
        <p:spPr>
          <a:xfrm>
            <a:off x="5016925" y="8134350"/>
            <a:ext cx="194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 apples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2" name="Google Shape;242;p20"/>
          <p:cNvPicPr preferRelativeResize="0"/>
          <p:nvPr/>
        </p:nvPicPr>
        <p:blipFill>
          <a:blip r:embed="rId6">
            <a:alphaModFix/>
          </a:blip>
          <a:srcRect l="2212" t="-5457" r="66924" b="57667"/>
          <a:stretch>
            <a:fillRect/>
          </a:stretch>
        </p:blipFill>
        <p:spPr>
          <a:xfrm>
            <a:off x="4274639" y="8060240"/>
            <a:ext cx="404752" cy="5175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20"/>
          <p:cNvCxnSpPr/>
          <p:nvPr/>
        </p:nvCxnSpPr>
        <p:spPr>
          <a:xfrm>
            <a:off x="461425" y="9939875"/>
            <a:ext cx="66039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" name="Google Shape;244;p20"/>
          <p:cNvSpPr txBox="1"/>
          <p:nvPr/>
        </p:nvSpPr>
        <p:spPr>
          <a:xfrm>
            <a:off x="461425" y="13673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Pictograms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8" name="Shape 248"/>
        <p:cNvGrpSpPr/>
        <p:nvPr/>
      </p:nvGrpSpPr>
      <p:grpSpPr>
        <a:xfrm>
          <a:off x="0" y="0"/>
          <a:ext cx="0" cy="0"/>
        </a:xfrm>
      </p:grpSpPr>
      <p:sp>
        <p:nvSpPr>
          <p:cNvPr id="249" name="Google Shape;24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50" name="Google Shape;25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pictograms and bar charts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461425" y="6053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Bar charts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83925" y="964005"/>
            <a:ext cx="6624000" cy="59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this bar chart to answer the following questions: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was the most popular colour in each year?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Year 7: red, Year 10: black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Compare the number of students who liked yellow best in each year group.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One more student liked yellow in year 7 than year 10.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more Year 7 students than year 10 students liked green best?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None, it was equal.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200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students were in each year group?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Year 7: 192 students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Year 10: 191 students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" name="Google Shape;25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5951" y="1033032"/>
            <a:ext cx="3375924" cy="23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476400" y="6820455"/>
            <a:ext cx="6624000" cy="4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bar chart shows the different ways that students travel to school.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Label the two axes and complete the bar chart based on the clues.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83925" y="7296555"/>
            <a:ext cx="3296100" cy="25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Char char="●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most popular way to travel is walking.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1000"/>
              </a:spcBef>
              <a:spcAft>
                <a:spcPct val="0"/>
              </a:spcAft>
              <a:buSzPts val="1200"/>
              <a:buFont typeface="Lexend"/>
              <a:buChar char="●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least common way to travel is on a scooter.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1000"/>
              </a:spcBef>
              <a:spcAft>
                <a:spcPct val="0"/>
              </a:spcAft>
              <a:buSzPts val="1200"/>
              <a:buFont typeface="Lexend"/>
              <a:buChar char="●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Twice as many people walk as cycle.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1000"/>
              </a:spcBef>
              <a:spcAft>
                <a:spcPct val="0"/>
              </a:spcAft>
              <a:buSzPts val="1200"/>
              <a:buFont typeface="Lexend"/>
              <a:buChar char="●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number of people who travel by car is three-quarters of the number of people who walk.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SzPts val="1200"/>
              <a:buFont typeface="Lexend"/>
              <a:buChar char="●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Twelve people travel by bus.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8" name="Google Shape;258;p21"/>
          <p:cNvGrpSpPr/>
          <p:nvPr/>
        </p:nvGrpSpPr>
        <p:grpSpPr>
          <a:xfrm>
            <a:off x="4132960" y="7534735"/>
            <a:ext cx="2495162" cy="1366227"/>
            <a:chOff x="3557300" y="7407408"/>
            <a:chExt cx="3451601" cy="1889925"/>
          </a:xfrm>
        </p:grpSpPr>
        <p:pic>
          <p:nvPicPr>
            <p:cNvPr id="259" name="Google Shape;25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57300" y="7407408"/>
              <a:ext cx="3451601" cy="1889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21"/>
            <p:cNvSpPr/>
            <p:nvPr/>
          </p:nvSpPr>
          <p:spPr>
            <a:xfrm>
              <a:off x="3877800" y="8356125"/>
              <a:ext cx="307200" cy="934800"/>
            </a:xfrm>
            <a:prstGeom prst="rect">
              <a:avLst/>
            </a:prstGeom>
            <a:solidFill>
              <a:srgbClr val="E6F2F2"/>
            </a:solidFill>
            <a:ln w="38100" cap="flat" cmpd="sng">
              <a:solidFill>
                <a:srgbClr val="037B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1" name="Google Shape;261;p21"/>
          <p:cNvSpPr txBox="1"/>
          <p:nvPr/>
        </p:nvSpPr>
        <p:spPr>
          <a:xfrm rot="5400000">
            <a:off x="4525800" y="9086680"/>
            <a:ext cx="82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Walk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 rot="10800000" flipH="1">
            <a:off x="4146550" y="7429580"/>
            <a:ext cx="9600" cy="1485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" name="Google Shape;263;p21"/>
          <p:cNvCxnSpPr/>
          <p:nvPr/>
        </p:nvCxnSpPr>
        <p:spPr>
          <a:xfrm>
            <a:off x="4128612" y="8903743"/>
            <a:ext cx="2523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4" name="Google Shape;264;p21"/>
          <p:cNvSpPr txBox="1"/>
          <p:nvPr/>
        </p:nvSpPr>
        <p:spPr>
          <a:xfrm rot="5400000">
            <a:off x="4937850" y="9132580"/>
            <a:ext cx="91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Cycle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 rot="5400000">
            <a:off x="5443575" y="9084805"/>
            <a:ext cx="80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Bus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 rot="5400000">
            <a:off x="5816550" y="9168805"/>
            <a:ext cx="96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Scooter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3887275" y="8489406"/>
            <a:ext cx="28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3844731" y="8254380"/>
            <a:ext cx="41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3844656" y="8028887"/>
            <a:ext cx="41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3837331" y="7801330"/>
            <a:ext cx="49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3837306" y="7580362"/>
            <a:ext cx="49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 rot="-5400000">
            <a:off x="3091350" y="7544080"/>
            <a:ext cx="136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Frequency</a:t>
            </a:r>
            <a:endParaRPr sz="1200"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715625" y="9298630"/>
            <a:ext cx="211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Methods of travel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 rot="5400000">
            <a:off x="4192050" y="9055179"/>
            <a:ext cx="6612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5" name="Google Shape;275;p21"/>
          <p:cNvCxnSpPr/>
          <p:nvPr/>
        </p:nvCxnSpPr>
        <p:spPr>
          <a:xfrm>
            <a:off x="461425" y="9939875"/>
            <a:ext cx="66039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Checking understanding of pictograms and bar charts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2023-12-08T09:39:25.828</cp:lastPrinted>
  <dcterms:created xsi:type="dcterms:W3CDTF">2023-12-08T09:39:25Z</dcterms:created>
  <dcterms:modified xsi:type="dcterms:W3CDTF">2023-12-08T09:39:35Z</dcterms:modified>
</cp:coreProperties>
</file>