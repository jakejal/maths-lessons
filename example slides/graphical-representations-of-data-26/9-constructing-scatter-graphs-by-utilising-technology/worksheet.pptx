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spreadsheets/u/0/d/1FOc_HO6_3yRSWBWKXN05DVuDTopo8oi1N-8Zx0wzC_w/edit" TargetMode="External"/><Relationship Id="rId4" Type="http://schemas.openxmlformats.org/officeDocument/2006/relationships/hyperlink" Target="https://docs.google.com/spreadsheets/u/0/d/1FOc_HO6_3yRSWBWKXN05DVuDTopo8oi1N-8Zx0wzC_w/edit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d/1JugNx9qcB3CIGlM1izwsJgTTNZTbeYmpWDmxWmn5ypI/edit?usp=sharing" TargetMode="External"/><Relationship Id="rId4" Type="http://schemas.openxmlformats.org/officeDocument/2006/relationships/hyperlink" Target="https://docs.google.com/spreadsheets/d/1JugNx9qcB3CIGlM1izwsJgTTNZTbeYmpWDmxWmn5ypI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scatter graphs by utilising technology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374756" y="1773659"/>
            <a:ext cx="64095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Access the data for this task by clicking here: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Bradford weather data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44581" y="2082959"/>
            <a:ext cx="6454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 a scatter graph with the horizontal axis showing total rainfall and the vertical axis showing mean daily minimum temperature. </a:t>
            </a:r>
            <a:endParaRPr sz="1200"/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Constructing a scatter graph using a spreadsheet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03125" y="2923800"/>
            <a:ext cx="6688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scatter graphs below were plotted using the weather dataset.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Access the data for this task by clicking here: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Bradford weather data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200"/>
          </a:p>
        </p:txBody>
      </p:sp>
      <p:sp>
        <p:nvSpPr>
          <p:cNvPr id="167" name="Google Shape;167;p20"/>
          <p:cNvSpPr txBox="1"/>
          <p:nvPr/>
        </p:nvSpPr>
        <p:spPr>
          <a:xfrm>
            <a:off x="573659" y="3461700"/>
            <a:ext cx="6518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different scatter graphs to work out which variables go on the horizontal axis in each of the graphs below.</a:t>
            </a:r>
            <a:endParaRPr sz="1200"/>
          </a:p>
        </p:txBody>
      </p:sp>
      <p:pic>
        <p:nvPicPr>
          <p:cNvPr id="168" name="Google Shape;16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6775" y="4304798"/>
            <a:ext cx="2561100" cy="1551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99475" y="4284247"/>
            <a:ext cx="2792574" cy="169043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 rot="-5400000">
            <a:off x="3269069" y="4831231"/>
            <a:ext cx="1718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100"/>
          </a:p>
        </p:txBody>
      </p:sp>
      <p:sp>
        <p:nvSpPr>
          <p:cNvPr id="171" name="Google Shape;171;p20"/>
          <p:cNvSpPr txBox="1"/>
          <p:nvPr/>
        </p:nvSpPr>
        <p:spPr>
          <a:xfrm rot="-5400000">
            <a:off x="-214275" y="4768712"/>
            <a:ext cx="170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maximum daily temperature (℃)</a:t>
            </a:r>
            <a:endParaRPr sz="1100"/>
          </a:p>
        </p:txBody>
      </p:sp>
      <p:cxnSp>
        <p:nvCxnSpPr>
          <p:cNvPr id="172" name="Google Shape;172;p20"/>
          <p:cNvCxnSpPr/>
          <p:nvPr/>
        </p:nvCxnSpPr>
        <p:spPr>
          <a:xfrm>
            <a:off x="993964" y="6110439"/>
            <a:ext cx="214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0"/>
          <p:cNvCxnSpPr/>
          <p:nvPr/>
        </p:nvCxnSpPr>
        <p:spPr>
          <a:xfrm>
            <a:off x="4700155" y="6186639"/>
            <a:ext cx="214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0"/>
          <p:cNvCxnSpPr/>
          <p:nvPr/>
        </p:nvCxnSpPr>
        <p:spPr>
          <a:xfrm>
            <a:off x="466425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0"/>
          <p:cNvSpPr txBox="1"/>
          <p:nvPr/>
        </p:nvSpPr>
        <p:spPr>
          <a:xfrm>
            <a:off x="466425" y="9421675"/>
            <a:ext cx="7134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rgbClr val="99999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1" name="Google Shape;18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Constructing scatter graphs by utilising technology</a:t>
            </a:r>
            <a:endParaRPr/>
          </a:p>
        </p:txBody>
      </p:sp>
      <p:sp>
        <p:nvSpPr>
          <p:cNvPr id="182" name="Google Shape;18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88266" y="1468625"/>
            <a:ext cx="64713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Access the data for this task by clicking here: 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UK weather data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589516" y="1632499"/>
            <a:ext cx="6522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 a scatter graph for Bradford’s data, with the horizontal axis showing total rainfall and the vertical axis showing total sunshine duration.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/>
          </a:p>
        </p:txBody>
      </p:sp>
      <p:sp>
        <p:nvSpPr>
          <p:cNvPr id="186" name="Google Shape;186;p21"/>
          <p:cNvSpPr txBox="1"/>
          <p:nvPr/>
        </p:nvSpPr>
        <p:spPr>
          <a:xfrm>
            <a:off x="476400" y="2511900"/>
            <a:ext cx="6471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Access the data for this task by clicking here: 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UK weather data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77650" y="2828174"/>
            <a:ext cx="6522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Construct a scatter graph for Armargh’s data, with the horizontal axis showing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total sunshine duration and the vertical axis showing the mean of the daily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maximum temperature. </a:t>
            </a:r>
            <a:endParaRPr sz="1200"/>
          </a:p>
        </p:txBody>
      </p:sp>
      <p:sp>
        <p:nvSpPr>
          <p:cNvPr id="188" name="Google Shape;188;p21"/>
          <p:cNvSpPr txBox="1"/>
          <p:nvPr/>
        </p:nvSpPr>
        <p:spPr>
          <a:xfrm>
            <a:off x="584725" y="3713225"/>
            <a:ext cx="6471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On the same graph plot the same data for Lerwick and make sure the points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are a different colour to Armargh’s data. </a:t>
            </a:r>
            <a:endParaRPr sz="1200"/>
          </a:p>
        </p:txBody>
      </p:sp>
      <p:sp>
        <p:nvSpPr>
          <p:cNvPr id="189" name="Google Shape;189;p21"/>
          <p:cNvSpPr txBox="1"/>
          <p:nvPr/>
        </p:nvSpPr>
        <p:spPr>
          <a:xfrm>
            <a:off x="601272" y="4399025"/>
            <a:ext cx="423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town tends to get the warmest?</a:t>
            </a:r>
            <a:endParaRPr sz="1200"/>
          </a:p>
        </p:txBody>
      </p:sp>
      <p:sp>
        <p:nvSpPr>
          <p:cNvPr id="190" name="Google Shape;190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Constructing a scatter graph using Desmos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21"/>
          <p:cNvCxnSpPr/>
          <p:nvPr/>
        </p:nvCxnSpPr>
        <p:spPr>
          <a:xfrm>
            <a:off x="466425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1"/>
          <p:cNvSpPr txBox="1"/>
          <p:nvPr/>
        </p:nvSpPr>
        <p:spPr>
          <a:xfrm>
            <a:off x="473875" y="9400500"/>
            <a:ext cx="675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rgbClr val="99999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