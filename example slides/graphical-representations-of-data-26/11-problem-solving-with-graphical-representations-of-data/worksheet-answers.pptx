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578BF20-108E-4FE1-B828-085201DC0FEA}">
  <a:tblStyle styleId="{0578BF20-108E-4FE1-B828-085201DC0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476400" y="1780075"/>
            <a:ext cx="66240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graph shows data about the population of Japan in 2016.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871204" y="5640184"/>
            <a:ext cx="39960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significantly more men than women.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871204" y="5935850"/>
            <a:ext cx="39960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biggest population group is school-age children.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871204" y="6232018"/>
            <a:ext cx="39960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not many people over 90 years old.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71204" y="6514284"/>
            <a:ext cx="39960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babies born has gone down over time.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48425" y="5204497"/>
            <a:ext cx="646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Tick the statements below which are true, based on this data.</a:t>
            </a:r>
            <a:endParaRPr sz="1200"/>
          </a:p>
        </p:txBody>
      </p:sp>
      <p:sp>
        <p:nvSpPr>
          <p:cNvPr id="177" name="Google Shape;177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8" name="Google Shape;178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 of data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Problems with different representations of data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rcRect l="642" t="6729" r="543" b="3664"/>
          <a:stretch>
            <a:fillRect/>
          </a:stretch>
        </p:blipFill>
        <p:spPr>
          <a:xfrm>
            <a:off x="1492445" y="2239454"/>
            <a:ext cx="4557310" cy="288003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2278666" y="2076182"/>
            <a:ext cx="594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male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539977" y="2060793"/>
            <a:ext cx="792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female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946" y="6231075"/>
            <a:ext cx="206056" cy="218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7721" y="6517389"/>
            <a:ext cx="206056" cy="21808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76400" y="7190338"/>
            <a:ext cx="662400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graph shows data from the Met Office about the average rainfall (mm) per month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two towns, from 1941 to 2022.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280798" y="9518600"/>
            <a:ext cx="819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Eastbourne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285780" y="9726485"/>
            <a:ext cx="1191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Stornoway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5">
            <a:alphaModFix/>
          </a:blip>
          <a:srcRect b="1980"/>
          <a:stretch>
            <a:fillRect/>
          </a:stretch>
        </p:blipFill>
        <p:spPr>
          <a:xfrm>
            <a:off x="3656990" y="7655100"/>
            <a:ext cx="2572460" cy="231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0"/>
          <p:cNvCxnSpPr/>
          <p:nvPr/>
        </p:nvCxnSpPr>
        <p:spPr>
          <a:xfrm>
            <a:off x="5922075" y="9602938"/>
            <a:ext cx="3174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5922278" y="9813726"/>
            <a:ext cx="316200" cy="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491527" y="7864679"/>
            <a:ext cx="3198000" cy="16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town tends to get more rainfall?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town tends to have its wettest month </a:t>
            </a:r>
            <a:b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of the year in November?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tends to be wetter: </a:t>
            </a:r>
            <a:b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Eastbourne in February or Stornoway in July?</a:t>
            </a: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882224" y="8033988"/>
            <a:ext cx="7812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Stornoway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72636" y="8887722"/>
            <a:ext cx="7812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Eastbourne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856311" y="9732704"/>
            <a:ext cx="14289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Stornoway in July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0" name="Google Shape;20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 of data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Responding to additional data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1292700"/>
            <a:ext cx="66240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Sofia investigates whether there is a connection between sunshine and temperature.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She collects weather data in Bradford for each March from 2017 to 2022 and plots a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scatter graph.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concludes that there is no connection between the variables.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2632099" y="6169969"/>
            <a:ext cx="2307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 rot="-5400000">
            <a:off x="-361937" y="4143944"/>
            <a:ext cx="3341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1421536" y="2435070"/>
            <a:ext cx="4977358" cy="3810949"/>
            <a:chOff x="5207125" y="1554850"/>
            <a:chExt cx="3731712" cy="2857426"/>
          </a:xfrm>
        </p:grpSpPr>
        <p:pic>
          <p:nvPicPr>
            <p:cNvPr id="208" name="Google Shape;208;p21" descr="&lt;math xmlns=&quot;http://www.w3.org/1998/Math/MathML&quot; data-is-equatio=&quot;1&quot; data-equatio-url=&quot;https://equatio-api.texthelp.com/desmos/get/13-10-2023/35118a9a-b292-485d-942e-5d99155b0d14&quot; data-equatio-type=&quot;desmos&quot;&gt;&lt;mglyph src=&quot;https://equatio-api.texthelp.com/desmos/get/13-10-2023/35118a9a-b292-485d-942e-5d99155b0d14&quot; alt=&quot;Equatio Desmos Graph&quot;/&gt;&lt;/math&gt;" title="Equatio Desmos Graph"/>
            <p:cNvPicPr preferRelativeResize="0"/>
            <p:nvPr/>
          </p:nvPicPr>
          <p:blipFill>
            <a:blip r:embed="rId3">
              <a:alphaModFix/>
            </a:blip>
            <a:srcRect l="3466" t="4194" r="6019" b="3418"/>
            <a:stretch>
              <a:fillRect/>
            </a:stretch>
          </p:blipFill>
          <p:spPr>
            <a:xfrm>
              <a:off x="5207125" y="1707636"/>
              <a:ext cx="3533350" cy="270463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9" name="Google Shape;209;p21"/>
            <p:cNvCxnSpPr/>
            <p:nvPr/>
          </p:nvCxnSpPr>
          <p:spPr>
            <a:xfrm rot="10800000" flipH="1">
              <a:off x="5340670" y="1554850"/>
              <a:ext cx="0" cy="2762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0" name="Google Shape;210;p21"/>
            <p:cNvCxnSpPr/>
            <p:nvPr/>
          </p:nvCxnSpPr>
          <p:spPr>
            <a:xfrm>
              <a:off x="5332537" y="4295581"/>
              <a:ext cx="36063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11" name="Google Shape;211;p21"/>
          <p:cNvSpPr/>
          <p:nvPr/>
        </p:nvSpPr>
        <p:spPr>
          <a:xfrm>
            <a:off x="3906504" y="4039083"/>
            <a:ext cx="99300" cy="99300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863319" y="3927207"/>
            <a:ext cx="99300" cy="99300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314758" y="3587248"/>
            <a:ext cx="99300" cy="99300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024476" y="5146353"/>
            <a:ext cx="99300" cy="99300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167735" y="3138888"/>
            <a:ext cx="99300" cy="99300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02376" y="6842550"/>
            <a:ext cx="34218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table shows data from 2012 to 2016.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Plot the points on the scatter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7" name="Google Shape;217;p21"/>
          <p:cNvGraphicFramePr>
            <a:graphicFrameLocks noGrp="1"/>
          </p:cNvGraphicFramePr>
          <p:nvPr/>
        </p:nvGraphicFramePr>
        <p:xfrm>
          <a:off x="950412" y="7410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{0578BF20-108E-4FE1-B828-085201DC0FEA}</a:tableStyleId>
              </a:tblPr>
              <a:tblGrid>
                <a:gridCol w="1417175"/>
                <a:gridCol w="556875"/>
                <a:gridCol w="556875"/>
                <a:gridCol w="556875"/>
                <a:gridCol w="556875"/>
                <a:gridCol w="556875"/>
              </a:tblGrid>
              <a:tr h="316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(hours)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6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temperature (℃)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21"/>
          <p:cNvSpPr txBox="1"/>
          <p:nvPr/>
        </p:nvSpPr>
        <p:spPr>
          <a:xfrm>
            <a:off x="522238" y="8448419"/>
            <a:ext cx="4651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might these additional points affect Sofia’s conclusion?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962225" y="8771875"/>
            <a:ext cx="51381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looks more likely that there could be a connection between the variables.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962225" y="9194181"/>
            <a:ext cx="51381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Months with more sunshine tend to have higher temperatures.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962679" y="9597950"/>
            <a:ext cx="5138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More data could it make even clearer whether there is a connection.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Problem solving with graphical representations of data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2023-12-08T09:43:09.006</cp:lastPrinted>
  <dcterms:created xsi:type="dcterms:W3CDTF">2023-12-08T09:43:09Z</dcterms:created>
  <dcterms:modified xsi:type="dcterms:W3CDTF">2023-12-08T09:43:19Z</dcterms:modified>
</cp:coreProperties>
</file>