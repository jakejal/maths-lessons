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49064A15-8CE8-4CCE-B237-3C4192E36737}">
  <a:tblStyle styleId="{49064A15-8CE8-4CCE-B237-3C4192E3673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" name="Shape 157"/>
        <p:cNvGrpSpPr/>
        <p:nvPr/>
      </p:nvGrpSpPr>
      <p:grpSpPr>
        <a:xfrm>
          <a:off x="0" y="0"/>
          <a:ext cx="0" cy="0"/>
        </a:xfrm>
      </p:grpSpPr>
      <p:sp>
        <p:nvSpPr>
          <p:cNvPr id="158" name="Google Shape;158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0" name="Shape 180"/>
        <p:cNvGrpSpPr/>
        <p:nvPr/>
      </p:nvGrpSpPr>
      <p:grpSpPr>
        <a:xfrm>
          <a:off x="0" y="0"/>
          <a:ext cx="0" cy="0"/>
        </a:xfrm>
      </p:grpSpPr>
      <p:sp>
        <p:nvSpPr>
          <p:cNvPr id="181" name="Google Shape;181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type="subTitle" idx="2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5.png" /><Relationship Id="rId4" Type="http://schemas.openxmlformats.org/officeDocument/2006/relationships/image" Target="../media/image6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" name="Shape 160"/>
        <p:cNvGrpSpPr/>
        <p:nvPr/>
      </p:nvGrpSpPr>
      <p:grpSpPr>
        <a:xfrm>
          <a:off x="0" y="0"/>
          <a: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Problem solving with graphical representations of data</a:t>
            </a:r>
            <a:endParaRPr/>
          </a:p>
        </p:txBody>
      </p:sp>
      <p:sp>
        <p:nvSpPr>
          <p:cNvPr id="162" name="Google Shape;16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6400" y="1780075"/>
            <a:ext cx="6624000" cy="3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The graph shows data about the population of Japan in 2016.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871204" y="5640184"/>
            <a:ext cx="39960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significantly more men than women.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871204" y="5935850"/>
            <a:ext cx="39960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biggest population group is school-age children.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871204" y="6232018"/>
            <a:ext cx="39960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 are not many people over 90 years old.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871204" y="6514284"/>
            <a:ext cx="3996000" cy="23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number of babies born has gone down over time.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548425" y="5204497"/>
            <a:ext cx="6467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Tick the statements below which are true, based on this data.</a:t>
            </a:r>
            <a:endParaRPr sz="1200"/>
          </a:p>
        </p:txBody>
      </p:sp>
      <p:sp>
        <p:nvSpPr>
          <p:cNvPr id="169" name="Google Shape;169;p20"/>
          <p:cNvSpPr txBox="1"/>
          <p:nvPr/>
        </p:nvSpPr>
        <p:spPr>
          <a:xfrm>
            <a:off x="468000" y="14513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Using and finding scale factors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" name="Google Shape;170;p20"/>
          <p:cNvPicPr preferRelativeResize="0"/>
          <p:nvPr/>
        </p:nvPicPr>
        <p:blipFill>
          <a:blip r:embed="rId3">
            <a:alphaModFix/>
          </a:blip>
          <a:srcRect l="642" t="6729" r="543" b="3664"/>
          <a:stretch>
            <a:fillRect/>
          </a:stretch>
        </p:blipFill>
        <p:spPr>
          <a:xfrm>
            <a:off x="1492445" y="2239454"/>
            <a:ext cx="4557310" cy="2880039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2278666" y="2076182"/>
            <a:ext cx="594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539977" y="2060793"/>
            <a:ext cx="7929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female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6400" y="7190338"/>
            <a:ext cx="6624000" cy="49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The graph shows data from the Met Office about the average rainfall (mm) per month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in two towns, from 1941 to 2022.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6280798" y="9518600"/>
            <a:ext cx="8196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Eastbourne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6285780" y="9726485"/>
            <a:ext cx="11916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Stornoway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/>
          <p:cNvPicPr preferRelativeResize="0"/>
          <p:nvPr/>
        </p:nvPicPr>
        <p:blipFill>
          <a:blip r:embed="rId4">
            <a:alphaModFix/>
          </a:blip>
          <a:srcRect b="1980"/>
          <a:stretch>
            <a:fillRect/>
          </a:stretch>
        </p:blipFill>
        <p:spPr>
          <a:xfrm>
            <a:off x="3656990" y="7655100"/>
            <a:ext cx="2572460" cy="2316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20"/>
          <p:cNvCxnSpPr/>
          <p:nvPr/>
        </p:nvCxnSpPr>
        <p:spPr>
          <a:xfrm>
            <a:off x="5922075" y="9602938"/>
            <a:ext cx="317400" cy="0"/>
          </a:xfrm>
          <a:prstGeom prst="straightConnector1">
            <a:avLst/>
          </a:prstGeom>
          <a:noFill/>
          <a:ln w="28575" cap="flat" cmpd="sng">
            <a:solidFill>
              <a:srgbClr val="83838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5922278" y="9813726"/>
            <a:ext cx="316200" cy="0"/>
          </a:xfrm>
          <a:prstGeom prst="straightConnector1">
            <a:avLst/>
          </a:prstGeom>
          <a:noFill/>
          <a:ln w="28575" cap="flat" cmpd="sng">
            <a:solidFill>
              <a:srgbClr val="696969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79" name="Google Shape;179;p20"/>
          <p:cNvSpPr txBox="1"/>
          <p:nvPr/>
        </p:nvSpPr>
        <p:spPr>
          <a:xfrm>
            <a:off x="491527" y="7864679"/>
            <a:ext cx="3198000" cy="16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town tends to get more rainfall?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Which town tends to have its wettest month </a:t>
            </a:r>
            <a:b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of the year in November?</a:t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Which tends to be wetter: </a:t>
            </a:r>
            <a:b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Eastbourne in February or Stornoway in July?</a:t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83" name="Shape 183"/>
        <p:cNvGrpSpPr/>
        <p:nvPr/>
      </p:nvGrpSpPr>
      <p:grpSpPr>
        <a:xfrm>
          <a:off x="0" y="0"/>
          <a:ext cx="0" cy="0"/>
        </a:xfrm>
      </p:grpSpPr>
      <p:sp>
        <p:nvSpPr>
          <p:cNvPr id="184" name="Google Shape;18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85" name="Google Shape;185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Problem solving with graphical representations of data</a:t>
            </a:r>
            <a:endParaRPr/>
          </a:p>
        </p:txBody>
      </p:sp>
      <p:sp>
        <p:nvSpPr>
          <p:cNvPr id="186" name="Google Shape;18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1"/>
          <p:cNvSpPr txBox="1"/>
          <p:nvPr/>
        </p:nvSpPr>
        <p:spPr>
          <a:xfrm>
            <a:off x="468000" y="864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Responding to additional data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76400" y="1292700"/>
            <a:ext cx="66240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Sofia investigates whether there is a connection between sunshine and temperature.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She collects weather data in Bradford for each March from 2017 to 2022 and plots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scatter graph.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She concludes that there is no connection between the variables.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1"/>
          <p:cNvSpPr txBox="1"/>
          <p:nvPr/>
        </p:nvSpPr>
        <p:spPr>
          <a:xfrm>
            <a:off x="2632099" y="6169969"/>
            <a:ext cx="23076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total sunshine duration (hours)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1"/>
          <p:cNvSpPr txBox="1"/>
          <p:nvPr/>
        </p:nvSpPr>
        <p:spPr>
          <a:xfrm rot="-5400000">
            <a:off x="-361937" y="4143944"/>
            <a:ext cx="3341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mean of daily maximum temperature (℃)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2" name="Google Shape;192;p21"/>
          <p:cNvGrpSpPr/>
          <p:nvPr/>
        </p:nvGrpSpPr>
        <p:grpSpPr>
          <a:xfrm>
            <a:off x="1421536" y="2435070"/>
            <a:ext cx="4977358" cy="3810949"/>
            <a:chOff x="5207125" y="1554850"/>
            <a:chExt cx="3731712" cy="2857426"/>
          </a:xfrm>
        </p:grpSpPr>
        <p:pic>
          <p:nvPicPr>
            <p:cNvPr id="193" name="Google Shape;193;p21" descr="&lt;math xmlns=&quot;http://www.w3.org/1998/Math/MathML&quot; data-is-equatio=&quot;1&quot; data-equatio-url=&quot;https://equatio-api.texthelp.com/desmos/get/13-10-2023/35118a9a-b292-485d-942e-5d99155b0d14&quot; data-equatio-type=&quot;desmos&quot;&gt;&lt;mglyph src=&quot;https://equatio-api.texthelp.com/desmos/get/13-10-2023/35118a9a-b292-485d-942e-5d99155b0d14&quot; alt=&quot;Equatio Desmos Graph&quot;/&gt;&lt;/math&gt;" title="Equatio Desmos Graph"/>
            <p:cNvPicPr preferRelativeResize="0"/>
            <p:nvPr/>
          </p:nvPicPr>
          <p:blipFill>
            <a:blip r:embed="rId3">
              <a:alphaModFix/>
            </a:blip>
            <a:srcRect l="3466" t="4194" r="6019" b="3418"/>
            <a:stretch>
              <a:fillRect/>
            </a:stretch>
          </p:blipFill>
          <p:spPr>
            <a:xfrm>
              <a:off x="5207125" y="1707636"/>
              <a:ext cx="3533350" cy="270463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4" name="Google Shape;194;p21"/>
            <p:cNvCxnSpPr/>
            <p:nvPr/>
          </p:nvCxnSpPr>
          <p:spPr>
            <a:xfrm rot="10800000" flipH="1">
              <a:off x="5340670" y="1554850"/>
              <a:ext cx="0" cy="27627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5" name="Google Shape;195;p21"/>
            <p:cNvCxnSpPr/>
            <p:nvPr/>
          </p:nvCxnSpPr>
          <p:spPr>
            <a:xfrm>
              <a:off x="5332537" y="4295581"/>
              <a:ext cx="360630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196" name="Google Shape;196;p21"/>
          <p:cNvSpPr txBox="1"/>
          <p:nvPr/>
        </p:nvSpPr>
        <p:spPr>
          <a:xfrm>
            <a:off x="502376" y="6842550"/>
            <a:ext cx="3421800" cy="4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The table shows data from 2012 to 2016.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Plot the points on the scatter graph.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7" name="Google Shape;197;p21"/>
          <p:cNvGraphicFramePr>
            <a:graphicFrameLocks noGrp="1"/>
          </p:cNvGraphicFramePr>
          <p:nvPr/>
        </p:nvGraphicFramePr>
        <p:xfrm>
          <a:off x="950412" y="74100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{49064A15-8CE8-4CCE-B237-3C4192E36737}</a:tableStyleId>
              </a:tblPr>
              <a:tblGrid>
                <a:gridCol w="1417175"/>
                <a:gridCol w="556875"/>
                <a:gridCol w="556875"/>
                <a:gridCol w="556875"/>
                <a:gridCol w="556875"/>
                <a:gridCol w="556875"/>
              </a:tblGrid>
              <a:tr h="316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sunshine (hours)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162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106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166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temperature (℃)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9.5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1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1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21"/>
          <p:cNvSpPr txBox="1"/>
          <p:nvPr/>
        </p:nvSpPr>
        <p:spPr>
          <a:xfrm>
            <a:off x="522238" y="8448419"/>
            <a:ext cx="46515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How might these additional points affect Sofia’s conclusion?</a:t>
            </a:r>
            <a:endParaRPr sz="1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Problem solving with graphical representations of data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2023-12-08T09:40:14.882</cp:lastPrinted>
  <dcterms:created xsi:type="dcterms:W3CDTF">2023-12-08T09:40:14Z</dcterms:created>
  <dcterms:modified xsi:type="dcterms:W3CDTF">2023-12-08T09:40:24Z</dcterms:modified>
</cp:coreProperties>
</file>