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057B80-EB8B-48EA-9C48-A648EE850CF5}">
  <a:tblStyle styleId="{2B057B80-EB8B-48EA-9C48-A648EE850C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www.nationalarchives.gov.uk/doc/open-government-licence/version/3/" TargetMode="External"/><Relationship Id="rId3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www.nationalarchives.gov.uk/doc/open-government-licence/version/3/" TargetMode="External"/><Relationship Id="rId3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/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/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/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/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/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/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/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/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/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/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/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/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/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/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/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/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/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/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/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/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/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/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/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/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/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/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/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/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/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/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22000"/>
            <a:ext cx="596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Reviewing converting fractions to decimals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826100"/>
            <a:ext cx="43701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the mistakes in this puzzle and correct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fraction should meet up with its decimal equivalent.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495300" y="233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{2B057B80-EB8B-48EA-9C48-A648EE850CF5}</a:tableStyleId>
              </a:tblPr>
              <a:tblGrid>
                <a:gridCol w="2198900"/>
                <a:gridCol w="2198900"/>
                <a:gridCol w="2198900"/>
              </a:tblGrid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76" name="Google Shape;176;p20" title="four fifths"/>
          <p:cNvPicPr preferRelativeResize="0"/>
          <p:nvPr/>
        </p:nvPicPr>
        <p:blipFill/>
        <p:spPr>
          <a:xfrm>
            <a:off x="1472400" y="2640566"/>
            <a:ext cx="132841" cy="430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0}&quot;&gt;&lt;mfrac&gt;&lt;mn&gt;3&lt;/mn&gt;&lt;mn&gt;20&lt;/mn&gt;&lt;/mfrac&gt;&lt;/math&gt;" id="177" name="Google Shape;177;p20" title="3 over 20"/>
          <p:cNvPicPr preferRelativeResize="0"/>
          <p:nvPr/>
        </p:nvPicPr>
        <p:blipFill/>
        <p:spPr>
          <a:xfrm>
            <a:off x="2463242" y="2514946"/>
            <a:ext cx="215076" cy="398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50}&quot;&gt;&lt;mfrac&gt;&lt;mn&gt;11&lt;/mn&gt;&lt;mn&gt;50&lt;/mn&gt;&lt;/mfrac&gt;&lt;/math&gt;" id="178" name="Google Shape;178;p20" title="11 over 50"/>
          <p:cNvPicPr preferRelativeResize="0"/>
          <p:nvPr/>
        </p:nvPicPr>
        <p:blipFill/>
        <p:spPr>
          <a:xfrm>
            <a:off x="1431288" y="4237988"/>
            <a:ext cx="215076" cy="392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25}\end{array}&quot;&gt;&lt;mtable columnalign=&quot;left&quot; columnspacing=&quot;1em&quot; rowspacing=&quot;4pt&quot;&gt;&lt;mtr&gt;&lt;mtd&gt;&lt;mfrac&gt;&lt;mn&gt;3&lt;/mn&gt;&lt;mn&gt;25&lt;/mn&gt;&lt;/mfrac&gt;&lt;/mtd&gt;&lt;/mtr&gt;&lt;/mtable&gt;&lt;/math&gt;" id="179" name="Google Shape;179;p20" title="1 lines Line 1: 3 over 25"/>
          <p:cNvPicPr preferRelativeResize="0"/>
          <p:nvPr/>
        </p:nvPicPr>
        <p:blipFill/>
        <p:spPr>
          <a:xfrm>
            <a:off x="2463242" y="4067200"/>
            <a:ext cx="244472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7}{25}\end{array}&quot;&gt;&lt;mtable columnalign=&quot;left&quot; columnspacing=&quot;1em&quot; rowspacing=&quot;4pt&quot;&gt;&lt;mtr&gt;&lt;mtd&gt;&lt;mfrac&gt;&lt;mn&gt;17&lt;/mn&gt;&lt;mn&gt;25&lt;/mn&gt;&lt;/mfrac&gt;&lt;/mtd&gt;&lt;/mtr&gt;&lt;/mtable&gt;&lt;/math&gt;" id="180" name="Google Shape;180;p20" title="1 lines Line 1: 17 over 25"/>
          <p:cNvPicPr preferRelativeResize="0"/>
          <p:nvPr/>
        </p:nvPicPr>
        <p:blipFill/>
        <p:spPr>
          <a:xfrm>
            <a:off x="3841764" y="3137600"/>
            <a:ext cx="241255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8}\end{array}&quot;&gt;&lt;mtable columnalign=&quot;left&quot; columnspacing=&quot;1em&quot; rowspacing=&quot;4pt&quot;&gt;&lt;mtr&gt;&lt;mtd&gt;&lt;mfrac&gt;&lt;mn&gt;5&lt;/mn&gt;&lt;mn&gt;8&lt;/mn&gt;&lt;/mfrac&gt;&lt;/mtd&gt;&lt;/mtr&gt;&lt;/mtable&gt;&lt;/math&gt;" id="181" name="Google Shape;181;p20" title="1 lines Line 1: five eighths"/>
          <p:cNvPicPr preferRelativeResize="0"/>
          <p:nvPr/>
        </p:nvPicPr>
        <p:blipFill/>
        <p:spPr>
          <a:xfrm>
            <a:off x="4687436" y="2487000"/>
            <a:ext cx="163599" cy="45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0}\end{array}&quot;&gt;&lt;mtable columnalign=&quot;left&quot; columnspacing=&quot;1em&quot; rowspacing=&quot;4pt&quot;&gt;&lt;mtr&gt;&lt;mtd&gt;&lt;mfrac&gt;&lt;mn&gt;13&lt;/mn&gt;&lt;mn&gt;20&lt;/mn&gt;&lt;/mfrac&gt;&lt;/mtd&gt;&lt;/mtr&gt;&lt;/mtable&gt;&lt;/math&gt;" id="182" name="Google Shape;182;p20" title="1 lines Line 1: 13 over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161" y="4693633"/>
            <a:ext cx="244472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0}\end{array}&quot;&gt;&lt;mtable columnalign=&quot;left&quot; columnspacing=&quot;1em&quot; rowspacing=&quot;4pt&quot;&gt;&lt;mtr&gt;&lt;mtd&gt;&lt;mfrac&gt;&lt;mn&gt;1&lt;/mn&gt;&lt;mn&gt;20&lt;/mn&gt;&lt;/mfrac&gt;&lt;/mtd&gt;&lt;/mtr&gt;&lt;/mtable&gt;&lt;/math&gt;" id="183" name="Google Shape;183;p20" title="1 lines Line 1: 1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6325" y="4079475"/>
            <a:ext cx="226275" cy="374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16}\end{array}&quot;&gt;&lt;mtable columnalign=&quot;left&quot; columnspacing=&quot;1em&quot; rowspacing=&quot;4pt&quot;&gt;&lt;mtr&gt;&lt;mtd&gt;&lt;mfrac&gt;&lt;mn&gt;4&lt;/mn&gt;&lt;mn&gt;16&lt;/mn&gt;&lt;/mfrac&gt;&lt;/mtd&gt;&lt;/mtr&gt;&lt;/mtable&gt;&lt;/math&gt;" id="184" name="Google Shape;184;p20" title="1 lines Line 1: 4 over 16"/>
          <p:cNvPicPr preferRelativeResize="0"/>
          <p:nvPr/>
        </p:nvPicPr>
        <p:blipFill/>
        <p:spPr>
          <a:xfrm>
            <a:off x="4951833" y="3407497"/>
            <a:ext cx="221657" cy="360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20}\end{array}&quot;&gt;&lt;mtable columnalign=&quot;left&quot; columnspacing=&quot;1em&quot; rowspacing=&quot;4pt&quot;&gt;&lt;mtr&gt;&lt;mtd&gt;&lt;mfrac&gt;&lt;mn&gt;11&lt;/mn&gt;&lt;mn&gt;20&lt;/mn&gt;&lt;/mfrac&gt;&lt;/mtd&gt;&lt;/mtr&gt;&lt;/mtable&gt;&lt;/math&gt;" id="185" name="Google Shape;185;p20" title="1 lines Line 1: 11 over 20"/>
          <p:cNvPicPr preferRelativeResize="0"/>
          <p:nvPr/>
        </p:nvPicPr>
        <p:blipFill/>
        <p:spPr>
          <a:xfrm>
            <a:off x="6278400" y="4705908"/>
            <a:ext cx="226275" cy="374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4}{20}\end{array}&quot;&gt;&lt;mtable columnalign=&quot;left&quot; columnspacing=&quot;1em&quot; rowspacing=&quot;4pt&quot;&gt;&lt;mtr&gt;&lt;mtd&gt;&lt;mfrac&gt;&lt;mn&gt;14&lt;/mn&gt;&lt;mn&gt;20&lt;/mn&gt;&lt;/mfrac&gt;&lt;/mtd&gt;&lt;/mtr&gt;&lt;/mtable&gt;&lt;/math&gt;" id="186" name="Google Shape;186;p20" title="1 lines Line 1: 14 over 20"/>
          <p:cNvPicPr preferRelativeResize="0"/>
          <p:nvPr/>
        </p:nvPicPr>
        <p:blipFill/>
        <p:spPr>
          <a:xfrm>
            <a:off x="2463242" y="4853150"/>
            <a:ext cx="230900" cy="378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20}\end{array}&quot;&gt;&lt;mtable columnalign=&quot;left&quot; columnspacing=&quot;1em&quot; rowspacing=&quot;4pt&quot;&gt;&lt;mtr&gt;&lt;mtd&gt;&lt;mfrac&gt;&lt;mn&gt;7&lt;/mn&gt;&lt;mn&gt;20&lt;/mn&gt;&lt;/mfrac&gt;&lt;/mtd&gt;&lt;/mtr&gt;&lt;/mtable&gt;&lt;/math&gt;" id="187" name="Google Shape;187;p20" title="1 lines Line 1: 7 over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0000" y="3318450"/>
            <a:ext cx="226275" cy="371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4}{50}\end{array}&quot;&gt;&lt;mtable columnalign=&quot;left&quot; columnspacing=&quot;1em&quot; rowspacing=&quot;4pt&quot;&gt;&lt;mtr&gt;&lt;mtd&gt;&lt;mfrac&gt;&lt;mn&gt;34&lt;/mn&gt;&lt;mn&gt;50&lt;/mn&gt;&lt;/mfrac&gt;&lt;/mtd&gt;&lt;/mtr&gt;&lt;/mtable&gt;&lt;/math&gt;" id="188" name="Google Shape;188;p20" title="1 lines Line 1: 34 over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3988" y="4818875"/>
            <a:ext cx="226275" cy="373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}{25}\end{array}&quot;&gt;&lt;mtable columnalign=&quot;left&quot; columnspacing=&quot;1em&quot; rowspacing=&quot;4pt&quot;&gt;&lt;mtr&gt;&lt;mtd&gt;&lt;mfrac&gt;&lt;mn&gt;9&lt;/mn&gt;&lt;mn&gt;25&lt;/mn&gt;&lt;/mfrac&gt;&lt;/mtd&gt;&lt;/mtr&gt;&lt;/mtable&gt;&lt;/math&gt;" id="189" name="Google Shape;189;p20" title="1 lines Line 1: 9 over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70913" y="2681491"/>
            <a:ext cx="241250" cy="39334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2222558" y="335177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307838" y="467427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785425" y="25756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731400" y="28458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562489" y="3455497"/>
            <a:ext cx="33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2785425" y="4127900"/>
            <a:ext cx="66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752400" y="437972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785425" y="48672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968561" y="2575650"/>
            <a:ext cx="6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0.635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227450" y="4112888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413832" y="48672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236738" y="437972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160538" y="31189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378450" y="31189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325725" y="2587575"/>
            <a:ext cx="411300" cy="79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389142" y="4020575"/>
            <a:ext cx="1030500" cy="51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689925" y="2845800"/>
            <a:ext cx="524400" cy="72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565403" y="2454900"/>
            <a:ext cx="1030500" cy="51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516875" y="3391550"/>
            <a:ext cx="750600" cy="454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6129338" y="4405100"/>
            <a:ext cx="524400" cy="72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814413" y="3103650"/>
            <a:ext cx="38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710370" y="2525491"/>
            <a:ext cx="5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590776" y="2382300"/>
            <a:ext cx="6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394239" y="3120366"/>
            <a:ext cx="5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140582" y="4083291"/>
            <a:ext cx="5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0.55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2785420" y="3771891"/>
            <a:ext cx="5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6" name="Google Shape;216;p20"/>
          <p:cNvCxnSpPr/>
          <p:nvPr/>
        </p:nvCxnSpPr>
        <p:spPr>
          <a:xfrm>
            <a:off x="474757" y="59832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8000" y="911700"/>
            <a:ext cx="6444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following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ascending order.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57056" y="3583525"/>
            <a:ext cx="6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Convert the following into decimals and then write them in ascending order.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1}{40}\ \ \ \ \ \frac{74}{125}\ \ \ \ \ \frac{9}{16}\ \ \ \ \ \frac{13}{25}&quot;&gt;&lt;mfrac&gt;&lt;mn&gt;21&lt;/mn&gt;&lt;mn&gt;40&lt;/mn&gt;&lt;/mfrac&gt;&lt;mtext&gt;&lt;/mtext&gt;&lt;mtext&gt;&lt;/mtext&gt;&lt;mtext&gt;&lt;/mtext&gt;&lt;mtext&gt;&lt;/mtext&gt;&lt;mtext&gt;&lt;/mtext&gt;&lt;mfrac&gt;&lt;mn&gt;74&lt;/mn&gt;&lt;mn&gt;125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13&lt;/mn&gt;&lt;mn&gt;25&lt;/mn&gt;&lt;/mfrac&gt;&lt;/math&gt;" id="227" name="Google Shape;227;p21" title="21 over 40 74 over 125 9 over 16 13 over 25"/>
          <p:cNvPicPr preferRelativeResize="0"/>
          <p:nvPr/>
        </p:nvPicPr>
        <p:blipFill rotWithShape="1">
          <a:blip r:embed="rId3">
            <a:alphaModFix/>
          </a:blip>
          <a:srcRect b="0" l="85954" r="0" t="0"/>
          <a:stretch/>
        </p:blipFill>
        <p:spPr>
          <a:xfrm>
            <a:off x="725757" y="4074539"/>
            <a:ext cx="267476" cy="5226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\ \ \ \ \frac{9}{25}\ \ \ \ \ \frac{5}{16}\ \ \ \ \ \frac{3}{8}&quot;&gt;&lt;mfrac&gt;&lt;mn&gt;7&lt;/mn&gt;&lt;mn&gt;20&lt;/mn&gt;&lt;/mfrac&gt;&lt;mtext&gt;&lt;/mtext&gt;&lt;mtext&gt;&lt;/mtext&gt;&lt;mtext&gt;&lt;/mtext&gt;&lt;mtext&gt;&lt;/mtext&gt;&lt;mtext&gt;&lt;/mtext&gt;&lt;mfrac&gt;&lt;mn&gt;9&lt;/mn&gt;&lt;mn&gt;25&lt;/mn&gt;&lt;/mfrac&gt;&lt;mtext&gt;&lt;/mtext&gt;&lt;mtext&gt;&lt;/mtext&gt;&lt;mtext&gt;&lt;/mtext&gt;&lt;mtext&gt;&lt;/mtext&gt;&lt;mtext&gt;&lt;/mtext&gt;&lt;mfrac&gt;&lt;mn&gt;5&lt;/mn&gt;&lt;mn&gt;16&lt;/mn&gt;&lt;/mfrac&gt;&lt;mtext&gt;&lt;/mtext&gt;&lt;mtext&gt;&lt;/mtext&gt;&lt;mtext&gt;&lt;/mtext&gt;&lt;mtext&gt;&lt;/mtext&gt;&lt;mtext&gt;&lt;/mtext&gt;&lt;mfrac&gt;&lt;mn&gt;3&lt;/mn&gt;&lt;mn&gt;8&lt;/mn&gt;&lt;/mfrac&gt;&lt;/math&gt;" id="228" name="Google Shape;228;p21" title="7 over 20 9 over 25 5 over 16 three eighths"/>
          <p:cNvPicPr preferRelativeResize="0"/>
          <p:nvPr/>
        </p:nvPicPr>
        <p:blipFill/>
        <p:spPr>
          <a:xfrm>
            <a:off x="5033280" y="4987988"/>
            <a:ext cx="176739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6}\ \ \ \ \ \frac{5}{8}\ \ \ \ \ \frac{76}{125}\ \ \ \ \ \frac{27}{40}&quot;&gt;&lt;mfrac&gt;&lt;mn&gt;11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76&lt;/mn&gt;&lt;mn&gt;125&lt;/mn&gt;&lt;/mfrac&gt;&lt;mtext&gt;&lt;/mtext&gt;&lt;mtext&gt;&lt;/mtext&gt;&lt;mtext&gt;&lt;/mtext&gt;&lt;mtext&gt;&lt;/mtext&gt;&lt;mtext&gt;&lt;/mtext&gt;&lt;mfrac&gt;&lt;mn&gt;27&lt;/mn&gt;&lt;mn&gt;40&lt;/mn&gt;&lt;/mfrac&gt;&lt;/math&gt;" id="229" name="Google Shape;229;p21" title="11 over 16 five eighths 76 over 125 27 over 40"/>
          <p:cNvPicPr preferRelativeResize="0"/>
          <p:nvPr/>
        </p:nvPicPr>
        <p:blipFill/>
        <p:spPr>
          <a:xfrm>
            <a:off x="3475689" y="5912950"/>
            <a:ext cx="267488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}\ \ \ \ \ \frac{15}{16}\ \ \ \ \ \frac{7}{8}\ \ \ \ \ \frac{23}{25}&quot;&gt;&lt;mfrac&gt;&lt;mn&gt;17&lt;/mn&gt;&lt;mn&gt;20&lt;/mn&gt;&lt;/mfrac&gt;&lt;mtext&gt;&lt;/mtext&gt;&lt;mtext&gt;&lt;/mtext&gt;&lt;mtext&gt;&lt;/mtext&gt;&lt;mtext&gt;&lt;/mtext&gt;&lt;mtext&gt;&lt;/mtext&gt;&lt;mfrac&gt;&lt;mn&gt;15&lt;/mn&gt;&lt;mn&gt;16&lt;/mn&gt;&lt;/mfrac&gt;&lt;mtext&gt;&lt;/mtext&gt;&lt;mtext&gt;&lt;/mtext&gt;&lt;mtext&gt;&lt;/mtext&gt;&lt;mtext&gt;&lt;/mtext&gt;&lt;mtext&gt;&lt;/mtext&gt;&lt;mfrac&gt;&lt;mn&gt;7&lt;/mn&gt;&lt;mn&gt;8&lt;/mn&gt;&lt;/mfrac&gt;&lt;mtext&gt;&lt;/mtext&gt;&lt;mtext&gt;&lt;/mtext&gt;&lt;mtext&gt;&lt;/mtext&gt;&lt;mtext&gt;&lt;/mtext&gt;&lt;mtext&gt;&lt;/mtext&gt;&lt;mfrac&gt;&lt;mn&gt;23&lt;/mn&gt;&lt;mn&gt;25&lt;/mn&gt;&lt;/mfrac&gt;&lt;/math&gt;" id="230" name="Google Shape;230;p21" title="17 over 20 15 over 16 seven eighths 23 over 25"/>
          <p:cNvPicPr preferRelativeResize="0"/>
          <p:nvPr/>
        </p:nvPicPr>
        <p:blipFill rotWithShape="1">
          <a:blip r:embed="rId4">
            <a:alphaModFix/>
          </a:blip>
          <a:srcRect b="0" l="85108" r="0" t="0"/>
          <a:stretch/>
        </p:blipFill>
        <p:spPr>
          <a:xfrm>
            <a:off x="3512863" y="6752700"/>
            <a:ext cx="246368" cy="5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457056" y="4139425"/>
            <a:ext cx="267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57056" y="5010517"/>
            <a:ext cx="267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57056" y="5881608"/>
            <a:ext cx="267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57056" y="6752700"/>
            <a:ext cx="267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1}{40}\ \ \ \ \ \frac{74}{125}\ \ \ \ \ \frac{9}{16}\ \ \ \ \ \frac{13}{25}&quot;&gt;&lt;mfrac&gt;&lt;mn&gt;21&lt;/mn&gt;&lt;mn&gt;40&lt;/mn&gt;&lt;/mfrac&gt;&lt;mtext&gt;&lt;/mtext&gt;&lt;mtext&gt;&lt;/mtext&gt;&lt;mtext&gt;&lt;/mtext&gt;&lt;mtext&gt;&lt;/mtext&gt;&lt;mtext&gt;&lt;/mtext&gt;&lt;mfrac&gt;&lt;mn&gt;74&lt;/mn&gt;&lt;mn&gt;125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13&lt;/mn&gt;&lt;mn&gt;25&lt;/mn&gt;&lt;/mfrac&gt;&lt;/math&gt;" id="235" name="Google Shape;235;p21" title="21 over 40 74 over 125 9 over 16 13 over 25"/>
          <p:cNvPicPr preferRelativeResize="0"/>
          <p:nvPr/>
        </p:nvPicPr>
        <p:blipFill rotWithShape="1">
          <a:blip r:embed="rId3">
            <a:alphaModFix/>
          </a:blip>
          <a:srcRect b="0" l="57142" r="25448" t="0"/>
          <a:stretch/>
        </p:blipFill>
        <p:spPr>
          <a:xfrm>
            <a:off x="3198031" y="4037975"/>
            <a:ext cx="331543" cy="5226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40}\ \ \ \ \ \frac{74}{125}\ \ \ \ \ \frac{9}{16}\ \ \ \ \ \frac{13}{25}&quot;&gt;&lt;mfrac&gt;&lt;mn&gt;21&lt;/mn&gt;&lt;mn&gt;40&lt;/mn&gt;&lt;/mfrac&gt;&lt;mtext&gt;&lt;/mtext&gt;&lt;mtext&gt;&lt;/mtext&gt;&lt;mtext&gt;&lt;/mtext&gt;&lt;mtext&gt;&lt;/mtext&gt;&lt;mtext&gt;&lt;/mtext&gt;&lt;mfrac&gt;&lt;mn&gt;74&lt;/mn&gt;&lt;mn&gt;125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13&lt;/mn&gt;&lt;mn&gt;25&lt;/mn&gt;&lt;/mfrac&gt;&lt;/math&gt;" id="236" name="Google Shape;236;p21" title="21 over 40 74 over 125 9 over 16 13 over 25"/>
          <p:cNvPicPr preferRelativeResize="0"/>
          <p:nvPr/>
        </p:nvPicPr>
        <p:blipFill rotWithShape="1">
          <a:blip r:embed="rId3">
            <a:alphaModFix/>
          </a:blip>
          <a:srcRect b="0" l="21291" r="52268" t="0"/>
          <a:stretch/>
        </p:blipFill>
        <p:spPr>
          <a:xfrm>
            <a:off x="4693487" y="4019714"/>
            <a:ext cx="503501" cy="5226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40}\ \ \ \ \ \frac{74}{125}\ \ \ \ \ \frac{9}{16}\ \ \ \ \ \frac{13}{25}&quot;&gt;&lt;mfrac&gt;&lt;mn&gt;21&lt;/mn&gt;&lt;mn&gt;40&lt;/mn&gt;&lt;/mfrac&gt;&lt;mtext&gt;&lt;/mtext&gt;&lt;mtext&gt;&lt;/mtext&gt;&lt;mtext&gt;&lt;/mtext&gt;&lt;mtext&gt;&lt;/mtext&gt;&lt;mtext&gt;&lt;/mtext&gt;&lt;mfrac&gt;&lt;mn&gt;74&lt;/mn&gt;&lt;mn&gt;125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13&lt;/mn&gt;&lt;mn&gt;25&lt;/mn&gt;&lt;/mfrac&gt;&lt;/math&gt;" id="237" name="Google Shape;237;p21" title="21 over 40 74 over 125 9 over 16 13 over 25"/>
          <p:cNvPicPr preferRelativeResize="0"/>
          <p:nvPr/>
        </p:nvPicPr>
        <p:blipFill rotWithShape="1">
          <a:blip r:embed="rId3">
            <a:alphaModFix/>
          </a:blip>
          <a:srcRect b="0" l="0" r="85954" t="0"/>
          <a:stretch/>
        </p:blipFill>
        <p:spPr>
          <a:xfrm>
            <a:off x="1914705" y="4052975"/>
            <a:ext cx="267476" cy="52267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1046121" y="4126101"/>
            <a:ext cx="612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0.52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3540490" y="4112450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0.5625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2110351" y="4145737"/>
            <a:ext cx="73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0.525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5272201" y="4112463"/>
            <a:ext cx="1011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0.592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20}\ \ \ \ \ \frac{9}{25}\ \ \ \ \ \frac{5}{16}\ \ \ \ \ \frac{3}{8}&quot;&gt;&lt;mfrac&gt;&lt;mn&gt;7&lt;/mn&gt;&lt;mn&gt;20&lt;/mn&gt;&lt;/mfrac&gt;&lt;mtext&gt;&lt;/mtext&gt;&lt;mtext&gt;&lt;/mtext&gt;&lt;mtext&gt;&lt;/mtext&gt;&lt;mtext&gt;&lt;/mtext&gt;&lt;mtext&gt;&lt;/mtext&gt;&lt;mfrac&gt;&lt;mn&gt;9&lt;/mn&gt;&lt;mn&gt;25&lt;/mn&gt;&lt;/mfrac&gt;&lt;mtext&gt;&lt;/mtext&gt;&lt;mtext&gt;&lt;/mtext&gt;&lt;mtext&gt;&lt;/mtext&gt;&lt;mtext&gt;&lt;/mtext&gt;&lt;mtext&gt;&lt;/mtext&gt;&lt;mfrac&gt;&lt;mn&gt;5&lt;/mn&gt;&lt;mn&gt;16&lt;/mn&gt;&lt;/mfrac&gt;&lt;mtext&gt;&lt;/mtext&gt;&lt;mtext&gt;&lt;/mtext&gt;&lt;mtext&gt;&lt;/mtext&gt;&lt;mtext&gt;&lt;/mtext&gt;&lt;mtext&gt;&lt;/mtext&gt;&lt;mfrac&gt;&lt;mn&gt;3&lt;/mn&gt;&lt;mn&gt;8&lt;/mn&gt;&lt;/mfrac&gt;&lt;/math&gt;" id="242" name="Google Shape;242;p21" title="7 over 20 9 over 25 5 over 16 three eighths"/>
          <p:cNvPicPr preferRelativeResize="0"/>
          <p:nvPr/>
        </p:nvPicPr>
        <p:blipFill/>
        <p:spPr>
          <a:xfrm>
            <a:off x="740022" y="4982238"/>
            <a:ext cx="331535" cy="52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\ \ \ \ \frac{9}{25}\ \ \ \ \ \frac{5}{16}\ \ \ \ \ \frac{3}{8}&quot;&gt;&lt;mfrac&gt;&lt;mn&gt;7&lt;/mn&gt;&lt;mn&gt;20&lt;/mn&gt;&lt;/mfrac&gt;&lt;mtext&gt;&lt;/mtext&gt;&lt;mtext&gt;&lt;/mtext&gt;&lt;mtext&gt;&lt;/mtext&gt;&lt;mtext&gt;&lt;/mtext&gt;&lt;mtext&gt;&lt;/mtext&gt;&lt;mfrac&gt;&lt;mn&gt;9&lt;/mn&gt;&lt;mn&gt;25&lt;/mn&gt;&lt;/mfrac&gt;&lt;mtext&gt;&lt;/mtext&gt;&lt;mtext&gt;&lt;/mtext&gt;&lt;mtext&gt;&lt;/mtext&gt;&lt;mtext&gt;&lt;/mtext&gt;&lt;mtext&gt;&lt;/mtext&gt;&lt;mfrac&gt;&lt;mn&gt;5&lt;/mn&gt;&lt;mn&gt;16&lt;/mn&gt;&lt;/mfrac&gt;&lt;mtext&gt;&lt;/mtext&gt;&lt;mtext&gt;&lt;/mtext&gt;&lt;mtext&gt;&lt;/mtext&gt;&lt;mtext&gt;&lt;/mtext&gt;&lt;mtext&gt;&lt;/mtext&gt;&lt;mfrac&gt;&lt;mn&gt;3&lt;/mn&gt;&lt;mn&gt;8&lt;/mn&gt;&lt;/mfrac&gt;&lt;/math&gt;" id="243" name="Google Shape;243;p21" title="7 over 20 9 over 25 5 over 16 three eighths"/>
          <p:cNvPicPr preferRelativeResize="0"/>
          <p:nvPr/>
        </p:nvPicPr>
        <p:blipFill/>
        <p:spPr>
          <a:xfrm>
            <a:off x="3555760" y="4987988"/>
            <a:ext cx="294674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\ \ \ \ \frac{9}{25}\ \ \ \ \ \frac{5}{16}\ \ \ \ \ \frac{3}{8}&quot;&gt;&lt;mfrac&gt;&lt;mn&gt;7&lt;/mn&gt;&lt;mn&gt;20&lt;/mn&gt;&lt;/mfrac&gt;&lt;mtext&gt;&lt;/mtext&gt;&lt;mtext&gt;&lt;/mtext&gt;&lt;mtext&gt;&lt;/mtext&gt;&lt;mtext&gt;&lt;/mtext&gt;&lt;mtext&gt;&lt;/mtext&gt;&lt;mfrac&gt;&lt;mn&gt;9&lt;/mn&gt;&lt;mn&gt;25&lt;/mn&gt;&lt;/mfrac&gt;&lt;mtext&gt;&lt;/mtext&gt;&lt;mtext&gt;&lt;/mtext&gt;&lt;mtext&gt;&lt;/mtext&gt;&lt;mtext&gt;&lt;/mtext&gt;&lt;mtext&gt;&lt;/mtext&gt;&lt;mfrac&gt;&lt;mn&gt;5&lt;/mn&gt;&lt;mn&gt;16&lt;/mn&gt;&lt;/mfrac&gt;&lt;mtext&gt;&lt;/mtext&gt;&lt;mtext&gt;&lt;/mtext&gt;&lt;mtext&gt;&lt;/mtext&gt;&lt;mtext&gt;&lt;/mtext&gt;&lt;mtext&gt;&lt;/mtext&gt;&lt;mfrac&gt;&lt;mn&gt;3&lt;/mn&gt;&lt;mn&gt;8&lt;/mn&gt;&lt;/mfrac&gt;&lt;/math&gt;" id="244" name="Google Shape;244;p21" title="7 over 20 9 over 25 5 over 16 three eighths"/>
          <p:cNvPicPr preferRelativeResize="0"/>
          <p:nvPr/>
        </p:nvPicPr>
        <p:blipFill/>
        <p:spPr>
          <a:xfrm>
            <a:off x="2279750" y="4942350"/>
            <a:ext cx="267488" cy="5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2554642" y="5029331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0.35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3895953" y="5074968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1124568" y="5038231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0.3125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396268" y="5074968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0.375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1}{16}\ \ \ \ \ \frac{5}{8}\ \ \ \ \ \frac{76}{125}\ \ \ \ \ \frac{27}{40}&quot;&gt;&lt;mfrac&gt;&lt;mn&gt;11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76&lt;/mn&gt;&lt;mn&gt;125&lt;/mn&gt;&lt;/mfrac&gt;&lt;mtext&gt;&lt;/mtext&gt;&lt;mtext&gt;&lt;/mtext&gt;&lt;mtext&gt;&lt;/mtext&gt;&lt;mtext&gt;&lt;/mtext&gt;&lt;mtext&gt;&lt;/mtext&gt;&lt;mfrac&gt;&lt;mn&gt;27&lt;/mn&gt;&lt;mn&gt;40&lt;/mn&gt;&lt;/mfrac&gt;&lt;/math&gt;" id="249" name="Google Shape;249;p21" title="11 over 16 five eighths 76 over 125 27 over 40"/>
          <p:cNvPicPr preferRelativeResize="0"/>
          <p:nvPr/>
        </p:nvPicPr>
        <p:blipFill/>
        <p:spPr>
          <a:xfrm>
            <a:off x="740025" y="5840388"/>
            <a:ext cx="496651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6}\ \ \ \ \ \frac{5}{8}\ \ \ \ \ \frac{76}{125}\ \ \ \ \ \frac{27}{40}&quot;&gt;&lt;mfrac&gt;&lt;mn&gt;11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76&lt;/mn&gt;&lt;mn&gt;125&lt;/mn&gt;&lt;/mfrac&gt;&lt;mtext&gt;&lt;/mtext&gt;&lt;mtext&gt;&lt;/mtext&gt;&lt;mtext&gt;&lt;/mtext&gt;&lt;mtext&gt;&lt;/mtext&gt;&lt;mtext&gt;&lt;/mtext&gt;&lt;mfrac&gt;&lt;mn&gt;27&lt;/mn&gt;&lt;mn&gt;40&lt;/mn&gt;&lt;/mfrac&gt;&lt;/math&gt;" id="250" name="Google Shape;250;p21" title="11 over 16 five eighths 76 over 125 27 over 40"/>
          <p:cNvPicPr preferRelativeResize="0"/>
          <p:nvPr/>
        </p:nvPicPr>
        <p:blipFill/>
        <p:spPr>
          <a:xfrm>
            <a:off x="2182191" y="5912950"/>
            <a:ext cx="267429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6}\ \ \ \ \ \frac{5}{8}\ \ \ \ \ \frac{76}{125}\ \ \ \ \ \frac{27}{40}&quot;&gt;&lt;mfrac&gt;&lt;mn&gt;11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76&lt;/mn&gt;&lt;mn&gt;125&lt;/mn&gt;&lt;/mfrac&gt;&lt;mtext&gt;&lt;/mtext&gt;&lt;mtext&gt;&lt;/mtext&gt;&lt;mtext&gt;&lt;/mtext&gt;&lt;mtext&gt;&lt;/mtext&gt;&lt;mtext&gt;&lt;/mtext&gt;&lt;mfrac&gt;&lt;mn&gt;27&lt;/mn&gt;&lt;mn&gt;40&lt;/mn&gt;&lt;/mfrac&gt;&lt;/math&gt;" id="251" name="Google Shape;251;p21" title="11 over 16 five eighths 76 over 125 27 over 40"/>
          <p:cNvPicPr preferRelativeResize="0"/>
          <p:nvPr/>
        </p:nvPicPr>
        <p:blipFill/>
        <p:spPr>
          <a:xfrm>
            <a:off x="5165736" y="5840388"/>
            <a:ext cx="267488" cy="5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3895964" y="5999924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0.675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1184600" y="5927362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0.608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2418511" y="5999924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0.625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550374" y="5908020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0.6875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7}{20}\ \ \ \ \ \frac{15}{16}\ \ \ \ \ \frac{7}{8}\ \ \ \ \ \frac{23}{25}&quot;&gt;&lt;mfrac&gt;&lt;mn&gt;17&lt;/mn&gt;&lt;mn&gt;20&lt;/mn&gt;&lt;/mfrac&gt;&lt;mtext&gt;&lt;/mtext&gt;&lt;mtext&gt;&lt;/mtext&gt;&lt;mtext&gt;&lt;/mtext&gt;&lt;mtext&gt;&lt;/mtext&gt;&lt;mtext&gt;&lt;/mtext&gt;&lt;mfrac&gt;&lt;mn&gt;15&lt;/mn&gt;&lt;mn&gt;16&lt;/mn&gt;&lt;/mfrac&gt;&lt;mtext&gt;&lt;/mtext&gt;&lt;mtext&gt;&lt;/mtext&gt;&lt;mtext&gt;&lt;/mtext&gt;&lt;mtext&gt;&lt;/mtext&gt;&lt;mtext&gt;&lt;/mtext&gt;&lt;mfrac&gt;&lt;mn&gt;7&lt;/mn&gt;&lt;mn&gt;8&lt;/mn&gt;&lt;/mfrac&gt;&lt;mtext&gt;&lt;/mtext&gt;&lt;mtext&gt;&lt;/mtext&gt;&lt;mtext&gt;&lt;/mtext&gt;&lt;mtext&gt;&lt;/mtext&gt;&lt;mtext&gt;&lt;/mtext&gt;&lt;mfrac&gt;&lt;mn&gt;23&lt;/mn&gt;&lt;mn&gt;25&lt;/mn&gt;&lt;/mfrac&gt;&lt;/math&gt;" id="256" name="Google Shape;256;p21" title="17 over 20 15 over 16 seven eighths 23 over 25"/>
          <p:cNvPicPr preferRelativeResize="0"/>
          <p:nvPr/>
        </p:nvPicPr>
        <p:blipFill rotWithShape="1">
          <a:blip r:embed="rId4">
            <a:alphaModFix/>
          </a:blip>
          <a:srcRect b="0" l="59591" r="27559" t="0"/>
          <a:stretch/>
        </p:blipFill>
        <p:spPr>
          <a:xfrm>
            <a:off x="2101658" y="6752688"/>
            <a:ext cx="212558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}\ \ \ \ \ \frac{15}{16}\ \ \ \ \ \frac{7}{8}\ \ \ \ \ \frac{23}{25}&quot;&gt;&lt;mfrac&gt;&lt;mn&gt;17&lt;/mn&gt;&lt;mn&gt;20&lt;/mn&gt;&lt;/mfrac&gt;&lt;mtext&gt;&lt;/mtext&gt;&lt;mtext&gt;&lt;/mtext&gt;&lt;mtext&gt;&lt;/mtext&gt;&lt;mtext&gt;&lt;/mtext&gt;&lt;mtext&gt;&lt;/mtext&gt;&lt;mfrac&gt;&lt;mn&gt;15&lt;/mn&gt;&lt;mn&gt;16&lt;/mn&gt;&lt;/mfrac&gt;&lt;mtext&gt;&lt;/mtext&gt;&lt;mtext&gt;&lt;/mtext&gt;&lt;mtext&gt;&lt;/mtext&gt;&lt;mtext&gt;&lt;/mtext&gt;&lt;mtext&gt;&lt;/mtext&gt;&lt;mfrac&gt;&lt;mn&gt;7&lt;/mn&gt;&lt;mn&gt;8&lt;/mn&gt;&lt;/mfrac&gt;&lt;mtext&gt;&lt;/mtext&gt;&lt;mtext&gt;&lt;/mtext&gt;&lt;mtext&gt;&lt;/mtext&gt;&lt;mtext&gt;&lt;/mtext&gt;&lt;mtext&gt;&lt;/mtext&gt;&lt;mfrac&gt;&lt;mn&gt;23&lt;/mn&gt;&lt;mn&gt;25&lt;/mn&gt;&lt;/mfrac&gt;&lt;/math&gt;" id="257" name="Google Shape;257;p21" title="17 over 20 15 over 16 seven eighths 23 over 25"/>
          <p:cNvPicPr preferRelativeResize="0"/>
          <p:nvPr/>
        </p:nvPicPr>
        <p:blipFill rotWithShape="1">
          <a:blip r:embed="rId4">
            <a:alphaModFix/>
          </a:blip>
          <a:srcRect b="0" l="28850" r="53337" t="0"/>
          <a:stretch/>
        </p:blipFill>
        <p:spPr>
          <a:xfrm>
            <a:off x="5033272" y="6741075"/>
            <a:ext cx="294674" cy="51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}\ \ \ \ \ \frac{15}{16}\ \ \ \ \ \frac{7}{8}\ \ \ \ \ \frac{23}{25}&quot;&gt;&lt;mfrac&gt;&lt;mn&gt;17&lt;/mn&gt;&lt;mn&gt;20&lt;/mn&gt;&lt;/mfrac&gt;&lt;mtext&gt;&lt;/mtext&gt;&lt;mtext&gt;&lt;/mtext&gt;&lt;mtext&gt;&lt;/mtext&gt;&lt;mtext&gt;&lt;/mtext&gt;&lt;mtext&gt;&lt;/mtext&gt;&lt;mfrac&gt;&lt;mn&gt;15&lt;/mn&gt;&lt;mn&gt;16&lt;/mn&gt;&lt;/mfrac&gt;&lt;mtext&gt;&lt;/mtext&gt;&lt;mtext&gt;&lt;/mtext&gt;&lt;mtext&gt;&lt;/mtext&gt;&lt;mtext&gt;&lt;/mtext&gt;&lt;mtext&gt;&lt;/mtext&gt;&lt;mfrac&gt;&lt;mn&gt;7&lt;/mn&gt;&lt;mn&gt;8&lt;/mn&gt;&lt;/mfrac&gt;&lt;mtext&gt;&lt;/mtext&gt;&lt;mtext&gt;&lt;/mtext&gt;&lt;mtext&gt;&lt;/mtext&gt;&lt;mtext&gt;&lt;/mtext&gt;&lt;mtext&gt;&lt;/mtext&gt;&lt;mfrac&gt;&lt;mn&gt;23&lt;/mn&gt;&lt;mn&gt;25&lt;/mn&gt;&lt;/mfrac&gt;&lt;/math&gt;" id="258" name="Google Shape;258;p21" title="17 over 20 15 over 16 seven eighths 23 over 25"/>
          <p:cNvPicPr preferRelativeResize="0"/>
          <p:nvPr/>
        </p:nvPicPr>
        <p:blipFill rotWithShape="1">
          <a:blip r:embed="rId4">
            <a:alphaModFix/>
          </a:blip>
          <a:srcRect b="0" l="0" r="82188" t="0"/>
          <a:stretch/>
        </p:blipFill>
        <p:spPr>
          <a:xfrm>
            <a:off x="778875" y="6752700"/>
            <a:ext cx="294674" cy="5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1104476" y="6839675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0.85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3895953" y="6793238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0.92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2314443" y="6839663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0.875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5463229" y="6771463"/>
            <a:ext cx="86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0.9375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68000" y="660000"/>
            <a:ext cx="596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Ordering fractions by converting into decimals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4" name="Google Shape;264;p21"/>
          <p:cNvPicPr preferRelativeResize="0"/>
          <p:nvPr/>
        </p:nvPicPr>
        <p:blipFill rotWithShape="1">
          <a:blip r:embed="rId5">
            <a:alphaModFix/>
          </a:blip>
          <a:srcRect b="0" l="86042" r="0" t="0"/>
          <a:stretch/>
        </p:blipFill>
        <p:spPr>
          <a:xfrm>
            <a:off x="4268298" y="1192197"/>
            <a:ext cx="317965" cy="534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frac{1}{5}\ \ \ \ \ 7.28\ \ \ \ \ 7\frac{1}{4}\ \ \ \ \ 7.256\ \ &quot;&gt;&lt;mn&gt;7&lt;/mn&gt;&lt;mfrac&gt;&lt;mn&gt;1&lt;/mn&gt;&lt;mn&gt;5&lt;/mn&gt;&lt;/mfrac&gt;&lt;mtext&gt;&lt;/mtext&gt;&lt;mtext&gt;&lt;/mtext&gt;&lt;mtext&gt;&lt;/mtext&gt;&lt;mtext&gt;&lt;/mtext&gt;&lt;mtext&gt;&lt;/mtext&gt;&lt;mn&gt;7.28&lt;/mn&gt;&lt;mtext&gt;&lt;/mtext&gt;&lt;mtext&gt;&lt;/mtext&gt;&lt;mtext&gt;&lt;/mtext&gt;&lt;mtext&gt;&lt;/mtext&gt;&lt;mtext&gt;&lt;/mtext&gt;&lt;mn&gt;7&lt;/mn&gt;&lt;mfrac&gt;&lt;mn&gt;1&lt;/mn&gt;&lt;mn&gt;4&lt;/mn&gt;&lt;/mfrac&gt;&lt;mtext&gt;&lt;/mtext&gt;&lt;mtext&gt;&lt;/mtext&gt;&lt;mtext&gt;&lt;/mtext&gt;&lt;mtext&gt;&lt;/mtext&gt;&lt;mtext&gt;&lt;/mtext&gt;&lt;mn&gt;7.256&lt;/mn&gt;&lt;mtext&gt;&lt;/mtext&gt;&lt;mtext&gt;&lt;/mtext&gt;&lt;/math&gt;" id="265" name="Google Shape;265;p21" title="7 and one fifth 7.28 7 and one fourth 7.256"/>
          <p:cNvPicPr preferRelativeResize="0"/>
          <p:nvPr/>
        </p:nvPicPr>
        <p:blipFill/>
        <p:spPr>
          <a:xfrm>
            <a:off x="5548321" y="2461555"/>
            <a:ext cx="583708" cy="530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 \ 0.404\ \ \ \ \ \frac{1}{2}\ \ \ \ \ 0.483\ \ &quot;&gt;&lt;mfrac&gt;&lt;mn&gt;2&lt;/mn&gt;&lt;mn&gt;5&lt;/mn&gt;&lt;/mfrac&gt;&lt;mtext&gt;&lt;/mtext&gt;&lt;mtext&gt;&lt;/mtext&gt;&lt;mtext&gt;&lt;/mtext&gt;&lt;mtext&gt;&lt;/mtext&gt;&lt;mtext&gt;&lt;/mtext&gt;&lt;mn&gt;0.404&lt;/mn&gt;&lt;mtext&gt;&lt;/mtext&gt;&lt;mtext&gt;&lt;/mtext&gt;&lt;mtext&gt;&lt;/mtext&gt;&lt;mtext&gt;&lt;/mtext&gt;&lt;mtext&gt;&lt;/mtext&gt;&lt;mfrac&gt;&lt;mn&gt;1&lt;/mn&gt;&lt;mn&gt;2&lt;/mn&gt;&lt;/mfrac&gt;&lt;mtext&gt;&lt;/mtext&gt;&lt;mtext&gt;&lt;/mtext&gt;&lt;mtext&gt;&lt;/mtext&gt;&lt;mtext&gt;&lt;/mtext&gt;&lt;mtext&gt;&lt;/mtext&gt;&lt;mn&gt;0.483&lt;/mn&gt;&lt;mtext&gt;&lt;/mtext&gt;&lt;mtext&gt;&lt;/mtext&gt;&lt;/math&gt;" id="266" name="Google Shape;266;p21" title="two fifths 0.404 one half 0.483"/>
          <p:cNvPicPr preferRelativeResize="0"/>
          <p:nvPr/>
        </p:nvPicPr>
        <p:blipFill rotWithShape="1">
          <a:blip r:embed="rId6">
            <a:alphaModFix/>
          </a:blip>
          <a:srcRect b="0" l="75417" r="0" t="0"/>
          <a:stretch/>
        </p:blipFill>
        <p:spPr>
          <a:xfrm>
            <a:off x="2290274" y="1194163"/>
            <a:ext cx="613143" cy="530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 \ \ \ \ 2.753\ \ \ \ \ 2\frac{3}{5}\ \ \ \ \ 2.065\ \ &quot;&gt;&lt;mn&gt;2&lt;/mn&gt;&lt;mfrac&gt;&lt;mn&gt;3&lt;/mn&gt;&lt;mn&gt;4&lt;/mn&gt;&lt;/mfrac&gt;&lt;mtext&gt;&lt;/mtext&gt;&lt;mtext&gt;&lt;/mtext&gt;&lt;mtext&gt;&lt;/mtext&gt;&lt;mtext&gt;&lt;/mtext&gt;&lt;mtext&gt;&lt;/mtext&gt;&lt;mn&gt;2.753&lt;/mn&gt;&lt;mtext&gt;&lt;/mtext&gt;&lt;mtext&gt;&lt;/mtext&gt;&lt;mtext&gt;&lt;/mtext&gt;&lt;mtext&gt;&lt;/mtext&gt;&lt;mtext&gt;&lt;/mtext&gt;&lt;mn&gt;2&lt;/mn&gt;&lt;mfrac&gt;&lt;mn&gt;3&lt;/mn&gt;&lt;mn&gt;5&lt;/mn&gt;&lt;/mfrac&gt;&lt;mtext&gt;&lt;/mtext&gt;&lt;mtext&gt;&lt;/mtext&gt;&lt;mtext&gt;&lt;/mtext&gt;&lt;mtext&gt;&lt;/mtext&gt;&lt;mtext&gt;&lt;/mtext&gt;&lt;mn&gt;2.065&lt;/mn&gt;&lt;mtext&gt;&lt;/mtext&gt;&lt;mtext&gt;&lt;/mtext&gt;&lt;/math&gt;" id="267" name="Google Shape;267;p21" title="2 and three fourths 2.753 2 and three fifths 2.065"/>
          <p:cNvPicPr preferRelativeResize="0"/>
          <p:nvPr/>
        </p:nvPicPr>
        <p:blipFill/>
        <p:spPr>
          <a:xfrm>
            <a:off x="778278" y="2461555"/>
            <a:ext cx="583708" cy="53027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 txBox="1"/>
          <p:nvPr/>
        </p:nvSpPr>
        <p:spPr>
          <a:xfrm>
            <a:off x="468000" y="1194163"/>
            <a:ext cx="2604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68000" y="2461555"/>
            <a:ext cx="2604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3797289" y="1194163"/>
            <a:ext cx="2604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3797289" y="2461555"/>
            <a:ext cx="2604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\ \ \ \ \ 0.404\ \ \ \ \ \frac{1}{2}\ \ \ \ \ 0.483\ \ &quot;&gt;&lt;mfrac&gt;&lt;mn&gt;2&lt;/mn&gt;&lt;mn&gt;5&lt;/mn&gt;&lt;/mfrac&gt;&lt;mtext&gt;&lt;/mtext&gt;&lt;mtext&gt;&lt;/mtext&gt;&lt;mtext&gt;&lt;/mtext&gt;&lt;mtext&gt;&lt;/mtext&gt;&lt;mtext&gt;&lt;/mtext&gt;&lt;mn&gt;0.404&lt;/mn&gt;&lt;mtext&gt;&lt;/mtext&gt;&lt;mtext&gt;&lt;/mtext&gt;&lt;mtext&gt;&lt;/mtext&gt;&lt;mtext&gt;&lt;/mtext&gt;&lt;mtext&gt;&lt;/mtext&gt;&lt;mfrac&gt;&lt;mn&gt;1&lt;/mn&gt;&lt;mn&gt;2&lt;/mn&gt;&lt;/mfrac&gt;&lt;mtext&gt;&lt;/mtext&gt;&lt;mtext&gt;&lt;/mtext&gt;&lt;mtext&gt;&lt;/mtext&gt;&lt;mtext&gt;&lt;/mtext&gt;&lt;mtext&gt;&lt;/mtext&gt;&lt;mn&gt;0.483&lt;/mn&gt;&lt;mtext&gt;&lt;/mtext&gt;&lt;mtext&gt;&lt;/mtext&gt;&lt;/math&gt;" id="272" name="Google Shape;272;p21" title="two fifths 0.404 one half 0.483"/>
          <p:cNvPicPr preferRelativeResize="0"/>
          <p:nvPr/>
        </p:nvPicPr>
        <p:blipFill rotWithShape="1">
          <a:blip r:embed="rId6">
            <a:alphaModFix/>
          </a:blip>
          <a:srcRect b="0" l="54622" r="34470" t="0"/>
          <a:stretch/>
        </p:blipFill>
        <p:spPr>
          <a:xfrm>
            <a:off x="3084791" y="1194163"/>
            <a:ext cx="272061" cy="530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 \ 0.404\ \ \ \ \ \frac{1}{2}\ \ \ \ \ 0.483\ \ &quot;&gt;&lt;mfrac&gt;&lt;mn&gt;2&lt;/mn&gt;&lt;mn&gt;5&lt;/mn&gt;&lt;/mfrac&gt;&lt;mtext&gt;&lt;/mtext&gt;&lt;mtext&gt;&lt;/mtext&gt;&lt;mtext&gt;&lt;/mtext&gt;&lt;mtext&gt;&lt;/mtext&gt;&lt;mtext&gt;&lt;/mtext&gt;&lt;mn&gt;0.404&lt;/mn&gt;&lt;mtext&gt;&lt;/mtext&gt;&lt;mtext&gt;&lt;/mtext&gt;&lt;mtext&gt;&lt;/mtext&gt;&lt;mtext&gt;&lt;/mtext&gt;&lt;mtext&gt;&lt;/mtext&gt;&lt;mfrac&gt;&lt;mn&gt;1&lt;/mn&gt;&lt;mn&gt;2&lt;/mn&gt;&lt;/mfrac&gt;&lt;mtext&gt;&lt;/mtext&gt;&lt;mtext&gt;&lt;/mtext&gt;&lt;mtext&gt;&lt;/mtext&gt;&lt;mtext&gt;&lt;/mtext&gt;&lt;mtext&gt;&lt;/mtext&gt;&lt;mn&gt;0.483&lt;/mn&gt;&lt;mtext&gt;&lt;/mtext&gt;&lt;mtext&gt;&lt;/mtext&gt;&lt;/math&gt;" id="273" name="Google Shape;273;p21" title="two fifths 0.404 one half 0.483"/>
          <p:cNvPicPr preferRelativeResize="0"/>
          <p:nvPr/>
        </p:nvPicPr>
        <p:blipFill rotWithShape="1">
          <a:blip r:embed="rId6">
            <a:alphaModFix/>
          </a:blip>
          <a:srcRect b="0" l="18611" r="54507" t="0"/>
          <a:stretch/>
        </p:blipFill>
        <p:spPr>
          <a:xfrm>
            <a:off x="1438449" y="1194163"/>
            <a:ext cx="670450" cy="530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 \ 0.404\ \ \ \ \ \frac{1}{2}\ \ \ \ \ 0.483\ \ &quot;&gt;&lt;mfrac&gt;&lt;mn&gt;2&lt;/mn&gt;&lt;mn&gt;5&lt;/mn&gt;&lt;/mfrac&gt;&lt;mtext&gt;&lt;/mtext&gt;&lt;mtext&gt;&lt;/mtext&gt;&lt;mtext&gt;&lt;/mtext&gt;&lt;mtext&gt;&lt;/mtext&gt;&lt;mtext&gt;&lt;/mtext&gt;&lt;mn&gt;0.404&lt;/mn&gt;&lt;mtext&gt;&lt;/mtext&gt;&lt;mtext&gt;&lt;/mtext&gt;&lt;mtext&gt;&lt;/mtext&gt;&lt;mtext&gt;&lt;/mtext&gt;&lt;mtext&gt;&lt;/mtext&gt;&lt;mfrac&gt;&lt;mn&gt;1&lt;/mn&gt;&lt;mn&gt;2&lt;/mn&gt;&lt;/mfrac&gt;&lt;mtext&gt;&lt;/mtext&gt;&lt;mtext&gt;&lt;/mtext&gt;&lt;mtext&gt;&lt;/mtext&gt;&lt;mtext&gt;&lt;/mtext&gt;&lt;mtext&gt;&lt;/mtext&gt;&lt;mn&gt;0.483&lt;/mn&gt;&lt;mtext&gt;&lt;/mtext&gt;&lt;mtext&gt;&lt;/mtext&gt;&lt;/math&gt;" id="274" name="Google Shape;274;p21" title="two fifths 0.404 one half 0.483"/>
          <p:cNvPicPr preferRelativeResize="0"/>
          <p:nvPr/>
        </p:nvPicPr>
        <p:blipFill rotWithShape="1">
          <a:blip r:embed="rId6">
            <a:alphaModFix/>
          </a:blip>
          <a:srcRect b="0" l="0" r="89554" t="0"/>
          <a:stretch/>
        </p:blipFill>
        <p:spPr>
          <a:xfrm>
            <a:off x="996554" y="1194163"/>
            <a:ext cx="260521" cy="530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 \ \ \ \ 2.753\ \ \ \ \ 2\frac{3}{5}\ \ \ \ \ 2.065\ \ &quot;&gt;&lt;mn&gt;2&lt;/mn&gt;&lt;mfrac&gt;&lt;mn&gt;3&lt;/mn&gt;&lt;mn&gt;4&lt;/mn&gt;&lt;/mfrac&gt;&lt;mtext&gt;&lt;/mtext&gt;&lt;mtext&gt;&lt;/mtext&gt;&lt;mtext&gt;&lt;/mtext&gt;&lt;mtext&gt;&lt;/mtext&gt;&lt;mtext&gt;&lt;/mtext&gt;&lt;mn&gt;2.753&lt;/mn&gt;&lt;mtext&gt;&lt;/mtext&gt;&lt;mtext&gt;&lt;/mtext&gt;&lt;mtext&gt;&lt;/mtext&gt;&lt;mtext&gt;&lt;/mtext&gt;&lt;mtext&gt;&lt;/mtext&gt;&lt;mn&gt;2&lt;/mn&gt;&lt;mfrac&gt;&lt;mn&gt;3&lt;/mn&gt;&lt;mn&gt;5&lt;/mn&gt;&lt;/mfrac&gt;&lt;mtext&gt;&lt;/mtext&gt;&lt;mtext&gt;&lt;/mtext&gt;&lt;mtext&gt;&lt;/mtext&gt;&lt;mtext&gt;&lt;/mtext&gt;&lt;mtext&gt;&lt;/mtext&gt;&lt;mn&gt;2.065&lt;/mn&gt;&lt;mtext&gt;&lt;/mtext&gt;&lt;mtext&gt;&lt;/mtext&gt;&lt;/math&gt;" id="275" name="Google Shape;275;p21" title="2 and three fourths 2.753 2 and three fifths 2.065"/>
          <p:cNvPicPr preferRelativeResize="0"/>
          <p:nvPr/>
        </p:nvPicPr>
        <p:blipFill/>
        <p:spPr>
          <a:xfrm>
            <a:off x="1556674" y="2461555"/>
            <a:ext cx="376171" cy="530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 \ \ \ \ 2.753\ \ \ \ \ 2\frac{3}{5}\ \ \ \ \ 2.065\ \ &quot;&gt;&lt;mn&gt;2&lt;/mn&gt;&lt;mfrac&gt;&lt;mn&gt;3&lt;/mn&gt;&lt;mn&gt;4&lt;/mn&gt;&lt;/mfrac&gt;&lt;mtext&gt;&lt;/mtext&gt;&lt;mtext&gt;&lt;/mtext&gt;&lt;mtext&gt;&lt;/mtext&gt;&lt;mtext&gt;&lt;/mtext&gt;&lt;mtext&gt;&lt;/mtext&gt;&lt;mn&gt;2.753&lt;/mn&gt;&lt;mtext&gt;&lt;/mtext&gt;&lt;mtext&gt;&lt;/mtext&gt;&lt;mtext&gt;&lt;/mtext&gt;&lt;mtext&gt;&lt;/mtext&gt;&lt;mtext&gt;&lt;/mtext&gt;&lt;mn&gt;2&lt;/mn&gt;&lt;mfrac&gt;&lt;mn&gt;3&lt;/mn&gt;&lt;mn&gt;5&lt;/mn&gt;&lt;/mfrac&gt;&lt;mtext&gt;&lt;/mtext&gt;&lt;mtext&gt;&lt;/mtext&gt;&lt;mtext&gt;&lt;/mtext&gt;&lt;mtext&gt;&lt;/mtext&gt;&lt;mtext&gt;&lt;/mtext&gt;&lt;mn&gt;2.065&lt;/mn&gt;&lt;mtext&gt;&lt;/mtext&gt;&lt;mtext&gt;&lt;/mtext&gt;&lt;/math&gt;" id="276" name="Google Shape;276;p21" title="2 and three fourths 2.753 2 and three fifths 2.065"/>
          <p:cNvPicPr preferRelativeResize="0"/>
          <p:nvPr/>
        </p:nvPicPr>
        <p:blipFill/>
        <p:spPr>
          <a:xfrm>
            <a:off x="2753174" y="2461555"/>
            <a:ext cx="640760" cy="530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 \ \ \ \ 2.753\ \ \ \ \ 2\frac{3}{5}\ \ \ \ \ 2.065\ \ &quot;&gt;&lt;mn&gt;2&lt;/mn&gt;&lt;mfrac&gt;&lt;mn&gt;3&lt;/mn&gt;&lt;mn&gt;4&lt;/mn&gt;&lt;/mfrac&gt;&lt;mtext&gt;&lt;/mtext&gt;&lt;mtext&gt;&lt;/mtext&gt;&lt;mtext&gt;&lt;/mtext&gt;&lt;mtext&gt;&lt;/mtext&gt;&lt;mtext&gt;&lt;/mtext&gt;&lt;mn&gt;2.753&lt;/mn&gt;&lt;mtext&gt;&lt;/mtext&gt;&lt;mtext&gt;&lt;/mtext&gt;&lt;mtext&gt;&lt;/mtext&gt;&lt;mtext&gt;&lt;/mtext&gt;&lt;mtext&gt;&lt;/mtext&gt;&lt;mn&gt;2&lt;/mn&gt;&lt;mfrac&gt;&lt;mn&gt;3&lt;/mn&gt;&lt;mn&gt;5&lt;/mn&gt;&lt;/mfrac&gt;&lt;mtext&gt;&lt;/mtext&gt;&lt;mtext&gt;&lt;/mtext&gt;&lt;mtext&gt;&lt;/mtext&gt;&lt;mtext&gt;&lt;/mtext&gt;&lt;mtext&gt;&lt;/mtext&gt;&lt;mn&gt;2.065&lt;/mn&gt;&lt;mtext&gt;&lt;/mtext&gt;&lt;mtext&gt;&lt;/mtext&gt;&lt;/math&gt;" id="277" name="Google Shape;277;p21" title="2 and three fourths 2.753 2 and three fifths 2.065"/>
          <p:cNvPicPr preferRelativeResize="0"/>
          <p:nvPr/>
        </p:nvPicPr>
        <p:blipFill/>
        <p:spPr>
          <a:xfrm>
            <a:off x="2127532" y="2461555"/>
            <a:ext cx="430955" cy="530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/>
          <p:cNvPicPr preferRelativeResize="0"/>
          <p:nvPr/>
        </p:nvPicPr>
        <p:blipFill rotWithShape="1">
          <a:blip r:embed="rId5">
            <a:alphaModFix/>
          </a:blip>
          <a:srcRect b="0" l="56042" r="26359" t="0"/>
          <a:stretch/>
        </p:blipFill>
        <p:spPr>
          <a:xfrm>
            <a:off x="5604722" y="1192197"/>
            <a:ext cx="400913" cy="534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/>
          <p:cNvPicPr preferRelativeResize="0"/>
          <p:nvPr/>
        </p:nvPicPr>
        <p:blipFill rotWithShape="1">
          <a:blip r:embed="rId5">
            <a:alphaModFix/>
          </a:blip>
          <a:srcRect b="0" l="26691" r="54391" t="0"/>
          <a:stretch/>
        </p:blipFill>
        <p:spPr>
          <a:xfrm>
            <a:off x="4880015" y="1192197"/>
            <a:ext cx="430956" cy="534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/>
          <p:cNvPicPr preferRelativeResize="0"/>
          <p:nvPr/>
        </p:nvPicPr>
        <p:blipFill rotWithShape="1">
          <a:blip r:embed="rId5">
            <a:alphaModFix/>
          </a:blip>
          <a:srcRect b="0" l="0" r="83487" t="0"/>
          <a:stretch/>
        </p:blipFill>
        <p:spPr>
          <a:xfrm>
            <a:off x="6299387" y="1192197"/>
            <a:ext cx="376171" cy="534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frac{1}{5}\ \ \ \ \ 7.28\ \ \ \ \ 7\frac{1}{4}\ \ \ \ \ 7.256\ \ &quot;&gt;&lt;mn&gt;7&lt;/mn&gt;&lt;mfrac&gt;&lt;mn&gt;1&lt;/mn&gt;&lt;mn&gt;5&lt;/mn&gt;&lt;/mfrac&gt;&lt;mtext&gt;&lt;/mtext&gt;&lt;mtext&gt;&lt;/mtext&gt;&lt;mtext&gt;&lt;/mtext&gt;&lt;mtext&gt;&lt;/mtext&gt;&lt;mtext&gt;&lt;/mtext&gt;&lt;mn&gt;7.28&lt;/mn&gt;&lt;mtext&gt;&lt;/mtext&gt;&lt;mtext&gt;&lt;/mtext&gt;&lt;mtext&gt;&lt;/mtext&gt;&lt;mtext&gt;&lt;/mtext&gt;&lt;mtext&gt;&lt;/mtext&gt;&lt;mn&gt;7&lt;/mn&gt;&lt;mfrac&gt;&lt;mn&gt;1&lt;/mn&gt;&lt;mn&gt;4&lt;/mn&gt;&lt;/mfrac&gt;&lt;mtext&gt;&lt;/mtext&gt;&lt;mtext&gt;&lt;/mtext&gt;&lt;mtext&gt;&lt;/mtext&gt;&lt;mtext&gt;&lt;/mtext&gt;&lt;mtext&gt;&lt;/mtext&gt;&lt;mn&gt;7.256&lt;/mn&gt;&lt;mtext&gt;&lt;/mtext&gt;&lt;mtext&gt;&lt;/mtext&gt;&lt;/math&gt;" id="281" name="Google Shape;281;p21" title="7 and one fifth 7.28 7 and one fourth 7.256"/>
          <p:cNvPicPr preferRelativeResize="0"/>
          <p:nvPr/>
        </p:nvPicPr>
        <p:blipFill/>
        <p:spPr>
          <a:xfrm>
            <a:off x="4893290" y="2461555"/>
            <a:ext cx="430955" cy="530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frac{1}{5}\ \ \ \ \ 7.28\ \ \ \ \ 7\frac{1}{4}\ \ \ \ \ 7.256\ \ &quot;&gt;&lt;mn&gt;7&lt;/mn&gt;&lt;mfrac&gt;&lt;mn&gt;1&lt;/mn&gt;&lt;mn&gt;5&lt;/mn&gt;&lt;/mfrac&gt;&lt;mtext&gt;&lt;/mtext&gt;&lt;mtext&gt;&lt;/mtext&gt;&lt;mtext&gt;&lt;/mtext&gt;&lt;mtext&gt;&lt;/mtext&gt;&lt;mtext&gt;&lt;/mtext&gt;&lt;mn&gt;7.28&lt;/mn&gt;&lt;mtext&gt;&lt;/mtext&gt;&lt;mtext&gt;&lt;/mtext&gt;&lt;mtext&gt;&lt;/mtext&gt;&lt;mtext&gt;&lt;/mtext&gt;&lt;mtext&gt;&lt;/mtext&gt;&lt;mn&gt;7&lt;/mn&gt;&lt;mfrac&gt;&lt;mn&gt;1&lt;/mn&gt;&lt;mn&gt;4&lt;/mn&gt;&lt;/mfrac&gt;&lt;mtext&gt;&lt;/mtext&gt;&lt;mtext&gt;&lt;/mtext&gt;&lt;mtext&gt;&lt;/mtext&gt;&lt;mtext&gt;&lt;/mtext&gt;&lt;mtext&gt;&lt;/mtext&gt;&lt;mn&gt;7.256&lt;/mn&gt;&lt;mtext&gt;&lt;/mtext&gt;&lt;mtext&gt;&lt;/mtext&gt;&lt;/math&gt;" id="282" name="Google Shape;282;p21" title="7 and one fifth 7.28 7 and one fourth 7.256"/>
          <p:cNvPicPr preferRelativeResize="0"/>
          <p:nvPr/>
        </p:nvPicPr>
        <p:blipFill/>
        <p:spPr>
          <a:xfrm>
            <a:off x="6356106" y="2461555"/>
            <a:ext cx="539016" cy="530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frac{1}{5}\ \ \ \ \ 7.28\ \ \ \ \ 7\frac{1}{4}\ \ \ \ \ 7.256\ \ &quot;&gt;&lt;mn&gt;7&lt;/mn&gt;&lt;mfrac&gt;&lt;mn&gt;1&lt;/mn&gt;&lt;mn&gt;5&lt;/mn&gt;&lt;/mfrac&gt;&lt;mtext&gt;&lt;/mtext&gt;&lt;mtext&gt;&lt;/mtext&gt;&lt;mtext&gt;&lt;/mtext&gt;&lt;mtext&gt;&lt;/mtext&gt;&lt;mtext&gt;&lt;/mtext&gt;&lt;mn&gt;7.28&lt;/mn&gt;&lt;mtext&gt;&lt;/mtext&gt;&lt;mtext&gt;&lt;/mtext&gt;&lt;mtext&gt;&lt;/mtext&gt;&lt;mtext&gt;&lt;/mtext&gt;&lt;mtext&gt;&lt;/mtext&gt;&lt;mn&gt;7&lt;/mn&gt;&lt;mfrac&gt;&lt;mn&gt;1&lt;/mn&gt;&lt;mn&gt;4&lt;/mn&gt;&lt;/mfrac&gt;&lt;mtext&gt;&lt;/mtext&gt;&lt;mtext&gt;&lt;/mtext&gt;&lt;mtext&gt;&lt;/mtext&gt;&lt;mtext&gt;&lt;/mtext&gt;&lt;mtext&gt;&lt;/mtext&gt;&lt;mn&gt;7.256&lt;/mn&gt;&lt;mtext&gt;&lt;/mtext&gt;&lt;mtext&gt;&lt;/mtext&gt;&lt;/math&gt;" id="283" name="Google Shape;283;p21" title="7 and one fifth 7.28 7 and one fourth 7.256"/>
          <p:cNvPicPr preferRelativeResize="0"/>
          <p:nvPr/>
        </p:nvPicPr>
        <p:blipFill/>
        <p:spPr>
          <a:xfrm>
            <a:off x="4268301" y="2461555"/>
            <a:ext cx="400913" cy="530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