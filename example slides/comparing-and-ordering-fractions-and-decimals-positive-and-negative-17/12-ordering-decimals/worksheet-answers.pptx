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D0E937-7344-459F-AC2E-A255C7B81FF1}">
  <a:tblStyle styleId="{CCD0E937-7344-459F-AC2E-A255C7B81F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61175" y="9989675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22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decimals using a place value chart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69000"/>
            <a:ext cx="66240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which of the following are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Rearrange the letters of the true statements to make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468000" y="244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{CCD0E937-7344-459F-AC2E-A255C7B81FF1}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     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5.68 &lt; 5.8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    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5.68 &gt; 5.8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0.84 &gt; 0.804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0.561 &gt; 0.651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1.45 &lt; 1.408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0.567 &lt; 0.576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12.31 &gt; 12.231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1.427 &lt; 1.472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    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1.6 &lt; 1.514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12.48 &gt; 12.84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 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13.2 &gt; 13.123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3.68 &gt; 3.658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0.972 &gt; 0.927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0.031 &lt; 0.013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11.01 &gt; 11.101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0.071 &gt; 0.0072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 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 &lt; 0.237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2.2611 &lt; 2.611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  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3.68 &lt; 3.256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0.0205 &gt; 0.052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6" name="Google Shape;176;p20"/>
          <p:cNvSpPr/>
          <p:nvPr/>
        </p:nvSpPr>
        <p:spPr>
          <a:xfrm>
            <a:off x="468000" y="2442475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45520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letters rearrange to make the word inequality.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68000" y="3539650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124000" y="2813717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124000" y="3905506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776844" y="3175600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780000" y="2813725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780000" y="2445711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435994" y="3539650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435994" y="3173938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429689" y="2813725"/>
            <a:ext cx="1637700" cy="365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474757" y="506944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 txBox="1"/>
          <p:nvPr/>
        </p:nvSpPr>
        <p:spPr>
          <a:xfrm>
            <a:off x="468000" y="5224156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Putting decimals on a number line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844584" y="6003234"/>
            <a:ext cx="6062080" cy="164430"/>
            <a:chOff x="683270" y="2982982"/>
            <a:chExt cx="4148700" cy="204490"/>
          </a:xfrm>
        </p:grpSpPr>
        <p:cxnSp>
          <p:nvCxnSpPr>
            <p:cNvPr id="190" name="Google Shape;190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2" name="Google Shape;202;p20"/>
          <p:cNvGrpSpPr/>
          <p:nvPr/>
        </p:nvGrpSpPr>
        <p:grpSpPr>
          <a:xfrm>
            <a:off x="844584" y="6690229"/>
            <a:ext cx="6062080" cy="164430"/>
            <a:chOff x="683270" y="2982982"/>
            <a:chExt cx="4148700" cy="204490"/>
          </a:xfrm>
        </p:grpSpPr>
        <p:cxnSp>
          <p:nvCxnSpPr>
            <p:cNvPr id="203" name="Google Shape;203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5" name="Google Shape;215;p20"/>
          <p:cNvGrpSpPr/>
          <p:nvPr/>
        </p:nvGrpSpPr>
        <p:grpSpPr>
          <a:xfrm>
            <a:off x="844584" y="7887882"/>
            <a:ext cx="6062080" cy="164430"/>
            <a:chOff x="683270" y="2982982"/>
            <a:chExt cx="4148700" cy="204490"/>
          </a:xfrm>
        </p:grpSpPr>
        <p:cxnSp>
          <p:nvCxnSpPr>
            <p:cNvPr id="216" name="Google Shape;216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8" name="Google Shape;228;p20"/>
          <p:cNvGrpSpPr/>
          <p:nvPr/>
        </p:nvGrpSpPr>
        <p:grpSpPr>
          <a:xfrm>
            <a:off x="844584" y="8431932"/>
            <a:ext cx="6062080" cy="164430"/>
            <a:chOff x="683270" y="2982982"/>
            <a:chExt cx="4148700" cy="204490"/>
          </a:xfrm>
        </p:grpSpPr>
        <p:cxnSp>
          <p:nvCxnSpPr>
            <p:cNvPr id="229" name="Google Shape;229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" name="Google Shape;231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" name="Google Shape;235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1" name="Google Shape;241;p20"/>
          <p:cNvSpPr txBox="1"/>
          <p:nvPr/>
        </p:nvSpPr>
        <p:spPr>
          <a:xfrm>
            <a:off x="797188" y="6167693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356103" y="6167693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831604" y="6908292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544934" y="6908292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795228" y="8052341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242005" y="8052341"/>
            <a:ext cx="29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736315" y="8627238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3449526" y="8627238"/>
            <a:ext cx="29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641214" y="5687410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763327" y="6397040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2127312" y="7606685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641214" y="8147407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825546" y="5665347"/>
            <a:ext cx="29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905644" y="6376686"/>
            <a:ext cx="29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296044" y="7574340"/>
            <a:ext cx="5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825546" y="8118399"/>
            <a:ext cx="46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7" name="Google Shape;257;p20"/>
          <p:cNvGrpSpPr/>
          <p:nvPr/>
        </p:nvGrpSpPr>
        <p:grpSpPr>
          <a:xfrm>
            <a:off x="844584" y="7260336"/>
            <a:ext cx="6062080" cy="164430"/>
            <a:chOff x="683270" y="2982982"/>
            <a:chExt cx="4148700" cy="204490"/>
          </a:xfrm>
        </p:grpSpPr>
        <p:cxnSp>
          <p:nvCxnSpPr>
            <p:cNvPr id="258" name="Google Shape;258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" name="Google Shape;260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" name="Google Shape;261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" name="Google Shape;263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" name="Google Shape;264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" name="Google Shape;266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0" name="Google Shape;270;p20"/>
          <p:cNvSpPr txBox="1"/>
          <p:nvPr/>
        </p:nvSpPr>
        <p:spPr>
          <a:xfrm>
            <a:off x="740747" y="7424796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2925842" y="7439953"/>
            <a:ext cx="23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5763327" y="7002478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5948182" y="6980566"/>
            <a:ext cx="49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17.25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 flipH="1">
            <a:off x="467900" y="5535406"/>
            <a:ext cx="455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number is each arrow pointing to?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476850" y="5561356"/>
            <a:ext cx="32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2" name="Google Shape;28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Ordering decimals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68000" y="1122750"/>
            <a:ext cx="6624000" cy="56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numbers in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             0.8	  0.2            0.6             0.4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0.2          0.3         0.4         0.6         0.8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0.12           0.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0.28          0.31           0.1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0.1         0.12        0.28       0.31        0.5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0.63           6.03           6.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0.36           0.063         0.6003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0.063      0.36       0.6003     0.63        6.03        6.3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5.75           0.7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0.557       0.505         0.07505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0.07505   0.505        0.557      0.75        5.75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2.341         2.4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1.23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123.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1.234      1.24        1.3          2.341      2.41       123.4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