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E0BB03-8E60-4494-8A65-BDA12C349C61}">
  <a:tblStyle styleId="{4BE0BB03-8E60-4494-8A65-BDA12C349C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626ad3d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626ad3d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626ad3d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626ad3d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626ad3d9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626ad3d9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9626ad3d9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9626ad3d9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9626ad3d9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9626ad3d9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9626ad3d99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9626ad3d99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9626ad3d9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9626ad3d9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9626ad3d9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9626ad3d9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9626ad3d99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9626ad3d99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9626ad3d99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9626ad3d99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9626ad3d99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9626ad3d99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9626ad3d99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9626ad3d99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9626ad3d9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626ad3d9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9807f0cd7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9807f0cd7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9626ad3d99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9626ad3d99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9626ad3d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9626ad3d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96ac9472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96ac9472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96ac9472a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96ac9472a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96ac9472a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96ac9472a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96ac9472a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96ac9472a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9626ad3d9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9626ad3d9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96ac9472a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96ac9472a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9626ad3d9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9626ad3d9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9776d7993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9776d7993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9626ad3d9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29626ad3d9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9626ad3d9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9626ad3d9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29807f0cd7e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9807f0cd7e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9776d7993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9776d7993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9626ad3d9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9626ad3d9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29626ad3d99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9626ad3d99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29626ad3d99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29626ad3d99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29626ad3d99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29626ad3d99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9626ad3d99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9626ad3d99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29807f0cd7e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29807f0cd7e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96ac9472a1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96ac9472a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68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68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68.png"/><Relationship Id="rId4" Type="http://schemas.openxmlformats.org/officeDocument/2006/relationships/image" Target="../media/image30.png"/><Relationship Id="rId11" Type="http://schemas.openxmlformats.org/officeDocument/2006/relationships/image" Target="../media/image13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5" Type="http://schemas.openxmlformats.org/officeDocument/2006/relationships/image" Target="../media/image47.png"/><Relationship Id="rId6" Type="http://schemas.openxmlformats.org/officeDocument/2006/relationships/image" Target="../media/image50.png"/><Relationship Id="rId7" Type="http://schemas.openxmlformats.org/officeDocument/2006/relationships/image" Target="../media/image55.png"/><Relationship Id="rId8" Type="http://schemas.openxmlformats.org/officeDocument/2006/relationships/image" Target="../media/image53.png"/><Relationship Id="rId11" Type="http://schemas.openxmlformats.org/officeDocument/2006/relationships/image" Target="../media/image51.png"/><Relationship Id="rId10" Type="http://schemas.openxmlformats.org/officeDocument/2006/relationships/image" Target="../media/image57.png"/><Relationship Id="rId13" Type="http://schemas.openxmlformats.org/officeDocument/2006/relationships/image" Target="../media/image56.png"/><Relationship Id="rId12" Type="http://schemas.openxmlformats.org/officeDocument/2006/relationships/image" Target="../media/image52.png"/><Relationship Id="rId14" Type="http://schemas.openxmlformats.org/officeDocument/2006/relationships/image" Target="../media/image5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5" Type="http://schemas.openxmlformats.org/officeDocument/2006/relationships/image" Target="../media/image47.png"/><Relationship Id="rId6" Type="http://schemas.openxmlformats.org/officeDocument/2006/relationships/image" Target="../media/image50.png"/><Relationship Id="rId7" Type="http://schemas.openxmlformats.org/officeDocument/2006/relationships/image" Target="../media/image55.png"/><Relationship Id="rId8" Type="http://schemas.openxmlformats.org/officeDocument/2006/relationships/image" Target="../media/image53.png"/><Relationship Id="rId11" Type="http://schemas.openxmlformats.org/officeDocument/2006/relationships/image" Target="../media/image51.png"/><Relationship Id="rId10" Type="http://schemas.openxmlformats.org/officeDocument/2006/relationships/image" Target="../media/image57.png"/><Relationship Id="rId13" Type="http://schemas.openxmlformats.org/officeDocument/2006/relationships/image" Target="../media/image56.png"/><Relationship Id="rId12" Type="http://schemas.openxmlformats.org/officeDocument/2006/relationships/image" Target="../media/image52.png"/><Relationship Id="rId14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Relationship Id="rId4" Type="http://schemas.openxmlformats.org/officeDocument/2006/relationships/image" Target="../media/image60.png"/><Relationship Id="rId5" Type="http://schemas.openxmlformats.org/officeDocument/2006/relationships/image" Target="../media/image62.png"/><Relationship Id="rId6" Type="http://schemas.openxmlformats.org/officeDocument/2006/relationships/image" Target="../media/image5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7.png"/><Relationship Id="rId4" Type="http://schemas.openxmlformats.org/officeDocument/2006/relationships/image" Target="../media/image5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decimals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compare decimals using &lt; and &gt;.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number is in decimal form when the decimal point is shown and there are digits to the right of the decimal point.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of a digit in a number based on where it is placed is known as place value.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</a:t>
            </a:r>
            <a:r>
              <a:rPr lang="en-GB"/>
              <a:t> decimals using a place value chart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775" name="Google Shape;775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350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8496000" cy="7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Place value charts are a really useful tool when comparing decimals.</a:t>
            </a:r>
            <a:endParaRPr/>
          </a:p>
        </p:txBody>
      </p:sp>
      <p:graphicFrame>
        <p:nvGraphicFramePr>
          <p:cNvPr id="783" name="Google Shape;783;p69"/>
          <p:cNvGraphicFramePr/>
          <p:nvPr/>
        </p:nvGraphicFramePr>
        <p:xfrm>
          <a:off x="1465001" y="165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{4BE0BB03-8E60-4494-8A65-BDA12C349C61}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84" name="Google Shape;784;p69"/>
          <p:cNvGrpSpPr/>
          <p:nvPr/>
        </p:nvGrpSpPr>
        <p:grpSpPr>
          <a:xfrm>
            <a:off x="1539376" y="16553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785" name="Google Shape;785;p69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786" name="Google Shape;786;p69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787" name="Google Shape;787;p69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788" name="Google Shape;788;p69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789" name="Google Shape;789;p69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790" name="Google Shape;790;p69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791" name="Google Shape;791;p69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792" name="Google Shape;792;p69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793" name="Google Shape;793;p69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794" name="Google Shape;794;p69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795" name="Google Shape;795;p69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796" name="Google Shape;796;p69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797" name="Google Shape;797;p69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9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799" name="Google Shape;799;p69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00" name="Google Shape;800;p69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01" name="Google Shape;801;p69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334225" y="3720600"/>
            <a:ext cx="82377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reminder of what our place value chart looks like.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it always necessary to use a place value </a:t>
            </a:r>
            <a:r>
              <a:rPr lang="en-GB" sz="1800"/>
              <a:t>chart</a:t>
            </a:r>
            <a:r>
              <a:rPr lang="en-GB" sz="1800"/>
              <a:t>?</a:t>
            </a:r>
            <a:endParaRPr sz="1800"/>
          </a:p>
        </p:txBody>
      </p:sp>
      <p:graphicFrame>
        <p:nvGraphicFramePr>
          <p:cNvPr id="809" name="Google Shape;809;p70"/>
          <p:cNvGraphicFramePr/>
          <p:nvPr/>
        </p:nvGraphicFramePr>
        <p:xfrm>
          <a:off x="1465001" y="157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{4BE0BB03-8E60-4494-8A65-BDA12C349C61}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10" name="Google Shape;810;p70"/>
          <p:cNvGrpSpPr/>
          <p:nvPr/>
        </p:nvGrpSpPr>
        <p:grpSpPr>
          <a:xfrm>
            <a:off x="1539376" y="15791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11" name="Google Shape;811;p70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812" name="Google Shape;812;p70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813" name="Google Shape;813;p70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814" name="Google Shape;814;p70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815" name="Google Shape;815;p70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816" name="Google Shape;816;p70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817" name="Google Shape;817;p70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818" name="Google Shape;818;p70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819" name="Google Shape;819;p70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20" name="Google Shape;820;p70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821" name="Google Shape;821;p70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822" name="Google Shape;822;p70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823" name="Google Shape;823;p70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4" name="Google Shape;824;p70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25" name="Google Shape;825;p70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26" name="Google Shape;826;p70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27" name="Google Shape;827;p70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828" name="Google Shape;828;p70"/>
          <p:cNvSpPr txBox="1"/>
          <p:nvPr>
            <p:ph idx="1" type="body"/>
          </p:nvPr>
        </p:nvSpPr>
        <p:spPr>
          <a:xfrm>
            <a:off x="334225" y="2971612"/>
            <a:ext cx="25566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E.g. Which is greater?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3.4792 or 4.4791</a:t>
            </a:r>
            <a:endParaRPr sz="1800"/>
          </a:p>
        </p:txBody>
      </p:sp>
      <p:sp>
        <p:nvSpPr>
          <p:cNvPr id="829" name="Google Shape;829;p70"/>
          <p:cNvSpPr txBox="1"/>
          <p:nvPr>
            <p:ph idx="1" type="body"/>
          </p:nvPr>
        </p:nvSpPr>
        <p:spPr>
          <a:xfrm>
            <a:off x="324000" y="101802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No, you should always look at what you are comparing as some comparisons may be obvious.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0" name="Google Shape;830;p70"/>
          <p:cNvSpPr txBox="1"/>
          <p:nvPr>
            <p:ph idx="1" type="body"/>
          </p:nvPr>
        </p:nvSpPr>
        <p:spPr>
          <a:xfrm>
            <a:off x="334225" y="3644026"/>
            <a:ext cx="8485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you might be tempted to use the grid as the decimal parts are very </a:t>
            </a:r>
            <a:r>
              <a:rPr lang="en-GB" sz="1800"/>
              <a:t>similar</a:t>
            </a:r>
            <a:r>
              <a:rPr lang="en-GB" sz="1800"/>
              <a:t>.  </a:t>
            </a:r>
            <a:endParaRPr sz="1800"/>
          </a:p>
        </p:txBody>
      </p:sp>
      <p:sp>
        <p:nvSpPr>
          <p:cNvPr id="831" name="Google Shape;831;p70"/>
          <p:cNvSpPr txBox="1"/>
          <p:nvPr>
            <p:ph idx="1" type="body"/>
          </p:nvPr>
        </p:nvSpPr>
        <p:spPr>
          <a:xfrm>
            <a:off x="334225" y="4254000"/>
            <a:ext cx="80970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However, the second number is greater as it has a 4 in the ones column and the first one </a:t>
            </a:r>
            <a:r>
              <a:rPr lang="en-GB" sz="1800">
                <a:solidFill>
                  <a:schemeClr val="accent4"/>
                </a:solidFill>
              </a:rPr>
              <a:t>only</a:t>
            </a:r>
            <a:r>
              <a:rPr lang="en-GB" sz="1800"/>
              <a:t> has a 3 in the ones column.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6" name="Google Shape;836;p71"/>
          <p:cNvGraphicFramePr/>
          <p:nvPr/>
        </p:nvGraphicFramePr>
        <p:xfrm>
          <a:off x="3344900" y="21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{4BE0BB03-8E60-4494-8A65-BDA12C349C61}</a:tableStyleId>
              </a:tblPr>
              <a:tblGrid>
                <a:gridCol w="538000"/>
                <a:gridCol w="538000"/>
                <a:gridCol w="538000"/>
                <a:gridCol w="538000"/>
                <a:gridCol w="538000"/>
                <a:gridCol w="538000"/>
                <a:gridCol w="538000"/>
                <a:gridCol w="538000"/>
                <a:gridCol w="538000"/>
                <a:gridCol w="538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37" name="Google Shape;837;p71"/>
          <p:cNvSpPr txBox="1"/>
          <p:nvPr>
            <p:ph idx="1" type="body"/>
          </p:nvPr>
        </p:nvSpPr>
        <p:spPr>
          <a:xfrm>
            <a:off x="4040955" y="2220125"/>
            <a:ext cx="36927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    </a:t>
            </a:r>
            <a:endParaRPr/>
          </a:p>
        </p:txBody>
      </p:sp>
      <p:sp>
        <p:nvSpPr>
          <p:cNvPr id="838" name="Google Shape;838;p71"/>
          <p:cNvSpPr txBox="1"/>
          <p:nvPr>
            <p:ph idx="1" type="body"/>
          </p:nvPr>
        </p:nvSpPr>
        <p:spPr>
          <a:xfrm>
            <a:off x="4033194" y="2711325"/>
            <a:ext cx="36927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    </a:t>
            </a:r>
            <a:endParaRPr/>
          </a:p>
        </p:txBody>
      </p:sp>
      <p:sp>
        <p:nvSpPr>
          <p:cNvPr id="839" name="Google Shape;83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840" name="Google Shape;840;p71"/>
          <p:cNvSpPr txBox="1"/>
          <p:nvPr>
            <p:ph idx="1" type="body"/>
          </p:nvPr>
        </p:nvSpPr>
        <p:spPr>
          <a:xfrm>
            <a:off x="324000" y="759300"/>
            <a:ext cx="8237700" cy="8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Compare these two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841" name="Google Shape;841;p71"/>
          <p:cNvSpPr/>
          <p:nvPr/>
        </p:nvSpPr>
        <p:spPr>
          <a:xfrm>
            <a:off x="424400" y="1771575"/>
            <a:ext cx="1798800" cy="65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4.125649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1"/>
          <p:cNvSpPr/>
          <p:nvPr/>
        </p:nvSpPr>
        <p:spPr>
          <a:xfrm>
            <a:off x="424400" y="2730925"/>
            <a:ext cx="1798800" cy="65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4.125459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/>
          <p:nvPr/>
        </p:nvSpPr>
        <p:spPr>
          <a:xfrm rot="5400000">
            <a:off x="3922150" y="167610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71"/>
          <p:cNvSpPr/>
          <p:nvPr/>
        </p:nvSpPr>
        <p:spPr>
          <a:xfrm>
            <a:off x="6110400" y="2211300"/>
            <a:ext cx="394800" cy="8250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71"/>
          <p:cNvSpPr/>
          <p:nvPr/>
        </p:nvSpPr>
        <p:spPr>
          <a:xfrm rot="5400000">
            <a:off x="4445700" y="1688425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71"/>
          <p:cNvSpPr/>
          <p:nvPr/>
        </p:nvSpPr>
        <p:spPr>
          <a:xfrm rot="5400000">
            <a:off x="4997941" y="1688425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71"/>
          <p:cNvSpPr/>
          <p:nvPr/>
        </p:nvSpPr>
        <p:spPr>
          <a:xfrm rot="5400000">
            <a:off x="5521491" y="170075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71"/>
          <p:cNvSpPr/>
          <p:nvPr/>
        </p:nvSpPr>
        <p:spPr>
          <a:xfrm rot="5400000">
            <a:off x="6073741" y="1688425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1"/>
          <p:cNvSpPr txBox="1"/>
          <p:nvPr>
            <p:ph idx="1" type="body"/>
          </p:nvPr>
        </p:nvSpPr>
        <p:spPr>
          <a:xfrm>
            <a:off x="4740450" y="3385050"/>
            <a:ext cx="2547300" cy="14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4.125649 &gt; 4.125459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or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4.125459 &lt; 4.125649</a:t>
            </a:r>
            <a:endParaRPr/>
          </a:p>
        </p:txBody>
      </p:sp>
      <p:sp>
        <p:nvSpPr>
          <p:cNvPr id="850" name="Google Shape;850;p71"/>
          <p:cNvSpPr txBox="1"/>
          <p:nvPr>
            <p:ph idx="1" type="body"/>
          </p:nvPr>
        </p:nvSpPr>
        <p:spPr>
          <a:xfrm>
            <a:off x="4357075" y="2131560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851" name="Google Shape;851;p71"/>
          <p:cNvSpPr txBox="1"/>
          <p:nvPr>
            <p:ph idx="1" type="body"/>
          </p:nvPr>
        </p:nvSpPr>
        <p:spPr>
          <a:xfrm>
            <a:off x="4357075" y="2645099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852" name="Google Shape;852;p71"/>
          <p:cNvSpPr txBox="1"/>
          <p:nvPr>
            <p:ph idx="1" type="body"/>
          </p:nvPr>
        </p:nvSpPr>
        <p:spPr>
          <a:xfrm>
            <a:off x="4602075" y="2220125"/>
            <a:ext cx="32841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 </a:t>
            </a:r>
            <a:endParaRPr/>
          </a:p>
        </p:txBody>
      </p:sp>
      <p:sp>
        <p:nvSpPr>
          <p:cNvPr id="853" name="Google Shape;853;p71"/>
          <p:cNvSpPr txBox="1"/>
          <p:nvPr>
            <p:ph idx="1" type="body"/>
          </p:nvPr>
        </p:nvSpPr>
        <p:spPr>
          <a:xfrm>
            <a:off x="5140250" y="2220125"/>
            <a:ext cx="28983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854" name="Google Shape;854;p71"/>
          <p:cNvSpPr txBox="1"/>
          <p:nvPr>
            <p:ph idx="1" type="body"/>
          </p:nvPr>
        </p:nvSpPr>
        <p:spPr>
          <a:xfrm>
            <a:off x="5673225" y="2220125"/>
            <a:ext cx="25176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</a:t>
            </a:r>
            <a:endParaRPr/>
          </a:p>
        </p:txBody>
      </p:sp>
      <p:sp>
        <p:nvSpPr>
          <p:cNvPr id="855" name="Google Shape;855;p71"/>
          <p:cNvSpPr txBox="1"/>
          <p:nvPr>
            <p:ph idx="1" type="body"/>
          </p:nvPr>
        </p:nvSpPr>
        <p:spPr>
          <a:xfrm>
            <a:off x="6221850" y="2220125"/>
            <a:ext cx="21213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856" name="Google Shape;856;p71"/>
          <p:cNvSpPr txBox="1"/>
          <p:nvPr>
            <p:ph idx="1" type="body"/>
          </p:nvPr>
        </p:nvSpPr>
        <p:spPr>
          <a:xfrm>
            <a:off x="6791400" y="2220125"/>
            <a:ext cx="17040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57" name="Google Shape;857;p71"/>
          <p:cNvSpPr txBox="1"/>
          <p:nvPr>
            <p:ph idx="1" type="body"/>
          </p:nvPr>
        </p:nvSpPr>
        <p:spPr>
          <a:xfrm>
            <a:off x="7334825" y="2220125"/>
            <a:ext cx="13131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 </a:t>
            </a:r>
            <a:endParaRPr/>
          </a:p>
        </p:txBody>
      </p:sp>
      <p:sp>
        <p:nvSpPr>
          <p:cNvPr id="858" name="Google Shape;858;p71"/>
          <p:cNvSpPr txBox="1"/>
          <p:nvPr>
            <p:ph idx="1" type="body"/>
          </p:nvPr>
        </p:nvSpPr>
        <p:spPr>
          <a:xfrm>
            <a:off x="4594225" y="2711325"/>
            <a:ext cx="32841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  </a:t>
            </a:r>
            <a:endParaRPr/>
          </a:p>
        </p:txBody>
      </p:sp>
      <p:sp>
        <p:nvSpPr>
          <p:cNvPr id="859" name="Google Shape;859;p71"/>
          <p:cNvSpPr txBox="1"/>
          <p:nvPr>
            <p:ph idx="1" type="body"/>
          </p:nvPr>
        </p:nvSpPr>
        <p:spPr>
          <a:xfrm>
            <a:off x="5132350" y="2711325"/>
            <a:ext cx="28983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</a:t>
            </a:r>
            <a:endParaRPr/>
          </a:p>
        </p:txBody>
      </p:sp>
      <p:sp>
        <p:nvSpPr>
          <p:cNvPr id="860" name="Google Shape;860;p71"/>
          <p:cNvSpPr txBox="1"/>
          <p:nvPr>
            <p:ph idx="1" type="body"/>
          </p:nvPr>
        </p:nvSpPr>
        <p:spPr>
          <a:xfrm>
            <a:off x="5665450" y="2711325"/>
            <a:ext cx="25176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</a:t>
            </a:r>
            <a:endParaRPr/>
          </a:p>
        </p:txBody>
      </p:sp>
      <p:sp>
        <p:nvSpPr>
          <p:cNvPr id="861" name="Google Shape;861;p71"/>
          <p:cNvSpPr txBox="1"/>
          <p:nvPr>
            <p:ph idx="1" type="body"/>
          </p:nvPr>
        </p:nvSpPr>
        <p:spPr>
          <a:xfrm>
            <a:off x="6221850" y="2711325"/>
            <a:ext cx="21135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62" name="Google Shape;862;p71"/>
          <p:cNvSpPr txBox="1"/>
          <p:nvPr>
            <p:ph idx="1" type="body"/>
          </p:nvPr>
        </p:nvSpPr>
        <p:spPr>
          <a:xfrm>
            <a:off x="6791400" y="2711325"/>
            <a:ext cx="16965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</a:t>
            </a:r>
            <a:endParaRPr/>
          </a:p>
        </p:txBody>
      </p:sp>
      <p:sp>
        <p:nvSpPr>
          <p:cNvPr id="863" name="Google Shape;863;p71"/>
          <p:cNvSpPr txBox="1"/>
          <p:nvPr>
            <p:ph idx="1" type="body"/>
          </p:nvPr>
        </p:nvSpPr>
        <p:spPr>
          <a:xfrm>
            <a:off x="7327200" y="2711325"/>
            <a:ext cx="13131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8" name="Google Shape;868;p72"/>
          <p:cNvGraphicFramePr/>
          <p:nvPr/>
        </p:nvGraphicFramePr>
        <p:xfrm>
          <a:off x="3344900" y="21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{4BE0BB03-8E60-4494-8A65-BDA12C349C61}</a:tableStyleId>
              </a:tblPr>
              <a:tblGrid>
                <a:gridCol w="538000"/>
                <a:gridCol w="538000"/>
                <a:gridCol w="538000"/>
                <a:gridCol w="538000"/>
                <a:gridCol w="538000"/>
                <a:gridCol w="538000"/>
                <a:gridCol w="538000"/>
                <a:gridCol w="538000"/>
                <a:gridCol w="538000"/>
                <a:gridCol w="538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9" name="Google Shape;869;p72"/>
          <p:cNvSpPr txBox="1"/>
          <p:nvPr>
            <p:ph idx="1" type="body"/>
          </p:nvPr>
        </p:nvSpPr>
        <p:spPr>
          <a:xfrm>
            <a:off x="4040949" y="2220125"/>
            <a:ext cx="41460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r>
              <a:rPr lang="en-GB"/>
              <a:t>    </a:t>
            </a:r>
            <a:endParaRPr/>
          </a:p>
        </p:txBody>
      </p:sp>
      <p:sp>
        <p:nvSpPr>
          <p:cNvPr id="870" name="Google Shape;870;p72"/>
          <p:cNvSpPr txBox="1"/>
          <p:nvPr>
            <p:ph idx="1" type="body"/>
          </p:nvPr>
        </p:nvSpPr>
        <p:spPr>
          <a:xfrm>
            <a:off x="4033200" y="2711325"/>
            <a:ext cx="41760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r>
              <a:rPr lang="en-GB"/>
              <a:t>     </a:t>
            </a:r>
            <a:endParaRPr/>
          </a:p>
        </p:txBody>
      </p:sp>
      <p:sp>
        <p:nvSpPr>
          <p:cNvPr id="871" name="Google Shape;87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872" name="Google Shape;872;p72"/>
          <p:cNvSpPr txBox="1"/>
          <p:nvPr>
            <p:ph idx="1" type="body"/>
          </p:nvPr>
        </p:nvSpPr>
        <p:spPr>
          <a:xfrm>
            <a:off x="324000" y="759300"/>
            <a:ext cx="8237700" cy="8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Compare these two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873" name="Google Shape;873;p72"/>
          <p:cNvSpPr/>
          <p:nvPr/>
        </p:nvSpPr>
        <p:spPr>
          <a:xfrm>
            <a:off x="424400" y="1771575"/>
            <a:ext cx="1798800" cy="65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0.0006458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/>
          <p:nvPr/>
        </p:nvSpPr>
        <p:spPr>
          <a:xfrm>
            <a:off x="424400" y="2730925"/>
            <a:ext cx="1798800" cy="65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0.0006439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2"/>
          <p:cNvSpPr/>
          <p:nvPr/>
        </p:nvSpPr>
        <p:spPr>
          <a:xfrm rot="5400000">
            <a:off x="6131950" y="167610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2"/>
          <p:cNvSpPr/>
          <p:nvPr/>
        </p:nvSpPr>
        <p:spPr>
          <a:xfrm>
            <a:off x="7222601" y="2211300"/>
            <a:ext cx="394800" cy="8250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2"/>
          <p:cNvSpPr/>
          <p:nvPr/>
        </p:nvSpPr>
        <p:spPr>
          <a:xfrm rot="5400000">
            <a:off x="6655500" y="1688425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4740450" y="3385050"/>
            <a:ext cx="2908500" cy="14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0.0006458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&gt;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0.0006439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or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0.0006439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&lt;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0.0006458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9" name="Google Shape;879;p72"/>
          <p:cNvSpPr txBox="1"/>
          <p:nvPr>
            <p:ph idx="1" type="body"/>
          </p:nvPr>
        </p:nvSpPr>
        <p:spPr>
          <a:xfrm>
            <a:off x="4357075" y="2131560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880" name="Google Shape;880;p72"/>
          <p:cNvSpPr txBox="1"/>
          <p:nvPr>
            <p:ph idx="1" type="body"/>
          </p:nvPr>
        </p:nvSpPr>
        <p:spPr>
          <a:xfrm>
            <a:off x="4357075" y="2645099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881" name="Google Shape;881;p72"/>
          <p:cNvSpPr/>
          <p:nvPr/>
        </p:nvSpPr>
        <p:spPr>
          <a:xfrm rot="5400000">
            <a:off x="7159391" y="1691475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45AD9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72"/>
          <p:cNvSpPr txBox="1"/>
          <p:nvPr>
            <p:ph idx="1" type="body"/>
          </p:nvPr>
        </p:nvSpPr>
        <p:spPr>
          <a:xfrm>
            <a:off x="4596850" y="2220125"/>
            <a:ext cx="37425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883" name="Google Shape;883;p72"/>
          <p:cNvSpPr txBox="1"/>
          <p:nvPr>
            <p:ph idx="1" type="body"/>
          </p:nvPr>
        </p:nvSpPr>
        <p:spPr>
          <a:xfrm>
            <a:off x="5161150" y="2220125"/>
            <a:ext cx="33306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884" name="Google Shape;884;p72"/>
          <p:cNvSpPr txBox="1"/>
          <p:nvPr>
            <p:ph idx="1" type="body"/>
          </p:nvPr>
        </p:nvSpPr>
        <p:spPr>
          <a:xfrm>
            <a:off x="5735650" y="2220125"/>
            <a:ext cx="29085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885" name="Google Shape;885;p72"/>
          <p:cNvSpPr txBox="1"/>
          <p:nvPr>
            <p:ph idx="1" type="body"/>
          </p:nvPr>
        </p:nvSpPr>
        <p:spPr>
          <a:xfrm>
            <a:off x="6295000" y="2220125"/>
            <a:ext cx="25014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886" name="Google Shape;886;p72"/>
          <p:cNvSpPr txBox="1"/>
          <p:nvPr>
            <p:ph idx="1" type="body"/>
          </p:nvPr>
        </p:nvSpPr>
        <p:spPr>
          <a:xfrm>
            <a:off x="6817525" y="2220125"/>
            <a:ext cx="21312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87" name="Google Shape;887;p72"/>
          <p:cNvSpPr txBox="1"/>
          <p:nvPr>
            <p:ph idx="1" type="body"/>
          </p:nvPr>
        </p:nvSpPr>
        <p:spPr>
          <a:xfrm>
            <a:off x="7381850" y="2220125"/>
            <a:ext cx="17193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888" name="Google Shape;888;p72"/>
          <p:cNvSpPr txBox="1"/>
          <p:nvPr>
            <p:ph idx="1" type="body"/>
          </p:nvPr>
        </p:nvSpPr>
        <p:spPr>
          <a:xfrm>
            <a:off x="7867775" y="2220125"/>
            <a:ext cx="13857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 </a:t>
            </a:r>
            <a:endParaRPr/>
          </a:p>
        </p:txBody>
      </p:sp>
      <p:sp>
        <p:nvSpPr>
          <p:cNvPr id="889" name="Google Shape;889;p72"/>
          <p:cNvSpPr txBox="1"/>
          <p:nvPr>
            <p:ph idx="1" type="body"/>
          </p:nvPr>
        </p:nvSpPr>
        <p:spPr>
          <a:xfrm>
            <a:off x="4513250" y="2711325"/>
            <a:ext cx="38484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0  </a:t>
            </a:r>
            <a:endParaRPr/>
          </a:p>
        </p:txBody>
      </p:sp>
      <p:sp>
        <p:nvSpPr>
          <p:cNvPr id="890" name="Google Shape;890;p72"/>
          <p:cNvSpPr txBox="1"/>
          <p:nvPr>
            <p:ph idx="1" type="body"/>
          </p:nvPr>
        </p:nvSpPr>
        <p:spPr>
          <a:xfrm>
            <a:off x="5161150" y="2711325"/>
            <a:ext cx="33531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 </a:t>
            </a:r>
            <a:endParaRPr/>
          </a:p>
        </p:txBody>
      </p:sp>
      <p:sp>
        <p:nvSpPr>
          <p:cNvPr id="891" name="Google Shape;891;p72"/>
          <p:cNvSpPr txBox="1"/>
          <p:nvPr>
            <p:ph idx="1" type="body"/>
          </p:nvPr>
        </p:nvSpPr>
        <p:spPr>
          <a:xfrm>
            <a:off x="5709800" y="2711325"/>
            <a:ext cx="29568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</a:t>
            </a:r>
            <a:endParaRPr/>
          </a:p>
        </p:txBody>
      </p:sp>
      <p:sp>
        <p:nvSpPr>
          <p:cNvPr id="892" name="Google Shape;892;p72"/>
          <p:cNvSpPr txBox="1"/>
          <p:nvPr>
            <p:ph idx="1" type="body"/>
          </p:nvPr>
        </p:nvSpPr>
        <p:spPr>
          <a:xfrm>
            <a:off x="6256800" y="2711325"/>
            <a:ext cx="25620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893" name="Google Shape;893;p72"/>
          <p:cNvSpPr txBox="1"/>
          <p:nvPr>
            <p:ph idx="1" type="body"/>
          </p:nvPr>
        </p:nvSpPr>
        <p:spPr>
          <a:xfrm>
            <a:off x="6817525" y="2711325"/>
            <a:ext cx="21537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94" name="Google Shape;894;p72"/>
          <p:cNvSpPr txBox="1"/>
          <p:nvPr>
            <p:ph idx="1" type="body"/>
          </p:nvPr>
        </p:nvSpPr>
        <p:spPr>
          <a:xfrm>
            <a:off x="7381850" y="2711325"/>
            <a:ext cx="17418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95" name="Google Shape;895;p72"/>
          <p:cNvSpPr txBox="1"/>
          <p:nvPr>
            <p:ph idx="1" type="body"/>
          </p:nvPr>
        </p:nvSpPr>
        <p:spPr>
          <a:xfrm>
            <a:off x="7867775" y="2711325"/>
            <a:ext cx="14082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901" name="Google Shape;901;p73"/>
          <p:cNvSpPr txBox="1"/>
          <p:nvPr>
            <p:ph idx="1" type="body"/>
          </p:nvPr>
        </p:nvSpPr>
        <p:spPr>
          <a:xfrm>
            <a:off x="324000" y="759300"/>
            <a:ext cx="8237700" cy="8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 and Jacob are playing a game.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 scores 1542.12 and Jacob scores 1542.2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02" name="Google Shape;90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250" y="1974075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00" y="18334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3"/>
          <p:cNvSpPr txBox="1"/>
          <p:nvPr/>
        </p:nvSpPr>
        <p:spPr>
          <a:xfrm>
            <a:off x="44175" y="29542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3"/>
          <p:cNvSpPr txBox="1"/>
          <p:nvPr/>
        </p:nvSpPr>
        <p:spPr>
          <a:xfrm>
            <a:off x="7615528" y="2954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6" name="Google Shape;906;p73"/>
          <p:cNvGrpSpPr/>
          <p:nvPr/>
        </p:nvGrpSpPr>
        <p:grpSpPr>
          <a:xfrm>
            <a:off x="1204264" y="1425996"/>
            <a:ext cx="3027630" cy="1145992"/>
            <a:chOff x="1394902" y="2375077"/>
            <a:chExt cx="2917073" cy="1909350"/>
          </a:xfrm>
        </p:grpSpPr>
        <p:pic>
          <p:nvPicPr>
            <p:cNvPr id="907" name="Google Shape;907;p73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 flipH="1">
              <a:off x="1394902" y="2375077"/>
              <a:ext cx="2867748" cy="19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8" name="Google Shape;908;p73"/>
            <p:cNvSpPr txBox="1"/>
            <p:nvPr/>
          </p:nvSpPr>
          <p:spPr>
            <a:xfrm>
              <a:off x="1649775" y="2431877"/>
              <a:ext cx="2662200" cy="15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I’ve won. My score is the highest as it is longer.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9" name="Google Shape;909;p73"/>
          <p:cNvGrpSpPr/>
          <p:nvPr/>
        </p:nvGrpSpPr>
        <p:grpSpPr>
          <a:xfrm>
            <a:off x="5891650" y="1535200"/>
            <a:ext cx="2253051" cy="803175"/>
            <a:chOff x="5206152" y="684984"/>
            <a:chExt cx="2253051" cy="1156647"/>
          </a:xfrm>
        </p:grpSpPr>
        <p:pic>
          <p:nvPicPr>
            <p:cNvPr id="910" name="Google Shape;910;p73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5206152" y="692545"/>
              <a:ext cx="2253051" cy="11490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73"/>
            <p:cNvSpPr txBox="1"/>
            <p:nvPr/>
          </p:nvSpPr>
          <p:spPr>
            <a:xfrm>
              <a:off x="5321251" y="684984"/>
              <a:ext cx="1913400" cy="8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No my score is higher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2" name="Google Shape;912;p73"/>
          <p:cNvSpPr txBox="1"/>
          <p:nvPr/>
        </p:nvSpPr>
        <p:spPr>
          <a:xfrm>
            <a:off x="324000" y="3551100"/>
            <a:ext cx="81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 is 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a sentence to convince someone that Jacob is 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3"/>
          <p:cNvSpPr txBox="1"/>
          <p:nvPr/>
        </p:nvSpPr>
        <p:spPr>
          <a:xfrm>
            <a:off x="324000" y="4204800"/>
            <a:ext cx="810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Up to the tenths column their scores have the same value but Jacob has a larger digit in the tenths column.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919" name="Google Shape;919;p74"/>
          <p:cNvSpPr txBox="1"/>
          <p:nvPr>
            <p:ph idx="1" type="body"/>
          </p:nvPr>
        </p:nvSpPr>
        <p:spPr>
          <a:xfrm>
            <a:off x="324000" y="759300"/>
            <a:ext cx="82377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Sort these decimals into the correct groups.</a:t>
            </a:r>
            <a:endParaRPr/>
          </a:p>
        </p:txBody>
      </p:sp>
      <p:sp>
        <p:nvSpPr>
          <p:cNvPr id="920" name="Google Shape;920;p74"/>
          <p:cNvSpPr/>
          <p:nvPr/>
        </p:nvSpPr>
        <p:spPr>
          <a:xfrm>
            <a:off x="1011230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Less than 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4"/>
          <p:cNvSpPr/>
          <p:nvPr/>
        </p:nvSpPr>
        <p:spPr>
          <a:xfrm>
            <a:off x="5334549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Larger than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4"/>
          <p:cNvSpPr txBox="1"/>
          <p:nvPr/>
        </p:nvSpPr>
        <p:spPr>
          <a:xfrm>
            <a:off x="324000" y="1590763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4"/>
          <p:cNvSpPr/>
          <p:nvPr/>
        </p:nvSpPr>
        <p:spPr>
          <a:xfrm>
            <a:off x="848875" y="1327975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4"/>
          <p:cNvSpPr/>
          <p:nvPr/>
        </p:nvSpPr>
        <p:spPr>
          <a:xfrm>
            <a:off x="4660825" y="1935213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4"/>
          <p:cNvSpPr txBox="1"/>
          <p:nvPr/>
        </p:nvSpPr>
        <p:spPr>
          <a:xfrm>
            <a:off x="1958475" y="323998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0.2523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6" name="Google Shape;926;p74"/>
          <p:cNvGrpSpPr/>
          <p:nvPr/>
        </p:nvGrpSpPr>
        <p:grpSpPr>
          <a:xfrm>
            <a:off x="547425" y="1590775"/>
            <a:ext cx="1287550" cy="320700"/>
            <a:chOff x="547425" y="1590775"/>
            <a:chExt cx="1287550" cy="320700"/>
          </a:xfrm>
        </p:grpSpPr>
        <p:sp>
          <p:nvSpPr>
            <p:cNvPr id="927" name="Google Shape;927;p74"/>
            <p:cNvSpPr txBox="1"/>
            <p:nvPr/>
          </p:nvSpPr>
          <p:spPr>
            <a:xfrm>
              <a:off x="547425" y="1590775"/>
              <a:ext cx="83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8" name="Google Shape;928;p74"/>
            <p:cNvSpPr txBox="1"/>
            <p:nvPr/>
          </p:nvSpPr>
          <p:spPr>
            <a:xfrm>
              <a:off x="699800" y="1590775"/>
              <a:ext cx="83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9" name="Google Shape;929;p74"/>
            <p:cNvSpPr txBox="1"/>
            <p:nvPr/>
          </p:nvSpPr>
          <p:spPr>
            <a:xfrm>
              <a:off x="861775" y="1590775"/>
              <a:ext cx="82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0" name="Google Shape;930;p74"/>
            <p:cNvSpPr txBox="1"/>
            <p:nvPr/>
          </p:nvSpPr>
          <p:spPr>
            <a:xfrm>
              <a:off x="1014175" y="1590775"/>
              <a:ext cx="82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1" name="Google Shape;931;p74"/>
          <p:cNvGrpSpPr/>
          <p:nvPr/>
        </p:nvGrpSpPr>
        <p:grpSpPr>
          <a:xfrm>
            <a:off x="4150575" y="2198013"/>
            <a:ext cx="1510975" cy="320713"/>
            <a:chOff x="4150575" y="2198013"/>
            <a:chExt cx="1510975" cy="320713"/>
          </a:xfrm>
        </p:grpSpPr>
        <p:sp>
          <p:nvSpPr>
            <p:cNvPr id="932" name="Google Shape;932;p74"/>
            <p:cNvSpPr txBox="1"/>
            <p:nvPr/>
          </p:nvSpPr>
          <p:spPr>
            <a:xfrm>
              <a:off x="4150575" y="2198013"/>
              <a:ext cx="901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33" name="Google Shape;933;p74"/>
            <p:cNvGrpSpPr/>
            <p:nvPr/>
          </p:nvGrpSpPr>
          <p:grpSpPr>
            <a:xfrm>
              <a:off x="4374000" y="2198025"/>
              <a:ext cx="1287550" cy="320700"/>
              <a:chOff x="547425" y="1590775"/>
              <a:chExt cx="1287550" cy="320700"/>
            </a:xfrm>
          </p:grpSpPr>
          <p:sp>
            <p:nvSpPr>
              <p:cNvPr id="934" name="Google Shape;934;p74"/>
              <p:cNvSpPr txBox="1"/>
              <p:nvPr/>
            </p:nvSpPr>
            <p:spPr>
              <a:xfrm>
                <a:off x="547425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5" name="Google Shape;935;p74"/>
              <p:cNvSpPr txBox="1"/>
              <p:nvPr/>
            </p:nvSpPr>
            <p:spPr>
              <a:xfrm>
                <a:off x="699800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6" name="Google Shape;936;p74"/>
              <p:cNvSpPr txBox="1"/>
              <p:nvPr/>
            </p:nvSpPr>
            <p:spPr>
              <a:xfrm>
                <a:off x="861775" y="1590775"/>
                <a:ext cx="82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7" name="Google Shape;937;p74"/>
              <p:cNvSpPr txBox="1"/>
              <p:nvPr/>
            </p:nvSpPr>
            <p:spPr>
              <a:xfrm>
                <a:off x="1014175" y="1590775"/>
                <a:ext cx="82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943" name="Google Shape;943;p75"/>
          <p:cNvSpPr txBox="1"/>
          <p:nvPr>
            <p:ph idx="1" type="body"/>
          </p:nvPr>
        </p:nvSpPr>
        <p:spPr>
          <a:xfrm>
            <a:off x="324000" y="759300"/>
            <a:ext cx="82377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Sort these decimals into the correct groups.</a:t>
            </a:r>
            <a:endParaRPr/>
          </a:p>
        </p:txBody>
      </p:sp>
      <p:sp>
        <p:nvSpPr>
          <p:cNvPr id="944" name="Google Shape;944;p75"/>
          <p:cNvSpPr/>
          <p:nvPr/>
        </p:nvSpPr>
        <p:spPr>
          <a:xfrm>
            <a:off x="1011230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Less than 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5"/>
          <p:cNvSpPr/>
          <p:nvPr/>
        </p:nvSpPr>
        <p:spPr>
          <a:xfrm>
            <a:off x="5334549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Larger than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5"/>
          <p:cNvSpPr/>
          <p:nvPr/>
        </p:nvSpPr>
        <p:spPr>
          <a:xfrm>
            <a:off x="676050" y="1295400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5"/>
          <p:cNvSpPr/>
          <p:nvPr/>
        </p:nvSpPr>
        <p:spPr>
          <a:xfrm>
            <a:off x="4486050" y="1911463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5"/>
          <p:cNvSpPr txBox="1"/>
          <p:nvPr/>
        </p:nvSpPr>
        <p:spPr>
          <a:xfrm>
            <a:off x="6281800" y="327078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0.2648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5"/>
          <p:cNvSpPr txBox="1"/>
          <p:nvPr/>
        </p:nvSpPr>
        <p:spPr>
          <a:xfrm>
            <a:off x="1958475" y="323998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0.2523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5"/>
          <p:cNvSpPr txBox="1"/>
          <p:nvPr/>
        </p:nvSpPr>
        <p:spPr>
          <a:xfrm>
            <a:off x="324000" y="1590763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1" name="Google Shape;951;p75"/>
          <p:cNvGrpSpPr/>
          <p:nvPr/>
        </p:nvGrpSpPr>
        <p:grpSpPr>
          <a:xfrm>
            <a:off x="547425" y="1590775"/>
            <a:ext cx="1287450" cy="320700"/>
            <a:chOff x="547425" y="1590775"/>
            <a:chExt cx="1287450" cy="320700"/>
          </a:xfrm>
        </p:grpSpPr>
        <p:sp>
          <p:nvSpPr>
            <p:cNvPr id="952" name="Google Shape;952;p75"/>
            <p:cNvSpPr txBox="1"/>
            <p:nvPr/>
          </p:nvSpPr>
          <p:spPr>
            <a:xfrm>
              <a:off x="547425" y="1590775"/>
              <a:ext cx="83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3" name="Google Shape;953;p75"/>
            <p:cNvSpPr txBox="1"/>
            <p:nvPr/>
          </p:nvSpPr>
          <p:spPr>
            <a:xfrm>
              <a:off x="699800" y="1590775"/>
              <a:ext cx="83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5"/>
            <p:cNvSpPr txBox="1"/>
            <p:nvPr/>
          </p:nvSpPr>
          <p:spPr>
            <a:xfrm>
              <a:off x="861775" y="1590775"/>
              <a:ext cx="82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5" name="Google Shape;955;p75"/>
            <p:cNvSpPr txBox="1"/>
            <p:nvPr/>
          </p:nvSpPr>
          <p:spPr>
            <a:xfrm>
              <a:off x="1033575" y="1590775"/>
              <a:ext cx="801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6" name="Google Shape;956;p75"/>
          <p:cNvSpPr txBox="1"/>
          <p:nvPr/>
        </p:nvSpPr>
        <p:spPr>
          <a:xfrm>
            <a:off x="4134000" y="2200363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7" name="Google Shape;957;p75"/>
          <p:cNvGrpSpPr/>
          <p:nvPr/>
        </p:nvGrpSpPr>
        <p:grpSpPr>
          <a:xfrm>
            <a:off x="4357425" y="2200375"/>
            <a:ext cx="1287450" cy="320700"/>
            <a:chOff x="547425" y="1590775"/>
            <a:chExt cx="1287450" cy="320700"/>
          </a:xfrm>
        </p:grpSpPr>
        <p:sp>
          <p:nvSpPr>
            <p:cNvPr id="958" name="Google Shape;958;p75"/>
            <p:cNvSpPr txBox="1"/>
            <p:nvPr/>
          </p:nvSpPr>
          <p:spPr>
            <a:xfrm>
              <a:off x="547425" y="1590775"/>
              <a:ext cx="83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75"/>
            <p:cNvSpPr txBox="1"/>
            <p:nvPr/>
          </p:nvSpPr>
          <p:spPr>
            <a:xfrm>
              <a:off x="699800" y="1590775"/>
              <a:ext cx="830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75"/>
            <p:cNvSpPr txBox="1"/>
            <p:nvPr/>
          </p:nvSpPr>
          <p:spPr>
            <a:xfrm>
              <a:off x="861775" y="1590775"/>
              <a:ext cx="82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5"/>
            <p:cNvSpPr txBox="1"/>
            <p:nvPr/>
          </p:nvSpPr>
          <p:spPr>
            <a:xfrm>
              <a:off x="1033575" y="1590775"/>
              <a:ext cx="801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967" name="Google Shape;967;p76"/>
          <p:cNvSpPr txBox="1"/>
          <p:nvPr>
            <p:ph idx="1" type="body"/>
          </p:nvPr>
        </p:nvSpPr>
        <p:spPr>
          <a:xfrm>
            <a:off x="324000" y="759300"/>
            <a:ext cx="82377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Sort these decimals into the correct groups.</a:t>
            </a:r>
            <a:endParaRPr/>
          </a:p>
        </p:txBody>
      </p:sp>
      <p:sp>
        <p:nvSpPr>
          <p:cNvPr id="968" name="Google Shape;968;p76"/>
          <p:cNvSpPr/>
          <p:nvPr/>
        </p:nvSpPr>
        <p:spPr>
          <a:xfrm>
            <a:off x="1011230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Less than 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6"/>
          <p:cNvSpPr/>
          <p:nvPr/>
        </p:nvSpPr>
        <p:spPr>
          <a:xfrm>
            <a:off x="5334549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Larger than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6"/>
          <p:cNvSpPr/>
          <p:nvPr/>
        </p:nvSpPr>
        <p:spPr>
          <a:xfrm>
            <a:off x="703850" y="1295400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6"/>
          <p:cNvSpPr txBox="1"/>
          <p:nvPr/>
        </p:nvSpPr>
        <p:spPr>
          <a:xfrm>
            <a:off x="4121400" y="2251050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0.2572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6"/>
          <p:cNvSpPr/>
          <p:nvPr/>
        </p:nvSpPr>
        <p:spPr>
          <a:xfrm>
            <a:off x="4473450" y="1911463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6"/>
          <p:cNvSpPr txBox="1"/>
          <p:nvPr/>
        </p:nvSpPr>
        <p:spPr>
          <a:xfrm>
            <a:off x="1958475" y="361963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0.246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6"/>
          <p:cNvSpPr txBox="1"/>
          <p:nvPr/>
        </p:nvSpPr>
        <p:spPr>
          <a:xfrm>
            <a:off x="1958475" y="323998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0.2523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6"/>
          <p:cNvSpPr txBox="1"/>
          <p:nvPr/>
        </p:nvSpPr>
        <p:spPr>
          <a:xfrm>
            <a:off x="6281800" y="3270787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0.2648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6" name="Google Shape;976;p76"/>
          <p:cNvGrpSpPr/>
          <p:nvPr/>
        </p:nvGrpSpPr>
        <p:grpSpPr>
          <a:xfrm>
            <a:off x="324000" y="1590763"/>
            <a:ext cx="1358575" cy="320713"/>
            <a:chOff x="324000" y="2124163"/>
            <a:chExt cx="1358575" cy="320713"/>
          </a:xfrm>
        </p:grpSpPr>
        <p:sp>
          <p:nvSpPr>
            <p:cNvPr id="977" name="Google Shape;977;p76"/>
            <p:cNvSpPr txBox="1"/>
            <p:nvPr/>
          </p:nvSpPr>
          <p:spPr>
            <a:xfrm>
              <a:off x="324000" y="2124163"/>
              <a:ext cx="901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78" name="Google Shape;978;p76"/>
            <p:cNvGrpSpPr/>
            <p:nvPr/>
          </p:nvGrpSpPr>
          <p:grpSpPr>
            <a:xfrm>
              <a:off x="547425" y="2124175"/>
              <a:ext cx="1135150" cy="320700"/>
              <a:chOff x="547425" y="1590775"/>
              <a:chExt cx="1135150" cy="320700"/>
            </a:xfrm>
          </p:grpSpPr>
          <p:sp>
            <p:nvSpPr>
              <p:cNvPr id="979" name="Google Shape;979;p76"/>
              <p:cNvSpPr txBox="1"/>
              <p:nvPr/>
            </p:nvSpPr>
            <p:spPr>
              <a:xfrm>
                <a:off x="547425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0" name="Google Shape;980;p76"/>
              <p:cNvSpPr txBox="1"/>
              <p:nvPr/>
            </p:nvSpPr>
            <p:spPr>
              <a:xfrm>
                <a:off x="699800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1" name="Google Shape;981;p76"/>
              <p:cNvSpPr txBox="1"/>
              <p:nvPr/>
            </p:nvSpPr>
            <p:spPr>
              <a:xfrm>
                <a:off x="861775" y="1590775"/>
                <a:ext cx="82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987" name="Google Shape;987;p77"/>
          <p:cNvSpPr txBox="1"/>
          <p:nvPr>
            <p:ph idx="1" type="body"/>
          </p:nvPr>
        </p:nvSpPr>
        <p:spPr>
          <a:xfrm>
            <a:off x="324000" y="759300"/>
            <a:ext cx="82377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Sort these decimals into the correct groups.</a:t>
            </a:r>
            <a:endParaRPr/>
          </a:p>
        </p:txBody>
      </p:sp>
      <p:sp>
        <p:nvSpPr>
          <p:cNvPr id="988" name="Google Shape;988;p77"/>
          <p:cNvSpPr/>
          <p:nvPr/>
        </p:nvSpPr>
        <p:spPr>
          <a:xfrm>
            <a:off x="1011230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Less than 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7"/>
          <p:cNvSpPr/>
          <p:nvPr/>
        </p:nvSpPr>
        <p:spPr>
          <a:xfrm>
            <a:off x="5334549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Larger than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7"/>
          <p:cNvSpPr/>
          <p:nvPr/>
        </p:nvSpPr>
        <p:spPr>
          <a:xfrm>
            <a:off x="854700" y="1295400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7"/>
          <p:cNvSpPr/>
          <p:nvPr/>
        </p:nvSpPr>
        <p:spPr>
          <a:xfrm>
            <a:off x="4649275" y="1911463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7"/>
          <p:cNvSpPr txBox="1"/>
          <p:nvPr/>
        </p:nvSpPr>
        <p:spPr>
          <a:xfrm>
            <a:off x="1958475" y="3978292"/>
            <a:ext cx="11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0.25024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7"/>
          <p:cNvSpPr txBox="1"/>
          <p:nvPr/>
        </p:nvSpPr>
        <p:spPr>
          <a:xfrm>
            <a:off x="1958475" y="323998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0.2523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7"/>
          <p:cNvSpPr txBox="1"/>
          <p:nvPr/>
        </p:nvSpPr>
        <p:spPr>
          <a:xfrm>
            <a:off x="6281800" y="323998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0.2648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7"/>
          <p:cNvSpPr txBox="1"/>
          <p:nvPr/>
        </p:nvSpPr>
        <p:spPr>
          <a:xfrm>
            <a:off x="1958475" y="3615306"/>
            <a:ext cx="11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0.246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6" name="Google Shape;996;p77"/>
          <p:cNvGrpSpPr/>
          <p:nvPr/>
        </p:nvGrpSpPr>
        <p:grpSpPr>
          <a:xfrm>
            <a:off x="324000" y="1590763"/>
            <a:ext cx="1663250" cy="320713"/>
            <a:chOff x="324000" y="2047963"/>
            <a:chExt cx="1663250" cy="320713"/>
          </a:xfrm>
        </p:grpSpPr>
        <p:sp>
          <p:nvSpPr>
            <p:cNvPr id="997" name="Google Shape;997;p77"/>
            <p:cNvSpPr txBox="1"/>
            <p:nvPr/>
          </p:nvSpPr>
          <p:spPr>
            <a:xfrm>
              <a:off x="324000" y="2047963"/>
              <a:ext cx="901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98" name="Google Shape;998;p77"/>
            <p:cNvGrpSpPr/>
            <p:nvPr/>
          </p:nvGrpSpPr>
          <p:grpSpPr>
            <a:xfrm>
              <a:off x="547425" y="2047975"/>
              <a:ext cx="1287450" cy="320700"/>
              <a:chOff x="547425" y="1590775"/>
              <a:chExt cx="1287450" cy="320700"/>
            </a:xfrm>
          </p:grpSpPr>
          <p:sp>
            <p:nvSpPr>
              <p:cNvPr id="999" name="Google Shape;999;p77"/>
              <p:cNvSpPr txBox="1"/>
              <p:nvPr/>
            </p:nvSpPr>
            <p:spPr>
              <a:xfrm>
                <a:off x="547425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0" name="Google Shape;1000;p77"/>
              <p:cNvSpPr txBox="1"/>
              <p:nvPr/>
            </p:nvSpPr>
            <p:spPr>
              <a:xfrm>
                <a:off x="699800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1" name="Google Shape;1001;p77"/>
              <p:cNvSpPr txBox="1"/>
              <p:nvPr/>
            </p:nvSpPr>
            <p:spPr>
              <a:xfrm>
                <a:off x="861775" y="1590775"/>
                <a:ext cx="82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2" name="Google Shape;1002;p77"/>
              <p:cNvSpPr txBox="1"/>
              <p:nvPr/>
            </p:nvSpPr>
            <p:spPr>
              <a:xfrm>
                <a:off x="1033575" y="1590775"/>
                <a:ext cx="8013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03" name="Google Shape;1003;p77"/>
            <p:cNvSpPr txBox="1"/>
            <p:nvPr/>
          </p:nvSpPr>
          <p:spPr>
            <a:xfrm>
              <a:off x="1194350" y="2047975"/>
              <a:ext cx="792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4" name="Google Shape;1004;p77"/>
          <p:cNvGrpSpPr/>
          <p:nvPr/>
        </p:nvGrpSpPr>
        <p:grpSpPr>
          <a:xfrm>
            <a:off x="4134000" y="2200363"/>
            <a:ext cx="1510875" cy="320713"/>
            <a:chOff x="324000" y="2047963"/>
            <a:chExt cx="1510875" cy="320713"/>
          </a:xfrm>
        </p:grpSpPr>
        <p:sp>
          <p:nvSpPr>
            <p:cNvPr id="1005" name="Google Shape;1005;p77"/>
            <p:cNvSpPr txBox="1"/>
            <p:nvPr/>
          </p:nvSpPr>
          <p:spPr>
            <a:xfrm>
              <a:off x="324000" y="2047963"/>
              <a:ext cx="901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06" name="Google Shape;1006;p77"/>
            <p:cNvGrpSpPr/>
            <p:nvPr/>
          </p:nvGrpSpPr>
          <p:grpSpPr>
            <a:xfrm>
              <a:off x="547425" y="2047975"/>
              <a:ext cx="1287450" cy="320700"/>
              <a:chOff x="547425" y="1590775"/>
              <a:chExt cx="1287450" cy="320700"/>
            </a:xfrm>
          </p:grpSpPr>
          <p:sp>
            <p:nvSpPr>
              <p:cNvPr id="1007" name="Google Shape;1007;p77"/>
              <p:cNvSpPr txBox="1"/>
              <p:nvPr/>
            </p:nvSpPr>
            <p:spPr>
              <a:xfrm>
                <a:off x="547425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8" name="Google Shape;1008;p77"/>
              <p:cNvSpPr txBox="1"/>
              <p:nvPr/>
            </p:nvSpPr>
            <p:spPr>
              <a:xfrm>
                <a:off x="699800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9" name="Google Shape;1009;p77"/>
              <p:cNvSpPr txBox="1"/>
              <p:nvPr/>
            </p:nvSpPr>
            <p:spPr>
              <a:xfrm>
                <a:off x="861775" y="1590775"/>
                <a:ext cx="82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0" name="Google Shape;1010;p77"/>
              <p:cNvSpPr txBox="1"/>
              <p:nvPr/>
            </p:nvSpPr>
            <p:spPr>
              <a:xfrm>
                <a:off x="1033575" y="1590775"/>
                <a:ext cx="8013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1016" name="Google Shape;1016;p78"/>
          <p:cNvSpPr txBox="1"/>
          <p:nvPr>
            <p:ph idx="1" type="body"/>
          </p:nvPr>
        </p:nvSpPr>
        <p:spPr>
          <a:xfrm>
            <a:off x="324000" y="759300"/>
            <a:ext cx="82377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Sort these decimals into the correct groups.</a:t>
            </a:r>
            <a:endParaRPr/>
          </a:p>
        </p:txBody>
      </p:sp>
      <p:sp>
        <p:nvSpPr>
          <p:cNvPr id="1017" name="Google Shape;1017;p78"/>
          <p:cNvSpPr/>
          <p:nvPr/>
        </p:nvSpPr>
        <p:spPr>
          <a:xfrm>
            <a:off x="1011230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Less than 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8"/>
          <p:cNvSpPr/>
          <p:nvPr/>
        </p:nvSpPr>
        <p:spPr>
          <a:xfrm>
            <a:off x="5334549" y="2764424"/>
            <a:ext cx="2795700" cy="19992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Larger than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0.2572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8"/>
          <p:cNvSpPr/>
          <p:nvPr/>
        </p:nvSpPr>
        <p:spPr>
          <a:xfrm>
            <a:off x="749775" y="1295400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8"/>
          <p:cNvSpPr/>
          <p:nvPr/>
        </p:nvSpPr>
        <p:spPr>
          <a:xfrm>
            <a:off x="4474500" y="1911463"/>
            <a:ext cx="197100" cy="26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8"/>
          <p:cNvSpPr txBox="1"/>
          <p:nvPr/>
        </p:nvSpPr>
        <p:spPr>
          <a:xfrm>
            <a:off x="6275822" y="3603675"/>
            <a:ext cx="11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0.291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8"/>
          <p:cNvSpPr txBox="1"/>
          <p:nvPr/>
        </p:nvSpPr>
        <p:spPr>
          <a:xfrm>
            <a:off x="1958475" y="323998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0.2523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8"/>
          <p:cNvSpPr txBox="1"/>
          <p:nvPr/>
        </p:nvSpPr>
        <p:spPr>
          <a:xfrm>
            <a:off x="6275822" y="3239988"/>
            <a:ext cx="901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0.2648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8"/>
          <p:cNvSpPr txBox="1"/>
          <p:nvPr/>
        </p:nvSpPr>
        <p:spPr>
          <a:xfrm>
            <a:off x="1958475" y="3613024"/>
            <a:ext cx="11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0.246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8"/>
          <p:cNvSpPr txBox="1"/>
          <p:nvPr/>
        </p:nvSpPr>
        <p:spPr>
          <a:xfrm>
            <a:off x="1958475" y="3972997"/>
            <a:ext cx="11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0.25024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6" name="Google Shape;1026;p78"/>
          <p:cNvGrpSpPr/>
          <p:nvPr/>
        </p:nvGrpSpPr>
        <p:grpSpPr>
          <a:xfrm>
            <a:off x="4134000" y="2200363"/>
            <a:ext cx="1510875" cy="320713"/>
            <a:chOff x="324000" y="2047963"/>
            <a:chExt cx="1510875" cy="320713"/>
          </a:xfrm>
        </p:grpSpPr>
        <p:sp>
          <p:nvSpPr>
            <p:cNvPr id="1027" name="Google Shape;1027;p78"/>
            <p:cNvSpPr txBox="1"/>
            <p:nvPr/>
          </p:nvSpPr>
          <p:spPr>
            <a:xfrm>
              <a:off x="324000" y="2047963"/>
              <a:ext cx="901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28" name="Google Shape;1028;p78"/>
            <p:cNvGrpSpPr/>
            <p:nvPr/>
          </p:nvGrpSpPr>
          <p:grpSpPr>
            <a:xfrm>
              <a:off x="547425" y="2047975"/>
              <a:ext cx="1287450" cy="320700"/>
              <a:chOff x="547425" y="1590775"/>
              <a:chExt cx="1287450" cy="320700"/>
            </a:xfrm>
          </p:grpSpPr>
          <p:sp>
            <p:nvSpPr>
              <p:cNvPr id="1029" name="Google Shape;1029;p78"/>
              <p:cNvSpPr txBox="1"/>
              <p:nvPr/>
            </p:nvSpPr>
            <p:spPr>
              <a:xfrm>
                <a:off x="547425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0" name="Google Shape;1030;p78"/>
              <p:cNvSpPr txBox="1"/>
              <p:nvPr/>
            </p:nvSpPr>
            <p:spPr>
              <a:xfrm>
                <a:off x="699800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1" name="Google Shape;1031;p78"/>
              <p:cNvSpPr txBox="1"/>
              <p:nvPr/>
            </p:nvSpPr>
            <p:spPr>
              <a:xfrm>
                <a:off x="861775" y="1590775"/>
                <a:ext cx="82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2" name="Google Shape;1032;p78"/>
              <p:cNvSpPr txBox="1"/>
              <p:nvPr/>
            </p:nvSpPr>
            <p:spPr>
              <a:xfrm>
                <a:off x="1033575" y="1590775"/>
                <a:ext cx="8013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033" name="Google Shape;1033;p78"/>
          <p:cNvGrpSpPr/>
          <p:nvPr/>
        </p:nvGrpSpPr>
        <p:grpSpPr>
          <a:xfrm>
            <a:off x="400200" y="1590763"/>
            <a:ext cx="1358575" cy="320713"/>
            <a:chOff x="324000" y="2047963"/>
            <a:chExt cx="1358575" cy="320713"/>
          </a:xfrm>
        </p:grpSpPr>
        <p:sp>
          <p:nvSpPr>
            <p:cNvPr id="1034" name="Google Shape;1034;p78"/>
            <p:cNvSpPr txBox="1"/>
            <p:nvPr/>
          </p:nvSpPr>
          <p:spPr>
            <a:xfrm>
              <a:off x="324000" y="2047963"/>
              <a:ext cx="901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35" name="Google Shape;1035;p78"/>
            <p:cNvGrpSpPr/>
            <p:nvPr/>
          </p:nvGrpSpPr>
          <p:grpSpPr>
            <a:xfrm>
              <a:off x="547425" y="2047975"/>
              <a:ext cx="1135150" cy="320700"/>
              <a:chOff x="547425" y="1590775"/>
              <a:chExt cx="1135150" cy="320700"/>
            </a:xfrm>
          </p:grpSpPr>
          <p:sp>
            <p:nvSpPr>
              <p:cNvPr id="1036" name="Google Shape;1036;p78"/>
              <p:cNvSpPr txBox="1"/>
              <p:nvPr/>
            </p:nvSpPr>
            <p:spPr>
              <a:xfrm>
                <a:off x="547425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7" name="Google Shape;1037;p78"/>
              <p:cNvSpPr txBox="1"/>
              <p:nvPr/>
            </p:nvSpPr>
            <p:spPr>
              <a:xfrm>
                <a:off x="699800" y="1590775"/>
                <a:ext cx="8304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8" name="Google Shape;1038;p78"/>
              <p:cNvSpPr txBox="1"/>
              <p:nvPr/>
            </p:nvSpPr>
            <p:spPr>
              <a:xfrm>
                <a:off x="861775" y="1590775"/>
                <a:ext cx="82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1044" name="Google Shape;1044;p79"/>
          <p:cNvSpPr txBox="1"/>
          <p:nvPr>
            <p:ph idx="1" type="body"/>
          </p:nvPr>
        </p:nvSpPr>
        <p:spPr>
          <a:xfrm>
            <a:off x="324000" y="759300"/>
            <a:ext cx="8237700" cy="7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Complete the boxes with examples and non-examples of numbers </a:t>
            </a:r>
            <a:r>
              <a:rPr lang="en-GB">
                <a:solidFill>
                  <a:schemeClr val="accent4"/>
                </a:solidFill>
              </a:rPr>
              <a:t>greater</a:t>
            </a:r>
            <a:r>
              <a:rPr lang="en-GB"/>
              <a:t> than 25.781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Using the digits </a:t>
            </a:r>
            <a:endParaRPr/>
          </a:p>
        </p:txBody>
      </p:sp>
      <p:sp>
        <p:nvSpPr>
          <p:cNvPr id="1045" name="Google Shape;1045;p79"/>
          <p:cNvSpPr/>
          <p:nvPr/>
        </p:nvSpPr>
        <p:spPr>
          <a:xfrm>
            <a:off x="1103025" y="2383425"/>
            <a:ext cx="2595900" cy="22524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9"/>
          <p:cNvSpPr/>
          <p:nvPr/>
        </p:nvSpPr>
        <p:spPr>
          <a:xfrm>
            <a:off x="5117325" y="2383425"/>
            <a:ext cx="2595900" cy="22524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non-examples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9"/>
          <p:cNvSpPr txBox="1"/>
          <p:nvPr/>
        </p:nvSpPr>
        <p:spPr>
          <a:xfrm>
            <a:off x="1927425" y="2758125"/>
            <a:ext cx="1602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	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57.128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25.817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25.871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125.78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8" name="Google Shape;1048;p79"/>
          <p:cNvSpPr/>
          <p:nvPr/>
        </p:nvSpPr>
        <p:spPr>
          <a:xfrm>
            <a:off x="2650050" y="1620000"/>
            <a:ext cx="474300" cy="46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9"/>
          <p:cNvSpPr/>
          <p:nvPr/>
        </p:nvSpPr>
        <p:spPr>
          <a:xfrm>
            <a:off x="3369600" y="1620000"/>
            <a:ext cx="474300" cy="46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9"/>
          <p:cNvSpPr/>
          <p:nvPr/>
        </p:nvSpPr>
        <p:spPr>
          <a:xfrm>
            <a:off x="4089150" y="1620000"/>
            <a:ext cx="474300" cy="46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9"/>
          <p:cNvSpPr/>
          <p:nvPr/>
        </p:nvSpPr>
        <p:spPr>
          <a:xfrm>
            <a:off x="4808700" y="1620000"/>
            <a:ext cx="474300" cy="46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9"/>
          <p:cNvSpPr/>
          <p:nvPr/>
        </p:nvSpPr>
        <p:spPr>
          <a:xfrm>
            <a:off x="5528250" y="1620000"/>
            <a:ext cx="474300" cy="46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9"/>
          <p:cNvSpPr txBox="1"/>
          <p:nvPr/>
        </p:nvSpPr>
        <p:spPr>
          <a:xfrm>
            <a:off x="5783250" y="2758125"/>
            <a:ext cx="1676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	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21.578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25.178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25.187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1.2578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80"/>
          <p:cNvSpPr txBox="1"/>
          <p:nvPr>
            <p:ph idx="1" type="body"/>
          </p:nvPr>
        </p:nvSpPr>
        <p:spPr>
          <a:xfrm>
            <a:off x="324000" y="759300"/>
            <a:ext cx="8496000" cy="9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which of the following are true.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Rearrange the letters of the true statements to make a word.</a:t>
            </a:r>
            <a:endParaRPr/>
          </a:p>
        </p:txBody>
      </p:sp>
      <p:sp>
        <p:nvSpPr>
          <p:cNvPr id="1059" name="Google Shape;1059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graphicFrame>
        <p:nvGraphicFramePr>
          <p:cNvPr id="1060" name="Google Shape;1060;p80"/>
          <p:cNvGraphicFramePr/>
          <p:nvPr/>
        </p:nvGraphicFramePr>
        <p:xfrm>
          <a:off x="324000" y="175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{4BE0BB03-8E60-4494-8A65-BDA12C349C61}</a:tableStyleId>
              </a:tblPr>
              <a:tblGrid>
                <a:gridCol w="2124000"/>
                <a:gridCol w="2124000"/>
                <a:gridCol w="2124000"/>
                <a:gridCol w="2124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61" name="Google Shape;1061;p80"/>
          <p:cNvSpPr txBox="1"/>
          <p:nvPr/>
        </p:nvSpPr>
        <p:spPr>
          <a:xfrm>
            <a:off x="2890200" y="2368485"/>
            <a:ext cx="168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0.567 &lt; 0.576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0"/>
          <p:cNvSpPr txBox="1"/>
          <p:nvPr/>
        </p:nvSpPr>
        <p:spPr>
          <a:xfrm>
            <a:off x="5127000" y="1852206"/>
            <a:ext cx="15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0.84 &gt; 0.804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0"/>
          <p:cNvSpPr txBox="1"/>
          <p:nvPr/>
        </p:nvSpPr>
        <p:spPr>
          <a:xfrm>
            <a:off x="651000" y="3408425"/>
            <a:ext cx="179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0.972 &gt; 0.927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0"/>
          <p:cNvSpPr txBox="1"/>
          <p:nvPr/>
        </p:nvSpPr>
        <p:spPr>
          <a:xfrm>
            <a:off x="7182175" y="2368485"/>
            <a:ext cx="16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1.427 &lt; 1.472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0"/>
          <p:cNvSpPr txBox="1"/>
          <p:nvPr/>
        </p:nvSpPr>
        <p:spPr>
          <a:xfrm>
            <a:off x="2887200" y="3927166"/>
            <a:ext cx="168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2.2611 &lt; 2.611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0"/>
          <p:cNvSpPr txBox="1"/>
          <p:nvPr/>
        </p:nvSpPr>
        <p:spPr>
          <a:xfrm>
            <a:off x="7273618" y="2888045"/>
            <a:ext cx="154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3.68 &gt; 3.658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0"/>
          <p:cNvSpPr txBox="1"/>
          <p:nvPr/>
        </p:nvSpPr>
        <p:spPr>
          <a:xfrm>
            <a:off x="1273200" y="1852200"/>
            <a:ext cx="117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5.68 &lt; 5.8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0"/>
          <p:cNvSpPr txBox="1"/>
          <p:nvPr/>
        </p:nvSpPr>
        <p:spPr>
          <a:xfrm>
            <a:off x="4974600" y="2370946"/>
            <a:ext cx="17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12.31 &gt; 12.231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0"/>
          <p:cNvSpPr txBox="1"/>
          <p:nvPr/>
        </p:nvSpPr>
        <p:spPr>
          <a:xfrm>
            <a:off x="7023090" y="3407605"/>
            <a:ext cx="179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0.071 &gt; 0.0072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0"/>
          <p:cNvSpPr txBox="1"/>
          <p:nvPr/>
        </p:nvSpPr>
        <p:spPr>
          <a:xfrm>
            <a:off x="879000" y="2370941"/>
            <a:ext cx="15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1.45 &lt; 1.408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0"/>
          <p:cNvSpPr txBox="1"/>
          <p:nvPr/>
        </p:nvSpPr>
        <p:spPr>
          <a:xfrm>
            <a:off x="1172400" y="2889683"/>
            <a:ext cx="12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1.6 &lt; 1.514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0"/>
          <p:cNvSpPr txBox="1"/>
          <p:nvPr/>
        </p:nvSpPr>
        <p:spPr>
          <a:xfrm>
            <a:off x="766200" y="3927166"/>
            <a:ext cx="168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0.36 &lt; 0.237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0"/>
          <p:cNvSpPr txBox="1"/>
          <p:nvPr/>
        </p:nvSpPr>
        <p:spPr>
          <a:xfrm>
            <a:off x="3397200" y="1848925"/>
            <a:ext cx="117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5.68 &gt; 5.8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0"/>
          <p:cNvSpPr txBox="1"/>
          <p:nvPr/>
        </p:nvSpPr>
        <p:spPr>
          <a:xfrm>
            <a:off x="2708700" y="2888050"/>
            <a:ext cx="18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12.48 &gt; 12.84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0"/>
          <p:cNvSpPr txBox="1"/>
          <p:nvPr/>
        </p:nvSpPr>
        <p:spPr>
          <a:xfrm>
            <a:off x="3003000" y="3407605"/>
            <a:ext cx="15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0.031 &lt; 0.013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0"/>
          <p:cNvSpPr txBox="1"/>
          <p:nvPr/>
        </p:nvSpPr>
        <p:spPr>
          <a:xfrm>
            <a:off x="5058300" y="2889686"/>
            <a:ext cx="163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13.2 &gt; 13.123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0"/>
          <p:cNvSpPr txBox="1"/>
          <p:nvPr/>
        </p:nvSpPr>
        <p:spPr>
          <a:xfrm>
            <a:off x="7064427" y="1848925"/>
            <a:ext cx="175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0.561 &gt; 0.651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0"/>
          <p:cNvSpPr txBox="1"/>
          <p:nvPr/>
        </p:nvSpPr>
        <p:spPr>
          <a:xfrm>
            <a:off x="6956700" y="3927166"/>
            <a:ext cx="18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0.0205 &gt; 0.052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0"/>
          <p:cNvSpPr txBox="1"/>
          <p:nvPr/>
        </p:nvSpPr>
        <p:spPr>
          <a:xfrm>
            <a:off x="5004900" y="3408426"/>
            <a:ext cx="168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11.01 &gt; 11.101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0"/>
          <p:cNvSpPr txBox="1"/>
          <p:nvPr/>
        </p:nvSpPr>
        <p:spPr>
          <a:xfrm>
            <a:off x="5141753" y="3927166"/>
            <a:ext cx="15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3.68 &lt; 3.256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1"/>
          <p:cNvSpPr/>
          <p:nvPr/>
        </p:nvSpPr>
        <p:spPr>
          <a:xfrm>
            <a:off x="324000" y="3302225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1"/>
          <p:cNvSpPr txBox="1"/>
          <p:nvPr>
            <p:ph idx="1" type="body"/>
          </p:nvPr>
        </p:nvSpPr>
        <p:spPr>
          <a:xfrm>
            <a:off x="324000" y="759300"/>
            <a:ext cx="8496000" cy="8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which of the following are true.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Rearrange</a:t>
            </a:r>
            <a:r>
              <a:rPr lang="en-GB"/>
              <a:t> the letters of the true statements to make a word.</a:t>
            </a:r>
            <a:endParaRPr/>
          </a:p>
        </p:txBody>
      </p:sp>
      <p:sp>
        <p:nvSpPr>
          <p:cNvPr id="1087" name="Google Shape;1087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graphicFrame>
        <p:nvGraphicFramePr>
          <p:cNvPr id="1088" name="Google Shape;1088;p81"/>
          <p:cNvGraphicFramePr/>
          <p:nvPr/>
        </p:nvGraphicFramePr>
        <p:xfrm>
          <a:off x="324000" y="175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{4BE0BB03-8E60-4494-8A65-BDA12C349C61}</a:tableStyleId>
              </a:tblPr>
              <a:tblGrid>
                <a:gridCol w="2124000"/>
                <a:gridCol w="2124000"/>
                <a:gridCol w="2124000"/>
                <a:gridCol w="2124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89" name="Google Shape;1089;p81"/>
          <p:cNvSpPr txBox="1"/>
          <p:nvPr/>
        </p:nvSpPr>
        <p:spPr>
          <a:xfrm>
            <a:off x="2890200" y="2368485"/>
            <a:ext cx="168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0.567 &lt; 0.576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1"/>
          <p:cNvSpPr txBox="1"/>
          <p:nvPr/>
        </p:nvSpPr>
        <p:spPr>
          <a:xfrm>
            <a:off x="5127000" y="1852206"/>
            <a:ext cx="15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0.804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1"/>
          <p:cNvSpPr txBox="1"/>
          <p:nvPr/>
        </p:nvSpPr>
        <p:spPr>
          <a:xfrm>
            <a:off x="651000" y="3408425"/>
            <a:ext cx="179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0.972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0.927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1"/>
          <p:cNvSpPr txBox="1"/>
          <p:nvPr/>
        </p:nvSpPr>
        <p:spPr>
          <a:xfrm>
            <a:off x="7182175" y="2368485"/>
            <a:ext cx="16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1.427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1.472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1"/>
          <p:cNvSpPr txBox="1"/>
          <p:nvPr/>
        </p:nvSpPr>
        <p:spPr>
          <a:xfrm>
            <a:off x="2887200" y="3927166"/>
            <a:ext cx="168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2.2611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2.611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1"/>
          <p:cNvSpPr txBox="1"/>
          <p:nvPr/>
        </p:nvSpPr>
        <p:spPr>
          <a:xfrm>
            <a:off x="7273618" y="2888045"/>
            <a:ext cx="154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3.658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1"/>
          <p:cNvSpPr txBox="1"/>
          <p:nvPr/>
        </p:nvSpPr>
        <p:spPr>
          <a:xfrm>
            <a:off x="1273200" y="1852200"/>
            <a:ext cx="117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5.68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5.8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1"/>
          <p:cNvSpPr txBox="1"/>
          <p:nvPr/>
        </p:nvSpPr>
        <p:spPr>
          <a:xfrm>
            <a:off x="4974600" y="2370946"/>
            <a:ext cx="172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12.31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12.231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1"/>
          <p:cNvSpPr txBox="1"/>
          <p:nvPr/>
        </p:nvSpPr>
        <p:spPr>
          <a:xfrm>
            <a:off x="7023090" y="3407605"/>
            <a:ext cx="179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0.071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0.0072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1"/>
          <p:cNvSpPr txBox="1"/>
          <p:nvPr/>
        </p:nvSpPr>
        <p:spPr>
          <a:xfrm>
            <a:off x="879000" y="2370941"/>
            <a:ext cx="15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1.45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1.408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1"/>
          <p:cNvSpPr txBox="1"/>
          <p:nvPr/>
        </p:nvSpPr>
        <p:spPr>
          <a:xfrm>
            <a:off x="1172400" y="2889683"/>
            <a:ext cx="12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.6 &lt; 1.514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1"/>
          <p:cNvSpPr txBox="1"/>
          <p:nvPr/>
        </p:nvSpPr>
        <p:spPr>
          <a:xfrm>
            <a:off x="766200" y="3927166"/>
            <a:ext cx="168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0.36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0.237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1"/>
          <p:cNvSpPr txBox="1"/>
          <p:nvPr/>
        </p:nvSpPr>
        <p:spPr>
          <a:xfrm>
            <a:off x="3397200" y="1848925"/>
            <a:ext cx="117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5.68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5.8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1"/>
          <p:cNvSpPr txBox="1"/>
          <p:nvPr/>
        </p:nvSpPr>
        <p:spPr>
          <a:xfrm>
            <a:off x="2775000" y="2888050"/>
            <a:ext cx="179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12.48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12.84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1"/>
          <p:cNvSpPr txBox="1"/>
          <p:nvPr/>
        </p:nvSpPr>
        <p:spPr>
          <a:xfrm>
            <a:off x="3003000" y="3407605"/>
            <a:ext cx="15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0.031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0.013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1"/>
          <p:cNvSpPr txBox="1"/>
          <p:nvPr/>
        </p:nvSpPr>
        <p:spPr>
          <a:xfrm>
            <a:off x="5058300" y="2889686"/>
            <a:ext cx="163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13.2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13.123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1"/>
          <p:cNvSpPr txBox="1"/>
          <p:nvPr/>
        </p:nvSpPr>
        <p:spPr>
          <a:xfrm>
            <a:off x="7064427" y="1848925"/>
            <a:ext cx="175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0.561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0.651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1"/>
          <p:cNvSpPr txBox="1"/>
          <p:nvPr/>
        </p:nvSpPr>
        <p:spPr>
          <a:xfrm>
            <a:off x="6956700" y="3927166"/>
            <a:ext cx="186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0.0205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0.052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1"/>
          <p:cNvSpPr txBox="1"/>
          <p:nvPr/>
        </p:nvSpPr>
        <p:spPr>
          <a:xfrm>
            <a:off x="5004900" y="3408426"/>
            <a:ext cx="168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11.01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11.101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1"/>
          <p:cNvSpPr txBox="1"/>
          <p:nvPr/>
        </p:nvSpPr>
        <p:spPr>
          <a:xfrm>
            <a:off x="5141753" y="3927166"/>
            <a:ext cx="15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3.256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1"/>
          <p:cNvSpPr/>
          <p:nvPr/>
        </p:nvSpPr>
        <p:spPr>
          <a:xfrm>
            <a:off x="324000" y="1746000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1"/>
          <p:cNvSpPr/>
          <p:nvPr/>
        </p:nvSpPr>
        <p:spPr>
          <a:xfrm>
            <a:off x="2448000" y="2262288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1"/>
          <p:cNvSpPr/>
          <p:nvPr/>
        </p:nvSpPr>
        <p:spPr>
          <a:xfrm>
            <a:off x="2448000" y="3820975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1"/>
          <p:cNvSpPr/>
          <p:nvPr/>
        </p:nvSpPr>
        <p:spPr>
          <a:xfrm>
            <a:off x="4572000" y="1746000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1"/>
          <p:cNvSpPr/>
          <p:nvPr/>
        </p:nvSpPr>
        <p:spPr>
          <a:xfrm>
            <a:off x="6696050" y="2262288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1"/>
          <p:cNvSpPr/>
          <p:nvPr/>
        </p:nvSpPr>
        <p:spPr>
          <a:xfrm>
            <a:off x="6696050" y="2781838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1"/>
          <p:cNvSpPr/>
          <p:nvPr/>
        </p:nvSpPr>
        <p:spPr>
          <a:xfrm>
            <a:off x="6696050" y="3301413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1"/>
          <p:cNvSpPr txBox="1"/>
          <p:nvPr/>
        </p:nvSpPr>
        <p:spPr>
          <a:xfrm>
            <a:off x="323991" y="4512600"/>
            <a:ext cx="66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letters rearrange to make the word inequality.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81"/>
          <p:cNvSpPr/>
          <p:nvPr/>
        </p:nvSpPr>
        <p:spPr>
          <a:xfrm>
            <a:off x="4572000" y="2783488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1"/>
          <p:cNvSpPr/>
          <p:nvPr/>
        </p:nvSpPr>
        <p:spPr>
          <a:xfrm>
            <a:off x="4572000" y="2262288"/>
            <a:ext cx="2118300" cy="520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1124" name="Google Shape;1124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125" name="Google Shape;1125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126" name="Google Shape;1126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pic>
        <p:nvPicPr>
          <p:cNvPr id="1127" name="Google Shape;11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00" y="277171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133" name="Google Shape;1133;p83"/>
          <p:cNvSpPr txBox="1"/>
          <p:nvPr>
            <p:ph idx="1" type="body"/>
          </p:nvPr>
        </p:nvSpPr>
        <p:spPr>
          <a:xfrm>
            <a:off x="324000" y="2781175"/>
            <a:ext cx="82377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between the two numbers on the number line.</a:t>
            </a:r>
            <a:endParaRPr/>
          </a:p>
        </p:txBody>
      </p:sp>
      <p:grpSp>
        <p:nvGrpSpPr>
          <p:cNvPr id="1134" name="Google Shape;1134;p83"/>
          <p:cNvGrpSpPr/>
          <p:nvPr/>
        </p:nvGrpSpPr>
        <p:grpSpPr>
          <a:xfrm>
            <a:off x="2525400" y="1458920"/>
            <a:ext cx="4093200" cy="177300"/>
            <a:chOff x="2525400" y="1458920"/>
            <a:chExt cx="4093200" cy="177300"/>
          </a:xfrm>
        </p:grpSpPr>
        <p:cxnSp>
          <p:nvCxnSpPr>
            <p:cNvPr id="1135" name="Google Shape;1135;p83"/>
            <p:cNvCxnSpPr/>
            <p:nvPr/>
          </p:nvCxnSpPr>
          <p:spPr>
            <a:xfrm flipH="1" rot="10800000">
              <a:off x="2525400" y="1616850"/>
              <a:ext cx="4093200" cy="6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83"/>
            <p:cNvCxnSpPr/>
            <p:nvPr/>
          </p:nvCxnSpPr>
          <p:spPr>
            <a:xfrm>
              <a:off x="2542619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83"/>
            <p:cNvCxnSpPr/>
            <p:nvPr/>
          </p:nvCxnSpPr>
          <p:spPr>
            <a:xfrm>
              <a:off x="6604848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38" name="Google Shape;1138;p83"/>
          <p:cNvSpPr txBox="1"/>
          <p:nvPr/>
        </p:nvSpPr>
        <p:spPr>
          <a:xfrm>
            <a:off x="2454100" y="1080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3"/>
          <p:cNvSpPr txBox="1"/>
          <p:nvPr/>
        </p:nvSpPr>
        <p:spPr>
          <a:xfrm>
            <a:off x="6503675" y="1080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3"/>
          <p:cNvSpPr txBox="1"/>
          <p:nvPr>
            <p:ph idx="1" type="body"/>
          </p:nvPr>
        </p:nvSpPr>
        <p:spPr>
          <a:xfrm>
            <a:off x="324000" y="3692750"/>
            <a:ext cx="82377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0.18, 0.42, 0.805, …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146" name="Google Shape;1146;p84"/>
          <p:cNvSpPr txBox="1"/>
          <p:nvPr>
            <p:ph idx="1" type="body"/>
          </p:nvPr>
        </p:nvSpPr>
        <p:spPr>
          <a:xfrm>
            <a:off x="324000" y="2781175"/>
            <a:ext cx="82377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between the two numbers on the number line.</a:t>
            </a:r>
            <a:endParaRPr/>
          </a:p>
        </p:txBody>
      </p:sp>
      <p:grpSp>
        <p:nvGrpSpPr>
          <p:cNvPr id="1147" name="Google Shape;1147;p84"/>
          <p:cNvGrpSpPr/>
          <p:nvPr/>
        </p:nvGrpSpPr>
        <p:grpSpPr>
          <a:xfrm>
            <a:off x="2525400" y="1458920"/>
            <a:ext cx="4093200" cy="177300"/>
            <a:chOff x="2525400" y="1458920"/>
            <a:chExt cx="4093200" cy="177300"/>
          </a:xfrm>
        </p:grpSpPr>
        <p:cxnSp>
          <p:nvCxnSpPr>
            <p:cNvPr id="1148" name="Google Shape;1148;p84"/>
            <p:cNvCxnSpPr/>
            <p:nvPr/>
          </p:nvCxnSpPr>
          <p:spPr>
            <a:xfrm flipH="1" rot="10800000">
              <a:off x="2525400" y="1616850"/>
              <a:ext cx="4093200" cy="6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" name="Google Shape;1149;p84"/>
            <p:cNvCxnSpPr/>
            <p:nvPr/>
          </p:nvCxnSpPr>
          <p:spPr>
            <a:xfrm>
              <a:off x="2542619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" name="Google Shape;1150;p84"/>
            <p:cNvCxnSpPr/>
            <p:nvPr/>
          </p:nvCxnSpPr>
          <p:spPr>
            <a:xfrm>
              <a:off x="6604848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51" name="Google Shape;1151;p84"/>
          <p:cNvSpPr txBox="1"/>
          <p:nvPr/>
        </p:nvSpPr>
        <p:spPr>
          <a:xfrm>
            <a:off x="2454100" y="1080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4"/>
          <p:cNvSpPr txBox="1"/>
          <p:nvPr/>
        </p:nvSpPr>
        <p:spPr>
          <a:xfrm>
            <a:off x="6503675" y="1080000"/>
            <a:ext cx="41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4"/>
          <p:cNvSpPr txBox="1"/>
          <p:nvPr>
            <p:ph idx="1" type="body"/>
          </p:nvPr>
        </p:nvSpPr>
        <p:spPr>
          <a:xfrm>
            <a:off x="324000" y="3692750"/>
            <a:ext cx="82377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0.2, 0.05, 0.49…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159" name="Google Shape;1159;p85"/>
          <p:cNvSpPr txBox="1"/>
          <p:nvPr>
            <p:ph idx="1" type="body"/>
          </p:nvPr>
        </p:nvSpPr>
        <p:spPr>
          <a:xfrm>
            <a:off x="324000" y="2781175"/>
            <a:ext cx="82377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between the two numbers on the number line.</a:t>
            </a:r>
            <a:endParaRPr/>
          </a:p>
        </p:txBody>
      </p:sp>
      <p:grpSp>
        <p:nvGrpSpPr>
          <p:cNvPr id="1160" name="Google Shape;1160;p85"/>
          <p:cNvGrpSpPr/>
          <p:nvPr/>
        </p:nvGrpSpPr>
        <p:grpSpPr>
          <a:xfrm>
            <a:off x="2525400" y="1458920"/>
            <a:ext cx="4093200" cy="177300"/>
            <a:chOff x="2525400" y="1458920"/>
            <a:chExt cx="4093200" cy="177300"/>
          </a:xfrm>
        </p:grpSpPr>
        <p:cxnSp>
          <p:nvCxnSpPr>
            <p:cNvPr id="1161" name="Google Shape;1161;p85"/>
            <p:cNvCxnSpPr/>
            <p:nvPr/>
          </p:nvCxnSpPr>
          <p:spPr>
            <a:xfrm flipH="1" rot="10800000">
              <a:off x="2525400" y="1616850"/>
              <a:ext cx="4093200" cy="6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85"/>
            <p:cNvCxnSpPr/>
            <p:nvPr/>
          </p:nvCxnSpPr>
          <p:spPr>
            <a:xfrm>
              <a:off x="2542619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85"/>
            <p:cNvCxnSpPr/>
            <p:nvPr/>
          </p:nvCxnSpPr>
          <p:spPr>
            <a:xfrm>
              <a:off x="6604848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64" name="Google Shape;1164;p85"/>
          <p:cNvSpPr txBox="1"/>
          <p:nvPr/>
        </p:nvSpPr>
        <p:spPr>
          <a:xfrm>
            <a:off x="2454100" y="1080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5"/>
          <p:cNvSpPr txBox="1"/>
          <p:nvPr/>
        </p:nvSpPr>
        <p:spPr>
          <a:xfrm>
            <a:off x="6503675" y="1080000"/>
            <a:ext cx="41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5"/>
          <p:cNvSpPr txBox="1"/>
          <p:nvPr>
            <p:ph idx="1" type="body"/>
          </p:nvPr>
        </p:nvSpPr>
        <p:spPr>
          <a:xfrm>
            <a:off x="324000" y="3692750"/>
            <a:ext cx="82377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0.09, 0.003, 0.0145…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172" name="Google Shape;1172;p86"/>
          <p:cNvSpPr txBox="1"/>
          <p:nvPr>
            <p:ph idx="1" type="body"/>
          </p:nvPr>
        </p:nvSpPr>
        <p:spPr>
          <a:xfrm>
            <a:off x="324000" y="2781175"/>
            <a:ext cx="82377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between the two numbers on the number line.</a:t>
            </a:r>
            <a:endParaRPr/>
          </a:p>
        </p:txBody>
      </p:sp>
      <p:grpSp>
        <p:nvGrpSpPr>
          <p:cNvPr id="1173" name="Google Shape;1173;p86"/>
          <p:cNvGrpSpPr/>
          <p:nvPr/>
        </p:nvGrpSpPr>
        <p:grpSpPr>
          <a:xfrm>
            <a:off x="2525400" y="1458920"/>
            <a:ext cx="4093200" cy="177300"/>
            <a:chOff x="2525400" y="1458920"/>
            <a:chExt cx="4093200" cy="177300"/>
          </a:xfrm>
        </p:grpSpPr>
        <p:cxnSp>
          <p:nvCxnSpPr>
            <p:cNvPr id="1174" name="Google Shape;1174;p86"/>
            <p:cNvCxnSpPr/>
            <p:nvPr/>
          </p:nvCxnSpPr>
          <p:spPr>
            <a:xfrm flipH="1" rot="10800000">
              <a:off x="2525400" y="1616850"/>
              <a:ext cx="4093200" cy="6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5" name="Google Shape;1175;p86"/>
            <p:cNvCxnSpPr/>
            <p:nvPr/>
          </p:nvCxnSpPr>
          <p:spPr>
            <a:xfrm>
              <a:off x="2542619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6" name="Google Shape;1176;p86"/>
            <p:cNvCxnSpPr/>
            <p:nvPr/>
          </p:nvCxnSpPr>
          <p:spPr>
            <a:xfrm>
              <a:off x="6604848" y="1458920"/>
              <a:ext cx="0" cy="177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77" name="Google Shape;1177;p86"/>
          <p:cNvSpPr txBox="1"/>
          <p:nvPr/>
        </p:nvSpPr>
        <p:spPr>
          <a:xfrm>
            <a:off x="2454100" y="1080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6"/>
          <p:cNvSpPr txBox="1"/>
          <p:nvPr/>
        </p:nvSpPr>
        <p:spPr>
          <a:xfrm>
            <a:off x="6313034" y="10800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0.05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6"/>
          <p:cNvSpPr txBox="1"/>
          <p:nvPr>
            <p:ph idx="1" type="body"/>
          </p:nvPr>
        </p:nvSpPr>
        <p:spPr>
          <a:xfrm>
            <a:off x="324000" y="3692750"/>
            <a:ext cx="82377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0.04, 0.025, 0.00478 …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185" name="Google Shape;1185;p87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number is the arrow pointing to?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186" name="Google Shape;1186;p87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911386" y="1616775"/>
            <a:ext cx="3851600" cy="49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187" name="Google Shape;1187;p87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4340922" y="1616775"/>
            <a:ext cx="3851600" cy="4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87"/>
          <p:cNvSpPr txBox="1"/>
          <p:nvPr/>
        </p:nvSpPr>
        <p:spPr>
          <a:xfrm>
            <a:off x="880736" y="13782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7"/>
          <p:cNvSpPr txBox="1"/>
          <p:nvPr/>
        </p:nvSpPr>
        <p:spPr>
          <a:xfrm>
            <a:off x="5170711" y="13782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7"/>
          <p:cNvSpPr/>
          <p:nvPr/>
        </p:nvSpPr>
        <p:spPr>
          <a:xfrm>
            <a:off x="2604511" y="139267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1" name="Google Shape;119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6250" y="3421875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000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87"/>
          <p:cNvSpPr txBox="1"/>
          <p:nvPr/>
        </p:nvSpPr>
        <p:spPr>
          <a:xfrm>
            <a:off x="-32025" y="44020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7"/>
          <p:cNvSpPr txBox="1"/>
          <p:nvPr/>
        </p:nvSpPr>
        <p:spPr>
          <a:xfrm>
            <a:off x="7234528" y="44020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5" name="Google Shape;1195;p87"/>
          <p:cNvGrpSpPr/>
          <p:nvPr/>
        </p:nvGrpSpPr>
        <p:grpSpPr>
          <a:xfrm>
            <a:off x="1110975" y="2610587"/>
            <a:ext cx="2917073" cy="1346092"/>
            <a:chOff x="196577" y="1239025"/>
            <a:chExt cx="2917073" cy="1909350"/>
          </a:xfrm>
        </p:grpSpPr>
        <p:pic>
          <p:nvPicPr>
            <p:cNvPr id="1196" name="Google Shape;1196;p87"/>
            <p:cNvPicPr preferRelativeResize="0"/>
            <p:nvPr/>
          </p:nvPicPr>
          <p:blipFill rotWithShape="1">
            <a:blip r:embed="rId6">
              <a:alphaModFix/>
            </a:blip>
            <a:srcRect b="43690" l="0" r="57905" t="0"/>
            <a:stretch/>
          </p:blipFill>
          <p:spPr>
            <a:xfrm flipH="1">
              <a:off x="196577" y="1239025"/>
              <a:ext cx="2867748" cy="19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87"/>
            <p:cNvSpPr txBox="1"/>
            <p:nvPr/>
          </p:nvSpPr>
          <p:spPr>
            <a:xfrm>
              <a:off x="451450" y="1295825"/>
              <a:ext cx="2662200" cy="144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How can it be pointing to 4? It is between 0 and 1.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87"/>
          <p:cNvGrpSpPr/>
          <p:nvPr/>
        </p:nvGrpSpPr>
        <p:grpSpPr>
          <a:xfrm>
            <a:off x="4571998" y="3163135"/>
            <a:ext cx="3003049" cy="498824"/>
            <a:chOff x="5206150" y="692550"/>
            <a:chExt cx="3003049" cy="1694950"/>
          </a:xfrm>
        </p:grpSpPr>
        <p:pic>
          <p:nvPicPr>
            <p:cNvPr id="1199" name="Google Shape;1199;p87"/>
            <p:cNvPicPr preferRelativeResize="0"/>
            <p:nvPr/>
          </p:nvPicPr>
          <p:blipFill rotWithShape="1">
            <a:blip r:embed="rId6">
              <a:alphaModFix/>
            </a:blip>
            <a:srcRect b="43690" l="0" r="57905" t="0"/>
            <a:stretch/>
          </p:blipFill>
          <p:spPr>
            <a:xfrm>
              <a:off x="5206150" y="692550"/>
              <a:ext cx="3003049" cy="1694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87"/>
            <p:cNvSpPr txBox="1"/>
            <p:nvPr/>
          </p:nvSpPr>
          <p:spPr>
            <a:xfrm>
              <a:off x="5321250" y="733800"/>
              <a:ext cx="2592300" cy="11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It is pointing at 4.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1" name="Google Shape;1201;p87"/>
          <p:cNvGrpSpPr/>
          <p:nvPr/>
        </p:nvGrpSpPr>
        <p:grpSpPr>
          <a:xfrm>
            <a:off x="5170878" y="2629436"/>
            <a:ext cx="2612262" cy="1346137"/>
            <a:chOff x="5344467" y="490916"/>
            <a:chExt cx="2364252" cy="1694960"/>
          </a:xfrm>
        </p:grpSpPr>
        <p:pic>
          <p:nvPicPr>
            <p:cNvPr id="1202" name="Google Shape;1202;p87"/>
            <p:cNvPicPr preferRelativeResize="0"/>
            <p:nvPr/>
          </p:nvPicPr>
          <p:blipFill rotWithShape="1">
            <a:blip r:embed="rId6">
              <a:alphaModFix/>
            </a:blip>
            <a:srcRect b="43690" l="0" r="57905" t="0"/>
            <a:stretch/>
          </p:blipFill>
          <p:spPr>
            <a:xfrm>
              <a:off x="5344467" y="490916"/>
              <a:ext cx="2364252" cy="1694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87"/>
            <p:cNvSpPr txBox="1"/>
            <p:nvPr/>
          </p:nvSpPr>
          <p:spPr>
            <a:xfrm>
              <a:off x="5397433" y="557919"/>
              <a:ext cx="2123100" cy="12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Of course, I just counted the number of lines.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87"/>
          <p:cNvGrpSpPr/>
          <p:nvPr/>
        </p:nvGrpSpPr>
        <p:grpSpPr>
          <a:xfrm>
            <a:off x="1086911" y="2139921"/>
            <a:ext cx="2965214" cy="1909350"/>
            <a:chOff x="409627" y="-326850"/>
            <a:chExt cx="2880246" cy="1909350"/>
          </a:xfrm>
        </p:grpSpPr>
        <p:pic>
          <p:nvPicPr>
            <p:cNvPr id="1205" name="Google Shape;1205;p87"/>
            <p:cNvPicPr preferRelativeResize="0"/>
            <p:nvPr/>
          </p:nvPicPr>
          <p:blipFill rotWithShape="1">
            <a:blip r:embed="rId6">
              <a:alphaModFix/>
            </a:blip>
            <a:srcRect b="43690" l="0" r="57905" t="0"/>
            <a:stretch/>
          </p:blipFill>
          <p:spPr>
            <a:xfrm flipH="1">
              <a:off x="409627" y="-326850"/>
              <a:ext cx="2867748" cy="19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87"/>
            <p:cNvSpPr txBox="1"/>
            <p:nvPr/>
          </p:nvSpPr>
          <p:spPr>
            <a:xfrm>
              <a:off x="627674" y="-270050"/>
              <a:ext cx="26622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One is split into ten equal parts so each interval is one tenth, that is 0.1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87"/>
          <p:cNvGrpSpPr/>
          <p:nvPr/>
        </p:nvGrpSpPr>
        <p:grpSpPr>
          <a:xfrm>
            <a:off x="5682234" y="3177094"/>
            <a:ext cx="1725408" cy="429161"/>
            <a:chOff x="3389769" y="4983839"/>
            <a:chExt cx="3179303" cy="1694950"/>
          </a:xfrm>
        </p:grpSpPr>
        <p:pic>
          <p:nvPicPr>
            <p:cNvPr id="1208" name="Google Shape;1208;p87"/>
            <p:cNvPicPr preferRelativeResize="0"/>
            <p:nvPr/>
          </p:nvPicPr>
          <p:blipFill rotWithShape="1">
            <a:blip r:embed="rId6">
              <a:alphaModFix/>
            </a:blip>
            <a:srcRect b="43690" l="0" r="57905" t="0"/>
            <a:stretch/>
          </p:blipFill>
          <p:spPr>
            <a:xfrm>
              <a:off x="3389769" y="4983839"/>
              <a:ext cx="3003049" cy="1694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87"/>
            <p:cNvSpPr txBox="1"/>
            <p:nvPr/>
          </p:nvSpPr>
          <p:spPr>
            <a:xfrm>
              <a:off x="3504872" y="5025135"/>
              <a:ext cx="3064200" cy="13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So it is 0.4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215" name="Google Shape;1215;p88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the arrow still pointing at 0.4</a:t>
            </a:r>
            <a:r>
              <a:rPr lang="en-GB"/>
              <a:t>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216" name="Google Shape;1216;p88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911386" y="1616775"/>
            <a:ext cx="3851600" cy="49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217" name="Google Shape;1217;p88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4340922" y="1616775"/>
            <a:ext cx="3851600" cy="4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88"/>
          <p:cNvSpPr txBox="1"/>
          <p:nvPr/>
        </p:nvSpPr>
        <p:spPr>
          <a:xfrm>
            <a:off x="880736" y="13782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8"/>
          <p:cNvSpPr txBox="1"/>
          <p:nvPr/>
        </p:nvSpPr>
        <p:spPr>
          <a:xfrm>
            <a:off x="3019661" y="1383675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8"/>
          <p:cNvSpPr/>
          <p:nvPr/>
        </p:nvSpPr>
        <p:spPr>
          <a:xfrm>
            <a:off x="2610837" y="139267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8"/>
          <p:cNvSpPr txBox="1"/>
          <p:nvPr>
            <p:ph idx="1" type="body"/>
          </p:nvPr>
        </p:nvSpPr>
        <p:spPr>
          <a:xfrm>
            <a:off x="324000" y="257175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time each unit is split into 5 parts.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 ÷ 5 = 0.2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Now the arrow is pointing at 0.8.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227" name="Google Shape;1227;p89"/>
          <p:cNvSpPr txBox="1"/>
          <p:nvPr>
            <p:ph idx="1" type="body"/>
          </p:nvPr>
        </p:nvSpPr>
        <p:spPr>
          <a:xfrm>
            <a:off x="324000" y="7593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 these numbers on the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228" name="Google Shape;1228;p89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911386" y="2683575"/>
            <a:ext cx="3851600" cy="49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229" name="Google Shape;1229;p89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4340922" y="2683575"/>
            <a:ext cx="3851600" cy="4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89"/>
          <p:cNvSpPr txBox="1"/>
          <p:nvPr/>
        </p:nvSpPr>
        <p:spPr>
          <a:xfrm>
            <a:off x="880736" y="2445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9"/>
          <p:cNvSpPr txBox="1"/>
          <p:nvPr/>
        </p:nvSpPr>
        <p:spPr>
          <a:xfrm>
            <a:off x="5183366" y="2445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9"/>
          <p:cNvSpPr txBox="1"/>
          <p:nvPr/>
        </p:nvSpPr>
        <p:spPr>
          <a:xfrm>
            <a:off x="3176700" y="1281300"/>
            <a:ext cx="38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9"/>
          <p:cNvSpPr txBox="1"/>
          <p:nvPr/>
        </p:nvSpPr>
        <p:spPr>
          <a:xfrm>
            <a:off x="7175250" y="1281300"/>
            <a:ext cx="56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1.65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9"/>
          <p:cNvSpPr txBox="1"/>
          <p:nvPr/>
        </p:nvSpPr>
        <p:spPr>
          <a:xfrm>
            <a:off x="5011150" y="1281300"/>
            <a:ext cx="56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9"/>
          <p:cNvSpPr txBox="1"/>
          <p:nvPr/>
        </p:nvSpPr>
        <p:spPr>
          <a:xfrm>
            <a:off x="1684800" y="1281300"/>
            <a:ext cx="45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	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9"/>
          <p:cNvSpPr txBox="1"/>
          <p:nvPr/>
        </p:nvSpPr>
        <p:spPr>
          <a:xfrm>
            <a:off x="435900" y="3415950"/>
            <a:ext cx="80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Firstly we need to to work out what each interval is worth.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9"/>
          <p:cNvSpPr txBox="1"/>
          <p:nvPr/>
        </p:nvSpPr>
        <p:spPr>
          <a:xfrm>
            <a:off x="435900" y="3988225"/>
            <a:ext cx="370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unit is split into 10 parts.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9"/>
          <p:cNvSpPr txBox="1"/>
          <p:nvPr/>
        </p:nvSpPr>
        <p:spPr>
          <a:xfrm>
            <a:off x="435900" y="4431650"/>
            <a:ext cx="370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÷ 10 = 0.1, each part is 0.1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9"/>
          <p:cNvSpPr/>
          <p:nvPr/>
        </p:nvSpPr>
        <p:spPr>
          <a:xfrm>
            <a:off x="4320012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9"/>
          <p:cNvSpPr txBox="1"/>
          <p:nvPr/>
        </p:nvSpPr>
        <p:spPr>
          <a:xfrm>
            <a:off x="4213200" y="2050013"/>
            <a:ext cx="45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	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9"/>
          <p:cNvSpPr/>
          <p:nvPr/>
        </p:nvSpPr>
        <p:spPr>
          <a:xfrm>
            <a:off x="6458959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9"/>
          <p:cNvSpPr txBox="1"/>
          <p:nvPr/>
        </p:nvSpPr>
        <p:spPr>
          <a:xfrm>
            <a:off x="6340550" y="2050013"/>
            <a:ext cx="38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9"/>
          <p:cNvSpPr/>
          <p:nvPr/>
        </p:nvSpPr>
        <p:spPr>
          <a:xfrm>
            <a:off x="1739912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9"/>
          <p:cNvSpPr/>
          <p:nvPr/>
        </p:nvSpPr>
        <p:spPr>
          <a:xfrm>
            <a:off x="2168412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9"/>
          <p:cNvSpPr/>
          <p:nvPr/>
        </p:nvSpPr>
        <p:spPr>
          <a:xfrm>
            <a:off x="1954162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9"/>
          <p:cNvSpPr txBox="1"/>
          <p:nvPr/>
        </p:nvSpPr>
        <p:spPr>
          <a:xfrm>
            <a:off x="1567117" y="2165600"/>
            <a:ext cx="3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9"/>
          <p:cNvSpPr txBox="1"/>
          <p:nvPr/>
        </p:nvSpPr>
        <p:spPr>
          <a:xfrm>
            <a:off x="2198202" y="2165600"/>
            <a:ext cx="3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9"/>
          <p:cNvSpPr txBox="1"/>
          <p:nvPr/>
        </p:nvSpPr>
        <p:spPr>
          <a:xfrm>
            <a:off x="1758700" y="2050013"/>
            <a:ext cx="56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9"/>
          <p:cNvSpPr/>
          <p:nvPr/>
        </p:nvSpPr>
        <p:spPr>
          <a:xfrm>
            <a:off x="7744117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9"/>
          <p:cNvSpPr/>
          <p:nvPr/>
        </p:nvSpPr>
        <p:spPr>
          <a:xfrm>
            <a:off x="8172617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9"/>
          <p:cNvSpPr/>
          <p:nvPr/>
        </p:nvSpPr>
        <p:spPr>
          <a:xfrm>
            <a:off x="7958367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9"/>
          <p:cNvSpPr txBox="1"/>
          <p:nvPr/>
        </p:nvSpPr>
        <p:spPr>
          <a:xfrm>
            <a:off x="7601650" y="2165600"/>
            <a:ext cx="3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9"/>
          <p:cNvSpPr txBox="1"/>
          <p:nvPr/>
        </p:nvSpPr>
        <p:spPr>
          <a:xfrm>
            <a:off x="8135375" y="2165600"/>
            <a:ext cx="3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9"/>
          <p:cNvSpPr txBox="1"/>
          <p:nvPr/>
        </p:nvSpPr>
        <p:spPr>
          <a:xfrm>
            <a:off x="7743150" y="2050013"/>
            <a:ext cx="56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1.65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260" name="Google Shape;1260;p90"/>
          <p:cNvSpPr txBox="1"/>
          <p:nvPr>
            <p:ph idx="1" type="body"/>
          </p:nvPr>
        </p:nvSpPr>
        <p:spPr>
          <a:xfrm>
            <a:off x="324000" y="7593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 these numbers on the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261" name="Google Shape;1261;p90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911386" y="2683575"/>
            <a:ext cx="3851600" cy="49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262" name="Google Shape;1262;p90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4340922" y="2683575"/>
            <a:ext cx="3851600" cy="4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90"/>
          <p:cNvSpPr txBox="1"/>
          <p:nvPr/>
        </p:nvSpPr>
        <p:spPr>
          <a:xfrm>
            <a:off x="880736" y="2445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0"/>
          <p:cNvSpPr txBox="1"/>
          <p:nvPr/>
        </p:nvSpPr>
        <p:spPr>
          <a:xfrm>
            <a:off x="3029941" y="2445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0"/>
          <p:cNvSpPr txBox="1"/>
          <p:nvPr/>
        </p:nvSpPr>
        <p:spPr>
          <a:xfrm>
            <a:off x="3176700" y="1281300"/>
            <a:ext cx="49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0"/>
          <p:cNvSpPr txBox="1"/>
          <p:nvPr/>
        </p:nvSpPr>
        <p:spPr>
          <a:xfrm>
            <a:off x="7175250" y="1281300"/>
            <a:ext cx="56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0"/>
          <p:cNvSpPr txBox="1"/>
          <p:nvPr/>
        </p:nvSpPr>
        <p:spPr>
          <a:xfrm>
            <a:off x="5011150" y="1281300"/>
            <a:ext cx="56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0"/>
          <p:cNvSpPr txBox="1"/>
          <p:nvPr/>
        </p:nvSpPr>
        <p:spPr>
          <a:xfrm>
            <a:off x="1684800" y="1281300"/>
            <a:ext cx="45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90"/>
          <p:cNvSpPr txBox="1"/>
          <p:nvPr/>
        </p:nvSpPr>
        <p:spPr>
          <a:xfrm>
            <a:off x="435900" y="3415950"/>
            <a:ext cx="80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Again,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we need to to work out what each interval is worth.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90"/>
          <p:cNvSpPr txBox="1"/>
          <p:nvPr/>
        </p:nvSpPr>
        <p:spPr>
          <a:xfrm>
            <a:off x="435900" y="3988225"/>
            <a:ext cx="370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unit is split into 5 parts.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0"/>
          <p:cNvSpPr txBox="1"/>
          <p:nvPr/>
        </p:nvSpPr>
        <p:spPr>
          <a:xfrm>
            <a:off x="435900" y="4431650"/>
            <a:ext cx="370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÷ 5 = 0.2, each part is 0.2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0"/>
          <p:cNvSpPr/>
          <p:nvPr/>
        </p:nvSpPr>
        <p:spPr>
          <a:xfrm>
            <a:off x="4732645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0"/>
          <p:cNvSpPr txBox="1"/>
          <p:nvPr/>
        </p:nvSpPr>
        <p:spPr>
          <a:xfrm>
            <a:off x="4625833" y="2050013"/>
            <a:ext cx="45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.8	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0"/>
          <p:cNvSpPr/>
          <p:nvPr/>
        </p:nvSpPr>
        <p:spPr>
          <a:xfrm>
            <a:off x="6020739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0"/>
          <p:cNvSpPr txBox="1"/>
          <p:nvPr/>
        </p:nvSpPr>
        <p:spPr>
          <a:xfrm>
            <a:off x="5902330" y="2050025"/>
            <a:ext cx="49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0"/>
          <p:cNvSpPr/>
          <p:nvPr/>
        </p:nvSpPr>
        <p:spPr>
          <a:xfrm>
            <a:off x="2165480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0"/>
          <p:cNvSpPr/>
          <p:nvPr/>
        </p:nvSpPr>
        <p:spPr>
          <a:xfrm>
            <a:off x="2593980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0"/>
          <p:cNvSpPr/>
          <p:nvPr/>
        </p:nvSpPr>
        <p:spPr>
          <a:xfrm>
            <a:off x="2379730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0"/>
          <p:cNvSpPr txBox="1"/>
          <p:nvPr/>
        </p:nvSpPr>
        <p:spPr>
          <a:xfrm>
            <a:off x="1992684" y="2165600"/>
            <a:ext cx="3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0"/>
          <p:cNvSpPr txBox="1"/>
          <p:nvPr/>
        </p:nvSpPr>
        <p:spPr>
          <a:xfrm>
            <a:off x="2623769" y="2165600"/>
            <a:ext cx="3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0"/>
          <p:cNvSpPr txBox="1"/>
          <p:nvPr/>
        </p:nvSpPr>
        <p:spPr>
          <a:xfrm>
            <a:off x="2292105" y="2050025"/>
            <a:ext cx="38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0"/>
          <p:cNvSpPr/>
          <p:nvPr/>
        </p:nvSpPr>
        <p:spPr>
          <a:xfrm>
            <a:off x="6880611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0"/>
          <p:cNvSpPr/>
          <p:nvPr/>
        </p:nvSpPr>
        <p:spPr>
          <a:xfrm>
            <a:off x="7309111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0"/>
          <p:cNvSpPr/>
          <p:nvPr/>
        </p:nvSpPr>
        <p:spPr>
          <a:xfrm>
            <a:off x="7094861" y="24338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0"/>
          <p:cNvSpPr txBox="1"/>
          <p:nvPr/>
        </p:nvSpPr>
        <p:spPr>
          <a:xfrm>
            <a:off x="6738144" y="2165600"/>
            <a:ext cx="3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0"/>
          <p:cNvSpPr txBox="1"/>
          <p:nvPr/>
        </p:nvSpPr>
        <p:spPr>
          <a:xfrm>
            <a:off x="7271869" y="2165600"/>
            <a:ext cx="38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0"/>
          <p:cNvSpPr txBox="1"/>
          <p:nvPr/>
        </p:nvSpPr>
        <p:spPr>
          <a:xfrm>
            <a:off x="6993527" y="2050025"/>
            <a:ext cx="45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0"/>
          <p:cNvSpPr txBox="1"/>
          <p:nvPr/>
        </p:nvSpPr>
        <p:spPr>
          <a:xfrm>
            <a:off x="5170503" y="24450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294" name="Google Shape;1294;p91"/>
          <p:cNvSpPr txBox="1"/>
          <p:nvPr>
            <p:ph idx="1" type="body"/>
          </p:nvPr>
        </p:nvSpPr>
        <p:spPr>
          <a:xfrm>
            <a:off x="324000" y="613227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Match each of the following number lines with </a:t>
            </a:r>
            <a:r>
              <a:rPr lang="en-GB" sz="2000"/>
              <a:t>the</a:t>
            </a:r>
            <a:r>
              <a:rPr lang="en-GB" sz="2000"/>
              <a:t> correct interval.</a:t>
            </a:r>
            <a:endParaRPr sz="2000"/>
          </a:p>
        </p:txBody>
      </p:sp>
      <p:grpSp>
        <p:nvGrpSpPr>
          <p:cNvPr id="1295" name="Google Shape;1295;p91"/>
          <p:cNvGrpSpPr/>
          <p:nvPr/>
        </p:nvGrpSpPr>
        <p:grpSpPr>
          <a:xfrm>
            <a:off x="933537" y="847145"/>
            <a:ext cx="1226496" cy="680155"/>
            <a:chOff x="575936" y="1740220"/>
            <a:chExt cx="1226496" cy="680155"/>
          </a:xfrm>
        </p:grpSpPr>
        <p:pic>
          <p:nvPicPr>
  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296" name="Google Shape;1296;p9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9004" r="63364" t="0"/>
            <a:stretch/>
          </p:blipFill>
          <p:spPr>
            <a:xfrm>
              <a:off x="606583" y="1921575"/>
              <a:ext cx="1195850" cy="49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91"/>
            <p:cNvSpPr txBox="1"/>
            <p:nvPr/>
          </p:nvSpPr>
          <p:spPr>
            <a:xfrm>
              <a:off x="575936" y="1740220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8" name="Google Shape;1298;p91"/>
            <p:cNvSpPr txBox="1"/>
            <p:nvPr/>
          </p:nvSpPr>
          <p:spPr>
            <a:xfrm>
              <a:off x="1443498" y="1740220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91"/>
          <p:cNvGrpSpPr/>
          <p:nvPr/>
        </p:nvGrpSpPr>
        <p:grpSpPr>
          <a:xfrm>
            <a:off x="933537" y="1525204"/>
            <a:ext cx="4609511" cy="673812"/>
            <a:chOff x="482736" y="2663063"/>
            <a:chExt cx="4609511" cy="673812"/>
          </a:xfrm>
        </p:grpSpPr>
        <p:pic>
          <p:nvPicPr>
  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00" name="Google Shape;1300;p9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9005" r="2002" t="0"/>
            <a:stretch/>
          </p:blipFill>
          <p:spPr>
            <a:xfrm>
              <a:off x="513386" y="2838066"/>
              <a:ext cx="3851600" cy="49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91"/>
            <p:cNvSpPr txBox="1"/>
            <p:nvPr/>
          </p:nvSpPr>
          <p:spPr>
            <a:xfrm>
              <a:off x="482736" y="2663063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91"/>
            <p:cNvSpPr txBox="1"/>
            <p:nvPr/>
          </p:nvSpPr>
          <p:spPr>
            <a:xfrm>
              <a:off x="4760817" y="2663063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03" name="Google Shape;1303;p9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9005" r="74044" t="0"/>
            <a:stretch/>
          </p:blipFill>
          <p:spPr>
            <a:xfrm>
              <a:off x="4358646" y="2838075"/>
              <a:ext cx="733600" cy="49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4" name="Google Shape;1304;p91"/>
          <p:cNvGrpSpPr/>
          <p:nvPr/>
        </p:nvGrpSpPr>
        <p:grpSpPr>
          <a:xfrm>
            <a:off x="933537" y="2874981"/>
            <a:ext cx="2041351" cy="684492"/>
            <a:chOff x="368430" y="3568883"/>
            <a:chExt cx="2041351" cy="684492"/>
          </a:xfrm>
        </p:grpSpPr>
        <p:pic>
          <p:nvPicPr>
  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05" name="Google Shape;1305;p9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9004" r="44414" t="0"/>
            <a:stretch/>
          </p:blipFill>
          <p:spPr>
            <a:xfrm>
              <a:off x="393730" y="3754575"/>
              <a:ext cx="2016051" cy="49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91"/>
            <p:cNvSpPr txBox="1"/>
            <p:nvPr/>
          </p:nvSpPr>
          <p:spPr>
            <a:xfrm>
              <a:off x="368430" y="3568883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7" name="Google Shape;1307;p91"/>
            <p:cNvSpPr txBox="1"/>
            <p:nvPr/>
          </p:nvSpPr>
          <p:spPr>
            <a:xfrm>
              <a:off x="2083086" y="3568883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8" name="Google Shape;1308;p91"/>
          <p:cNvGrpSpPr/>
          <p:nvPr/>
        </p:nvGrpSpPr>
        <p:grpSpPr>
          <a:xfrm>
            <a:off x="933537" y="3557377"/>
            <a:ext cx="2524581" cy="680150"/>
            <a:chOff x="752908" y="4403400"/>
            <a:chExt cx="2524581" cy="680150"/>
          </a:xfrm>
        </p:grpSpPr>
        <p:pic>
          <p:nvPicPr>
  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09" name="Google Shape;1309;p9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9008" r="33390" t="0"/>
            <a:stretch/>
          </p:blipFill>
          <p:spPr>
            <a:xfrm>
              <a:off x="783579" y="4584750"/>
              <a:ext cx="2492950" cy="49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91"/>
            <p:cNvSpPr txBox="1"/>
            <p:nvPr/>
          </p:nvSpPr>
          <p:spPr>
            <a:xfrm>
              <a:off x="752908" y="4403400"/>
              <a:ext cx="175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91"/>
            <p:cNvSpPr txBox="1"/>
            <p:nvPr/>
          </p:nvSpPr>
          <p:spPr>
            <a:xfrm>
              <a:off x="2923789" y="4403411"/>
              <a:ext cx="353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2" name="Google Shape;1312;p91"/>
          <p:cNvGrpSpPr/>
          <p:nvPr/>
        </p:nvGrpSpPr>
        <p:grpSpPr>
          <a:xfrm>
            <a:off x="933537" y="2196921"/>
            <a:ext cx="1435705" cy="680155"/>
            <a:chOff x="6048986" y="1740220"/>
            <a:chExt cx="1435705" cy="680155"/>
          </a:xfrm>
        </p:grpSpPr>
        <p:pic>
          <p:nvPicPr>
  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13" name="Google Shape;1313;p9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9004" r="63364" t="0"/>
            <a:stretch/>
          </p:blipFill>
          <p:spPr>
            <a:xfrm>
              <a:off x="6079633" y="1921575"/>
              <a:ext cx="1195850" cy="49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4" name="Google Shape;1314;p91"/>
            <p:cNvSpPr txBox="1"/>
            <p:nvPr/>
          </p:nvSpPr>
          <p:spPr>
            <a:xfrm>
              <a:off x="6048986" y="1740220"/>
              <a:ext cx="1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91"/>
            <p:cNvSpPr txBox="1"/>
            <p:nvPr/>
          </p:nvSpPr>
          <p:spPr>
            <a:xfrm>
              <a:off x="6800690" y="1740220"/>
              <a:ext cx="68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0.6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6" name="Google Shape;1316;p91"/>
          <p:cNvSpPr txBox="1"/>
          <p:nvPr/>
        </p:nvSpPr>
        <p:spPr>
          <a:xfrm>
            <a:off x="324000" y="947400"/>
            <a:ext cx="5442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1"/>
          <p:cNvSpPr txBox="1"/>
          <p:nvPr/>
        </p:nvSpPr>
        <p:spPr>
          <a:xfrm>
            <a:off x="6484950" y="947400"/>
            <a:ext cx="12672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8" name="Google Shape;1318;p91"/>
          <p:cNvGrpSpPr/>
          <p:nvPr/>
        </p:nvGrpSpPr>
        <p:grpSpPr>
          <a:xfrm>
            <a:off x="933537" y="4235432"/>
            <a:ext cx="2524581" cy="680150"/>
            <a:chOff x="752908" y="4403400"/>
            <a:chExt cx="2524581" cy="680150"/>
          </a:xfrm>
        </p:grpSpPr>
        <p:pic>
          <p:nvPicPr>
  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19" name="Google Shape;1319;p9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9008" r="33390" t="0"/>
            <a:stretch/>
          </p:blipFill>
          <p:spPr>
            <a:xfrm>
              <a:off x="783579" y="4584750"/>
              <a:ext cx="2492950" cy="49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91"/>
            <p:cNvSpPr txBox="1"/>
            <p:nvPr/>
          </p:nvSpPr>
          <p:spPr>
            <a:xfrm>
              <a:off x="752908" y="4403400"/>
              <a:ext cx="175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1" name="Google Shape;1321;p91"/>
            <p:cNvSpPr txBox="1"/>
            <p:nvPr/>
          </p:nvSpPr>
          <p:spPr>
            <a:xfrm>
              <a:off x="2923789" y="4403411"/>
              <a:ext cx="353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2" name="Google Shape;1322;p91"/>
          <p:cNvSpPr txBox="1"/>
          <p:nvPr/>
        </p:nvSpPr>
        <p:spPr>
          <a:xfrm>
            <a:off x="7892100" y="947400"/>
            <a:ext cx="266700" cy="3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0" spcFirstLastPara="1" rIns="0" wrap="square" tIns="9000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328" name="Google Shape;1328;p9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number are the arrows pointing to?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29" name="Google Shape;1329;p92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911386" y="1692975"/>
            <a:ext cx="3851600" cy="49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30" name="Google Shape;1330;p92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4340922" y="1692975"/>
            <a:ext cx="3851600" cy="4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92"/>
          <p:cNvSpPr txBox="1"/>
          <p:nvPr/>
        </p:nvSpPr>
        <p:spPr>
          <a:xfrm>
            <a:off x="5195445" y="145065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2"/>
          <p:cNvSpPr txBox="1"/>
          <p:nvPr/>
        </p:nvSpPr>
        <p:spPr>
          <a:xfrm>
            <a:off x="3036267" y="14544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33" name="Google Shape;1333;p92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931436" y="3530600"/>
            <a:ext cx="3851600" cy="49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07-2023/3bbdd910-a79f-4645-9962-828434cc23b6&quot; data-equatio-type=&quot;image&quot;&gt;&lt;mglyph src=&quot;https://equatio-api.texthelp.com/desmos/get/03-07-2023/3bbdd910-a79f-4645-9962-828434cc23b6&quot; alt=&quot;Equatio Image&quot;/&gt;&lt;/math&gt;" id="1334" name="Google Shape;1334;p92" title="Equatio Image"/>
          <p:cNvPicPr preferRelativeResize="0"/>
          <p:nvPr/>
        </p:nvPicPr>
        <p:blipFill rotWithShape="1">
          <a:blip r:embed="rId3">
            <a:alphaModFix/>
          </a:blip>
          <a:srcRect b="0" l="9005" r="2002" t="0"/>
          <a:stretch/>
        </p:blipFill>
        <p:spPr>
          <a:xfrm>
            <a:off x="4360972" y="3530600"/>
            <a:ext cx="3851600" cy="4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92"/>
          <p:cNvSpPr txBox="1"/>
          <p:nvPr/>
        </p:nvSpPr>
        <p:spPr>
          <a:xfrm>
            <a:off x="885792" y="327125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2"/>
          <p:cNvSpPr txBox="1"/>
          <p:nvPr/>
        </p:nvSpPr>
        <p:spPr>
          <a:xfrm>
            <a:off x="5195442" y="3335075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92"/>
          <p:cNvSpPr/>
          <p:nvPr/>
        </p:nvSpPr>
        <p:spPr>
          <a:xfrm>
            <a:off x="2178130" y="145965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92"/>
          <p:cNvSpPr/>
          <p:nvPr/>
        </p:nvSpPr>
        <p:spPr>
          <a:xfrm>
            <a:off x="5835430" y="145065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92"/>
          <p:cNvSpPr/>
          <p:nvPr/>
        </p:nvSpPr>
        <p:spPr>
          <a:xfrm>
            <a:off x="6256805" y="324000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92"/>
          <p:cNvSpPr/>
          <p:nvPr/>
        </p:nvSpPr>
        <p:spPr>
          <a:xfrm>
            <a:off x="3912730" y="324000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92"/>
          <p:cNvSpPr txBox="1"/>
          <p:nvPr/>
        </p:nvSpPr>
        <p:spPr>
          <a:xfrm>
            <a:off x="2178117" y="112095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92"/>
          <p:cNvSpPr txBox="1"/>
          <p:nvPr/>
        </p:nvSpPr>
        <p:spPr>
          <a:xfrm>
            <a:off x="5835417" y="112095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92"/>
          <p:cNvSpPr txBox="1"/>
          <p:nvPr/>
        </p:nvSpPr>
        <p:spPr>
          <a:xfrm>
            <a:off x="3912717" y="29013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92"/>
          <p:cNvSpPr txBox="1"/>
          <p:nvPr/>
        </p:nvSpPr>
        <p:spPr>
          <a:xfrm>
            <a:off x="6256792" y="2901300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2"/>
          <p:cNvSpPr txBox="1"/>
          <p:nvPr/>
        </p:nvSpPr>
        <p:spPr>
          <a:xfrm>
            <a:off x="2472600" y="1180013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5.6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6" name="Google Shape;1346;p92"/>
          <p:cNvSpPr txBox="1"/>
          <p:nvPr/>
        </p:nvSpPr>
        <p:spPr>
          <a:xfrm>
            <a:off x="6110925" y="1148938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7.3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7" name="Google Shape;1347;p92"/>
          <p:cNvSpPr txBox="1"/>
          <p:nvPr/>
        </p:nvSpPr>
        <p:spPr>
          <a:xfrm>
            <a:off x="4235550" y="2932538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2.7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8" name="Google Shape;1348;p92"/>
          <p:cNvSpPr txBox="1"/>
          <p:nvPr/>
        </p:nvSpPr>
        <p:spPr>
          <a:xfrm>
            <a:off x="6586550" y="2932550"/>
            <a:ext cx="68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3.25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  <p:sp>
        <p:nvSpPr>
          <p:cNvPr id="1354" name="Google Shape;1354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grpSp>
        <p:nvGrpSpPr>
          <p:cNvPr id="1355" name="Google Shape;1355;p93"/>
          <p:cNvGrpSpPr/>
          <p:nvPr/>
        </p:nvGrpSpPr>
        <p:grpSpPr>
          <a:xfrm>
            <a:off x="781340" y="1308856"/>
            <a:ext cx="7539018" cy="204490"/>
            <a:chOff x="683270" y="2982982"/>
            <a:chExt cx="4148700" cy="204490"/>
          </a:xfrm>
        </p:grpSpPr>
        <p:cxnSp>
          <p:nvCxnSpPr>
            <p:cNvPr id="1356" name="Google Shape;1356;p93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93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8" name="Google Shape;1358;p93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9" name="Google Shape;1359;p93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0" name="Google Shape;1360;p93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1" name="Google Shape;1361;p93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2" name="Google Shape;1362;p93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3" name="Google Shape;1363;p93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4" name="Google Shape;1364;p93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5" name="Google Shape;1365;p93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6" name="Google Shape;1366;p93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7" name="Google Shape;1367;p93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68" name="Google Shape;1368;p93"/>
          <p:cNvGrpSpPr/>
          <p:nvPr/>
        </p:nvGrpSpPr>
        <p:grpSpPr>
          <a:xfrm>
            <a:off x="781340" y="2163212"/>
            <a:ext cx="7539018" cy="204490"/>
            <a:chOff x="683270" y="2982982"/>
            <a:chExt cx="4148700" cy="204490"/>
          </a:xfrm>
        </p:grpSpPr>
        <p:cxnSp>
          <p:nvCxnSpPr>
            <p:cNvPr id="1369" name="Google Shape;1369;p93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0" name="Google Shape;1370;p93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1" name="Google Shape;1371;p93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2" name="Google Shape;1372;p93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3" name="Google Shape;1373;p93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4" name="Google Shape;1374;p93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5" name="Google Shape;1375;p93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6" name="Google Shape;1376;p93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7" name="Google Shape;1377;p93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8" name="Google Shape;1378;p93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9" name="Google Shape;1379;p93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0" name="Google Shape;1380;p93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81" name="Google Shape;1381;p93"/>
          <p:cNvGrpSpPr/>
          <p:nvPr/>
        </p:nvGrpSpPr>
        <p:grpSpPr>
          <a:xfrm>
            <a:off x="781340" y="3652631"/>
            <a:ext cx="7539018" cy="204490"/>
            <a:chOff x="683270" y="2982982"/>
            <a:chExt cx="4148700" cy="204490"/>
          </a:xfrm>
        </p:grpSpPr>
        <p:cxnSp>
          <p:nvCxnSpPr>
            <p:cNvPr id="1382" name="Google Shape;1382;p93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3" name="Google Shape;1383;p93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4" name="Google Shape;1384;p93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5" name="Google Shape;1385;p93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6" name="Google Shape;1386;p93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7" name="Google Shape;1387;p93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8" name="Google Shape;1388;p93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9" name="Google Shape;1389;p93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0" name="Google Shape;1390;p93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1" name="Google Shape;1391;p93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2" name="Google Shape;1392;p93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3" name="Google Shape;1393;p93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4" name="Google Shape;1394;p93"/>
          <p:cNvGrpSpPr/>
          <p:nvPr/>
        </p:nvGrpSpPr>
        <p:grpSpPr>
          <a:xfrm>
            <a:off x="781340" y="4329218"/>
            <a:ext cx="7539018" cy="204490"/>
            <a:chOff x="683270" y="2982982"/>
            <a:chExt cx="4148700" cy="204490"/>
          </a:xfrm>
        </p:grpSpPr>
        <p:cxnSp>
          <p:nvCxnSpPr>
            <p:cNvPr id="1395" name="Google Shape;1395;p93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6" name="Google Shape;1396;p93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7" name="Google Shape;1397;p93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8" name="Google Shape;1398;p93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9" name="Google Shape;1399;p93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93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1" name="Google Shape;1401;p93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2" name="Google Shape;1402;p93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3" name="Google Shape;1403;p93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93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93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6" name="Google Shape;1406;p93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07" name="Google Shape;1407;p93"/>
          <p:cNvSpPr txBox="1"/>
          <p:nvPr/>
        </p:nvSpPr>
        <p:spPr>
          <a:xfrm>
            <a:off x="722377" y="1513350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93"/>
          <p:cNvSpPr txBox="1"/>
          <p:nvPr/>
        </p:nvSpPr>
        <p:spPr>
          <a:xfrm>
            <a:off x="7635522" y="1513350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93"/>
          <p:cNvSpPr txBox="1"/>
          <p:nvPr/>
        </p:nvSpPr>
        <p:spPr>
          <a:xfrm>
            <a:off x="765177" y="2434369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93"/>
          <p:cNvSpPr txBox="1"/>
          <p:nvPr/>
        </p:nvSpPr>
        <p:spPr>
          <a:xfrm>
            <a:off x="4139512" y="2434369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93"/>
          <p:cNvSpPr txBox="1"/>
          <p:nvPr/>
        </p:nvSpPr>
        <p:spPr>
          <a:xfrm>
            <a:off x="719939" y="385712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93"/>
          <p:cNvSpPr txBox="1"/>
          <p:nvPr/>
        </p:nvSpPr>
        <p:spPr>
          <a:xfrm>
            <a:off x="7493628" y="3857125"/>
            <a:ext cx="36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93"/>
          <p:cNvSpPr txBox="1"/>
          <p:nvPr/>
        </p:nvSpPr>
        <p:spPr>
          <a:xfrm>
            <a:off x="646674" y="4572075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93"/>
          <p:cNvSpPr txBox="1"/>
          <p:nvPr/>
        </p:nvSpPr>
        <p:spPr>
          <a:xfrm>
            <a:off x="4002028" y="4572075"/>
            <a:ext cx="36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93"/>
          <p:cNvSpPr/>
          <p:nvPr/>
        </p:nvSpPr>
        <p:spPr>
          <a:xfrm>
            <a:off x="5502862" y="916063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93"/>
          <p:cNvSpPr/>
          <p:nvPr/>
        </p:nvSpPr>
        <p:spPr>
          <a:xfrm>
            <a:off x="6898337" y="1798569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93"/>
          <p:cNvSpPr/>
          <p:nvPr/>
        </p:nvSpPr>
        <p:spPr>
          <a:xfrm>
            <a:off x="2376537" y="330290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93"/>
          <p:cNvSpPr/>
          <p:nvPr/>
        </p:nvSpPr>
        <p:spPr>
          <a:xfrm>
            <a:off x="5502862" y="397535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9" name="Google Shape;1419;p93"/>
          <p:cNvGrpSpPr/>
          <p:nvPr/>
        </p:nvGrpSpPr>
        <p:grpSpPr>
          <a:xfrm>
            <a:off x="781340" y="2872206"/>
            <a:ext cx="7539018" cy="204490"/>
            <a:chOff x="683270" y="2982982"/>
            <a:chExt cx="4148700" cy="204490"/>
          </a:xfrm>
        </p:grpSpPr>
        <p:cxnSp>
          <p:nvCxnSpPr>
            <p:cNvPr id="1420" name="Google Shape;1420;p93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1" name="Google Shape;1421;p93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2" name="Google Shape;1422;p93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3" name="Google Shape;1423;p93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4" name="Google Shape;1424;p93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5" name="Google Shape;1425;p93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6" name="Google Shape;1426;p93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7" name="Google Shape;1427;p93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8" name="Google Shape;1428;p93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93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0" name="Google Shape;1430;p93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1" name="Google Shape;1431;p93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2" name="Google Shape;1432;p93"/>
          <p:cNvSpPr txBox="1"/>
          <p:nvPr/>
        </p:nvSpPr>
        <p:spPr>
          <a:xfrm>
            <a:off x="652187" y="3076700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93"/>
          <p:cNvSpPr txBox="1"/>
          <p:nvPr/>
        </p:nvSpPr>
        <p:spPr>
          <a:xfrm>
            <a:off x="3369601" y="3095550"/>
            <a:ext cx="28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3"/>
          <p:cNvSpPr/>
          <p:nvPr/>
        </p:nvSpPr>
        <p:spPr>
          <a:xfrm>
            <a:off x="6898337" y="255150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93"/>
          <p:cNvSpPr txBox="1"/>
          <p:nvPr/>
        </p:nvSpPr>
        <p:spPr>
          <a:xfrm flipH="1">
            <a:off x="341289" y="627122"/>
            <a:ext cx="453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number is each arrow pointing to?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grpSp>
        <p:nvGrpSpPr>
          <p:cNvPr id="1441" name="Google Shape;1441;p94"/>
          <p:cNvGrpSpPr/>
          <p:nvPr/>
        </p:nvGrpSpPr>
        <p:grpSpPr>
          <a:xfrm>
            <a:off x="781340" y="1308856"/>
            <a:ext cx="7539018" cy="204490"/>
            <a:chOff x="683270" y="2982982"/>
            <a:chExt cx="4148700" cy="204490"/>
          </a:xfrm>
        </p:grpSpPr>
        <p:cxnSp>
          <p:nvCxnSpPr>
            <p:cNvPr id="1442" name="Google Shape;1442;p94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3" name="Google Shape;1443;p94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4" name="Google Shape;1444;p94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5" name="Google Shape;1445;p94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6" name="Google Shape;1446;p94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7" name="Google Shape;1447;p94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8" name="Google Shape;1448;p94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9" name="Google Shape;1449;p94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0" name="Google Shape;1450;p94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1" name="Google Shape;1451;p94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2" name="Google Shape;1452;p94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" name="Google Shape;1453;p94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54" name="Google Shape;1454;p94"/>
          <p:cNvGrpSpPr/>
          <p:nvPr/>
        </p:nvGrpSpPr>
        <p:grpSpPr>
          <a:xfrm>
            <a:off x="781340" y="2163212"/>
            <a:ext cx="7539018" cy="204490"/>
            <a:chOff x="683270" y="2982982"/>
            <a:chExt cx="4148700" cy="204490"/>
          </a:xfrm>
        </p:grpSpPr>
        <p:cxnSp>
          <p:nvCxnSpPr>
            <p:cNvPr id="1455" name="Google Shape;1455;p94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6" name="Google Shape;1456;p94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7" name="Google Shape;1457;p94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8" name="Google Shape;1458;p94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" name="Google Shape;1459;p94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0" name="Google Shape;1460;p94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1" name="Google Shape;1461;p94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2" name="Google Shape;1462;p94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3" name="Google Shape;1463;p94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" name="Google Shape;1464;p94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" name="Google Shape;1465;p94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6" name="Google Shape;1466;p94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67" name="Google Shape;1467;p94"/>
          <p:cNvGrpSpPr/>
          <p:nvPr/>
        </p:nvGrpSpPr>
        <p:grpSpPr>
          <a:xfrm>
            <a:off x="781340" y="3652631"/>
            <a:ext cx="7539018" cy="204490"/>
            <a:chOff x="683270" y="2982982"/>
            <a:chExt cx="4148700" cy="204490"/>
          </a:xfrm>
        </p:grpSpPr>
        <p:cxnSp>
          <p:nvCxnSpPr>
            <p:cNvPr id="1468" name="Google Shape;1468;p94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9" name="Google Shape;1469;p94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0" name="Google Shape;1470;p94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1" name="Google Shape;1471;p94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2" name="Google Shape;1472;p94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94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4" name="Google Shape;1474;p94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5" name="Google Shape;1475;p94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6" name="Google Shape;1476;p94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7" name="Google Shape;1477;p94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8" name="Google Shape;1478;p94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9" name="Google Shape;1479;p94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80" name="Google Shape;1480;p94"/>
          <p:cNvGrpSpPr/>
          <p:nvPr/>
        </p:nvGrpSpPr>
        <p:grpSpPr>
          <a:xfrm>
            <a:off x="781340" y="4329218"/>
            <a:ext cx="7539018" cy="204490"/>
            <a:chOff x="683270" y="2982982"/>
            <a:chExt cx="4148700" cy="204490"/>
          </a:xfrm>
        </p:grpSpPr>
        <p:cxnSp>
          <p:nvCxnSpPr>
            <p:cNvPr id="1481" name="Google Shape;1481;p94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94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94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4" name="Google Shape;1484;p94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5" name="Google Shape;1485;p94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6" name="Google Shape;1486;p94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7" name="Google Shape;1487;p94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8" name="Google Shape;1488;p94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9" name="Google Shape;1489;p94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0" name="Google Shape;1490;p94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1" name="Google Shape;1491;p94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2" name="Google Shape;1492;p94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3" name="Google Shape;1493;p94"/>
          <p:cNvSpPr txBox="1"/>
          <p:nvPr/>
        </p:nvSpPr>
        <p:spPr>
          <a:xfrm>
            <a:off x="722377" y="1513350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94"/>
          <p:cNvSpPr txBox="1"/>
          <p:nvPr/>
        </p:nvSpPr>
        <p:spPr>
          <a:xfrm>
            <a:off x="7635522" y="1513350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4"/>
          <p:cNvSpPr txBox="1"/>
          <p:nvPr/>
        </p:nvSpPr>
        <p:spPr>
          <a:xfrm>
            <a:off x="765177" y="2434369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4"/>
          <p:cNvSpPr txBox="1"/>
          <p:nvPr/>
        </p:nvSpPr>
        <p:spPr>
          <a:xfrm>
            <a:off x="4139512" y="2434369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4"/>
          <p:cNvSpPr txBox="1"/>
          <p:nvPr/>
        </p:nvSpPr>
        <p:spPr>
          <a:xfrm>
            <a:off x="719939" y="385712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4"/>
          <p:cNvSpPr txBox="1"/>
          <p:nvPr/>
        </p:nvSpPr>
        <p:spPr>
          <a:xfrm>
            <a:off x="7493628" y="3857125"/>
            <a:ext cx="36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4"/>
          <p:cNvSpPr txBox="1"/>
          <p:nvPr/>
        </p:nvSpPr>
        <p:spPr>
          <a:xfrm>
            <a:off x="646674" y="4572075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94"/>
          <p:cNvSpPr txBox="1"/>
          <p:nvPr/>
        </p:nvSpPr>
        <p:spPr>
          <a:xfrm>
            <a:off x="4002028" y="4572075"/>
            <a:ext cx="36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4"/>
          <p:cNvSpPr/>
          <p:nvPr/>
        </p:nvSpPr>
        <p:spPr>
          <a:xfrm>
            <a:off x="5502862" y="916063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94"/>
          <p:cNvSpPr/>
          <p:nvPr/>
        </p:nvSpPr>
        <p:spPr>
          <a:xfrm>
            <a:off x="6898337" y="1798569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94"/>
          <p:cNvSpPr/>
          <p:nvPr/>
        </p:nvSpPr>
        <p:spPr>
          <a:xfrm>
            <a:off x="2376537" y="330290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94"/>
          <p:cNvSpPr/>
          <p:nvPr/>
        </p:nvSpPr>
        <p:spPr>
          <a:xfrm>
            <a:off x="5502862" y="397535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94"/>
          <p:cNvSpPr txBox="1"/>
          <p:nvPr/>
        </p:nvSpPr>
        <p:spPr>
          <a:xfrm>
            <a:off x="5732100" y="888625"/>
            <a:ext cx="3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6" name="Google Shape;1506;p94"/>
          <p:cNvSpPr txBox="1"/>
          <p:nvPr/>
        </p:nvSpPr>
        <p:spPr>
          <a:xfrm>
            <a:off x="7075325" y="1773256"/>
            <a:ext cx="3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7" name="Google Shape;1507;p94"/>
          <p:cNvSpPr txBox="1"/>
          <p:nvPr/>
        </p:nvSpPr>
        <p:spPr>
          <a:xfrm>
            <a:off x="2586375" y="3262675"/>
            <a:ext cx="71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8" name="Google Shape;1508;p94"/>
          <p:cNvSpPr txBox="1"/>
          <p:nvPr/>
        </p:nvSpPr>
        <p:spPr>
          <a:xfrm>
            <a:off x="5732100" y="3939275"/>
            <a:ext cx="5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09" name="Google Shape;1509;p94"/>
          <p:cNvGrpSpPr/>
          <p:nvPr/>
        </p:nvGrpSpPr>
        <p:grpSpPr>
          <a:xfrm>
            <a:off x="781340" y="2872206"/>
            <a:ext cx="7539018" cy="204490"/>
            <a:chOff x="683270" y="2982982"/>
            <a:chExt cx="4148700" cy="204490"/>
          </a:xfrm>
        </p:grpSpPr>
        <p:cxnSp>
          <p:nvCxnSpPr>
            <p:cNvPr id="1510" name="Google Shape;1510;p94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1" name="Google Shape;1511;p94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2" name="Google Shape;1512;p94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94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94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5" name="Google Shape;1515;p94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6" name="Google Shape;1516;p94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7" name="Google Shape;1517;p94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8" name="Google Shape;1518;p94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9" name="Google Shape;1519;p94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0" name="Google Shape;1520;p94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1" name="Google Shape;1521;p94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22" name="Google Shape;1522;p94"/>
          <p:cNvSpPr txBox="1"/>
          <p:nvPr/>
        </p:nvSpPr>
        <p:spPr>
          <a:xfrm>
            <a:off x="652187" y="3076700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94"/>
          <p:cNvSpPr txBox="1"/>
          <p:nvPr/>
        </p:nvSpPr>
        <p:spPr>
          <a:xfrm>
            <a:off x="3369601" y="3095550"/>
            <a:ext cx="28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4"/>
          <p:cNvSpPr/>
          <p:nvPr/>
        </p:nvSpPr>
        <p:spPr>
          <a:xfrm>
            <a:off x="6898337" y="255150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94"/>
          <p:cNvSpPr txBox="1"/>
          <p:nvPr/>
        </p:nvSpPr>
        <p:spPr>
          <a:xfrm>
            <a:off x="7128225" y="2524250"/>
            <a:ext cx="62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17.25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6" name="Google Shape;1526;p94"/>
          <p:cNvSpPr txBox="1"/>
          <p:nvPr/>
        </p:nvSpPr>
        <p:spPr>
          <a:xfrm flipH="1">
            <a:off x="341289" y="627122"/>
            <a:ext cx="453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number is each arrow pointing to?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9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decimals using a place value chart</a:t>
            </a:r>
            <a:endParaRPr/>
          </a:p>
        </p:txBody>
      </p:sp>
      <p:sp>
        <p:nvSpPr>
          <p:cNvPr id="1533" name="Google Shape;1533;p9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Putting decimals on a number line</a:t>
            </a:r>
            <a:endParaRPr/>
          </a:p>
        </p:txBody>
      </p:sp>
      <p:sp>
        <p:nvSpPr>
          <p:cNvPr id="1534" name="Google Shape;1534;p9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535" name="Google Shape;1535;p9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pic>
        <p:nvPicPr>
          <p:cNvPr id="1536" name="Google Shape;153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355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1" name="Google Shape;1541;p96"/>
          <p:cNvGraphicFramePr/>
          <p:nvPr/>
        </p:nvGraphicFramePr>
        <p:xfrm>
          <a:off x="3545150" y="248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{4BE0BB03-8E60-4494-8A65-BDA12C349C61}</a:tableStyleId>
              </a:tblPr>
              <a:tblGrid>
                <a:gridCol w="513425"/>
                <a:gridCol w="513425"/>
                <a:gridCol w="513425"/>
                <a:gridCol w="513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542" name="Google Shape;1542;p96"/>
          <p:cNvSpPr txBox="1"/>
          <p:nvPr/>
        </p:nvSpPr>
        <p:spPr>
          <a:xfrm>
            <a:off x="3688850" y="2511775"/>
            <a:ext cx="18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1543" name="Google Shape;1543;p96"/>
          <p:cNvSpPr txBox="1"/>
          <p:nvPr/>
        </p:nvSpPr>
        <p:spPr>
          <a:xfrm>
            <a:off x="3688850" y="2897169"/>
            <a:ext cx="18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1544" name="Google Shape;1544;p96"/>
          <p:cNvSpPr txBox="1"/>
          <p:nvPr/>
        </p:nvSpPr>
        <p:spPr>
          <a:xfrm>
            <a:off x="3688850" y="3282563"/>
            <a:ext cx="18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1545" name="Google Shape;1545;p96"/>
          <p:cNvSpPr txBox="1"/>
          <p:nvPr/>
        </p:nvSpPr>
        <p:spPr>
          <a:xfrm>
            <a:off x="3688850" y="3667956"/>
            <a:ext cx="18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1546" name="Google Shape;1546;p96"/>
          <p:cNvSpPr txBox="1"/>
          <p:nvPr/>
        </p:nvSpPr>
        <p:spPr>
          <a:xfrm>
            <a:off x="3688850" y="4053350"/>
            <a:ext cx="189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/>
          </a:p>
        </p:txBody>
      </p:sp>
      <p:sp>
        <p:nvSpPr>
          <p:cNvPr id="1547" name="Google Shape;154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548" name="Google Shape;1548;p96"/>
          <p:cNvSpPr txBox="1"/>
          <p:nvPr>
            <p:ph idx="1" type="body"/>
          </p:nvPr>
        </p:nvSpPr>
        <p:spPr>
          <a:xfrm>
            <a:off x="324000" y="6831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can compare the size of decimals we can order them from smallest to largest.</a:t>
            </a:r>
            <a:endParaRPr sz="2000"/>
          </a:p>
        </p:txBody>
      </p:sp>
      <p:sp>
        <p:nvSpPr>
          <p:cNvPr id="1549" name="Google Shape;1549;p96"/>
          <p:cNvSpPr txBox="1"/>
          <p:nvPr/>
        </p:nvSpPr>
        <p:spPr>
          <a:xfrm>
            <a:off x="324000" y="131520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Write these numbers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 ascending order.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	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0" name="Google Shape;1550;p96"/>
          <p:cNvGrpSpPr/>
          <p:nvPr/>
        </p:nvGrpSpPr>
        <p:grpSpPr>
          <a:xfrm>
            <a:off x="1069500" y="1702800"/>
            <a:ext cx="7202400" cy="338700"/>
            <a:chOff x="1069500" y="1702800"/>
            <a:chExt cx="7202400" cy="338700"/>
          </a:xfrm>
        </p:grpSpPr>
        <p:sp>
          <p:nvSpPr>
            <p:cNvPr id="1551" name="Google Shape;1551;p96"/>
            <p:cNvSpPr txBox="1"/>
            <p:nvPr/>
          </p:nvSpPr>
          <p:spPr>
            <a:xfrm>
              <a:off x="1069500" y="1702800"/>
              <a:ext cx="61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0.88</a:t>
              </a:r>
              <a:endParaRPr/>
            </a:p>
          </p:txBody>
        </p:sp>
        <p:sp>
          <p:nvSpPr>
            <p:cNvPr id="1552" name="Google Shape;1552;p96"/>
            <p:cNvSpPr txBox="1"/>
            <p:nvPr/>
          </p:nvSpPr>
          <p:spPr>
            <a:xfrm>
              <a:off x="2616075" y="1702800"/>
              <a:ext cx="712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0.878</a:t>
              </a:r>
              <a:endParaRPr/>
            </a:p>
          </p:txBody>
        </p:sp>
        <p:sp>
          <p:nvSpPr>
            <p:cNvPr id="1553" name="Google Shape;1553;p96"/>
            <p:cNvSpPr txBox="1"/>
            <p:nvPr/>
          </p:nvSpPr>
          <p:spPr>
            <a:xfrm>
              <a:off x="4259550" y="1702800"/>
              <a:ext cx="61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0.87</a:t>
              </a:r>
              <a:endParaRPr/>
            </a:p>
          </p:txBody>
        </p:sp>
        <p:sp>
          <p:nvSpPr>
            <p:cNvPr id="1554" name="Google Shape;1554;p96"/>
            <p:cNvSpPr txBox="1"/>
            <p:nvPr/>
          </p:nvSpPr>
          <p:spPr>
            <a:xfrm>
              <a:off x="5806125" y="1702800"/>
              <a:ext cx="72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0.078</a:t>
              </a:r>
              <a:endParaRPr/>
            </a:p>
          </p:txBody>
        </p:sp>
        <p:sp>
          <p:nvSpPr>
            <p:cNvPr id="1555" name="Google Shape;1555;p96"/>
            <p:cNvSpPr txBox="1"/>
            <p:nvPr/>
          </p:nvSpPr>
          <p:spPr>
            <a:xfrm>
              <a:off x="7459200" y="1702800"/>
              <a:ext cx="812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0.808</a:t>
              </a:r>
              <a:endParaRPr/>
            </a:p>
          </p:txBody>
        </p:sp>
      </p:grpSp>
      <p:sp>
        <p:nvSpPr>
          <p:cNvPr id="1556" name="Google Shape;1556;p96"/>
          <p:cNvSpPr txBox="1"/>
          <p:nvPr>
            <p:ph idx="1" type="body"/>
          </p:nvPr>
        </p:nvSpPr>
        <p:spPr>
          <a:xfrm>
            <a:off x="3993650" y="2364400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1557" name="Google Shape;1557;p96"/>
          <p:cNvSpPr txBox="1"/>
          <p:nvPr>
            <p:ph idx="1" type="body"/>
          </p:nvPr>
        </p:nvSpPr>
        <p:spPr>
          <a:xfrm>
            <a:off x="3993650" y="2762736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1558" name="Google Shape;1558;p96"/>
          <p:cNvSpPr txBox="1"/>
          <p:nvPr>
            <p:ph idx="1" type="body"/>
          </p:nvPr>
        </p:nvSpPr>
        <p:spPr>
          <a:xfrm>
            <a:off x="3993650" y="3517433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1559" name="Google Shape;1559;p96"/>
          <p:cNvSpPr txBox="1"/>
          <p:nvPr>
            <p:ph idx="1" type="body"/>
          </p:nvPr>
        </p:nvSpPr>
        <p:spPr>
          <a:xfrm>
            <a:off x="3993650" y="3905731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1560" name="Google Shape;1560;p96"/>
          <p:cNvSpPr txBox="1"/>
          <p:nvPr>
            <p:ph idx="1" type="body"/>
          </p:nvPr>
        </p:nvSpPr>
        <p:spPr>
          <a:xfrm>
            <a:off x="3993650" y="3141455"/>
            <a:ext cx="118200" cy="3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600"/>
              <a:t>.</a:t>
            </a:r>
            <a:endParaRPr sz="4600"/>
          </a:p>
        </p:txBody>
      </p:sp>
      <p:sp>
        <p:nvSpPr>
          <p:cNvPr id="1561" name="Google Shape;1561;p96"/>
          <p:cNvSpPr/>
          <p:nvPr/>
        </p:nvSpPr>
        <p:spPr>
          <a:xfrm rot="5400000">
            <a:off x="3551450" y="2057375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96"/>
          <p:cNvSpPr/>
          <p:nvPr/>
        </p:nvSpPr>
        <p:spPr>
          <a:xfrm>
            <a:off x="4128350" y="2488800"/>
            <a:ext cx="394800" cy="19050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96"/>
          <p:cNvSpPr/>
          <p:nvPr/>
        </p:nvSpPr>
        <p:spPr>
          <a:xfrm rot="5400000">
            <a:off x="4097450" y="208110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96"/>
          <p:cNvSpPr/>
          <p:nvPr/>
        </p:nvSpPr>
        <p:spPr>
          <a:xfrm rot="5400000">
            <a:off x="4595700" y="2097237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96"/>
          <p:cNvSpPr txBox="1"/>
          <p:nvPr/>
        </p:nvSpPr>
        <p:spPr>
          <a:xfrm>
            <a:off x="1069500" y="4497150"/>
            <a:ext cx="72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0.078</a:t>
            </a:r>
            <a:endParaRPr/>
          </a:p>
        </p:txBody>
      </p:sp>
      <p:sp>
        <p:nvSpPr>
          <p:cNvPr id="1566" name="Google Shape;1566;p96"/>
          <p:cNvSpPr/>
          <p:nvPr/>
        </p:nvSpPr>
        <p:spPr>
          <a:xfrm rot="5400000">
            <a:off x="5135950" y="2087150"/>
            <a:ext cx="456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96"/>
          <p:cNvSpPr/>
          <p:nvPr/>
        </p:nvSpPr>
        <p:spPr>
          <a:xfrm>
            <a:off x="4625801" y="2488800"/>
            <a:ext cx="394800" cy="19050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96"/>
          <p:cNvSpPr txBox="1"/>
          <p:nvPr/>
        </p:nvSpPr>
        <p:spPr>
          <a:xfrm>
            <a:off x="4372370" y="4497150"/>
            <a:ext cx="59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0.87</a:t>
            </a:r>
            <a:endParaRPr/>
          </a:p>
        </p:txBody>
      </p:sp>
      <p:sp>
        <p:nvSpPr>
          <p:cNvPr id="1569" name="Google Shape;1569;p96"/>
          <p:cNvSpPr txBox="1"/>
          <p:nvPr/>
        </p:nvSpPr>
        <p:spPr>
          <a:xfrm>
            <a:off x="2675485" y="4497150"/>
            <a:ext cx="81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0.808</a:t>
            </a:r>
            <a:endParaRPr/>
          </a:p>
        </p:txBody>
      </p:sp>
      <p:sp>
        <p:nvSpPr>
          <p:cNvPr id="1570" name="Google Shape;1570;p96"/>
          <p:cNvSpPr txBox="1"/>
          <p:nvPr/>
        </p:nvSpPr>
        <p:spPr>
          <a:xfrm>
            <a:off x="5855355" y="4497150"/>
            <a:ext cx="72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0.878</a:t>
            </a:r>
            <a:endParaRPr/>
          </a:p>
        </p:txBody>
      </p:sp>
      <p:sp>
        <p:nvSpPr>
          <p:cNvPr id="1571" name="Google Shape;1571;p96"/>
          <p:cNvSpPr txBox="1"/>
          <p:nvPr/>
        </p:nvSpPr>
        <p:spPr>
          <a:xfrm>
            <a:off x="7461340" y="4497150"/>
            <a:ext cx="61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0.88</a:t>
            </a:r>
            <a:endParaRPr/>
          </a:p>
        </p:txBody>
      </p:sp>
      <p:sp>
        <p:nvSpPr>
          <p:cNvPr id="1572" name="Google Shape;1572;p96"/>
          <p:cNvSpPr/>
          <p:nvPr/>
        </p:nvSpPr>
        <p:spPr>
          <a:xfrm>
            <a:off x="4629135" y="2870400"/>
            <a:ext cx="394800" cy="7509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96"/>
          <p:cNvSpPr/>
          <p:nvPr/>
        </p:nvSpPr>
        <p:spPr>
          <a:xfrm>
            <a:off x="5179185" y="2883763"/>
            <a:ext cx="394800" cy="7509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96"/>
          <p:cNvSpPr/>
          <p:nvPr/>
        </p:nvSpPr>
        <p:spPr>
          <a:xfrm>
            <a:off x="4626293" y="2479275"/>
            <a:ext cx="394800" cy="7509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96"/>
          <p:cNvSpPr txBox="1"/>
          <p:nvPr/>
        </p:nvSpPr>
        <p:spPr>
          <a:xfrm>
            <a:off x="5266595" y="3271950"/>
            <a:ext cx="18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6" name="Google Shape;1576;p96"/>
          <p:cNvGrpSpPr/>
          <p:nvPr/>
        </p:nvGrpSpPr>
        <p:grpSpPr>
          <a:xfrm>
            <a:off x="4246750" y="2511775"/>
            <a:ext cx="1641125" cy="338700"/>
            <a:chOff x="4246750" y="2511775"/>
            <a:chExt cx="1641125" cy="338700"/>
          </a:xfrm>
        </p:grpSpPr>
        <p:sp>
          <p:nvSpPr>
            <p:cNvPr id="1577" name="Google Shape;1577;p96"/>
            <p:cNvSpPr txBox="1"/>
            <p:nvPr/>
          </p:nvSpPr>
          <p:spPr>
            <a:xfrm>
              <a:off x="4246750" y="2511775"/>
              <a:ext cx="148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/>
            </a:p>
          </p:txBody>
        </p:sp>
        <p:sp>
          <p:nvSpPr>
            <p:cNvPr id="1578" name="Google Shape;1578;p96"/>
            <p:cNvSpPr txBox="1"/>
            <p:nvPr/>
          </p:nvSpPr>
          <p:spPr>
            <a:xfrm>
              <a:off x="4727475" y="2511775"/>
              <a:ext cx="116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/>
            </a:p>
          </p:txBody>
        </p:sp>
      </p:grpSp>
      <p:grpSp>
        <p:nvGrpSpPr>
          <p:cNvPr id="1579" name="Google Shape;1579;p96"/>
          <p:cNvGrpSpPr/>
          <p:nvPr/>
        </p:nvGrpSpPr>
        <p:grpSpPr>
          <a:xfrm>
            <a:off x="4246750" y="2897175"/>
            <a:ext cx="1793250" cy="338700"/>
            <a:chOff x="4246750" y="2897175"/>
            <a:chExt cx="1793250" cy="338700"/>
          </a:xfrm>
        </p:grpSpPr>
        <p:sp>
          <p:nvSpPr>
            <p:cNvPr id="1580" name="Google Shape;1580;p96"/>
            <p:cNvSpPr txBox="1"/>
            <p:nvPr/>
          </p:nvSpPr>
          <p:spPr>
            <a:xfrm>
              <a:off x="4246750" y="2897175"/>
              <a:ext cx="148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/>
            </a:p>
          </p:txBody>
        </p:sp>
        <p:sp>
          <p:nvSpPr>
            <p:cNvPr id="1581" name="Google Shape;1581;p96"/>
            <p:cNvSpPr txBox="1"/>
            <p:nvPr/>
          </p:nvSpPr>
          <p:spPr>
            <a:xfrm>
              <a:off x="4743150" y="2897175"/>
              <a:ext cx="1144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/>
            </a:p>
          </p:txBody>
        </p:sp>
        <p:sp>
          <p:nvSpPr>
            <p:cNvPr id="1582" name="Google Shape;1582;p96"/>
            <p:cNvSpPr txBox="1"/>
            <p:nvPr/>
          </p:nvSpPr>
          <p:spPr>
            <a:xfrm>
              <a:off x="5266600" y="2897175"/>
              <a:ext cx="77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/>
            </a:p>
          </p:txBody>
        </p:sp>
      </p:grpSp>
      <p:grpSp>
        <p:nvGrpSpPr>
          <p:cNvPr id="1583" name="Google Shape;1583;p96"/>
          <p:cNvGrpSpPr/>
          <p:nvPr/>
        </p:nvGrpSpPr>
        <p:grpSpPr>
          <a:xfrm>
            <a:off x="4246750" y="3282575"/>
            <a:ext cx="2326925" cy="338700"/>
            <a:chOff x="4246750" y="3282575"/>
            <a:chExt cx="2326925" cy="338700"/>
          </a:xfrm>
        </p:grpSpPr>
        <p:sp>
          <p:nvSpPr>
            <p:cNvPr id="1584" name="Google Shape;1584;p96"/>
            <p:cNvSpPr txBox="1"/>
            <p:nvPr/>
          </p:nvSpPr>
          <p:spPr>
            <a:xfrm>
              <a:off x="4246750" y="3282575"/>
              <a:ext cx="1869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/>
            </a:p>
          </p:txBody>
        </p:sp>
        <p:sp>
          <p:nvSpPr>
            <p:cNvPr id="1585" name="Google Shape;1585;p96"/>
            <p:cNvSpPr txBox="1"/>
            <p:nvPr/>
          </p:nvSpPr>
          <p:spPr>
            <a:xfrm>
              <a:off x="4727475" y="3282575"/>
              <a:ext cx="1846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/>
            </a:p>
          </p:txBody>
        </p:sp>
      </p:grpSp>
      <p:grpSp>
        <p:nvGrpSpPr>
          <p:cNvPr id="1586" name="Google Shape;1586;p96"/>
          <p:cNvGrpSpPr/>
          <p:nvPr/>
        </p:nvGrpSpPr>
        <p:grpSpPr>
          <a:xfrm>
            <a:off x="4246750" y="3667950"/>
            <a:ext cx="1793250" cy="338700"/>
            <a:chOff x="4246750" y="3667950"/>
            <a:chExt cx="1793250" cy="338700"/>
          </a:xfrm>
        </p:grpSpPr>
        <p:sp>
          <p:nvSpPr>
            <p:cNvPr id="1587" name="Google Shape;1587;p96"/>
            <p:cNvSpPr txBox="1"/>
            <p:nvPr/>
          </p:nvSpPr>
          <p:spPr>
            <a:xfrm>
              <a:off x="4246750" y="3667950"/>
              <a:ext cx="148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/>
            </a:p>
          </p:txBody>
        </p:sp>
        <p:sp>
          <p:nvSpPr>
            <p:cNvPr id="1588" name="Google Shape;1588;p96"/>
            <p:cNvSpPr txBox="1"/>
            <p:nvPr/>
          </p:nvSpPr>
          <p:spPr>
            <a:xfrm>
              <a:off x="4722250" y="3667950"/>
              <a:ext cx="116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/>
            </a:p>
          </p:txBody>
        </p:sp>
        <p:sp>
          <p:nvSpPr>
            <p:cNvPr id="1589" name="Google Shape;1589;p96"/>
            <p:cNvSpPr txBox="1"/>
            <p:nvPr/>
          </p:nvSpPr>
          <p:spPr>
            <a:xfrm>
              <a:off x="5266600" y="3667950"/>
              <a:ext cx="77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/>
            </a:p>
          </p:txBody>
        </p:sp>
      </p:grpSp>
      <p:grpSp>
        <p:nvGrpSpPr>
          <p:cNvPr id="1590" name="Google Shape;1590;p96"/>
          <p:cNvGrpSpPr/>
          <p:nvPr/>
        </p:nvGrpSpPr>
        <p:grpSpPr>
          <a:xfrm>
            <a:off x="4246750" y="4053350"/>
            <a:ext cx="1793525" cy="338700"/>
            <a:chOff x="4246750" y="4053350"/>
            <a:chExt cx="1793525" cy="338700"/>
          </a:xfrm>
        </p:grpSpPr>
        <p:sp>
          <p:nvSpPr>
            <p:cNvPr id="1591" name="Google Shape;1591;p96"/>
            <p:cNvSpPr txBox="1"/>
            <p:nvPr/>
          </p:nvSpPr>
          <p:spPr>
            <a:xfrm>
              <a:off x="4246750" y="4053350"/>
              <a:ext cx="148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/>
            </a:p>
          </p:txBody>
        </p:sp>
        <p:sp>
          <p:nvSpPr>
            <p:cNvPr id="1592" name="Google Shape;1592;p96"/>
            <p:cNvSpPr txBox="1"/>
            <p:nvPr/>
          </p:nvSpPr>
          <p:spPr>
            <a:xfrm>
              <a:off x="4727475" y="4053350"/>
              <a:ext cx="116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/>
            </a:p>
          </p:txBody>
        </p:sp>
        <p:sp>
          <p:nvSpPr>
            <p:cNvPr id="1593" name="Google Shape;1593;p96"/>
            <p:cNvSpPr txBox="1"/>
            <p:nvPr/>
          </p:nvSpPr>
          <p:spPr>
            <a:xfrm>
              <a:off x="5291775" y="4053350"/>
              <a:ext cx="74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599" name="Google Shape;1599;p97"/>
          <p:cNvSpPr txBox="1"/>
          <p:nvPr/>
        </p:nvSpPr>
        <p:spPr>
          <a:xfrm>
            <a:off x="324000" y="70560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Write these numbers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 ascending order.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0" name="Google Shape;1600;p97"/>
          <p:cNvGrpSpPr/>
          <p:nvPr/>
        </p:nvGrpSpPr>
        <p:grpSpPr>
          <a:xfrm>
            <a:off x="1069500" y="1093200"/>
            <a:ext cx="7202400" cy="338700"/>
            <a:chOff x="1069500" y="1702800"/>
            <a:chExt cx="7202400" cy="338700"/>
          </a:xfrm>
        </p:grpSpPr>
        <p:sp>
          <p:nvSpPr>
            <p:cNvPr id="1601" name="Google Shape;1601;p97"/>
            <p:cNvSpPr txBox="1"/>
            <p:nvPr/>
          </p:nvSpPr>
          <p:spPr>
            <a:xfrm>
              <a:off x="1069500" y="1702800"/>
              <a:ext cx="61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15.8</a:t>
              </a:r>
              <a:endParaRPr/>
            </a:p>
          </p:txBody>
        </p:sp>
        <p:sp>
          <p:nvSpPr>
            <p:cNvPr id="1602" name="Google Shape;1602;p97"/>
            <p:cNvSpPr txBox="1"/>
            <p:nvPr/>
          </p:nvSpPr>
          <p:spPr>
            <a:xfrm>
              <a:off x="2616075" y="1702800"/>
              <a:ext cx="712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0.58</a:t>
              </a:r>
              <a:endParaRPr/>
            </a:p>
          </p:txBody>
        </p:sp>
        <p:sp>
          <p:nvSpPr>
            <p:cNvPr id="1603" name="Google Shape;1603;p97"/>
            <p:cNvSpPr txBox="1"/>
            <p:nvPr/>
          </p:nvSpPr>
          <p:spPr>
            <a:xfrm>
              <a:off x="4259550" y="1702800"/>
              <a:ext cx="61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5.08</a:t>
              </a:r>
              <a:endParaRPr/>
            </a:p>
          </p:txBody>
        </p:sp>
        <p:sp>
          <p:nvSpPr>
            <p:cNvPr id="1604" name="Google Shape;1604;p97"/>
            <p:cNvSpPr txBox="1"/>
            <p:nvPr/>
          </p:nvSpPr>
          <p:spPr>
            <a:xfrm>
              <a:off x="5806125" y="1702800"/>
              <a:ext cx="72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8.555</a:t>
              </a:r>
              <a:endParaRPr/>
            </a:p>
          </p:txBody>
        </p:sp>
        <p:sp>
          <p:nvSpPr>
            <p:cNvPr id="1605" name="Google Shape;1605;p97"/>
            <p:cNvSpPr txBox="1"/>
            <p:nvPr/>
          </p:nvSpPr>
          <p:spPr>
            <a:xfrm>
              <a:off x="7459200" y="1702800"/>
              <a:ext cx="812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0.058</a:t>
              </a:r>
              <a:endParaRPr/>
            </a:p>
          </p:txBody>
        </p:sp>
      </p:grpSp>
      <p:sp>
        <p:nvSpPr>
          <p:cNvPr id="1606" name="Google Shape;1606;p97"/>
          <p:cNvSpPr txBox="1"/>
          <p:nvPr/>
        </p:nvSpPr>
        <p:spPr>
          <a:xfrm>
            <a:off x="-27756" y="37335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7" name="Google Shape;160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632" y="2718000"/>
            <a:ext cx="705943" cy="101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8" name="Google Shape;1608;p97"/>
          <p:cNvGrpSpPr/>
          <p:nvPr/>
        </p:nvGrpSpPr>
        <p:grpSpPr>
          <a:xfrm>
            <a:off x="1394899" y="1654242"/>
            <a:ext cx="2917073" cy="1774359"/>
            <a:chOff x="1623502" y="1935961"/>
            <a:chExt cx="2917073" cy="1909350"/>
          </a:xfrm>
        </p:grpSpPr>
        <p:pic>
          <p:nvPicPr>
            <p:cNvPr id="1609" name="Google Shape;1609;p9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623502" y="1935961"/>
              <a:ext cx="2867748" cy="190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0" name="Google Shape;1610;p97"/>
            <p:cNvSpPr txBox="1"/>
            <p:nvPr/>
          </p:nvSpPr>
          <p:spPr>
            <a:xfrm>
              <a:off x="1878375" y="1992761"/>
              <a:ext cx="2662200" cy="14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 always use a place value chart to order when there are decimals.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1" name="Google Shape;1611;p97"/>
          <p:cNvSpPr txBox="1"/>
          <p:nvPr/>
        </p:nvSpPr>
        <p:spPr>
          <a:xfrm>
            <a:off x="1456199" y="3431800"/>
            <a:ext cx="7135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Would you use a place value chart to order these numbers?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97"/>
          <p:cNvSpPr txBox="1"/>
          <p:nvPr/>
        </p:nvSpPr>
        <p:spPr>
          <a:xfrm>
            <a:off x="1456199" y="4192279"/>
            <a:ext cx="7135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Since they are all fairly different there is probably no need to.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618" name="Google Shape;1618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0.58, 15.8, 5.08, 0.058, 8.555</a:t>
            </a:r>
            <a:endParaRPr/>
          </a:p>
        </p:txBody>
      </p:sp>
      <p:grpSp>
        <p:nvGrpSpPr>
          <p:cNvPr id="1619" name="Google Shape;1619;p98"/>
          <p:cNvGrpSpPr/>
          <p:nvPr/>
        </p:nvGrpSpPr>
        <p:grpSpPr>
          <a:xfrm>
            <a:off x="1069500" y="1169400"/>
            <a:ext cx="7202400" cy="338700"/>
            <a:chOff x="1069500" y="1702800"/>
            <a:chExt cx="7202400" cy="338700"/>
          </a:xfrm>
        </p:grpSpPr>
        <p:sp>
          <p:nvSpPr>
            <p:cNvPr id="1620" name="Google Shape;1620;p98"/>
            <p:cNvSpPr txBox="1"/>
            <p:nvPr/>
          </p:nvSpPr>
          <p:spPr>
            <a:xfrm>
              <a:off x="1069500" y="1702800"/>
              <a:ext cx="61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15.8</a:t>
              </a:r>
              <a:endParaRPr/>
            </a:p>
          </p:txBody>
        </p:sp>
        <p:sp>
          <p:nvSpPr>
            <p:cNvPr id="1621" name="Google Shape;1621;p98"/>
            <p:cNvSpPr txBox="1"/>
            <p:nvPr/>
          </p:nvSpPr>
          <p:spPr>
            <a:xfrm>
              <a:off x="2616075" y="1702800"/>
              <a:ext cx="712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0.58</a:t>
              </a:r>
              <a:endParaRPr/>
            </a:p>
          </p:txBody>
        </p:sp>
        <p:sp>
          <p:nvSpPr>
            <p:cNvPr id="1622" name="Google Shape;1622;p98"/>
            <p:cNvSpPr txBox="1"/>
            <p:nvPr/>
          </p:nvSpPr>
          <p:spPr>
            <a:xfrm>
              <a:off x="4259550" y="1702800"/>
              <a:ext cx="61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5.08</a:t>
              </a:r>
              <a:endParaRPr/>
            </a:p>
          </p:txBody>
        </p:sp>
        <p:sp>
          <p:nvSpPr>
            <p:cNvPr id="1623" name="Google Shape;1623;p98"/>
            <p:cNvSpPr txBox="1"/>
            <p:nvPr/>
          </p:nvSpPr>
          <p:spPr>
            <a:xfrm>
              <a:off x="5806125" y="1702800"/>
              <a:ext cx="72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8.555</a:t>
              </a:r>
              <a:endParaRPr/>
            </a:p>
          </p:txBody>
        </p:sp>
        <p:sp>
          <p:nvSpPr>
            <p:cNvPr id="1624" name="Google Shape;1624;p98"/>
            <p:cNvSpPr txBox="1"/>
            <p:nvPr/>
          </p:nvSpPr>
          <p:spPr>
            <a:xfrm>
              <a:off x="7459200" y="1702800"/>
              <a:ext cx="812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0.058</a:t>
              </a:r>
              <a:endParaRPr/>
            </a:p>
          </p:txBody>
        </p:sp>
      </p:grpSp>
      <p:sp>
        <p:nvSpPr>
          <p:cNvPr id="1625" name="Google Shape;1625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these numbers in ascending order.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0.058, 0.58, 5.08, 8.555, 15.8</a:t>
            </a:r>
            <a:endParaRPr/>
          </a:p>
        </p:txBody>
      </p:sp>
      <p:sp>
        <p:nvSpPr>
          <p:cNvPr id="1627" name="Google Shape;1627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0.58, 0.058, 15.8, 5.08, 8.555</a:t>
            </a:r>
            <a:endParaRPr/>
          </a:p>
        </p:txBody>
      </p:sp>
      <p:pic>
        <p:nvPicPr>
          <p:cNvPr id="1628" name="Google Shape;162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99"/>
          <p:cNvSpPr/>
          <p:nvPr/>
        </p:nvSpPr>
        <p:spPr>
          <a:xfrm>
            <a:off x="337825" y="1615050"/>
            <a:ext cx="588300" cy="316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99"/>
          <p:cNvSpPr/>
          <p:nvPr/>
        </p:nvSpPr>
        <p:spPr>
          <a:xfrm>
            <a:off x="1940850" y="1615050"/>
            <a:ext cx="714000" cy="316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9"/>
          <p:cNvSpPr/>
          <p:nvPr/>
        </p:nvSpPr>
        <p:spPr>
          <a:xfrm>
            <a:off x="1062456" y="1610750"/>
            <a:ext cx="588300" cy="316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9"/>
          <p:cNvSpPr/>
          <p:nvPr/>
        </p:nvSpPr>
        <p:spPr>
          <a:xfrm>
            <a:off x="3791889" y="1615050"/>
            <a:ext cx="714000" cy="316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9"/>
          <p:cNvSpPr txBox="1"/>
          <p:nvPr>
            <p:ph idx="1" type="subTitle"/>
          </p:nvPr>
        </p:nvSpPr>
        <p:spPr>
          <a:xfrm>
            <a:off x="2838225" y="1620000"/>
            <a:ext cx="8463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0.0132</a:t>
            </a:r>
            <a:endParaRPr sz="2000"/>
          </a:p>
        </p:txBody>
      </p:sp>
      <p:sp>
        <p:nvSpPr>
          <p:cNvPr id="1638" name="Google Shape;1638;p99"/>
          <p:cNvSpPr/>
          <p:nvPr/>
        </p:nvSpPr>
        <p:spPr>
          <a:xfrm>
            <a:off x="2793869" y="1615050"/>
            <a:ext cx="846300" cy="316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9"/>
          <p:cNvSpPr txBox="1"/>
          <p:nvPr>
            <p:ph idx="1" type="subTitle"/>
          </p:nvPr>
        </p:nvSpPr>
        <p:spPr>
          <a:xfrm>
            <a:off x="400200" y="1620000"/>
            <a:ext cx="5598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1.23</a:t>
            </a:r>
            <a:endParaRPr sz="2000"/>
          </a:p>
        </p:txBody>
      </p:sp>
      <p:sp>
        <p:nvSpPr>
          <p:cNvPr id="1640" name="Google Shape;1640;p99"/>
          <p:cNvSpPr txBox="1"/>
          <p:nvPr>
            <p:ph idx="1" type="subTitle"/>
          </p:nvPr>
        </p:nvSpPr>
        <p:spPr>
          <a:xfrm>
            <a:off x="1110075" y="1620000"/>
            <a:ext cx="7140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0.32</a:t>
            </a:r>
            <a:endParaRPr sz="2000"/>
          </a:p>
        </p:txBody>
      </p:sp>
      <p:sp>
        <p:nvSpPr>
          <p:cNvPr id="1641" name="Google Shape;1641;p99"/>
          <p:cNvSpPr txBox="1"/>
          <p:nvPr>
            <p:ph idx="1" type="subTitle"/>
          </p:nvPr>
        </p:nvSpPr>
        <p:spPr>
          <a:xfrm>
            <a:off x="1974150" y="1620000"/>
            <a:ext cx="7140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1.023</a:t>
            </a:r>
            <a:endParaRPr sz="2000"/>
          </a:p>
        </p:txBody>
      </p:sp>
      <p:sp>
        <p:nvSpPr>
          <p:cNvPr id="1642" name="Google Shape;1642;p99"/>
          <p:cNvSpPr txBox="1"/>
          <p:nvPr>
            <p:ph idx="1" type="subTitle"/>
          </p:nvPr>
        </p:nvSpPr>
        <p:spPr>
          <a:xfrm>
            <a:off x="3834600" y="1620000"/>
            <a:ext cx="6576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0.230</a:t>
            </a:r>
            <a:endParaRPr sz="2000"/>
          </a:p>
        </p:txBody>
      </p:sp>
      <p:sp>
        <p:nvSpPr>
          <p:cNvPr id="1643" name="Google Shape;1643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644" name="Google Shape;1644;p99"/>
          <p:cNvSpPr txBox="1"/>
          <p:nvPr>
            <p:ph idx="2" type="subTitle"/>
          </p:nvPr>
        </p:nvSpPr>
        <p:spPr>
          <a:xfrm>
            <a:off x="4824000" y="810000"/>
            <a:ext cx="39822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numbers </a:t>
            </a:r>
            <a:r>
              <a:rPr lang="en-GB"/>
              <a:t>in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99"/>
          <p:cNvSpPr txBox="1"/>
          <p:nvPr>
            <p:ph idx="1" type="subTitle"/>
          </p:nvPr>
        </p:nvSpPr>
        <p:spPr>
          <a:xfrm>
            <a:off x="337825" y="810000"/>
            <a:ext cx="39822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numbers </a:t>
            </a:r>
            <a:r>
              <a:rPr lang="en-GB"/>
              <a:t>in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99"/>
          <p:cNvSpPr txBox="1"/>
          <p:nvPr>
            <p:ph idx="1" type="subTitle"/>
          </p:nvPr>
        </p:nvSpPr>
        <p:spPr>
          <a:xfrm>
            <a:off x="1905775" y="2393700"/>
            <a:ext cx="8463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0.0132</a:t>
            </a:r>
            <a:endParaRPr sz="2000"/>
          </a:p>
        </p:txBody>
      </p:sp>
      <p:sp>
        <p:nvSpPr>
          <p:cNvPr id="1647" name="Google Shape;1647;p99"/>
          <p:cNvSpPr txBox="1"/>
          <p:nvPr>
            <p:ph idx="1" type="subTitle"/>
          </p:nvPr>
        </p:nvSpPr>
        <p:spPr>
          <a:xfrm>
            <a:off x="1905775" y="2915325"/>
            <a:ext cx="6576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0.230</a:t>
            </a:r>
            <a:endParaRPr sz="2000"/>
          </a:p>
        </p:txBody>
      </p:sp>
      <p:sp>
        <p:nvSpPr>
          <p:cNvPr id="1648" name="Google Shape;1648;p99"/>
          <p:cNvSpPr txBox="1"/>
          <p:nvPr>
            <p:ph idx="1" type="subTitle"/>
          </p:nvPr>
        </p:nvSpPr>
        <p:spPr>
          <a:xfrm>
            <a:off x="1905775" y="3436950"/>
            <a:ext cx="7140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0.32</a:t>
            </a:r>
            <a:endParaRPr sz="2000"/>
          </a:p>
        </p:txBody>
      </p:sp>
      <p:sp>
        <p:nvSpPr>
          <p:cNvPr id="1649" name="Google Shape;1649;p99"/>
          <p:cNvSpPr txBox="1"/>
          <p:nvPr>
            <p:ph idx="1" type="subTitle"/>
          </p:nvPr>
        </p:nvSpPr>
        <p:spPr>
          <a:xfrm>
            <a:off x="1905775" y="3958575"/>
            <a:ext cx="7140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1.023</a:t>
            </a:r>
            <a:endParaRPr sz="2000"/>
          </a:p>
        </p:txBody>
      </p:sp>
      <p:sp>
        <p:nvSpPr>
          <p:cNvPr id="1650" name="Google Shape;1650;p99"/>
          <p:cNvSpPr txBox="1"/>
          <p:nvPr>
            <p:ph idx="1" type="subTitle"/>
          </p:nvPr>
        </p:nvSpPr>
        <p:spPr>
          <a:xfrm>
            <a:off x="1905775" y="4480200"/>
            <a:ext cx="5598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1.23</a:t>
            </a:r>
            <a:endParaRPr sz="2000"/>
          </a:p>
        </p:txBody>
      </p:sp>
      <p:sp>
        <p:nvSpPr>
          <p:cNvPr id="1651" name="Google Shape;1651;p99"/>
          <p:cNvSpPr txBox="1"/>
          <p:nvPr>
            <p:ph idx="1" type="subTitle"/>
          </p:nvPr>
        </p:nvSpPr>
        <p:spPr>
          <a:xfrm>
            <a:off x="4757925" y="1614525"/>
            <a:ext cx="6576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0.556</a:t>
            </a:r>
            <a:endParaRPr sz="2000"/>
          </a:p>
        </p:txBody>
      </p:sp>
      <p:sp>
        <p:nvSpPr>
          <p:cNvPr id="1652" name="Google Shape;1652;p99"/>
          <p:cNvSpPr txBox="1"/>
          <p:nvPr>
            <p:ph idx="1" type="subTitle"/>
          </p:nvPr>
        </p:nvSpPr>
        <p:spPr>
          <a:xfrm>
            <a:off x="5729400" y="1614525"/>
            <a:ext cx="6576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</a:t>
            </a:r>
            <a:r>
              <a:rPr lang="en-GB" sz="2000"/>
              <a:t>.065</a:t>
            </a:r>
            <a:endParaRPr sz="2000"/>
          </a:p>
        </p:txBody>
      </p:sp>
      <p:sp>
        <p:nvSpPr>
          <p:cNvPr id="1653" name="Google Shape;1653;p99"/>
          <p:cNvSpPr txBox="1"/>
          <p:nvPr>
            <p:ph idx="1" type="subTitle"/>
          </p:nvPr>
        </p:nvSpPr>
        <p:spPr>
          <a:xfrm>
            <a:off x="6700875" y="1614525"/>
            <a:ext cx="5001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5.06</a:t>
            </a:r>
            <a:endParaRPr sz="2000"/>
          </a:p>
        </p:txBody>
      </p:sp>
      <p:sp>
        <p:nvSpPr>
          <p:cNvPr id="1654" name="Google Shape;1654;p99"/>
          <p:cNvSpPr txBox="1"/>
          <p:nvPr>
            <p:ph idx="1" type="subTitle"/>
          </p:nvPr>
        </p:nvSpPr>
        <p:spPr>
          <a:xfrm>
            <a:off x="7514850" y="1614525"/>
            <a:ext cx="3636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0.6</a:t>
            </a:r>
            <a:endParaRPr sz="2000"/>
          </a:p>
        </p:txBody>
      </p:sp>
      <p:sp>
        <p:nvSpPr>
          <p:cNvPr id="1655" name="Google Shape;1655;p99"/>
          <p:cNvSpPr txBox="1"/>
          <p:nvPr>
            <p:ph idx="1" type="subTitle"/>
          </p:nvPr>
        </p:nvSpPr>
        <p:spPr>
          <a:xfrm>
            <a:off x="8192325" y="1614516"/>
            <a:ext cx="6576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0.065</a:t>
            </a:r>
            <a:endParaRPr sz="2000"/>
          </a:p>
        </p:txBody>
      </p:sp>
      <p:sp>
        <p:nvSpPr>
          <p:cNvPr id="1656" name="Google Shape;1656;p99"/>
          <p:cNvSpPr txBox="1"/>
          <p:nvPr>
            <p:ph idx="1" type="subTitle"/>
          </p:nvPr>
        </p:nvSpPr>
        <p:spPr>
          <a:xfrm>
            <a:off x="6527775" y="2393700"/>
            <a:ext cx="8463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0.065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7" name="Google Shape;1657;p99"/>
          <p:cNvSpPr txBox="1"/>
          <p:nvPr>
            <p:ph idx="1" type="subTitle"/>
          </p:nvPr>
        </p:nvSpPr>
        <p:spPr>
          <a:xfrm>
            <a:off x="6527775" y="2915325"/>
            <a:ext cx="6576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0.556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8" name="Google Shape;1658;p99"/>
          <p:cNvSpPr txBox="1"/>
          <p:nvPr>
            <p:ph idx="1" type="subTitle"/>
          </p:nvPr>
        </p:nvSpPr>
        <p:spPr>
          <a:xfrm>
            <a:off x="6527775" y="3436950"/>
            <a:ext cx="7140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9" name="Google Shape;1659;p99"/>
          <p:cNvSpPr txBox="1"/>
          <p:nvPr>
            <p:ph idx="1" type="subTitle"/>
          </p:nvPr>
        </p:nvSpPr>
        <p:spPr>
          <a:xfrm>
            <a:off x="6527775" y="3958575"/>
            <a:ext cx="7140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5.06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0" name="Google Shape;1660;p99"/>
          <p:cNvSpPr txBox="1"/>
          <p:nvPr>
            <p:ph idx="1" type="subTitle"/>
          </p:nvPr>
        </p:nvSpPr>
        <p:spPr>
          <a:xfrm>
            <a:off x="6527775" y="4480200"/>
            <a:ext cx="714000" cy="3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5.065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666" name="Google Shape;1666;p100"/>
          <p:cNvSpPr txBox="1"/>
          <p:nvPr>
            <p:ph idx="1" type="body"/>
          </p:nvPr>
        </p:nvSpPr>
        <p:spPr>
          <a:xfrm>
            <a:off x="324000" y="759300"/>
            <a:ext cx="8820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numbers in ascending order.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0.3          0.8          0.2          0.6          0.4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0.12        0.5          0.28        0.3</a:t>
            </a:r>
            <a:r>
              <a:rPr lang="en-GB"/>
              <a:t>1        </a:t>
            </a:r>
            <a:r>
              <a:rPr lang="en-GB"/>
              <a:t>0.1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0.63        6.03        6.3          0.36        0.063      0.6003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5.75        0.75        0.557      0.505     0.07505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2.341      2.41        1.234       123.4     1.3           1.24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672" name="Google Shape;1672;p101"/>
          <p:cNvSpPr txBox="1"/>
          <p:nvPr>
            <p:ph idx="1" type="body"/>
          </p:nvPr>
        </p:nvSpPr>
        <p:spPr>
          <a:xfrm>
            <a:off x="324000" y="759300"/>
            <a:ext cx="8820000" cy="26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numbers </a:t>
            </a:r>
            <a:r>
              <a:rPr lang="en-GB"/>
              <a:t>in ascending order.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0.2	        0.3         0.4         0.6         0.8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0.1         0.12        0.28       0.31        0.5	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0.063      0.36       0.6003     0.63       6.03       6.3	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0.07505   0.505       0.557      0.75       5.75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1.234      1.24        1.3         2.341      2.41       123.4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02"/>
          <p:cNvSpPr txBox="1"/>
          <p:nvPr>
            <p:ph idx="1" type="body"/>
          </p:nvPr>
        </p:nvSpPr>
        <p:spPr>
          <a:xfrm>
            <a:off x="324000" y="707475"/>
            <a:ext cx="8325000" cy="14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comparing decimals a place value chart can help.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When comparing decimals compare digits starting from the left. </a:t>
            </a:r>
            <a:endParaRPr/>
          </a:p>
        </p:txBody>
      </p:sp>
      <p:sp>
        <p:nvSpPr>
          <p:cNvPr id="1678" name="Google Shape;1678;p10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pic>
        <p:nvPicPr>
          <p:cNvPr id="1679" name="Google Shape;167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0" y="1646550"/>
            <a:ext cx="2986749" cy="8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102"/>
          <p:cNvPicPr preferRelativeResize="0"/>
          <p:nvPr/>
        </p:nvPicPr>
        <p:blipFill rotWithShape="1">
          <a:blip r:embed="rId4">
            <a:alphaModFix/>
          </a:blip>
          <a:srcRect b="63648" l="0" r="0" t="0"/>
          <a:stretch/>
        </p:blipFill>
        <p:spPr>
          <a:xfrm>
            <a:off x="906300" y="3402025"/>
            <a:ext cx="4302575" cy="5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102"/>
          <p:cNvSpPr txBox="1"/>
          <p:nvPr/>
        </p:nvSpPr>
        <p:spPr>
          <a:xfrm>
            <a:off x="922799" y="3889000"/>
            <a:ext cx="713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time each unit is split into 5 parts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÷ 5 = 0.2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the arrow is pointing at 0.8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02"/>
          <p:cNvSpPr txBox="1"/>
          <p:nvPr>
            <p:ph idx="1" type="body"/>
          </p:nvPr>
        </p:nvSpPr>
        <p:spPr>
          <a:xfrm>
            <a:off x="324000" y="2612475"/>
            <a:ext cx="8113800" cy="23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considering the position of a decimal on a number line you must firstly work out the scale being used.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102"/>
          <p:cNvSpPr txBox="1"/>
          <p:nvPr/>
        </p:nvSpPr>
        <p:spPr>
          <a:xfrm>
            <a:off x="171600" y="18984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E.g.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89" name="Google Shape;1689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