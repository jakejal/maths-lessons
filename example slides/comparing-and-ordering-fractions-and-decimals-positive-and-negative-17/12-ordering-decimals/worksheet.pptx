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597828-8BE5-498D-9E07-A7B333765983}">
  <a:tblStyle styleId="{BB597828-8BE5-498D-9E07-A7B3337659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22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Comparing decimals using a place value chart 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69000"/>
            <a:ext cx="66240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which of the following are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Rearrange the letters of the true statements to make a word.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468000" y="244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{BB597828-8BE5-498D-9E07-A7B333765983}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2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      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5.68 &lt; 5.8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     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5.68 &gt; 5.8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 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0.84 &gt; 0.804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0.561 &gt; 0.651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 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1.45 &lt; 1.408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 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0.567 &lt; 0.576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12.31 &gt; 12.231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1.427 &lt; 1.472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     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1.6 &lt; 1.514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12.48 &gt; 12.84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  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13.2 &gt; 13.123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  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3.68 &gt; 3.658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0.972 &gt; 0.927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0.031 &lt; 0.013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11.01 &gt; 11.101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0.071 &gt; 0.0072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29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  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0.36 &lt; 0.237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2.2611 &lt; 2.611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  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3.68 &lt; 3.256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0.0205 &gt; 0.052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66" name="Google Shape;166;p20"/>
          <p:cNvSpPr txBox="1"/>
          <p:nvPr/>
        </p:nvSpPr>
        <p:spPr>
          <a:xfrm>
            <a:off x="468000" y="45520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letters rearrange to make the word inequality.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7" name="Google Shape;167;p20"/>
          <p:cNvCxnSpPr/>
          <p:nvPr/>
        </p:nvCxnSpPr>
        <p:spPr>
          <a:xfrm>
            <a:off x="474757" y="506944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0"/>
          <p:cNvSpPr txBox="1"/>
          <p:nvPr/>
        </p:nvSpPr>
        <p:spPr>
          <a:xfrm>
            <a:off x="468000" y="5224156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Putting decimals on a number line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" name="Google Shape;169;p20"/>
          <p:cNvGrpSpPr/>
          <p:nvPr/>
        </p:nvGrpSpPr>
        <p:grpSpPr>
          <a:xfrm>
            <a:off x="844584" y="6003234"/>
            <a:ext cx="6062080" cy="164430"/>
            <a:chOff x="683270" y="2982982"/>
            <a:chExt cx="4148700" cy="204490"/>
          </a:xfrm>
        </p:grpSpPr>
        <p:cxnSp>
          <p:nvCxnSpPr>
            <p:cNvPr id="170" name="Google Shape;170;p20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20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20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20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20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20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20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20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20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20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20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20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2" name="Google Shape;182;p20"/>
          <p:cNvGrpSpPr/>
          <p:nvPr/>
        </p:nvGrpSpPr>
        <p:grpSpPr>
          <a:xfrm>
            <a:off x="844584" y="6690229"/>
            <a:ext cx="6062080" cy="164430"/>
            <a:chOff x="683270" y="2982982"/>
            <a:chExt cx="4148700" cy="204490"/>
          </a:xfrm>
        </p:grpSpPr>
        <p:cxnSp>
          <p:nvCxnSpPr>
            <p:cNvPr id="183" name="Google Shape;183;p20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20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20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6" name="Google Shape;186;p20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7" name="Google Shape;187;p20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20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" name="Google Shape;189;p20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" name="Google Shape;190;p20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20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20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20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20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5" name="Google Shape;195;p20"/>
          <p:cNvGrpSpPr/>
          <p:nvPr/>
        </p:nvGrpSpPr>
        <p:grpSpPr>
          <a:xfrm>
            <a:off x="844584" y="7887882"/>
            <a:ext cx="6062080" cy="164430"/>
            <a:chOff x="683270" y="2982982"/>
            <a:chExt cx="4148700" cy="204490"/>
          </a:xfrm>
        </p:grpSpPr>
        <p:cxnSp>
          <p:nvCxnSpPr>
            <p:cNvPr id="196" name="Google Shape;196;p20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20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20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20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20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20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20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20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20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20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20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20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8" name="Google Shape;208;p20"/>
          <p:cNvGrpSpPr/>
          <p:nvPr/>
        </p:nvGrpSpPr>
        <p:grpSpPr>
          <a:xfrm>
            <a:off x="844584" y="8431932"/>
            <a:ext cx="6062080" cy="164430"/>
            <a:chOff x="683270" y="2982982"/>
            <a:chExt cx="4148700" cy="204490"/>
          </a:xfrm>
        </p:grpSpPr>
        <p:cxnSp>
          <p:nvCxnSpPr>
            <p:cNvPr id="209" name="Google Shape;209;p20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20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" name="Google Shape;211;p20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2" name="Google Shape;212;p20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20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4" name="Google Shape;214;p20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5" name="Google Shape;215;p20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20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20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20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20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20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1" name="Google Shape;221;p20"/>
          <p:cNvSpPr txBox="1"/>
          <p:nvPr/>
        </p:nvSpPr>
        <p:spPr>
          <a:xfrm>
            <a:off x="797188" y="6167693"/>
            <a:ext cx="1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356103" y="6167693"/>
            <a:ext cx="1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831604" y="6908292"/>
            <a:ext cx="1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3544934" y="6908292"/>
            <a:ext cx="1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795228" y="8052341"/>
            <a:ext cx="15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6242005" y="8052341"/>
            <a:ext cx="29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736315" y="8627238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3449526" y="8627238"/>
            <a:ext cx="29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4641214" y="5687410"/>
            <a:ext cx="142200" cy="258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763327" y="6397040"/>
            <a:ext cx="142200" cy="258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2127312" y="7606685"/>
            <a:ext cx="142200" cy="258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641214" y="8147407"/>
            <a:ext cx="142200" cy="258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3" name="Google Shape;233;p20"/>
          <p:cNvGrpSpPr/>
          <p:nvPr/>
        </p:nvGrpSpPr>
        <p:grpSpPr>
          <a:xfrm>
            <a:off x="844584" y="7260336"/>
            <a:ext cx="6062080" cy="164430"/>
            <a:chOff x="683270" y="2982982"/>
            <a:chExt cx="4148700" cy="204490"/>
          </a:xfrm>
        </p:grpSpPr>
        <p:cxnSp>
          <p:nvCxnSpPr>
            <p:cNvPr id="234" name="Google Shape;234;p20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5" name="Google Shape;235;p20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6" name="Google Shape;236;p20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20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20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20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20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20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20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20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0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20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6" name="Google Shape;246;p20"/>
          <p:cNvSpPr txBox="1"/>
          <p:nvPr/>
        </p:nvSpPr>
        <p:spPr>
          <a:xfrm>
            <a:off x="740747" y="7424796"/>
            <a:ext cx="25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2925842" y="7439953"/>
            <a:ext cx="23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5763327" y="7002478"/>
            <a:ext cx="142200" cy="258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 flipH="1">
            <a:off x="467900" y="5535406"/>
            <a:ext cx="455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number is each arrow pointing to?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476850" y="5561356"/>
            <a:ext cx="322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1" name="Google Shape;25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7" name="Google Shape;257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decimals</a:t>
            </a:r>
            <a:endParaRPr/>
          </a:p>
        </p:txBody>
      </p:sp>
      <p:sp>
        <p:nvSpPr>
          <p:cNvPr id="258" name="Google Shape;258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Ordering decimals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68000" y="1122750"/>
            <a:ext cx="6624000" cy="56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numbers in ascending order.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0.3          0.8          0.2          0.6          0.4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0.12        0.5          0.28        0.31        0.1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0.63        6.03        6.3          0.36        0.063      0.6003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5.75        0.75        0.557      0.505     0.07505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2.341      2.41        1.234       123.4     1.3           1.24</a:t>
            </a:r>
            <a:endParaRPr sz="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