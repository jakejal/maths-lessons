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7.png"/><Relationship Id="rId13" Type="http://schemas.openxmlformats.org/officeDocument/2006/relationships/image" Target="../media/image19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recurring decimals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614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Recognising recurring decimals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43700"/>
            <a:ext cx="6624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correctly notated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recurring decimal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the decimal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75" name="Google Shape;175;p20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32116" l="26188" r="19645" t="29942"/>
          <a:stretch/>
        </p:blipFill>
        <p:spPr>
          <a:xfrm>
            <a:off x="3878004" y="1997104"/>
            <a:ext cx="1143533" cy="36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76" name="Google Shape;176;p2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35028" l="26911" r="21355" t="29942"/>
          <a:stretch/>
        </p:blipFill>
        <p:spPr>
          <a:xfrm>
            <a:off x="3904615" y="3505635"/>
            <a:ext cx="1231060" cy="341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77" name="Google Shape;177;p2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74851" l="20534" r="40976" t="0"/>
          <a:stretch/>
        </p:blipFill>
        <p:spPr>
          <a:xfrm>
            <a:off x="3937277" y="3195203"/>
            <a:ext cx="915991" cy="24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78" name="Google Shape;178;p2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0" l="27323" r="20945" t="64971"/>
          <a:stretch/>
        </p:blipFill>
        <p:spPr>
          <a:xfrm>
            <a:off x="3880130" y="2743910"/>
            <a:ext cx="1231060" cy="341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79" name="Google Shape;179;p20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0" l="26595" r="30018" t="68986"/>
          <a:stretch/>
        </p:blipFill>
        <p:spPr>
          <a:xfrm>
            <a:off x="3889497" y="2390173"/>
            <a:ext cx="915991" cy="302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80" name="Google Shape;180;p20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32116" l="0" r="81550" t="29942"/>
          <a:stretch/>
        </p:blipFill>
        <p:spPr>
          <a:xfrm>
            <a:off x="2453496" y="2755727"/>
            <a:ext cx="389494" cy="36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81" name="Google Shape;181;p2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35028" l="0" r="79465" t="29942"/>
          <a:stretch/>
        </p:blipFill>
        <p:spPr>
          <a:xfrm>
            <a:off x="2453496" y="2358935"/>
            <a:ext cx="488681" cy="341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82" name="Google Shape;182;p2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74851" l="0" r="88085" t="0"/>
          <a:stretch/>
        </p:blipFill>
        <p:spPr>
          <a:xfrm>
            <a:off x="2453496" y="2058422"/>
            <a:ext cx="283531" cy="24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83" name="Google Shape;183;p2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0" l="-1303" r="79464" t="64971"/>
          <a:stretch/>
        </p:blipFill>
        <p:spPr>
          <a:xfrm>
            <a:off x="2424324" y="3145894"/>
            <a:ext cx="519723" cy="341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84" name="Google Shape;184;p20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0" l="0" r="81550" t="68986"/>
          <a:stretch/>
        </p:blipFill>
        <p:spPr>
          <a:xfrm>
            <a:off x="2453496" y="3577693"/>
            <a:ext cx="389494" cy="3022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0"/>
          <p:cNvCxnSpPr>
            <a:stCxn id="182" idx="3"/>
            <a:endCxn id="177" idx="1"/>
          </p:cNvCxnSpPr>
          <p:nvPr/>
        </p:nvCxnSpPr>
        <p:spPr>
          <a:xfrm>
            <a:off x="2737027" y="2180972"/>
            <a:ext cx="1200300" cy="113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0"/>
          <p:cNvCxnSpPr>
            <a:stCxn id="181" idx="3"/>
            <a:endCxn id="176" idx="1"/>
          </p:cNvCxnSpPr>
          <p:nvPr/>
        </p:nvCxnSpPr>
        <p:spPr>
          <a:xfrm>
            <a:off x="2942176" y="2529625"/>
            <a:ext cx="962400" cy="114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0"/>
          <p:cNvCxnSpPr>
            <a:stCxn id="180" idx="3"/>
            <a:endCxn id="174" idx="2"/>
          </p:cNvCxnSpPr>
          <p:nvPr/>
        </p:nvCxnSpPr>
        <p:spPr>
          <a:xfrm flipH="1" rot="10800000">
            <a:off x="2842989" y="2139907"/>
            <a:ext cx="936900" cy="800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0"/>
          <p:cNvCxnSpPr>
            <a:stCxn id="184" idx="3"/>
            <a:endCxn id="179" idx="1"/>
          </p:cNvCxnSpPr>
          <p:nvPr/>
        </p:nvCxnSpPr>
        <p:spPr>
          <a:xfrm flipH="1" rot="10800000">
            <a:off x="2842989" y="2541417"/>
            <a:ext cx="1046400" cy="118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0"/>
          <p:cNvCxnSpPr>
            <a:stCxn id="183" idx="3"/>
            <a:endCxn id="178" idx="1"/>
          </p:cNvCxnSpPr>
          <p:nvPr/>
        </p:nvCxnSpPr>
        <p:spPr>
          <a:xfrm flipH="1" rot="10800000">
            <a:off x="2944046" y="2914584"/>
            <a:ext cx="936000" cy="40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0"/>
          <p:cNvSpPr txBox="1"/>
          <p:nvPr/>
        </p:nvSpPr>
        <p:spPr>
          <a:xfrm>
            <a:off x="468000" y="42302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short division, identify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recurring decimal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following fractions: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9}=0.\dot{9}\\&amp;#10;\frac{5}{9}=0.\dot{5}\\&amp;#10;\frac{1}{24}=0.041\dot{6} \end{array}&quot;&gt;&lt;mtable columnalign=&quot;left&quot; columnspacing=&quot;1em&quot; rowspacing=&quot;4pt&quot;&gt;&lt;mtr&gt;&lt;mtd&gt;&lt;mfrac&gt;&lt;mn&gt;1&lt;/mn&gt;&lt;mn&gt;9&lt;/mn&gt;&lt;/mfrac&gt;&lt;mo&gt;=&lt;/mo&gt;&lt;mn&gt;0.&lt;/mn&gt;&lt;mrow data-mjx-texclass=&quot;ORD&quot;&gt;&lt;mover&gt;&lt;mn&gt;9&lt;/mn&gt;&lt;mo&gt;˙&lt;/mo&gt;&lt;/mover&gt;&lt;/mrow&gt;&lt;/mtd&gt;&lt;/mtr&gt;&lt;mtr&gt;&lt;mtd&gt;&lt;mfrac&gt;&lt;mn&gt;5&lt;/mn&gt;&lt;mn&gt;9&lt;/mn&gt;&lt;/mfrac&gt;&lt;mo&gt;=&lt;/mo&gt;&lt;mn&gt;0.&lt;/mn&gt;&lt;mrow data-mjx-texclass=&quot;ORD&quot;&gt;&lt;mover&gt;&lt;mn&gt;5&lt;/mn&gt;&lt;mo&gt;˙&lt;/mo&gt;&lt;/mover&gt;&lt;/mrow&gt;&lt;/mtd&gt;&lt;/mtr&gt;&lt;mtr&gt;&lt;mtd&gt;&lt;mfrac&gt;&lt;mn&gt;1&lt;/mn&gt;&lt;mn&gt;24&lt;/mn&gt;&lt;/mfrac&gt;&lt;mo&gt;=&lt;/mo&gt;&lt;mn&gt;0.041&lt;/mn&gt;&lt;mrow data-mjx-texclass=&quot;ORD&quot;&gt;&lt;mover&gt;&lt;mn&gt;6&lt;/mn&gt;&lt;mo&gt;˙&lt;/mo&gt;&lt;/mover&gt;&lt;/mrow&gt;&lt;/mtd&gt;&lt;/mtr&gt;&lt;/mtable&gt;&lt;/math&gt;" id="191" name="Google Shape;191;p20" title="3 lines Line 1: one ninth equals the repeating decimal 0 point followed by repeating digit 9 Line 2: five ninths equals the repeating decimal 0 point followed by repeating digit 5 Line 3: 1 over 24 equals the repeating decimal 0.041 followed by repeating digit 6"/>
          <p:cNvPicPr preferRelativeResize="0"/>
          <p:nvPr/>
        </p:nvPicPr>
        <p:blipFill rotWithShape="1">
          <a:blip r:embed="rId5">
            <a:alphaModFix/>
          </a:blip>
          <a:srcRect b="0" l="0" r="81694" t="0"/>
          <a:stretch/>
        </p:blipFill>
        <p:spPr>
          <a:xfrm>
            <a:off x="784050" y="4456771"/>
            <a:ext cx="318041" cy="1727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9}=0.\dot{9}\\&amp;#10;\frac{5}{9}=0.\dot{5}\\&amp;#10;\frac{1}{24}=0.041\dot{6} \end{array}&quot;&gt;&lt;mtable columnalign=&quot;left&quot; columnspacing=&quot;1em&quot; rowspacing=&quot;4pt&quot;&gt;&lt;mtr&gt;&lt;mtd&gt;&lt;mfrac&gt;&lt;mn&gt;1&lt;/mn&gt;&lt;mn&gt;9&lt;/mn&gt;&lt;/mfrac&gt;&lt;mo&gt;=&lt;/mo&gt;&lt;mn&gt;0.&lt;/mn&gt;&lt;mrow data-mjx-texclass=&quot;ORD&quot;&gt;&lt;mover&gt;&lt;mn&gt;9&lt;/mn&gt;&lt;mo&gt;˙&lt;/mo&gt;&lt;/mover&gt;&lt;/mrow&gt;&lt;/mtd&gt;&lt;/mtr&gt;&lt;mtr&gt;&lt;mtd&gt;&lt;mfrac&gt;&lt;mn&gt;5&lt;/mn&gt;&lt;mn&gt;9&lt;/mn&gt;&lt;/mfrac&gt;&lt;mo&gt;=&lt;/mo&gt;&lt;mn&gt;0.&lt;/mn&gt;&lt;mrow data-mjx-texclass=&quot;ORD&quot;&gt;&lt;mover&gt;&lt;mn&gt;5&lt;/mn&gt;&lt;mo&gt;˙&lt;/mo&gt;&lt;/mover&gt;&lt;/mrow&gt;&lt;/mtd&gt;&lt;/mtr&gt;&lt;mtr&gt;&lt;mtd&gt;&lt;mfrac&gt;&lt;mn&gt;1&lt;/mn&gt;&lt;mn&gt;24&lt;/mn&gt;&lt;/mfrac&gt;&lt;mo&gt;=&lt;/mo&gt;&lt;mn&gt;0.041&lt;/mn&gt;&lt;mrow data-mjx-texclass=&quot;ORD&quot;&gt;&lt;mover&gt;&lt;mn&gt;6&lt;/mn&gt;&lt;mo&gt;˙&lt;/mo&gt;&lt;/mover&gt;&lt;/mrow&gt;&lt;/mtd&gt;&lt;/mtr&gt;&lt;/mtable&gt;&lt;/math&gt;" id="192" name="Google Shape;192;p20" title="3 lines Line 1: one ninth equals the repeating decimal 0 point followed by repeating digit 9 Line 2: five ninths equals the repeating decimal 0 point followed by repeating digit 5 Line 3: 1 over 24 equals the repeating decimal 0.041 followed by repeating digit 6"/>
          <p:cNvPicPr preferRelativeResize="0"/>
          <p:nvPr/>
        </p:nvPicPr>
        <p:blipFill rotWithShape="1">
          <a:blip r:embed="rId5">
            <a:alphaModFix/>
          </a:blip>
          <a:srcRect b="41262" l="13602" r="17029" t="34375"/>
          <a:stretch/>
        </p:blipFill>
        <p:spPr>
          <a:xfrm>
            <a:off x="1023348" y="5149106"/>
            <a:ext cx="981079" cy="342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9}=0.\dot{9}\\&amp;#10;\frac{5}{9}=0.\dot{5}\\&amp;#10;\frac{1}{24}=0.041\dot{6} \end{array}&quot;&gt;&lt;mtable columnalign=&quot;left&quot; columnspacing=&quot;1em&quot; rowspacing=&quot;4pt&quot;&gt;&lt;mtr&gt;&lt;mtd&gt;&lt;mfrac&gt;&lt;mn&gt;1&lt;/mn&gt;&lt;mn&gt;9&lt;/mn&gt;&lt;/mfrac&gt;&lt;mo&gt;=&lt;/mo&gt;&lt;mn&gt;0.&lt;/mn&gt;&lt;mrow data-mjx-texclass=&quot;ORD&quot;&gt;&lt;mover&gt;&lt;mn&gt;9&lt;/mn&gt;&lt;mo&gt;˙&lt;/mo&gt;&lt;/mover&gt;&lt;/mrow&gt;&lt;/mtd&gt;&lt;/mtr&gt;&lt;mtr&gt;&lt;mtd&gt;&lt;mfrac&gt;&lt;mn&gt;5&lt;/mn&gt;&lt;mn&gt;9&lt;/mn&gt;&lt;/mfrac&gt;&lt;mo&gt;=&lt;/mo&gt;&lt;mn&gt;0.&lt;/mn&gt;&lt;mrow data-mjx-texclass=&quot;ORD&quot;&gt;&lt;mover&gt;&lt;mn&gt;5&lt;/mn&gt;&lt;mo&gt;˙&lt;/mo&gt;&lt;/mover&gt;&lt;/mrow&gt;&lt;/mtd&gt;&lt;/mtr&gt;&lt;mtr&gt;&lt;mtd&gt;&lt;mfrac&gt;&lt;mn&gt;1&lt;/mn&gt;&lt;mn&gt;24&lt;/mn&gt;&lt;/mfrac&gt;&lt;mo&gt;=&lt;/mo&gt;&lt;mn&gt;0.041&lt;/mn&gt;&lt;mrow data-mjx-texclass=&quot;ORD&quot;&gt;&lt;mover&gt;&lt;mn&gt;6&lt;/mn&gt;&lt;mo&gt;˙&lt;/mo&gt;&lt;/mover&gt;&lt;/mrow&gt;&lt;/mtd&gt;&lt;/mtr&gt;&lt;/mtable&gt;&lt;/math&gt;" id="193" name="Google Shape;193;p20" title="3 lines Line 1: one ninth equals the repeating decimal 0 point followed by repeating digit 9 Line 2: five ninths equals the repeating decimal 0 point followed by repeating digit 5 Line 3: 1 over 24 equals the repeating decimal 0.041 followed by repeating digit 6"/>
          <p:cNvPicPr preferRelativeResize="0"/>
          <p:nvPr/>
        </p:nvPicPr>
        <p:blipFill rotWithShape="1">
          <a:blip r:embed="rId5">
            <a:alphaModFix/>
          </a:blip>
          <a:srcRect b="2499" l="22597" r="-12090" t="73139"/>
          <a:stretch/>
        </p:blipFill>
        <p:spPr>
          <a:xfrm>
            <a:off x="1146304" y="5780870"/>
            <a:ext cx="1265697" cy="34253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468000" y="6596200"/>
            <a:ext cx="66240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Circle the fractions which are equivalent to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recurring decimal.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95" name="Google Shape;195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0" l="0" r="93520" t="0"/>
          <a:stretch/>
        </p:blipFill>
        <p:spPr>
          <a:xfrm>
            <a:off x="1487900" y="7201740"/>
            <a:ext cx="300161" cy="533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96" name="Google Shape;196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0" l="7498" r="83888" t="0"/>
          <a:stretch/>
        </p:blipFill>
        <p:spPr>
          <a:xfrm>
            <a:off x="1685241" y="8150957"/>
            <a:ext cx="367472" cy="533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97" name="Google Shape;197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0" l="20555" r="70831" t="0"/>
          <a:stretch/>
        </p:blipFill>
        <p:spPr>
          <a:xfrm>
            <a:off x="2381657" y="7132828"/>
            <a:ext cx="367472" cy="533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98" name="Google Shape;198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-13622" l="30259" r="59440" t="-8881"/>
          <a:stretch/>
        </p:blipFill>
        <p:spPr>
          <a:xfrm>
            <a:off x="2895673" y="8138309"/>
            <a:ext cx="439478" cy="653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99" name="Google Shape;199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-11245" l="42947" r="46752" t="-11258"/>
          <a:stretch/>
        </p:blipFill>
        <p:spPr>
          <a:xfrm>
            <a:off x="3459661" y="7072809"/>
            <a:ext cx="439478" cy="653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200" name="Google Shape;200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-17518" l="56560" r="33140" t="-4985"/>
          <a:stretch/>
        </p:blipFill>
        <p:spPr>
          <a:xfrm>
            <a:off x="3974164" y="8018270"/>
            <a:ext cx="439478" cy="653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201" name="Google Shape;201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-11258" l="69346" r="20353" t="-11245"/>
          <a:stretch/>
        </p:blipFill>
        <p:spPr>
          <a:xfrm>
            <a:off x="4546141" y="7012789"/>
            <a:ext cx="439478" cy="653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202" name="Google Shape;202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-11258" l="81293" r="8406" t="-11245"/>
          <a:stretch/>
        </p:blipFill>
        <p:spPr>
          <a:xfrm>
            <a:off x="5135637" y="8178295"/>
            <a:ext cx="439478" cy="653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203" name="Google Shape;203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-8881" l="91850" r="-2150" t="-13622"/>
          <a:stretch/>
        </p:blipFill>
        <p:spPr>
          <a:xfrm>
            <a:off x="5632621" y="7201740"/>
            <a:ext cx="439478" cy="653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/>
          <p:nvPr/>
        </p:nvSpPr>
        <p:spPr>
          <a:xfrm>
            <a:off x="2196304" y="6984650"/>
            <a:ext cx="616200" cy="82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1608222" y="8002778"/>
            <a:ext cx="616200" cy="82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885722" y="7930111"/>
            <a:ext cx="616200" cy="82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052647" y="8090136"/>
            <a:ext cx="616200" cy="829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0"/>
          <p:cNvSpPr txBox="1"/>
          <p:nvPr/>
        </p:nvSpPr>
        <p:spPr>
          <a:xfrm>
            <a:off x="4788950" y="2466000"/>
            <a:ext cx="283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3 lines Line 1: one ninth equals the repeating decimal 0 point followed by repeating digit 1 Line 2: five ninths equals the repeating decimal 0 point followed by repeating digit 5 Line 3: 1 over 24 equals the repeating decimal 0.041 followed by repeating digit 6&#10;&#10;&lt;math xmlns=&quot;http://www.w3.org/1998/Math/MathML&quot; display=&quot;block&quot; data-is-equatio=&quot;1&quot; data-latex=&quot;\begin{array}{l}\frac{1}{9}=0.\dot{1}\\&amp;#13;&amp;#10;\frac{5}{9}=0.\dot{5}\\&amp;#13;&amp;#10;\frac{1}{24}=0.041\dot{6}\end{array}&quot;&gt;&lt;mtable columnalign=&quot;left&quot; columnspacing=&quot;1em&quot; rowspacing=&quot;4pt&quot;&gt;&lt;mtr&gt;&lt;mtd&gt;&lt;mfrac&gt;&lt;mn&gt;1&lt;/mn&gt;&lt;mn&gt;9&lt;/mn&gt;&lt;/mfrac&gt;&lt;mo&gt;=&lt;/mo&gt;&lt;mn&gt;0.&lt;/mn&gt;&lt;mrow data-mjx-texclass=&quot;ORD&quot;&gt;&lt;mover&gt;&lt;mn&gt;1&lt;/mn&gt;&lt;mo&gt;˙&lt;/mo&gt;&lt;/mover&gt;&lt;/mrow&gt;&lt;/mtd&gt;&lt;/mtr&gt;&lt;mtr&gt;&lt;mtd&gt;&lt;mfrac&gt;&lt;mn&gt;5&lt;/mn&gt;&lt;mn&gt;9&lt;/mn&gt;&lt;/mfrac&gt;&lt;mo&gt;=&lt;/mo&gt;&lt;mn&gt;0.&lt;/mn&gt;&lt;mrow data-mjx-texclass=&quot;ORD&quot;&gt;&lt;mover&gt;&lt;mn&gt;5&lt;/mn&gt;&lt;mo&gt;˙&lt;/mo&gt;&lt;/mover&gt;&lt;/mrow&gt;&lt;/mtd&gt;&lt;/mtr&gt;&lt;mtr&gt;&lt;mtd&gt;&lt;mfrac&gt;&lt;mn&gt;1&lt;/mn&gt;&lt;mn&gt;24&lt;/mn&gt;&lt;/mfrac&gt;&lt;mo&gt;=&lt;/mo&gt;&lt;mn&gt;0.041&lt;/mn&gt;&lt;mrow data-mjx-texclass=&quot;ORD&quot;&gt;&lt;mover&gt;&lt;mn&gt;6&lt;/mn&gt;&lt;mo&gt;˙&lt;/mo&gt;&lt;/mover&gt;&lt;/mrow&gt;&lt;/mtd&gt;&lt;/mtr&gt;&lt;/mtable&gt;&lt;/math&gt;" id="210" name="Google Shape;210;p20"/>
          <p:cNvPicPr preferRelativeResize="0"/>
          <p:nvPr/>
        </p:nvPicPr>
        <p:blipFill rotWithShape="1">
          <a:blip r:embed="rId7">
            <a:alphaModFix/>
          </a:blip>
          <a:srcRect b="75219" l="14690" r="14648" t="0"/>
          <a:stretch/>
        </p:blipFill>
        <p:spPr>
          <a:xfrm>
            <a:off x="1039027" y="4530964"/>
            <a:ext cx="981075" cy="342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6" name="Google Shape;216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recurring decimals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2211813" y="1504808"/>
            <a:ext cx="2044500" cy="71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239392" y="3316888"/>
            <a:ext cx="2044500" cy="71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239392" y="2432905"/>
            <a:ext cx="2044500" cy="71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8000" y="2406017"/>
            <a:ext cx="840300" cy="71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68000" y="1462200"/>
            <a:ext cx="840300" cy="71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224" name="Google Shape;224;p21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67017" l="0" r="86379" t="0"/>
          <a:stretch/>
        </p:blipFill>
        <p:spPr>
          <a:xfrm>
            <a:off x="702604" y="1548902"/>
            <a:ext cx="428187" cy="622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225" name="Google Shape;225;p21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33507" l="-2206" r="88585" t="33510"/>
          <a:stretch/>
        </p:blipFill>
        <p:spPr>
          <a:xfrm>
            <a:off x="661675" y="2424447"/>
            <a:ext cx="428187" cy="622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226" name="Google Shape;226;p21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69165" l="16854" r="10402" t="-2147"/>
          <a:stretch/>
        </p:blipFill>
        <p:spPr>
          <a:xfrm>
            <a:off x="2682647" y="3466037"/>
            <a:ext cx="1515186" cy="412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227" name="Google Shape;227;p21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0" l="9578" r="23108" t="67018"/>
          <a:stretch/>
        </p:blipFill>
        <p:spPr>
          <a:xfrm>
            <a:off x="2560562" y="2582044"/>
            <a:ext cx="1402102" cy="412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55}{113}&quot;&gt;&lt;mfrac&gt;&lt;mn&gt;355&lt;/mn&gt;&lt;mn&gt;113&lt;/mn&gt;&lt;/mfrac&gt;&lt;/math&gt;" id="228" name="Google Shape;228;p21" title="355 over 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731" y="3361003"/>
            <a:ext cx="488780" cy="6225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/>
          <p:nvPr/>
        </p:nvSpPr>
        <p:spPr>
          <a:xfrm>
            <a:off x="468000" y="3286914"/>
            <a:ext cx="840300" cy="7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" name="Google Shape;230;p21"/>
          <p:cNvCxnSpPr>
            <a:stCxn id="223" idx="3"/>
            <a:endCxn id="220" idx="1"/>
          </p:cNvCxnSpPr>
          <p:nvPr/>
        </p:nvCxnSpPr>
        <p:spPr>
          <a:xfrm>
            <a:off x="1308300" y="1817550"/>
            <a:ext cx="931200" cy="1854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1"/>
          <p:cNvCxnSpPr/>
          <p:nvPr/>
        </p:nvCxnSpPr>
        <p:spPr>
          <a:xfrm flipH="1" rot="10800000">
            <a:off x="4283834" y="1934200"/>
            <a:ext cx="657900" cy="1723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1"/>
          <p:cNvCxnSpPr>
            <a:stCxn id="222" idx="3"/>
            <a:endCxn id="219" idx="1"/>
          </p:cNvCxnSpPr>
          <p:nvPr/>
        </p:nvCxnSpPr>
        <p:spPr>
          <a:xfrm flipH="1" rot="10800000">
            <a:off x="1308300" y="1860167"/>
            <a:ext cx="903600" cy="901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1"/>
          <p:cNvCxnSpPr>
            <a:stCxn id="219" idx="3"/>
          </p:cNvCxnSpPr>
          <p:nvPr/>
        </p:nvCxnSpPr>
        <p:spPr>
          <a:xfrm>
            <a:off x="4256313" y="1860158"/>
            <a:ext cx="685500" cy="1298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1"/>
          <p:cNvCxnSpPr>
            <a:endCxn id="221" idx="1"/>
          </p:cNvCxnSpPr>
          <p:nvPr/>
        </p:nvCxnSpPr>
        <p:spPr>
          <a:xfrm flipH="1" rot="10800000">
            <a:off x="1308192" y="2788255"/>
            <a:ext cx="931200" cy="971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1"/>
          <p:cNvCxnSpPr/>
          <p:nvPr/>
        </p:nvCxnSpPr>
        <p:spPr>
          <a:xfrm>
            <a:off x="4297706" y="2718708"/>
            <a:ext cx="644100" cy="440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21"/>
          <p:cNvSpPr txBox="1"/>
          <p:nvPr/>
        </p:nvSpPr>
        <p:spPr>
          <a:xfrm>
            <a:off x="468000" y="720000"/>
            <a:ext cx="66240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 calculator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9}{64}\ \ \ 0.921875\\&amp;#13;&amp;#10;\frac{17}{53}\ \ 0.320754717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320754717&lt;/mn&gt;&lt;/mtd&gt;&lt;/mtr&gt;&lt;mtr&gt;&lt;mtd&gt;&lt;mfrac&gt;&lt;mn&gt;1&lt;/mn&gt;&lt;mn&gt;7&lt;/mn&gt;&lt;/mfrac&gt;&lt;mtext&gt;&lt;/mtext&gt;&lt;mtext&gt;&lt;/mtext&gt;&lt;mn&gt;3.14159292&lt;/mn&gt;&lt;/mtd&gt;&lt;/mtr&gt;&lt;/mtable&gt;&lt;/math&gt;" id="237" name="Google Shape;237;p21" title="3 lines Line 1: 59 over 64 0.921875 Line 2: 17 over 53 0.320754717 Line 3: one seventh 3.14159292"/>
          <p:cNvPicPr preferRelativeResize="0"/>
          <p:nvPr/>
        </p:nvPicPr>
        <p:blipFill rotWithShape="1">
          <a:blip r:embed="rId5">
            <a:alphaModFix/>
          </a:blip>
          <a:srcRect b="35615" l="16534" r="0" t="30046"/>
          <a:stretch/>
        </p:blipFill>
        <p:spPr>
          <a:xfrm>
            <a:off x="2262100" y="1576337"/>
            <a:ext cx="1616628" cy="49003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/>
          <p:nvPr/>
        </p:nvSpPr>
        <p:spPr>
          <a:xfrm>
            <a:off x="4941781" y="1462200"/>
            <a:ext cx="2150100" cy="943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4941781" y="2543895"/>
            <a:ext cx="2150100" cy="998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038234" y="1575120"/>
            <a:ext cx="19455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994491" y="2659746"/>
            <a:ext cx="20445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Non-terminating decimal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68000" y="996025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a calculator, match the fraction to the equivalent decimal to the correct statement.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68000" y="4365925"/>
            <a:ext cx="66240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correctly notated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recurring decimal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the decimal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244" name="Google Shape;244;p21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6">
            <a:alphaModFix/>
          </a:blip>
          <a:srcRect b="38957" l="0" r="81610" t="27851"/>
          <a:stretch/>
        </p:blipFill>
        <p:spPr>
          <a:xfrm>
            <a:off x="1937715" y="4621031"/>
            <a:ext cx="540499" cy="4503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245" name="Google Shape;245;p21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7">
            <a:alphaModFix/>
          </a:blip>
          <a:srcRect b="70375" l="0" r="88536" t="0"/>
          <a:stretch/>
        </p:blipFill>
        <p:spPr>
          <a:xfrm>
            <a:off x="3835102" y="4736051"/>
            <a:ext cx="379800" cy="401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246" name="Google Shape;246;p21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6">
            <a:alphaModFix/>
          </a:blip>
          <a:srcRect b="73637" l="0" r="85755" t="0"/>
          <a:stretch/>
        </p:blipFill>
        <p:spPr>
          <a:xfrm>
            <a:off x="1127402" y="4736051"/>
            <a:ext cx="418666" cy="357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247" name="Google Shape;247;p21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7">
            <a:alphaModFix/>
          </a:blip>
          <a:srcRect b="34556" l="0" r="78975" t="27849"/>
          <a:stretch/>
        </p:blipFill>
        <p:spPr>
          <a:xfrm>
            <a:off x="4706296" y="4629154"/>
            <a:ext cx="696572" cy="510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248" name="Google Shape;248;p21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6">
            <a:alphaModFix/>
          </a:blip>
          <a:srcRect b="-4786" l="76553" r="8524" t="63773"/>
          <a:stretch/>
        </p:blipFill>
        <p:spPr>
          <a:xfrm>
            <a:off x="4783276" y="5624359"/>
            <a:ext cx="438585" cy="556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249" name="Google Shape;249;p21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7">
            <a:alphaModFix/>
          </a:blip>
          <a:srcRect b="70375" l="66356" r="25434" t="0"/>
          <a:stretch/>
        </p:blipFill>
        <p:spPr>
          <a:xfrm>
            <a:off x="5958005" y="5724757"/>
            <a:ext cx="272005" cy="401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250" name="Google Shape;250;p21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6">
            <a:alphaModFix/>
          </a:blip>
          <a:srcRect b="70375" l="73151" r="15033" t="0"/>
          <a:stretch/>
        </p:blipFill>
        <p:spPr>
          <a:xfrm>
            <a:off x="3878018" y="5724750"/>
            <a:ext cx="347286" cy="401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251" name="Google Shape;251;p21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7">
            <a:alphaModFix/>
          </a:blip>
          <a:srcRect b="0" l="88791" r="-2029" t="70375"/>
          <a:stretch/>
        </p:blipFill>
        <p:spPr>
          <a:xfrm>
            <a:off x="1083625" y="5753267"/>
            <a:ext cx="438585" cy="401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252" name="Google Shape;252;p21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6">
            <a:alphaModFix/>
          </a:blip>
          <a:srcRect b="29491" l="88989" r="-3911" t="29495"/>
          <a:stretch/>
        </p:blipFill>
        <p:spPr>
          <a:xfrm>
            <a:off x="3050837" y="5659761"/>
            <a:ext cx="438585" cy="556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253" name="Google Shape;253;p21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6">
            <a:alphaModFix/>
          </a:blip>
          <a:srcRect b="3395" l="0" r="81610" t="63412"/>
          <a:stretch/>
        </p:blipFill>
        <p:spPr>
          <a:xfrm>
            <a:off x="2856529" y="4612908"/>
            <a:ext cx="540499" cy="4503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254" name="Google Shape;254;p21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7">
            <a:alphaModFix/>
          </a:blip>
          <a:srcRect b="214" l="0" r="78975" t="62191"/>
          <a:stretch/>
        </p:blipFill>
        <p:spPr>
          <a:xfrm>
            <a:off x="5779802" y="4596663"/>
            <a:ext cx="696572" cy="510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255" name="Google Shape;255;p21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7">
            <a:alphaModFix/>
          </a:blip>
          <a:srcRect b="31136" l="88791" r="-2029" t="27851"/>
          <a:stretch/>
        </p:blipFill>
        <p:spPr>
          <a:xfrm>
            <a:off x="2085513" y="5623114"/>
            <a:ext cx="438585" cy="5564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21"/>
          <p:cNvCxnSpPr>
            <a:stCxn id="246" idx="2"/>
          </p:cNvCxnSpPr>
          <p:nvPr/>
        </p:nvCxnSpPr>
        <p:spPr>
          <a:xfrm>
            <a:off x="1336734" y="5093758"/>
            <a:ext cx="2522400" cy="59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1"/>
          <p:cNvCxnSpPr>
            <a:endCxn id="252" idx="0"/>
          </p:cNvCxnSpPr>
          <p:nvPr/>
        </p:nvCxnSpPr>
        <p:spPr>
          <a:xfrm>
            <a:off x="2260930" y="5097561"/>
            <a:ext cx="1009200" cy="56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1"/>
          <p:cNvCxnSpPr/>
          <p:nvPr/>
        </p:nvCxnSpPr>
        <p:spPr>
          <a:xfrm>
            <a:off x="3110678" y="5080380"/>
            <a:ext cx="1666500" cy="65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1"/>
          <p:cNvCxnSpPr/>
          <p:nvPr/>
        </p:nvCxnSpPr>
        <p:spPr>
          <a:xfrm>
            <a:off x="4169370" y="5050599"/>
            <a:ext cx="1666500" cy="65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1"/>
          <p:cNvCxnSpPr>
            <a:stCxn id="247" idx="2"/>
            <a:endCxn id="255" idx="0"/>
          </p:cNvCxnSpPr>
          <p:nvPr/>
        </p:nvCxnSpPr>
        <p:spPr>
          <a:xfrm flipH="1">
            <a:off x="2304782" y="5139252"/>
            <a:ext cx="2749800" cy="483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1"/>
          <p:cNvCxnSpPr>
            <a:stCxn id="254" idx="2"/>
          </p:cNvCxnSpPr>
          <p:nvPr/>
        </p:nvCxnSpPr>
        <p:spPr>
          <a:xfrm flipH="1">
            <a:off x="1336789" y="5106760"/>
            <a:ext cx="4791300" cy="58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21"/>
          <p:cNvSpPr txBox="1"/>
          <p:nvPr/>
        </p:nvSpPr>
        <p:spPr>
          <a:xfrm>
            <a:off x="468000" y="6410750"/>
            <a:ext cx="66240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the following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recurring decimals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as a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853}{1125}&quot;&gt;&lt;mfrac&gt;&lt;mn&gt;3853&lt;/mn&gt;&lt;mn&gt;1125&lt;/mn&gt;&lt;/mfrac&gt;&lt;/math&gt;" id="263" name="Google Shape;263;p21" title="3853 over 11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60371" y="7713578"/>
            <a:ext cx="457379" cy="447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21}{9000}&quot;&gt;&lt;mfrac&gt;&lt;mn&gt;1121&lt;/mn&gt;&lt;mn&gt;9000&lt;/mn&gt;&lt;/mfrac&gt;&lt;/math&gt;" id="264" name="Google Shape;264;p21" title="1121 over 9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60371" y="6916125"/>
            <a:ext cx="457379" cy="444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83}{90}&quot;&gt;&lt;mfrac&gt;&lt;mn&gt;283&lt;/mn&gt;&lt;mn&gt;90&lt;/mn&gt;&lt;/mfrac&gt;&lt;/math&gt;" id="265" name="Google Shape;265;p21" title="283 over 9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13486" y="8377869"/>
            <a:ext cx="351140" cy="4472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124\dot5&quot;&gt;&lt;mn&gt;0.124&lt;/mn&gt;&lt;mrow data-mjx-texclass=&quot;ORD&quot;&gt;&lt;mover&gt;&lt;mn&gt;5&lt;/mn&gt;&lt;mo&gt;˙&lt;/mo&gt;&lt;/mover&gt;&lt;/mrow&gt;&lt;/math&gt;" id="266" name="Google Shape;266;p21" title="the repeating decimal 0.124 followed by repeating digit 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1125" y="7023668"/>
            <a:ext cx="664073" cy="229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424\dot8&quot;&gt;&lt;mn&gt;3.424&lt;/mn&gt;&lt;mrow data-mjx-texclass=&quot;ORD&quot;&gt;&lt;mover&gt;&lt;mn&gt;8&lt;/mn&gt;&lt;mo&gt;˙&lt;/mo&gt;&lt;/mover&gt;&lt;/mrow&gt;&lt;/math&gt;" id="267" name="Google Shape;267;p21" title="the repeating decimal 3.424 followed by repeating digit 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01125" y="7702708"/>
            <a:ext cx="664067" cy="225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1\dot4&quot;&gt;&lt;mn&gt;3.1&lt;/mn&gt;&lt;mrow data-mjx-texclass=&quot;ORD&quot;&gt;&lt;mover&gt;&lt;mn&gt;4&lt;/mn&gt;&lt;mo&gt;˙&lt;/mo&gt;&lt;/mover&gt;&lt;/mrow&gt;&lt;/math&gt;" id="268" name="Google Shape;268;p21" title="the repeating decimal 3.1 followed by repeating digit 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01125" y="8377865"/>
            <a:ext cx="427182" cy="22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