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61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Recognising recurring decimals  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743700"/>
            <a:ext cx="662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the correctly notated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with the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65" name="Google Shape;165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26188" r="19645" t="29942"/>
          <a:stretch/>
        </p:blipFill>
        <p:spPr>
          <a:xfrm>
            <a:off x="3878004" y="1997104"/>
            <a:ext cx="1143533" cy="36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66" name="Google Shape;166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26911" r="21355" t="29942"/>
          <a:stretch/>
        </p:blipFill>
        <p:spPr>
          <a:xfrm>
            <a:off x="3904615" y="3505635"/>
            <a:ext cx="1231060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67" name="Google Shape;167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20534" r="40976" t="0"/>
          <a:stretch/>
        </p:blipFill>
        <p:spPr>
          <a:xfrm>
            <a:off x="3937277" y="3195203"/>
            <a:ext cx="915991" cy="24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68" name="Google Shape;168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27323" r="20945" t="64971"/>
          <a:stretch/>
        </p:blipFill>
        <p:spPr>
          <a:xfrm>
            <a:off x="3880130" y="2743910"/>
            <a:ext cx="1231060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69" name="Google Shape;169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26595" r="30018" t="68986"/>
          <a:stretch/>
        </p:blipFill>
        <p:spPr>
          <a:xfrm>
            <a:off x="3889497" y="2390173"/>
            <a:ext cx="915991" cy="3022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70" name="Google Shape;170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32116" l="0" r="81550" t="29942"/>
          <a:stretch/>
        </p:blipFill>
        <p:spPr>
          <a:xfrm>
            <a:off x="2453496" y="2755727"/>
            <a:ext cx="389494" cy="36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1" name="Google Shape;171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35028" l="0" r="79465" t="29942"/>
          <a:stretch/>
        </p:blipFill>
        <p:spPr>
          <a:xfrm>
            <a:off x="2453496" y="2358935"/>
            <a:ext cx="488681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2" name="Google Shape;172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74851" l="0" r="88085" t="0"/>
          <a:stretch/>
        </p:blipFill>
        <p:spPr>
          <a:xfrm>
            <a:off x="2453496" y="2058422"/>
            <a:ext cx="283531" cy="245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173" name="Google Shape;173;p20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4">
            <a:alphaModFix/>
          </a:blip>
          <a:srcRect b="0" l="-1303" r="79464" t="64971"/>
          <a:stretch/>
        </p:blipFill>
        <p:spPr>
          <a:xfrm>
            <a:off x="2424324" y="3145894"/>
            <a:ext cx="519723" cy="341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174" name="Google Shape;174;p20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3">
            <a:alphaModFix/>
          </a:blip>
          <a:srcRect b="0" l="0" r="81550" t="68986"/>
          <a:stretch/>
        </p:blipFill>
        <p:spPr>
          <a:xfrm>
            <a:off x="2453496" y="3577693"/>
            <a:ext cx="389494" cy="3022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423025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Using short division, identify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the following fractions: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1}{9}=0.\dot{9}\\&amp;#10;\frac{5}{9}=0.\dot{5}\\&amp;#10;\frac{1}{24}=0.041\dot{6} \end{array}&quot;&gt;&lt;mtable columnalign=&quot;left&quot; columnspacing=&quot;1em&quot; rowspacing=&quot;4pt&quot;&gt;&lt;mtr&gt;&lt;mtd&gt;&lt;mfrac&gt;&lt;mn&gt;1&lt;/mn&gt;&lt;mn&gt;9&lt;/mn&gt;&lt;/mfrac&gt;&lt;mo&gt;=&lt;/mo&gt;&lt;mn&gt;0.&lt;/mn&gt;&lt;mrow data-mjx-texclass=&quot;ORD&quot;&gt;&lt;mover&gt;&lt;mn&gt;9&lt;/mn&gt;&lt;mo&gt;˙&lt;/mo&gt;&lt;/mover&gt;&lt;/mrow&gt;&lt;/mtd&gt;&lt;/mtr&gt;&lt;mtr&gt;&lt;mtd&gt;&lt;mfrac&gt;&lt;mn&gt;5&lt;/mn&gt;&lt;mn&gt;9&lt;/mn&gt;&lt;/mfrac&gt;&lt;mo&gt;=&lt;/mo&gt;&lt;mn&gt;0.&lt;/mn&gt;&lt;mrow data-mjx-texclass=&quot;ORD&quot;&gt;&lt;mover&gt;&lt;mn&gt;5&lt;/mn&gt;&lt;mo&gt;˙&lt;/mo&gt;&lt;/mover&gt;&lt;/mrow&gt;&lt;/mtd&gt;&lt;/mtr&gt;&lt;mtr&gt;&lt;mtd&gt;&lt;mfrac&gt;&lt;mn&gt;1&lt;/mn&gt;&lt;mn&gt;24&lt;/mn&gt;&lt;/mfrac&gt;&lt;mo&gt;=&lt;/mo&gt;&lt;mn&gt;0.041&lt;/mn&gt;&lt;mrow data-mjx-texclass=&quot;ORD&quot;&gt;&lt;mover&gt;&lt;mn&gt;6&lt;/mn&gt;&lt;mo&gt;˙&lt;/mo&gt;&lt;/mover&gt;&lt;/mrow&gt;&lt;/mtd&gt;&lt;/mtr&gt;&lt;/mtable&gt;&lt;/math&gt;" id="176" name="Google Shape;176;p20" title="3 lines Line 1: one ninth equals the repeating decimal 0 point followed by repeating digit 9 Line 2: five ninths equals the repeating decimal 0 point followed by repeating digit 5 Line 3: 1 over 24 equals the repeating decimal 0.041 followed by repeating digit 6"/>
          <p:cNvPicPr preferRelativeResize="0"/>
          <p:nvPr/>
        </p:nvPicPr>
        <p:blipFill rotWithShape="1">
          <a:blip r:embed="rId5">
            <a:alphaModFix/>
          </a:blip>
          <a:srcRect b="0" l="0" r="81694" t="0"/>
          <a:stretch/>
        </p:blipFill>
        <p:spPr>
          <a:xfrm>
            <a:off x="784050" y="4456771"/>
            <a:ext cx="318041" cy="172721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6596200"/>
            <a:ext cx="6624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Circle the fractions which are equivalent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decimal.</a:t>
            </a:r>
            <a:endParaRPr b="1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78" name="Google Shape;178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0" r="93520" t="0"/>
          <a:stretch/>
        </p:blipFill>
        <p:spPr>
          <a:xfrm>
            <a:off x="1487900" y="7201740"/>
            <a:ext cx="300161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79" name="Google Shape;179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7498" r="83888" t="0"/>
          <a:stretch/>
        </p:blipFill>
        <p:spPr>
          <a:xfrm>
            <a:off x="1685241" y="8150957"/>
            <a:ext cx="367472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0" name="Google Shape;180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0" l="20555" r="70831" t="0"/>
          <a:stretch/>
        </p:blipFill>
        <p:spPr>
          <a:xfrm>
            <a:off x="2381657" y="7132828"/>
            <a:ext cx="367472" cy="5334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1" name="Google Shape;181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3622" l="30259" r="59440" t="-8881"/>
          <a:stretch/>
        </p:blipFill>
        <p:spPr>
          <a:xfrm>
            <a:off x="2895673" y="813830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2" name="Google Shape;182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45" l="42947" r="46752" t="-11258"/>
          <a:stretch/>
        </p:blipFill>
        <p:spPr>
          <a:xfrm>
            <a:off x="3459661" y="707280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3" name="Google Shape;183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7518" l="56560" r="33140" t="-4985"/>
          <a:stretch/>
        </p:blipFill>
        <p:spPr>
          <a:xfrm>
            <a:off x="3974164" y="8018270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4" name="Google Shape;184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58" l="69346" r="20353" t="-11245"/>
          <a:stretch/>
        </p:blipFill>
        <p:spPr>
          <a:xfrm>
            <a:off x="4546141" y="7012789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5" name="Google Shape;185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11258" l="81293" r="8406" t="-11245"/>
          <a:stretch/>
        </p:blipFill>
        <p:spPr>
          <a:xfrm>
            <a:off x="5135637" y="8178295"/>
            <a:ext cx="439478" cy="6534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 \ \ \ \frac{7}{6}\ \ \ \ \ \frac{6}{7}\ \ \ \ \frac{9}{12}\ \ \ \ \frac{12}{5}\ \ \ \ \ \frac{5}{12}\ \ \ \frac{3}{60}\ \ \ \ \frac{4}{11}\ \ \frac{11}{4}&quot;&gt;&lt;mfrac&gt;&lt;mn&gt;3&lt;/mn&gt;&lt;mn&gt;5&lt;/mn&gt;&lt;/mfrac&gt;&lt;mtext&gt;&lt;/mtext&gt;&lt;mtext&gt;&lt;/mtext&gt;&lt;mtext&gt;&lt;/mtext&gt;&lt;mtext&gt;&lt;/mtext&gt;&lt;mfrac&gt;&lt;mn&gt;7&lt;/mn&gt;&lt;mn&gt;6&lt;/mn&gt;&lt;/mfrac&gt;&lt;mtext&gt;&lt;/mtext&gt;&lt;mtext&gt;&lt;/mtext&gt;&lt;mtext&gt;&lt;/mtext&gt;&lt;mtext&gt;&lt;/mtext&gt;&lt;mtext&gt;&lt;/mtext&gt;&lt;mfrac&gt;&lt;mn&gt;6&lt;/mn&gt;&lt;mn&gt;7&lt;/mn&gt;&lt;/mfrac&gt;&lt;mtext&gt;&lt;/mtext&gt;&lt;mtext&gt;&lt;/mtext&gt;&lt;mtext&gt;&lt;/mtext&gt;&lt;mtext&gt;&lt;/mtext&gt;&lt;mfrac&gt;&lt;mn&gt;9&lt;/mn&gt;&lt;mn&gt;12&lt;/mn&gt;&lt;/mfrac&gt;&lt;mtext&gt;&lt;/mtext&gt;&lt;mtext&gt;&lt;/mtext&gt;&lt;mtext&gt;&lt;/mtext&gt;&lt;mtext&gt;&lt;/mtext&gt;&lt;mfrac&gt;&lt;mn&gt;12&lt;/mn&gt;&lt;mn&gt;5&lt;/mn&gt;&lt;/mfrac&gt;&lt;mtext&gt;&lt;/mtext&gt;&lt;mtext&gt;&lt;/mtext&gt;&lt;mtext&gt;&lt;/mtext&gt;&lt;mtext&gt;&lt;/mtext&gt;&lt;mtext&gt;&lt;/mtext&gt;&lt;mfrac&gt;&lt;mn&gt;5&lt;/mn&gt;&lt;mn&gt;12&lt;/mn&gt;&lt;/mfrac&gt;&lt;mtext&gt;&lt;/mtext&gt;&lt;mtext&gt;&lt;/mtext&gt;&lt;mtext&gt;&lt;/mtext&gt;&lt;mfrac&gt;&lt;mn&gt;3&lt;/mn&gt;&lt;mn&gt;60&lt;/mn&gt;&lt;/mfrac&gt;&lt;mtext&gt;&lt;/mtext&gt;&lt;mtext&gt;&lt;/mtext&gt;&lt;mtext&gt;&lt;/mtext&gt;&lt;mtext&gt;&lt;/mtext&gt;&lt;mfrac&gt;&lt;mn&gt;4&lt;/mn&gt;&lt;mn&gt;11&lt;/mn&gt;&lt;/mfrac&gt;&lt;mtext&gt;&lt;/mtext&gt;&lt;mtext&gt;&lt;/mtext&gt;&lt;mfrac&gt;&lt;mn&gt;11&lt;/mn&gt;&lt;mn&gt;4&lt;/mn&gt;&lt;/mfrac&gt;&lt;/math&gt;" id="186" name="Google Shape;186;p20" title="three fifths seven sixths six sevenths 9 over 12 twelve fifths 5 over 12 3 over 60 4 over 11 eleven fourths"/>
          <p:cNvPicPr preferRelativeResize="0"/>
          <p:nvPr/>
        </p:nvPicPr>
        <p:blipFill rotWithShape="1">
          <a:blip r:embed="rId6">
            <a:alphaModFix/>
          </a:blip>
          <a:srcRect b="-8881" l="91850" r="-2150" t="-13622"/>
          <a:stretch/>
        </p:blipFill>
        <p:spPr>
          <a:xfrm>
            <a:off x="5632621" y="7201740"/>
            <a:ext cx="439478" cy="653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/>
        </p:nvSpPr>
        <p:spPr>
          <a:xfrm>
            <a:off x="4788950" y="2448000"/>
            <a:ext cx="2835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…</a:t>
            </a:r>
            <a:endParaRPr b="1"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Converting fractions to recurring decimals</a:t>
            </a:r>
            <a:endParaRPr/>
          </a:p>
        </p:txBody>
      </p:sp>
      <p:sp>
        <p:nvSpPr>
          <p:cNvPr id="195" name="Google Shape;19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211813" y="1504808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2239392" y="3316888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239392" y="2432905"/>
            <a:ext cx="20445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68000" y="2406017"/>
            <a:ext cx="8403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68000" y="1462200"/>
            <a:ext cx="840300" cy="7107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02" name="Google Shape;202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7017" l="0" r="86379" t="0"/>
          <a:stretch/>
        </p:blipFill>
        <p:spPr>
          <a:xfrm>
            <a:off x="702604" y="1548902"/>
            <a:ext cx="428187" cy="622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03" name="Google Shape;203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33507" l="-2206" r="88585" t="33510"/>
          <a:stretch/>
        </p:blipFill>
        <p:spPr>
          <a:xfrm>
            <a:off x="661675" y="2424447"/>
            <a:ext cx="428187" cy="622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04" name="Google Shape;204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69165" l="16854" r="10402" t="-2147"/>
          <a:stretch/>
        </p:blipFill>
        <p:spPr>
          <a:xfrm>
            <a:off x="2682647" y="3466037"/>
            <a:ext cx="1515186" cy="41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9}{64}\ \ \ 0.921875\\&amp;#13;&amp;#10;\frac{17}{53}\ \ 0.515151515152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515151515152&lt;/mn&gt;&lt;/mtd&gt;&lt;/mtr&gt;&lt;mtr&gt;&lt;mtd&gt;&lt;mfrac&gt;&lt;mn&gt;1&lt;/mn&gt;&lt;mn&gt;7&lt;/mn&gt;&lt;/mfrac&gt;&lt;mtext&gt;&lt;/mtext&gt;&lt;mtext&gt;&lt;/mtext&gt;&lt;mn&gt;3.14159292&lt;/mn&gt;&lt;/mtd&gt;&lt;/mtr&gt;&lt;/mtable&gt;&lt;/math&gt;" id="205" name="Google Shape;205;p21" title="3 lines Line 1: 59 over 64 0.921875 Line 2: 17 over 53 0.515151515152 Line 3: one seventh 3.14159292"/>
          <p:cNvPicPr preferRelativeResize="0"/>
          <p:nvPr/>
        </p:nvPicPr>
        <p:blipFill rotWithShape="1">
          <a:blip r:embed="rId3">
            <a:alphaModFix/>
          </a:blip>
          <a:srcRect b="0" l="9578" r="23108" t="67018"/>
          <a:stretch/>
        </p:blipFill>
        <p:spPr>
          <a:xfrm>
            <a:off x="2560562" y="2582044"/>
            <a:ext cx="1402102" cy="4124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55}{113}&quot;&gt;&lt;mfrac&gt;&lt;mn&gt;355&lt;/mn&gt;&lt;mn&gt;113&lt;/mn&gt;&lt;/mfrac&gt;&lt;/math&gt;" id="206" name="Google Shape;206;p21" title="355 over 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731" y="3361003"/>
            <a:ext cx="488780" cy="62250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468000" y="3286914"/>
            <a:ext cx="840300" cy="784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68000" y="720000"/>
            <a:ext cx="66240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a calculator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59}{64}\ \ \ 0.921875\\&amp;#13;&amp;#10;\frac{17}{53}\ \ 0.320754717\\&amp;#13;&amp;#10;\frac{1}{7}\ \ 3.14159292\end{array}&quot;&gt;&lt;mtable columnalign=&quot;left&quot; columnspacing=&quot;1em&quot; rowspacing=&quot;4pt&quot;&gt;&lt;mtr&gt;&lt;mtd&gt;&lt;mfrac&gt;&lt;mn&gt;59&lt;/mn&gt;&lt;mn&gt;64&lt;/mn&gt;&lt;/mfrac&gt;&lt;mtext&gt;&lt;/mtext&gt;&lt;mtext&gt;&lt;/mtext&gt;&lt;mtext&gt;&lt;/mtext&gt;&lt;mn&gt;0.921875&lt;/mn&gt;&lt;/mtd&gt;&lt;/mtr&gt;&lt;mtr&gt;&lt;mtd&gt;&lt;mfrac&gt;&lt;mn&gt;17&lt;/mn&gt;&lt;mn&gt;53&lt;/mn&gt;&lt;/mfrac&gt;&lt;mtext&gt;&lt;/mtext&gt;&lt;mtext&gt;&lt;/mtext&gt;&lt;mn&gt;0.320754717&lt;/mn&gt;&lt;/mtd&gt;&lt;/mtr&gt;&lt;mtr&gt;&lt;mtd&gt;&lt;mfrac&gt;&lt;mn&gt;1&lt;/mn&gt;&lt;mn&gt;7&lt;/mn&gt;&lt;/mfrac&gt;&lt;mtext&gt;&lt;/mtext&gt;&lt;mtext&gt;&lt;/mtext&gt;&lt;mn&gt;3.14159292&lt;/mn&gt;&lt;/mtd&gt;&lt;/mtr&gt;&lt;/mtable&gt;&lt;/math&gt;" id="209" name="Google Shape;209;p21" title="3 lines Line 1: 59 over 64 0.921875 Line 2: 17 over 53 0.320754717 Line 3: one seventh 3.14159292"/>
          <p:cNvPicPr preferRelativeResize="0"/>
          <p:nvPr/>
        </p:nvPicPr>
        <p:blipFill rotWithShape="1">
          <a:blip r:embed="rId5">
            <a:alphaModFix/>
          </a:blip>
          <a:srcRect b="35615" l="16534" r="0" t="30046"/>
          <a:stretch/>
        </p:blipFill>
        <p:spPr>
          <a:xfrm>
            <a:off x="2262100" y="1576337"/>
            <a:ext cx="1616628" cy="49003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/>
          <p:nvPr/>
        </p:nvSpPr>
        <p:spPr>
          <a:xfrm>
            <a:off x="4941781" y="1462200"/>
            <a:ext cx="2150100" cy="943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941781" y="2543895"/>
            <a:ext cx="2150100" cy="998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5038234" y="1575120"/>
            <a:ext cx="19455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Terminating decimal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994491" y="2659746"/>
            <a:ext cx="20445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Non-terminating decimal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99602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calculator, match the fraction to the equivalent decimal to the correct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468000" y="4365925"/>
            <a:ext cx="66240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correctly notated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with the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fractional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16" name="Google Shape;216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38957" l="0" r="81610" t="27851"/>
          <a:stretch/>
        </p:blipFill>
        <p:spPr>
          <a:xfrm>
            <a:off x="1937715" y="4621031"/>
            <a:ext cx="540499" cy="450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17" name="Google Shape;217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70375" l="0" r="88536" t="0"/>
          <a:stretch/>
        </p:blipFill>
        <p:spPr>
          <a:xfrm>
            <a:off x="3835102" y="4736051"/>
            <a:ext cx="379800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18" name="Google Shape;218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73637" l="0" r="85755" t="0"/>
          <a:stretch/>
        </p:blipFill>
        <p:spPr>
          <a:xfrm>
            <a:off x="1127402" y="4736051"/>
            <a:ext cx="418666" cy="3577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19" name="Google Shape;219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34556" l="0" r="78975" t="27849"/>
          <a:stretch/>
        </p:blipFill>
        <p:spPr>
          <a:xfrm>
            <a:off x="4706296" y="4629154"/>
            <a:ext cx="696572" cy="510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20" name="Google Shape;220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-4786" l="76553" r="8524" t="63773"/>
          <a:stretch/>
        </p:blipFill>
        <p:spPr>
          <a:xfrm>
            <a:off x="4783276" y="5624359"/>
            <a:ext cx="438585" cy="55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21" name="Google Shape;221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70375" l="66356" r="25434" t="0"/>
          <a:stretch/>
        </p:blipFill>
        <p:spPr>
          <a:xfrm>
            <a:off x="5958005" y="5724757"/>
            <a:ext cx="272005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22" name="Google Shape;222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70375" l="73151" r="15033" t="0"/>
          <a:stretch/>
        </p:blipFill>
        <p:spPr>
          <a:xfrm>
            <a:off x="3878018" y="5724750"/>
            <a:ext cx="347286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23" name="Google Shape;223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0" l="88791" r="-2029" t="70375"/>
          <a:stretch/>
        </p:blipFill>
        <p:spPr>
          <a:xfrm>
            <a:off x="1083625" y="5753267"/>
            <a:ext cx="438585" cy="4019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24" name="Google Shape;224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29491" l="88989" r="-3911" t="29495"/>
          <a:stretch/>
        </p:blipFill>
        <p:spPr>
          <a:xfrm>
            <a:off x="3050837" y="5659761"/>
            <a:ext cx="438585" cy="556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4}=0.44444....=\frac{4}{9}\\&amp;#13;&amp;#10;0.\dot{7}\dot{5}=0.75757575...=\frac{25}{33}\\&amp;#13;&amp;#10;0.7\dot{5}=0.7555555=\frac{34}{45}\end{array}&quot;&gt;&lt;mtable columnalign=&quot;left&quot; columnspacing=&quot;1em&quot; rowspacing=&quot;4pt&quot;&gt;&lt;mtr&gt;&lt;mtd&gt;&lt;mn&gt;0.&lt;/mn&gt;&lt;mrow data-mjx-texclass=&quot;ORD&quot;&gt;&lt;mover&gt;&lt;mn&gt;4&lt;/mn&gt;&lt;mo&gt;˙&lt;/mo&gt;&lt;/mover&gt;&lt;/mrow&gt;&lt;mo&gt;=&lt;/mo&gt;&lt;mn&gt;0.44444&lt;/mn&gt;&lt;mo&gt;.&lt;/mo&gt;&lt;mo&gt;.&lt;/mo&gt;&lt;mo&gt;.&lt;/mo&gt;&lt;mo&gt;.&lt;/mo&gt;&lt;mo&gt;=&lt;/mo&gt;&lt;mfrac&gt;&lt;mn&gt;4&lt;/mn&gt;&lt;mn&gt;9&lt;/mn&gt;&lt;/mfrac&gt;&lt;/mtd&gt;&lt;/mtr&gt;&lt;mtr&gt;&lt;mtd&gt;&lt;mn&gt;0.&lt;/mn&gt;&lt;mrow data-mjx-texclass=&quot;ORD&quot;&gt;&lt;mover&gt;&lt;mn&gt;7&lt;/mn&gt;&lt;mo&gt;˙&lt;/mo&gt;&lt;/mover&gt;&lt;/mrow&gt;&lt;mrow data-mjx-texclass=&quot;ORD&quot;&gt;&lt;mover&gt;&lt;mn&gt;5&lt;/mn&gt;&lt;mo&gt;˙&lt;/mo&gt;&lt;/mover&gt;&lt;/mrow&gt;&lt;mo&gt;=&lt;/mo&gt;&lt;mn&gt;0.75757575&lt;/mn&gt;&lt;mo&gt;.&lt;/mo&gt;&lt;mo&gt;.&lt;/mo&gt;&lt;mo&gt;.&lt;/mo&gt;&lt;mo&gt;=&lt;/mo&gt;&lt;mfrac&gt;&lt;mn&gt;25&lt;/mn&gt;&lt;mn&gt;33&lt;/mn&gt;&lt;/mfrac&gt;&lt;/mtd&gt;&lt;/mtr&gt;&lt;mtr&gt;&lt;mtd&gt;&lt;mn&gt;0.7&lt;/mn&gt;&lt;mrow data-mjx-texclass=&quot;ORD&quot;&gt;&lt;mover&gt;&lt;mn&gt;5&lt;/mn&gt;&lt;mo&gt;˙&lt;/mo&gt;&lt;/mover&gt;&lt;/mrow&gt;&lt;mo&gt;=&lt;/mo&gt;&lt;mn&gt;0.7555555&lt;/mn&gt;&lt;mo&gt;=&lt;/mo&gt;&lt;mfrac&gt;&lt;mn&gt;34&lt;/mn&gt;&lt;mn&gt;45&lt;/mn&gt;&lt;/mfrac&gt;&lt;/mtd&gt;&lt;/mtr&gt;&lt;/mtable&gt;&lt;/math&gt;" id="225" name="Google Shape;225;p21" title="3 lines Line 1: the repeating decimal 0 point followed by repeating digits 4 equals 0.44444 period period period period equals four ninths Line 2: the repeating decimal 0 point followed by repeating digit 7 5 equals 0.75757575 period period period equals 25 over 33 Line 3: the repeating decimal 0.7 followed by repeating digit 5 equals 0.7555555 equals 34 over 45"/>
          <p:cNvPicPr preferRelativeResize="0"/>
          <p:nvPr/>
        </p:nvPicPr>
        <p:blipFill rotWithShape="1">
          <a:blip r:embed="rId6">
            <a:alphaModFix/>
          </a:blip>
          <a:srcRect b="3395" l="0" r="81610" t="63412"/>
          <a:stretch/>
        </p:blipFill>
        <p:spPr>
          <a:xfrm>
            <a:off x="2856529" y="4612908"/>
            <a:ext cx="540499" cy="4503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26" name="Google Shape;226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214" l="0" r="78975" t="62191"/>
          <a:stretch/>
        </p:blipFill>
        <p:spPr>
          <a:xfrm>
            <a:off x="5779802" y="4596663"/>
            <a:ext cx="696572" cy="5100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0.\dot{7}=0.777777...=\frac{7}{9}\\&amp;#13;&amp;#10;0.\dot{7}5\dot{4}=0.754754754...=\frac{754}{999}\\&amp;#13;&amp;#10;0.7\dot{5}\dot{4}=0.754545454...=\frac{83}{110}\end{array}&quot;&gt;&lt;mtable columnalign=&quot;left&quot; columnspacing=&quot;1em&quot; rowspacing=&quot;4pt&quot;&gt;&lt;mtr&gt;&lt;mtd&gt;&lt;mn&gt;0.&lt;/mn&gt;&lt;mrow data-mjx-texclass=&quot;ORD&quot;&gt;&lt;mover&gt;&lt;mn&gt;7&lt;/mn&gt;&lt;mo&gt;˙&lt;/mo&gt;&lt;/mover&gt;&lt;/mrow&gt;&lt;mo&gt;=&lt;/mo&gt;&lt;mn&gt;0.777777&lt;/mn&gt;&lt;mo&gt;.&lt;/mo&gt;&lt;mo&gt;.&lt;/mo&gt;&lt;mo&gt;.&lt;/mo&gt;&lt;mo&gt;=&lt;/mo&gt;&lt;mfrac&gt;&lt;mn&gt;7&lt;/mn&gt;&lt;mn&gt;9&lt;/mn&gt;&lt;/mfrac&gt;&lt;/mtd&gt;&lt;/mtr&gt;&lt;mtr&gt;&lt;mtd&gt;&lt;mn&gt;0.&lt;/mn&gt;&lt;mrow data-mjx-texclass=&quot;ORD&quot;&gt;&lt;mover&gt;&lt;mn&gt;7&lt;/mn&gt;&lt;mo&gt;˙&lt;/mo&gt;&lt;/mover&gt;&lt;/mrow&gt;&lt;mn&gt;5&lt;/mn&gt;&lt;mrow data-mjx-texclass=&quot;ORD&quot;&gt;&lt;mover&gt;&lt;mn&gt;4&lt;/mn&gt;&lt;mo&gt;˙&lt;/mo&gt;&lt;/mover&gt;&lt;/mrow&gt;&lt;mo&gt;=&lt;/mo&gt;&lt;mn&gt;0.754754754&lt;/mn&gt;&lt;mo&gt;.&lt;/mo&gt;&lt;mo&gt;.&lt;/mo&gt;&lt;mo&gt;.&lt;/mo&gt;&lt;mo&gt;=&lt;/mo&gt;&lt;mfrac&gt;&lt;mn&gt;754&lt;/mn&gt;&lt;mn&gt;999&lt;/mn&gt;&lt;/mfrac&gt;&lt;/mtd&gt;&lt;/mtr&gt;&lt;mtr&gt;&lt;mtd&gt;&lt;mn&gt;0.7&lt;/mn&gt;&lt;mrow data-mjx-texclass=&quot;ORD&quot;&gt;&lt;mover&gt;&lt;mn&gt;5&lt;/mn&gt;&lt;mo&gt;˙&lt;/mo&gt;&lt;/mover&gt;&lt;/mrow&gt;&lt;mrow data-mjx-texclass=&quot;ORD&quot;&gt;&lt;mover&gt;&lt;mn&gt;4&lt;/mn&gt;&lt;mo&gt;˙&lt;/mo&gt;&lt;/mover&gt;&lt;/mrow&gt;&lt;mo&gt;=&lt;/mo&gt;&lt;mn&gt;0.754545454&lt;/mn&gt;&lt;mo&gt;.&lt;/mo&gt;&lt;mo&gt;.&lt;/mo&gt;&lt;mo&gt;.&lt;/mo&gt;&lt;mo&gt;=&lt;/mo&gt;&lt;mfrac&gt;&lt;mn&gt;83&lt;/mn&gt;&lt;mn&gt;110&lt;/mn&gt;&lt;/mfrac&gt;&lt;/mtd&gt;&lt;/mtr&gt;&lt;/mtable&gt;&lt;/math&gt;" id="227" name="Google Shape;227;p21" title="3 lines Line 1: the repeating decimal 0 point followed by repeating digits 7 equals 0.777777 period period period equals seven ninths Line 2: the repeating decimal 0 point followed by repeating digit 7 5 4 dot above equals 0.754754754 period period period equals 754 over 999 Line 3: the repeating decimal 0.7 followed by repeating digit 5 4 equals 0.754545454 period period period equals 83 over 110"/>
          <p:cNvPicPr preferRelativeResize="0"/>
          <p:nvPr/>
        </p:nvPicPr>
        <p:blipFill rotWithShape="1">
          <a:blip r:embed="rId7">
            <a:alphaModFix/>
          </a:blip>
          <a:srcRect b="31136" l="88791" r="-2029" t="27851"/>
          <a:stretch/>
        </p:blipFill>
        <p:spPr>
          <a:xfrm>
            <a:off x="2085513" y="5623114"/>
            <a:ext cx="438585" cy="556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468000" y="6410750"/>
            <a:ext cx="66240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Write the following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recurring decimals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as a fraction.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0.124\dot5&quot;&gt;&lt;mn&gt;0.124&lt;/mn&gt;&lt;mrow data-mjx-texclass=&quot;ORD&quot;&gt;&lt;mover&gt;&lt;mn&gt;5&lt;/mn&gt;&lt;mo&gt;˙&lt;/mo&gt;&lt;/mover&gt;&lt;/mrow&gt;&lt;/math&gt;" id="229" name="Google Shape;229;p21" title="the repeating decimal 0.124 followed by repeating digit 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1125" y="7023668"/>
            <a:ext cx="664073" cy="229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424\dot8&quot;&gt;&lt;mn&gt;3.424&lt;/mn&gt;&lt;mrow data-mjx-texclass=&quot;ORD&quot;&gt;&lt;mover&gt;&lt;mn&gt;8&lt;/mn&gt;&lt;mo&gt;˙&lt;/mo&gt;&lt;/mover&gt;&lt;/mrow&gt;&lt;/math&gt;" id="230" name="Google Shape;230;p21" title="the repeating decimal 3.424 followed by repeating digit 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1125" y="7702708"/>
            <a:ext cx="664067" cy="2252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.1\dot4&quot;&gt;&lt;mn&gt;3.1&lt;/mn&gt;&lt;mrow data-mjx-texclass=&quot;ORD&quot;&gt;&lt;mover&gt;&lt;mn&gt;4&lt;/mn&gt;&lt;mo&gt;˙&lt;/mo&gt;&lt;/mover&gt;&lt;/mrow&gt;&lt;/math&gt;" id="231" name="Google Shape;231;p21" title="the repeating decimal 3.1 followed by repeating digit 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1125" y="8377865"/>
            <a:ext cx="427182" cy="22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