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0.png"/><Relationship Id="rId13" Type="http://schemas.openxmlformats.org/officeDocument/2006/relationships/image" Target="../media/image17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6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4.png"/><Relationship Id="rId13" Type="http://schemas.openxmlformats.org/officeDocument/2006/relationships/image" Target="../media/image29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9" Type="http://schemas.openxmlformats.org/officeDocument/2006/relationships/image" Target="../media/image27.png"/><Relationship Id="rId15" Type="http://schemas.openxmlformats.org/officeDocument/2006/relationships/image" Target="../media/image37.png"/><Relationship Id="rId14" Type="http://schemas.openxmlformats.org/officeDocument/2006/relationships/image" Target="../media/image35.png"/><Relationship Id="rId17" Type="http://schemas.openxmlformats.org/officeDocument/2006/relationships/image" Target="../media/image38.png"/><Relationship Id="rId16" Type="http://schemas.openxmlformats.org/officeDocument/2006/relationships/image" Target="../media/image36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18" Type="http://schemas.openxmlformats.org/officeDocument/2006/relationships/image" Target="../media/image39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in different ways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87025"/>
            <a:ext cx="662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Insert either &lt; or &gt; to make the statement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}{15}\ &amp;gt;\ \frac{8}{19}&quot;&gt;&lt;mfrac&gt;&lt;mn&gt;8&lt;/mn&gt;&lt;mn&gt;15&lt;/mn&gt;&lt;/mfrac&gt;&lt;mtext&gt;&lt;/mtext&gt;&lt;mo&gt;&amp;gt;&lt;/mo&gt;&lt;mtext&gt;&lt;/mtext&gt;&lt;mfrac&gt;&lt;mn&gt;8&lt;/mn&gt;&lt;mn&gt;19&lt;/mn&gt;&lt;/mfrac&gt;&lt;/math&gt;" id="174" name="Google Shape;174;p20" title="8 over 15 is greater than 8 over 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448" y="3207555"/>
            <a:ext cx="866576" cy="426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1}\ &amp;lt;\ \frac{7}{9}&quot;&gt;&lt;mfrac&gt;&lt;mn&gt;7&lt;/mn&gt;&lt;mn&gt;11&lt;/mn&gt;&lt;/mfrac&gt;&lt;mtext&gt;&lt;/mtext&gt;&lt;mo&gt;&amp;lt;&lt;/mo&gt;&lt;mtext&gt;&lt;/mtext&gt;&lt;mfrac&gt;&lt;mn&gt;7&lt;/mn&gt;&lt;mn&gt;9&lt;/mn&gt;&lt;/mfrac&gt;&lt;/math&gt;" id="175" name="Google Shape;175;p20" title="7 over 11 is less than seven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9329" y="2262647"/>
            <a:ext cx="797638" cy="441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315}\ &amp;lt;\ \frac{11}{311}&quot;&gt;&lt;mfrac&gt;&lt;mn&gt;11&lt;/mn&gt;&lt;mn&gt;315&lt;/mn&gt;&lt;/mfrac&gt;&lt;mtext&gt;&lt;/mtext&gt;&lt;mo&gt;&amp;lt;&lt;/mo&gt;&lt;mtext&gt;&lt;/mtext&gt;&lt;mfrac&gt;&lt;mn&gt;11&lt;/mn&gt;&lt;mn&gt;311&lt;/mn&gt;&lt;/mfrac&gt;&lt;/math&gt;" id="176" name="Google Shape;176;p20" title="11 over 315 is less than 11 over 3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9328" y="3294831"/>
            <a:ext cx="1108172" cy="44130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1449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Comparing fractions using a common numerator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3}{21}\ &amp;lt;\ \frac{13}{15}\\&amp;#13;&amp;#10;\end{array}&quot;&gt;&lt;mtable columnalign=&quot;left&quot; columnspacing=&quot;1em&quot; rowspacing=&quot;4pt&quot;&gt;&lt;mtr&gt;&lt;mtd&gt;&lt;mfrac&gt;&lt;mn&gt;13&lt;/mn&gt;&lt;mn&gt;21&lt;/mn&gt;&lt;/mfrac&gt;&lt;mtext&gt;&lt;/mtext&gt;&lt;mo&gt;&amp;lt;&lt;/mo&gt;&lt;mtext&gt;&lt;/mtext&gt;&lt;mfrac&gt;&lt;mn&gt;13&lt;/mn&gt;&lt;mn&gt;15&lt;/mn&gt;&lt;/mfrac&gt;&lt;/mtd&gt;&lt;/mtr&gt;&lt;/mtable&gt;&lt;/math&gt;" id="178" name="Google Shape;178;p20" title="1 lines Line 1: 13 over 21 is less than 13 over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9641" y="2248504"/>
            <a:ext cx="1033749" cy="395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3978053" y="2236638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978053" y="3256906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232380" y="2260736"/>
            <a:ext cx="309900" cy="315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111880" y="3275732"/>
            <a:ext cx="309900" cy="315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668131" y="2337463"/>
            <a:ext cx="309900" cy="315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748465" y="3362970"/>
            <a:ext cx="309900" cy="3159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68000" y="3283927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8000" y="416614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Place the words ‘larger’ and ‘smaller’ in the sentence: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larger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denominator the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the ‘parts’.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2223498"/>
            <a:ext cx="252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00" y="4747250"/>
            <a:ext cx="66240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following in order from smallest to largest.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0}{21},\ \frac{10}{18},\ \frac{10}{35},\ \frac{10}{15}&quot;&gt;&lt;mfrac&gt;&lt;mn&gt;10&lt;/mn&gt;&lt;mn&gt;21&lt;/mn&gt;&lt;/mfrac&gt;&lt;mo&gt;,&lt;/mo&gt;&lt;mtext&gt;&lt;/mtext&gt;&lt;mfrac&gt;&lt;mn&gt;10&lt;/mn&gt;&lt;mn&gt;18&lt;/mn&gt;&lt;/mfrac&gt;&lt;mo&gt;,&lt;/mo&gt;&lt;mtext&gt;&lt;/mtext&gt;&lt;mfrac&gt;&lt;mn&gt;10&lt;/mn&gt;&lt;mn&gt;35&lt;/mn&gt;&lt;/mfrac&gt;&lt;mo&gt;,&lt;/mo&gt;&lt;mtext&gt;&lt;/mtext&gt;&lt;mfrac&gt;&lt;mn&gt;10&lt;/mn&gt;&lt;mn&gt;15&lt;/mn&gt;&lt;/mfrac&gt;&lt;/math&gt;" id="189" name="Google Shape;189;p20" title="10 over 21 comma 10 over 18 comma 10 over 35 comma 10 over 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8575" y="5109972"/>
            <a:ext cx="1277494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4}{512},\ \frac{234}{518},\ \frac{234}{500},\ \frac{234}{511}&quot;&gt;&lt;mfrac&gt;&lt;mn&gt;234&lt;/mn&gt;&lt;mn&gt;512&lt;/mn&gt;&lt;/mfrac&gt;&lt;mo&gt;,&lt;/mo&gt;&lt;mtext&gt;&lt;/mtext&gt;&lt;mfrac&gt;&lt;mn&gt;234&lt;/mn&gt;&lt;mn&gt;518&lt;/mn&gt;&lt;/mfrac&gt;&lt;mo&gt;,&lt;/mo&gt;&lt;mtext&gt;&lt;/mtext&gt;&lt;mfrac&gt;&lt;mn&gt;234&lt;/mn&gt;&lt;mn&gt;500&lt;/mn&gt;&lt;/mfrac&gt;&lt;mo&gt;,&lt;/mo&gt;&lt;mtext&gt;&lt;/mtext&gt;&lt;mfrac&gt;&lt;mn&gt;234&lt;/mn&gt;&lt;mn&gt;511&lt;/mn&gt;&lt;/mfrac&gt;&lt;/math&gt;" id="190" name="Google Shape;190;p20" title="234 over 512 comma 234 over 518 comma 234 over 500 comma 234 over 5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8575" y="5726152"/>
            <a:ext cx="1748079" cy="3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35},\ \frac{10}{21},\ \frac{10}{18},\ \frac{10}{15}&quot;&gt;&lt;mfrac&gt;&lt;mn&gt;10&lt;/mn&gt;&lt;mn&gt;35&lt;/mn&gt;&lt;/mfrac&gt;&lt;mo&gt;,&lt;/mo&gt;&lt;mtext&gt;&lt;/mtext&gt;&lt;mfrac&gt;&lt;mn&gt;10&lt;/mn&gt;&lt;mn&gt;21&lt;/mn&gt;&lt;/mfrac&gt;&lt;mo&gt;,&lt;/mo&gt;&lt;mtext&gt;&lt;/mtext&gt;&lt;mfrac&gt;&lt;mn&gt;10&lt;/mn&gt;&lt;mn&gt;18&lt;/mn&gt;&lt;/mfrac&gt;&lt;mo&gt;,&lt;/mo&gt;&lt;mtext&gt;&lt;/mtext&gt;&lt;mfrac&gt;&lt;mn&gt;10&lt;/mn&gt;&lt;mn&gt;15&lt;/mn&gt;&lt;/mfrac&gt;&lt;/math&gt;" id="191" name="Google Shape;191;p20" title="10 over 35 comma 10 over 21 comma 10 over 18 comma 10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89700" y="5108175"/>
            <a:ext cx="1368392" cy="395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4}{518},\ \frac{234}{512},\ \frac{234}{511},\ \frac{234}{500}&quot;&gt;&lt;mfrac&gt;&lt;mn&gt;234&lt;/mn&gt;&lt;mn&gt;518&lt;/mn&gt;&lt;/mfrac&gt;&lt;mo&gt;,&lt;/mo&gt;&lt;mtext&gt;&lt;/mtext&gt;&lt;mfrac&gt;&lt;mn&gt;234&lt;/mn&gt;&lt;mn&gt;512&lt;/mn&gt;&lt;/mfrac&gt;&lt;mo&gt;,&lt;/mo&gt;&lt;mtext&gt;&lt;/mtext&gt;&lt;mfrac&gt;&lt;mn&gt;234&lt;/mn&gt;&lt;mn&gt;511&lt;/mn&gt;&lt;/mfrac&gt;&lt;mo&gt;,&lt;/mo&gt;&lt;mtext&gt;&lt;/mtext&gt;&lt;mfrac&gt;&lt;mn&gt;234&lt;/mn&gt;&lt;mn&gt;500&lt;/mn&gt;&lt;/mfrac&gt;&lt;/math&gt;" id="192" name="Google Shape;192;p20" title="234 over 518 comma 234 over 512 comma 234 over 511 comma 234 over 5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20000" y="5726150"/>
            <a:ext cx="1748075" cy="3955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93" name="Google Shape;193;p20" title="three te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139272" y="8187175"/>
            <a:ext cx="202518" cy="378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94" name="Google Shape;194;p20" title="3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06766" y="8187163"/>
            <a:ext cx="208214" cy="378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95" name="Google Shape;195;p20" title="three te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221765" y="8841611"/>
            <a:ext cx="214100" cy="400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96" name="Google Shape;196;p20" title="three te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02599" y="9552326"/>
            <a:ext cx="212854" cy="397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197" name="Google Shape;197;p20" title="3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50334" y="9539524"/>
            <a:ext cx="218840" cy="3978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23},\ \frac{9}{35}...&quot;&gt;&lt;mfrac&gt;&lt;mn&gt;6&lt;/mn&gt;&lt;mn&gt;23&lt;/mn&gt;&lt;/mfrac&gt;&lt;mo&gt;,&lt;/mo&gt;&lt;mtext&gt;&lt;/mtext&gt;&lt;mfrac&gt;&lt;mn&gt;9&lt;/mn&gt;&lt;mn&gt;35&lt;/mn&gt;&lt;/mfrac&gt;&lt;mo&gt;.&lt;/mo&gt;&lt;mo&gt;.&lt;/mo&gt;&lt;mo&gt;.&lt;/mo&gt;&lt;/math&gt;" id="198" name="Google Shape;198;p20" title="6 over 23 comma 9 over 35 period period period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571387" y="8187175"/>
            <a:ext cx="914213" cy="442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23775" y="8849118"/>
            <a:ext cx="966039" cy="442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40}&quot;&gt;&lt;mfrac&gt;&lt;mn&gt;11&lt;/mn&gt;&lt;mn&gt;40&lt;/mn&gt;&lt;/mfrac&gt;&lt;/math&gt;" id="200" name="Google Shape;200;p20" title="11 over 4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929975" y="9500690"/>
            <a:ext cx="218850" cy="40557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4314499" y="8284039"/>
            <a:ext cx="38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848862" y="8949289"/>
            <a:ext cx="38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0"/>
          <p:cNvSpPr txBox="1"/>
          <p:nvPr/>
        </p:nvSpPr>
        <p:spPr>
          <a:xfrm>
            <a:off x="359950" y="6305051"/>
            <a:ext cx="81675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Place the words ‘larger’ and ‘smaller’ in the sentence: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61677" y="6730176"/>
            <a:ext cx="233806" cy="425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206" name="Google Shape;206;p20" title="three te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35316" y="6730193"/>
            <a:ext cx="227410" cy="4250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207" name="Google Shape;207;p20" title="3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77195" y="6730176"/>
            <a:ext cx="233806" cy="425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901425" y="6838450"/>
            <a:ext cx="2700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1150050" y="6838450"/>
            <a:ext cx="13815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larger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2398550" y="6838450"/>
            <a:ext cx="5139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but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2780125" y="6838450"/>
            <a:ext cx="14478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smaller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139575" y="6838450"/>
            <a:ext cx="43116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600800" y="6838450"/>
            <a:ext cx="8544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3413013" y="6838450"/>
            <a:ext cx="6744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793727" y="7218500"/>
            <a:ext cx="181500" cy="329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216" name="Google Shape;216;p20" title="three tenth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66350" y="7193825"/>
            <a:ext cx="202933" cy="379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217" name="Google Shape;217;p20" title="3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816510" y="7193825"/>
            <a:ext cx="208640" cy="3793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359950" y="7295650"/>
            <a:ext cx="513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817150" y="7524250"/>
            <a:ext cx="1277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he correct?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825225" y="7295650"/>
            <a:ext cx="1004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347400" y="7295650"/>
            <a:ext cx="513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says ‘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1998000" y="7295650"/>
            <a:ext cx="1283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exactly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744825" y="7295650"/>
            <a:ext cx="70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halfway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389700" y="7295650"/>
            <a:ext cx="11559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368100" y="7295650"/>
            <a:ext cx="57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5144200" y="7295650"/>
            <a:ext cx="181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.’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2}&quot;&gt;&lt;mfrac&gt;&lt;mn&gt;3&lt;/mn&gt;&lt;mn&gt;12&lt;/mn&gt;&lt;/mfrac&gt;&lt;/math&gt;" id="227" name="Google Shape;227;p20" title="3 over 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60796" y="7703158"/>
            <a:ext cx="181500" cy="32998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730225" y="7683500"/>
            <a:ext cx="249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Jacob is not correct, it is closer to</a:t>
            </a:r>
            <a:endParaRPr sz="1200"/>
          </a:p>
        </p:txBody>
      </p:sp>
      <p:sp>
        <p:nvSpPr>
          <p:cNvPr id="229" name="Google Shape;229;p20"/>
          <p:cNvSpPr txBox="1"/>
          <p:nvPr/>
        </p:nvSpPr>
        <p:spPr>
          <a:xfrm>
            <a:off x="359950" y="8286250"/>
            <a:ext cx="5457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825125" y="8286250"/>
            <a:ext cx="5745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1196275" y="8286250"/>
            <a:ext cx="8016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another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1829325" y="8286250"/>
            <a:ext cx="9141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2450450" y="8286250"/>
            <a:ext cx="12561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3379950" y="8286250"/>
            <a:ext cx="6744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3998850" y="8286250"/>
            <a:ext cx="2700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59950" y="8895850"/>
            <a:ext cx="295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825250" y="8895850"/>
            <a:ext cx="826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1196350" y="8895850"/>
            <a:ext cx="5457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1347400" y="8895850"/>
            <a:ext cx="1279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998000" y="8895850"/>
            <a:ext cx="674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that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2359525" y="8895850"/>
            <a:ext cx="473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2526650" y="8895850"/>
            <a:ext cx="881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closer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024600" y="8895850"/>
            <a:ext cx="419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to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541650" y="8895850"/>
            <a:ext cx="2700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1776525" y="9581650"/>
            <a:ext cx="5457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817150" y="9581650"/>
            <a:ext cx="8268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between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59950" y="9353050"/>
            <a:ext cx="54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fraction that is exactly halfway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2449600" y="9581650"/>
            <a:ext cx="11109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12}{13}\ &amp;gt;\ \frac{ }{11}&quot;&gt;&lt;mfrac&gt;&lt;mn&gt;12&lt;/mn&gt;&lt;mn&gt;13&lt;/mn&gt;&lt;/mfrac&gt;&lt;mtext&gt;&lt;/mtext&gt;&lt;mo&gt;&amp;gt;&lt;/mo&gt;&lt;mtext&gt;&lt;/mtext&gt;&lt;mfrac&gt;&lt;mrow/&gt;&lt;mn&gt;11&lt;/mn&gt;&lt;/mfrac&gt;&lt;/math&gt;" id="253" name="Google Shape;253;p21" title="12 over 13 is greater than the fraction with numerator and denominator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010" y="9194053"/>
            <a:ext cx="949572" cy="46639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5" name="Google Shape;255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in different ways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</a:t>
            </a:r>
            <a:r>
              <a:rPr lang="en-GB"/>
              <a:t> in Education and Industry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468000" y="1064175"/>
            <a:ext cx="6625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Choose the most appropriate method to decide which of the following statements are true.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68000" y="725475"/>
            <a:ext cx="662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Ordering by comparing to one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3}{25}\ &amp;lt;\ \frac{25}{27}&quot;&gt;&lt;mfrac&gt;&lt;mn&gt;23&lt;/mn&gt;&lt;mn&gt;25&lt;/mn&gt;&lt;/mfrac&gt;&lt;mtext&gt;&lt;/mtext&gt;&lt;mo&gt;&amp;lt;&lt;/mo&gt;&lt;mtext&gt;&lt;/mtext&gt;&lt;mfrac&gt;&lt;mn&gt;25&lt;/mn&gt;&lt;mn&gt;27&lt;/mn&gt;&lt;/mfrac&gt;&lt;/math&gt;" id="260" name="Google Shape;260;p21" title="23 over 25 is less than 25 over 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111" y="1701100"/>
            <a:ext cx="979773" cy="484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3}{32}\ &amp;gt;\ \frac{23}{31}&quot;&gt;&lt;mfrac&gt;&lt;mn&gt;23&lt;/mn&gt;&lt;mn&gt;32&lt;/mn&gt;&lt;/mfrac&gt;&lt;mtext&gt;&lt;/mtext&gt;&lt;mo&gt;&amp;gt;&lt;/mo&gt;&lt;mtext&gt;&lt;/mtext&gt;&lt;mfrac&gt;&lt;mn&gt;23&lt;/mn&gt;&lt;mn&gt;31&lt;/mn&gt;&lt;/mfrac&gt;&lt;/math&gt;" id="261" name="Google Shape;261;p21" title="23 over 32 is greater than 23 over 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762" y="2629353"/>
            <a:ext cx="1038485" cy="510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1}\ &amp;gt;\ \frac{258}{771}&quot;&gt;&lt;mfrac&gt;&lt;mn&gt;7&lt;/mn&gt;&lt;mn&gt;21&lt;/mn&gt;&lt;/mfrac&gt;&lt;mtext&gt;&lt;/mtext&gt;&lt;mo&gt;&amp;gt;&lt;/mo&gt;&lt;mtext&gt;&lt;/mtext&gt;&lt;mfrac&gt;&lt;mn&gt;258&lt;/mn&gt;&lt;mn&gt;771&lt;/mn&gt;&lt;/mfrac&gt;&lt;/math&gt;" id="262" name="Google Shape;262;p21" title="7 over 21 is greater than 258 over 7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8054" y="3583292"/>
            <a:ext cx="1133894" cy="499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 &amp;gt;\ \frac{7}{11}&quot;&gt;&lt;mfrac&gt;&lt;mn&gt;9&lt;/mn&gt;&lt;mn&gt;13&lt;/mn&gt;&lt;/mfrac&gt;&lt;mtext&gt;&lt;/mtext&gt;&lt;mo&gt;&amp;gt;&lt;/mo&gt;&lt;mtext&gt;&lt;/mtext&gt;&lt;mfrac&gt;&lt;mn&gt;7&lt;/mn&gt;&lt;mn&gt;11&lt;/mn&gt;&lt;/mfrac&gt;&lt;/math&gt;" id="263" name="Google Shape;263;p21" title="9 over 13 is greater than 7 over 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2737" y="1701100"/>
            <a:ext cx="1045825" cy="513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3}{321}\ &amp;lt;\ \frac{123}{231}&quot;&gt;&lt;mfrac&gt;&lt;mn&gt;123&lt;/mn&gt;&lt;mn&gt;321&lt;/mn&gt;&lt;/mfrac&gt;&lt;mtext&gt;&lt;/mtext&gt;&lt;mo&gt;&amp;lt;&lt;/mo&gt;&lt;mtext&gt;&lt;/mtext&gt;&lt;mfrac&gt;&lt;mn&gt;123&lt;/mn&gt;&lt;mn&gt;231&lt;/mn&gt;&lt;/mfrac&gt;&lt;/math&gt;" id="264" name="Google Shape;264;p21" title="123 over 321 is less than 123 over 2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92737" y="2644031"/>
            <a:ext cx="1284346" cy="510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}{32}\ &amp;gt;\ \frac{137}{540}&quot;&gt;&lt;mfrac&gt;&lt;mn&gt;8&lt;/mn&gt;&lt;mn&gt;32&lt;/mn&gt;&lt;/mfrac&gt;&lt;mtext&gt;&lt;/mtext&gt;&lt;mo&gt;&amp;gt;&lt;/mo&gt;&lt;mtext&gt;&lt;/mtext&gt;&lt;mfrac&gt;&lt;mn&gt;137&lt;/mn&gt;&lt;mn&gt;540&lt;/mn&gt;&lt;/mfrac&gt;&lt;/math&gt;" id="265" name="Google Shape;265;p21" title="8 over 32 is greater than 137 over 5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92737" y="3583292"/>
            <a:ext cx="1133894" cy="49905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1"/>
          <p:cNvSpPr txBox="1"/>
          <p:nvPr/>
        </p:nvSpPr>
        <p:spPr>
          <a:xfrm>
            <a:off x="468000" y="1651175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468000" y="2585738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468000" y="3520301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3884103" y="1708685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3884103" y="2643248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3884103" y="3577812"/>
            <a:ext cx="21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2161570" y="1795763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2161570" y="2724276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2161570" y="3652789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795999" y="1815480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795999" y="2685539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795999" y="3555599"/>
            <a:ext cx="55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68000" y="4487675"/>
            <a:ext cx="662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Explain why Aisha is wrong.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9" name="Google Shape;279;p21"/>
          <p:cNvPicPr preferRelativeResize="0"/>
          <p:nvPr/>
        </p:nvPicPr>
        <p:blipFill rotWithShape="1">
          <a:blip r:embed="rId10">
            <a:alphaModFix/>
          </a:blip>
          <a:srcRect b="0" l="0" r="69082" t="56280"/>
          <a:stretch/>
        </p:blipFill>
        <p:spPr>
          <a:xfrm flipH="1">
            <a:off x="1291178" y="4717525"/>
            <a:ext cx="1980027" cy="81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/>
        </p:nvSpPr>
        <p:spPr>
          <a:xfrm>
            <a:off x="1752680" y="4883725"/>
            <a:ext cx="160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is larger than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1" name="Google Shape;281;p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47225" y="5033840"/>
            <a:ext cx="375525" cy="709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467988" y="5931965"/>
            <a:ext cx="11340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2}{25}&quot;&gt;&lt;mfrac&gt;&lt;mn&gt;22&lt;/mn&gt;&lt;mn&gt;25&lt;/mn&gt;&lt;/mfrac&gt;&lt;/math&gt;" id="283" name="Google Shape;283;p21" title="22 over 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71880" y="4825973"/>
            <a:ext cx="248143" cy="4526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9}{22}&quot;&gt;&lt;mfrac&gt;&lt;mn&gt;19&lt;/mn&gt;&lt;mn&gt;22&lt;/mn&gt;&lt;/mfrac&gt;&lt;/math&gt;" id="284" name="Google Shape;284;p21" title="19 over 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497830" y="4822625"/>
            <a:ext cx="254849" cy="45939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468000" y="6323550"/>
            <a:ext cx="662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 Although they are both 3 ‘parts’ away from 1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he ‘parts’ are larger in     so it further from 1.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9}{22}&quot;&gt;&lt;mfrac&gt;&lt;mn&gt;19&lt;/mn&gt;&lt;mn&gt;22&lt;/mn&gt;&lt;/mfrac&gt;&lt;/math&gt;" id="286" name="Google Shape;286;p21" title="19 over 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01100" y="6323546"/>
            <a:ext cx="218700" cy="394213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468000" y="6951600"/>
            <a:ext cx="6625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Use these numbers to complete the following proper fractions. 10, 11, 12, 13, 14 and 15.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fraction closest to one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fraction closest to zero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}{15}\ &amp;lt;\ \frac{ }{15}&quot;&gt;&lt;mfrac&gt;&lt;mn&gt;12&lt;/mn&gt;&lt;mn&gt;15&lt;/mn&gt;&lt;/mfrac&gt;&lt;mtext&gt;&lt;/mtext&gt;&lt;mo&gt;&amp;lt;&lt;/mo&gt;&lt;mtext&gt;&lt;/mtext&gt;&lt;mfrac&gt;&lt;mrow/&gt;&lt;mn&gt;15&lt;/mn&gt;&lt;/mfrac&gt;&lt;/math&gt;" id="288" name="Google Shape;288;p21" title="12 over 15 is less than the fraction with numerator and denominator 1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75100" y="9112101"/>
            <a:ext cx="946654" cy="466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 &amp;lt;\ \frac{10}{ }&quot;&gt;&lt;mfrac&gt;&lt;mn&gt;10&lt;/mn&gt;&lt;mn&gt;13&lt;/mn&gt;&lt;/mfrac&gt;&lt;mtext&gt;&lt;/mtext&gt;&lt;mo&gt;&amp;lt;&lt;/mo&gt;&lt;mtext&gt;&lt;/mtext&gt;&lt;mfrac&gt;&lt;mn&gt;10&lt;/mn&gt;&lt;mrow/&gt;&lt;/mfrac&gt;&lt;/math&gt;" id="289" name="Google Shape;289;p21" title="10 over 13 is less than the fraction with numerator 10 and denominator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75100" y="8310297"/>
            <a:ext cx="977749" cy="4802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1}\ &amp;lt;\ \frac{13}{ }&quot;&gt;&lt;mfrac&gt;&lt;mn&gt;10&lt;/mn&gt;&lt;mn&gt;11&lt;/mn&gt;&lt;/mfrac&gt;&lt;mtext&gt;&lt;/mtext&gt;&lt;mo&gt;&amp;lt;&lt;/mo&gt;&lt;mtext&gt;&lt;/mtext&gt;&lt;mfrac&gt;&lt;mn&gt;13&lt;/mn&gt;&lt;mrow/&gt;&lt;/mfrac&gt;&lt;/math&gt;" id="290" name="Google Shape;290;p21" title="10 over 11 is less than the fraction with numerator 13 and denominator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4672644" y="8313747"/>
            <a:ext cx="974294" cy="47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/>
          <p:nvPr/>
        </p:nvSpPr>
        <p:spPr>
          <a:xfrm>
            <a:off x="1461983" y="8595977"/>
            <a:ext cx="307800" cy="299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1461983" y="9039202"/>
            <a:ext cx="307800" cy="299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5365574" y="8595977"/>
            <a:ext cx="307800" cy="299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5345697" y="9112100"/>
            <a:ext cx="307800" cy="299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4}{15}&quot;&gt;&lt;mfrac&gt;&lt;mn&gt;14&lt;/mn&gt;&lt;mn&gt;15&lt;/mn&gt;&lt;/mfrac&gt;&lt;/math&gt;" id="295" name="Google Shape;295;p21" title="14 over 15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2970917" y="7220359"/>
            <a:ext cx="186077" cy="337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5}&quot;&gt;&lt;mfrac&gt;&lt;mn&gt;10&lt;/mn&gt;&lt;mn&gt;15&lt;/mn&gt;&lt;/mfrac&gt;&lt;/math&gt;" id="296" name="Google Shape;296;p21" title="10 over 15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972167" y="7809911"/>
            <a:ext cx="183596" cy="33493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1"/>
          <p:cNvSpPr txBox="1"/>
          <p:nvPr/>
        </p:nvSpPr>
        <p:spPr>
          <a:xfrm>
            <a:off x="1813715" y="8613030"/>
            <a:ext cx="72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or 12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841275" y="9056256"/>
            <a:ext cx="1139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13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or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14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753812" y="8613030"/>
            <a:ext cx="72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 or 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5385928" y="9129153"/>
            <a:ext cx="22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189877" y="8323600"/>
            <a:ext cx="37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189872" y="9294471"/>
            <a:ext cx="22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432627" y="9096650"/>
            <a:ext cx="37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