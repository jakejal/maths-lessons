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7B83A50-AB9F-4621-AF12-2AE80239883D}">
  <a:tblStyle styleId="{67B83A50-AB9F-4621-AF12-2AE8023988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a04262de6b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a04262de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Relationship Id="rId7" Type="http://schemas.openxmlformats.org/officeDocument/2006/relationships/image" Target="../media/image18.png"/><Relationship Id="rId8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11" Type="http://schemas.openxmlformats.org/officeDocument/2006/relationships/image" Target="../media/image31.png"/><Relationship Id="rId10" Type="http://schemas.openxmlformats.org/officeDocument/2006/relationships/image" Target="../media/image26.png"/><Relationship Id="rId12" Type="http://schemas.openxmlformats.org/officeDocument/2006/relationships/image" Target="../media/image28.png"/><Relationship Id="rId9" Type="http://schemas.openxmlformats.org/officeDocument/2006/relationships/image" Target="../media/image27.png"/><Relationship Id="rId5" Type="http://schemas.openxmlformats.org/officeDocument/2006/relationships/image" Target="../media/image24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/>
        </p:nvSpPr>
        <p:spPr>
          <a:xfrm>
            <a:off x="468000" y="7320383"/>
            <a:ext cx="6624000" cy="25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 Izzy, Andeep, Lucas, Alex and Sam record their scores for a spelling competition.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Rank them from worst to best.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Izzy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Andeep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Lucas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Alex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3" name="Google Shape;17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fractions and decimals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383733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Solving problems with fractions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1670683"/>
            <a:ext cx="6624000" cy="26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Arrange five different digits into these inequalities.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6" name="Google Shape;176;p20"/>
          <p:cNvGrpSpPr/>
          <p:nvPr/>
        </p:nvGrpSpPr>
        <p:grpSpPr>
          <a:xfrm>
            <a:off x="1041197" y="2169797"/>
            <a:ext cx="1546980" cy="767124"/>
            <a:chOff x="1081900" y="1620000"/>
            <a:chExt cx="2177925" cy="1080000"/>
          </a:xfrm>
        </p:grpSpPr>
        <p:sp>
          <p:nvSpPr>
            <p:cNvPr id="177" name="Google Shape;177;p20"/>
            <p:cNvSpPr/>
            <p:nvPr/>
          </p:nvSpPr>
          <p:spPr>
            <a:xfrm>
              <a:off x="1081900" y="19398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" name="Google Shape;178;p20"/>
            <p:cNvSpPr/>
            <p:nvPr/>
          </p:nvSpPr>
          <p:spPr>
            <a:xfrm>
              <a:off x="1949875" y="16200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" name="Google Shape;179;p20"/>
            <p:cNvSpPr/>
            <p:nvPr/>
          </p:nvSpPr>
          <p:spPr>
            <a:xfrm>
              <a:off x="2750517" y="16200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" name="Google Shape;180;p20"/>
            <p:cNvSpPr/>
            <p:nvPr/>
          </p:nvSpPr>
          <p:spPr>
            <a:xfrm>
              <a:off x="1948438" y="22596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" name="Google Shape;181;p20"/>
            <p:cNvSpPr/>
            <p:nvPr/>
          </p:nvSpPr>
          <p:spPr>
            <a:xfrm>
              <a:off x="2749079" y="22596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2" name="Google Shape;182;p20"/>
            <p:cNvCxnSpPr/>
            <p:nvPr/>
          </p:nvCxnSpPr>
          <p:spPr>
            <a:xfrm>
              <a:off x="1864750" y="2174825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" name="Google Shape;183;p20"/>
            <p:cNvCxnSpPr/>
            <p:nvPr/>
          </p:nvCxnSpPr>
          <p:spPr>
            <a:xfrm>
              <a:off x="2678725" y="2160000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4" name="Google Shape;184;p20"/>
            <p:cNvSpPr txBox="1"/>
            <p:nvPr/>
          </p:nvSpPr>
          <p:spPr>
            <a:xfrm>
              <a:off x="1601725" y="1968779"/>
              <a:ext cx="183600" cy="47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" name="Google Shape;185;p20"/>
            <p:cNvSpPr txBox="1"/>
            <p:nvPr/>
          </p:nvSpPr>
          <p:spPr>
            <a:xfrm>
              <a:off x="2488835" y="1968779"/>
              <a:ext cx="183600" cy="47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6" name="Google Shape;186;p20"/>
          <p:cNvGrpSpPr/>
          <p:nvPr/>
        </p:nvGrpSpPr>
        <p:grpSpPr>
          <a:xfrm>
            <a:off x="1039427" y="3630240"/>
            <a:ext cx="1550141" cy="767124"/>
            <a:chOff x="3574800" y="3211950"/>
            <a:chExt cx="2182375" cy="1080000"/>
          </a:xfrm>
        </p:grpSpPr>
        <p:sp>
          <p:nvSpPr>
            <p:cNvPr id="187" name="Google Shape;187;p20"/>
            <p:cNvSpPr/>
            <p:nvPr/>
          </p:nvSpPr>
          <p:spPr>
            <a:xfrm>
              <a:off x="3634858" y="32119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" name="Google Shape;188;p20"/>
            <p:cNvSpPr/>
            <p:nvPr/>
          </p:nvSpPr>
          <p:spPr>
            <a:xfrm>
              <a:off x="4435500" y="32119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" name="Google Shape;189;p20"/>
            <p:cNvSpPr/>
            <p:nvPr/>
          </p:nvSpPr>
          <p:spPr>
            <a:xfrm>
              <a:off x="3633421" y="38515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" name="Google Shape;190;p20"/>
            <p:cNvSpPr/>
            <p:nvPr/>
          </p:nvSpPr>
          <p:spPr>
            <a:xfrm>
              <a:off x="4434063" y="38515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1" name="Google Shape;191;p20"/>
            <p:cNvCxnSpPr/>
            <p:nvPr/>
          </p:nvCxnSpPr>
          <p:spPr>
            <a:xfrm>
              <a:off x="3574800" y="3759363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" name="Google Shape;192;p20"/>
            <p:cNvCxnSpPr/>
            <p:nvPr/>
          </p:nvCxnSpPr>
          <p:spPr>
            <a:xfrm>
              <a:off x="4388775" y="3744538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3" name="Google Shape;193;p20"/>
            <p:cNvSpPr txBox="1"/>
            <p:nvPr/>
          </p:nvSpPr>
          <p:spPr>
            <a:xfrm>
              <a:off x="4203898" y="3560729"/>
              <a:ext cx="183600" cy="47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" name="Google Shape;194;p20"/>
            <p:cNvSpPr/>
            <p:nvPr/>
          </p:nvSpPr>
          <p:spPr>
            <a:xfrm>
              <a:off x="5316775" y="35317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5" name="Google Shape;195;p20"/>
            <p:cNvSpPr txBox="1"/>
            <p:nvPr/>
          </p:nvSpPr>
          <p:spPr>
            <a:xfrm>
              <a:off x="5051523" y="3560729"/>
              <a:ext cx="183600" cy="47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6" name="Google Shape;196;p20"/>
          <p:cNvSpPr txBox="1"/>
          <p:nvPr/>
        </p:nvSpPr>
        <p:spPr>
          <a:xfrm>
            <a:off x="782525" y="1992027"/>
            <a:ext cx="46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785633" y="3247620"/>
            <a:ext cx="46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1041279" y="2367693"/>
            <a:ext cx="26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1710294" y="2160902"/>
            <a:ext cx="26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1682616" y="2603370"/>
            <a:ext cx="26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2260622" y="2160902"/>
            <a:ext cx="26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2241966" y="2603370"/>
            <a:ext cx="26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1123275" y="3630514"/>
            <a:ext cx="26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1095597" y="4072982"/>
            <a:ext cx="26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1673603" y="3630514"/>
            <a:ext cx="26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1654947" y="4072982"/>
            <a:ext cx="26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2341818" y="3828266"/>
            <a:ext cx="26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468000" y="4693375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Arrange the digits 1 to 9 to make these inequalities true.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9" name="Google Shape;209;p20"/>
          <p:cNvGrpSpPr/>
          <p:nvPr/>
        </p:nvGrpSpPr>
        <p:grpSpPr>
          <a:xfrm>
            <a:off x="974533" y="5190323"/>
            <a:ext cx="2584624" cy="733752"/>
            <a:chOff x="1081900" y="1620000"/>
            <a:chExt cx="3804275" cy="1080000"/>
          </a:xfrm>
        </p:grpSpPr>
        <p:sp>
          <p:nvSpPr>
            <p:cNvPr id="210" name="Google Shape;210;p20"/>
            <p:cNvSpPr/>
            <p:nvPr/>
          </p:nvSpPr>
          <p:spPr>
            <a:xfrm>
              <a:off x="1081900" y="19398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" name="Google Shape;211;p20"/>
            <p:cNvSpPr/>
            <p:nvPr/>
          </p:nvSpPr>
          <p:spPr>
            <a:xfrm>
              <a:off x="1949875" y="16200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" name="Google Shape;212;p20"/>
            <p:cNvSpPr/>
            <p:nvPr/>
          </p:nvSpPr>
          <p:spPr>
            <a:xfrm>
              <a:off x="2750517" y="16200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3" name="Google Shape;213;p20"/>
            <p:cNvSpPr/>
            <p:nvPr/>
          </p:nvSpPr>
          <p:spPr>
            <a:xfrm>
              <a:off x="3551158" y="16200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4" name="Google Shape;214;p20"/>
            <p:cNvSpPr/>
            <p:nvPr/>
          </p:nvSpPr>
          <p:spPr>
            <a:xfrm>
              <a:off x="4351800" y="16200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" name="Google Shape;215;p20"/>
            <p:cNvSpPr/>
            <p:nvPr/>
          </p:nvSpPr>
          <p:spPr>
            <a:xfrm>
              <a:off x="1948438" y="22596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" name="Google Shape;216;p20"/>
            <p:cNvSpPr/>
            <p:nvPr/>
          </p:nvSpPr>
          <p:spPr>
            <a:xfrm>
              <a:off x="2749079" y="22596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" name="Google Shape;217;p20"/>
            <p:cNvSpPr/>
            <p:nvPr/>
          </p:nvSpPr>
          <p:spPr>
            <a:xfrm>
              <a:off x="3549721" y="22596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8" name="Google Shape;218;p20"/>
            <p:cNvSpPr/>
            <p:nvPr/>
          </p:nvSpPr>
          <p:spPr>
            <a:xfrm>
              <a:off x="4350363" y="225960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19" name="Google Shape;219;p20"/>
            <p:cNvCxnSpPr/>
            <p:nvPr/>
          </p:nvCxnSpPr>
          <p:spPr>
            <a:xfrm>
              <a:off x="1864750" y="2174825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" name="Google Shape;220;p20"/>
            <p:cNvCxnSpPr/>
            <p:nvPr/>
          </p:nvCxnSpPr>
          <p:spPr>
            <a:xfrm>
              <a:off x="2678725" y="2160000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" name="Google Shape;221;p20"/>
            <p:cNvCxnSpPr/>
            <p:nvPr/>
          </p:nvCxnSpPr>
          <p:spPr>
            <a:xfrm>
              <a:off x="3491100" y="2167413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" name="Google Shape;222;p20"/>
            <p:cNvCxnSpPr/>
            <p:nvPr/>
          </p:nvCxnSpPr>
          <p:spPr>
            <a:xfrm>
              <a:off x="4305075" y="2152588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3" name="Google Shape;223;p20"/>
            <p:cNvSpPr txBox="1"/>
            <p:nvPr/>
          </p:nvSpPr>
          <p:spPr>
            <a:xfrm>
              <a:off x="1601725" y="1968779"/>
              <a:ext cx="183600" cy="49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4" name="Google Shape;224;p20"/>
            <p:cNvSpPr txBox="1"/>
            <p:nvPr/>
          </p:nvSpPr>
          <p:spPr>
            <a:xfrm>
              <a:off x="2488835" y="1968779"/>
              <a:ext cx="183600" cy="49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" name="Google Shape;225;p20"/>
            <p:cNvSpPr txBox="1"/>
            <p:nvPr/>
          </p:nvSpPr>
          <p:spPr>
            <a:xfrm>
              <a:off x="3313698" y="1968779"/>
              <a:ext cx="183600" cy="49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6" name="Google Shape;226;p20"/>
            <p:cNvSpPr txBox="1"/>
            <p:nvPr/>
          </p:nvSpPr>
          <p:spPr>
            <a:xfrm>
              <a:off x="4120198" y="1968779"/>
              <a:ext cx="183600" cy="49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7" name="Google Shape;227;p20"/>
          <p:cNvGrpSpPr/>
          <p:nvPr/>
        </p:nvGrpSpPr>
        <p:grpSpPr>
          <a:xfrm>
            <a:off x="935860" y="6401859"/>
            <a:ext cx="2587648" cy="733752"/>
            <a:chOff x="1948450" y="3211950"/>
            <a:chExt cx="3808725" cy="1080000"/>
          </a:xfrm>
        </p:grpSpPr>
        <p:sp>
          <p:nvSpPr>
            <p:cNvPr id="228" name="Google Shape;228;p20"/>
            <p:cNvSpPr/>
            <p:nvPr/>
          </p:nvSpPr>
          <p:spPr>
            <a:xfrm>
              <a:off x="2033575" y="32119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9" name="Google Shape;229;p20"/>
            <p:cNvSpPr/>
            <p:nvPr/>
          </p:nvSpPr>
          <p:spPr>
            <a:xfrm>
              <a:off x="2834217" y="32119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" name="Google Shape;230;p20"/>
            <p:cNvSpPr/>
            <p:nvPr/>
          </p:nvSpPr>
          <p:spPr>
            <a:xfrm>
              <a:off x="3634858" y="32119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1" name="Google Shape;231;p20"/>
            <p:cNvSpPr/>
            <p:nvPr/>
          </p:nvSpPr>
          <p:spPr>
            <a:xfrm>
              <a:off x="4435500" y="32119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2" name="Google Shape;232;p20"/>
            <p:cNvSpPr/>
            <p:nvPr/>
          </p:nvSpPr>
          <p:spPr>
            <a:xfrm>
              <a:off x="2032138" y="38515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3" name="Google Shape;233;p20"/>
            <p:cNvSpPr/>
            <p:nvPr/>
          </p:nvSpPr>
          <p:spPr>
            <a:xfrm>
              <a:off x="2832779" y="38515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4" name="Google Shape;234;p20"/>
            <p:cNvSpPr/>
            <p:nvPr/>
          </p:nvSpPr>
          <p:spPr>
            <a:xfrm>
              <a:off x="3633421" y="38515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5" name="Google Shape;235;p20"/>
            <p:cNvSpPr/>
            <p:nvPr/>
          </p:nvSpPr>
          <p:spPr>
            <a:xfrm>
              <a:off x="4434063" y="38515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36" name="Google Shape;236;p20"/>
            <p:cNvCxnSpPr/>
            <p:nvPr/>
          </p:nvCxnSpPr>
          <p:spPr>
            <a:xfrm>
              <a:off x="1948450" y="3766775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" name="Google Shape;237;p20"/>
            <p:cNvCxnSpPr/>
            <p:nvPr/>
          </p:nvCxnSpPr>
          <p:spPr>
            <a:xfrm>
              <a:off x="2762425" y="3751950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8" name="Google Shape;238;p20"/>
            <p:cNvCxnSpPr/>
            <p:nvPr/>
          </p:nvCxnSpPr>
          <p:spPr>
            <a:xfrm>
              <a:off x="3574800" y="3759363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9" name="Google Shape;239;p20"/>
            <p:cNvCxnSpPr/>
            <p:nvPr/>
          </p:nvCxnSpPr>
          <p:spPr>
            <a:xfrm>
              <a:off x="4388775" y="3744538"/>
              <a:ext cx="581100" cy="0"/>
            </a:xfrm>
            <a:prstGeom prst="straightConnector1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0" name="Google Shape;240;p20"/>
            <p:cNvSpPr txBox="1"/>
            <p:nvPr/>
          </p:nvSpPr>
          <p:spPr>
            <a:xfrm>
              <a:off x="2572535" y="3560729"/>
              <a:ext cx="183600" cy="49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1" name="Google Shape;241;p20"/>
            <p:cNvSpPr txBox="1"/>
            <p:nvPr/>
          </p:nvSpPr>
          <p:spPr>
            <a:xfrm>
              <a:off x="3397398" y="3560729"/>
              <a:ext cx="183600" cy="49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2" name="Google Shape;242;p20"/>
            <p:cNvSpPr txBox="1"/>
            <p:nvPr/>
          </p:nvSpPr>
          <p:spPr>
            <a:xfrm>
              <a:off x="4203898" y="3560729"/>
              <a:ext cx="183600" cy="49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3" name="Google Shape;243;p20"/>
            <p:cNvSpPr/>
            <p:nvPr/>
          </p:nvSpPr>
          <p:spPr>
            <a:xfrm>
              <a:off x="5316775" y="3531750"/>
              <a:ext cx="440400" cy="440400"/>
            </a:xfrm>
            <a:prstGeom prst="rect">
              <a:avLst/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4" name="Google Shape;244;p20"/>
            <p:cNvSpPr txBox="1"/>
            <p:nvPr/>
          </p:nvSpPr>
          <p:spPr>
            <a:xfrm>
              <a:off x="5051523" y="3560729"/>
              <a:ext cx="183600" cy="49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5" name="Google Shape;245;p20"/>
          <p:cNvSpPr txBox="1"/>
          <p:nvPr/>
        </p:nvSpPr>
        <p:spPr>
          <a:xfrm>
            <a:off x="687300" y="5054933"/>
            <a:ext cx="44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690272" y="6113011"/>
            <a:ext cx="44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1569521" y="6362689"/>
            <a:ext cx="25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8" name="Google Shape;248;p20"/>
          <p:cNvSpPr txBox="1"/>
          <p:nvPr/>
        </p:nvSpPr>
        <p:spPr>
          <a:xfrm>
            <a:off x="986686" y="6798766"/>
            <a:ext cx="25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1565309" y="6807011"/>
            <a:ext cx="25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1036651" y="6349867"/>
            <a:ext cx="25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1589391" y="5167761"/>
            <a:ext cx="25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1562923" y="5590888"/>
            <a:ext cx="25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2115663" y="5167761"/>
            <a:ext cx="25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2097822" y="5590888"/>
            <a:ext cx="25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2676445" y="5167761"/>
            <a:ext cx="25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2649977" y="5590888"/>
            <a:ext cx="25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3202717" y="5167761"/>
            <a:ext cx="25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3184876" y="5590888"/>
            <a:ext cx="25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1036651" y="5379329"/>
            <a:ext cx="25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2121777" y="6798766"/>
            <a:ext cx="25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2119850" y="6375758"/>
            <a:ext cx="25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2670195" y="6379180"/>
            <a:ext cx="25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2643727" y="6802307"/>
            <a:ext cx="25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3291360" y="6590748"/>
            <a:ext cx="25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5" name="Google Shape;265;p20"/>
          <p:cNvSpPr txBox="1"/>
          <p:nvPr/>
        </p:nvSpPr>
        <p:spPr>
          <a:xfrm>
            <a:off x="4541848" y="8693158"/>
            <a:ext cx="238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Ranked: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Andeep, Lucas, Sam, Alex, Izzy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1}{12}&quot;&gt;&lt;mfrac&gt;&lt;mn&gt;11&lt;/mn&gt;&lt;mn&gt;12&lt;/mn&gt;&lt;/mfrac&gt;&lt;/math&gt;" id="266" name="Google Shape;266;p20" title="11 over 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073" y="7953480"/>
            <a:ext cx="158595" cy="2858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&quot;&gt;&lt;mfrac&gt;&lt;mn&gt;4&lt;/mn&gt;&lt;mn&gt;5&lt;/mn&gt;&lt;/mfrac&gt;&lt;/math&gt;" id="267" name="Google Shape;267;p20" title="four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0886" y="8340346"/>
            <a:ext cx="88458" cy="2864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268" name="Google Shape;268;p20" title="five six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69731" y="8764566"/>
            <a:ext cx="88458" cy="2896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8}{20}&quot;&gt;&lt;mfrac&gt;&lt;mn&gt;18&lt;/mn&gt;&lt;mn&gt;20&lt;/mn&gt;&lt;/mfrac&gt;&lt;/math&gt;" id="269" name="Google Shape;269;p20" title="18 over 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30953" y="9155313"/>
            <a:ext cx="158595" cy="2939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6}{30}&quot;&gt;&lt;mfrac&gt;&lt;mn&gt;26&lt;/mn&gt;&lt;mn&gt;30&lt;/mn&gt;&lt;/mfrac&gt;&lt;/math&gt;" id="270" name="Google Shape;270;p20" title="26 over 30"/>
          <p:cNvPicPr preferRelativeResize="0"/>
          <p:nvPr/>
        </p:nvPicPr>
        <p:blipFill rotWithShape="1">
          <a:blip r:embed="rId7">
            <a:alphaModFix/>
          </a:blip>
          <a:srcRect b="0" l="0" r="0" t="-3103"/>
          <a:stretch/>
        </p:blipFill>
        <p:spPr>
          <a:xfrm>
            <a:off x="1130953" y="9509297"/>
            <a:ext cx="158587" cy="34523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1" name="Google Shape;271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Problem solving with fractions and decimals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468000" y="2828000"/>
            <a:ext cx="6624000" cy="61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them in order from cheapest to most expensive.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have a £5.00 gift voucher but you won’t get any change.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therefore want to spend as close to £5.00 as possible.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can you buy?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 sandwich and a milkshake.  Total cost = £2.95 + £1.98 = £4.93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largest number of items you can buy with £5.00 and what are they?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 apple, a banana, a juice and a cupcake. 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Total cost =£0.77 + £0.76 + £1.54 + £1.58 = £4.65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468000" y="712375"/>
            <a:ext cx="66240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Solving problems with decimals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9" name="Google Shape;27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2576" y="1732918"/>
            <a:ext cx="584044" cy="463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5423" y="1460502"/>
            <a:ext cx="352447" cy="752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1748" y="1365777"/>
            <a:ext cx="361961" cy="846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82180" y="1526385"/>
            <a:ext cx="375269" cy="676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1"/>
          <p:cNvPicPr preferRelativeResize="0"/>
          <p:nvPr/>
        </p:nvPicPr>
        <p:blipFill rotWithShape="1">
          <a:blip r:embed="rId7">
            <a:alphaModFix/>
          </a:blip>
          <a:srcRect b="49904" l="42030" r="41996" t="8432"/>
          <a:stretch/>
        </p:blipFill>
        <p:spPr>
          <a:xfrm>
            <a:off x="468003" y="1648937"/>
            <a:ext cx="390840" cy="51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1"/>
          <p:cNvPicPr preferRelativeResize="0"/>
          <p:nvPr/>
        </p:nvPicPr>
        <p:blipFill rotWithShape="1">
          <a:blip r:embed="rId8">
            <a:alphaModFix/>
          </a:blip>
          <a:srcRect b="57667" l="2212" r="66924" t="-5457"/>
          <a:stretch/>
        </p:blipFill>
        <p:spPr>
          <a:xfrm>
            <a:off x="1353970" y="1585417"/>
            <a:ext cx="536325" cy="685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1"/>
          <p:cNvPicPr preferRelativeResize="0"/>
          <p:nvPr/>
        </p:nvPicPr>
        <p:blipFill rotWithShape="1">
          <a:blip r:embed="rId9">
            <a:alphaModFix/>
          </a:blip>
          <a:srcRect b="13152" l="15915" r="22420" t="16961"/>
          <a:stretch/>
        </p:blipFill>
        <p:spPr>
          <a:xfrm>
            <a:off x="3232998" y="1525053"/>
            <a:ext cx="654056" cy="74131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1"/>
          <p:cNvSpPr/>
          <p:nvPr/>
        </p:nvSpPr>
        <p:spPr>
          <a:xfrm rot="6517988">
            <a:off x="821321" y="2003075"/>
            <a:ext cx="234385" cy="723274"/>
          </a:xfrm>
          <a:prstGeom prst="flowChartOffpageConnector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 rot="1077059">
            <a:off x="763731" y="2279476"/>
            <a:ext cx="584030" cy="184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£1.58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/>
          <p:nvPr/>
        </p:nvSpPr>
        <p:spPr>
          <a:xfrm rot="6517988">
            <a:off x="1742489" y="2040318"/>
            <a:ext cx="234385" cy="723274"/>
          </a:xfrm>
          <a:prstGeom prst="flowChartOffpageConnector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 rot="1077059">
            <a:off x="1684900" y="2316719"/>
            <a:ext cx="584030" cy="184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£0.77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/>
          <p:nvPr/>
        </p:nvSpPr>
        <p:spPr>
          <a:xfrm rot="6517988">
            <a:off x="2663658" y="2083421"/>
            <a:ext cx="234385" cy="723274"/>
          </a:xfrm>
          <a:prstGeom prst="flowChartOffpageConnector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 rot="1077059">
            <a:off x="2606068" y="2359822"/>
            <a:ext cx="584030" cy="184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£1.95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/>
          <p:nvPr/>
        </p:nvSpPr>
        <p:spPr>
          <a:xfrm rot="6517988">
            <a:off x="3692005" y="2092727"/>
            <a:ext cx="234385" cy="723274"/>
          </a:xfrm>
          <a:prstGeom prst="flowChartOffpageConnector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 rot="1077059">
            <a:off x="3634415" y="2369128"/>
            <a:ext cx="584030" cy="184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£0.76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/>
          <p:nvPr/>
        </p:nvSpPr>
        <p:spPr>
          <a:xfrm rot="6517988">
            <a:off x="4736040" y="2092727"/>
            <a:ext cx="234385" cy="723274"/>
          </a:xfrm>
          <a:prstGeom prst="flowChartOffpageConnector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 rot="1077059">
            <a:off x="4678450" y="2369128"/>
            <a:ext cx="584030" cy="184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£1.54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/>
          <p:nvPr/>
        </p:nvSpPr>
        <p:spPr>
          <a:xfrm rot="6517988">
            <a:off x="5635846" y="2092727"/>
            <a:ext cx="234385" cy="723274"/>
          </a:xfrm>
          <a:prstGeom prst="flowChartOffpageConnector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 rot="1077059">
            <a:off x="5578256" y="2369128"/>
            <a:ext cx="584030" cy="184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£2.95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/>
          <p:nvPr/>
        </p:nvSpPr>
        <p:spPr>
          <a:xfrm rot="6517988">
            <a:off x="6551340" y="2114041"/>
            <a:ext cx="234385" cy="723274"/>
          </a:xfrm>
          <a:prstGeom prst="flowChartOffpageConnector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 rot="1077059">
            <a:off x="6493750" y="2390442"/>
            <a:ext cx="584030" cy="184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£1.98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468000" y="1028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are the prices of some items in a cafe.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1" name="Google Shape;301;p21"/>
          <p:cNvPicPr preferRelativeResize="0"/>
          <p:nvPr/>
        </p:nvPicPr>
        <p:blipFill rotWithShape="1">
          <a:blip r:embed="rId9">
            <a:alphaModFix/>
          </a:blip>
          <a:srcRect b="13152" l="15915" r="22420" t="16961"/>
          <a:stretch/>
        </p:blipFill>
        <p:spPr>
          <a:xfrm>
            <a:off x="1590703" y="3297124"/>
            <a:ext cx="581424" cy="658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1"/>
          <p:cNvPicPr preferRelativeResize="0"/>
          <p:nvPr/>
        </p:nvPicPr>
        <p:blipFill rotWithShape="1">
          <a:blip r:embed="rId8">
            <a:alphaModFix/>
          </a:blip>
          <a:srcRect b="57667" l="2212" r="66924" t="-5457"/>
          <a:stretch/>
        </p:blipFill>
        <p:spPr>
          <a:xfrm>
            <a:off x="2419643" y="3321817"/>
            <a:ext cx="476769" cy="609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43928" y="3368525"/>
            <a:ext cx="333596" cy="600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1"/>
          <p:cNvPicPr preferRelativeResize="0"/>
          <p:nvPr/>
        </p:nvPicPr>
        <p:blipFill rotWithShape="1">
          <a:blip r:embed="rId7">
            <a:alphaModFix/>
          </a:blip>
          <a:srcRect b="49904" l="42030" r="41996" t="8432"/>
          <a:stretch/>
        </p:blipFill>
        <p:spPr>
          <a:xfrm>
            <a:off x="3725040" y="3440691"/>
            <a:ext cx="347438" cy="456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9995" y="3334606"/>
            <a:ext cx="313309" cy="668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0820" y="3292822"/>
            <a:ext cx="321767" cy="75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0103" y="3462878"/>
            <a:ext cx="519189" cy="41224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8" name="Google Shape;308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9" name="Google Shape;309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15" name="Google Shape;315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fractions and decimals</a:t>
            </a:r>
            <a:endParaRPr/>
          </a:p>
        </p:txBody>
      </p:sp>
      <p:sp>
        <p:nvSpPr>
          <p:cNvPr id="316" name="Google Shape;316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18" name="Google Shape;318;p22"/>
          <p:cNvSpPr txBox="1"/>
          <p:nvPr/>
        </p:nvSpPr>
        <p:spPr>
          <a:xfrm>
            <a:off x="468000" y="1059450"/>
            <a:ext cx="66240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length of ribbon needed for cushions with these dimensions. (All dimensions are in metres)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2"/>
          <p:cNvSpPr txBox="1"/>
          <p:nvPr/>
        </p:nvSpPr>
        <p:spPr>
          <a:xfrm>
            <a:off x="468000" y="722256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Solving problems with fractions and decimals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20" name="Google Shape;320;p22"/>
          <p:cNvGraphicFramePr/>
          <p:nvPr/>
        </p:nvGraphicFramePr>
        <p:xfrm>
          <a:off x="468000" y="1549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{67B83A50-AB9F-4621-AF12-2AE80239883D}</a:tableStyleId>
              </a:tblPr>
              <a:tblGrid>
                <a:gridCol w="892225"/>
                <a:gridCol w="1047950"/>
                <a:gridCol w="1152450"/>
                <a:gridCol w="2258200"/>
                <a:gridCol w="1273200"/>
              </a:tblGrid>
              <a:tr h="724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Width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Converted length / width 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needed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/>
                </a:tc>
              </a:tr>
              <a:tr h="33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0.45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E.g. 2(0.64 + 0.45)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2.18 m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54000" marR="91425" marL="91425"/>
                </a:tc>
              </a:tr>
              <a:tr h="33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1.38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0.6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E.g. 2(1.38 + 0.6)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3.96 m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54000" marR="91425" marL="91425"/>
                </a:tc>
              </a:tr>
              <a:tr h="33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0.12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E.g. 2(0.15 + 0.12)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0.54 m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54000" marR="91425" marL="91425"/>
                </a:tc>
              </a:tr>
              <a:tr h="33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0.35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E.g. 2(0.35 + 1.07)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2.84 m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54000" marR="91425" marL="91425"/>
                </a:tc>
              </a:tr>
              <a:tr h="33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0.875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E.g. 2(0.875 + 0.97)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3.69 m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54000" marR="91425" marL="91425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7}{8}&quot;&gt;&lt;mfrac&gt;&lt;mn&gt;7&lt;/mn&gt;&lt;mn&gt;8&lt;/mn&gt;&lt;/mfrac&gt;&lt;/math&gt;" id="321" name="Google Shape;321;p22" title="seven eigh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617" y="3678704"/>
            <a:ext cx="70656" cy="2338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322" name="Google Shape;322;p22" title="three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4972" y="2669881"/>
            <a:ext cx="72565" cy="233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5}&quot;&gt;&lt;mfrac&gt;&lt;mn&gt;3&lt;/mn&gt;&lt;mn&gt;25&lt;/mn&gt;&lt;/mfrac&gt;&lt;/math&gt;" id="323" name="Google Shape;323;p22" title="3 over 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37333" y="3013190"/>
            <a:ext cx="127850" cy="2332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&quot;&gt;&lt;mfrac&gt;&lt;mn&gt;7&lt;/mn&gt;&lt;mn&gt;20&lt;/mn&gt;&lt;/mfrac&gt;&lt;/math&gt;" id="324" name="Google Shape;324;p22" title="7 over 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9024" y="3330964"/>
            <a:ext cx="127850" cy="2338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20}&quot;&gt;&lt;mfrac&gt;&lt;mn&gt;9&lt;/mn&gt;&lt;mn&gt;20&lt;/mn&gt;&lt;/mfrac&gt;&lt;/math&gt;" id="325" name="Google Shape;325;p22" title="9 over 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52164" y="2337662"/>
            <a:ext cx="103264" cy="191393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2"/>
          <p:cNvSpPr txBox="1"/>
          <p:nvPr/>
        </p:nvSpPr>
        <p:spPr>
          <a:xfrm>
            <a:off x="468000" y="4113550"/>
            <a:ext cx="66240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 A stopwatch measures time in minutes and seconds: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2"/>
          <p:cNvSpPr txBox="1"/>
          <p:nvPr/>
        </p:nvSpPr>
        <p:spPr>
          <a:xfrm>
            <a:off x="3780000" y="7367575"/>
            <a:ext cx="3312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20:30 is closer to        minutes (as this would be 20:20).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8" name="Google Shape;328;p22"/>
          <p:cNvSpPr txBox="1"/>
          <p:nvPr/>
        </p:nvSpPr>
        <p:spPr>
          <a:xfrm>
            <a:off x="3879622" y="6576165"/>
            <a:ext cx="403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20:30 is exactly equal to        minutes.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9" name="Google Shape;329;p22"/>
          <p:cNvSpPr txBox="1"/>
          <p:nvPr/>
        </p:nvSpPr>
        <p:spPr>
          <a:xfrm>
            <a:off x="3016475" y="6106988"/>
            <a:ext cx="4234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It is 12 seconds more than 20.3 minutes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0" name="Google Shape;330;p22"/>
          <p:cNvSpPr txBox="1"/>
          <p:nvPr/>
        </p:nvSpPr>
        <p:spPr>
          <a:xfrm>
            <a:off x="3016475" y="5042374"/>
            <a:ext cx="450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It is 20 seconds more than 20.5 minutes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331" name="Google Shape;331;p22"/>
          <p:cNvGrpSpPr/>
          <p:nvPr/>
        </p:nvGrpSpPr>
        <p:grpSpPr>
          <a:xfrm>
            <a:off x="909088" y="4508820"/>
            <a:ext cx="1854438" cy="575996"/>
            <a:chOff x="334351" y="963160"/>
            <a:chExt cx="2295381" cy="776275"/>
          </a:xfrm>
        </p:grpSpPr>
        <p:pic>
          <p:nvPicPr>
            <p:cNvPr id="332" name="Google Shape;332;p22"/>
            <p:cNvPicPr preferRelativeResize="0"/>
            <p:nvPr/>
          </p:nvPicPr>
          <p:blipFill rotWithShape="1">
            <a:blip r:embed="rId8">
              <a:alphaModFix/>
            </a:blip>
            <a:srcRect b="86106" l="0" r="57452" t="0"/>
            <a:stretch/>
          </p:blipFill>
          <p:spPr>
            <a:xfrm>
              <a:off x="428132" y="963160"/>
              <a:ext cx="368025" cy="104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3" name="Google Shape;333;p22"/>
            <p:cNvPicPr preferRelativeResize="0"/>
            <p:nvPr/>
          </p:nvPicPr>
          <p:blipFill rotWithShape="1">
            <a:blip r:embed="rId8">
              <a:alphaModFix/>
            </a:blip>
            <a:srcRect b="40626" l="0" r="57452" t="41687"/>
            <a:stretch/>
          </p:blipFill>
          <p:spPr>
            <a:xfrm>
              <a:off x="428132" y="1277460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4" name="Google Shape;334;p22"/>
            <p:cNvPicPr preferRelativeResize="0"/>
            <p:nvPr/>
          </p:nvPicPr>
          <p:blipFill rotWithShape="1">
            <a:blip r:embed="rId8">
              <a:alphaModFix/>
            </a:blip>
            <a:srcRect b="-2964" l="0" r="57452" t="85277"/>
            <a:stretch/>
          </p:blipFill>
          <p:spPr>
            <a:xfrm>
              <a:off x="428132" y="1606085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5" name="Google Shape;335;p22"/>
            <p:cNvPicPr preferRelativeResize="0"/>
            <p:nvPr/>
          </p:nvPicPr>
          <p:blipFill rotWithShape="1">
            <a:blip r:embed="rId8">
              <a:alphaModFix/>
            </a:blip>
            <a:srcRect b="0" l="46951" r="35979" t="49266"/>
            <a:stretch/>
          </p:blipFill>
          <p:spPr>
            <a:xfrm>
              <a:off x="334351" y="13346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6" name="Google Shape;336;p22"/>
            <p:cNvPicPr preferRelativeResize="0"/>
            <p:nvPr/>
          </p:nvPicPr>
          <p:blipFill rotWithShape="1">
            <a:blip r:embed="rId8">
              <a:alphaModFix/>
            </a:blip>
            <a:srcRect b="49266" l="87144" r="-4214" t="0"/>
            <a:stretch/>
          </p:blipFill>
          <p:spPr>
            <a:xfrm>
              <a:off x="729482" y="963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7" name="Google Shape;337;p22"/>
            <p:cNvPicPr preferRelativeResize="0"/>
            <p:nvPr/>
          </p:nvPicPr>
          <p:blipFill rotWithShape="1">
            <a:blip r:embed="rId8">
              <a:alphaModFix/>
            </a:blip>
            <a:srcRect b="86106" l="0" r="57452" t="0"/>
            <a:stretch/>
          </p:blipFill>
          <p:spPr>
            <a:xfrm>
              <a:off x="961532" y="963160"/>
              <a:ext cx="368025" cy="104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8" name="Google Shape;338;p22"/>
            <p:cNvPicPr preferRelativeResize="0"/>
            <p:nvPr/>
          </p:nvPicPr>
          <p:blipFill rotWithShape="1">
            <a:blip r:embed="rId8">
              <a:alphaModFix/>
            </a:blip>
            <a:srcRect b="49266" l="46951" r="35979" t="0"/>
            <a:stretch/>
          </p:blipFill>
          <p:spPr>
            <a:xfrm>
              <a:off x="867751" y="963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22"/>
            <p:cNvPicPr preferRelativeResize="0"/>
            <p:nvPr/>
          </p:nvPicPr>
          <p:blipFill rotWithShape="1">
            <a:blip r:embed="rId8">
              <a:alphaModFix/>
            </a:blip>
            <a:srcRect b="0" l="87144" r="-4214" t="49266"/>
            <a:stretch/>
          </p:blipFill>
          <p:spPr>
            <a:xfrm>
              <a:off x="1262882" y="13346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0" name="Google Shape;340;p22"/>
            <p:cNvPicPr preferRelativeResize="0"/>
            <p:nvPr/>
          </p:nvPicPr>
          <p:blipFill rotWithShape="1">
            <a:blip r:embed="rId8">
              <a:alphaModFix/>
            </a:blip>
            <a:srcRect b="-2964" l="0" r="57452" t="85277"/>
            <a:stretch/>
          </p:blipFill>
          <p:spPr>
            <a:xfrm>
              <a:off x="961532" y="1606085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" name="Google Shape;341;p22"/>
            <p:cNvPicPr preferRelativeResize="0"/>
            <p:nvPr/>
          </p:nvPicPr>
          <p:blipFill rotWithShape="1">
            <a:blip r:embed="rId8">
              <a:alphaModFix/>
            </a:blip>
            <a:srcRect b="0" l="46951" r="35979" t="49266"/>
            <a:stretch/>
          </p:blipFill>
          <p:spPr>
            <a:xfrm>
              <a:off x="867751" y="13346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2" name="Google Shape;342;p22"/>
            <p:cNvPicPr preferRelativeResize="0"/>
            <p:nvPr/>
          </p:nvPicPr>
          <p:blipFill rotWithShape="1">
            <a:blip r:embed="rId8">
              <a:alphaModFix/>
            </a:blip>
            <a:srcRect b="49266" l="87144" r="-4214" t="0"/>
            <a:stretch/>
          </p:blipFill>
          <p:spPr>
            <a:xfrm>
              <a:off x="1262882" y="963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3" name="Google Shape;343;p22"/>
            <p:cNvPicPr preferRelativeResize="0"/>
            <p:nvPr/>
          </p:nvPicPr>
          <p:blipFill rotWithShape="1">
            <a:blip r:embed="rId8">
              <a:alphaModFix/>
            </a:blip>
            <a:srcRect b="86106" l="0" r="57452" t="0"/>
            <a:stretch/>
          </p:blipFill>
          <p:spPr>
            <a:xfrm>
              <a:off x="1647332" y="963160"/>
              <a:ext cx="368025" cy="104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4" name="Google Shape;344;p22"/>
            <p:cNvPicPr preferRelativeResize="0"/>
            <p:nvPr/>
          </p:nvPicPr>
          <p:blipFill rotWithShape="1">
            <a:blip r:embed="rId8">
              <a:alphaModFix/>
            </a:blip>
            <a:srcRect b="49266" l="46951" r="35979" t="0"/>
            <a:stretch/>
          </p:blipFill>
          <p:spPr>
            <a:xfrm>
              <a:off x="1553551" y="963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5" name="Google Shape;345;p22"/>
            <p:cNvPicPr preferRelativeResize="0"/>
            <p:nvPr/>
          </p:nvPicPr>
          <p:blipFill rotWithShape="1">
            <a:blip r:embed="rId8">
              <a:alphaModFix/>
            </a:blip>
            <a:srcRect b="0" l="87144" r="-4214" t="49266"/>
            <a:stretch/>
          </p:blipFill>
          <p:spPr>
            <a:xfrm>
              <a:off x="1948682" y="13346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6" name="Google Shape;346;p22"/>
            <p:cNvPicPr preferRelativeResize="0"/>
            <p:nvPr/>
          </p:nvPicPr>
          <p:blipFill rotWithShape="1">
            <a:blip r:embed="rId8">
              <a:alphaModFix/>
            </a:blip>
            <a:srcRect b="40626" l="0" r="57452" t="41687"/>
            <a:stretch/>
          </p:blipFill>
          <p:spPr>
            <a:xfrm>
              <a:off x="1647332" y="1277460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7" name="Google Shape;347;p22"/>
            <p:cNvPicPr preferRelativeResize="0"/>
            <p:nvPr/>
          </p:nvPicPr>
          <p:blipFill rotWithShape="1">
            <a:blip r:embed="rId8">
              <a:alphaModFix/>
            </a:blip>
            <a:srcRect b="-2964" l="0" r="57452" t="85277"/>
            <a:stretch/>
          </p:blipFill>
          <p:spPr>
            <a:xfrm>
              <a:off x="1647332" y="1606085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8" name="Google Shape;348;p22"/>
            <p:cNvPicPr preferRelativeResize="0"/>
            <p:nvPr/>
          </p:nvPicPr>
          <p:blipFill rotWithShape="1">
            <a:blip r:embed="rId8">
              <a:alphaModFix/>
            </a:blip>
            <a:srcRect b="86106" l="0" r="57452" t="0"/>
            <a:stretch/>
          </p:blipFill>
          <p:spPr>
            <a:xfrm>
              <a:off x="2180732" y="963160"/>
              <a:ext cx="368025" cy="104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" name="Google Shape;349;p22"/>
            <p:cNvPicPr preferRelativeResize="0"/>
            <p:nvPr/>
          </p:nvPicPr>
          <p:blipFill rotWithShape="1">
            <a:blip r:embed="rId8">
              <a:alphaModFix/>
            </a:blip>
            <a:srcRect b="49266" l="46951" r="35979" t="0"/>
            <a:stretch/>
          </p:blipFill>
          <p:spPr>
            <a:xfrm>
              <a:off x="2086951" y="963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0" name="Google Shape;350;p22"/>
            <p:cNvPicPr preferRelativeResize="0"/>
            <p:nvPr/>
          </p:nvPicPr>
          <p:blipFill rotWithShape="1">
            <a:blip r:embed="rId8">
              <a:alphaModFix/>
            </a:blip>
            <a:srcRect b="0" l="87144" r="-4214" t="49266"/>
            <a:stretch/>
          </p:blipFill>
          <p:spPr>
            <a:xfrm>
              <a:off x="2482082" y="13346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1" name="Google Shape;351;p22"/>
            <p:cNvPicPr preferRelativeResize="0"/>
            <p:nvPr/>
          </p:nvPicPr>
          <p:blipFill rotWithShape="1">
            <a:blip r:embed="rId8">
              <a:alphaModFix/>
            </a:blip>
            <a:srcRect b="-2964" l="0" r="57452" t="85277"/>
            <a:stretch/>
          </p:blipFill>
          <p:spPr>
            <a:xfrm>
              <a:off x="2180732" y="1606085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2" name="Google Shape;352;p22"/>
            <p:cNvPicPr preferRelativeResize="0"/>
            <p:nvPr/>
          </p:nvPicPr>
          <p:blipFill rotWithShape="1">
            <a:blip r:embed="rId8">
              <a:alphaModFix/>
            </a:blip>
            <a:srcRect b="0" l="46951" r="35979" t="49266"/>
            <a:stretch/>
          </p:blipFill>
          <p:spPr>
            <a:xfrm>
              <a:off x="2086951" y="13346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3" name="Google Shape;353;p22"/>
            <p:cNvPicPr preferRelativeResize="0"/>
            <p:nvPr/>
          </p:nvPicPr>
          <p:blipFill rotWithShape="1">
            <a:blip r:embed="rId8">
              <a:alphaModFix/>
            </a:blip>
            <a:srcRect b="49266" l="87144" r="-4214" t="0"/>
            <a:stretch/>
          </p:blipFill>
          <p:spPr>
            <a:xfrm>
              <a:off x="2482082" y="963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4" name="Google Shape;354;p22"/>
            <p:cNvSpPr/>
            <p:nvPr/>
          </p:nvSpPr>
          <p:spPr>
            <a:xfrm>
              <a:off x="1429695" y="1137181"/>
              <a:ext cx="104700" cy="10470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2"/>
            <p:cNvSpPr/>
            <p:nvPr/>
          </p:nvSpPr>
          <p:spPr>
            <a:xfrm>
              <a:off x="1429695" y="1441981"/>
              <a:ext cx="104700" cy="10470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6" name="Google Shape;356;p22"/>
          <p:cNvGrpSpPr/>
          <p:nvPr/>
        </p:nvGrpSpPr>
        <p:grpSpPr>
          <a:xfrm>
            <a:off x="927486" y="5485014"/>
            <a:ext cx="1808072" cy="575996"/>
            <a:chOff x="334363" y="1934710"/>
            <a:chExt cx="2295381" cy="776275"/>
          </a:xfrm>
        </p:grpSpPr>
        <p:pic>
          <p:nvPicPr>
            <p:cNvPr id="357" name="Google Shape;357;p22"/>
            <p:cNvPicPr preferRelativeResize="0"/>
            <p:nvPr/>
          </p:nvPicPr>
          <p:blipFill rotWithShape="1">
            <a:blip r:embed="rId8">
              <a:alphaModFix/>
            </a:blip>
            <a:srcRect b="86106" l="0" r="57452" t="0"/>
            <a:stretch/>
          </p:blipFill>
          <p:spPr>
            <a:xfrm>
              <a:off x="428145" y="1934710"/>
              <a:ext cx="368025" cy="104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" name="Google Shape;358;p22"/>
            <p:cNvPicPr preferRelativeResize="0"/>
            <p:nvPr/>
          </p:nvPicPr>
          <p:blipFill rotWithShape="1">
            <a:blip r:embed="rId8">
              <a:alphaModFix/>
            </a:blip>
            <a:srcRect b="40626" l="0" r="57452" t="41687"/>
            <a:stretch/>
          </p:blipFill>
          <p:spPr>
            <a:xfrm>
              <a:off x="428145" y="2249010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9" name="Google Shape;359;p22"/>
            <p:cNvPicPr preferRelativeResize="0"/>
            <p:nvPr/>
          </p:nvPicPr>
          <p:blipFill rotWithShape="1">
            <a:blip r:embed="rId8">
              <a:alphaModFix/>
            </a:blip>
            <a:srcRect b="-2964" l="0" r="57452" t="85277"/>
            <a:stretch/>
          </p:blipFill>
          <p:spPr>
            <a:xfrm>
              <a:off x="428145" y="2577635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0" name="Google Shape;360;p22"/>
            <p:cNvPicPr preferRelativeResize="0"/>
            <p:nvPr/>
          </p:nvPicPr>
          <p:blipFill rotWithShape="1">
            <a:blip r:embed="rId8">
              <a:alphaModFix/>
            </a:blip>
            <a:srcRect b="0" l="46951" r="35979" t="49266"/>
            <a:stretch/>
          </p:blipFill>
          <p:spPr>
            <a:xfrm>
              <a:off x="334363" y="2306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1" name="Google Shape;361;p22"/>
            <p:cNvPicPr preferRelativeResize="0"/>
            <p:nvPr/>
          </p:nvPicPr>
          <p:blipFill rotWithShape="1">
            <a:blip r:embed="rId8">
              <a:alphaModFix/>
            </a:blip>
            <a:srcRect b="49266" l="87144" r="-4214" t="0"/>
            <a:stretch/>
          </p:blipFill>
          <p:spPr>
            <a:xfrm>
              <a:off x="729495" y="19347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" name="Google Shape;362;p22"/>
            <p:cNvPicPr preferRelativeResize="0"/>
            <p:nvPr/>
          </p:nvPicPr>
          <p:blipFill rotWithShape="1">
            <a:blip r:embed="rId8">
              <a:alphaModFix/>
            </a:blip>
            <a:srcRect b="86106" l="0" r="57452" t="0"/>
            <a:stretch/>
          </p:blipFill>
          <p:spPr>
            <a:xfrm>
              <a:off x="961545" y="1934710"/>
              <a:ext cx="368025" cy="104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" name="Google Shape;363;p22"/>
            <p:cNvPicPr preferRelativeResize="0"/>
            <p:nvPr/>
          </p:nvPicPr>
          <p:blipFill rotWithShape="1">
            <a:blip r:embed="rId8">
              <a:alphaModFix/>
            </a:blip>
            <a:srcRect b="49266" l="46951" r="35979" t="0"/>
            <a:stretch/>
          </p:blipFill>
          <p:spPr>
            <a:xfrm>
              <a:off x="867763" y="19347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4" name="Google Shape;364;p22"/>
            <p:cNvPicPr preferRelativeResize="0"/>
            <p:nvPr/>
          </p:nvPicPr>
          <p:blipFill rotWithShape="1">
            <a:blip r:embed="rId8">
              <a:alphaModFix/>
            </a:blip>
            <a:srcRect b="0" l="87144" r="-4214" t="49266"/>
            <a:stretch/>
          </p:blipFill>
          <p:spPr>
            <a:xfrm>
              <a:off x="1262895" y="2306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5" name="Google Shape;365;p22"/>
            <p:cNvPicPr preferRelativeResize="0"/>
            <p:nvPr/>
          </p:nvPicPr>
          <p:blipFill rotWithShape="1">
            <a:blip r:embed="rId8">
              <a:alphaModFix/>
            </a:blip>
            <a:srcRect b="-2964" l="0" r="57452" t="85277"/>
            <a:stretch/>
          </p:blipFill>
          <p:spPr>
            <a:xfrm>
              <a:off x="961545" y="2577635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6" name="Google Shape;366;p22"/>
            <p:cNvPicPr preferRelativeResize="0"/>
            <p:nvPr/>
          </p:nvPicPr>
          <p:blipFill rotWithShape="1">
            <a:blip r:embed="rId8">
              <a:alphaModFix/>
            </a:blip>
            <a:srcRect b="0" l="46951" r="35979" t="49266"/>
            <a:stretch/>
          </p:blipFill>
          <p:spPr>
            <a:xfrm>
              <a:off x="867763" y="2306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7" name="Google Shape;367;p22"/>
            <p:cNvPicPr preferRelativeResize="0"/>
            <p:nvPr/>
          </p:nvPicPr>
          <p:blipFill rotWithShape="1">
            <a:blip r:embed="rId8">
              <a:alphaModFix/>
            </a:blip>
            <a:srcRect b="49266" l="87144" r="-4214" t="0"/>
            <a:stretch/>
          </p:blipFill>
          <p:spPr>
            <a:xfrm>
              <a:off x="1262895" y="19347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8" name="Google Shape;368;p22"/>
            <p:cNvPicPr preferRelativeResize="0"/>
            <p:nvPr/>
          </p:nvPicPr>
          <p:blipFill rotWithShape="1">
            <a:blip r:embed="rId8">
              <a:alphaModFix/>
            </a:blip>
            <a:srcRect b="86106" l="0" r="57452" t="0"/>
            <a:stretch/>
          </p:blipFill>
          <p:spPr>
            <a:xfrm>
              <a:off x="1647345" y="1934710"/>
              <a:ext cx="368025" cy="104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22"/>
            <p:cNvPicPr preferRelativeResize="0"/>
            <p:nvPr/>
          </p:nvPicPr>
          <p:blipFill rotWithShape="1">
            <a:blip r:embed="rId8">
              <a:alphaModFix/>
            </a:blip>
            <a:srcRect b="0" l="87144" r="-4214" t="49266"/>
            <a:stretch/>
          </p:blipFill>
          <p:spPr>
            <a:xfrm>
              <a:off x="1948695" y="2306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22"/>
            <p:cNvPicPr preferRelativeResize="0"/>
            <p:nvPr/>
          </p:nvPicPr>
          <p:blipFill rotWithShape="1">
            <a:blip r:embed="rId8">
              <a:alphaModFix/>
            </a:blip>
            <a:srcRect b="40626" l="0" r="57452" t="41687"/>
            <a:stretch/>
          </p:blipFill>
          <p:spPr>
            <a:xfrm>
              <a:off x="1647345" y="2249010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1" name="Google Shape;371;p22"/>
            <p:cNvPicPr preferRelativeResize="0"/>
            <p:nvPr/>
          </p:nvPicPr>
          <p:blipFill rotWithShape="1">
            <a:blip r:embed="rId8">
              <a:alphaModFix/>
            </a:blip>
            <a:srcRect b="-2964" l="0" r="57452" t="85277"/>
            <a:stretch/>
          </p:blipFill>
          <p:spPr>
            <a:xfrm>
              <a:off x="1647345" y="2577635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2" name="Google Shape;372;p22"/>
            <p:cNvPicPr preferRelativeResize="0"/>
            <p:nvPr/>
          </p:nvPicPr>
          <p:blipFill rotWithShape="1">
            <a:blip r:embed="rId8">
              <a:alphaModFix/>
            </a:blip>
            <a:srcRect b="49266" l="87144" r="-4214" t="0"/>
            <a:stretch/>
          </p:blipFill>
          <p:spPr>
            <a:xfrm>
              <a:off x="1948695" y="19347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p22"/>
            <p:cNvPicPr preferRelativeResize="0"/>
            <p:nvPr/>
          </p:nvPicPr>
          <p:blipFill rotWithShape="1">
            <a:blip r:embed="rId8">
              <a:alphaModFix/>
            </a:blip>
            <a:srcRect b="86106" l="0" r="57452" t="0"/>
            <a:stretch/>
          </p:blipFill>
          <p:spPr>
            <a:xfrm>
              <a:off x="2180745" y="1934710"/>
              <a:ext cx="368025" cy="104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4" name="Google Shape;374;p22"/>
            <p:cNvPicPr preferRelativeResize="0"/>
            <p:nvPr/>
          </p:nvPicPr>
          <p:blipFill rotWithShape="1">
            <a:blip r:embed="rId8">
              <a:alphaModFix/>
            </a:blip>
            <a:srcRect b="49266" l="46951" r="35979" t="0"/>
            <a:stretch/>
          </p:blipFill>
          <p:spPr>
            <a:xfrm>
              <a:off x="2086963" y="19347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5" name="Google Shape;375;p22"/>
            <p:cNvPicPr preferRelativeResize="0"/>
            <p:nvPr/>
          </p:nvPicPr>
          <p:blipFill rotWithShape="1">
            <a:blip r:embed="rId8">
              <a:alphaModFix/>
            </a:blip>
            <a:srcRect b="0" l="87144" r="-4214" t="49266"/>
            <a:stretch/>
          </p:blipFill>
          <p:spPr>
            <a:xfrm>
              <a:off x="2482095" y="2306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6" name="Google Shape;376;p22"/>
            <p:cNvPicPr preferRelativeResize="0"/>
            <p:nvPr/>
          </p:nvPicPr>
          <p:blipFill rotWithShape="1">
            <a:blip r:embed="rId8">
              <a:alphaModFix/>
            </a:blip>
            <a:srcRect b="-2964" l="0" r="57452" t="85277"/>
            <a:stretch/>
          </p:blipFill>
          <p:spPr>
            <a:xfrm>
              <a:off x="2180745" y="2577635"/>
              <a:ext cx="368025" cy="13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7" name="Google Shape;377;p22"/>
            <p:cNvPicPr preferRelativeResize="0"/>
            <p:nvPr/>
          </p:nvPicPr>
          <p:blipFill rotWithShape="1">
            <a:blip r:embed="rId8">
              <a:alphaModFix/>
            </a:blip>
            <a:srcRect b="0" l="46951" r="35979" t="49266"/>
            <a:stretch/>
          </p:blipFill>
          <p:spPr>
            <a:xfrm>
              <a:off x="2086963" y="230616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8" name="Google Shape;378;p22"/>
            <p:cNvPicPr preferRelativeResize="0"/>
            <p:nvPr/>
          </p:nvPicPr>
          <p:blipFill rotWithShape="1">
            <a:blip r:embed="rId8">
              <a:alphaModFix/>
            </a:blip>
            <a:srcRect b="49266" l="87144" r="-4214" t="0"/>
            <a:stretch/>
          </p:blipFill>
          <p:spPr>
            <a:xfrm>
              <a:off x="2482095" y="1934710"/>
              <a:ext cx="147650" cy="382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9" name="Google Shape;379;p22"/>
            <p:cNvSpPr/>
            <p:nvPr/>
          </p:nvSpPr>
          <p:spPr>
            <a:xfrm>
              <a:off x="1429707" y="2108731"/>
              <a:ext cx="104700" cy="10470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2"/>
            <p:cNvSpPr/>
            <p:nvPr/>
          </p:nvSpPr>
          <p:spPr>
            <a:xfrm>
              <a:off x="1429707" y="2413531"/>
              <a:ext cx="104700" cy="10470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1" name="Google Shape;381;p22"/>
          <p:cNvSpPr txBox="1"/>
          <p:nvPr/>
        </p:nvSpPr>
        <p:spPr>
          <a:xfrm>
            <a:off x="3016475" y="4466975"/>
            <a:ext cx="47214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Is this more or less than 20.5 minutes?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By how much?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22"/>
          <p:cNvSpPr txBox="1"/>
          <p:nvPr/>
        </p:nvSpPr>
        <p:spPr>
          <a:xfrm>
            <a:off x="3031200" y="5504725"/>
            <a:ext cx="47214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Is this more or less than 20.3 minutes?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By how much?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0\frac{5}{10}&quot;&gt;&lt;mn&gt;20&lt;/mn&gt;&lt;mfrac&gt;&lt;mn&gt;5&lt;/mn&gt;&lt;mn&gt;10&lt;/mn&gt;&lt;/mfrac&gt;&lt;/math&gt;" id="383" name="Google Shape;383;p22" title="20 and five ten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548405" y="6512664"/>
            <a:ext cx="352275" cy="32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0\frac{1}{3}&quot;&gt;&lt;mn&gt;20&lt;/mn&gt;&lt;mfrac&gt;&lt;mn&gt;1&lt;/mn&gt;&lt;mn&gt;3&lt;/mn&gt;&lt;/mfrac&gt;&lt;/math&gt;" id="384" name="Google Shape;384;p22" title="20 and one thir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97146" y="7294311"/>
            <a:ext cx="278981" cy="3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2"/>
          <p:cNvSpPr txBox="1"/>
          <p:nvPr/>
        </p:nvSpPr>
        <p:spPr>
          <a:xfrm>
            <a:off x="468000" y="8753198"/>
            <a:ext cx="6624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20.5 minutes and         minutes are furthest apart. For 20.4 minutes, 20:24 would be showing and, for        minutes, 20:15 would be showing. These are nine seconds apart. For 20.5 minutes, 20:30 would be showing and, for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minutes, 20:12 would be showing. These are 18 seconds apart.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20\frac{1}{4}&quot;&gt;&lt;mn&gt;20&lt;/mn&gt;&lt;mfrac&gt;&lt;mn&gt;1&lt;/mn&gt;&lt;mn&gt;4&lt;/mn&gt;&lt;/mfrac&gt;&lt;/math&gt;" id="386" name="Google Shape;386;p22" title="20 and one fourth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59613" y="9014683"/>
            <a:ext cx="328070" cy="3880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0\frac{1}{5}&quot;&gt;&lt;mn&gt;20&lt;/mn&gt;&lt;mfrac&gt;&lt;mn&gt;1&lt;/mn&gt;&lt;mn&gt;5&lt;/mn&gt;&lt;/mfrac&gt;&lt;/math&gt;" id="387" name="Google Shape;387;p22" title="20 and one fifth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737213" y="8762809"/>
            <a:ext cx="328070" cy="3990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0\frac{1}{5}&quot;&gt;&lt;mn&gt;20&lt;/mn&gt;&lt;mfrac&gt;&lt;mn&gt;1&lt;/mn&gt;&lt;mn&gt;5&lt;/mn&gt;&lt;/mfrac&gt;&lt;/math&gt;" id="388" name="Google Shape;388;p22" title="20 and one fifth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651907" y="9293370"/>
            <a:ext cx="328070" cy="3990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0\frac{5}{10}&quot;&gt;&lt;mn&gt;20&lt;/mn&gt;&lt;mfrac&gt;&lt;mn&gt;5&lt;/mn&gt;&lt;mn&gt;10&lt;/mn&gt;&lt;/mfrac&gt;&lt;/math&gt;" id="389" name="Google Shape;389;p22" title="20 and five ten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15331" y="6460032"/>
            <a:ext cx="532762" cy="4960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0\frac{1}{3}&quot;&gt;&lt;mn&gt;20&lt;/mn&gt;&lt;mfrac&gt;&lt;mn&gt;1&lt;/mn&gt;&lt;mn&gt;3&lt;/mn&gt;&lt;/mfrac&gt;&lt;/math&gt;" id="390" name="Google Shape;390;p22" title="20 and one thir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434026" y="7245351"/>
            <a:ext cx="422525" cy="510698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2"/>
          <p:cNvSpPr txBox="1"/>
          <p:nvPr/>
        </p:nvSpPr>
        <p:spPr>
          <a:xfrm>
            <a:off x="3014000" y="6605350"/>
            <a:ext cx="7542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minutes?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2" name="Google Shape;392;p22"/>
          <p:cNvSpPr txBox="1"/>
          <p:nvPr/>
        </p:nvSpPr>
        <p:spPr>
          <a:xfrm>
            <a:off x="3014000" y="7367350"/>
            <a:ext cx="11076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minutes?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22"/>
          <p:cNvSpPr txBox="1"/>
          <p:nvPr/>
        </p:nvSpPr>
        <p:spPr>
          <a:xfrm>
            <a:off x="476400" y="6605350"/>
            <a:ext cx="10485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Which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4" name="Google Shape;394;p22"/>
          <p:cNvSpPr txBox="1"/>
          <p:nvPr/>
        </p:nvSpPr>
        <p:spPr>
          <a:xfrm>
            <a:off x="1174850" y="6605350"/>
            <a:ext cx="576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time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5" name="Google Shape;395;p22"/>
          <p:cNvSpPr txBox="1"/>
          <p:nvPr/>
        </p:nvSpPr>
        <p:spPr>
          <a:xfrm>
            <a:off x="1728925" y="6605350"/>
            <a:ext cx="7209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closer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6" name="Google Shape;396;p22"/>
          <p:cNvSpPr txBox="1"/>
          <p:nvPr/>
        </p:nvSpPr>
        <p:spPr>
          <a:xfrm>
            <a:off x="1552750" y="6605350"/>
            <a:ext cx="3843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7" name="Google Shape;397;p22"/>
          <p:cNvSpPr txBox="1"/>
          <p:nvPr/>
        </p:nvSpPr>
        <p:spPr>
          <a:xfrm>
            <a:off x="2202550" y="6605350"/>
            <a:ext cx="4986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8" name="Google Shape;398;p22"/>
          <p:cNvSpPr txBox="1"/>
          <p:nvPr/>
        </p:nvSpPr>
        <p:spPr>
          <a:xfrm>
            <a:off x="476400" y="7367350"/>
            <a:ext cx="10485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Which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9" name="Google Shape;399;p22"/>
          <p:cNvSpPr txBox="1"/>
          <p:nvPr/>
        </p:nvSpPr>
        <p:spPr>
          <a:xfrm>
            <a:off x="1174850" y="7367350"/>
            <a:ext cx="782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time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0" name="Google Shape;400;p22"/>
          <p:cNvSpPr txBox="1"/>
          <p:nvPr/>
        </p:nvSpPr>
        <p:spPr>
          <a:xfrm>
            <a:off x="1728925" y="7367350"/>
            <a:ext cx="6864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closer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22"/>
          <p:cNvSpPr txBox="1"/>
          <p:nvPr/>
        </p:nvSpPr>
        <p:spPr>
          <a:xfrm>
            <a:off x="1552750" y="7367350"/>
            <a:ext cx="2292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22"/>
          <p:cNvSpPr txBox="1"/>
          <p:nvPr/>
        </p:nvSpPr>
        <p:spPr>
          <a:xfrm>
            <a:off x="2202550" y="7367350"/>
            <a:ext cx="4224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0\frac{1}{4}&quot;&gt;&lt;mn&gt;20&lt;/mn&gt;&lt;mfrac&gt;&lt;mn&gt;1&lt;/mn&gt;&lt;mn&gt;4&lt;/mn&gt;&lt;/mfrac&gt;&lt;/math&gt;" id="403" name="Google Shape;403;p22" title="20 and one fourth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924417" y="7878050"/>
            <a:ext cx="422535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0\frac{1}{5}&quot;&gt;&lt;mn&gt;20&lt;/mn&gt;&lt;mfrac&gt;&lt;mn&gt;1&lt;/mn&gt;&lt;mn&gt;5&lt;/mn&gt;&lt;/mfrac&gt;&lt;/math&gt;" id="404" name="Google Shape;404;p22" title="20 and one fifth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831352" y="8243827"/>
            <a:ext cx="368025" cy="447598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22"/>
          <p:cNvSpPr txBox="1"/>
          <p:nvPr/>
        </p:nvSpPr>
        <p:spPr>
          <a:xfrm>
            <a:off x="476400" y="8053150"/>
            <a:ext cx="280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6" name="Google Shape;406;p22"/>
          <p:cNvSpPr txBox="1"/>
          <p:nvPr/>
        </p:nvSpPr>
        <p:spPr>
          <a:xfrm>
            <a:off x="476400" y="8357950"/>
            <a:ext cx="3681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3571025" y="8053150"/>
            <a:ext cx="974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20.4 minutes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8" name="Google Shape;408;p22"/>
          <p:cNvSpPr txBox="1"/>
          <p:nvPr/>
        </p:nvSpPr>
        <p:spPr>
          <a:xfrm>
            <a:off x="4545725" y="8053150"/>
            <a:ext cx="1009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9" name="Google Shape;409;p22"/>
          <p:cNvSpPr txBox="1"/>
          <p:nvPr/>
        </p:nvSpPr>
        <p:spPr>
          <a:xfrm>
            <a:off x="5424225" y="8053150"/>
            <a:ext cx="974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minutes, or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0" name="Google Shape;410;p22"/>
          <p:cNvSpPr txBox="1"/>
          <p:nvPr/>
        </p:nvSpPr>
        <p:spPr>
          <a:xfrm>
            <a:off x="1424650" y="8053150"/>
            <a:ext cx="348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22"/>
          <p:cNvSpPr txBox="1"/>
          <p:nvPr/>
        </p:nvSpPr>
        <p:spPr>
          <a:xfrm>
            <a:off x="2164850" y="8053150"/>
            <a:ext cx="280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22"/>
          <p:cNvSpPr txBox="1"/>
          <p:nvPr/>
        </p:nvSpPr>
        <p:spPr>
          <a:xfrm>
            <a:off x="3016850" y="8053150"/>
            <a:ext cx="782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apart: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3" name="Google Shape;413;p22"/>
          <p:cNvSpPr txBox="1"/>
          <p:nvPr/>
        </p:nvSpPr>
        <p:spPr>
          <a:xfrm>
            <a:off x="1750850" y="8053150"/>
            <a:ext cx="454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think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4" name="Google Shape;414;p22"/>
          <p:cNvSpPr txBox="1"/>
          <p:nvPr/>
        </p:nvSpPr>
        <p:spPr>
          <a:xfrm>
            <a:off x="2443250" y="8053150"/>
            <a:ext cx="846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further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5" name="Google Shape;415;p22"/>
          <p:cNvSpPr txBox="1"/>
          <p:nvPr/>
        </p:nvSpPr>
        <p:spPr>
          <a:xfrm>
            <a:off x="1174850" y="8053150"/>
            <a:ext cx="249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22"/>
          <p:cNvSpPr txBox="1"/>
          <p:nvPr/>
        </p:nvSpPr>
        <p:spPr>
          <a:xfrm>
            <a:off x="679600" y="8053150"/>
            <a:ext cx="483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7" name="Google Shape;417;p22"/>
          <p:cNvSpPr txBox="1"/>
          <p:nvPr/>
        </p:nvSpPr>
        <p:spPr>
          <a:xfrm>
            <a:off x="1472925" y="8357950"/>
            <a:ext cx="532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22"/>
          <p:cNvSpPr txBox="1"/>
          <p:nvPr/>
        </p:nvSpPr>
        <p:spPr>
          <a:xfrm>
            <a:off x="2258250" y="8357950"/>
            <a:ext cx="12720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minutes.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22"/>
          <p:cNvSpPr txBox="1"/>
          <p:nvPr/>
        </p:nvSpPr>
        <p:spPr>
          <a:xfrm>
            <a:off x="825225" y="8357950"/>
            <a:ext cx="9747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minutes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20" name="Google Shape;420;p22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