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3D5BF8-2253-4886-B6D3-133EFAB13EEF}">
  <a:tblStyle styleId="{773D5BF8-2253-4886-B6D3-133EFAB13E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a0462b62d7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a0462b62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11" Type="http://schemas.openxmlformats.org/officeDocument/2006/relationships/image" Target="../media/image24.png"/><Relationship Id="rId10" Type="http://schemas.openxmlformats.org/officeDocument/2006/relationships/image" Target="../media/image27.png"/><Relationship Id="rId12" Type="http://schemas.openxmlformats.org/officeDocument/2006/relationships/image" Target="../media/image25.png"/><Relationship Id="rId9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decimals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7320383"/>
            <a:ext cx="66240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Izzy, Andeep, Lucas, Alex and Sam record their scores for a spelling competition.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Rank them from worst to best.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383733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Solving problems with fractions 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670683"/>
            <a:ext cx="6624000" cy="26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Arrange five different digits into these inequalities.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1041197" y="2169797"/>
            <a:ext cx="1546980" cy="767124"/>
            <a:chOff x="1081900" y="1620000"/>
            <a:chExt cx="2177925" cy="1080000"/>
          </a:xfrm>
        </p:grpSpPr>
        <p:sp>
          <p:nvSpPr>
            <p:cNvPr id="167" name="Google Shape;167;p20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" name="Google Shape;172;p20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20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" name="Google Shape;174;p20"/>
            <p:cNvSpPr txBox="1"/>
            <p:nvPr/>
          </p:nvSpPr>
          <p:spPr>
            <a:xfrm>
              <a:off x="1601725" y="1968779"/>
              <a:ext cx="183600" cy="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2488835" y="1968779"/>
              <a:ext cx="183600" cy="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" name="Google Shape;176;p20"/>
          <p:cNvGrpSpPr/>
          <p:nvPr/>
        </p:nvGrpSpPr>
        <p:grpSpPr>
          <a:xfrm>
            <a:off x="1039427" y="3630240"/>
            <a:ext cx="1550141" cy="767124"/>
            <a:chOff x="3574800" y="3211950"/>
            <a:chExt cx="2182375" cy="1080000"/>
          </a:xfrm>
        </p:grpSpPr>
        <p:sp>
          <p:nvSpPr>
            <p:cNvPr id="177" name="Google Shape;177;p20"/>
            <p:cNvSpPr/>
            <p:nvPr/>
          </p:nvSpPr>
          <p:spPr>
            <a:xfrm>
              <a:off x="3634858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4435500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3633421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4434063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1" name="Google Shape;181;p20"/>
            <p:cNvCxnSpPr/>
            <p:nvPr/>
          </p:nvCxnSpPr>
          <p:spPr>
            <a:xfrm>
              <a:off x="3574800" y="3759363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20"/>
            <p:cNvCxnSpPr/>
            <p:nvPr/>
          </p:nvCxnSpPr>
          <p:spPr>
            <a:xfrm>
              <a:off x="4388775" y="3744538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" name="Google Shape;183;p20"/>
            <p:cNvSpPr txBox="1"/>
            <p:nvPr/>
          </p:nvSpPr>
          <p:spPr>
            <a:xfrm>
              <a:off x="4203898" y="3560729"/>
              <a:ext cx="183600" cy="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5316775" y="35317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5051523" y="3560729"/>
              <a:ext cx="183600" cy="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" name="Google Shape;186;p20"/>
          <p:cNvSpPr txBox="1"/>
          <p:nvPr/>
        </p:nvSpPr>
        <p:spPr>
          <a:xfrm>
            <a:off x="468000" y="46933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Arrange the digits 1 to 9 to make these inequalities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974533" y="5190323"/>
            <a:ext cx="2584624" cy="733752"/>
            <a:chOff x="1081900" y="1620000"/>
            <a:chExt cx="3804275" cy="1080000"/>
          </a:xfrm>
        </p:grpSpPr>
        <p:sp>
          <p:nvSpPr>
            <p:cNvPr id="188" name="Google Shape;188;p20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3551158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4351800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3549721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4350363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7" name="Google Shape;197;p20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20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20"/>
            <p:cNvCxnSpPr/>
            <p:nvPr/>
          </p:nvCxnSpPr>
          <p:spPr>
            <a:xfrm>
              <a:off x="3491100" y="2167413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20"/>
            <p:cNvCxnSpPr/>
            <p:nvPr/>
          </p:nvCxnSpPr>
          <p:spPr>
            <a:xfrm>
              <a:off x="4305075" y="2152588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" name="Google Shape;201;p20"/>
            <p:cNvSpPr txBox="1"/>
            <p:nvPr/>
          </p:nvSpPr>
          <p:spPr>
            <a:xfrm>
              <a:off x="1601725" y="196877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2488835" y="196877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3313698" y="196877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4120198" y="196877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" name="Google Shape;205;p20"/>
          <p:cNvGrpSpPr/>
          <p:nvPr/>
        </p:nvGrpSpPr>
        <p:grpSpPr>
          <a:xfrm>
            <a:off x="935860" y="6401859"/>
            <a:ext cx="2587648" cy="733752"/>
            <a:chOff x="1948450" y="3211950"/>
            <a:chExt cx="3808725" cy="1080000"/>
          </a:xfrm>
        </p:grpSpPr>
        <p:sp>
          <p:nvSpPr>
            <p:cNvPr id="206" name="Google Shape;206;p20"/>
            <p:cNvSpPr/>
            <p:nvPr/>
          </p:nvSpPr>
          <p:spPr>
            <a:xfrm>
              <a:off x="2033575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2834217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3634858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4435500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2032138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2832779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3633421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4434063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4" name="Google Shape;214;p20"/>
            <p:cNvCxnSpPr/>
            <p:nvPr/>
          </p:nvCxnSpPr>
          <p:spPr>
            <a:xfrm>
              <a:off x="1948450" y="376677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20"/>
            <p:cNvCxnSpPr/>
            <p:nvPr/>
          </p:nvCxnSpPr>
          <p:spPr>
            <a:xfrm>
              <a:off x="2762425" y="375195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0"/>
            <p:cNvCxnSpPr/>
            <p:nvPr/>
          </p:nvCxnSpPr>
          <p:spPr>
            <a:xfrm>
              <a:off x="3574800" y="3759363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20"/>
            <p:cNvCxnSpPr/>
            <p:nvPr/>
          </p:nvCxnSpPr>
          <p:spPr>
            <a:xfrm>
              <a:off x="4388775" y="3744538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8" name="Google Shape;218;p20"/>
            <p:cNvSpPr txBox="1"/>
            <p:nvPr/>
          </p:nvSpPr>
          <p:spPr>
            <a:xfrm>
              <a:off x="2572535" y="356072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3397398" y="356072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4203898" y="356072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5316775" y="35317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5051523" y="356072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1}{12}&quot;&gt;&lt;mfrac&gt;&lt;mn&gt;11&lt;/mn&gt;&lt;mn&gt;12&lt;/mn&gt;&lt;/mfrac&gt;&lt;/math&gt;" id="223" name="Google Shape;223;p20" title="11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073" y="7953480"/>
            <a:ext cx="158595" cy="285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224" name="Google Shape;224;p20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0886" y="8340346"/>
            <a:ext cx="88458" cy="2864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225" name="Google Shape;225;p20" title="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9731" y="8764566"/>
            <a:ext cx="88458" cy="2896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20}&quot;&gt;&lt;mfrac&gt;&lt;mn&gt;18&lt;/mn&gt;&lt;mn&gt;20&lt;/mn&gt;&lt;/mfrac&gt;&lt;/math&gt;" id="226" name="Google Shape;226;p20" title="18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0953" y="9155313"/>
            <a:ext cx="158595" cy="293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30}&quot;&gt;&lt;mfrac&gt;&lt;mn&gt;26&lt;/mn&gt;&lt;mn&gt;30&lt;/mn&gt;&lt;/mfrac&gt;&lt;/math&gt;" id="227" name="Google Shape;227;p20" title="26 over 30"/>
          <p:cNvPicPr preferRelativeResize="0"/>
          <p:nvPr/>
        </p:nvPicPr>
        <p:blipFill rotWithShape="1">
          <a:blip r:embed="rId7">
            <a:alphaModFix/>
          </a:blip>
          <a:srcRect b="0" l="0" r="0" t="-3103"/>
          <a:stretch/>
        </p:blipFill>
        <p:spPr>
          <a:xfrm>
            <a:off x="1130953" y="9509297"/>
            <a:ext cx="158587" cy="3452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fractions and decimals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2828000"/>
            <a:ext cx="6624000" cy="6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them in order from cheapest to most expensive.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have a £5.00 gift voucher but you won’t get any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therefore want to spend as close to £5.00 as possible.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can you buy?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largest number of items you can buy with £5.00 and what are they?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68000" y="712375"/>
            <a:ext cx="66240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Solving problems with decimals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2576" y="1732918"/>
            <a:ext cx="584044" cy="463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5423" y="1460502"/>
            <a:ext cx="352447" cy="752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1748" y="1365777"/>
            <a:ext cx="361961" cy="846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2180" y="1526385"/>
            <a:ext cx="375269" cy="676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 rotWithShape="1">
          <a:blip r:embed="rId7">
            <a:alphaModFix/>
          </a:blip>
          <a:srcRect b="49904" l="42030" r="41996" t="8432"/>
          <a:stretch/>
        </p:blipFill>
        <p:spPr>
          <a:xfrm>
            <a:off x="468003" y="1648937"/>
            <a:ext cx="390840" cy="5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 rotWithShape="1">
          <a:blip r:embed="rId8">
            <a:alphaModFix/>
          </a:blip>
          <a:srcRect b="57667" l="2212" r="66924" t="-5457"/>
          <a:stretch/>
        </p:blipFill>
        <p:spPr>
          <a:xfrm>
            <a:off x="1353970" y="1585417"/>
            <a:ext cx="536325" cy="685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/>
          <p:cNvPicPr preferRelativeResize="0"/>
          <p:nvPr/>
        </p:nvPicPr>
        <p:blipFill rotWithShape="1">
          <a:blip r:embed="rId9">
            <a:alphaModFix/>
          </a:blip>
          <a:srcRect b="13152" l="15915" r="22420" t="16961"/>
          <a:stretch/>
        </p:blipFill>
        <p:spPr>
          <a:xfrm>
            <a:off x="3232998" y="1525053"/>
            <a:ext cx="654056" cy="74131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/>
          <p:nvPr/>
        </p:nvSpPr>
        <p:spPr>
          <a:xfrm rot="6517988">
            <a:off x="821321" y="2003075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 rot="1077059">
            <a:off x="763731" y="2279476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£1.58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 rot="6517988">
            <a:off x="1742489" y="2040318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 rot="1077059">
            <a:off x="1684900" y="2316719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£0.77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 rot="6517988">
            <a:off x="2663658" y="2083421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 rot="1077059">
            <a:off x="2606068" y="2359822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£1.95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 rot="6517988">
            <a:off x="3692005" y="2092727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 rot="1077059">
            <a:off x="3634415" y="2369128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£0.76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 rot="6517988">
            <a:off x="4736040" y="2092727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 rot="1077059">
            <a:off x="4678450" y="2369128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£1.54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 rot="6517988">
            <a:off x="5635846" y="2092727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 rot="1077059">
            <a:off x="5578256" y="2369128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£2.95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 rot="6517988">
            <a:off x="6551340" y="2114041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 rot="1077059">
            <a:off x="6493750" y="2390442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£1.98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68000" y="1028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the prices of some items in a cafe.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8" name="Google Shape;258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5" name="Google Shape;265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decimals</a:t>
            </a:r>
            <a:endParaRPr/>
          </a:p>
        </p:txBody>
      </p:sp>
      <p:sp>
        <p:nvSpPr>
          <p:cNvPr id="266" name="Google Shape;266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468000" y="1059450"/>
            <a:ext cx="6624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length of ribbon needed for cushions with these dimensions. (All dimensions are in metres)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468000" y="722256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Solving problems with fractions and decimals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70" name="Google Shape;270;p22"/>
          <p:cNvGraphicFramePr/>
          <p:nvPr/>
        </p:nvGraphicFramePr>
        <p:xfrm>
          <a:off x="468000" y="154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{773D5BF8-2253-4886-B6D3-133EFAB13EEF}</a:tableStyleId>
              </a:tblPr>
              <a:tblGrid>
                <a:gridCol w="892225"/>
                <a:gridCol w="1047950"/>
                <a:gridCol w="1152450"/>
                <a:gridCol w="2258200"/>
                <a:gridCol w="1273200"/>
              </a:tblGrid>
              <a:tr h="72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Converted </a:t>
                      </a: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ength / </a:t>
                      </a: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idth 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needed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3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</a:tr>
              <a:tr h="33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</a:tr>
              <a:tr h="33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</a:tr>
              <a:tr h="33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</a:tr>
              <a:tr h="33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7}{8}&quot;&gt;&lt;mfrac&gt;&lt;mn&gt;7&lt;/mn&gt;&lt;mn&gt;8&lt;/mn&gt;&lt;/mfrac&gt;&lt;/math&gt;" id="271" name="Google Shape;271;p22" title="seven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617" y="3678704"/>
            <a:ext cx="70656" cy="2338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72" name="Google Shape;272;p22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4972" y="2669881"/>
            <a:ext cx="72565" cy="233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5}&quot;&gt;&lt;mfrac&gt;&lt;mn&gt;3&lt;/mn&gt;&lt;mn&gt;25&lt;/mn&gt;&lt;/mfrac&gt;&lt;/math&gt;" id="273" name="Google Shape;273;p22" title="3 over 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7333" y="3013190"/>
            <a:ext cx="127850" cy="2332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&quot;&gt;&lt;mfrac&gt;&lt;mn&gt;7&lt;/mn&gt;&lt;mn&gt;20&lt;/mn&gt;&lt;/mfrac&gt;&lt;/math&gt;" id="274" name="Google Shape;274;p22" title="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024" y="3330964"/>
            <a:ext cx="127850" cy="2338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&quot;&gt;&lt;mfrac&gt;&lt;mn&gt;9&lt;/mn&gt;&lt;mn&gt;20&lt;/mn&gt;&lt;/mfrac&gt;&lt;/math&gt;" id="275" name="Google Shape;275;p22" title="9 over 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52164" y="2337662"/>
            <a:ext cx="103264" cy="19139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468000" y="4113550"/>
            <a:ext cx="6624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A stopwatch measures time in minutes and seconds: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7" name="Google Shape;277;p22"/>
          <p:cNvGrpSpPr/>
          <p:nvPr/>
        </p:nvGrpSpPr>
        <p:grpSpPr>
          <a:xfrm>
            <a:off x="909088" y="4508820"/>
            <a:ext cx="1854438" cy="575996"/>
            <a:chOff x="334351" y="963160"/>
            <a:chExt cx="2295381" cy="776275"/>
          </a:xfrm>
        </p:grpSpPr>
        <p:pic>
          <p:nvPicPr>
            <p:cNvPr id="278" name="Google Shape;278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4281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22"/>
            <p:cNvPicPr preferRelativeResize="0"/>
            <p:nvPr/>
          </p:nvPicPr>
          <p:blipFill rotWithShape="1">
            <a:blip r:embed="rId8">
              <a:alphaModFix/>
            </a:blip>
            <a:srcRect b="40626" l="0" r="57452" t="41687"/>
            <a:stretch/>
          </p:blipFill>
          <p:spPr>
            <a:xfrm>
              <a:off x="428132" y="127746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4281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2"/>
            <p:cNvPicPr preferRelativeResize="0"/>
            <p:nvPr/>
          </p:nvPicPr>
          <p:blipFill rotWithShape="1">
            <a:blip r:embed="rId8">
              <a:alphaModFix/>
            </a:blip>
            <a:srcRect b="0" l="46951" r="35979" t="49266"/>
            <a:stretch/>
          </p:blipFill>
          <p:spPr>
            <a:xfrm>
              <a:off x="334351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729482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9615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22"/>
            <p:cNvPicPr preferRelativeResize="0"/>
            <p:nvPr/>
          </p:nvPicPr>
          <p:blipFill rotWithShape="1">
            <a:blip r:embed="rId8">
              <a:alphaModFix/>
            </a:blip>
            <a:srcRect b="49266" l="46951" r="35979" t="0"/>
            <a:stretch/>
          </p:blipFill>
          <p:spPr>
            <a:xfrm>
              <a:off x="867751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22"/>
            <p:cNvPicPr preferRelativeResize="0"/>
            <p:nvPr/>
          </p:nvPicPr>
          <p:blipFill rotWithShape="1">
            <a:blip r:embed="rId8">
              <a:alphaModFix/>
            </a:blip>
            <a:srcRect b="0" l="87144" r="-4214" t="49266"/>
            <a:stretch/>
          </p:blipFill>
          <p:spPr>
            <a:xfrm>
              <a:off x="1262882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9615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2"/>
            <p:cNvPicPr preferRelativeResize="0"/>
            <p:nvPr/>
          </p:nvPicPr>
          <p:blipFill rotWithShape="1">
            <a:blip r:embed="rId8">
              <a:alphaModFix/>
            </a:blip>
            <a:srcRect b="0" l="46951" r="35979" t="49266"/>
            <a:stretch/>
          </p:blipFill>
          <p:spPr>
            <a:xfrm>
              <a:off x="867751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1262882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16473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22"/>
            <p:cNvPicPr preferRelativeResize="0"/>
            <p:nvPr/>
          </p:nvPicPr>
          <p:blipFill rotWithShape="1">
            <a:blip r:embed="rId8">
              <a:alphaModFix/>
            </a:blip>
            <a:srcRect b="49266" l="46951" r="35979" t="0"/>
            <a:stretch/>
          </p:blipFill>
          <p:spPr>
            <a:xfrm>
              <a:off x="1553551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22"/>
            <p:cNvPicPr preferRelativeResize="0"/>
            <p:nvPr/>
          </p:nvPicPr>
          <p:blipFill rotWithShape="1">
            <a:blip r:embed="rId8">
              <a:alphaModFix/>
            </a:blip>
            <a:srcRect b="0" l="87144" r="-4214" t="49266"/>
            <a:stretch/>
          </p:blipFill>
          <p:spPr>
            <a:xfrm>
              <a:off x="1948682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2"/>
            <p:cNvPicPr preferRelativeResize="0"/>
            <p:nvPr/>
          </p:nvPicPr>
          <p:blipFill rotWithShape="1">
            <a:blip r:embed="rId8">
              <a:alphaModFix/>
            </a:blip>
            <a:srcRect b="40626" l="0" r="57452" t="41687"/>
            <a:stretch/>
          </p:blipFill>
          <p:spPr>
            <a:xfrm>
              <a:off x="1647332" y="127746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16473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21807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2"/>
            <p:cNvPicPr preferRelativeResize="0"/>
            <p:nvPr/>
          </p:nvPicPr>
          <p:blipFill rotWithShape="1">
            <a:blip r:embed="rId8">
              <a:alphaModFix/>
            </a:blip>
            <a:srcRect b="49266" l="46951" r="35979" t="0"/>
            <a:stretch/>
          </p:blipFill>
          <p:spPr>
            <a:xfrm>
              <a:off x="2086951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2"/>
            <p:cNvPicPr preferRelativeResize="0"/>
            <p:nvPr/>
          </p:nvPicPr>
          <p:blipFill rotWithShape="1">
            <a:blip r:embed="rId8">
              <a:alphaModFix/>
            </a:blip>
            <a:srcRect b="0" l="87144" r="-4214" t="49266"/>
            <a:stretch/>
          </p:blipFill>
          <p:spPr>
            <a:xfrm>
              <a:off x="2482082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21807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2"/>
            <p:cNvPicPr preferRelativeResize="0"/>
            <p:nvPr/>
          </p:nvPicPr>
          <p:blipFill rotWithShape="1">
            <a:blip r:embed="rId8">
              <a:alphaModFix/>
            </a:blip>
            <a:srcRect b="0" l="46951" r="35979" t="49266"/>
            <a:stretch/>
          </p:blipFill>
          <p:spPr>
            <a:xfrm>
              <a:off x="2086951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2482082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22"/>
            <p:cNvSpPr/>
            <p:nvPr/>
          </p:nvSpPr>
          <p:spPr>
            <a:xfrm>
              <a:off x="1429695" y="113718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1429695" y="144198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22"/>
          <p:cNvGrpSpPr/>
          <p:nvPr/>
        </p:nvGrpSpPr>
        <p:grpSpPr>
          <a:xfrm>
            <a:off x="927486" y="5485014"/>
            <a:ext cx="1808072" cy="575996"/>
            <a:chOff x="334363" y="1934710"/>
            <a:chExt cx="2295381" cy="776275"/>
          </a:xfrm>
        </p:grpSpPr>
        <p:pic>
          <p:nvPicPr>
            <p:cNvPr id="303" name="Google Shape;303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4281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22"/>
            <p:cNvPicPr preferRelativeResize="0"/>
            <p:nvPr/>
          </p:nvPicPr>
          <p:blipFill rotWithShape="1">
            <a:blip r:embed="rId8">
              <a:alphaModFix/>
            </a:blip>
            <a:srcRect b="40626" l="0" r="57452" t="41687"/>
            <a:stretch/>
          </p:blipFill>
          <p:spPr>
            <a:xfrm>
              <a:off x="428145" y="224901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4281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22"/>
            <p:cNvPicPr preferRelativeResize="0"/>
            <p:nvPr/>
          </p:nvPicPr>
          <p:blipFill rotWithShape="1">
            <a:blip r:embed="rId8">
              <a:alphaModFix/>
            </a:blip>
            <a:srcRect b="0" l="46951" r="35979" t="49266"/>
            <a:stretch/>
          </p:blipFill>
          <p:spPr>
            <a:xfrm>
              <a:off x="334363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7294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9615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22"/>
            <p:cNvPicPr preferRelativeResize="0"/>
            <p:nvPr/>
          </p:nvPicPr>
          <p:blipFill rotWithShape="1">
            <a:blip r:embed="rId8">
              <a:alphaModFix/>
            </a:blip>
            <a:srcRect b="49266" l="46951" r="35979" t="0"/>
            <a:stretch/>
          </p:blipFill>
          <p:spPr>
            <a:xfrm>
              <a:off x="867763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22"/>
            <p:cNvPicPr preferRelativeResize="0"/>
            <p:nvPr/>
          </p:nvPicPr>
          <p:blipFill rotWithShape="1">
            <a:blip r:embed="rId8">
              <a:alphaModFix/>
            </a:blip>
            <a:srcRect b="0" l="87144" r="-4214" t="49266"/>
            <a:stretch/>
          </p:blipFill>
          <p:spPr>
            <a:xfrm>
              <a:off x="1262895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9615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22"/>
            <p:cNvPicPr preferRelativeResize="0"/>
            <p:nvPr/>
          </p:nvPicPr>
          <p:blipFill rotWithShape="1">
            <a:blip r:embed="rId8">
              <a:alphaModFix/>
            </a:blip>
            <a:srcRect b="0" l="46951" r="35979" t="49266"/>
            <a:stretch/>
          </p:blipFill>
          <p:spPr>
            <a:xfrm>
              <a:off x="867763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12628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16473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22"/>
            <p:cNvPicPr preferRelativeResize="0"/>
            <p:nvPr/>
          </p:nvPicPr>
          <p:blipFill rotWithShape="1">
            <a:blip r:embed="rId8">
              <a:alphaModFix/>
            </a:blip>
            <a:srcRect b="0" l="87144" r="-4214" t="49266"/>
            <a:stretch/>
          </p:blipFill>
          <p:spPr>
            <a:xfrm>
              <a:off x="1948695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22"/>
            <p:cNvPicPr preferRelativeResize="0"/>
            <p:nvPr/>
          </p:nvPicPr>
          <p:blipFill rotWithShape="1">
            <a:blip r:embed="rId8">
              <a:alphaModFix/>
            </a:blip>
            <a:srcRect b="40626" l="0" r="57452" t="41687"/>
            <a:stretch/>
          </p:blipFill>
          <p:spPr>
            <a:xfrm>
              <a:off x="1647345" y="224901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16473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19486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21807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22"/>
            <p:cNvPicPr preferRelativeResize="0"/>
            <p:nvPr/>
          </p:nvPicPr>
          <p:blipFill rotWithShape="1">
            <a:blip r:embed="rId8">
              <a:alphaModFix/>
            </a:blip>
            <a:srcRect b="49266" l="46951" r="35979" t="0"/>
            <a:stretch/>
          </p:blipFill>
          <p:spPr>
            <a:xfrm>
              <a:off x="2086963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22"/>
            <p:cNvPicPr preferRelativeResize="0"/>
            <p:nvPr/>
          </p:nvPicPr>
          <p:blipFill rotWithShape="1">
            <a:blip r:embed="rId8">
              <a:alphaModFix/>
            </a:blip>
            <a:srcRect b="0" l="87144" r="-4214" t="49266"/>
            <a:stretch/>
          </p:blipFill>
          <p:spPr>
            <a:xfrm>
              <a:off x="2482095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21807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22"/>
            <p:cNvPicPr preferRelativeResize="0"/>
            <p:nvPr/>
          </p:nvPicPr>
          <p:blipFill rotWithShape="1">
            <a:blip r:embed="rId8">
              <a:alphaModFix/>
            </a:blip>
            <a:srcRect b="0" l="46951" r="35979" t="49266"/>
            <a:stretch/>
          </p:blipFill>
          <p:spPr>
            <a:xfrm>
              <a:off x="2086963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24820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2"/>
            <p:cNvSpPr/>
            <p:nvPr/>
          </p:nvSpPr>
          <p:spPr>
            <a:xfrm>
              <a:off x="1429707" y="210873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1429707" y="241353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22"/>
          <p:cNvSpPr txBox="1"/>
          <p:nvPr/>
        </p:nvSpPr>
        <p:spPr>
          <a:xfrm>
            <a:off x="3016475" y="4466975"/>
            <a:ext cx="4721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Is this more or less than 20.5 minutes?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By how much?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3031200" y="5504725"/>
            <a:ext cx="4721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Is this more or less than 20.3 minutes?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By how much?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0\frac{5}{10}&quot;&gt;&lt;mn&gt;20&lt;/mn&gt;&lt;mfrac&gt;&lt;mn&gt;5&lt;/mn&gt;&lt;mn&gt;10&lt;/mn&gt;&lt;/mfrac&gt;&lt;/math&gt;" id="329" name="Google Shape;329;p22" title="20 and five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15331" y="6993432"/>
            <a:ext cx="532762" cy="496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0\frac{1}{4}&quot;&gt;&lt;mn&gt;20&lt;/mn&gt;&lt;mfrac&gt;&lt;mn&gt;1&lt;/mn&gt;&lt;mn&gt;4&lt;/mn&gt;&lt;/mfrac&gt;&lt;/math&gt;" id="330" name="Google Shape;330;p22" title="20 and one four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24417" y="8030450"/>
            <a:ext cx="422535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0\frac{1}{5}&quot;&gt;&lt;mn&gt;20&lt;/mn&gt;&lt;mfrac&gt;&lt;mn&gt;1&lt;/mn&gt;&lt;mn&gt;5&lt;/mn&gt;&lt;/mfrac&gt;&lt;/math&gt;" id="331" name="Google Shape;331;p22" title="20 and one fift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31352" y="8472427"/>
            <a:ext cx="368025" cy="447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0\frac{1}{3}&quot;&gt;&lt;mn&gt;20&lt;/mn&gt;&lt;mfrac&gt;&lt;mn&gt;1&lt;/mn&gt;&lt;mn&gt;3&lt;/mn&gt;&lt;/mfrac&gt;&lt;/math&gt;" id="332" name="Google Shape;332;p22" title="20 and one thir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34026" y="7550151"/>
            <a:ext cx="422525" cy="51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2"/>
          <p:cNvSpPr txBox="1"/>
          <p:nvPr/>
        </p:nvSpPr>
        <p:spPr>
          <a:xfrm>
            <a:off x="476400" y="8205550"/>
            <a:ext cx="28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476400" y="8586550"/>
            <a:ext cx="3681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3014000" y="7138750"/>
            <a:ext cx="754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minutes?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3014000" y="7672150"/>
            <a:ext cx="1107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minutes?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3571025" y="8205550"/>
            <a:ext cx="974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20.4 minutes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4545725" y="8205550"/>
            <a:ext cx="1009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5424225" y="8205550"/>
            <a:ext cx="974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minutes, or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1424650" y="8205550"/>
            <a:ext cx="348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2164850" y="8205550"/>
            <a:ext cx="28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>
            <a:off x="3016850" y="8205550"/>
            <a:ext cx="78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apart: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1750850" y="8205550"/>
            <a:ext cx="454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think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2443250" y="8205550"/>
            <a:ext cx="846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further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1174850" y="8205550"/>
            <a:ext cx="249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679600" y="8205550"/>
            <a:ext cx="483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1472925" y="8586550"/>
            <a:ext cx="532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2258250" y="8586550"/>
            <a:ext cx="1272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minutes.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825225" y="8586550"/>
            <a:ext cx="974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minutes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476400" y="7138750"/>
            <a:ext cx="1048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1174850" y="7138750"/>
            <a:ext cx="576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1728925" y="7138750"/>
            <a:ext cx="720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closer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1552750" y="7138750"/>
            <a:ext cx="384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>
            <a:off x="2202550" y="7138750"/>
            <a:ext cx="498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476400" y="7672150"/>
            <a:ext cx="1048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Which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1174850" y="7672150"/>
            <a:ext cx="782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1728925" y="7672150"/>
            <a:ext cx="686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closer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1552750" y="7672150"/>
            <a:ext cx="229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2202550" y="7672150"/>
            <a:ext cx="422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