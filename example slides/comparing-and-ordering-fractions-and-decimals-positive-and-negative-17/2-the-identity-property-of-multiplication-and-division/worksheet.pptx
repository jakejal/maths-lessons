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C85DC3-5A02-42CD-9BB6-980E60E1C748}">
  <a:tblStyle styleId="{72C85DC3-5A02-42CD-9BB6-980E60E1C7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f64d05924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f64d05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22.png"/><Relationship Id="rId13" Type="http://schemas.openxmlformats.org/officeDocument/2006/relationships/image" Target="../media/image23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5" Type="http://schemas.openxmlformats.org/officeDocument/2006/relationships/image" Target="../media/image24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468000" y="4646550"/>
            <a:ext cx="760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67300" y="4646550"/>
            <a:ext cx="778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1044000" y="4646550"/>
            <a:ext cx="8094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drew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1435450" y="4646550"/>
            <a:ext cx="847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bar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1861975" y="4646550"/>
            <a:ext cx="773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053500" y="4646550"/>
            <a:ext cx="75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53875" y="4875150"/>
            <a:ext cx="5879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 then drew another bar underneath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53875" y="5179950"/>
            <a:ext cx="1192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926425" y="5179950"/>
            <a:ext cx="12330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shows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05500" y="14387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Bar models and number lines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/>
          <p:nvPr/>
        </p:nvGraphicFramePr>
        <p:xfrm>
          <a:off x="475199" y="555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7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/>
          <p:nvPr/>
        </p:nvGraphicFramePr>
        <p:xfrm>
          <a:off x="467988" y="6158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784975"/>
                <a:gridCol w="784975"/>
                <a:gridCol w="784975"/>
                <a:gridCol w="784975"/>
                <a:gridCol w="784975"/>
                <a:gridCol w="784975"/>
                <a:gridCol w="784975"/>
              </a:tblGrid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75" name="Google Shape;175;p20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991" y="5558133"/>
            <a:ext cx="133377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76" name="Google Shape;176;p20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7672" y="6180720"/>
            <a:ext cx="133378" cy="438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77" name="Google Shape;177;p20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874" y="5179943"/>
            <a:ext cx="106200" cy="348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78" name="Google Shape;178;p20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300" y="4663926"/>
            <a:ext cx="106191" cy="3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68000" y="7626025"/>
            <a:ext cx="6624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6000" y="8324125"/>
            <a:ext cx="1203899" cy="14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1" name="Google Shape;181;p20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3750" y="7492825"/>
            <a:ext cx="133375" cy="4249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20"/>
          <p:cNvCxnSpPr/>
          <p:nvPr/>
        </p:nvCxnSpPr>
        <p:spPr>
          <a:xfrm>
            <a:off x="466832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3" name="Google Shape;18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7065" y="2101701"/>
            <a:ext cx="4650024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67175" y="1749900"/>
            <a:ext cx="330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85" name="Google Shape;185;p20" title="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80100" y="1622425"/>
            <a:ext cx="133375" cy="44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772025" y="1749900"/>
            <a:ext cx="330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012325" y="1749900"/>
            <a:ext cx="970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subdividing,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942050" y="1749900"/>
            <a:ext cx="5997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454350" y="1749900"/>
            <a:ext cx="877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157525" y="1749900"/>
            <a:ext cx="483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513125" y="1749900"/>
            <a:ext cx="458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805675" y="1749900"/>
            <a:ext cx="1105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94450" y="1749900"/>
            <a:ext cx="483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94" name="Google Shape;194;p20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675" y="6727700"/>
            <a:ext cx="157249" cy="50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95" name="Google Shape;195;p20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299" y="6722075"/>
            <a:ext cx="157250" cy="51668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377675" y="6780150"/>
            <a:ext cx="769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46400" y="6780150"/>
            <a:ext cx="717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138500" y="6780150"/>
            <a:ext cx="662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said,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549825" y="6780150"/>
            <a:ext cx="606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“It shows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295175" y="6780150"/>
            <a:ext cx="448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461950" y="6780150"/>
            <a:ext cx="439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729875" y="6780150"/>
            <a:ext cx="1192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323250" y="6780150"/>
            <a:ext cx="59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77675" y="7008750"/>
            <a:ext cx="7694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Sam correct? Explain why.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8000" y="8007025"/>
            <a:ext cx="662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 can show your working out on the diagram.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33900" y="7626025"/>
            <a:ext cx="66105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240900" y="7626025"/>
            <a:ext cx="6156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says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1781250" y="7626025"/>
            <a:ext cx="57681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shaded. Is he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identity property of multiplication and division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 to show the fraction, working out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Property of multiplication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16" name="Google Shape;216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76253" l="0" r="0" t="0"/>
          <a:stretch/>
        </p:blipFill>
        <p:spPr>
          <a:xfrm>
            <a:off x="1126214" y="1491659"/>
            <a:ext cx="2426359" cy="59551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468000" y="1394400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2827701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19" name="Google Shape;219;p21"/>
          <p:cNvSpPr txBox="1"/>
          <p:nvPr/>
        </p:nvSpPr>
        <p:spPr>
          <a:xfrm>
            <a:off x="4108297" y="1394400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20" name="Google Shape;220;p21"/>
          <p:cNvSpPr txBox="1"/>
          <p:nvPr/>
        </p:nvSpPr>
        <p:spPr>
          <a:xfrm>
            <a:off x="4108297" y="2827701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21" name="Google Shape;221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52320" l="0" r="0" t="23933"/>
          <a:stretch/>
        </p:blipFill>
        <p:spPr>
          <a:xfrm>
            <a:off x="983064" y="2827701"/>
            <a:ext cx="2426359" cy="595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22" name="Google Shape;222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24508" l="0" r="0" t="51745"/>
          <a:stretch/>
        </p:blipFill>
        <p:spPr>
          <a:xfrm>
            <a:off x="4665640" y="1462270"/>
            <a:ext cx="2426359" cy="595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23" name="Google Shape;223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0" l="0" r="0" t="76253"/>
          <a:stretch/>
        </p:blipFill>
        <p:spPr>
          <a:xfrm>
            <a:off x="4631560" y="2889904"/>
            <a:ext cx="2426359" cy="5955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1942944" y="1422876"/>
            <a:ext cx="5067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942944" y="1812205"/>
            <a:ext cx="5067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093365" y="2827701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093365" y="3187660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1824306" y="2827701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824297" y="3187660"/>
            <a:ext cx="3930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596943" y="1422876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793716" y="1782815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793716" y="1422876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741861" y="2907401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560838" y="3262068"/>
            <a:ext cx="3441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041594" y="2907401"/>
            <a:ext cx="2589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665640" y="3262068"/>
            <a:ext cx="316200" cy="2751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4288025"/>
            <a:ext cx="66240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8" name="Google Shape;238;p21"/>
          <p:cNvGraphicFramePr/>
          <p:nvPr/>
        </p:nvGraphicFramePr>
        <p:xfrm>
          <a:off x="1398300" y="49824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</a:tblGrid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39" name="Google Shape;239;p21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0081" y="4141208"/>
            <a:ext cx="148975" cy="493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40" name="Google Shape;240;p21" title="two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7399" y="6546813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41" name="Google Shape;241;p21" title="thre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4422" y="4988022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42" name="Google Shape;242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9908" y="4988016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43" name="Google Shape;243;p21" title="10 over 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8880" y="498092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44" name="Google Shape;244;p21" title="5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24198" y="5521376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45" name="Google Shape;245;p21" title="4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30358" y="4980925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46" name="Google Shape;246;p21" title="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2153" y="551255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47" name="Google Shape;247;p21" title="two four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88234" y="6557567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48" name="Google Shape;248;p21" title="three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73237" y="5521374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49" name="Google Shape;249;p21" title="four seven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003781" y="6025449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50" name="Google Shape;250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170350" y="813529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51" name="Google Shape;251;p21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7408" y="866605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52" name="Google Shape;252;p21" title="two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7406" y="8126052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53" name="Google Shape;253;p21" title="thre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8142" y="4988021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54" name="Google Shape;254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04340" y="6037002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55" name="Google Shape;255;p21" title="10 over 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8875" y="707442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56" name="Google Shape;256;p21" title="5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24205" y="7596673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57" name="Google Shape;257;p21" title="4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65015" y="4988024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58" name="Google Shape;258;p21" title="two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774" y="7617950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59" name="Google Shape;259;p21" title="10 over 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7255" y="6052061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60" name="Google Shape;260;p21" title="5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32573" y="6592514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61" name="Google Shape;261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2715" y="710814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62" name="Google Shape;262;p21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5783" y="5511577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63" name="Google Shape;263;p21" title="two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781" y="4988000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64" name="Google Shape;264;p21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2783" y="4988027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65" name="Google Shape;265;p21" title="5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32580" y="8150048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66" name="Google Shape;266;p21" title="thre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9486" y="866493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67" name="Google Shape;267;p21" title="4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5421" y="865783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68" name="Google Shape;268;p21" title="thre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3206" y="866493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69" name="Google Shape;269;p21" title="4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10079" y="8664938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70" name="Google Shape;270;p21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7846" y="8664941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71" name="Google Shape;271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2583" y="8678616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72" name="Google Shape;272;p21" title="10 over 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51555" y="867152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73" name="Google Shape;273;p21" title="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7608" y="761495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74" name="Google Shape;274;p21" title="thre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9686" y="761383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75" name="Google Shape;275;p21" title="4 over 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65621" y="760673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76" name="Google Shape;276;p21" title="thre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43406" y="761383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77" name="Google Shape;277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5015" y="710814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78" name="Google Shape;278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9128" y="708151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79" name="Google Shape;279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9890" y="6055177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80" name="Google Shape;280;p21" title="30 over 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7665" y="603476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81" name="Google Shape;281;p21" title="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95328" y="710451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82" name="Google Shape;282;p21" title="two four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86371" y="603514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83" name="Google Shape;283;p21" title="three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13637" y="657263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84" name="Google Shape;284;p21" title="four seven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73231" y="6012681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85" name="Google Shape;285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38074" y="6568864"/>
            <a:ext cx="285965" cy="515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}{110}&quot;&gt;&lt;mfrac&gt;&lt;mn&gt;80&lt;/mn&gt;&lt;mn&gt;110&lt;/mn&gt;&lt;/mfrac&gt;&lt;/math&gt;" id="286" name="Google Shape;286;p21" title="80 over 11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068462" y="7611103"/>
            <a:ext cx="387550" cy="494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87" name="Google Shape;287;p21" title="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05453" y="710124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88" name="Google Shape;288;p21" title="two four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06284" y="8146868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89" name="Google Shape;289;p21" title="three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22549" y="8111476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90" name="Google Shape;290;p21" title="four seven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32006" y="7079967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91" name="Google Shape;291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941600" y="7072225"/>
            <a:ext cx="269925" cy="486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92" name="Google Shape;292;p21" title="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35166" y="657153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93" name="Google Shape;293;p21" title="two four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96684" y="658281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94" name="Google Shape;294;p21" title="three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96662" y="6572632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95" name="Google Shape;295;p21" title="four seven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70179" y="5491006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96" name="Google Shape;296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118600" y="6047199"/>
            <a:ext cx="266025" cy="479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97" name="Google Shape;297;p21" title="one half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14291" y="763781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98" name="Google Shape;298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777562" y="81486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99" name="Google Shape;299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565737" y="81527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300" name="Google Shape;300;p21" title="two four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71084" y="554754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301" name="Google Shape;301;p21" title="three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87349" y="551215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302" name="Google Shape;302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30537" y="5553424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303" name="Google Shape;303;p21" title="8 over 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400062" y="815219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398300" y="4980925"/>
            <a:ext cx="4763401" cy="419078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673775" y="4288025"/>
            <a:ext cx="65706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1182575" y="4288025"/>
            <a:ext cx="62142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1623275" y="4288025"/>
            <a:ext cx="5925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2449650" y="4288025"/>
            <a:ext cx="52518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3080300" y="4288025"/>
            <a:ext cx="47733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469650" y="4288025"/>
            <a:ext cx="45366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reveal a picture.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" name="Google Shape;316;p22"/>
          <p:cNvGraphicFramePr/>
          <p:nvPr/>
        </p:nvGraphicFramePr>
        <p:xfrm>
          <a:off x="828975" y="564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8" name="Google Shape;318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sp>
        <p:nvSpPr>
          <p:cNvPr id="319" name="Google Shape;31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21" name="Google Shape;321;p22"/>
          <p:cNvGraphicFramePr/>
          <p:nvPr/>
        </p:nvGraphicFramePr>
        <p:xfrm>
          <a:off x="528200" y="1146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492450"/>
                <a:gridCol w="492450"/>
                <a:gridCol w="492450"/>
                <a:gridCol w="492450"/>
                <a:gridCol w="492450"/>
              </a:tblGrid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2" name="Google Shape;322;p22"/>
          <p:cNvSpPr txBox="1"/>
          <p:nvPr/>
        </p:nvSpPr>
        <p:spPr>
          <a:xfrm>
            <a:off x="468000" y="720000"/>
            <a:ext cx="4316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180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5 by 5 multiplication grid.</a:t>
            </a:r>
            <a:endParaRPr sz="1200"/>
          </a:p>
        </p:txBody>
      </p:sp>
      <p:graphicFrame>
        <p:nvGraphicFramePr>
          <p:cNvPr id="323" name="Google Shape;323;p22"/>
          <p:cNvGraphicFramePr/>
          <p:nvPr/>
        </p:nvGraphicFramePr>
        <p:xfrm>
          <a:off x="855525" y="659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24" name="Google Shape;324;p22"/>
          <p:cNvCxnSpPr/>
          <p:nvPr/>
        </p:nvCxnSpPr>
        <p:spPr>
          <a:xfrm>
            <a:off x="468009" y="5840477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5" name="Google Shape;325;p22"/>
          <p:cNvSpPr txBox="1"/>
          <p:nvPr/>
        </p:nvSpPr>
        <p:spPr>
          <a:xfrm>
            <a:off x="695709" y="5945776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3334534" y="5969126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 rot="-5635036">
            <a:off x="4114264" y="6369790"/>
            <a:ext cx="1196736" cy="1439442"/>
          </a:xfrm>
          <a:prstGeom prst="cloud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328" name="Google Shape;328;p22" title="two thirds equals six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396" y="6785900"/>
            <a:ext cx="815400" cy="6184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22"/>
          <p:cNvCxnSpPr/>
          <p:nvPr/>
        </p:nvCxnSpPr>
        <p:spPr>
          <a:xfrm flipH="1" rot="10800000">
            <a:off x="5118825" y="6280325"/>
            <a:ext cx="292800" cy="36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2"/>
          <p:cNvCxnSpPr/>
          <p:nvPr/>
        </p:nvCxnSpPr>
        <p:spPr>
          <a:xfrm flipH="1">
            <a:off x="3827400" y="7511000"/>
            <a:ext cx="350400" cy="40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2"/>
          <p:cNvCxnSpPr/>
          <p:nvPr/>
        </p:nvCxnSpPr>
        <p:spPr>
          <a:xfrm>
            <a:off x="4010075" y="6316566"/>
            <a:ext cx="372000" cy="25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2"/>
          <p:cNvCxnSpPr/>
          <p:nvPr/>
        </p:nvCxnSpPr>
        <p:spPr>
          <a:xfrm>
            <a:off x="476300" y="5842190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" name="Google Shape;333;p22"/>
          <p:cNvCxnSpPr/>
          <p:nvPr/>
        </p:nvCxnSpPr>
        <p:spPr>
          <a:xfrm>
            <a:off x="483775" y="6775365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" name="Google Shape;334;p22"/>
          <p:cNvSpPr txBox="1"/>
          <p:nvPr/>
        </p:nvSpPr>
        <p:spPr>
          <a:xfrm>
            <a:off x="711475" y="6890303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3350300" y="6898509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=\frac{2\times3}{3\times3}=\frac{6}{9}&quot;&gt;&lt;mfrac&gt;&lt;mn&gt;2&lt;/mn&gt;&lt;mn&gt;3&lt;/mn&gt;&lt;/mfrac&gt;&lt;mo&gt;=&lt;/mo&gt;&lt;mfrac&gt;&lt;mrow&gt;&lt;mn&gt;2&lt;/mn&gt;&lt;mo&gt;×&lt;/mo&gt;&lt;mn&gt;3&lt;/mn&gt;&lt;/mrow&gt;&lt;mrow&gt;&lt;mn&gt;3&lt;/mn&gt;&lt;mo&gt;×&lt;/mo&gt;&lt;mn&gt;3&lt;/mn&gt;&lt;/mrow&gt;&lt;/mfrac&gt;&lt;mo&gt;=&lt;/mo&gt;&lt;mfrac&gt;&lt;mn&gt;6&lt;/mn&gt;&lt;mn&gt;9&lt;/mn&gt;&lt;/mfrac&gt;&lt;/math&gt;" id="336" name="Google Shape;336;p22" title="two thirds equals the fraction with numerator 2 times 3 and denominator 3 times 3 equals six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825" y="5491950"/>
            <a:ext cx="2117783" cy="68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7074" y="8157367"/>
            <a:ext cx="293700" cy="13510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 txBox="1"/>
          <p:nvPr/>
        </p:nvSpPr>
        <p:spPr>
          <a:xfrm>
            <a:off x="468000" y="5023775"/>
            <a:ext cx="821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339" name="Google Shape;339;p22" title="two thirds equals six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785" y="5029525"/>
            <a:ext cx="484100" cy="36715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/>
          <p:nvPr/>
        </p:nvSpPr>
        <p:spPr>
          <a:xfrm>
            <a:off x="5316027" y="5459150"/>
            <a:ext cx="726900" cy="2658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5322210" y="5948458"/>
            <a:ext cx="726900" cy="2658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" name="Google Shape;342;p22"/>
          <p:cNvCxnSpPr/>
          <p:nvPr/>
        </p:nvCxnSpPr>
        <p:spPr>
          <a:xfrm>
            <a:off x="476300" y="5842190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343" name="Google Shape;343;p22"/>
          <p:cNvGraphicFramePr/>
          <p:nvPr/>
        </p:nvGraphicFramePr>
        <p:xfrm>
          <a:off x="855525" y="659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44" name="Google Shape;344;p22"/>
          <p:cNvCxnSpPr/>
          <p:nvPr/>
        </p:nvCxnSpPr>
        <p:spPr>
          <a:xfrm>
            <a:off x="483775" y="6775365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345" name="Google Shape;345;p22"/>
          <p:cNvGraphicFramePr/>
          <p:nvPr/>
        </p:nvGraphicFramePr>
        <p:xfrm>
          <a:off x="451425" y="8006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1148550"/>
                <a:gridCol w="1148550"/>
                <a:gridCol w="1148550"/>
              </a:tblGrid>
              <a:tr h="32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46" name="Google Shape;34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344" y="5965274"/>
            <a:ext cx="2793499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620" y="5598488"/>
            <a:ext cx="2924524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544" y="6895917"/>
            <a:ext cx="2793499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420" y="6544275"/>
            <a:ext cx="2924524" cy="12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0" name="Google Shape;350;p22"/>
          <p:cNvGraphicFramePr/>
          <p:nvPr/>
        </p:nvGraphicFramePr>
        <p:xfrm>
          <a:off x="451425" y="865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{72C85DC3-5A02-42CD-9BB6-980E60E1C748}</a:tableStyleId>
              </a:tblPr>
              <a:tblGrid>
                <a:gridCol w="1148550"/>
                <a:gridCol w="1148550"/>
                <a:gridCol w="1148550"/>
              </a:tblGrid>
              <a:tr h="32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1" name="Google Shape;351;p22"/>
          <p:cNvSpPr txBox="1"/>
          <p:nvPr/>
        </p:nvSpPr>
        <p:spPr>
          <a:xfrm>
            <a:off x="5645300" y="3229200"/>
            <a:ext cx="307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4020650" y="3229200"/>
            <a:ext cx="11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864700" y="3229200"/>
            <a:ext cx="96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3563450" y="1095600"/>
            <a:ext cx="515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uses it to help write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377400" y="3743100"/>
            <a:ext cx="788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56" name="Google Shape;356;p22" title="two fifths equals four tenths equals 6 over 15 8 over 20 10 over 25"/>
          <p:cNvPicPr preferRelativeResize="0"/>
          <p:nvPr/>
        </p:nvPicPr>
        <p:blipFill rotWithShape="1">
          <a:blip r:embed="rId7">
            <a:alphaModFix/>
          </a:blip>
          <a:srcRect b="0" l="0" r="37378" t="0"/>
          <a:stretch/>
        </p:blipFill>
        <p:spPr>
          <a:xfrm>
            <a:off x="4418675" y="2249725"/>
            <a:ext cx="1802274" cy="5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57" name="Google Shape;357;p22" title="two fifths equals four tenths equals 6 over 15 8 over 20 10 over 25"/>
          <p:cNvPicPr preferRelativeResize="0"/>
          <p:nvPr/>
        </p:nvPicPr>
        <p:blipFill rotWithShape="1">
          <a:blip r:embed="rId7">
            <a:alphaModFix/>
          </a:blip>
          <a:srcRect b="0" l="0" r="92248" t="0"/>
          <a:stretch/>
        </p:blipFill>
        <p:spPr>
          <a:xfrm>
            <a:off x="4672762" y="1401625"/>
            <a:ext cx="172875" cy="461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58" name="Google Shape;358;p22" title="two fifths equals four tenths equals 6 over 15 8 over 20 10 over 25"/>
          <p:cNvPicPr preferRelativeResize="0"/>
          <p:nvPr/>
        </p:nvPicPr>
        <p:blipFill rotWithShape="1">
          <a:blip r:embed="rId7">
            <a:alphaModFix/>
          </a:blip>
          <a:srcRect b="0" l="0" r="92248" t="0"/>
          <a:stretch/>
        </p:blipFill>
        <p:spPr>
          <a:xfrm>
            <a:off x="5943797" y="3240000"/>
            <a:ext cx="172881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=\frac{2}{8}=\frac{3}{12}=\frac{4}{16}=\frac{5}{20}&quot;&gt;&lt;mfrac&gt;&lt;mn&gt;1&lt;/mn&gt;&lt;mn&gt;4&lt;/mn&gt;&lt;/mfrac&gt;&lt;mo&gt;=&lt;/mo&gt;&lt;mfrac&gt;&lt;mn&gt;2&lt;/mn&gt;&lt;mn&gt;8&lt;/mn&gt;&lt;/mfrac&gt;&lt;mo&gt;=&lt;/mo&gt;&lt;mfrac&gt;&lt;mn&gt;3&lt;/mn&gt;&lt;mn&gt;12&lt;/mn&gt;&lt;/mfrac&gt;&lt;mo&gt;=&lt;/mo&gt;&lt;mfrac&gt;&lt;mn&gt;4&lt;/mn&gt;&lt;mn&gt;16&lt;/mn&gt;&lt;/mfrac&gt;&lt;mo&gt;=&lt;/mo&gt;&lt;mfrac&gt;&lt;mn&gt;5&lt;/mn&gt;&lt;mn&gt;20&lt;/mn&gt;&lt;/mfrac&gt;&lt;/math&gt;" id="359" name="Google Shape;359;p22" title="one fourth equals two eighths equals 3 over 12 equals 4 over 16 equals 5 over 20"/>
          <p:cNvPicPr preferRelativeResize="0"/>
          <p:nvPr/>
        </p:nvPicPr>
        <p:blipFill rotWithShape="1">
          <a:blip r:embed="rId8">
            <a:alphaModFix/>
          </a:blip>
          <a:srcRect b="0" l="0" r="90505" t="0"/>
          <a:stretch/>
        </p:blipFill>
        <p:spPr>
          <a:xfrm>
            <a:off x="4010075" y="3657911"/>
            <a:ext cx="223075" cy="46565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2"/>
          <p:cNvSpPr txBox="1"/>
          <p:nvPr/>
        </p:nvSpPr>
        <p:spPr>
          <a:xfrm>
            <a:off x="3563450" y="1476600"/>
            <a:ext cx="12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3563450" y="1933800"/>
            <a:ext cx="12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sees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3563450" y="2924400"/>
            <a:ext cx="515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grid, can you find two more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4352425" y="1476600"/>
            <a:ext cx="4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6116675" y="3229200"/>
            <a:ext cx="26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648000" y="3743100"/>
            <a:ext cx="776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1107225" y="3743100"/>
            <a:ext cx="73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1381950" y="3743100"/>
            <a:ext cx="695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grid,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1769150" y="3743100"/>
            <a:ext cx="649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2092025" y="3743100"/>
            <a:ext cx="61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2958425" y="3743100"/>
            <a:ext cx="49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3684900" y="3743100"/>
            <a:ext cx="40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648000" y="5023775"/>
            <a:ext cx="5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</a:t>
            </a:r>
            <a:endParaRPr sz="1200"/>
          </a:p>
        </p:txBody>
      </p:sp>
      <p:sp>
        <p:nvSpPr>
          <p:cNvPr id="373" name="Google Shape;373;p22"/>
          <p:cNvSpPr txBox="1"/>
          <p:nvPr/>
        </p:nvSpPr>
        <p:spPr>
          <a:xfrm>
            <a:off x="1708125" y="5023775"/>
            <a:ext cx="42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numbers lines, bar models and multiplication of 1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