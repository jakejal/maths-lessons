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7F1529BD-B982-4B4B-A51A-91AD01B93B3B}">
  <a:tblStyle styleId="{7F1529BD-B982-4B4B-A51A-91AD01B93B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6" name="Shape 216"/>
        <p:cNvGrpSpPr/>
        <p:nvPr/>
      </p:nvGrpSpPr>
      <p:grpSpPr>
        <a:xfrm>
          <a:off x="0" y="0"/>
          <a:ext cx="0" cy="0"/>
        </a:xfrm>
      </p:grpSpPr>
      <p:sp>
        <p:nvSpPr>
          <p:cNvPr id="217" name="Google Shape;21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15" Type="http://schemas.openxmlformats.org/officeDocument/2006/relationships/image" Target="../media/image19.png" /><Relationship Id="rId16" Type="http://schemas.openxmlformats.org/officeDocument/2006/relationships/image" Target="../media/image20.png" /><Relationship Id="rId17" Type="http://schemas.openxmlformats.org/officeDocument/2006/relationships/image" Target="../media/image21.png" /><Relationship Id="rId18" Type="http://schemas.openxmlformats.org/officeDocument/2006/relationships/image" Target="../media/image22.png" /><Relationship Id="rId19" Type="http://schemas.openxmlformats.org/officeDocument/2006/relationships/image" Target="../media/image23.png" /><Relationship Id="rId2" Type="http://schemas.openxmlformats.org/officeDocument/2006/relationships/notesSlide" Target="../notesSlides/notesSlide1.xml" /><Relationship Id="rId20" Type="http://schemas.openxmlformats.org/officeDocument/2006/relationships/image" Target="../media/image24.png" /><Relationship Id="rId21" Type="http://schemas.openxmlformats.org/officeDocument/2006/relationships/image" Target="../media/image25.png" /><Relationship Id="rId22" Type="http://schemas.openxmlformats.org/officeDocument/2006/relationships/image" Target="../media/image26.png" /><Relationship Id="rId23" Type="http://schemas.openxmlformats.org/officeDocument/2006/relationships/image" Target="../media/image27.png" /><Relationship Id="rId24" Type="http://schemas.openxmlformats.org/officeDocument/2006/relationships/image" Target="../media/image28.png" /><Relationship Id="rId25" Type="http://schemas.openxmlformats.org/officeDocument/2006/relationships/image" Target="../media/image29.png" /><Relationship Id="rId26" Type="http://schemas.openxmlformats.org/officeDocument/2006/relationships/image" Target="../media/image30.png" /><Relationship Id="rId27" Type="http://schemas.openxmlformats.org/officeDocument/2006/relationships/image" Target="../media/image31.png" /><Relationship Id="rId28" Type="http://schemas.openxmlformats.org/officeDocument/2006/relationships/image" Target="../media/image32.png" /><Relationship Id="rId29" Type="http://schemas.openxmlformats.org/officeDocument/2006/relationships/image" Target="../media/image33.png" /><Relationship Id="rId3" Type="http://schemas.openxmlformats.org/officeDocument/2006/relationships/image" Target="../media/image7.png" /><Relationship Id="rId30" Type="http://schemas.openxmlformats.org/officeDocument/2006/relationships/image" Target="../media/image34.png" /><Relationship Id="rId31" Type="http://schemas.openxmlformats.org/officeDocument/2006/relationships/image" Target="../media/image35.png" /><Relationship Id="rId32" Type="http://schemas.openxmlformats.org/officeDocument/2006/relationships/image" Target="../media/image36.png" /><Relationship Id="rId33" Type="http://schemas.openxmlformats.org/officeDocument/2006/relationships/image" Target="../media/image3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45.png" /><Relationship Id="rId11" Type="http://schemas.openxmlformats.org/officeDocument/2006/relationships/image" Target="../media/image46.png" /><Relationship Id="rId12" Type="http://schemas.openxmlformats.org/officeDocument/2006/relationships/image" Target="../media/image47.png" /><Relationship Id="rId13" Type="http://schemas.openxmlformats.org/officeDocument/2006/relationships/image" Target="../media/image48.png" /><Relationship Id="rId14" Type="http://schemas.openxmlformats.org/officeDocument/2006/relationships/image" Target="../media/image49.png" /><Relationship Id="rId15" Type="http://schemas.openxmlformats.org/officeDocument/2006/relationships/image" Target="../media/image50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38.png" /><Relationship Id="rId4" Type="http://schemas.openxmlformats.org/officeDocument/2006/relationships/image" Target="../media/image39.png" /><Relationship Id="rId5" Type="http://schemas.openxmlformats.org/officeDocument/2006/relationships/image" Target="../media/image40.png" /><Relationship Id="rId6" Type="http://schemas.openxmlformats.org/officeDocument/2006/relationships/image" Target="../media/image41.png" /><Relationship Id="rId7" Type="http://schemas.openxmlformats.org/officeDocument/2006/relationships/image" Target="../media/image42.png" /><Relationship Id="rId8" Type="http://schemas.openxmlformats.org/officeDocument/2006/relationships/image" Target="../media/image43.png" /><Relationship Id="rId9" Type="http://schemas.openxmlformats.org/officeDocument/2006/relationships/image" Target="../media/image4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Simplifying fractions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614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Simplifying fractions using factor pairs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845950"/>
            <a:ext cx="66240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your way through the maze by simplifying the fractions.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4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simplified fraction should go in the end box?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05" y="2215450"/>
            <a:ext cx="6624000" cy="352026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468000" y="5904800"/>
            <a:ext cx="6624000" cy="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Which fraction in each row does not simplify to the fraction in the first column?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" name="Google Shape;177;p20"/>
          <p:cNvGraphicFramePr>
            <a:graphicFrameLocks noGrp="1"/>
          </p:cNvGraphicFramePr>
          <p:nvPr/>
        </p:nvGraphicFramePr>
        <p:xfrm>
          <a:off x="754925" y="6274307"/>
          <a:ext cx="6012450" cy="2658625"/>
        </p:xfrm>
        <a:graphic>
          <a:graphicData uri="http://schemas.openxmlformats.org/drawingml/2006/table">
            <a:tbl>
              <a:tblPr>
                <a:noFill/>
                <a:tableStyleId>{7F1529BD-B982-4B4B-A51A-91AD01B93B3B}</a:tableStyleId>
              </a:tblPr>
              <a:tblGrid>
                <a:gridCol w="1002075"/>
                <a:gridCol w="1002075"/>
                <a:gridCol w="1002075"/>
                <a:gridCol w="1002075"/>
                <a:gridCol w="1002075"/>
                <a:gridCol w="1002075"/>
              </a:tblGrid>
              <a:tr h="5317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17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17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17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17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78" name="Google Shape;178;p20" descr="&lt;math xmlns=&quot;http://www.w3.org/1998/Math/MathML&quot; display=&quot;block&quot; data-is-equatio=&quot;1&quot; data-latex=&quot;\frac{1}{4}&quot;&gt;&lt;mfrac&gt;&lt;mn&gt;1&lt;/mn&gt;&lt;mn&gt;4&lt;/mn&gt;&lt;/mfrac&gt;&lt;/math&gt;" title="one four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8524" y="6293777"/>
            <a:ext cx="150620" cy="479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&lt;math xmlns=&quot;http://www.w3.org/1998/Math/MathML&quot; display=&quot;block&quot; data-is-equatio=&quot;1&quot; data-latex=&quot;\frac{3}{5}&quot;&gt;&lt;mfrac&gt;&lt;mn&gt;3&lt;/mn&gt;&lt;mn&gt;5&lt;/mn&gt;&lt;/mfrac&gt;&lt;/math&gt;" title="three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0277" y="6838923"/>
            <a:ext cx="147117" cy="47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&lt;math xmlns=&quot;http://www.w3.org/1998/Math/MathML&quot; display=&quot;block&quot; data-is-equatio=&quot;1&quot; data-latex=&quot;\frac{4}{9}&quot;&gt;&lt;mfrac&gt;&lt;mn&gt;4&lt;/mn&gt;&lt;mn&gt;9&lt;/mn&gt;&lt;/mfrac&gt;&lt;/math&gt;" title="four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90287" y="7361529"/>
            <a:ext cx="147117" cy="476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&lt;math xmlns=&quot;http://www.w3.org/1998/Math/MathML&quot; display=&quot;block&quot; data-is-equatio=&quot;1&quot; data-latex=&quot;\frac{7}{15}&quot;&gt;&lt;mfrac&gt;&lt;mn&gt;7&lt;/mn&gt;&lt;mn&gt;15&lt;/mn&gt;&lt;/mfrac&gt;&lt;/math&gt;" title="7 over 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32481" y="8435834"/>
            <a:ext cx="262709" cy="47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&lt;math xmlns=&quot;http://www.w3.org/1998/Math/MathML&quot; display=&quot;block&quot; data-is-equatio=&quot;1&quot; data-latex=&quot;\frac{5}{20}&quot;&gt;&lt;mfrac&gt;&lt;mn&gt;5&lt;/mn&gt;&lt;mn&gt;20&lt;/mn&gt;&lt;/mfrac&gt;&lt;/math&gt;" title="5 over 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24702" y="6327446"/>
            <a:ext cx="226139" cy="412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&lt;math xmlns=&quot;http://www.w3.org/1998/Math/MathML&quot; display=&quot;block&quot; data-is-equatio=&quot;1&quot; data-latex=&quot;\frac{12}{48}&quot;&gt;&lt;mfrac&gt;&lt;mn&gt;12&lt;/mn&gt;&lt;mn&gt;48&lt;/mn&gt;&lt;/mfrac&gt;&lt;/math&gt;" title="12 over 4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37044" y="6324176"/>
            <a:ext cx="226139" cy="41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&lt;math xmlns=&quot;http://www.w3.org/1998/Math/MathML&quot; display=&quot;block&quot; data-is-equatio=&quot;1&quot; data-latex=&quot;\frac{8}{32}&quot;&gt;&lt;mfrac&gt;&lt;mn&gt;8&lt;/mn&gt;&lt;mn&gt;32&lt;/mn&gt;&lt;/mfrac&gt;&lt;/math&gt;" title="8 over 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49536" y="6355090"/>
            <a:ext cx="226139" cy="419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&lt;math xmlns=&quot;http://www.w3.org/1998/Math/MathML&quot; display=&quot;block&quot; data-is-equatio=&quot;1&quot; data-latex=&quot;\frac{15}{60}&quot;&gt;&lt;mfrac&gt;&lt;mn&gt;15&lt;/mn&gt;&lt;mn&gt;60&lt;/mn&gt;&lt;/mfrac&gt;&lt;/math&gt;" title="15 over 6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126402" y="6328001"/>
            <a:ext cx="226139" cy="411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&lt;math xmlns=&quot;http://www.w3.org/1998/Math/MathML&quot; display=&quot;block&quot; data-is-equatio=&quot;1&quot; data-latex=&quot;\frac{4}{12}&quot;&gt;&lt;mfrac&gt;&lt;mn&gt;4&lt;/mn&gt;&lt;mn&gt;12&lt;/mn&gt;&lt;/mfrac&gt;&lt;/math&gt;" title="4 over 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149378" y="6304259"/>
            <a:ext cx="249418" cy="458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&lt;math xmlns=&quot;http://www.w3.org/1998/Math/MathML&quot; display=&quot;block&quot; data-is-equatio=&quot;1&quot; data-latex=&quot;\frac{9}{15}&quot;&gt;&lt;mfrac&gt;&lt;mn&gt;9&lt;/mn&gt;&lt;mn&gt;15&lt;/mn&gt;&lt;/mfrac&gt;&lt;/math&gt;" title="9 over 1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186261" y="6873070"/>
            <a:ext cx="221778" cy="40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&lt;math xmlns=&quot;http://www.w3.org/1998/Math/MathML&quot; display=&quot;block&quot; data-is-equatio=&quot;1&quot; data-latex=&quot;\frac{15}{25}&quot;&gt;&lt;mfrac&gt;&lt;mn&gt;15&lt;/mn&gt;&lt;mn&gt;25&lt;/mn&gt;&lt;/mfrac&gt;&lt;/math&gt;" title="15 over 2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126883" y="6908649"/>
            <a:ext cx="221778" cy="40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&lt;math xmlns=&quot;http://www.w3.org/1998/Math/MathML&quot; display=&quot;block&quot; data-is-equatio=&quot;1&quot; data-latex=&quot;\frac{27}{45}&quot;&gt;&lt;mfrac&gt;&lt;mn&gt;27&lt;/mn&gt;&lt;mn&gt;45&lt;/mn&gt;&lt;/mfrac&gt;&lt;/math&gt;" title="27 over 4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133669" y="6874284"/>
            <a:ext cx="221778" cy="402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&lt;math xmlns=&quot;http://www.w3.org/1998/Math/MathML&quot; display=&quot;block&quot; data-is-equatio=&quot;1&quot; data-latex=&quot;\frac{21}{35}&quot;&gt;&lt;mfrac&gt;&lt;mn&gt;21&lt;/mn&gt;&lt;mn&gt;35&lt;/mn&gt;&lt;/mfrac&gt;&lt;/math&gt;" title="21 over 3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51717" y="6909650"/>
            <a:ext cx="221778" cy="40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&lt;math xmlns=&quot;http://www.w3.org/1998/Math/MathML&quot; display=&quot;block&quot; data-is-equatio=&quot;1&quot; data-latex=&quot;\frac{18}{20}&quot;&gt;&lt;mfrac&gt;&lt;mn&gt;18&lt;/mn&gt;&lt;mn&gt;20&lt;/mn&gt;&lt;/mfrac&gt;&lt;/math&gt;" title="18 over 2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117167" y="6838932"/>
            <a:ext cx="244608" cy="453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&lt;math xmlns=&quot;http://www.w3.org/1998/Math/MathML&quot; display=&quot;block&quot; data-is-equatio=&quot;1&quot; data-latex=&quot;\frac{8}{18}&quot;&gt;&lt;mfrac&gt;&lt;mn&gt;8&lt;/mn&gt;&lt;mn&gt;18&lt;/mn&gt;&lt;/mfrac&gt;&lt;/math&gt;" title="8 over 18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124432" y="7389644"/>
            <a:ext cx="226693" cy="420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&lt;math xmlns=&quot;http://www.w3.org/1998/Math/MathML&quot; display=&quot;block&quot; data-is-equatio=&quot;1&quot; data-latex=&quot;\frac{44}{99}&quot;&gt;&lt;mfrac&gt;&lt;mn&gt;44&lt;/mn&gt;&lt;mn&gt;99&lt;/mn&gt;&lt;/mfrac&gt;&lt;/math&gt;" title="44 over 9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126128" y="7425597"/>
            <a:ext cx="226693" cy="41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&lt;math xmlns=&quot;http://www.w3.org/1998/Math/MathML&quot; display=&quot;block&quot; data-is-equatio=&quot;1&quot; data-latex=&quot;\frac{28}{63}&quot;&gt;&lt;mfrac&gt;&lt;mn&gt;28&lt;/mn&gt;&lt;mn&gt;63&lt;/mn&gt;&lt;/mfrac&gt;&lt;/math&gt;" title="28 over 63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4151851" y="7424353"/>
            <a:ext cx="226693" cy="413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&lt;math xmlns=&quot;http://www.w3.org/1998/Math/MathML&quot; display=&quot;block&quot; data-is-equatio=&quot;1&quot; data-latex=&quot;\frac{48}{108}&quot;&gt;&lt;mfrac&gt;&lt;mn&gt;48&lt;/mn&gt;&lt;mn&gt;108&lt;/mn&gt;&lt;/mfrac&gt;&lt;/math&gt;" title="48 over 108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5099245" y="7401697"/>
            <a:ext cx="334346" cy="429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&lt;math xmlns=&quot;http://www.w3.org/1998/Math/MathML&quot; display=&quot;block&quot; data-is-equatio=&quot;1&quot; data-latex=&quot;\frac{6}{13}&quot;&gt;&lt;mfrac&gt;&lt;mn&gt;6&lt;/mn&gt;&lt;mn&gt;13&lt;/mn&gt;&lt;/mfrac&gt;&lt;/math&gt;" title="6 over 13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151772" y="7929184"/>
            <a:ext cx="224132" cy="415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&lt;math xmlns=&quot;http://www.w3.org/1998/Math/MathML&quot; display=&quot;block&quot; data-is-equatio=&quot;1&quot; data-latex=&quot;\frac{36}{78}&quot;&gt;&lt;mfrac&gt;&lt;mn&gt;36&lt;/mn&gt;&lt;mn&gt;78&lt;/mn&gt;&lt;/mfrac&gt;&lt;/math&gt;" title="36 over 78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5150540" y="7948007"/>
            <a:ext cx="224132" cy="415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&lt;math xmlns=&quot;http://www.w3.org/1998/Math/MathML&quot; display=&quot;block&quot; data-is-equatio=&quot;1&quot; data-latex=&quot;\frac{30}{65}&quot;&gt;&lt;mfrac&gt;&lt;mn&gt;30&lt;/mn&gt;&lt;mn&gt;65&lt;/mn&gt;&lt;/mfrac&gt;&lt;/math&gt;" title="30 over 65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2125709" y="7932443"/>
            <a:ext cx="224132" cy="40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&lt;math xmlns=&quot;http://www.w3.org/1998/Math/MathML&quot; display=&quot;block&quot; data-is-equatio=&quot;1&quot; data-latex=&quot;\frac{54}{117}&quot;&gt;&lt;mfrac&gt;&lt;mn&gt;54&lt;/mn&gt;&lt;mn&gt;117&lt;/mn&gt;&lt;/mfrac&gt;&lt;/math&gt;" title="54 over 117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4097755" y="7922241"/>
            <a:ext cx="352678" cy="448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&lt;math xmlns=&quot;http://www.w3.org/1998/Math/MathML&quot; display=&quot;block&quot; data-is-equatio=&quot;1&quot; data-latex=&quot;\frac{12}{26}&quot;&gt;&lt;mfrac&gt;&lt;mn&gt;12&lt;/mn&gt;&lt;mn&gt;26&lt;/mn&gt;&lt;/mfrac&gt;&lt;/math&gt;" title="12 over 26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6127405" y="7941922"/>
            <a:ext cx="224132" cy="408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&lt;math xmlns=&quot;http://www.w3.org/1998/Math/MathML&quot; display=&quot;block&quot; data-is-equatio=&quot;1&quot; data-latex=&quot;\frac{42}{104}&quot;&gt;&lt;mfrac&gt;&lt;mn&gt;42&lt;/mn&gt;&lt;mn&gt;104&lt;/mn&gt;&lt;/mfrac&gt;&lt;/math&gt;" title="42 over 104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3064919" y="7922225"/>
            <a:ext cx="359271" cy="46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&lt;math xmlns=&quot;http://www.w3.org/1998/Math/MathML&quot; display=&quot;block&quot; data-is-equatio=&quot;1&quot; data-latex=&quot;\frac{21}{45}&quot;&gt;&lt;mfrac&gt;&lt;mn&gt;21&lt;/mn&gt;&lt;mn&gt;45&lt;/mn&gt;&lt;/mfrac&gt;&lt;/math&gt;" title="21 over 45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4189905" y="8499066"/>
            <a:ext cx="214494" cy="391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&lt;math xmlns=&quot;http://www.w3.org/1998/Math/MathML&quot; display=&quot;block&quot; data-is-equatio=&quot;1&quot; data-latex=&quot;\frac{49}{105}&quot;&gt;&lt;mfrac&gt;&lt;mn&gt;49&lt;/mn&gt;&lt;mn&gt;105&lt;/mn&gt;&lt;/mfrac&gt;&lt;/math&gt;" title="49 over 105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069023" y="8440924"/>
            <a:ext cx="337513" cy="428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&lt;math xmlns=&quot;http://www.w3.org/1998/Math/MathML&quot; display=&quot;block&quot; data-is-equatio=&quot;1&quot; data-latex=&quot;\frac{35}{75}&quot;&gt;&lt;mfrac&gt;&lt;mn&gt;35&lt;/mn&gt;&lt;mn&gt;75&lt;/mn&gt;&lt;/mfrac&gt;&lt;/math&gt;" title="35 over 75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3137934" y="8471184"/>
            <a:ext cx="227111" cy="41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&lt;math xmlns=&quot;http://www.w3.org/1998/Math/MathML&quot; display=&quot;block&quot; data-is-equatio=&quot;1&quot; data-latex=&quot;\frac{63}{153}&quot;&gt;&lt;mfrac&gt;&lt;mn&gt;63&lt;/mn&gt;&lt;mn&gt;153&lt;/mn&gt;&lt;/mfrac&gt;&lt;/math&gt;" title="63 over 153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5071169" y="8442504"/>
            <a:ext cx="334358" cy="425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&lt;math xmlns=&quot;http://www.w3.org/1998/Math/MathML&quot; display=&quot;block&quot; data-is-equatio=&quot;1&quot; data-latex=&quot;\frac{84}{180}&quot;&gt;&lt;mfrac&gt;&lt;mn&gt;84&lt;/mn&gt;&lt;mn&gt;180&lt;/mn&gt;&lt;/mfrac&gt;&lt;/math&gt;" title="84 over 180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6072293" y="8480009"/>
            <a:ext cx="334346" cy="42943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754925" y="6274300"/>
            <a:ext cx="991200" cy="26586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750195" y="6293777"/>
            <a:ext cx="991200" cy="513000"/>
          </a:xfrm>
          <a:prstGeom prst="rect">
            <a:avLst/>
          </a:prstGeom>
          <a:solidFill>
            <a:srgbClr val="845AD9">
              <a:alpha val="19380"/>
            </a:srgbClr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743871" y="6807299"/>
            <a:ext cx="991200" cy="513000"/>
          </a:xfrm>
          <a:prstGeom prst="rect">
            <a:avLst/>
          </a:prstGeom>
          <a:solidFill>
            <a:srgbClr val="845AD9">
              <a:alpha val="19380"/>
            </a:srgbClr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2761095" y="7342810"/>
            <a:ext cx="981900" cy="513000"/>
          </a:xfrm>
          <a:prstGeom prst="rect">
            <a:avLst/>
          </a:prstGeom>
          <a:solidFill>
            <a:srgbClr val="845AD9">
              <a:alpha val="19380"/>
            </a:srgbClr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2751512" y="7879279"/>
            <a:ext cx="981900" cy="513000"/>
          </a:xfrm>
          <a:prstGeom prst="rect">
            <a:avLst/>
          </a:prstGeom>
          <a:solidFill>
            <a:srgbClr val="845AD9">
              <a:alpha val="19380"/>
            </a:srgbClr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4752274" y="8398903"/>
            <a:ext cx="991200" cy="513000"/>
          </a:xfrm>
          <a:prstGeom prst="rect">
            <a:avLst/>
          </a:prstGeom>
          <a:solidFill>
            <a:srgbClr val="845AD9">
              <a:alpha val="19380"/>
            </a:srgbClr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" name="Google Shape;213;p20" descr="&lt;math xmlns=&quot;http://www.w3.org/1998/Math/MathML&quot; display=&quot;block&quot; data-is-equatio=&quot;1&quot; data-latex=&quot;\frac{60}{126}&quot;&gt;&lt;mfrac&gt;&lt;mn&gt;60&lt;/mn&gt;&lt;mn&gt;126&lt;/mn&gt;&lt;/mfrac&gt;&lt;/math&gt;" title="60 over 126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3093593" y="7398250"/>
            <a:ext cx="315778" cy="40216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457450" y="6355100"/>
            <a:ext cx="675000" cy="25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1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5" name="Google Shape;215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sp>
        <p:nvSpPr>
          <p:cNvPr id="220" name="Google Shape;22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1" name="Google Shape;221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Simplifying fractions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468000" y="1003181"/>
            <a:ext cx="6229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these prime factorisations to simplify the fractions: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68000" y="72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Simplifying fractions using prime factors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" name="Google Shape;226;p21" descr="&lt;math xmlns=&quot;http://www.w3.org/1998/Math/MathML&quot; display=&quot;block&quot; data-is-equatio=&quot;1&quot; data-latex=&quot;\begin{array}{l}\frac{150}{315}\\&amp;#13;&amp;#10;\frac{315}{945}\\&amp;#13;&amp;#10;\frac{315}{360}\\&amp;#13;&amp;#10;\frac{945}{8400}\\&amp;#13;&amp;#10;\frac{150}{8400}\\&amp;#13;&amp;#10;\frac{540}{945}\\&amp;#13;&amp;#10;\frac{150}{360}\\&amp;#13;&amp;#10;\frac{150}{315}\\&amp;#13;&amp;#10;\frac{360}{150}\end{array}&quot;&gt;&lt;mtable columnalign=&quot;left&quot; columnspacing=&quot;1em&quot; rowspacing=&quot;4pt&quot;&gt;&lt;mtr&gt;&lt;mtd&gt;&lt;mfrac&gt;&lt;mn&gt;150&lt;/mn&gt;&lt;mn&gt;315&lt;/mn&gt;&lt;/mfrac&gt;&lt;/mtd&gt;&lt;/mtr&gt;&lt;mtr&gt;&lt;mtd&gt;&lt;mfrac&gt;&lt;mn&gt;315&lt;/mn&gt;&lt;mn&gt;945&lt;/mn&gt;&lt;/mfrac&gt;&lt;/mtd&gt;&lt;/mtr&gt;&lt;mtr&gt;&lt;mtd&gt;&lt;mfrac&gt;&lt;mn&gt;315&lt;/mn&gt;&lt;mn&gt;360&lt;/mn&gt;&lt;/mfrac&gt;&lt;/mtd&gt;&lt;/mtr&gt;&lt;mtr&gt;&lt;mtd&gt;&lt;mfrac&gt;&lt;mn&gt;945&lt;/mn&gt;&lt;mn&gt;8400&lt;/mn&gt;&lt;/mfrac&gt;&lt;/mtd&gt;&lt;/mtr&gt;&lt;mtr&gt;&lt;mtd&gt;&lt;mfrac&gt;&lt;mn&gt;150&lt;/mn&gt;&lt;mn&gt;8400&lt;/mn&gt;&lt;/mfrac&gt;&lt;/mtd&gt;&lt;/mtr&gt;&lt;mtr&gt;&lt;mtd&gt;&lt;mfrac&gt;&lt;mn&gt;540&lt;/mn&gt;&lt;mn&gt;945&lt;/mn&gt;&lt;/mfrac&gt;&lt;/mtd&gt;&lt;/mtr&gt;&lt;mtr&gt;&lt;mtd&gt;&lt;mfrac&gt;&lt;mn&gt;150&lt;/mn&gt;&lt;mn&gt;360&lt;/mn&gt;&lt;/mfrac&gt;&lt;/mtd&gt;&lt;/mtr&gt;&lt;mtr&gt;&lt;mtd&gt;&lt;mfrac&gt;&lt;mn&gt;150&lt;/mn&gt;&lt;mn&gt;315&lt;/mn&gt;&lt;/mfrac&gt;&lt;/mtd&gt;&lt;/mtr&gt;&lt;mtr&gt;&lt;mtd&gt;&lt;mfrac&gt;&lt;mn&gt;360&lt;/mn&gt;&lt;mn&gt;150&lt;/mn&gt;&lt;/mfrac&gt;&lt;/mtd&gt;&lt;/mtr&gt;&lt;/mtable&gt;&lt;/math&gt;" title="9 lines Line 1: 150 over 315 Line 2: 315 over 945 Line 3: 315 over 360 Line 4: 945 over 8400 Line 5: 150 over 8400 Line 6: 540 over 945 Line 7: 150 over 360 Line 8: 150 over 315 Line 9: 360 over 150"/>
          <p:cNvPicPr preferRelativeResize="0"/>
          <p:nvPr/>
        </p:nvPicPr>
        <p:blipFill>
          <a:blip r:embed="rId3">
            <a:alphaModFix/>
          </a:blip>
          <a:srcRect b="89689"/>
          <a:stretch>
            <a:fillRect/>
          </a:stretch>
        </p:blipFill>
        <p:spPr>
          <a:xfrm>
            <a:off x="777925" y="2243581"/>
            <a:ext cx="388019" cy="429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&lt;math xmlns=&quot;http://www.w3.org/1998/Math/MathML&quot; display=&quot;block&quot; data-is-equatio=&quot;1&quot; data-latex=&quot;\begin{array}{l}\frac{150}{315}\\&amp;#13;&amp;#10;\frac{315}{945}\\&amp;#13;&amp;#10;\frac{315}{360}\\&amp;#13;&amp;#10;\frac{945}{8400}\\&amp;#13;&amp;#10;\frac{150}{8400}\\&amp;#13;&amp;#10;\frac{540}{945}\\&amp;#13;&amp;#10;\frac{150}{360}\\&amp;#13;&amp;#10;\frac{150}{315}\\&amp;#13;&amp;#10;\frac{360}{150}\end{array}&quot;&gt;&lt;mtable columnalign=&quot;left&quot; columnspacing=&quot;1em&quot; rowspacing=&quot;4pt&quot;&gt;&lt;mtr&gt;&lt;mtd&gt;&lt;mfrac&gt;&lt;mn&gt;150&lt;/mn&gt;&lt;mn&gt;315&lt;/mn&gt;&lt;/mfrac&gt;&lt;/mtd&gt;&lt;/mtr&gt;&lt;mtr&gt;&lt;mtd&gt;&lt;mfrac&gt;&lt;mn&gt;315&lt;/mn&gt;&lt;mn&gt;945&lt;/mn&gt;&lt;/mfrac&gt;&lt;/mtd&gt;&lt;/mtr&gt;&lt;mtr&gt;&lt;mtd&gt;&lt;mfrac&gt;&lt;mn&gt;315&lt;/mn&gt;&lt;mn&gt;360&lt;/mn&gt;&lt;/mfrac&gt;&lt;/mtd&gt;&lt;/mtr&gt;&lt;mtr&gt;&lt;mtd&gt;&lt;mfrac&gt;&lt;mn&gt;945&lt;/mn&gt;&lt;mn&gt;8400&lt;/mn&gt;&lt;/mfrac&gt;&lt;/mtd&gt;&lt;/mtr&gt;&lt;mtr&gt;&lt;mtd&gt;&lt;mfrac&gt;&lt;mn&gt;150&lt;/mn&gt;&lt;mn&gt;8400&lt;/mn&gt;&lt;/mfrac&gt;&lt;/mtd&gt;&lt;/mtr&gt;&lt;mtr&gt;&lt;mtd&gt;&lt;mfrac&gt;&lt;mn&gt;540&lt;/mn&gt;&lt;mn&gt;945&lt;/mn&gt;&lt;/mfrac&gt;&lt;/mtd&gt;&lt;/mtr&gt;&lt;mtr&gt;&lt;mtd&gt;&lt;mfrac&gt;&lt;mn&gt;150&lt;/mn&gt;&lt;mn&gt;360&lt;/mn&gt;&lt;/mfrac&gt;&lt;/mtd&gt;&lt;/mtr&gt;&lt;mtr&gt;&lt;mtd&gt;&lt;mfrac&gt;&lt;mn&gt;150&lt;/mn&gt;&lt;mn&gt;315&lt;/mn&gt;&lt;/mfrac&gt;&lt;/mtd&gt;&lt;/mtr&gt;&lt;mtr&gt;&lt;mtd&gt;&lt;mfrac&gt;&lt;mn&gt;360&lt;/mn&gt;&lt;mn&gt;150&lt;/mn&gt;&lt;/mfrac&gt;&lt;/mtd&gt;&lt;/mtr&gt;&lt;/mtable&gt;&lt;/math&gt;" title="9 lines Line 1: 150 over 315 Line 2: 315 over 945 Line 3: 315 over 360 Line 4: 945 over 8400 Line 5: 150 over 8400 Line 6: 540 over 945 Line 7: 150 over 360 Line 8: 150 over 315 Line 9: 360 over 150"/>
          <p:cNvPicPr preferRelativeResize="0"/>
          <p:nvPr/>
        </p:nvPicPr>
        <p:blipFill>
          <a:blip r:embed="rId3">
            <a:alphaModFix/>
          </a:blip>
          <a:srcRect t="9691" b="78160"/>
          <a:stretch>
            <a:fillRect/>
          </a:stretch>
        </p:blipFill>
        <p:spPr>
          <a:xfrm>
            <a:off x="777925" y="2840715"/>
            <a:ext cx="388019" cy="50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&lt;math xmlns=&quot;http://www.w3.org/1998/Math/MathML&quot; display=&quot;block&quot; data-is-equatio=&quot;1&quot; data-latex=&quot;\begin{array}{l}\frac{150}{315}\\&amp;#13;&amp;#10;\frac{315}{945}\\&amp;#13;&amp;#10;\frac{315}{360}\\&amp;#13;&amp;#10;\frac{945}{8400}\\&amp;#13;&amp;#10;\frac{150}{8400}\\&amp;#13;&amp;#10;\frac{540}{945}\\&amp;#13;&amp;#10;\frac{150}{360}\\&amp;#13;&amp;#10;\frac{150}{315}\\&amp;#13;&amp;#10;\frac{360}{150}\end{array}&quot;&gt;&lt;mtable columnalign=&quot;left&quot; columnspacing=&quot;1em&quot; rowspacing=&quot;4pt&quot;&gt;&lt;mtr&gt;&lt;mtd&gt;&lt;mfrac&gt;&lt;mn&gt;150&lt;/mn&gt;&lt;mn&gt;315&lt;/mn&gt;&lt;/mfrac&gt;&lt;/mtd&gt;&lt;/mtr&gt;&lt;mtr&gt;&lt;mtd&gt;&lt;mfrac&gt;&lt;mn&gt;315&lt;/mn&gt;&lt;mn&gt;945&lt;/mn&gt;&lt;/mfrac&gt;&lt;/mtd&gt;&lt;/mtr&gt;&lt;mtr&gt;&lt;mtd&gt;&lt;mfrac&gt;&lt;mn&gt;315&lt;/mn&gt;&lt;mn&gt;360&lt;/mn&gt;&lt;/mfrac&gt;&lt;/mtd&gt;&lt;/mtr&gt;&lt;mtr&gt;&lt;mtd&gt;&lt;mfrac&gt;&lt;mn&gt;945&lt;/mn&gt;&lt;mn&gt;8400&lt;/mn&gt;&lt;/mfrac&gt;&lt;/mtd&gt;&lt;/mtr&gt;&lt;mtr&gt;&lt;mtd&gt;&lt;mfrac&gt;&lt;mn&gt;150&lt;/mn&gt;&lt;mn&gt;8400&lt;/mn&gt;&lt;/mfrac&gt;&lt;/mtd&gt;&lt;/mtr&gt;&lt;mtr&gt;&lt;mtd&gt;&lt;mfrac&gt;&lt;mn&gt;540&lt;/mn&gt;&lt;mn&gt;945&lt;/mn&gt;&lt;/mfrac&gt;&lt;/mtd&gt;&lt;/mtr&gt;&lt;mtr&gt;&lt;mtd&gt;&lt;mfrac&gt;&lt;mn&gt;150&lt;/mn&gt;&lt;mn&gt;360&lt;/mn&gt;&lt;/mfrac&gt;&lt;/mtd&gt;&lt;/mtr&gt;&lt;mtr&gt;&lt;mtd&gt;&lt;mfrac&gt;&lt;mn&gt;150&lt;/mn&gt;&lt;mn&gt;315&lt;/mn&gt;&lt;/mfrac&gt;&lt;/mtd&gt;&lt;/mtr&gt;&lt;mtr&gt;&lt;mtd&gt;&lt;mfrac&gt;&lt;mn&gt;360&lt;/mn&gt;&lt;mn&gt;150&lt;/mn&gt;&lt;/mfrac&gt;&lt;/mtd&gt;&lt;/mtr&gt;&lt;/mtable&gt;&lt;/math&gt;" title="9 lines Line 1: 150 over 315 Line 2: 315 over 945 Line 3: 315 over 360 Line 4: 945 over 8400 Line 5: 150 over 8400 Line 6: 540 over 945 Line 7: 150 over 360 Line 8: 150 over 315 Line 9: 360 over 150"/>
          <p:cNvPicPr preferRelativeResize="0"/>
          <p:nvPr/>
        </p:nvPicPr>
        <p:blipFill>
          <a:blip r:embed="rId3">
            <a:alphaModFix/>
          </a:blip>
          <a:srcRect t="21513" b="67458"/>
          <a:stretch>
            <a:fillRect/>
          </a:stretch>
        </p:blipFill>
        <p:spPr>
          <a:xfrm>
            <a:off x="777925" y="4255146"/>
            <a:ext cx="388019" cy="458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&lt;math xmlns=&quot;http://www.w3.org/1998/Math/MathML&quot; display=&quot;block&quot; data-is-equatio=&quot;1&quot; data-latex=&quot;\begin{array}{l}\frac{150}{315}\\&amp;#13;&amp;#10;\frac{315}{945}\\&amp;#13;&amp;#10;\frac{315}{360}\\&amp;#13;&amp;#10;\frac{945}{8400}\\&amp;#13;&amp;#10;\frac{150}{8400}\\&amp;#13;&amp;#10;\frac{540}{945}\\&amp;#13;&amp;#10;\frac{150}{360}\\&amp;#13;&amp;#10;\frac{150}{315}\\&amp;#13;&amp;#10;\frac{360}{150}\end{array}&quot;&gt;&lt;mtable columnalign=&quot;left&quot; columnspacing=&quot;1em&quot; rowspacing=&quot;4pt&quot;&gt;&lt;mtr&gt;&lt;mtd&gt;&lt;mfrac&gt;&lt;mn&gt;150&lt;/mn&gt;&lt;mn&gt;315&lt;/mn&gt;&lt;/mfrac&gt;&lt;/mtd&gt;&lt;/mtr&gt;&lt;mtr&gt;&lt;mtd&gt;&lt;mfrac&gt;&lt;mn&gt;315&lt;/mn&gt;&lt;mn&gt;945&lt;/mn&gt;&lt;/mfrac&gt;&lt;/mtd&gt;&lt;/mtr&gt;&lt;mtr&gt;&lt;mtd&gt;&lt;mfrac&gt;&lt;mn&gt;315&lt;/mn&gt;&lt;mn&gt;360&lt;/mn&gt;&lt;/mfrac&gt;&lt;/mtd&gt;&lt;/mtr&gt;&lt;mtr&gt;&lt;mtd&gt;&lt;mfrac&gt;&lt;mn&gt;945&lt;/mn&gt;&lt;mn&gt;8400&lt;/mn&gt;&lt;/mfrac&gt;&lt;/mtd&gt;&lt;/mtr&gt;&lt;mtr&gt;&lt;mtd&gt;&lt;mfrac&gt;&lt;mn&gt;150&lt;/mn&gt;&lt;mn&gt;8400&lt;/mn&gt;&lt;/mfrac&gt;&lt;/mtd&gt;&lt;/mtr&gt;&lt;mtr&gt;&lt;mtd&gt;&lt;mfrac&gt;&lt;mn&gt;540&lt;/mn&gt;&lt;mn&gt;945&lt;/mn&gt;&lt;/mfrac&gt;&lt;/mtd&gt;&lt;/mtr&gt;&lt;mtr&gt;&lt;mtd&gt;&lt;mfrac&gt;&lt;mn&gt;150&lt;/mn&gt;&lt;mn&gt;360&lt;/mn&gt;&lt;/mfrac&gt;&lt;/mtd&gt;&lt;/mtr&gt;&lt;mtr&gt;&lt;mtd&gt;&lt;mfrac&gt;&lt;mn&gt;150&lt;/mn&gt;&lt;mn&gt;315&lt;/mn&gt;&lt;/mfrac&gt;&lt;/mtd&gt;&lt;/mtr&gt;&lt;mtr&gt;&lt;mtd&gt;&lt;mfrac&gt;&lt;mn&gt;360&lt;/mn&gt;&lt;mn&gt;150&lt;/mn&gt;&lt;/mfrac&gt;&lt;/mtd&gt;&lt;/mtr&gt;&lt;/mtable&gt;&lt;/math&gt;" title="9 lines Line 1: 150 over 315 Line 2: 315 over 945 Line 3: 315 over 360 Line 4: 945 over 8400 Line 5: 150 over 8400 Line 6: 540 over 945 Line 7: 150 over 360 Line 8: 150 over 315 Line 9: 360 over 150"/>
          <p:cNvPicPr preferRelativeResize="0"/>
          <p:nvPr/>
        </p:nvPicPr>
        <p:blipFill>
          <a:blip r:embed="rId3">
            <a:alphaModFix/>
          </a:blip>
          <a:srcRect t="32994" b="55977"/>
          <a:stretch>
            <a:fillRect/>
          </a:stretch>
        </p:blipFill>
        <p:spPr>
          <a:xfrm>
            <a:off x="4120175" y="2183011"/>
            <a:ext cx="369976" cy="437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&lt;math xmlns=&quot;http://www.w3.org/1998/Math/MathML&quot; display=&quot;block&quot; data-is-equatio=&quot;1&quot; data-latex=&quot;\begin{array}{l}\frac{150}{315}\\&amp;#13;&amp;#10;\frac{315}{945}\\&amp;#13;&amp;#10;\frac{315}{360}\\&amp;#13;&amp;#10;\frac{945}{8400}\\&amp;#13;&amp;#10;\frac{150}{8400}\\&amp;#13;&amp;#10;\frac{540}{945}\\&amp;#13;&amp;#10;\frac{150}{360}\\&amp;#13;&amp;#10;\frac{150}{315}\\&amp;#13;&amp;#10;\frac{360}{150}\end{array}&quot;&gt;&lt;mtable columnalign=&quot;left&quot; columnspacing=&quot;1em&quot; rowspacing=&quot;4pt&quot;&gt;&lt;mtr&gt;&lt;mtd&gt;&lt;mfrac&gt;&lt;mn&gt;150&lt;/mn&gt;&lt;mn&gt;315&lt;/mn&gt;&lt;/mfrac&gt;&lt;/mtd&gt;&lt;/mtr&gt;&lt;mtr&gt;&lt;mtd&gt;&lt;mfrac&gt;&lt;mn&gt;315&lt;/mn&gt;&lt;mn&gt;945&lt;/mn&gt;&lt;/mfrac&gt;&lt;/mtd&gt;&lt;/mtr&gt;&lt;mtr&gt;&lt;mtd&gt;&lt;mfrac&gt;&lt;mn&gt;315&lt;/mn&gt;&lt;mn&gt;360&lt;/mn&gt;&lt;/mfrac&gt;&lt;/mtd&gt;&lt;/mtr&gt;&lt;mtr&gt;&lt;mtd&gt;&lt;mfrac&gt;&lt;mn&gt;945&lt;/mn&gt;&lt;mn&gt;8400&lt;/mn&gt;&lt;/mfrac&gt;&lt;/mtd&gt;&lt;/mtr&gt;&lt;mtr&gt;&lt;mtd&gt;&lt;mfrac&gt;&lt;mn&gt;150&lt;/mn&gt;&lt;mn&gt;8400&lt;/mn&gt;&lt;/mfrac&gt;&lt;/mtd&gt;&lt;/mtr&gt;&lt;mtr&gt;&lt;mtd&gt;&lt;mfrac&gt;&lt;mn&gt;540&lt;/mn&gt;&lt;mn&gt;945&lt;/mn&gt;&lt;/mfrac&gt;&lt;/mtd&gt;&lt;/mtr&gt;&lt;mtr&gt;&lt;mtd&gt;&lt;mfrac&gt;&lt;mn&gt;150&lt;/mn&gt;&lt;mn&gt;360&lt;/mn&gt;&lt;/mfrac&gt;&lt;/mtd&gt;&lt;/mtr&gt;&lt;mtr&gt;&lt;mtd&gt;&lt;mfrac&gt;&lt;mn&gt;150&lt;/mn&gt;&lt;mn&gt;315&lt;/mn&gt;&lt;/mfrac&gt;&lt;/mtd&gt;&lt;/mtr&gt;&lt;mtr&gt;&lt;mtd&gt;&lt;mfrac&gt;&lt;mn&gt;360&lt;/mn&gt;&lt;mn&gt;150&lt;/mn&gt;&lt;/mfrac&gt;&lt;/mtd&gt;&lt;/mtr&gt;&lt;/mtable&gt;&lt;/math&gt;" title="9 lines Line 1: 150 over 315 Line 2: 315 over 945 Line 3: 315 over 360 Line 4: 945 over 8400 Line 5: 150 over 8400 Line 6: 540 over 945 Line 7: 150 over 360 Line 8: 150 over 315 Line 9: 360 over 150"/>
          <p:cNvPicPr preferRelativeResize="0"/>
          <p:nvPr/>
        </p:nvPicPr>
        <p:blipFill>
          <a:blip r:embed="rId3">
            <a:alphaModFix/>
          </a:blip>
          <a:srcRect t="56109" r="10193" b="32863"/>
          <a:stretch>
            <a:fillRect/>
          </a:stretch>
        </p:blipFill>
        <p:spPr>
          <a:xfrm>
            <a:off x="4157877" y="2937721"/>
            <a:ext cx="332274" cy="437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&lt;math xmlns=&quot;http://www.w3.org/1998/Math/MathML&quot; display=&quot;block&quot; data-is-equatio=&quot;1&quot; data-latex=&quot;\begin{array}{l}\frac{150}{315}\\&amp;#13;&amp;#10;\frac{315}{945}\\&amp;#13;&amp;#10;\frac{315}{360}\\&amp;#13;&amp;#10;\frac{945}{8400}\\&amp;#13;&amp;#10;\frac{150}{8400}\\&amp;#13;&amp;#10;\frac{540}{945}\\&amp;#13;&amp;#10;\frac{150}{360}\\&amp;#13;&amp;#10;\frac{150}{315}\\&amp;#13;&amp;#10;\frac{360}{150}\end{array}&quot;&gt;&lt;mtable columnalign=&quot;left&quot; columnspacing=&quot;1em&quot; rowspacing=&quot;4pt&quot;&gt;&lt;mtr&gt;&lt;mtd&gt;&lt;mfrac&gt;&lt;mn&gt;150&lt;/mn&gt;&lt;mn&gt;315&lt;/mn&gt;&lt;/mfrac&gt;&lt;/mtd&gt;&lt;/mtr&gt;&lt;mtr&gt;&lt;mtd&gt;&lt;mfrac&gt;&lt;mn&gt;315&lt;/mn&gt;&lt;mn&gt;945&lt;/mn&gt;&lt;/mfrac&gt;&lt;/mtd&gt;&lt;/mtr&gt;&lt;mtr&gt;&lt;mtd&gt;&lt;mfrac&gt;&lt;mn&gt;315&lt;/mn&gt;&lt;mn&gt;360&lt;/mn&gt;&lt;/mfrac&gt;&lt;/mtd&gt;&lt;/mtr&gt;&lt;mtr&gt;&lt;mtd&gt;&lt;mfrac&gt;&lt;mn&gt;945&lt;/mn&gt;&lt;mn&gt;8400&lt;/mn&gt;&lt;/mfrac&gt;&lt;/mtd&gt;&lt;/mtr&gt;&lt;mtr&gt;&lt;mtd&gt;&lt;mfrac&gt;&lt;mn&gt;150&lt;/mn&gt;&lt;mn&gt;8400&lt;/mn&gt;&lt;/mfrac&gt;&lt;/mtd&gt;&lt;/mtr&gt;&lt;mtr&gt;&lt;mtd&gt;&lt;mfrac&gt;&lt;mn&gt;540&lt;/mn&gt;&lt;mn&gt;945&lt;/mn&gt;&lt;/mfrac&gt;&lt;/mtd&gt;&lt;/mtr&gt;&lt;mtr&gt;&lt;mtd&gt;&lt;mfrac&gt;&lt;mn&gt;150&lt;/mn&gt;&lt;mn&gt;360&lt;/mn&gt;&lt;/mfrac&gt;&lt;/mtd&gt;&lt;/mtr&gt;&lt;mtr&gt;&lt;mtd&gt;&lt;mfrac&gt;&lt;mn&gt;150&lt;/mn&gt;&lt;mn&gt;315&lt;/mn&gt;&lt;/mfrac&gt;&lt;/mtd&gt;&lt;/mtr&gt;&lt;mtr&gt;&lt;mtd&gt;&lt;mfrac&gt;&lt;mn&gt;360&lt;/mn&gt;&lt;mn&gt;150&lt;/mn&gt;&lt;/mfrac&gt;&lt;/mtd&gt;&lt;/mtr&gt;&lt;/mtable&gt;&lt;/math&gt;" title="9 lines Line 1: 150 over 315 Line 2: 315 over 945 Line 3: 315 over 360 Line 4: 945 over 8400 Line 5: 150 over 8400 Line 6: 540 over 945 Line 7: 150 over 360 Line 8: 150 over 315 Line 9: 360 over 150"/>
          <p:cNvPicPr preferRelativeResize="0"/>
          <p:nvPr/>
        </p:nvPicPr>
        <p:blipFill>
          <a:blip r:embed="rId3">
            <a:alphaModFix/>
          </a:blip>
          <a:srcRect t="89689"/>
          <a:stretch>
            <a:fillRect/>
          </a:stretch>
        </p:blipFill>
        <p:spPr>
          <a:xfrm>
            <a:off x="4120175" y="4324527"/>
            <a:ext cx="369976" cy="409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&lt;math xmlns=&quot;http://www.w3.org/1998/Math/MathML&quot; display=&quot;block&quot; data-is-equatio=&quot;1&quot; data-latex=&quot;\begin{array}{l}\frac{150}{8400}\\&amp;#13;&amp;#10;\frac{315}{945}\\&amp;#13;&amp;#10;\frac{315}{360}\\&amp;#13;&amp;#10;\frac{945}{8400}\\&amp;#13;&amp;#10;\frac{150}{8400}\\&amp;#13;&amp;#10;\frac{540}{945}\\&amp;#13;&amp;#10;\frac{150}{360}\\&amp;#13;&amp;#10;\frac{150}{315}\\&amp;#13;&amp;#10;\frac{360}{150}\end{array}&quot;&gt;&lt;mtable columnalign=&quot;left&quot; columnspacing=&quot;1em&quot; rowspacing=&quot;4pt&quot;&gt;&lt;mtr&gt;&lt;mtd&gt;&lt;mfrac&gt;&lt;mn&gt;150&lt;/mn&gt;&lt;mn&gt;8400&lt;/mn&gt;&lt;/mfrac&gt;&lt;/mtd&gt;&lt;/mtr&gt;&lt;mtr&gt;&lt;mtd&gt;&lt;mfrac&gt;&lt;mn&gt;315&lt;/mn&gt;&lt;mn&gt;945&lt;/mn&gt;&lt;/mfrac&gt;&lt;/mtd&gt;&lt;/mtr&gt;&lt;mtr&gt;&lt;mtd&gt;&lt;mfrac&gt;&lt;mn&gt;315&lt;/mn&gt;&lt;mn&gt;360&lt;/mn&gt;&lt;/mfrac&gt;&lt;/mtd&gt;&lt;/mtr&gt;&lt;mtr&gt;&lt;mtd&gt;&lt;mfrac&gt;&lt;mn&gt;945&lt;/mn&gt;&lt;mn&gt;8400&lt;/mn&gt;&lt;/mfrac&gt;&lt;/mtd&gt;&lt;/mtr&gt;&lt;mtr&gt;&lt;mtd&gt;&lt;mfrac&gt;&lt;mn&gt;150&lt;/mn&gt;&lt;mn&gt;8400&lt;/mn&gt;&lt;/mfrac&gt;&lt;/mtd&gt;&lt;/mtr&gt;&lt;mtr&gt;&lt;mtd&gt;&lt;mfrac&gt;&lt;mn&gt;540&lt;/mn&gt;&lt;mn&gt;945&lt;/mn&gt;&lt;/mfrac&gt;&lt;/mtd&gt;&lt;/mtr&gt;&lt;mtr&gt;&lt;mtd&gt;&lt;mfrac&gt;&lt;mn&gt;150&lt;/mn&gt;&lt;mn&gt;360&lt;/mn&gt;&lt;/mfrac&gt;&lt;/mtd&gt;&lt;/mtr&gt;&lt;mtr&gt;&lt;mtd&gt;&lt;mfrac&gt;&lt;mn&gt;150&lt;/mn&gt;&lt;mn&gt;315&lt;/mn&gt;&lt;/mfrac&gt;&lt;/mtd&gt;&lt;/mtr&gt;&lt;mtr&gt;&lt;mtd&gt;&lt;mfrac&gt;&lt;mn&gt;360&lt;/mn&gt;&lt;mn&gt;150&lt;/mn&gt;&lt;/mfrac&gt;&lt;/mtd&gt;&lt;/mtr&gt;&lt;/mtable&gt;&lt;/math&gt;" title="9 lines Line 1: 150 over 8400 Line 2: 315 over 945 Line 3: 315 over 360 Line 4: 945 over 8400 Line 5: 150 over 8400 Line 6: 540 over 945 Line 7: 150 over 360 Line 8: 150 over 315 Line 9: 360 over 150"/>
          <p:cNvPicPr preferRelativeResize="0"/>
          <p:nvPr/>
        </p:nvPicPr>
        <p:blipFill>
          <a:blip r:embed="rId4">
            <a:alphaModFix/>
          </a:blip>
          <a:srcRect b="90814"/>
          <a:stretch>
            <a:fillRect/>
          </a:stretch>
        </p:blipFill>
        <p:spPr>
          <a:xfrm>
            <a:off x="777925" y="3665802"/>
            <a:ext cx="388014" cy="360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&lt;math xmlns=&quot;http://www.w3.org/1998/Math/MathML&quot; display=&quot;block&quot; data-is-equatio=&quot;1&quot; data-latex=&quot;=\ \frac{10}{21}&quot;&gt;&lt;mo&gt;=&lt;/mo&gt;&lt;mtext&gt;&lt;/mtext&gt;&lt;mfrac&gt;&lt;mn&gt;10&lt;/mn&gt;&lt;mn&gt;21&lt;/mn&gt;&lt;/mfrac&gt;&lt;/math&gt;" title="equals 10 over 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6144" y="2258546"/>
            <a:ext cx="431195" cy="369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&lt;math xmlns=&quot;http://www.w3.org/1998/Math/MathML&quot; display=&quot;block&quot; data-is-equatio=&quot;1&quot; data-latex=&quot;=\ \frac{1}{3}&quot;&gt;&lt;mo&gt;=&lt;/mo&gt;&lt;mtext&gt;&lt;/mtext&gt;&lt;mfrac&gt;&lt;mn&gt;1&lt;/mn&gt;&lt;mn&gt;3&lt;/mn&gt;&lt;/mfrac&gt;&lt;/math&gt;" title="equals 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26144" y="2925298"/>
            <a:ext cx="344956" cy="37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&lt;math xmlns=&quot;http://www.w3.org/1998/Math/MathML&quot; display=&quot;block&quot; data-is-equatio=&quot;1&quot; data-latex=&quot;=\ \frac{1}{56}&quot;&gt;&lt;mo&gt;=&lt;/mo&gt;&lt;mtext&gt;&lt;/mtext&gt;&lt;mfrac&gt;&lt;mn&gt;1&lt;/mn&gt;&lt;mn&gt;56&lt;/mn&gt;&lt;/mfrac&gt;&lt;/math&gt;" title="equals 1 over 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26144" y="3638743"/>
            <a:ext cx="423110" cy="363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&lt;math xmlns=&quot;http://www.w3.org/1998/Math/MathML&quot; display=&quot;block&quot; data-is-equatio=&quot;1&quot; data-latex=&quot;=\ \frac{7}{8}&quot;&gt;&lt;mo&gt;=&lt;/mo&gt;&lt;mtext&gt;&lt;/mtext&gt;&lt;mfrac&gt;&lt;mn&gt;7&lt;/mn&gt;&lt;mn&gt;8&lt;/mn&gt;&lt;/mfrac&gt;&lt;/math&gt;" title="equals seven eigh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26144" y="4312208"/>
            <a:ext cx="347651" cy="37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&lt;math xmlns=&quot;http://www.w3.org/1998/Math/MathML&quot; display=&quot;block&quot; data-is-equatio=&quot;1&quot; data-latex=&quot;=\ \frac{9}{80}&quot;&gt;&lt;mo&gt;=&lt;/mo&gt;&lt;mtext&gt;&lt;/mtext&gt;&lt;mfrac&gt;&lt;mn&gt;9&lt;/mn&gt;&lt;mn&gt;80&lt;/mn&gt;&lt;/mfrac&gt;&lt;/math&gt;" title="equals 9 over 8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97917" y="2263358"/>
            <a:ext cx="413714" cy="357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&lt;math xmlns=&quot;http://www.w3.org/1998/Math/MathML&quot; display=&quot;block&quot; data-is-equatio=&quot;1&quot; data-latex=&quot;=\ \frac{9}{140}&quot;&gt;&lt;mo&gt;=&lt;/mo&gt;&lt;mtext&gt;&lt;/mtext&gt;&lt;mfrac&gt;&lt;mn&gt;9&lt;/mn&gt;&lt;mn&gt;140&lt;/mn&gt;&lt;/mfrac&gt;&lt;/math&gt;" title="equals 9 over 14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97917" y="3730744"/>
            <a:ext cx="501083" cy="357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&lt;math xmlns=&quot;http://www.w3.org/1998/Math/MathML&quot; display=&quot;block&quot; data-is-equatio=&quot;1&quot; data-latex=&quot;=\ \frac{12}{5}&quot;&gt;&lt;mo&gt;=&lt;/mo&gt;&lt;mtext&gt;&lt;/mtext&gt;&lt;mfrac&gt;&lt;mn&gt;12&lt;/mn&gt;&lt;mn&gt;5&lt;/mn&gt;&lt;/mfrac&gt;&lt;/math&gt;" title="equals twelve fif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697917" y="4386684"/>
            <a:ext cx="403436" cy="346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&lt;math xmlns=&quot;http://www.w3.org/1998/Math/MathML&quot; display=&quot;block&quot; data-is-equatio=&quot;1&quot; data-latex=&quot;\frac{540}{8400}&quot;&gt;&lt;mfrac&gt;&lt;mn&gt;540&lt;/mn&gt;&lt;mn&gt;8400&lt;/mn&gt;&lt;/mfrac&gt;&lt;/math&gt;" title="540 over 840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120179" y="3707574"/>
            <a:ext cx="369972" cy="35939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468000" y="2258718"/>
            <a:ext cx="324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68000" y="2959638"/>
            <a:ext cx="324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68000" y="3703788"/>
            <a:ext cx="324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68000" y="4377263"/>
            <a:ext cx="324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3780000" y="2258713"/>
            <a:ext cx="324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3780000" y="2994975"/>
            <a:ext cx="324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3780000" y="3739125"/>
            <a:ext cx="324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3780000" y="4412600"/>
            <a:ext cx="3240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9" name="Google Shape;249;p21" descr="&lt;math xmlns=&quot;http://www.w3.org/1998/Math/MathML&quot; display=&quot;block&quot; data-is-equatio=&quot;1&quot; data-latex=&quot;=\ \frac{4}{7}&quot;&gt;&lt;mo&gt;=&lt;/mo&gt;&lt;mtext&gt;&lt;/mtext&gt;&lt;mfrac&gt;&lt;mn&gt;4&lt;/mn&gt;&lt;mn&gt;7&lt;/mn&gt;&lt;/mfrac&gt;&lt;/math&gt;" title="equals four seven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697910" y="2989061"/>
            <a:ext cx="332264" cy="358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 descr="&lt;math xmlns=&quot;http://www.w3.org/1998/Math/MathML&quot; display=&quot;block&quot; data-is-equatio=&quot;1&quot; data-latex=&quot;\begin{array}{l}150=2\times3\times5^{2\ }\\&amp;#13;&amp;#10;540\ =2^2\times3^3\times5\\&amp;#13;&amp;#10;315=3^{^2}\times5\times7\\&amp;#13;&amp;#10;945\ =3^3\times5^2\times11\\&amp;#13;&amp;#10;360\ =2^3\times3^2\times5\\&amp;#13;&amp;#10;8400\ =2^4\times3\times5^2\times7\end{array}&quot;&gt;&lt;mtable columnalign=&quot;left&quot; columnspacing=&quot;1em&quot; rowspacing=&quot;4pt&quot;&gt;&lt;mtr&gt;&lt;mtd&gt;&lt;mn&gt;150&lt;/mn&gt;&lt;mo&gt;=&lt;/mo&gt;&lt;mn&gt;2&lt;/mn&gt;&lt;mo&gt;×&lt;/mo&gt;&lt;mn&gt;3&lt;/mn&gt;&lt;mo&gt;×&lt;/mo&gt;&lt;msup&gt;&lt;mn&gt;5&lt;/mn&gt;&lt;mrow data-mjx-texclass=&quot;ORD&quot;&gt;&lt;mn&gt;2&lt;/mn&gt;&lt;mtext&gt;&lt;/mtext&gt;&lt;/mrow&gt;&lt;/msup&gt;&lt;/mtd&gt;&lt;/mtr&gt;&lt;mtr&gt;&lt;mtd&gt;&lt;mn&gt;540&lt;/mn&gt;&lt;mtext&gt;&lt;/mtext&gt;&lt;mo&gt;=&lt;/mo&gt;&lt;msup&gt;&lt;mn&gt;2&lt;/mn&gt;&lt;mn&gt;2&lt;/mn&gt;&lt;/msup&gt;&lt;mo&gt;×&lt;/mo&gt;&lt;msup&gt;&lt;mn&gt;3&lt;/mn&gt;&lt;mn&gt;3&lt;/mn&gt;&lt;/msup&gt;&lt;mo&gt;×&lt;/mo&gt;&lt;mn&gt;5&lt;/mn&gt;&lt;/mtd&gt;&lt;/mtr&gt;&lt;mtr&gt;&lt;mtd&gt;&lt;mn&gt;315&lt;/mn&gt;&lt;mo&gt;=&lt;/mo&gt;&lt;msup&gt;&lt;mn&gt;3&lt;/mn&gt;&lt;mrow data-mjx-texclass=&quot;ORD&quot;&gt;&lt;msup&gt;&lt;mi/&gt;&lt;mn&gt;2&lt;/mn&gt;&lt;/msup&gt;&lt;/mrow&gt;&lt;/msup&gt;&lt;mo&gt;×&lt;/mo&gt;&lt;mn&gt;5&lt;/mn&gt;&lt;mo&gt;×&lt;/mo&gt;&lt;mn&gt;7&lt;/mn&gt;&lt;/mtd&gt;&lt;/mtr&gt;&lt;mtr&gt;&lt;mtd&gt;&lt;mn&gt;945&lt;/mn&gt;&lt;mtext&gt;&lt;/mtext&gt;&lt;mo&gt;=&lt;/mo&gt;&lt;msup&gt;&lt;mn&gt;3&lt;/mn&gt;&lt;mn&gt;3&lt;/mn&gt;&lt;/msup&gt;&lt;mo&gt;×&lt;/mo&gt;&lt;msup&gt;&lt;mn&gt;5&lt;/mn&gt;&lt;mn&gt;2&lt;/mn&gt;&lt;/msup&gt;&lt;mo&gt;×&lt;/mo&gt;&lt;mn&gt;11&lt;/mn&gt;&lt;/mtd&gt;&lt;/mtr&gt;&lt;mtr&gt;&lt;mtd&gt;&lt;mn&gt;360&lt;/mn&gt;&lt;mtext&gt;&lt;/mtext&gt;&lt;mo&gt;=&lt;/mo&gt;&lt;msup&gt;&lt;mn&gt;2&lt;/mn&gt;&lt;mn&gt;3&lt;/mn&gt;&lt;/msup&gt;&lt;mo&gt;×&lt;/mo&gt;&lt;msup&gt;&lt;mn&gt;3&lt;/mn&gt;&lt;mn&gt;2&lt;/mn&gt;&lt;/msup&gt;&lt;mo&gt;×&lt;/mo&gt;&lt;mn&gt;5&lt;/mn&gt;&lt;/mtd&gt;&lt;/mtr&gt;&lt;mtr&gt;&lt;mtd&gt;&lt;mn&gt;8400&lt;/mn&gt;&lt;mtext&gt;&lt;/mtext&gt;&lt;mo&gt;=&lt;/mo&gt;&lt;msup&gt;&lt;mn&gt;2&lt;/mn&gt;&lt;mn&gt;4&lt;/mn&gt;&lt;/msup&gt;&lt;mo&gt;×&lt;/mo&gt;&lt;mn&gt;3&lt;/mn&gt;&lt;mo&gt;×&lt;/mo&gt;&lt;msup&gt;&lt;mn&gt;5&lt;/mn&gt;&lt;mn&gt;2&lt;/mn&gt;&lt;/msup&gt;&lt;mo&gt;×&lt;/mo&gt;&lt;mn&gt;7&lt;/mn&gt;&lt;/mtd&gt;&lt;/mtr&gt;&lt;/mtable&gt;&lt;/math&gt;" title="6 lines Line 1: 150 equals 2 times 3 times 5 raised to the 2 power Line 2: 540 equals 2 squared times 3 cubed times 5 Line 3: 315 equals 3 raised to the exponent squared end exponent times 5 times 7 Line 4: 945 equals 3 cubed times 5 squared times 11 Line 5: 360 equals 2 cubed times 3 squared times 5 Line 6: 8400 equals 2 to the fourth power times 3 times 5 squared times 7"/>
          <p:cNvPicPr preferRelativeResize="0"/>
          <p:nvPr/>
        </p:nvPicPr>
        <p:blipFill>
          <a:blip r:embed="rId14">
            <a:alphaModFix/>
          </a:blip>
          <a:srcRect r="17904" b="69237"/>
          <a:stretch>
            <a:fillRect/>
          </a:stretch>
        </p:blipFill>
        <p:spPr>
          <a:xfrm>
            <a:off x="468000" y="1376850"/>
            <a:ext cx="1698418" cy="566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 descr="&lt;math xmlns=&quot;http://www.w3.org/1998/Math/MathML&quot; display=&quot;block&quot; data-is-equatio=&quot;1&quot; data-latex=&quot;\begin{array}{l}150=2\times3\times5^{2\ }\\&amp;#13;&amp;#10;540\ =2^2\times3^3\times5\\&amp;#13;&amp;#10;315=3^{^2}\times5\times7\\&amp;#13;&amp;#10;945\ =3^3\times5^2\times11\\&amp;#13;&amp;#10;360\ =2^3\times3^2\times5\\&amp;#13;&amp;#10;8400\ =2^4\times3\times5^2\times7\end{array}&quot;&gt;&lt;mtable columnalign=&quot;left&quot; columnspacing=&quot;1em&quot; rowspacing=&quot;4pt&quot;&gt;&lt;mtr&gt;&lt;mtd&gt;&lt;mn&gt;150&lt;/mn&gt;&lt;mo&gt;=&lt;/mo&gt;&lt;mn&gt;2&lt;/mn&gt;&lt;mo&gt;×&lt;/mo&gt;&lt;mn&gt;3&lt;/mn&gt;&lt;mo&gt;×&lt;/mo&gt;&lt;msup&gt;&lt;mn&gt;5&lt;/mn&gt;&lt;mrow data-mjx-texclass=&quot;ORD&quot;&gt;&lt;mn&gt;2&lt;/mn&gt;&lt;mtext&gt;&lt;/mtext&gt;&lt;/mrow&gt;&lt;/msup&gt;&lt;/mtd&gt;&lt;/mtr&gt;&lt;mtr&gt;&lt;mtd&gt;&lt;mn&gt;540&lt;/mn&gt;&lt;mtext&gt;&lt;/mtext&gt;&lt;mo&gt;=&lt;/mo&gt;&lt;msup&gt;&lt;mn&gt;2&lt;/mn&gt;&lt;mn&gt;2&lt;/mn&gt;&lt;/msup&gt;&lt;mo&gt;×&lt;/mo&gt;&lt;msup&gt;&lt;mn&gt;3&lt;/mn&gt;&lt;mn&gt;3&lt;/mn&gt;&lt;/msup&gt;&lt;mo&gt;×&lt;/mo&gt;&lt;mn&gt;5&lt;/mn&gt;&lt;/mtd&gt;&lt;/mtr&gt;&lt;mtr&gt;&lt;mtd&gt;&lt;mn&gt;315&lt;/mn&gt;&lt;mo&gt;=&lt;/mo&gt;&lt;msup&gt;&lt;mn&gt;3&lt;/mn&gt;&lt;mrow data-mjx-texclass=&quot;ORD&quot;&gt;&lt;msup&gt;&lt;mi/&gt;&lt;mn&gt;2&lt;/mn&gt;&lt;/msup&gt;&lt;/mrow&gt;&lt;/msup&gt;&lt;mo&gt;×&lt;/mo&gt;&lt;mn&gt;5&lt;/mn&gt;&lt;mo&gt;×&lt;/mo&gt;&lt;mn&gt;7&lt;/mn&gt;&lt;/mtd&gt;&lt;/mtr&gt;&lt;mtr&gt;&lt;mtd&gt;&lt;mn&gt;945&lt;/mn&gt;&lt;mtext&gt;&lt;/mtext&gt;&lt;mo&gt;=&lt;/mo&gt;&lt;msup&gt;&lt;mn&gt;3&lt;/mn&gt;&lt;mn&gt;3&lt;/mn&gt;&lt;/msup&gt;&lt;mo&gt;×&lt;/mo&gt;&lt;msup&gt;&lt;mn&gt;5&lt;/mn&gt;&lt;mn&gt;2&lt;/mn&gt;&lt;/msup&gt;&lt;mo&gt;×&lt;/mo&gt;&lt;mn&gt;11&lt;/mn&gt;&lt;/mtd&gt;&lt;/mtr&gt;&lt;mtr&gt;&lt;mtd&gt;&lt;mn&gt;360&lt;/mn&gt;&lt;mtext&gt;&lt;/mtext&gt;&lt;mo&gt;=&lt;/mo&gt;&lt;msup&gt;&lt;mn&gt;2&lt;/mn&gt;&lt;mn&gt;3&lt;/mn&gt;&lt;/msup&gt;&lt;mo&gt;×&lt;/mo&gt;&lt;msup&gt;&lt;mn&gt;3&lt;/mn&gt;&lt;mn&gt;2&lt;/mn&gt;&lt;/msup&gt;&lt;mo&gt;×&lt;/mo&gt;&lt;mn&gt;5&lt;/mn&gt;&lt;/mtd&gt;&lt;/mtr&gt;&lt;mtr&gt;&lt;mtd&gt;&lt;mn&gt;8400&lt;/mn&gt;&lt;mtext&gt;&lt;/mtext&gt;&lt;mo&gt;=&lt;/mo&gt;&lt;msup&gt;&lt;mn&gt;2&lt;/mn&gt;&lt;mn&gt;4&lt;/mn&gt;&lt;/msup&gt;&lt;mo&gt;×&lt;/mo&gt;&lt;mn&gt;3&lt;/mn&gt;&lt;mo&gt;×&lt;/mo&gt;&lt;msup&gt;&lt;mn&gt;5&lt;/mn&gt;&lt;mn&gt;2&lt;/mn&gt;&lt;/msup&gt;&lt;mo&gt;×&lt;/mo&gt;&lt;mn&gt;7&lt;/mn&gt;&lt;/mtd&gt;&lt;/mtr&gt;&lt;/mtable&gt;&lt;/math&gt;" title="6 lines Line 1: 150 equals 2 times 3 times 5 raised to the 2 power Line 2: 540 equals 2 squared times 3 cubed times 5 Line 3: 315 equals 3 raised to the exponent squared end exponent times 5 times 7 Line 4: 945 equals 3 cubed times 5 squared times 11 Line 5: 360 equals 2 cubed times 3 squared times 5 Line 6: 8400 equals 2 to the fourth power times 3 times 5 squared times 7"/>
          <p:cNvPicPr preferRelativeResize="0"/>
          <p:nvPr/>
        </p:nvPicPr>
        <p:blipFill>
          <a:blip r:embed="rId14">
            <a:alphaModFix/>
          </a:blip>
          <a:srcRect t="69237"/>
          <a:stretch>
            <a:fillRect/>
          </a:stretch>
        </p:blipFill>
        <p:spPr>
          <a:xfrm>
            <a:off x="4798301" y="1332550"/>
            <a:ext cx="2068774" cy="566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/>
          <p:cNvPicPr preferRelativeResize="0"/>
          <p:nvPr/>
        </p:nvPicPr>
        <p:blipFill>
          <a:blip r:embed="rId15">
            <a:alphaModFix/>
          </a:blip>
          <a:srcRect t="32148" b="30780"/>
          <a:stretch>
            <a:fillRect/>
          </a:stretch>
        </p:blipFill>
        <p:spPr>
          <a:xfrm>
            <a:off x="2584526" y="1274488"/>
            <a:ext cx="2068775" cy="68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Simplifying fractions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2024-01-08T16:42:52.598</cp:lastPrinted>
  <dcterms:created xsi:type="dcterms:W3CDTF">2024-01-08T16:42:52Z</dcterms:created>
  <dcterms:modified xsi:type="dcterms:W3CDTF">2024-01-08T16:43:18Z</dcterms:modified>
</cp:coreProperties>
</file>