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35.png"/><Relationship Id="rId11" Type="http://schemas.openxmlformats.org/officeDocument/2006/relationships/image" Target="../media/image21.png"/><Relationship Id="rId22" Type="http://schemas.openxmlformats.org/officeDocument/2006/relationships/image" Target="../media/image30.png"/><Relationship Id="rId10" Type="http://schemas.openxmlformats.org/officeDocument/2006/relationships/image" Target="../media/image11.png"/><Relationship Id="rId21" Type="http://schemas.openxmlformats.org/officeDocument/2006/relationships/image" Target="../media/image29.png"/><Relationship Id="rId13" Type="http://schemas.openxmlformats.org/officeDocument/2006/relationships/image" Target="../media/image15.png"/><Relationship Id="rId24" Type="http://schemas.openxmlformats.org/officeDocument/2006/relationships/image" Target="../media/image32.png"/><Relationship Id="rId12" Type="http://schemas.openxmlformats.org/officeDocument/2006/relationships/image" Target="../media/image23.png"/><Relationship Id="rId23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20.png"/><Relationship Id="rId15" Type="http://schemas.openxmlformats.org/officeDocument/2006/relationships/image" Target="../media/image9.png"/><Relationship Id="rId14" Type="http://schemas.openxmlformats.org/officeDocument/2006/relationships/image" Target="../media/image18.png"/><Relationship Id="rId17" Type="http://schemas.openxmlformats.org/officeDocument/2006/relationships/image" Target="../media/image22.png"/><Relationship Id="rId16" Type="http://schemas.openxmlformats.org/officeDocument/2006/relationships/image" Target="../media/image24.png"/><Relationship Id="rId5" Type="http://schemas.openxmlformats.org/officeDocument/2006/relationships/image" Target="../media/image19.png"/><Relationship Id="rId19" Type="http://schemas.openxmlformats.org/officeDocument/2006/relationships/image" Target="../media/image34.png"/><Relationship Id="rId6" Type="http://schemas.openxmlformats.org/officeDocument/2006/relationships/image" Target="../media/image25.png"/><Relationship Id="rId18" Type="http://schemas.openxmlformats.org/officeDocument/2006/relationships/image" Target="../media/image26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Between numbers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48300"/>
            <a:ext cx="552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Finding numbers between two integers or decimals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844650"/>
            <a:ext cx="6624000" cy="23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down at least 3 decimals between the following pairs of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and 10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8.25, 9.68, 7.0012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and 5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3.845, 4.021, 4.998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and 11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10.0098, 10.9895, 10.87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12.3 and 12.4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12.354, 12.30009, 12.38764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4569300"/>
            <a:ext cx="37176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What digit is covered in each of the following?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arrow is pointing to the halfway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" name="Google Shape;176;p20"/>
          <p:cNvGrpSpPr/>
          <p:nvPr/>
        </p:nvGrpSpPr>
        <p:grpSpPr>
          <a:xfrm>
            <a:off x="599163" y="5303886"/>
            <a:ext cx="2698555" cy="447116"/>
            <a:chOff x="2254574" y="2103504"/>
            <a:chExt cx="4734308" cy="447116"/>
          </a:xfrm>
        </p:grpSpPr>
        <p:grpSp>
          <p:nvGrpSpPr>
            <p:cNvPr id="177" name="Google Shape;177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78" name="Google Shape;178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" name="Google Shape;180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1" name="Google Shape;181;p20"/>
            <p:cNvSpPr txBox="1"/>
            <p:nvPr/>
          </p:nvSpPr>
          <p:spPr>
            <a:xfrm>
              <a:off x="2254574" y="2103504"/>
              <a:ext cx="675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6312981" y="2103504"/>
              <a:ext cx="675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4294542" y="2103504"/>
              <a:ext cx="1125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0.7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85" name="Google Shape;185;p20"/>
          <p:cNvGrpSpPr/>
          <p:nvPr/>
        </p:nvGrpSpPr>
        <p:grpSpPr>
          <a:xfrm>
            <a:off x="569446" y="6206378"/>
            <a:ext cx="2850252" cy="441000"/>
            <a:chOff x="2202439" y="2109620"/>
            <a:chExt cx="5000443" cy="441000"/>
          </a:xfrm>
        </p:grpSpPr>
        <p:grpSp>
          <p:nvGrpSpPr>
            <p:cNvPr id="186" name="Google Shape;186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87" name="Google Shape;187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" name="Google Shape;188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" name="Google Shape;189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0" name="Google Shape;190;p20"/>
            <p:cNvSpPr txBox="1"/>
            <p:nvPr/>
          </p:nvSpPr>
          <p:spPr>
            <a:xfrm>
              <a:off x="2202439" y="2109620"/>
              <a:ext cx="758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2.78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6256081" y="2109627"/>
              <a:ext cx="946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2.98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4212122" y="2109620"/>
              <a:ext cx="1128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2.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8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4" name="Google Shape;194;p20"/>
          <p:cNvGrpSpPr/>
          <p:nvPr/>
        </p:nvGrpSpPr>
        <p:grpSpPr>
          <a:xfrm>
            <a:off x="569446" y="7007105"/>
            <a:ext cx="2850252" cy="441000"/>
            <a:chOff x="2202439" y="2109620"/>
            <a:chExt cx="5000443" cy="441000"/>
          </a:xfrm>
        </p:grpSpPr>
        <p:grpSp>
          <p:nvGrpSpPr>
            <p:cNvPr id="195" name="Google Shape;195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196" name="Google Shape;196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" name="Google Shape;197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" name="Google Shape;198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9" name="Google Shape;199;p20"/>
            <p:cNvSpPr txBox="1"/>
            <p:nvPr/>
          </p:nvSpPr>
          <p:spPr>
            <a:xfrm>
              <a:off x="2202439" y="2109620"/>
              <a:ext cx="758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5.23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6256081" y="2109627"/>
              <a:ext cx="946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5.87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4212122" y="2109620"/>
              <a:ext cx="1128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5.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3" name="Google Shape;203;p20"/>
          <p:cNvGrpSpPr/>
          <p:nvPr/>
        </p:nvGrpSpPr>
        <p:grpSpPr>
          <a:xfrm>
            <a:off x="523308" y="7910045"/>
            <a:ext cx="2850257" cy="441012"/>
            <a:chOff x="2202430" y="2109609"/>
            <a:chExt cx="5000451" cy="441012"/>
          </a:xfrm>
        </p:grpSpPr>
        <p:grpSp>
          <p:nvGrpSpPr>
            <p:cNvPr id="204" name="Google Shape;204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205" name="Google Shape;205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" name="Google Shape;206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" name="Google Shape;207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8" name="Google Shape;208;p20"/>
            <p:cNvSpPr txBox="1"/>
            <p:nvPr/>
          </p:nvSpPr>
          <p:spPr>
            <a:xfrm>
              <a:off x="2202430" y="2109609"/>
              <a:ext cx="946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6.02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6256081" y="2109627"/>
              <a:ext cx="946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6.37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4212122" y="2109620"/>
              <a:ext cx="1128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6.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1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" name="Google Shape;212;p20"/>
          <p:cNvGrpSpPr/>
          <p:nvPr/>
        </p:nvGrpSpPr>
        <p:grpSpPr>
          <a:xfrm>
            <a:off x="3651734" y="5359708"/>
            <a:ext cx="3410343" cy="441012"/>
            <a:chOff x="2202429" y="2109609"/>
            <a:chExt cx="5273454" cy="441012"/>
          </a:xfrm>
        </p:grpSpPr>
        <p:grpSp>
          <p:nvGrpSpPr>
            <p:cNvPr id="213" name="Google Shape;213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214" name="Google Shape;214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" name="Google Shape;215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" name="Google Shape;216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17" name="Google Shape;217;p20"/>
            <p:cNvSpPr txBox="1"/>
            <p:nvPr/>
          </p:nvSpPr>
          <p:spPr>
            <a:xfrm>
              <a:off x="2202429" y="2109609"/>
              <a:ext cx="1054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9.25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0"/>
            <p:cNvSpPr txBox="1"/>
            <p:nvPr/>
          </p:nvSpPr>
          <p:spPr>
            <a:xfrm>
              <a:off x="6256083" y="2109634"/>
              <a:ext cx="1219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12.65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4312033" y="2109620"/>
              <a:ext cx="1128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0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.95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1" name="Google Shape;221;p20"/>
          <p:cNvGrpSpPr/>
          <p:nvPr/>
        </p:nvGrpSpPr>
        <p:grpSpPr>
          <a:xfrm>
            <a:off x="3637796" y="6187579"/>
            <a:ext cx="3233793" cy="452788"/>
            <a:chOff x="2202429" y="2097833"/>
            <a:chExt cx="5000452" cy="452788"/>
          </a:xfrm>
        </p:grpSpPr>
        <p:grpSp>
          <p:nvGrpSpPr>
            <p:cNvPr id="222" name="Google Shape;222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223" name="Google Shape;223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" name="Google Shape;224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" name="Google Shape;225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26" name="Google Shape;226;p20"/>
            <p:cNvSpPr txBox="1"/>
            <p:nvPr/>
          </p:nvSpPr>
          <p:spPr>
            <a:xfrm>
              <a:off x="2202429" y="2109609"/>
              <a:ext cx="1093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4.6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27" name="Google Shape;227;p20"/>
            <p:cNvSpPr txBox="1"/>
            <p:nvPr/>
          </p:nvSpPr>
          <p:spPr>
            <a:xfrm>
              <a:off x="6256081" y="2109627"/>
              <a:ext cx="946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4.86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0"/>
            <p:cNvSpPr txBox="1"/>
            <p:nvPr/>
          </p:nvSpPr>
          <p:spPr>
            <a:xfrm>
              <a:off x="4293299" y="2097833"/>
              <a:ext cx="1128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4.74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0" name="Google Shape;230;p20"/>
          <p:cNvGrpSpPr/>
          <p:nvPr/>
        </p:nvGrpSpPr>
        <p:grpSpPr>
          <a:xfrm>
            <a:off x="3659513" y="6923427"/>
            <a:ext cx="3233750" cy="440999"/>
            <a:chOff x="2202427" y="2109621"/>
            <a:chExt cx="5000386" cy="440999"/>
          </a:xfrm>
        </p:grpSpPr>
        <p:grpSp>
          <p:nvGrpSpPr>
            <p:cNvPr id="231" name="Google Shape;231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232" name="Google Shape;232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" name="Google Shape;233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" name="Google Shape;234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35" name="Google Shape;235;p20"/>
            <p:cNvSpPr txBox="1"/>
            <p:nvPr/>
          </p:nvSpPr>
          <p:spPr>
            <a:xfrm>
              <a:off x="2202427" y="2109621"/>
              <a:ext cx="1294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11.08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0"/>
            <p:cNvSpPr txBox="1"/>
            <p:nvPr/>
          </p:nvSpPr>
          <p:spPr>
            <a:xfrm>
              <a:off x="6055013" y="2109621"/>
              <a:ext cx="1147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14.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2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" name="Google Shape;238;p20"/>
            <p:cNvSpPr txBox="1"/>
            <p:nvPr/>
          </p:nvSpPr>
          <p:spPr>
            <a:xfrm>
              <a:off x="4196069" y="2109621"/>
              <a:ext cx="1294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12.665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9" name="Google Shape;239;p20"/>
          <p:cNvGrpSpPr/>
          <p:nvPr/>
        </p:nvGrpSpPr>
        <p:grpSpPr>
          <a:xfrm>
            <a:off x="3608495" y="7871298"/>
            <a:ext cx="3467574" cy="441012"/>
            <a:chOff x="2108832" y="2109609"/>
            <a:chExt cx="5361952" cy="441012"/>
          </a:xfrm>
        </p:grpSpPr>
        <p:grpSp>
          <p:nvGrpSpPr>
            <p:cNvPr id="240" name="Google Shape;240;p20"/>
            <p:cNvGrpSpPr/>
            <p:nvPr/>
          </p:nvGrpSpPr>
          <p:grpSpPr>
            <a:xfrm>
              <a:off x="2525400" y="2373320"/>
              <a:ext cx="4093200" cy="177300"/>
              <a:chOff x="2525400" y="1458920"/>
              <a:chExt cx="4093200" cy="177300"/>
            </a:xfrm>
          </p:grpSpPr>
          <p:cxnSp>
            <p:nvCxnSpPr>
              <p:cNvPr id="241" name="Google Shape;241;p20"/>
              <p:cNvCxnSpPr/>
              <p:nvPr/>
            </p:nvCxnSpPr>
            <p:spPr>
              <a:xfrm flipH="1" rot="10800000">
                <a:off x="2525400" y="1616850"/>
                <a:ext cx="4093200" cy="6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" name="Google Shape;242;p20"/>
              <p:cNvCxnSpPr/>
              <p:nvPr/>
            </p:nvCxnSpPr>
            <p:spPr>
              <a:xfrm>
                <a:off x="2542619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" name="Google Shape;243;p20"/>
              <p:cNvCxnSpPr/>
              <p:nvPr/>
            </p:nvCxnSpPr>
            <p:spPr>
              <a:xfrm>
                <a:off x="6604848" y="1458920"/>
                <a:ext cx="0" cy="177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44" name="Google Shape;244;p20"/>
            <p:cNvSpPr txBox="1"/>
            <p:nvPr/>
          </p:nvSpPr>
          <p:spPr>
            <a:xfrm>
              <a:off x="2108832" y="2109609"/>
              <a:ext cx="1329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0.00</a:t>
              </a: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5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6256083" y="2109634"/>
              <a:ext cx="1214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0.068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4478900" y="2326800"/>
              <a:ext cx="168900" cy="177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0"/>
            <p:cNvSpPr txBox="1"/>
            <p:nvPr/>
          </p:nvSpPr>
          <p:spPr>
            <a:xfrm>
              <a:off x="4148475" y="2109609"/>
              <a:ext cx="16923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0.0367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48" name="Google Shape;248;p20"/>
          <p:cNvCxnSpPr/>
          <p:nvPr/>
        </p:nvCxnSpPr>
        <p:spPr>
          <a:xfrm>
            <a:off x="483157" y="89741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4" name="Google Shape;254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Between numbers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476400" y="987900"/>
            <a:ext cx="526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Choose a fraction that is between: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,\ \frac{43}{100},\ \frac{3}{4}&quot;&gt;&lt;mfrac&gt;&lt;mn&gt;3&lt;/mn&gt;&lt;mn&gt;5&lt;/mn&gt;&lt;/mfrac&gt;&lt;mo&gt;,&lt;/mo&gt;&lt;mtext&gt;&lt;/mtext&gt;&lt;mfrac&gt;&lt;mn&gt;43&lt;/mn&gt;&lt;mn&gt;100&lt;/mn&gt;&lt;/mfrac&gt;&lt;mo&gt;,&lt;/mo&gt;&lt;mtext&gt;&lt;/mtext&gt;&lt;mfrac&gt;&lt;mn&gt;3&lt;/mn&gt;&lt;mn&gt;4&lt;/mn&gt;&lt;/mfrac&gt;&lt;/math&gt;" id="258" name="Google Shape;258;p21" title="three fifths comma 43 over 100 comma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0018" y="1472771"/>
            <a:ext cx="864009" cy="385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8},\ \frac{1}{9},\ \frac{2}{25}\ &quot;&gt;&lt;mfrac&gt;&lt;mn&gt;1&lt;/mn&gt;&lt;mn&gt;8&lt;/mn&gt;&lt;/mfrac&gt;&lt;mo&gt;,&lt;/mo&gt;&lt;mtext&gt;&lt;/mtext&gt;&lt;mfrac&gt;&lt;mn&gt;1&lt;/mn&gt;&lt;mn&gt;9&lt;/mn&gt;&lt;/mfrac&gt;&lt;mo&gt;,&lt;/mo&gt;&lt;mtext&gt;&lt;/mtext&gt;&lt;mfrac&gt;&lt;mn&gt;2&lt;/mn&gt;&lt;mn&gt;25&lt;/mn&gt;&lt;/mfrac&gt;&lt;mtext&gt;&lt;/mtext&gt;&lt;/math&gt;" id="259" name="Google Shape;259;p21" title="one eighth comma one ninth comma 2 over 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0017" y="1983729"/>
            <a:ext cx="767693" cy="38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,\ \frac{2}{5},\ \frac{3}{8}&quot;&gt;&lt;mfrac&gt;&lt;mn&gt;1&lt;/mn&gt;&lt;mn&gt;3&lt;/mn&gt;&lt;/mfrac&gt;&lt;mo&gt;,&lt;/mo&gt;&lt;mtext&gt;&lt;/mtext&gt;&lt;mfrac&gt;&lt;mn&gt;2&lt;/mn&gt;&lt;mn&gt;5&lt;/mn&gt;&lt;/mfrac&gt;&lt;mo&gt;,&lt;/mo&gt;&lt;mtext&gt;&lt;/mtext&gt;&lt;mfrac&gt;&lt;mn&gt;3&lt;/mn&gt;&lt;mn&gt;8&lt;/mn&gt;&lt;/mfrac&gt;&lt;/math&gt;" id="260" name="Google Shape;260;p21" title="one third comma two fifths comma 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3266" y="2491854"/>
            <a:ext cx="677043" cy="38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,\ \frac{4}{7},\ \frac{59}{100}&quot;&gt;&lt;mfrac&gt;&lt;mn&gt;1&lt;/mn&gt;&lt;mn&gt;2&lt;/mn&gt;&lt;/mfrac&gt;&lt;mo&gt;,&lt;/mo&gt;&lt;mtext&gt;&lt;/mtext&gt;&lt;mfrac&gt;&lt;mn&gt;4&lt;/mn&gt;&lt;mn&gt;7&lt;/mn&gt;&lt;/mfrac&gt;&lt;mo&gt;,&lt;/mo&gt;&lt;mtext&gt;&lt;/mtext&gt;&lt;mfrac&gt;&lt;mn&gt;59&lt;/mn&gt;&lt;mn&gt;100&lt;/mn&gt;&lt;/mfrac&gt;&lt;/math&gt;" id="261" name="Google Shape;261;p21" title="one half comma four sevenths comma 59 over 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20017" y="3626591"/>
            <a:ext cx="864009" cy="385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,\ \frac{9}{20},\ \frac{14}{25}&quot;&gt;&lt;mfrac&gt;&lt;mn&gt;1&lt;/mn&gt;&lt;mn&gt;2&lt;/mn&gt;&lt;/mfrac&gt;&lt;mo&gt;,&lt;/mo&gt;&lt;mtext&gt;&lt;/mtext&gt;&lt;mfrac&gt;&lt;mn&gt;9&lt;/mn&gt;&lt;mn&gt;20&lt;/mn&gt;&lt;/mfrac&gt;&lt;mo&gt;,&lt;/mo&gt;&lt;mtext&gt;&lt;/mtext&gt;&lt;mfrac&gt;&lt;mn&gt;14&lt;/mn&gt;&lt;mn&gt;25&lt;/mn&gt;&lt;/mfrac&gt;&lt;/math&gt;" id="262" name="Google Shape;262;p21" title="one half comma 9 over 20 comma 14 over 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20014" y="3065736"/>
            <a:ext cx="864009" cy="38525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468000" y="686300"/>
            <a:ext cx="552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Finding numbers between two proper fractions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537100" y="4493100"/>
            <a:ext cx="65550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3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Find the fraction that is halfway between: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65" name="Google Shape;265;p21" title="three fif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01689" y="5069463"/>
            <a:ext cx="95883" cy="3844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20}&quot;&gt;&lt;mfrac&gt;&lt;mn&gt;13&lt;/mn&gt;&lt;mn&gt;20&lt;/mn&gt;&lt;/mfrac&gt;&lt;/math&gt;" id="266" name="Google Shape;266;p21" title="13 over 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67721" y="5623407"/>
            <a:ext cx="163815" cy="3787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6}&quot;&gt;&lt;mfrac&gt;&lt;mn&gt;9&lt;/mn&gt;&lt;mn&gt;16&lt;/mn&gt;&lt;/mfrac&gt;&lt;/math&gt;" id="267" name="Google Shape;267;p21" title="9 over 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68807" y="6244134"/>
            <a:ext cx="161631" cy="367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4}&quot;&gt;&lt;mfrac&gt;&lt;mn&gt;7&lt;/mn&gt;&lt;mn&gt;24&lt;/mn&gt;&lt;/mfrac&gt;&lt;/math&gt;" id="268" name="Google Shape;268;p21" title="7 over 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67726" y="6741125"/>
            <a:ext cx="163815" cy="370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3}{80}&quot;&gt;&lt;mfrac&gt;&lt;mn&gt;33&lt;/mn&gt;&lt;mn&gt;80&lt;/mn&gt;&lt;/mfrac&gt;&lt;/math&gt;" id="269" name="Google Shape;269;p21" title="33 over 8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967717" y="7288224"/>
            <a:ext cx="163812" cy="3787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0" name="Google Shape;270;p21"/>
          <p:cNvCxnSpPr/>
          <p:nvPr/>
        </p:nvCxnSpPr>
        <p:spPr>
          <a:xfrm>
            <a:off x="474757" y="83297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271" name="Google Shape;271;p21" title="two fif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49371" y="1474707"/>
            <a:ext cx="118658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272" name="Google Shape;272;p21" title="four fif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468873" y="1474707"/>
            <a:ext cx="117785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73" name="Google Shape;273;p21" title="three fif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68430" y="3630957"/>
            <a:ext cx="118658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74" name="Google Shape;274;p21" title="one fifth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468433" y="1993615"/>
            <a:ext cx="118658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75" name="Google Shape;275;p21" title="one half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448069" y="2538207"/>
            <a:ext cx="119709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276" name="Google Shape;276;p21" title="one fourth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34704" y="2538207"/>
            <a:ext cx="119709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277" name="Google Shape;277;p21" title="three ten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05802" y="3092511"/>
            <a:ext cx="205791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78" name="Google Shape;278;p21" title="three fif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68431" y="3092511"/>
            <a:ext cx="118658" cy="38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279" name="Google Shape;279;p21" title="two fif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49371" y="3630957"/>
            <a:ext cx="118658" cy="38139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1"/>
          <p:cNvSpPr txBox="1"/>
          <p:nvPr/>
        </p:nvSpPr>
        <p:spPr>
          <a:xfrm>
            <a:off x="968025" y="19812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727025" y="1988800"/>
            <a:ext cx="316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	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968025" y="25459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968025" y="30793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968025" y="36512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968025" y="14791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427425" y="14478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427425" y="19812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427425" y="25146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27425" y="30480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427425" y="36576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291" name="Google Shape;291;p21" title="two fif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17681" y="5070996"/>
            <a:ext cx="102962" cy="412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292" name="Google Shape;292;p21" title="four fif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458960" y="5069466"/>
            <a:ext cx="102962" cy="4159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20}&quot;&gt;&lt;mfrac&gt;&lt;mn&gt;11&lt;/mn&gt;&lt;mn&gt;20&lt;/mn&gt;&lt;/mfrac&gt;&lt;/math&gt;" id="293" name="Google Shape;293;p21" title="11 over 2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83175" y="5600244"/>
            <a:ext cx="183842" cy="425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5}{20}&quot;&gt;&lt;mfrac&gt;&lt;mn&gt;15&lt;/mn&gt;&lt;mn&gt;20&lt;/mn&gt;&lt;/mfrac&gt;&lt;/math&gt;" id="294" name="Google Shape;294;p21" title="15 over 20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465288" y="5608659"/>
            <a:ext cx="181391" cy="412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95" name="Google Shape;295;p21" title="one third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458960" y="6705943"/>
            <a:ext cx="102962" cy="4250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296" name="Google Shape;296;p21" title="one fourth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17681" y="6721802"/>
            <a:ext cx="102962" cy="409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297" name="Google Shape;297;p21" title="three eighths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817686" y="6162129"/>
            <a:ext cx="102952" cy="425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298" name="Google Shape;298;p21" title="three fourths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1457743" y="6165195"/>
            <a:ext cx="105403" cy="41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299" name="Google Shape;299;p21" title="three eighths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817688" y="7265065"/>
            <a:ext cx="102952" cy="425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20}&quot;&gt;&lt;mfrac&gt;&lt;mn&gt;9&lt;/mn&gt;&lt;mn&gt;20&lt;/mn&gt;&lt;/mfrac&gt;&lt;/math&gt;" id="300" name="Google Shape;300;p21" title="9 over 20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1418530" y="7279346"/>
            <a:ext cx="183842" cy="425041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1"/>
          <p:cNvSpPr txBox="1"/>
          <p:nvPr/>
        </p:nvSpPr>
        <p:spPr>
          <a:xfrm>
            <a:off x="968025" y="55626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968025" y="61273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968025" y="66607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968025" y="72326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968025" y="5060500"/>
            <a:ext cx="7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	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427425" y="50292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427425" y="55626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427425" y="60960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427425" y="66294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427425" y="7239000"/>
            <a:ext cx="3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