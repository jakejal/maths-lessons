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11.png"/><Relationship Id="rId13" Type="http://schemas.openxmlformats.org/officeDocument/2006/relationships/image" Target="../media/image16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5" Type="http://schemas.openxmlformats.org/officeDocument/2006/relationships/image" Target="../media/image21.png"/><Relationship Id="rId14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Between numbers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48300"/>
            <a:ext cx="552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Finding numbers between two integers or decimals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1844650"/>
            <a:ext cx="6624000" cy="23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down at least 3 decimals between the following pairs of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and 10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and 5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and 11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12.3 and 12.4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4569300"/>
            <a:ext cx="37176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What digit is covered in each of the following?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arrow is pointing to the halfway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" name="Google Shape;166;p20"/>
          <p:cNvGrpSpPr/>
          <p:nvPr/>
        </p:nvGrpSpPr>
        <p:grpSpPr>
          <a:xfrm>
            <a:off x="599163" y="5303886"/>
            <a:ext cx="2698555" cy="447116"/>
            <a:chOff x="2254574" y="2103504"/>
            <a:chExt cx="4734308" cy="447116"/>
          </a:xfrm>
        </p:grpSpPr>
        <p:grpSp>
          <p:nvGrpSpPr>
            <p:cNvPr id="167" name="Google Shape;167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68" name="Google Shape;168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" name="Google Shape;169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" name="Google Shape;170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1" name="Google Shape;171;p20"/>
            <p:cNvSpPr txBox="1"/>
            <p:nvPr/>
          </p:nvSpPr>
          <p:spPr>
            <a:xfrm>
              <a:off x="2254574" y="2103504"/>
              <a:ext cx="675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6312981" y="2103504"/>
              <a:ext cx="675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4294542" y="2103504"/>
              <a:ext cx="1125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0.7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75" name="Google Shape;175;p20"/>
          <p:cNvGrpSpPr/>
          <p:nvPr/>
        </p:nvGrpSpPr>
        <p:grpSpPr>
          <a:xfrm>
            <a:off x="569446" y="6206378"/>
            <a:ext cx="2850252" cy="441000"/>
            <a:chOff x="2202439" y="2109620"/>
            <a:chExt cx="5000443" cy="441000"/>
          </a:xfrm>
        </p:grpSpPr>
        <p:grpSp>
          <p:nvGrpSpPr>
            <p:cNvPr id="176" name="Google Shape;176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77" name="Google Shape;177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" name="Google Shape;178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0" name="Google Shape;180;p20"/>
            <p:cNvSpPr txBox="1"/>
            <p:nvPr/>
          </p:nvSpPr>
          <p:spPr>
            <a:xfrm>
              <a:off x="2202439" y="2109620"/>
              <a:ext cx="758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2.78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6256081" y="2109627"/>
              <a:ext cx="946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2.98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4212122" y="2109620"/>
              <a:ext cx="1128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2. 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8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" name="Google Shape;184;p20"/>
          <p:cNvGrpSpPr/>
          <p:nvPr/>
        </p:nvGrpSpPr>
        <p:grpSpPr>
          <a:xfrm>
            <a:off x="569446" y="7007105"/>
            <a:ext cx="2850252" cy="441000"/>
            <a:chOff x="2202439" y="2109620"/>
            <a:chExt cx="5000443" cy="441000"/>
          </a:xfrm>
        </p:grpSpPr>
        <p:grpSp>
          <p:nvGrpSpPr>
            <p:cNvPr id="185" name="Google Shape;185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86" name="Google Shape;186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" name="Google Shape;187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" name="Google Shape;188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9" name="Google Shape;189;p20"/>
            <p:cNvSpPr txBox="1"/>
            <p:nvPr/>
          </p:nvSpPr>
          <p:spPr>
            <a:xfrm>
              <a:off x="2202439" y="2109620"/>
              <a:ext cx="758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5.23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6256081" y="2109627"/>
              <a:ext cx="946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5.87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4212122" y="2109620"/>
              <a:ext cx="1128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5. 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" name="Google Shape;193;p20"/>
          <p:cNvGrpSpPr/>
          <p:nvPr/>
        </p:nvGrpSpPr>
        <p:grpSpPr>
          <a:xfrm>
            <a:off x="523308" y="7910045"/>
            <a:ext cx="2850257" cy="441012"/>
            <a:chOff x="2202430" y="2109609"/>
            <a:chExt cx="5000451" cy="441012"/>
          </a:xfrm>
        </p:grpSpPr>
        <p:grpSp>
          <p:nvGrpSpPr>
            <p:cNvPr id="194" name="Google Shape;194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95" name="Google Shape;195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" name="Google Shape;196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" name="Google Shape;197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8" name="Google Shape;198;p20"/>
            <p:cNvSpPr txBox="1"/>
            <p:nvPr/>
          </p:nvSpPr>
          <p:spPr>
            <a:xfrm>
              <a:off x="2202430" y="2109609"/>
              <a:ext cx="946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6.02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6256081" y="2109627"/>
              <a:ext cx="946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6.37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4096211" y="2109614"/>
              <a:ext cx="1243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6. 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1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" name="Google Shape;202;p20"/>
          <p:cNvGrpSpPr/>
          <p:nvPr/>
        </p:nvGrpSpPr>
        <p:grpSpPr>
          <a:xfrm>
            <a:off x="3651734" y="5359708"/>
            <a:ext cx="3410343" cy="441012"/>
            <a:chOff x="2202429" y="2109609"/>
            <a:chExt cx="5273454" cy="441012"/>
          </a:xfrm>
        </p:grpSpPr>
        <p:grpSp>
          <p:nvGrpSpPr>
            <p:cNvPr id="203" name="Google Shape;203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204" name="Google Shape;204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" name="Google Shape;205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" name="Google Shape;206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7" name="Google Shape;207;p20"/>
            <p:cNvSpPr txBox="1"/>
            <p:nvPr/>
          </p:nvSpPr>
          <p:spPr>
            <a:xfrm>
              <a:off x="2202429" y="2109609"/>
              <a:ext cx="1054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9.25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6256083" y="2109634"/>
              <a:ext cx="1219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12.65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4026098" y="2109626"/>
              <a:ext cx="1801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   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0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.95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" name="Google Shape;211;p20"/>
          <p:cNvGrpSpPr/>
          <p:nvPr/>
        </p:nvGrpSpPr>
        <p:grpSpPr>
          <a:xfrm>
            <a:off x="3637796" y="6187579"/>
            <a:ext cx="3233793" cy="452788"/>
            <a:chOff x="2202429" y="2097833"/>
            <a:chExt cx="5000452" cy="452788"/>
          </a:xfrm>
        </p:grpSpPr>
        <p:grpSp>
          <p:nvGrpSpPr>
            <p:cNvPr id="212" name="Google Shape;212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213" name="Google Shape;213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" name="Google Shape;214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" name="Google Shape;215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16" name="Google Shape;216;p20"/>
            <p:cNvSpPr txBox="1"/>
            <p:nvPr/>
          </p:nvSpPr>
          <p:spPr>
            <a:xfrm>
              <a:off x="2202429" y="2109609"/>
              <a:ext cx="1093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4.6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6256081" y="2109627"/>
              <a:ext cx="946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4.86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4293299" y="2097833"/>
              <a:ext cx="1128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4.74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0" name="Google Shape;220;p20"/>
          <p:cNvGrpSpPr/>
          <p:nvPr/>
        </p:nvGrpSpPr>
        <p:grpSpPr>
          <a:xfrm>
            <a:off x="3659513" y="6923427"/>
            <a:ext cx="3233750" cy="440999"/>
            <a:chOff x="2202427" y="2109621"/>
            <a:chExt cx="5000386" cy="440999"/>
          </a:xfrm>
        </p:grpSpPr>
        <p:grpSp>
          <p:nvGrpSpPr>
            <p:cNvPr id="221" name="Google Shape;221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222" name="Google Shape;222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" name="Google Shape;223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" name="Google Shape;224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25" name="Google Shape;225;p20"/>
            <p:cNvSpPr txBox="1"/>
            <p:nvPr/>
          </p:nvSpPr>
          <p:spPr>
            <a:xfrm>
              <a:off x="2202427" y="2109621"/>
              <a:ext cx="1294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11.08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0"/>
            <p:cNvSpPr txBox="1"/>
            <p:nvPr/>
          </p:nvSpPr>
          <p:spPr>
            <a:xfrm>
              <a:off x="6055013" y="2109621"/>
              <a:ext cx="1147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14. 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2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0"/>
            <p:cNvSpPr txBox="1"/>
            <p:nvPr/>
          </p:nvSpPr>
          <p:spPr>
            <a:xfrm>
              <a:off x="4196069" y="2109621"/>
              <a:ext cx="1294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12.665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9" name="Google Shape;229;p20"/>
          <p:cNvGrpSpPr/>
          <p:nvPr/>
        </p:nvGrpSpPr>
        <p:grpSpPr>
          <a:xfrm>
            <a:off x="3608495" y="7871298"/>
            <a:ext cx="3467574" cy="441012"/>
            <a:chOff x="2108832" y="2109609"/>
            <a:chExt cx="5361952" cy="441012"/>
          </a:xfrm>
        </p:grpSpPr>
        <p:grpSp>
          <p:nvGrpSpPr>
            <p:cNvPr id="230" name="Google Shape;230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231" name="Google Shape;231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" name="Google Shape;233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34" name="Google Shape;234;p20"/>
            <p:cNvSpPr txBox="1"/>
            <p:nvPr/>
          </p:nvSpPr>
          <p:spPr>
            <a:xfrm>
              <a:off x="2108832" y="2109609"/>
              <a:ext cx="1329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0.00 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0"/>
            <p:cNvSpPr txBox="1"/>
            <p:nvPr/>
          </p:nvSpPr>
          <p:spPr>
            <a:xfrm>
              <a:off x="6256083" y="2109634"/>
              <a:ext cx="1214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0.068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4148475" y="2109609"/>
              <a:ext cx="16923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0.0367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38" name="Google Shape;238;p20"/>
          <p:cNvCxnSpPr/>
          <p:nvPr/>
        </p:nvCxnSpPr>
        <p:spPr>
          <a:xfrm>
            <a:off x="483157" y="89741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0"/>
          <p:cNvSpPr/>
          <p:nvPr/>
        </p:nvSpPr>
        <p:spPr>
          <a:xfrm>
            <a:off x="1964640" y="5265722"/>
            <a:ext cx="195912" cy="215352"/>
          </a:xfrm>
          <a:prstGeom prst="cloud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4953607" y="5345988"/>
            <a:ext cx="220212" cy="242136"/>
          </a:xfrm>
          <a:prstGeom prst="cloud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3853257" y="6174416"/>
            <a:ext cx="220212" cy="242136"/>
          </a:xfrm>
          <a:prstGeom prst="cloud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367477" y="6901320"/>
            <a:ext cx="220212" cy="242136"/>
          </a:xfrm>
          <a:prstGeom prst="cloud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3919782" y="7871291"/>
            <a:ext cx="220212" cy="242136"/>
          </a:xfrm>
          <a:prstGeom prst="cloud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1868634" y="6174416"/>
            <a:ext cx="220212" cy="242136"/>
          </a:xfrm>
          <a:prstGeom prst="cloud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1853488" y="6981651"/>
            <a:ext cx="220212" cy="242136"/>
          </a:xfrm>
          <a:prstGeom prst="cloud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1729288" y="7871291"/>
            <a:ext cx="220212" cy="242136"/>
          </a:xfrm>
          <a:prstGeom prst="cloud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2" name="Google Shape;25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Between numbers</a:t>
            </a:r>
            <a:endParaRPr/>
          </a:p>
        </p:txBody>
      </p:sp>
      <p:sp>
        <p:nvSpPr>
          <p:cNvPr id="253" name="Google Shape;253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76400" y="987900"/>
            <a:ext cx="52695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Choose a fraction that is between: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256" name="Google Shape;256;p21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371" y="1474707"/>
            <a:ext cx="118658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257" name="Google Shape;257;p21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8873" y="1474707"/>
            <a:ext cx="117785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58" name="Google Shape;258;p21" title="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8430" y="3630957"/>
            <a:ext cx="118658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59" name="Google Shape;259;p21" title="one fif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68433" y="1993615"/>
            <a:ext cx="118658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60" name="Google Shape;260;p21" title="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48069" y="2538207"/>
            <a:ext cx="119709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261" name="Google Shape;261;p21" title="one four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4704" y="2538207"/>
            <a:ext cx="119709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262" name="Google Shape;262;p21" title="three te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5802" y="3092511"/>
            <a:ext cx="205791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63" name="Google Shape;263;p21" title="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8431" y="3092511"/>
            <a:ext cx="118658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264" name="Google Shape;264;p21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371" y="3630957"/>
            <a:ext cx="118658" cy="38139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468000" y="686300"/>
            <a:ext cx="552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Finding numbers between two proper fractions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537100" y="4493100"/>
            <a:ext cx="65550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Find the fraction that is halfway between: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267" name="Google Shape;267;p21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81" y="5070996"/>
            <a:ext cx="102962" cy="412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268" name="Google Shape;268;p21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8960" y="5069466"/>
            <a:ext cx="102962" cy="415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20}&quot;&gt;&lt;mfrac&gt;&lt;mn&gt;11&lt;/mn&gt;&lt;mn&gt;20&lt;/mn&gt;&lt;/mfrac&gt;&lt;/math&gt;" id="269" name="Google Shape;269;p21" title="11 over 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3175" y="5600244"/>
            <a:ext cx="183842" cy="425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5}{20}&quot;&gt;&lt;mfrac&gt;&lt;mn&gt;15&lt;/mn&gt;&lt;mn&gt;20&lt;/mn&gt;&lt;/mfrac&gt;&lt;/math&gt;" id="270" name="Google Shape;270;p21" title="15 over 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65288" y="5608659"/>
            <a:ext cx="181391" cy="412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71" name="Google Shape;271;p21" title="one thir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458960" y="6705943"/>
            <a:ext cx="102962" cy="4250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272" name="Google Shape;272;p21" title="one four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7681" y="6721802"/>
            <a:ext cx="102962" cy="409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273" name="Google Shape;273;p21" title="three eigh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17686" y="6162129"/>
            <a:ext cx="102952" cy="425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274" name="Google Shape;274;p21" title="three four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457743" y="6165195"/>
            <a:ext cx="105403" cy="41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275" name="Google Shape;275;p21" title="three eigh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17688" y="7265065"/>
            <a:ext cx="102952" cy="425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0}&quot;&gt;&lt;mfrac&gt;&lt;mn&gt;9&lt;/mn&gt;&lt;mn&gt;20&lt;/mn&gt;&lt;/mfrac&gt;&lt;/math&gt;" id="276" name="Google Shape;276;p21" title="9 over 2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418530" y="7279346"/>
            <a:ext cx="183842" cy="425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1"/>
          <p:cNvCxnSpPr/>
          <p:nvPr/>
        </p:nvCxnSpPr>
        <p:spPr>
          <a:xfrm>
            <a:off x="474757" y="83297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21"/>
          <p:cNvSpPr txBox="1"/>
          <p:nvPr/>
        </p:nvSpPr>
        <p:spPr>
          <a:xfrm>
            <a:off x="968025" y="19812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727025" y="1988800"/>
            <a:ext cx="316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	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968025" y="25459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968025" y="30793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968025" y="36512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968025" y="14791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427425" y="14478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27425" y="19812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27425" y="25146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427425" y="30480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427425" y="36576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968025" y="55626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968025" y="61273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968025" y="66607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968025" y="72326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968025" y="50605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427425" y="50292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27425" y="55626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27425" y="60960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427425" y="66294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427425" y="72390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