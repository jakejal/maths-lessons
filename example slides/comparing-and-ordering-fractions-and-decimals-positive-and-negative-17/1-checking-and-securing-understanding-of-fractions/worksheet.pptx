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g29f462ea729_0_4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9f462ea729_0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1" name="Shape 221"/>
        <p:cNvGrpSpPr/>
        <p:nvPr/>
      </p:nvGrpSpPr>
      <p:grpSpPr>
        <a:xfrm>
          <a:off x="0" y="0"/>
          <a:ext cx="0" cy="0"/>
        </a:xfrm>
      </p:grpSpPr>
      <p:sp>
        <p:nvSpPr>
          <p:cNvPr id="222" name="Google Shape;22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pic>
        <p:nvPicPr>
          <p:cNvPr id="161" name="Google Shape;16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100" y="2217900"/>
            <a:ext cx="1266838" cy="1309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2391" y="2248386"/>
            <a:ext cx="784205" cy="79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2215" y="2242314"/>
            <a:ext cx="838160" cy="159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000" y="4159500"/>
            <a:ext cx="1040929" cy="10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28483" y="4406502"/>
            <a:ext cx="1530373" cy="589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78419" y="4184181"/>
            <a:ext cx="1023695" cy="103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and securing understanding of fractions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8100" y="14080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Using fractions to describe diagrams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68000" y="1623475"/>
            <a:ext cx="66240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What fraction of each diagram is shaded?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                	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8000" y="386136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d)                           e)          	 	             f)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100" y="6062606"/>
            <a:ext cx="66240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missing lengths given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that: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778600" y="7109031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778600" y="8005969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778600" y="8826706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6200" y="6376106"/>
            <a:ext cx="2929326" cy="279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/>
          <p:nvPr/>
        </p:nvSpPr>
        <p:spPr>
          <a:xfrm>
            <a:off x="4430499" y="6419706"/>
            <a:ext cx="2310300" cy="276300"/>
          </a:xfrm>
          <a:prstGeom prst="rect">
            <a:avLst/>
          </a:prstGeom>
          <a:solidFill>
            <a:srgbClr val="C63D0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>
            <a:off x="4430499" y="6787911"/>
            <a:ext cx="2314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9" name="Google Shape;179;p20"/>
          <p:cNvSpPr txBox="1"/>
          <p:nvPr/>
        </p:nvSpPr>
        <p:spPr>
          <a:xfrm>
            <a:off x="5415468" y="6743064"/>
            <a:ext cx="3813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4165985" y="8955709"/>
            <a:ext cx="1443600" cy="274500"/>
          </a:xfrm>
          <a:prstGeom prst="rect">
            <a:avLst/>
          </a:prstGeom>
          <a:solidFill>
            <a:srgbClr val="FFFF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158887" y="8119967"/>
            <a:ext cx="1170300" cy="266100"/>
          </a:xfrm>
          <a:prstGeom prst="rect">
            <a:avLst/>
          </a:prstGeom>
          <a:solidFill>
            <a:srgbClr val="C27BA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163263" y="7226747"/>
            <a:ext cx="545400" cy="231000"/>
          </a:xfrm>
          <a:prstGeom prst="rect">
            <a:avLst/>
          </a:prstGeom>
          <a:solidFill>
            <a:srgbClr val="FF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4161233" y="7528564"/>
            <a:ext cx="556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4" name="Google Shape;184;p20"/>
          <p:cNvCxnSpPr/>
          <p:nvPr/>
        </p:nvCxnSpPr>
        <p:spPr>
          <a:xfrm>
            <a:off x="4156709" y="8463860"/>
            <a:ext cx="117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4161008" y="9292164"/>
            <a:ext cx="1455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6" name="Google Shape;186;p20"/>
          <p:cNvSpPr txBox="1"/>
          <p:nvPr/>
        </p:nvSpPr>
        <p:spPr>
          <a:xfrm>
            <a:off x="4260385" y="7492292"/>
            <a:ext cx="358200" cy="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551924" y="8391610"/>
            <a:ext cx="384300" cy="2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98187" y="9224616"/>
            <a:ext cx="3789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" name="Shape 192"/>
        <p:cNvGrpSpPr/>
        <p:nvPr/>
      </p:nvGrpSpPr>
      <p:grpSpPr>
        <a:xfrm>
          <a:off x="0" y="0"/>
          <a:ext cx="0" cy="0"/>
        </a:xfrm>
      </p:grpSpPr>
      <p:sp>
        <p:nvSpPr>
          <p:cNvPr id="193" name="Google Shape;193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understanding of fractions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Work out the missing lengths given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that: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3635700" y="161347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3635700" y="2510413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635700" y="348355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997206"/>
            <a:ext cx="2929326" cy="2792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21"/>
          <p:cNvCxnSpPr/>
          <p:nvPr/>
        </p:nvCxnSpPr>
        <p:spPr>
          <a:xfrm>
            <a:off x="3477116" y="1345511"/>
            <a:ext cx="356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0" name="Google Shape;200;p21"/>
          <p:cNvSpPr txBox="1"/>
          <p:nvPr/>
        </p:nvSpPr>
        <p:spPr>
          <a:xfrm>
            <a:off x="5064680" y="1295171"/>
            <a:ext cx="3885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477123" y="997200"/>
            <a:ext cx="2958300" cy="281700"/>
          </a:xfrm>
          <a:prstGeom prst="rect">
            <a:avLst/>
          </a:prstGeom>
          <a:solidFill>
            <a:srgbClr val="FF99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72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6435496" y="997200"/>
            <a:ext cx="591600" cy="281700"/>
          </a:xfrm>
          <a:prstGeom prst="rect">
            <a:avLst/>
          </a:prstGeom>
          <a:solidFill>
            <a:srgbClr val="FF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066669" y="2585661"/>
            <a:ext cx="1140000" cy="271200"/>
          </a:xfrm>
          <a:prstGeom prst="rect">
            <a:avLst/>
          </a:prstGeom>
          <a:solidFill>
            <a:srgbClr val="C27BA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21"/>
          <p:cNvCxnSpPr/>
          <p:nvPr/>
        </p:nvCxnSpPr>
        <p:spPr>
          <a:xfrm>
            <a:off x="4073719" y="2075497"/>
            <a:ext cx="170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5" name="Google Shape;205;p21"/>
          <p:cNvCxnSpPr/>
          <p:nvPr/>
        </p:nvCxnSpPr>
        <p:spPr>
          <a:xfrm>
            <a:off x="4064547" y="2936024"/>
            <a:ext cx="1145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6" name="Google Shape;206;p21"/>
          <p:cNvCxnSpPr/>
          <p:nvPr/>
        </p:nvCxnSpPr>
        <p:spPr>
          <a:xfrm>
            <a:off x="4084874" y="3945670"/>
            <a:ext cx="2564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7" name="Google Shape;207;p21"/>
          <p:cNvSpPr txBox="1"/>
          <p:nvPr/>
        </p:nvSpPr>
        <p:spPr>
          <a:xfrm>
            <a:off x="4735385" y="2035868"/>
            <a:ext cx="370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449583" y="2862414"/>
            <a:ext cx="3744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178987" y="3917465"/>
            <a:ext cx="3765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073700" y="1738010"/>
            <a:ext cx="1694100" cy="268500"/>
          </a:xfrm>
          <a:prstGeom prst="rect">
            <a:avLst/>
          </a:prstGeom>
          <a:solidFill>
            <a:srgbClr val="38761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064550" y="3582416"/>
            <a:ext cx="2579400" cy="273000"/>
          </a:xfrm>
          <a:prstGeom prst="rect">
            <a:avLst/>
          </a:prstGeom>
          <a:solidFill>
            <a:srgbClr val="1C458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" name="Google Shape;212;p21"/>
          <p:cNvCxnSpPr/>
          <p:nvPr/>
        </p:nvCxnSpPr>
        <p:spPr>
          <a:xfrm>
            <a:off x="474757" y="43576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3" name="Google Shape;213;p21"/>
          <p:cNvSpPr txBox="1"/>
          <p:nvPr/>
        </p:nvSpPr>
        <p:spPr>
          <a:xfrm>
            <a:off x="474750" y="45024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Fractions as numbers on the number line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5000" y="4856050"/>
            <a:ext cx="66240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Label the fraction the arrow is pointing to on each number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514210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68000" y="624085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625" y="5292776"/>
            <a:ext cx="6315125" cy="187390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468000" y="733140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68000" y="850635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" name="Google Shape;22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625" y="7570948"/>
            <a:ext cx="6315126" cy="182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4" name="Shape 224"/>
        <p:cNvGrpSpPr/>
        <p:nvPr/>
      </p:nvGrpSpPr>
      <p:grpSpPr>
        <a:xfrm>
          <a:off x="0" y="0"/>
          <a:ext cx="0" cy="0"/>
        </a:xfrm>
      </p:grpSpPr>
      <p:sp>
        <p:nvSpPr>
          <p:cNvPr id="225" name="Google Shape;225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26" name="Google Shape;226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fractions</a:t>
            </a:r>
            <a:endParaRPr/>
          </a:p>
        </p:txBody>
      </p:sp>
      <p:sp>
        <p:nvSpPr>
          <p:cNvPr id="227" name="Google Shape;227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468000" y="720000"/>
            <a:ext cx="6624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missing numbers on these number lines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0" name="Google Shape;230;p22"/>
          <p:cNvGrpSpPr/>
          <p:nvPr/>
        </p:nvGrpSpPr>
        <p:grpSpPr>
          <a:xfrm>
            <a:off x="466825" y="1084201"/>
            <a:ext cx="6742000" cy="3308873"/>
            <a:chOff x="466825" y="1084201"/>
            <a:chExt cx="6742000" cy="3308873"/>
          </a:xfrm>
        </p:grpSpPr>
        <p:pic>
          <p:nvPicPr>
            <p:cNvPr id="231" name="Google Shape;231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6825" y="1084201"/>
              <a:ext cx="6624000" cy="33088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22"/>
            <p:cNvSpPr/>
            <p:nvPr/>
          </p:nvSpPr>
          <p:spPr>
            <a:xfrm>
              <a:off x="6648425" y="3801275"/>
              <a:ext cx="560400" cy="514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43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2024-01-08T16:40:50.421</cp:lastPrinted>
  <dcterms:created xsi:type="dcterms:W3CDTF">2024-01-08T16:40:50Z</dcterms:created>
  <dcterms:modified xsi:type="dcterms:W3CDTF">2024-01-08T16:40:59Z</dcterms:modified>
</cp:coreProperties>
</file>