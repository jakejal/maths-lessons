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sp>
        <p:nvSpPr>
          <p:cNvPr id="223" name="Google Shape;223;g29f4d8b3aaf_0_16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9f4d8b3aaf_0_1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17" Type="http://schemas.openxmlformats.org/officeDocument/2006/relationships/image" Target="../media/image21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27.png" /><Relationship Id="rId11" Type="http://schemas.openxmlformats.org/officeDocument/2006/relationships/image" Target="../media/image28.png" /><Relationship Id="rId12" Type="http://schemas.openxmlformats.org/officeDocument/2006/relationships/image" Target="../media/image29.png" /><Relationship Id="rId13" Type="http://schemas.openxmlformats.org/officeDocument/2006/relationships/image" Target="../media/image30.png" /><Relationship Id="rId14" Type="http://schemas.openxmlformats.org/officeDocument/2006/relationships/image" Target="../media/image31.png" /><Relationship Id="rId15" Type="http://schemas.openxmlformats.org/officeDocument/2006/relationships/image" Target="../media/image32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8.png" /><Relationship Id="rId4" Type="http://schemas.openxmlformats.org/officeDocument/2006/relationships/image" Target="../media/image20.png" /><Relationship Id="rId5" Type="http://schemas.openxmlformats.org/officeDocument/2006/relationships/image" Target="../media/image22.png" /><Relationship Id="rId6" Type="http://schemas.openxmlformats.org/officeDocument/2006/relationships/image" Target="../media/image23.png" /><Relationship Id="rId7" Type="http://schemas.openxmlformats.org/officeDocument/2006/relationships/image" Target="../media/image24.png" /><Relationship Id="rId8" Type="http://schemas.openxmlformats.org/officeDocument/2006/relationships/image" Target="../media/image25.png" /><Relationship Id="rId9" Type="http://schemas.openxmlformats.org/officeDocument/2006/relationships/image" Target="../media/image26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fractions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100" y="14080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Using fractions to describe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623475"/>
            <a:ext cx="66240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What fraction of each diagram is shaded?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                	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00" y="2255925"/>
            <a:ext cx="1281523" cy="1276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rcRect l="16005" t="13128" r="15739" b="13363"/>
          <a:stretch>
            <a:fillRect/>
          </a:stretch>
        </p:blipFill>
        <p:spPr>
          <a:xfrm>
            <a:off x="2111383" y="2292690"/>
            <a:ext cx="727370" cy="72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5527" y="2289066"/>
            <a:ext cx="825779" cy="1488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\frac{5}{9}&quot;&gt;&lt;mfrac&gt;&lt;mn&gt;5&lt;/mn&gt;&lt;mn&gt;9&lt;/mn&gt;&lt;/mfrac&gt;&lt;/math&gt;" title="five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1372" y="3463705"/>
            <a:ext cx="119950" cy="39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\frac{1}{8}&quot;&gt;&lt;mfrac&gt;&lt;mn&gt;1&lt;/mn&gt;&lt;mn&gt;8&lt;/mn&gt;&lt;/mfrac&gt;&lt;/math&gt;" title="one eigh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15718" y="3070871"/>
            <a:ext cx="118699" cy="3928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20"/>
          <p:cNvGrpSpPr/>
          <p:nvPr/>
        </p:nvGrpSpPr>
        <p:grpSpPr>
          <a:xfrm>
            <a:off x="4332044" y="2423033"/>
            <a:ext cx="397194" cy="1136253"/>
            <a:chOff x="7823835" y="2140860"/>
            <a:chExt cx="735000" cy="2102614"/>
          </a:xfrm>
        </p:grpSpPr>
        <p:pic>
          <p:nvPicPr>
            <p:cNvPr id="181" name="Google Shape;181;p20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911580" y="3516448"/>
              <a:ext cx="226186" cy="72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0" descr="&lt;math xmlns=&quot;http://www.w3.org/1998/Math/MathML&quot; display=&quot;block&quot; data-is-equatio=&quot;1&quot; data-latex=&quot;\frac{3}{18}&quot;&gt;&lt;mfrac&gt;&lt;mn&gt;3&lt;/mn&gt;&lt;mn&gt;18&lt;/mn&gt;&lt;/mfrac&gt;&lt;/math&gt;" title="3 over 1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863220" y="2140860"/>
              <a:ext cx="392280" cy="7270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0"/>
            <p:cNvSpPr txBox="1"/>
            <p:nvPr/>
          </p:nvSpPr>
          <p:spPr>
            <a:xfrm>
              <a:off x="7823835" y="2936322"/>
              <a:ext cx="7350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or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3463220" y="2346723"/>
            <a:ext cx="700196" cy="926678"/>
            <a:chOff x="6063713" y="1999650"/>
            <a:chExt cx="1295700" cy="1714800"/>
          </a:xfrm>
        </p:grpSpPr>
        <p:cxnSp>
          <p:nvCxnSpPr>
            <p:cNvPr id="185" name="Google Shape;185;p20"/>
            <p:cNvCxnSpPr/>
            <p:nvPr/>
          </p:nvCxnSpPr>
          <p:spPr>
            <a:xfrm>
              <a:off x="6087075" y="3707600"/>
              <a:ext cx="1266000" cy="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20"/>
            <p:cNvCxnSpPr/>
            <p:nvPr/>
          </p:nvCxnSpPr>
          <p:spPr>
            <a:xfrm>
              <a:off x="6067013" y="2842025"/>
              <a:ext cx="1292400" cy="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20"/>
            <p:cNvCxnSpPr/>
            <p:nvPr/>
          </p:nvCxnSpPr>
          <p:spPr>
            <a:xfrm>
              <a:off x="6073675" y="2857050"/>
              <a:ext cx="1279200" cy="85740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0"/>
            <p:cNvCxnSpPr/>
            <p:nvPr/>
          </p:nvCxnSpPr>
          <p:spPr>
            <a:xfrm>
              <a:off x="6063713" y="1999650"/>
              <a:ext cx="1279200" cy="85740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89" name="Google Shape;189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8102" y="4193426"/>
            <a:ext cx="1047460" cy="105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44316" y="4435838"/>
            <a:ext cx="1546420" cy="573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08201" y="4196443"/>
            <a:ext cx="1050999" cy="106161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4111266" y="5328600"/>
            <a:ext cx="825900" cy="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3" name="Google Shape;193;p20"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title="8 over 16 one half one fourth 3 over 12 6 over 16 three eighths"/>
          <p:cNvPicPr preferRelativeResize="0"/>
          <p:nvPr/>
        </p:nvPicPr>
        <p:blipFill>
          <a:blip r:embed="rId13">
            <a:alphaModFix/>
          </a:blip>
          <a:srcRect r="86995"/>
          <a:stretch>
            <a:fillRect/>
          </a:stretch>
        </p:blipFill>
        <p:spPr>
          <a:xfrm>
            <a:off x="668955" y="5251413"/>
            <a:ext cx="259964" cy="430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title="8 over 16 one half one fourth 3 over 12 6 over 16 three eighths"/>
          <p:cNvPicPr preferRelativeResize="0"/>
          <p:nvPr/>
        </p:nvPicPr>
        <p:blipFill>
          <a:blip r:embed="rId13">
            <a:alphaModFix/>
          </a:blip>
          <a:srcRect l="15387" r="75416"/>
          <a:stretch>
            <a:fillRect/>
          </a:stretch>
        </p:blipFill>
        <p:spPr>
          <a:xfrm>
            <a:off x="1127445" y="5251413"/>
            <a:ext cx="183822" cy="430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title="8 over 16 one half one fourth 3 over 12 6 over 16 three eighths"/>
          <p:cNvPicPr preferRelativeResize="0"/>
          <p:nvPr/>
        </p:nvPicPr>
        <p:blipFill>
          <a:blip r:embed="rId13">
            <a:alphaModFix/>
          </a:blip>
          <a:srcRect l="31224" r="58234"/>
          <a:stretch>
            <a:fillRect/>
          </a:stretch>
        </p:blipFill>
        <p:spPr>
          <a:xfrm>
            <a:off x="2726697" y="5251413"/>
            <a:ext cx="210717" cy="430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title="8 over 16 one half one fourth 3 over 12 6 over 16 three eighths"/>
          <p:cNvPicPr preferRelativeResize="0"/>
          <p:nvPr/>
        </p:nvPicPr>
        <p:blipFill>
          <a:blip r:embed="rId13">
            <a:alphaModFix/>
          </a:blip>
          <a:srcRect l="49083" r="37122"/>
          <a:stretch>
            <a:fillRect/>
          </a:stretch>
        </p:blipFill>
        <p:spPr>
          <a:xfrm>
            <a:off x="2245795" y="5251413"/>
            <a:ext cx="275736" cy="430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title="8 over 16 one half one fourth 3 over 12 6 over 16 three eighths"/>
          <p:cNvPicPr preferRelativeResize="0"/>
          <p:nvPr/>
        </p:nvPicPr>
        <p:blipFill>
          <a:blip r:embed="rId13">
            <a:alphaModFix/>
          </a:blip>
          <a:srcRect l="70529" r="15190"/>
          <a:stretch>
            <a:fillRect/>
          </a:stretch>
        </p:blipFill>
        <p:spPr>
          <a:xfrm>
            <a:off x="3838399" y="5251413"/>
            <a:ext cx="285470" cy="430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&lt;math xmlns=&quot;http://www.w3.org/1998/Math/MathML&quot; display=&quot;block&quot; data-is-equatio=&quot;1&quot; data-latex=&quot;\frac{8}{16}\ \frac{1}{2}\ \ \ \frac{1}{4}\ \ \ \frac{3}{12}\ \ \ \frac{6}{16}\ \ \ \frac{3}{8}&quot;&gt;&lt;mfrac&gt;&lt;mn&gt;8&lt;/mn&gt;&lt;mn&gt;16&lt;/mn&gt;&lt;/mfrac&gt;&lt;mtext&gt;&lt;/mtext&gt;&lt;mfrac&gt;&lt;mn&gt;1&lt;/mn&gt;&lt;mn&gt;2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mtext&gt;&lt;/mtext&gt;&lt;mtext&gt;&lt;/mtext&gt;&lt;mtext&gt;&lt;/mtext&gt;&lt;mfrac&gt;&lt;mn&gt;6&lt;/mn&gt;&lt;mn&gt;16&lt;/mn&gt;&lt;/mfrac&gt;&lt;mtext&gt;&lt;/mtext&gt;&lt;mtext&gt;&lt;/mtext&gt;&lt;mtext&gt;&lt;/mtext&gt;&lt;mfrac&gt;&lt;mn&gt;3&lt;/mn&gt;&lt;mn&gt;8&lt;/mn&gt;&lt;/mfrac&gt;&lt;/math&gt;" title="8 over 16 one half one fourth 3 over 12 6 over 16 three eighths"/>
          <p:cNvPicPr preferRelativeResize="0"/>
          <p:nvPr/>
        </p:nvPicPr>
        <p:blipFill>
          <a:blip r:embed="rId13">
            <a:alphaModFix/>
          </a:blip>
          <a:srcRect l="92974"/>
          <a:stretch>
            <a:fillRect/>
          </a:stretch>
        </p:blipFill>
        <p:spPr>
          <a:xfrm>
            <a:off x="4378550" y="5251413"/>
            <a:ext cx="140434" cy="43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859792" y="5328600"/>
            <a:ext cx="483300" cy="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488989" y="5328600"/>
            <a:ext cx="397200" cy="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8000" y="386136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d)                           e)          	 	             f)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68100" y="6062606"/>
            <a:ext cx="66240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missing lengths given that: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778600" y="7109031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778600" y="8005969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778600" y="8826706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66200" y="6376106"/>
            <a:ext cx="2929326" cy="279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4430499" y="6419706"/>
            <a:ext cx="2310300" cy="276300"/>
          </a:xfrm>
          <a:prstGeom prst="rect">
            <a:avLst/>
          </a:prstGeom>
          <a:solidFill>
            <a:srgbClr val="C63D0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4430499" y="6787911"/>
            <a:ext cx="2314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9" name="Google Shape;209;p20"/>
          <p:cNvSpPr txBox="1"/>
          <p:nvPr/>
        </p:nvSpPr>
        <p:spPr>
          <a:xfrm>
            <a:off x="5415468" y="6743064"/>
            <a:ext cx="3813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165985" y="8955709"/>
            <a:ext cx="1443600" cy="274500"/>
          </a:xfrm>
          <a:prstGeom prst="rect">
            <a:avLst/>
          </a:prstGeom>
          <a:solidFill>
            <a:srgbClr val="FFFF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158887" y="8119967"/>
            <a:ext cx="1170300" cy="266100"/>
          </a:xfrm>
          <a:prstGeom prst="rect">
            <a:avLst/>
          </a:prstGeom>
          <a:solidFill>
            <a:srgbClr val="C27BA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163263" y="7226747"/>
            <a:ext cx="545400" cy="231000"/>
          </a:xfrm>
          <a:prstGeom prst="rect">
            <a:avLst/>
          </a:prstGeom>
          <a:solidFill>
            <a:srgbClr val="FF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0"/>
          <p:cNvCxnSpPr/>
          <p:nvPr/>
        </p:nvCxnSpPr>
        <p:spPr>
          <a:xfrm>
            <a:off x="4161233" y="7528564"/>
            <a:ext cx="556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4" name="Google Shape;214;p20"/>
          <p:cNvCxnSpPr/>
          <p:nvPr/>
        </p:nvCxnSpPr>
        <p:spPr>
          <a:xfrm>
            <a:off x="4156709" y="8463860"/>
            <a:ext cx="117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5" name="Google Shape;215;p20"/>
          <p:cNvCxnSpPr/>
          <p:nvPr/>
        </p:nvCxnSpPr>
        <p:spPr>
          <a:xfrm>
            <a:off x="4161008" y="9292164"/>
            <a:ext cx="1455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6" name="Google Shape;216;p20"/>
          <p:cNvSpPr txBox="1"/>
          <p:nvPr/>
        </p:nvSpPr>
        <p:spPr>
          <a:xfrm>
            <a:off x="4260385" y="7492292"/>
            <a:ext cx="358200" cy="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551924" y="8391610"/>
            <a:ext cx="384300" cy="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698187" y="9224616"/>
            <a:ext cx="3789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20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945730" y="7169417"/>
            <a:ext cx="142478" cy="404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535361" y="8047281"/>
            <a:ext cx="152848" cy="465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&lt;math xmlns=&quot;http://www.w3.org/1998/Math/MathML&quot; display=&quot;block&quot; data-is-equatio=&quot;1&quot; data-latex=&quot;\frac{5}{8}&quot;&gt;&lt;mfrac&gt;&lt;mn&gt;5&lt;/mn&gt;&lt;mn&gt;8&lt;/mn&gt;&lt;/mfrac&gt;&lt;/math&gt;" title="fiv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843246" y="8887787"/>
            <a:ext cx="150841" cy="48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sp>
        <p:nvSpPr>
          <p:cNvPr id="226" name="Google Shape;22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fractions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missing lengths given that: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635700" y="1613475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635700" y="2510413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635700" y="34835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997206"/>
            <a:ext cx="2929326" cy="2792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21"/>
          <p:cNvCxnSpPr/>
          <p:nvPr/>
        </p:nvCxnSpPr>
        <p:spPr>
          <a:xfrm>
            <a:off x="3477116" y="1345511"/>
            <a:ext cx="356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3" name="Google Shape;233;p21"/>
          <p:cNvSpPr txBox="1"/>
          <p:nvPr/>
        </p:nvSpPr>
        <p:spPr>
          <a:xfrm>
            <a:off x="5064680" y="1295171"/>
            <a:ext cx="3885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477123" y="997200"/>
            <a:ext cx="2958300" cy="281700"/>
          </a:xfrm>
          <a:prstGeom prst="rect">
            <a:avLst/>
          </a:prstGeom>
          <a:solidFill>
            <a:srgbClr val="FF99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72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435496" y="997200"/>
            <a:ext cx="591600" cy="281700"/>
          </a:xfrm>
          <a:prstGeom prst="rect">
            <a:avLst/>
          </a:prstGeom>
          <a:solidFill>
            <a:srgbClr val="FF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066669" y="2585661"/>
            <a:ext cx="1140000" cy="271200"/>
          </a:xfrm>
          <a:prstGeom prst="rect">
            <a:avLst/>
          </a:prstGeom>
          <a:solidFill>
            <a:srgbClr val="C27BA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>
            <a:off x="4073719" y="2075497"/>
            <a:ext cx="170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8" name="Google Shape;238;p21"/>
          <p:cNvCxnSpPr/>
          <p:nvPr/>
        </p:nvCxnSpPr>
        <p:spPr>
          <a:xfrm>
            <a:off x="4064547" y="2936024"/>
            <a:ext cx="1145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9" name="Google Shape;239;p21"/>
          <p:cNvCxnSpPr/>
          <p:nvPr/>
        </p:nvCxnSpPr>
        <p:spPr>
          <a:xfrm>
            <a:off x="4084874" y="3945670"/>
            <a:ext cx="2564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0" name="Google Shape;240;p21"/>
          <p:cNvSpPr txBox="1"/>
          <p:nvPr/>
        </p:nvSpPr>
        <p:spPr>
          <a:xfrm>
            <a:off x="4735385" y="2035868"/>
            <a:ext cx="370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449583" y="2862414"/>
            <a:ext cx="3744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178987" y="3917465"/>
            <a:ext cx="3765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073700" y="1738010"/>
            <a:ext cx="1694100" cy="268500"/>
          </a:xfrm>
          <a:prstGeom prst="rect">
            <a:avLst/>
          </a:prstGeom>
          <a:solidFill>
            <a:srgbClr val="38761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064550" y="3582416"/>
            <a:ext cx="2579400" cy="273000"/>
          </a:xfrm>
          <a:prstGeom prst="rect">
            <a:avLst/>
          </a:prstGeom>
          <a:solidFill>
            <a:srgbClr val="1C458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5741" y="1664310"/>
            <a:ext cx="143102" cy="4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9426" y="2493097"/>
            <a:ext cx="144453" cy="478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0416" y="3378728"/>
            <a:ext cx="148709" cy="4737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21"/>
          <p:cNvCxnSpPr/>
          <p:nvPr/>
        </p:nvCxnSpPr>
        <p:spPr>
          <a:xfrm>
            <a:off x="474757" y="43576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p21"/>
          <p:cNvSpPr txBox="1"/>
          <p:nvPr/>
        </p:nvSpPr>
        <p:spPr>
          <a:xfrm>
            <a:off x="474750" y="45024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Fractions as numbers on the number line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65000" y="4856050"/>
            <a:ext cx="66240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Label the fraction the arrow is pointing to on each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68000" y="514210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68000" y="62408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" name="Google Shape;25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3625" y="5292776"/>
            <a:ext cx="6315125" cy="187390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/>
          <p:nvPr/>
        </p:nvSpPr>
        <p:spPr>
          <a:xfrm>
            <a:off x="3988350" y="5868035"/>
            <a:ext cx="961800" cy="5028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21" descr="&lt;math xmlns=&quot;http://www.w3.org/1998/Math/MathML&quot; display=&quot;block&quot; data-is-equatio=&quot;1&quot; data-latex=&quot;\frac{12}{20}&quot;&gt;&lt;mfrac&gt;&lt;mn&gt;12&lt;/mn&gt;&lt;mn&gt;20&lt;/mn&gt;&lt;/mfrac&gt;&lt;/math&gt;" title="12 over 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93402" y="5901660"/>
            <a:ext cx="238314" cy="441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&lt;math xmlns=&quot;http://www.w3.org/1998/Math/MathML&quot; display=&quot;block&quot; data-is-equatio=&quot;1&quot; data-latex=&quot;\frac{6}{10}&quot;&gt;&lt;mfrac&gt;&lt;mn&gt;6&lt;/mn&gt;&lt;mn&gt;10&lt;/mn&gt;&lt;/mfrac&gt;&lt;/math&gt;" title="six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07410" y="5901660"/>
            <a:ext cx="238314" cy="44168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4316480" y="5958789"/>
            <a:ext cx="345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3072881" y="7030075"/>
            <a:ext cx="267900" cy="4197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9" name="Google Shape;259;p21" descr="&lt;math xmlns=&quot;http://www.w3.org/1998/Math/MathML&quot; display=&quot;block&quot; data-is-equatio=&quot;1&quot; data-latex=&quot;\begin{array}{l}\frac{3}{8}\end{array}&quot;&gt;&lt;mtable columnalign=&quot;left&quot; columnspacing=&quot;1em&quot; rowspacing=&quot;4pt&quot;&gt;&lt;mtr&gt;&lt;mtd&gt;&lt;mfrac&gt;&lt;mn&gt;3&lt;/mn&gt;&lt;mn&gt;8&lt;/mn&gt;&lt;/mfrac&gt;&lt;/mtd&gt;&lt;/mtr&gt;&lt;/mtable&gt;&lt;/math&gt;" title="1 lines Line 1: three eigh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36124" y="7043373"/>
            <a:ext cx="141607" cy="39335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468000" y="733140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68000" y="8506350"/>
            <a:ext cx="438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" name="Google Shape;262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3625" y="7570948"/>
            <a:ext cx="6315126" cy="182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/>
          <p:nvPr/>
        </p:nvSpPr>
        <p:spPr>
          <a:xfrm>
            <a:off x="4063114" y="8101775"/>
            <a:ext cx="961800" cy="5028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410848" y="8162104"/>
            <a:ext cx="345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5" name="Google Shape;265;p21" descr="&lt;math xmlns=&quot;http://www.w3.org/1998/Math/MathML&quot; display=&quot;block&quot; data-is-equatio=&quot;1&quot; data-latex=&quot;\begin{array}{l}1\frac{2}{9}\end{array}&quot;&gt;&lt;mtable columnalign=&quot;left&quot; columnspacing=&quot;1em&quot; rowspacing=&quot;4pt&quot;&gt;&lt;mtr&gt;&lt;mtd&gt;&lt;mn&gt;1&lt;/mn&gt;&lt;mfrac&gt;&lt;mn&gt;2&lt;/mn&gt;&lt;mn&gt;9&lt;/mn&gt;&lt;/mfrac&gt;&lt;/mtd&gt;&lt;/mtr&gt;&lt;/mtable&gt;&lt;/math&gt;" title="1 lines Line 1: 1 and two ni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142888" y="8168936"/>
            <a:ext cx="267964" cy="36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&lt;math xmlns=&quot;http://www.w3.org/1998/Math/MathML&quot; display=&quot;block&quot; data-is-equatio=&quot;1&quot; data-latex=&quot;\begin{array}{l}\frac{11}{9}\end{array}&quot;&gt;&lt;mtable columnalign=&quot;left&quot; columnspacing=&quot;1em&quot; rowspacing=&quot;4pt&quot;&gt;&lt;mtr&gt;&lt;mtd&gt;&lt;mfrac&gt;&lt;mn&gt;11&lt;/mn&gt;&lt;mn&gt;9&lt;/mn&gt;&lt;/mfrac&gt;&lt;/mtd&gt;&lt;/mtr&gt;&lt;/mtable&gt;&lt;/math&gt;" title="1 lines Line 1: eleven nin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34597" y="8168936"/>
            <a:ext cx="224899" cy="36845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/>
          <p:nvPr/>
        </p:nvSpPr>
        <p:spPr>
          <a:xfrm>
            <a:off x="4576233" y="9221575"/>
            <a:ext cx="961800" cy="5028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904347" y="9312324"/>
            <a:ext cx="345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9" name="Google Shape;269;p21" descr="&lt;math xmlns=&quot;http://www.w3.org/1998/Math/MathML&quot; display=&quot;block&quot; data-is-equatio=&quot;1&quot; data-latex=&quot;\begin{array}{l}1\frac{2}{5}\end{array}&quot;&gt;&lt;mtable columnalign=&quot;left&quot; columnspacing=&quot;1em&quot; rowspacing=&quot;4pt&quot;&gt;&lt;mtr&gt;&lt;mtd&gt;&lt;mn&gt;1&lt;/mn&gt;&lt;mfrac&gt;&lt;mn&gt;2&lt;/mn&gt;&lt;mn&gt;5&lt;/mn&gt;&lt;/mfrac&gt;&lt;/mtd&gt;&lt;/mtr&gt;&lt;/mtable&gt;&lt;/math&gt;" title="1 lines Line 1: 1 and two fif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653974" y="9297641"/>
            <a:ext cx="252449" cy="35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&lt;math xmlns=&quot;http://www.w3.org/1998/Math/MathML&quot; display=&quot;block&quot; data-is-equatio=&quot;1&quot; data-latex=&quot;\begin{array}{l}\frac{7}{5}\end{array}&quot;&gt;&lt;mtable columnalign=&quot;left&quot; columnspacing=&quot;1em&quot; rowspacing=&quot;4pt&quot;&gt;&lt;mtr&gt;&lt;mtd&gt;&lt;mfrac&gt;&lt;mn&gt;7&lt;/mn&gt;&lt;mn&gt;5&lt;/mn&gt;&lt;/mfrac&gt;&lt;/mtd&gt;&lt;/mtr&gt;&lt;/mtable&gt;&lt;/math&gt;" title="1 lines Line 1: seven fifth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283626" y="9297650"/>
            <a:ext cx="125865" cy="35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4" name="Shape 274"/>
        <p:cNvGrpSpPr/>
        <p:nvPr/>
      </p:nvGrpSpPr>
      <p:grpSpPr>
        <a:xfrm>
          <a:off x="0" y="0"/>
          <a:ext cx="0" cy="0"/>
        </a:xfrm>
      </p:grpSpPr>
      <p:sp>
        <p:nvSpPr>
          <p:cNvPr id="275" name="Google Shape;27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76" name="Google Shape;276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fractions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468000" y="720000"/>
            <a:ext cx="66240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numbers on these number lines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0" name="Google Shape;280;p22"/>
          <p:cNvGrpSpPr/>
          <p:nvPr/>
        </p:nvGrpSpPr>
        <p:grpSpPr>
          <a:xfrm>
            <a:off x="468000" y="1084200"/>
            <a:ext cx="6624000" cy="3321381"/>
            <a:chOff x="468000" y="1084200"/>
            <a:chExt cx="6624000" cy="3321381"/>
          </a:xfrm>
        </p:grpSpPr>
        <p:pic>
          <p:nvPicPr>
            <p:cNvPr id="281" name="Google Shape;281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8000" y="1084200"/>
              <a:ext cx="6624000" cy="33213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22"/>
            <p:cNvSpPr/>
            <p:nvPr/>
          </p:nvSpPr>
          <p:spPr>
            <a:xfrm>
              <a:off x="6663575" y="3816400"/>
              <a:ext cx="363600" cy="514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50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and securing understanding of fractions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2024-01-08T16:40:35.671</cp:lastPrinted>
  <dcterms:created xsi:type="dcterms:W3CDTF">2024-01-08T16:40:35Z</dcterms:created>
  <dcterms:modified xsi:type="dcterms:W3CDTF">2024-01-08T16:40:45Z</dcterms:modified>
</cp:coreProperties>
</file>