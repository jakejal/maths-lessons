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27.png"/><Relationship Id="rId10" Type="http://schemas.openxmlformats.org/officeDocument/2006/relationships/image" Target="../media/image20.png"/><Relationship Id="rId13" Type="http://schemas.openxmlformats.org/officeDocument/2006/relationships/image" Target="../media/image25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15" Type="http://schemas.openxmlformats.org/officeDocument/2006/relationships/image" Target="../media/image21.png"/><Relationship Id="rId14" Type="http://schemas.openxmlformats.org/officeDocument/2006/relationships/image" Target="../media/image19.png"/><Relationship Id="rId17" Type="http://schemas.openxmlformats.org/officeDocument/2006/relationships/image" Target="../media/image26.png"/><Relationship Id="rId16" Type="http://schemas.openxmlformats.org/officeDocument/2006/relationships/image" Target="../media/image24.png"/><Relationship Id="rId5" Type="http://schemas.openxmlformats.org/officeDocument/2006/relationships/image" Target="../media/image17.png"/><Relationship Id="rId19" Type="http://schemas.openxmlformats.org/officeDocument/2006/relationships/image" Target="../media/image28.png"/><Relationship Id="rId6" Type="http://schemas.openxmlformats.org/officeDocument/2006/relationships/image" Target="../media/image15.png"/><Relationship Id="rId18" Type="http://schemas.openxmlformats.org/officeDocument/2006/relationships/image" Target="../media/image30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8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Recognising terminating and non-terminating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88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a calculator, calculate the decimal value of the following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65" name="Google Shape;165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21579" l="0" r="0" t="51153"/>
          <a:stretch/>
        </p:blipFill>
        <p:spPr>
          <a:xfrm>
            <a:off x="916972" y="3565462"/>
            <a:ext cx="394980" cy="60511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68000" y="2072116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2821464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3565462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3483709" y="2029361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70" name="Google Shape;170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49427" l="0" r="0" t="21497"/>
          <a:stretch/>
        </p:blipFill>
        <p:spPr>
          <a:xfrm>
            <a:off x="979488" y="2784801"/>
            <a:ext cx="370423" cy="605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71" name="Google Shape;171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0" l="0" r="0" t="76867"/>
          <a:stretch/>
        </p:blipFill>
        <p:spPr>
          <a:xfrm>
            <a:off x="4012333" y="2038784"/>
            <a:ext cx="404170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72" name="Google Shape;172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523" y="2253965"/>
            <a:ext cx="182372" cy="83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73" name="Google Shape;173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515" y="3060175"/>
            <a:ext cx="182372" cy="83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74" name="Google Shape;174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064" y="3812495"/>
            <a:ext cx="182383" cy="8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75" name="Google Shape;175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933" y="2266574"/>
            <a:ext cx="186613" cy="8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483709" y="2855178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77" name="Google Shape;177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136" y="3092391"/>
            <a:ext cx="186613" cy="8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3483709" y="3635835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79" name="Google Shape;179;p20" title="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947" y="3873048"/>
            <a:ext cx="186613" cy="85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80" name="Google Shape;180;p20" title="7 over 20 0.35 627 over 50 12.54 3 over 16 0.1875"/>
          <p:cNvPicPr preferRelativeResize="0"/>
          <p:nvPr/>
        </p:nvPicPr>
        <p:blipFill rotWithShape="1">
          <a:blip r:embed="rId5">
            <a:alphaModFix/>
          </a:blip>
          <a:srcRect b="0" l="0" r="91564" t="0"/>
          <a:stretch/>
        </p:blipFill>
        <p:spPr>
          <a:xfrm>
            <a:off x="979488" y="2075503"/>
            <a:ext cx="266030" cy="440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81" name="Google Shape;181;p20" title="7 over 20 0.35 627 over 50 12.54 3 over 16 0.1875"/>
          <p:cNvPicPr preferRelativeResize="0"/>
          <p:nvPr/>
        </p:nvPicPr>
        <p:blipFill rotWithShape="1">
          <a:blip r:embed="rId5">
            <a:alphaModFix/>
          </a:blip>
          <a:srcRect b="-7233" l="32967" r="54509" t="-11928"/>
          <a:stretch/>
        </p:blipFill>
        <p:spPr>
          <a:xfrm>
            <a:off x="4016930" y="2839464"/>
            <a:ext cx="394972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82" name="Google Shape;182;p20" title="7 over 20 0.35 627 over 50 12.54 3 over 16 0.1875"/>
          <p:cNvPicPr preferRelativeResize="0"/>
          <p:nvPr/>
        </p:nvPicPr>
        <p:blipFill rotWithShape="1">
          <a:blip r:embed="rId5">
            <a:alphaModFix/>
          </a:blip>
          <a:srcRect b="-15324" l="68650" r="18825" t="-3836"/>
          <a:stretch/>
        </p:blipFill>
        <p:spPr>
          <a:xfrm>
            <a:off x="4016921" y="3605914"/>
            <a:ext cx="394972" cy="5253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5242187"/>
            <a:ext cx="1044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says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826" y="5667180"/>
            <a:ext cx="845076" cy="94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3350" y="4879500"/>
            <a:ext cx="4243052" cy="173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86" name="Google Shape;186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8">
            <a:alphaModFix/>
          </a:blip>
          <a:srcRect b="0" l="0" r="58879" t="0"/>
          <a:stretch/>
        </p:blipFill>
        <p:spPr>
          <a:xfrm>
            <a:off x="2415146" y="5342660"/>
            <a:ext cx="2009861" cy="459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87" name="Google Shape;187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8">
            <a:alphaModFix/>
          </a:blip>
          <a:srcRect b="0" l="0" r="91985" t="0"/>
          <a:stretch/>
        </p:blipFill>
        <p:spPr>
          <a:xfrm>
            <a:off x="1683110" y="4931953"/>
            <a:ext cx="279789" cy="328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88" name="Google Shape;188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8">
            <a:alphaModFix/>
          </a:blip>
          <a:srcRect b="0" l="0" r="91985" t="0"/>
          <a:stretch/>
        </p:blipFill>
        <p:spPr>
          <a:xfrm>
            <a:off x="1585359" y="6766703"/>
            <a:ext cx="279789" cy="3284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68000" y="8079550"/>
            <a:ext cx="6624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Jacob has discovered all these denominators will give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8481445"/>
            <a:ext cx="6162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5750" y="9023663"/>
            <a:ext cx="42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explain why?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2" name="Google Shape;192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0" r="93903" t="0"/>
          <a:stretch/>
        </p:blipFill>
        <p:spPr>
          <a:xfrm>
            <a:off x="773493" y="8404100"/>
            <a:ext cx="32836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3" name="Google Shape;193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6097" r="79924" t="0"/>
          <a:stretch/>
        </p:blipFill>
        <p:spPr>
          <a:xfrm>
            <a:off x="1101861" y="8404100"/>
            <a:ext cx="75284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4" name="Google Shape;194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19591" r="68461" t="0"/>
          <a:stretch/>
        </p:blipFill>
        <p:spPr>
          <a:xfrm>
            <a:off x="1822543" y="8404100"/>
            <a:ext cx="643458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5" name="Google Shape;195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31538" r="54603" t="0"/>
          <a:stretch/>
        </p:blipFill>
        <p:spPr>
          <a:xfrm>
            <a:off x="2465999" y="8404100"/>
            <a:ext cx="74640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6" name="Google Shape;196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45295" r="41802" t="0"/>
          <a:stretch/>
        </p:blipFill>
        <p:spPr>
          <a:xfrm>
            <a:off x="3212408" y="8404100"/>
            <a:ext cx="694934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7" name="Google Shape;197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60197" r="26900" t="0"/>
          <a:stretch/>
        </p:blipFill>
        <p:spPr>
          <a:xfrm>
            <a:off x="4015017" y="8404100"/>
            <a:ext cx="694934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8" name="Google Shape;198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73729" r="12412" t="0"/>
          <a:stretch/>
        </p:blipFill>
        <p:spPr>
          <a:xfrm>
            <a:off x="4743838" y="8404100"/>
            <a:ext cx="74640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99" name="Google Shape;199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9">
            <a:alphaModFix/>
          </a:blip>
          <a:srcRect b="49505" l="87110" r="-2760" t="0"/>
          <a:stretch/>
        </p:blipFill>
        <p:spPr>
          <a:xfrm>
            <a:off x="5522078" y="8404100"/>
            <a:ext cx="842919" cy="5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920375" y="4940575"/>
            <a:ext cx="3759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not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535100" y="5931175"/>
            <a:ext cx="424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prime factors of the denominator are 2, 3 and 11.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00200" y="6761750"/>
            <a:ext cx="84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Explain</a:t>
            </a:r>
            <a:endParaRPr sz="1200"/>
          </a:p>
        </p:txBody>
      </p:sp>
      <p:sp>
        <p:nvSpPr>
          <p:cNvPr id="203" name="Google Shape;203;p20"/>
          <p:cNvSpPr txBox="1"/>
          <p:nvPr/>
        </p:nvSpPr>
        <p:spPr>
          <a:xfrm>
            <a:off x="1151800" y="6761750"/>
            <a:ext cx="6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</a:t>
            </a:r>
            <a:endParaRPr sz="1200"/>
          </a:p>
        </p:txBody>
      </p:sp>
      <p:sp>
        <p:nvSpPr>
          <p:cNvPr id="204" name="Google Shape;204;p20"/>
          <p:cNvSpPr txBox="1"/>
          <p:nvPr/>
        </p:nvSpPr>
        <p:spPr>
          <a:xfrm>
            <a:off x="1795300" y="6761750"/>
            <a:ext cx="614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211" name="Google Shape;21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Circle all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14" name="Google Shape;214;p2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175" y="1168478"/>
            <a:ext cx="138442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215" name="Google Shape;215;p21" title="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608" y="1914854"/>
            <a:ext cx="138442" cy="454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&quot;&gt;&lt;mfrac&gt;&lt;mn&gt;4&lt;/mn&gt;&lt;mn&gt;15&lt;/mn&gt;&lt;/mfrac&gt;&lt;/math&gt;" id="216" name="Google Shape;216;p21" title="4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771" y="1122337"/>
            <a:ext cx="247218" cy="44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40}&quot;&gt;&lt;mfrac&gt;&lt;mn&gt;7&lt;/mn&gt;&lt;mn&gt;440&lt;/mn&gt;&lt;/mfrac&gt;&lt;/math&gt;" id="217" name="Google Shape;217;p21" title="7 over 4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3148" y="1267286"/>
            <a:ext cx="359290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0}{330}&quot;&gt;&lt;mfrac&gt;&lt;mn&gt;110&lt;/mn&gt;&lt;mn&gt;330&lt;/mn&gt;&lt;/mfrac&gt;&lt;/math&gt;" id="218" name="Google Shape;218;p21" title="110 over 3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2440" y="2074101"/>
            <a:ext cx="359290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3}&quot;&gt;&lt;mfrac&gt;&lt;mn&gt;11&lt;/mn&gt;&lt;mn&gt;33&lt;/mn&gt;&lt;/mfrac&gt;&lt;/math&gt;" id="219" name="Google Shape;219;p21" title="11 over 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9607" y="1150405"/>
            <a:ext cx="247218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0}&quot;&gt;&lt;mfrac&gt;&lt;mn&gt;11&lt;/mn&gt;&lt;mn&gt;10&lt;/mn&gt;&lt;/mfrac&gt;&lt;/math&gt;" id="220" name="Google Shape;220;p21" title="eleven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51850" y="2121085"/>
            <a:ext cx="247218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221" name="Google Shape;221;p21" title="11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5987" y="1971945"/>
            <a:ext cx="250514" cy="45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222" name="Google Shape;222;p21" title="12 over 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03118" y="1150411"/>
            <a:ext cx="250517" cy="45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223" name="Google Shape;223;p21" title="three halve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66566" y="1198860"/>
            <a:ext cx="138436" cy="441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0}&quot;&gt;&lt;mfrac&gt;&lt;mn&gt;7&lt;/mn&gt;&lt;mn&gt;40&lt;/mn&gt;&lt;/mfrac&gt;&lt;/math&gt;" id="224" name="Google Shape;224;p21" title="7 over 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52730" y="2012211"/>
            <a:ext cx="250514" cy="4581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59175" y="3462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calculator, match the fraction to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31200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calculator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227" name="Google Shape;227;p21" title="4 lines Line 1: 0.1294 Line 2: 0.39482 Line 3: 13.444 Line 4: 1.30345"/>
          <p:cNvPicPr preferRelativeResize="0"/>
          <p:nvPr/>
        </p:nvPicPr>
        <p:blipFill rotWithShape="1">
          <a:blip r:embed="rId14">
            <a:alphaModFix/>
          </a:blip>
          <a:srcRect b="81199" l="0" r="0" t="0"/>
          <a:stretch/>
        </p:blipFill>
        <p:spPr>
          <a:xfrm>
            <a:off x="1822438" y="3975779"/>
            <a:ext cx="793875" cy="2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28" name="Google Shape;228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0" l="18011" r="60310" t="0"/>
          <a:stretch/>
        </p:blipFill>
        <p:spPr>
          <a:xfrm>
            <a:off x="3755040" y="3805125"/>
            <a:ext cx="937163" cy="52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229" name="Google Shape;229;p21" title="4 lines Line 1: 0.1294 Line 2: 0.39482 Line 3: 13.444 Line 4: 1.30345"/>
          <p:cNvPicPr preferRelativeResize="0"/>
          <p:nvPr/>
        </p:nvPicPr>
        <p:blipFill rotWithShape="1">
          <a:blip r:embed="rId14">
            <a:alphaModFix/>
          </a:blip>
          <a:srcRect b="24685" l="0" r="0" t="56514"/>
          <a:stretch/>
        </p:blipFill>
        <p:spPr>
          <a:xfrm>
            <a:off x="2814662" y="3975780"/>
            <a:ext cx="793875" cy="2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30" name="Google Shape;230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0" l="86338" r="-8016" t="0"/>
          <a:stretch/>
        </p:blipFill>
        <p:spPr>
          <a:xfrm>
            <a:off x="4782750" y="3805125"/>
            <a:ext cx="937163" cy="52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31" name="Google Shape;231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303" l="74523" r="14268" t="-10284"/>
          <a:stretch/>
        </p:blipFill>
        <p:spPr>
          <a:xfrm>
            <a:off x="1884750" y="4697846"/>
            <a:ext cx="484567" cy="622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32" name="Google Shape;232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794" l="59884" r="27320" t="-9794"/>
          <a:stretch/>
        </p:blipFill>
        <p:spPr>
          <a:xfrm>
            <a:off x="4841337" y="4679588"/>
            <a:ext cx="553170" cy="622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33" name="Google Shape;233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794" l="-4111" r="85748" t="-9794"/>
          <a:stretch/>
        </p:blipFill>
        <p:spPr>
          <a:xfrm>
            <a:off x="3800469" y="4680830"/>
            <a:ext cx="793873" cy="622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71}{25\ 000}\ &quot;&gt;&lt;mfrac&gt;&lt;mn&gt;9871&lt;/mn&gt;&lt;mrow&gt;&lt;mn&gt;25&lt;/mn&gt;&lt;mtext&gt;&lt;/mtext&gt;&lt;mn&gt;000&lt;/mn&gt;&lt;/mrow&gt;&lt;/mfrac&gt;&lt;mtext&gt;&lt;/mtext&gt;&lt;/math&gt;" id="234" name="Google Shape;234;p21" title="the fraction with numerator 9871 and denominator 25 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59425" y="4731854"/>
            <a:ext cx="715344" cy="520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59175" y="55664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value(s) on the calculator displays.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68000" y="5901023"/>
            <a:ext cx="2851595" cy="131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8000" y="7421053"/>
            <a:ext cx="2946441" cy="137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26644" y="5901025"/>
            <a:ext cx="2965356" cy="131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26649" y="7435226"/>
            <a:ext cx="2965342" cy="13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1290259" y="6164332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628118" y="8077208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1474995" y="7696773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157750" y="6140248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708163" y="6518135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132563" y="6776917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156874" y="7717304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749285" y="8103501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285218" y="8379526"/>
            <a:ext cx="192900" cy="2199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465932" y="29189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