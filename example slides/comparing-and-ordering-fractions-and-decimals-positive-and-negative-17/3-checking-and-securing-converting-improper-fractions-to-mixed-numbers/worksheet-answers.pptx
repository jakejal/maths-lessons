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F2D607-3100-4A11-9195-E7944759CF52}">
  <a:tblStyle styleId="{49F2D607-3100-4A11-9195-E7944759CF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f6a223a02_0_4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f6a223a0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10" Type="http://schemas.openxmlformats.org/officeDocument/2006/relationships/image" Target="../media/image26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475" y="6711898"/>
            <a:ext cx="3499875" cy="762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65125" y="6711900"/>
            <a:ext cx="66240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Without calculating the answer,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letter corresponds to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5677 ÷ 5678 is letter </a:t>
            </a: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5678 ÷ 5678 is letter </a:t>
            </a: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5679 ÷ 5678 is letter </a:t>
            </a: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5678 ÷ 2880 is letter </a:t>
            </a: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7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7116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92900"/>
            <a:ext cx="381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Proper and improper fractions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7049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the inequalities = ,﹥and﹤to make the statement true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5125" y="1889522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5125" y="2896233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58773" y="1889522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758773" y="2896233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amp;lt;1&quot;&gt;&lt;mfrac&gt;&lt;mn&gt;4&lt;/mn&gt;&lt;mn&gt;5&lt;/mn&gt;&lt;/mfrac&gt;&lt;mo&gt;&amp;lt;&lt;/mo&gt;&lt;mn&gt;1&lt;/mn&gt;&lt;/math&gt;" id="181" name="Google Shape;181;p20" title="four fifths is less than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301" y="1982100"/>
            <a:ext cx="611300" cy="532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amp;gt;1&quot;&gt;&lt;mfrac&gt;&lt;mn&gt;8&lt;/mn&gt;&lt;mn&gt;3&lt;/mn&gt;&lt;/mfrac&gt;&lt;mo&gt;&amp;gt;&lt;/mo&gt;&lt;mn&gt;1&lt;/mn&gt;&lt;/math&gt;" id="182" name="Google Shape;182;p20" title="eight thirds is greater than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150" y="3038710"/>
            <a:ext cx="609608" cy="532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1\div5\right)&amp;gt;1&quot;&gt;&lt;mrow data-mjx-texclass=&quot;INNER&quot;&gt;&lt;mo data-mjx-texclass=&quot;OPEN&quot;&gt;(&lt;/mo&gt;&lt;mn&gt;11&lt;/mn&gt;&lt;mo&gt;÷&lt;/mo&gt;&lt;mn&gt;5&lt;/mn&gt;&lt;mo data-mjx-texclass=&quot;CLOSE&quot;&gt;)&lt;/mo&gt;&lt;/mrow&gt;&lt;mo&gt;&amp;gt;&lt;/mo&gt;&lt;mn&gt;1&lt;/mn&gt;&lt;/math&gt;" id="183" name="Google Shape;183;p20" title="open paren 11 divided by 5 close paren is greater than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3774" y="1965559"/>
            <a:ext cx="1326082" cy="242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times2}{3\times4}=1&quot;&gt;&lt;mfrac&gt;&lt;mrow&gt;&lt;mn&gt;6&lt;/mn&gt;&lt;mo&gt;×&lt;/mo&gt;&lt;mn&gt;2&lt;/mn&gt;&lt;/mrow&gt;&lt;mrow&gt;&lt;mn&gt;3&lt;/mn&gt;&lt;mo&gt;×&lt;/mo&gt;&lt;mn&gt;4&lt;/mn&gt;&lt;/mrow&gt;&lt;/mfrac&gt;&lt;mo&gt;=&lt;/mo&gt;&lt;mn&gt;1&lt;/mn&gt;&lt;/math&gt;" id="184" name="Google Shape;184;p20" title="the fraction with numerator 6 times 2 and denominator 3 times 4 equals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8474" y="3006641"/>
            <a:ext cx="950281" cy="49918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86075" y="390292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if the following are true or false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/>
          <p:nvPr/>
        </p:nvGraphicFramePr>
        <p:xfrm>
          <a:off x="473404" y="4215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{49F2D607-3100-4A11-9195-E7944759CF52}</a:tableStyleId>
              </a:tblPr>
              <a:tblGrid>
                <a:gridCol w="4673000"/>
                <a:gridCol w="678000"/>
                <a:gridCol w="1273000"/>
              </a:tblGrid>
              <a:tr h="38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value of a </a:t>
                      </a: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 fraction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is always less than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value of an </a:t>
                      </a: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is always greater than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fraction in the form a/b where a&gt;b is an </a:t>
                      </a: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 ÷ 788 will give a number greater than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7" name="Google Shape;18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0933" y="4585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380400" y="5006000"/>
            <a:ext cx="94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can equal 1</a:t>
            </a:r>
            <a:endParaRPr sz="1200"/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9833" y="51711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75033" y="55798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75033" y="61158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875399" y="4976700"/>
            <a:ext cx="525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answers for part b) would be                 and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895500" y="4201275"/>
            <a:ext cx="77475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answer for part a) would be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converting improper fractions to mixed numbers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720000"/>
            <a:ext cx="6624000" cy="5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is a section of a number line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whole number is the arrow pointing to?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Approximately mark another two whole numbers on the number line. What are these whole numbers?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would your answers change if the denominator was 6?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could the denominator be if there were no whole numbers between the two fractions?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5}{5}=5&quot;&gt;&lt;mfrac&gt;&lt;mn&gt;25&lt;/mn&gt;&lt;mn&gt;5&lt;/mn&gt;&lt;/mfrac&gt;&lt;mo&gt;=&lt;/mo&gt;&lt;mn&gt;5&lt;/mn&gt;&lt;/math&gt;" id="200" name="Google Shape;200;p21" title="25 over 5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075" y="2225781"/>
            <a:ext cx="686850" cy="490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5}=4&quot;&gt;&lt;mfrac&gt;&lt;mn&gt;20&lt;/mn&gt;&lt;mn&gt;5&lt;/mn&gt;&lt;/mfrac&gt;&lt;mo&gt;=&lt;/mo&gt;&lt;mn&gt;4&lt;/mn&gt;&lt;/math&gt;" id="201" name="Google Shape;201;p21" title="20 over 5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300" y="3302950"/>
            <a:ext cx="636339" cy="44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5}=6&quot;&gt;&lt;mfrac&gt;&lt;mn&gt;30&lt;/mn&gt;&lt;mn&gt;5&lt;/mn&gt;&lt;/mfrac&gt;&lt;mo&gt;=&lt;/mo&gt;&lt;mn&gt;6&lt;/mn&gt;&lt;/math&gt;" id="202" name="Google Shape;202;p21" title="30 over 5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7598" y="3302950"/>
            <a:ext cx="636350" cy="44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4500" y="1040225"/>
            <a:ext cx="4191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6}=4&quot;&gt;&lt;mfrac&gt;&lt;mn&gt;24&lt;/mn&gt;&lt;mn&gt;6&lt;/mn&gt;&lt;/mfrac&gt;&lt;mo&gt;=&lt;/mo&gt;&lt;mn&gt;4&lt;/mn&gt;&lt;/math&gt;" id="204" name="Google Shape;204;p21" title="24 over 6 equal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2275" y="4201275"/>
            <a:ext cx="636350" cy="446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}=3\ \ \ \ \ \frac{30}{6}=5&quot;&gt;&lt;mfrac&gt;&lt;mn&gt;18&lt;/mn&gt;&lt;mn&gt;6&lt;/mn&gt;&lt;/mfrac&gt;&lt;mo&gt;=&lt;/mo&gt;&lt;mn&gt;3&lt;/mn&gt;&lt;mtext&gt;&lt;/mtext&gt;&lt;mtext&gt;&lt;/mtext&gt;&lt;mtext&gt;&lt;/mtext&gt;&lt;mtext&gt;&lt;/mtext&gt;&lt;mtext&gt;&lt;/mtext&gt;&lt;mfrac&gt;&lt;mn&gt;30&lt;/mn&gt;&lt;mn&gt;6&lt;/mn&gt;&lt;/mfrac&gt;&lt;mo&gt;=&lt;/mo&gt;&lt;mn&gt;5&lt;/mn&gt;&lt;/math&gt;" id="205" name="Google Shape;205;p21" title="eighteen sixths equals 3 30 over 6 equals 5"/>
          <p:cNvPicPr preferRelativeResize="0"/>
          <p:nvPr/>
        </p:nvPicPr>
        <p:blipFill rotWithShape="1">
          <a:blip r:embed="rId8">
            <a:alphaModFix/>
          </a:blip>
          <a:srcRect b="0" l="0" r="54046" t="0"/>
          <a:stretch/>
        </p:blipFill>
        <p:spPr>
          <a:xfrm>
            <a:off x="3279701" y="4929375"/>
            <a:ext cx="787420" cy="49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}=3\ \ \ \ \ \frac{30}{6}=5&quot;&gt;&lt;mfrac&gt;&lt;mn&gt;18&lt;/mn&gt;&lt;mn&gt;6&lt;/mn&gt;&lt;/mfrac&gt;&lt;mo&gt;=&lt;/mo&gt;&lt;mn&gt;3&lt;/mn&gt;&lt;mtext&gt;&lt;/mtext&gt;&lt;mtext&gt;&lt;/mtext&gt;&lt;mtext&gt;&lt;/mtext&gt;&lt;mtext&gt;&lt;/mtext&gt;&lt;mtext&gt;&lt;/mtext&gt;&lt;mfrac&gt;&lt;mn&gt;30&lt;/mn&gt;&lt;mn&gt;6&lt;/mn&gt;&lt;/mfrac&gt;&lt;mo&gt;=&lt;/mo&gt;&lt;mn&gt;5&lt;/mn&gt;&lt;/math&gt;" id="206" name="Google Shape;206;p21" title="eighteen sixths equals 3 30 over 6 equals 5"/>
          <p:cNvPicPr preferRelativeResize="0"/>
          <p:nvPr/>
        </p:nvPicPr>
        <p:blipFill rotWithShape="1">
          <a:blip r:embed="rId8">
            <a:alphaModFix/>
          </a:blip>
          <a:srcRect b="0" l="56400" r="0" t="0"/>
          <a:stretch/>
        </p:blipFill>
        <p:spPr>
          <a:xfrm>
            <a:off x="4515024" y="4937326"/>
            <a:ext cx="747034" cy="49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68000" y="6042600"/>
            <a:ext cx="66240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integer which does not have one of its multiples between 21 and 26.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It could be 7 because the first fraction would be a whole number but there are no more before the second fraction.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It couldn’t be 8 as 24 is a multiple of 8, so 3 would lie between the two fractions.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It could be 9 because there are no multiples of 9 between 21 and 26.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is before the first fraction and 3 is after the second fraction.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74757" y="73108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1"/>
          <p:cNvSpPr txBox="1"/>
          <p:nvPr/>
        </p:nvSpPr>
        <p:spPr>
          <a:xfrm>
            <a:off x="468000" y="7375200"/>
            <a:ext cx="577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Changing improper fractions to mixed numbers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4750" y="7624350"/>
            <a:ext cx="66240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mixed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improper fractions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211" name="Google Shape;211;p21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9">
            <a:alphaModFix/>
          </a:blip>
          <a:srcRect b="0" l="0" r="70169" t="0"/>
          <a:stretch/>
        </p:blipFill>
        <p:spPr>
          <a:xfrm>
            <a:off x="857764" y="7949825"/>
            <a:ext cx="371784" cy="200820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474750" y="7843336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13" name="Google Shape;213;p21"/>
          <p:cNvSpPr txBox="1"/>
          <p:nvPr/>
        </p:nvSpPr>
        <p:spPr>
          <a:xfrm>
            <a:off x="474750" y="8423352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474750" y="8958729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15" name="Google Shape;215;p21"/>
          <p:cNvSpPr txBox="1"/>
          <p:nvPr/>
        </p:nvSpPr>
        <p:spPr>
          <a:xfrm>
            <a:off x="474750" y="9494690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216" name="Google Shape;216;p21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9">
            <a:alphaModFix/>
          </a:blip>
          <a:srcRect b="77836" l="28121" r="16769" t="0"/>
          <a:stretch/>
        </p:blipFill>
        <p:spPr>
          <a:xfrm>
            <a:off x="1229548" y="7949825"/>
            <a:ext cx="686859" cy="445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217" name="Google Shape;217;p21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9">
            <a:alphaModFix/>
          </a:blip>
          <a:srcRect b="53580" l="28513" r="16378" t="24255"/>
          <a:stretch/>
        </p:blipFill>
        <p:spPr>
          <a:xfrm>
            <a:off x="1229548" y="8447943"/>
            <a:ext cx="686859" cy="445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218" name="Google Shape;218;p21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9">
            <a:alphaModFix/>
          </a:blip>
          <a:srcRect b="24663" l="34727" r="-3507" t="50472"/>
          <a:stretch/>
        </p:blipFill>
        <p:spPr>
          <a:xfrm>
            <a:off x="1229548" y="8958729"/>
            <a:ext cx="857235" cy="499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219" name="Google Shape;219;p21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9">
            <a:alphaModFix/>
          </a:blip>
          <a:srcRect b="-2018" l="28096" r="3122" t="77154"/>
          <a:stretch/>
        </p:blipFill>
        <p:spPr>
          <a:xfrm>
            <a:off x="1144360" y="9472664"/>
            <a:ext cx="857235" cy="499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68000" y="720000"/>
            <a:ext cx="34353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68000" y="1170815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30" name="Google Shape;230;p22"/>
          <p:cNvSpPr txBox="1"/>
          <p:nvPr/>
        </p:nvSpPr>
        <p:spPr>
          <a:xfrm>
            <a:off x="468000" y="1927911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31" name="Google Shape;231;p22"/>
          <p:cNvSpPr txBox="1"/>
          <p:nvPr/>
        </p:nvSpPr>
        <p:spPr>
          <a:xfrm>
            <a:off x="468000" y="2599665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32" name="Google Shape;232;p22"/>
          <p:cNvSpPr txBox="1"/>
          <p:nvPr/>
        </p:nvSpPr>
        <p:spPr>
          <a:xfrm>
            <a:off x="468000" y="3230024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15}{6}=2\frac{1}{2}\\&amp;#13;&amp;#10;\frac{91}{6}=15\frac{1}{6}\\&amp;#13;&amp;#10;\frac{142}{4}=\frac{71}{2}=35\frac{1}{2}\\&amp;#13;&amp;#10;\frac{134}{8}=\frac{67}{4}=16\frac{3}{4}\end{array}&quot;&gt;&lt;mtable columnalign=&quot;left&quot; columnspacing=&quot;1em&quot; rowspacing=&quot;4pt&quot;&gt;&lt;mtr&gt;&lt;mtd&gt;&lt;mfrac&gt;&lt;mn&gt;15&lt;/mn&gt;&lt;mn&gt;6&lt;/mn&gt;&lt;/mfrac&gt;&lt;mo&gt;=&lt;/mo&gt;&lt;mn&gt;2&lt;/mn&gt;&lt;mfrac&gt;&lt;mn&gt;1&lt;/mn&gt;&lt;mn&gt;2&lt;/mn&gt;&lt;/mfrac&gt;&lt;/mtd&gt;&lt;/mtr&gt;&lt;mtr&gt;&lt;mtd&gt;&lt;mfrac&gt;&lt;mn&gt;91&lt;/mn&gt;&lt;mn&gt;6&lt;/mn&gt;&lt;/mfrac&gt;&lt;mo&gt;=&lt;/mo&gt;&lt;mn&gt;15&lt;/mn&gt;&lt;mfrac&gt;&lt;mn&gt;1&lt;/mn&gt;&lt;mn&gt;6&lt;/mn&gt;&lt;/mfrac&gt;&lt;/mtd&gt;&lt;/mtr&gt;&lt;mtr&gt;&lt;mtd&gt;&lt;mfrac&gt;&lt;mn&gt;142&lt;/mn&gt;&lt;mn&gt;4&lt;/mn&gt;&lt;/mfrac&gt;&lt;mo&gt;=&lt;/mo&gt;&lt;mfrac&gt;&lt;mn&gt;71&lt;/mn&gt;&lt;mn&gt;2&lt;/mn&gt;&lt;/mfrac&gt;&lt;mo&gt;=&lt;/mo&gt;&lt;mn&gt;35&lt;/mn&gt;&lt;mfrac&gt;&lt;mn&gt;1&lt;/mn&gt;&lt;mn&gt;2&lt;/mn&gt;&lt;/mfrac&gt;&lt;/mtd&gt;&lt;/mtr&gt;&lt;mtr&gt;&lt;mtd&gt;&lt;mfrac&gt;&lt;mn&gt;134&lt;/mn&gt;&lt;mn&gt;8&lt;/mn&gt;&lt;/mfrac&gt;&lt;mo&gt;=&lt;/mo&gt;&lt;mfrac&gt;&lt;mn&gt;67&lt;/mn&gt;&lt;mn&gt;4&lt;/mn&gt;&lt;/mfrac&gt;&lt;mo&gt;=&lt;/mo&gt;&lt;mn&gt;16&lt;/mn&gt;&lt;mfrac&gt;&lt;mn&gt;3&lt;/mn&gt;&lt;mn&gt;4&lt;/mn&gt;&lt;/mfrac&gt;&lt;/mtd&gt;&lt;/mtr&gt;&lt;/mtable&gt;&lt;/math&gt;" id="233" name="Google Shape;233;p22" title="4 lines Line 1: fifteen sixths equals 2 and one half Line 2: 91 over 6 equals 15 and one sixth Line 3: 142 over 4 equals 71 over 2 equals 35 and one half Line 4: 134 over 8 equals 67 over 4 equals 16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49" y="1170825"/>
            <a:ext cx="2464750" cy="25545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468000" y="38839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Put the following numbers in ascending order, smallest to largest. Converting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mixed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may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68000" y="4461928"/>
            <a:ext cx="4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36" name="Google Shape;236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0" r="84937" t="0"/>
          <a:stretch/>
        </p:blipFill>
        <p:spPr>
          <a:xfrm>
            <a:off x="981110" y="6148342"/>
            <a:ext cx="359070" cy="547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37" name="Google Shape;237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15783" r="67558" t="0"/>
          <a:stretch/>
        </p:blipFill>
        <p:spPr>
          <a:xfrm>
            <a:off x="1632668" y="6148342"/>
            <a:ext cx="397099" cy="547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38" name="Google Shape;238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31704" r="51637" t="0"/>
          <a:stretch/>
        </p:blipFill>
        <p:spPr>
          <a:xfrm>
            <a:off x="3011840" y="6148342"/>
            <a:ext cx="397099" cy="547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39" name="Google Shape;239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52362" r="30980" t="0"/>
          <a:stretch/>
        </p:blipFill>
        <p:spPr>
          <a:xfrm>
            <a:off x="2322254" y="6148342"/>
            <a:ext cx="397099" cy="547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40" name="Google Shape;240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-10" l="84621" r="-1279" t="-4635"/>
          <a:stretch/>
        </p:blipFill>
        <p:spPr>
          <a:xfrm>
            <a:off x="3701426" y="6148342"/>
            <a:ext cx="397099" cy="573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41" name="Google Shape;241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0" r="84937" t="0"/>
          <a:stretch/>
        </p:blipFill>
        <p:spPr>
          <a:xfrm>
            <a:off x="1723278" y="4493502"/>
            <a:ext cx="387593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42" name="Google Shape;242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15783" r="67558" t="0"/>
          <a:stretch/>
        </p:blipFill>
        <p:spPr>
          <a:xfrm>
            <a:off x="981103" y="4493502"/>
            <a:ext cx="428642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43" name="Google Shape;243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31704" r="51637" t="0"/>
          <a:stretch/>
        </p:blipFill>
        <p:spPr>
          <a:xfrm>
            <a:off x="3548904" y="4493502"/>
            <a:ext cx="428642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44" name="Google Shape;244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52362" r="30980" t="0"/>
          <a:stretch/>
        </p:blipFill>
        <p:spPr>
          <a:xfrm>
            <a:off x="2257464" y="4493502"/>
            <a:ext cx="428642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245" name="Google Shape;245;p22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-10" l="84621" r="-1279" t="-4635"/>
          <a:stretch/>
        </p:blipFill>
        <p:spPr>
          <a:xfrm>
            <a:off x="2908076" y="4493502"/>
            <a:ext cx="428642" cy="618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frac{1}{2}&quot;&gt;&lt;mn&gt;8&lt;/mn&gt;&lt;mfrac&gt;&lt;mn&gt;1&lt;/mn&gt;&lt;mn&gt;2&lt;/mn&gt;&lt;/mfrac&gt;&lt;/math&gt;" id="246" name="Google Shape;246;p22" title="8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2876" y="5268589"/>
            <a:ext cx="343083" cy="576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frac{1}{2}&quot;&gt;&lt;mn&gt;4&lt;/mn&gt;&lt;mtext&gt;&lt;/mtext&gt;&lt;mfrac&gt;&lt;mn&gt;1&lt;/mn&gt;&lt;mn&gt;2&lt;/mn&gt;&lt;/mfrac&gt;&lt;/math&gt;" id="247" name="Google Shape;247;p22" title="4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8432" y="5301868"/>
            <a:ext cx="436580" cy="585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2867893" y="4411822"/>
            <a:ext cx="521400" cy="1589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487860" y="4411822"/>
            <a:ext cx="521400" cy="1589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8000" y="7054195"/>
            <a:ext cx="49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1" name="Google Shape;251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0" l="0" r="90470" t="0"/>
          <a:stretch/>
        </p:blipFill>
        <p:spPr>
          <a:xfrm>
            <a:off x="1144286" y="9033463"/>
            <a:ext cx="265964" cy="624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2" name="Google Shape;252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0" l="21500" r="67846" t="0"/>
          <a:stretch/>
        </p:blipFill>
        <p:spPr>
          <a:xfrm>
            <a:off x="1662465" y="9033463"/>
            <a:ext cx="297312" cy="624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3" name="Google Shape;253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-7032" l="46109" r="43238" t="0"/>
          <a:stretch/>
        </p:blipFill>
        <p:spPr>
          <a:xfrm>
            <a:off x="2211991" y="9033463"/>
            <a:ext cx="297312" cy="668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4" name="Google Shape;254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-3521" l="60131" r="17647" t="-3510"/>
          <a:stretch/>
        </p:blipFill>
        <p:spPr>
          <a:xfrm>
            <a:off x="2761518" y="9033463"/>
            <a:ext cx="620193" cy="668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5" name="Google Shape;255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-3521" l="82754" r="-4975" t="-3510"/>
          <a:stretch/>
        </p:blipFill>
        <p:spPr>
          <a:xfrm>
            <a:off x="3633927" y="9033463"/>
            <a:ext cx="620193" cy="668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6" name="Google Shape;256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0" l="0" r="90470" t="0"/>
          <a:stretch/>
        </p:blipFill>
        <p:spPr>
          <a:xfrm>
            <a:off x="1816916" y="7080729"/>
            <a:ext cx="287090" cy="673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7" name="Google Shape;257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0" l="21500" r="67846" t="0"/>
          <a:stretch/>
        </p:blipFill>
        <p:spPr>
          <a:xfrm>
            <a:off x="2487080" y="7080729"/>
            <a:ext cx="320928" cy="673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8" name="Google Shape;258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-7032" l="46109" r="43238" t="0"/>
          <a:stretch/>
        </p:blipFill>
        <p:spPr>
          <a:xfrm>
            <a:off x="1112893" y="7080729"/>
            <a:ext cx="320928" cy="7212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59" name="Google Shape;259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-3521" l="60131" r="17647" t="-3510"/>
          <a:stretch/>
        </p:blipFill>
        <p:spPr>
          <a:xfrm>
            <a:off x="3861271" y="7080729"/>
            <a:ext cx="669458" cy="7212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260" name="Google Shape;260;p22" title="two thirds four fifths seven halves 211 over 50 nineteen thirds"/>
          <p:cNvPicPr preferRelativeResize="0"/>
          <p:nvPr/>
        </p:nvPicPr>
        <p:blipFill rotWithShape="1">
          <a:blip r:embed="rId7">
            <a:alphaModFix/>
          </a:blip>
          <a:srcRect b="-3521" l="82754" r="-4975" t="-3510"/>
          <a:stretch/>
        </p:blipFill>
        <p:spPr>
          <a:xfrm>
            <a:off x="3006866" y="7080729"/>
            <a:ext cx="669458" cy="7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3050696" y="6982575"/>
            <a:ext cx="567900" cy="173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875175" y="6982575"/>
            <a:ext cx="620100" cy="173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993333" y="6982575"/>
            <a:ext cx="567900" cy="173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frac{1}{2}&quot;&gt;&lt;mn&gt;3&lt;/mn&gt;&lt;mfrac&gt;&lt;mn&gt;1&lt;/mn&gt;&lt;mn&gt;2&lt;/mn&gt;&lt;/mfrac&gt;&lt;/math&gt;" id="264" name="Google Shape;264;p22" title="3 and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9185" y="7963106"/>
            <a:ext cx="396165" cy="678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frac{1}{3}&quot;&gt;&lt;mn&gt;6&lt;/mn&gt;&lt;mfrac&gt;&lt;mn&gt;1&lt;/mn&gt;&lt;mn&gt;3&lt;/mn&gt;&lt;/mfrac&gt;&lt;/math&gt;" id="265" name="Google Shape;265;p22" title="6 and 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59689" y="7990161"/>
            <a:ext cx="363808" cy="624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1}{50}&quot;&gt;&lt;mn&gt;4&lt;/mn&gt;&lt;mfrac&gt;&lt;mn&gt;11&lt;/mn&gt;&lt;mn&gt;50&lt;/mn&gt;&lt;/mfrac&gt;&lt;/math&gt;" id="266" name="Google Shape;266;p22" title="4 and 11 over 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12059" y="7963106"/>
            <a:ext cx="567877" cy="678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