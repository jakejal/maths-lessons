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E5C5AF67-A199-4639-90CC-7A73A922CB31}">
  <a:tblStyle styleId="{E5C5AF67-A199-4639-90CC-7A73A922CB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4" name="Shape 204"/>
        <p:cNvGrpSpPr/>
        <p:nvPr/>
      </p:nvGrpSpPr>
      <p:grpSpPr>
        <a:xfrm>
          <a:off x="0" y="0"/>
          <a:ext cx="0" cy="0"/>
        </a:xfrm>
      </p:grpSpPr>
      <p:sp>
        <p:nvSpPr>
          <p:cNvPr id="205" name="Google Shape;205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58950"/>
            <a:ext cx="4433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 Ordering negative integers in a context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673700"/>
            <a:ext cx="6370200" cy="20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temperatures from coldest to warmest.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(−10)℃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(−4)℃        (−8)℃         (−2)℃        (−5)℃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(−18)℃        (−22)℃       (−24)℃      (−16)℃       (−27)℃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04800" algn="l" rtl="0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(−32)℃        (−23)℃       (−43)℃      (−34)℃       (−48)℃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0480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(−100)℃      (−104)℃     (−96)℃      (−88)℃      (−110)℃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1386038" y="2281700"/>
            <a:ext cx="415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(−10)℃	(−8)℃     (−5)℃      (−4)℃     (−2)℃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379050" y="2687803"/>
            <a:ext cx="4106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(−27)℃     (−24)℃    (−22)℃    (−18)℃    (−16)℃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1380772" y="3081819"/>
            <a:ext cx="4307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(−48)℃     (−43)℃    (−34)℃   (−32)℃    (−23)℃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1373775" y="3497975"/>
            <a:ext cx="4347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(−110)℃     (−104)℃   (−100)℃   (−96)℃    (−88)℃	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76400" y="3807300"/>
            <a:ext cx="6624000" cy="12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A quiz has ten questions.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Points are given as follows:   2 points for each correct answer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(−1) for a missed question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              (−3) for an incorrect answer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8772" y="5434787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4211867" y="62235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905924" y="61473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72775" y="576634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493821" y="61473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2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821" y="5014013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66979" y="5233927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6001" y="5233913"/>
            <a:ext cx="807760" cy="896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" name="Google Shape;188;p20"/>
          <p:cNvGrpSpPr/>
          <p:nvPr/>
        </p:nvGrpSpPr>
        <p:grpSpPr>
          <a:xfrm>
            <a:off x="783294" y="4510080"/>
            <a:ext cx="1183538" cy="433446"/>
            <a:chOff x="912132" y="1882250"/>
            <a:chExt cx="1797325" cy="1299300"/>
          </a:xfrm>
        </p:grpSpPr>
        <p:pic>
          <p:nvPicPr>
            <p:cNvPr id="189" name="Google Shape;189;p20"/>
            <p:cNvPicPr preferRelativeResize="0"/>
            <p:nvPr/>
          </p:nvPicPr>
          <p:blipFill>
            <a:blip r:embed="rId7">
              <a:alphaModFix/>
            </a:blip>
            <a:srcRect t="56280" r="69082"/>
            <a:stretch>
              <a:fillRect/>
            </a:stretch>
          </p:blipFill>
          <p:spPr>
            <a:xfrm flipH="1">
              <a:off x="912132" y="1882250"/>
              <a:ext cx="1797325" cy="129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20"/>
            <p:cNvSpPr txBox="1"/>
            <p:nvPr/>
          </p:nvSpPr>
          <p:spPr>
            <a:xfrm flipH="1">
              <a:off x="1062852" y="2140031"/>
              <a:ext cx="16038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I scored </a:t>
              </a: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(−9)</a:t>
              </a: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 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91" name="Google Shape;191;p20"/>
          <p:cNvGrpSpPr/>
          <p:nvPr/>
        </p:nvGrpSpPr>
        <p:grpSpPr>
          <a:xfrm>
            <a:off x="2640360" y="5029357"/>
            <a:ext cx="1183514" cy="481777"/>
            <a:chOff x="2488024" y="2561383"/>
            <a:chExt cx="1955251" cy="1133325"/>
          </a:xfrm>
        </p:grpSpPr>
        <p:pic>
          <p:nvPicPr>
            <p:cNvPr id="192" name="Google Shape;192;p20"/>
            <p:cNvPicPr preferRelativeResize="0"/>
            <p:nvPr/>
          </p:nvPicPr>
          <p:blipFill>
            <a:blip r:embed="rId7">
              <a:alphaModFix/>
            </a:blip>
            <a:srcRect t="56280" r="69082"/>
            <a:stretch>
              <a:fillRect/>
            </a:stretch>
          </p:blipFill>
          <p:spPr>
            <a:xfrm flipH="1">
              <a:off x="2488024" y="2561383"/>
              <a:ext cx="1955251" cy="1133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20"/>
            <p:cNvSpPr txBox="1"/>
            <p:nvPr/>
          </p:nvSpPr>
          <p:spPr>
            <a:xfrm flipH="1">
              <a:off x="2660544" y="2736419"/>
              <a:ext cx="14874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I scored (−3)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4" name="Google Shape;194;p20"/>
          <p:cNvGrpSpPr/>
          <p:nvPr/>
        </p:nvGrpSpPr>
        <p:grpSpPr>
          <a:xfrm>
            <a:off x="5089960" y="4920451"/>
            <a:ext cx="1145228" cy="550611"/>
            <a:chOff x="6117475" y="1875225"/>
            <a:chExt cx="1771976" cy="1283775"/>
          </a:xfrm>
        </p:grpSpPr>
        <p:pic>
          <p:nvPicPr>
            <p:cNvPr id="195" name="Google Shape;195;p20"/>
            <p:cNvPicPr preferRelativeResize="0"/>
            <p:nvPr/>
          </p:nvPicPr>
          <p:blipFill>
            <a:blip r:embed="rId7">
              <a:alphaModFix/>
            </a:blip>
            <a:srcRect t="56280" r="70143"/>
            <a:stretch>
              <a:fillRect/>
            </a:stretch>
          </p:blipFill>
          <p:spPr>
            <a:xfrm>
              <a:off x="6117475" y="1875225"/>
              <a:ext cx="1771976" cy="1283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 txBox="1"/>
            <p:nvPr/>
          </p:nvSpPr>
          <p:spPr>
            <a:xfrm flipH="1">
              <a:off x="6226625" y="2111610"/>
              <a:ext cx="16038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I scored (−5)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" name="Google Shape;197;p20"/>
          <p:cNvGrpSpPr/>
          <p:nvPr/>
        </p:nvGrpSpPr>
        <p:grpSpPr>
          <a:xfrm>
            <a:off x="3486737" y="5476855"/>
            <a:ext cx="1183470" cy="567639"/>
            <a:chOff x="4401257" y="2365554"/>
            <a:chExt cx="1709476" cy="1276741"/>
          </a:xfrm>
        </p:grpSpPr>
        <p:pic>
          <p:nvPicPr>
            <p:cNvPr id="198" name="Google Shape;198;p20"/>
            <p:cNvPicPr preferRelativeResize="0"/>
            <p:nvPr/>
          </p:nvPicPr>
          <p:blipFill>
            <a:blip r:embed="rId7">
              <a:alphaModFix/>
            </a:blip>
            <a:srcRect t="56280" r="70143"/>
            <a:stretch>
              <a:fillRect/>
            </a:stretch>
          </p:blipFill>
          <p:spPr>
            <a:xfrm>
              <a:off x="4401257" y="2365554"/>
              <a:ext cx="1709476" cy="1276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20"/>
            <p:cNvSpPr txBox="1"/>
            <p:nvPr/>
          </p:nvSpPr>
          <p:spPr>
            <a:xfrm flipH="1">
              <a:off x="4506829" y="2403271"/>
              <a:ext cx="13821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Kalam"/>
                  <a:ea typeface="Kalam"/>
                  <a:cs typeface="Kalam"/>
                  <a:sym typeface="Kalam"/>
                </a:rPr>
                <a:t>I scored (−10)</a:t>
              </a:r>
              <a:endParaRPr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0" name="Google Shape;200;p20"/>
          <p:cNvSpPr txBox="1"/>
          <p:nvPr/>
        </p:nvSpPr>
        <p:spPr>
          <a:xfrm>
            <a:off x="476400" y="6693800"/>
            <a:ext cx="48252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Work out their score and rank them from lowest to highest score.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Jacob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(−10), Lucas (−9), Sofia (−5)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and Laura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(−3)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76400" y="7287100"/>
            <a:ext cx="5244300" cy="22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A hotel has 10 floors below reception which is on the ground floor, floor 0.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bedrooms only on floors (−2), (−4), (−6) and (−7).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On the other floors are the following:	staff room, gym, restaurant, maintenance office, basement and swimming pool.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the following clues to work out what is on each floor.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swimming pool is 2 floors below the gym.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staff room is between the basement and maintenance office.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restaurant is higher up than the gym.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maintenance office is 7 floors below the restaurant.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2" name="Google Shape;202;p20"/>
          <p:cNvGraphicFramePr>
            <a:graphicFrameLocks noGrp="1"/>
          </p:cNvGraphicFramePr>
          <p:nvPr/>
        </p:nvGraphicFramePr>
        <p:xfrm>
          <a:off x="5776800" y="7363200"/>
          <a:ext cx="1315200" cy="2456400"/>
        </p:xfrm>
        <a:graphic>
          <a:graphicData uri="http://schemas.openxmlformats.org/drawingml/2006/table">
            <a:tbl>
              <a:tblPr>
                <a:noFill/>
                <a:tableStyleId>{E5C5AF67-A199-4639-90CC-7A73A922CB31}</a:tableStyleId>
              </a:tblPr>
              <a:tblGrid>
                <a:gridCol w="540275"/>
                <a:gridCol w="774925"/>
              </a:tblGrid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FLOOR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Reception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Restaurant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(−2)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Bedrooms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(−3)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Gym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(−4)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Bedrooms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(−5)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Pool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(−6)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Bedrooms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(−7)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Bedrooms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(−8)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Office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(−9)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Staff room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  <a:tr h="204700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(−10)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Basement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cxnSp>
        <p:nvCxnSpPr>
          <p:cNvPr id="203" name="Google Shape;203;p20"/>
          <p:cNvCxnSpPr/>
          <p:nvPr/>
        </p:nvCxnSpPr>
        <p:spPr>
          <a:xfrm>
            <a:off x="474757" y="99112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7" name="Shape 207"/>
        <p:cNvGrpSpPr/>
        <p:nvPr/>
      </p:nvGrpSpPr>
      <p:grpSpPr>
        <a:xfrm>
          <a:off x="0" y="0"/>
          <a:ext cx="0" cy="0"/>
        </a:xfrm>
      </p:grpSpPr>
      <p:sp>
        <p:nvSpPr>
          <p:cNvPr id="208" name="Google Shape;20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9" name="Google Shape;209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468000" y="673150"/>
            <a:ext cx="3312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 Ordering negative integers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68000" y="1030225"/>
            <a:ext cx="6264900" cy="107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 following sets of integers in ascending order.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9144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(−6), (−9), (−5), (−8), (−3)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    (−9), (−8), (−6), (−5), (−3)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815829" y="1766854"/>
            <a:ext cx="6264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(−18), (−19), (−25), (−28), (−13)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(−28), (−25), (−19), (−18), (−13)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815829" y="2249443"/>
            <a:ext cx="6264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60800" lvl="0" indent="-3066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(−89), (−91), (−88), (−99), (−19)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(−99), (−91), (−89), (−88), (−19)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826977" y="2732015"/>
            <a:ext cx="6264900" cy="4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60800" lvl="0" indent="-3066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4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(−256), (−119), (−112), (−265), (−312)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(−312), (−265), (−256), (−119), (−112)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812489" y="3248450"/>
            <a:ext cx="6264900" cy="4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 startAt="5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(−6123), (−6321), (−6213), (−6231), (−6312), (−6132)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  (−6321), (−6312), (−6231), (−6213), (−6132), (−6123)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76400" y="4112100"/>
            <a:ext cx="6794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Put the following integers into the grid.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9" name="Google Shape;219;p21"/>
          <p:cNvGraphicFramePr>
            <a:graphicFrameLocks noGrp="1"/>
          </p:cNvGraphicFramePr>
          <p:nvPr/>
        </p:nvGraphicFramePr>
        <p:xfrm>
          <a:off x="1410800" y="582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{E5C5AF67-A199-4639-90CC-7A73A922CB31}</a:tableStyleId>
              </a:tblPr>
              <a:tblGrid>
                <a:gridCol w="1133325"/>
                <a:gridCol w="1133325"/>
                <a:gridCol w="1133325"/>
                <a:gridCol w="1133325"/>
                <a:gridCol w="1133325"/>
              </a:tblGrid>
              <a:tr h="565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(−20)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(−15)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(−9)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(−6)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(−5)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5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(−18)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(−10)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(−8)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(−5)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(−4)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5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(−12)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(−9)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(−7)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(−3)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(−2)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65375"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(−10)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(−8)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(−5)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(−2)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0" name="Google Shape;220;p21"/>
          <p:cNvSpPr txBox="1"/>
          <p:nvPr/>
        </p:nvSpPr>
        <p:spPr>
          <a:xfrm>
            <a:off x="1409700" y="5453304"/>
            <a:ext cx="1205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Least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870100" y="5836125"/>
            <a:ext cx="627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Least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5849875" y="5453304"/>
            <a:ext cx="1205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Greatest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717700" y="7672800"/>
            <a:ext cx="788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Greatest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922425" y="6173325"/>
            <a:ext cx="366900" cy="1499400"/>
          </a:xfrm>
          <a:prstGeom prst="downArrow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/>
          <p:nvPr/>
        </p:nvSpPr>
        <p:spPr>
          <a:xfrm rot="-5400000">
            <a:off x="3715275" y="3775254"/>
            <a:ext cx="366900" cy="3693300"/>
          </a:xfrm>
          <a:prstGeom prst="downArrow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387500" y="4432800"/>
            <a:ext cx="5439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919371" y="4432800"/>
            <a:ext cx="7647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2496414" y="4432800"/>
            <a:ext cx="5439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1672042" y="4432800"/>
            <a:ext cx="8364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3028285" y="4432800"/>
            <a:ext cx="7647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3780956" y="4432800"/>
            <a:ext cx="7647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4533627" y="4432800"/>
            <a:ext cx="7881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5309699" y="4432800"/>
            <a:ext cx="7881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17641" y="4432800"/>
            <a:ext cx="5439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(−4)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6085770" y="4432800"/>
            <a:ext cx="543900" cy="8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(−8)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6" name="Google Shape;236;p21"/>
          <p:cNvCxnSpPr/>
          <p:nvPr/>
        </p:nvCxnSpPr>
        <p:spPr>
          <a:xfrm>
            <a:off x="474757" y="83110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75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Ordering negative integers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2024-01-08T16:43:54.687</cp:lastPrinted>
  <dcterms:created xsi:type="dcterms:W3CDTF">2024-01-08T16:43:54Z</dcterms:created>
  <dcterms:modified xsi:type="dcterms:W3CDTF">2024-01-08T16:44:04Z</dcterms:modified>
</cp:coreProperties>
</file>