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6801514-DA72-452F-8D1C-15354B7499E2}">
  <a:tblStyle styleId="{66801514-DA72-452F-8D1C-15354B7499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58950"/>
            <a:ext cx="443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Ordering negative integers in a context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673700"/>
            <a:ext cx="6370200" cy="20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temperatures from coldest to warmest.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(−10)℃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(−4)℃        (−8)℃         (−2)℃        (−5)℃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(−18)℃        (−22)℃       (−24)℃      (−16)℃       (−27)℃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(−32)℃        (−23)℃       (−43)℃      (−34)℃       (−48)℃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(−100)℃      (−104)℃     (−96)℃      (−88)℃      (−110)℃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3807300"/>
            <a:ext cx="6624000" cy="12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 quiz has ten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Points are given as follows:   2 points for each correct answer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(−1) for a missed question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(−3) for an incorrect answer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2572" y="551098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135667" y="62997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905924" y="61473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72775" y="57663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1112821" y="62997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821" y="5014013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979" y="5386327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6001" y="523391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76400" y="6693800"/>
            <a:ext cx="48252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their score and rank them from lowest to highest score.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7287100"/>
            <a:ext cx="5244300" cy="22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A hotel has 10 floors below reception which is on the ground floor, floor 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bedrooms only on floors (−2), (−4), (−6) and (−7).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the other floors are the following:	staff room, gym, restaurant, maintenance office, basement and swimming pool.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following clues to work out what is on each floor.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swimming pool is 2 floors below the gym.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staff room is between the basement and maintenance office.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restaurant is higher up than the gym.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maintenance office is 7 floors below the restaurant.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5776800" y="7363200"/>
          <a:ext cx="1315200" cy="2456400"/>
        </p:xfrm>
        <a:graphic>
          <a:graphicData uri="http://schemas.openxmlformats.org/drawingml/2006/table">
            <a:tbl>
              <a:tblPr>
                <a:noFill/>
                <a:tableStyleId>{66801514-DA72-452F-8D1C-15354B7499E2}</a:tableStyleId>
              </a:tblPr>
              <a:tblGrid>
                <a:gridCol w="540275"/>
                <a:gridCol w="774925"/>
              </a:tblGrid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FLOOR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cxnSp>
        <p:nvCxnSpPr>
          <p:cNvPr id="177" name="Google Shape;177;p20"/>
          <p:cNvCxnSpPr/>
          <p:nvPr/>
        </p:nvCxnSpPr>
        <p:spPr>
          <a:xfrm>
            <a:off x="474757" y="99112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8" name="Google Shape;178;p20"/>
          <p:cNvGrpSpPr/>
          <p:nvPr/>
        </p:nvGrpSpPr>
        <p:grpSpPr>
          <a:xfrm>
            <a:off x="1214792" y="4152553"/>
            <a:ext cx="1180123" cy="1228488"/>
            <a:chOff x="-5429703" y="4107954"/>
            <a:chExt cx="1797325" cy="1299300"/>
          </a:xfrm>
        </p:grpSpPr>
        <p:pic>
          <p:nvPicPr>
            <p:cNvPr id="179" name="Google Shape;179;p20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 flipH="1">
              <a:off x="-5429703" y="4107954"/>
              <a:ext cx="1797325" cy="129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 txBox="1"/>
            <p:nvPr/>
          </p:nvSpPr>
          <p:spPr>
            <a:xfrm flipH="1">
              <a:off x="-5311079" y="4365735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 got 3 correct, 3 missed questions and 4 incorrect.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2336388" y="4867381"/>
            <a:ext cx="1315297" cy="978626"/>
            <a:chOff x="-4694339" y="4326293"/>
            <a:chExt cx="1955251" cy="1133325"/>
          </a:xfrm>
        </p:grpSpPr>
        <p:pic>
          <p:nvPicPr>
            <p:cNvPr id="182" name="Google Shape;182;p20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 flipH="1">
              <a:off x="-4694339" y="4326293"/>
              <a:ext cx="1955251" cy="1133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0"/>
            <p:cNvSpPr txBox="1"/>
            <p:nvPr/>
          </p:nvSpPr>
          <p:spPr>
            <a:xfrm flipH="1">
              <a:off x="-4521888" y="4501347"/>
              <a:ext cx="17094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 got 5 correct, 1 missed question and 4 incorrect.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4977014" y="4623837"/>
            <a:ext cx="1261647" cy="948068"/>
            <a:chOff x="6438542" y="2287954"/>
            <a:chExt cx="1771976" cy="1283775"/>
          </a:xfrm>
        </p:grpSpPr>
        <p:pic>
          <p:nvPicPr>
            <p:cNvPr id="185" name="Google Shape;185;p20"/>
            <p:cNvPicPr preferRelativeResize="0"/>
            <p:nvPr/>
          </p:nvPicPr>
          <p:blipFill>
            <a:blip r:embed="rId7">
              <a:alphaModFix/>
            </a:blip>
            <a:srcRect t="56280" r="70143"/>
            <a:stretch>
              <a:fillRect/>
            </a:stretch>
          </p:blipFill>
          <p:spPr>
            <a:xfrm>
              <a:off x="6438542" y="2287953"/>
              <a:ext cx="1771976" cy="128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20"/>
            <p:cNvSpPr txBox="1"/>
            <p:nvPr/>
          </p:nvSpPr>
          <p:spPr>
            <a:xfrm flipH="1">
              <a:off x="6547693" y="2531165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 got 3 correct, 5 missed questions and 2 incorrect.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3678632" y="4872709"/>
            <a:ext cx="1013377" cy="820817"/>
            <a:chOff x="4401257" y="2365554"/>
            <a:chExt cx="1709476" cy="1276741"/>
          </a:xfrm>
        </p:grpSpPr>
        <p:pic>
          <p:nvPicPr>
            <p:cNvPr id="188" name="Google Shape;188;p20"/>
            <p:cNvPicPr preferRelativeResize="0"/>
            <p:nvPr/>
          </p:nvPicPr>
          <p:blipFill>
            <a:blip r:embed="rId7">
              <a:alphaModFix/>
            </a:blip>
            <a:srcRect t="56280" r="70143"/>
            <a:stretch>
              <a:fillRect/>
            </a:stretch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0"/>
            <p:cNvSpPr txBox="1"/>
            <p:nvPr/>
          </p:nvSpPr>
          <p:spPr>
            <a:xfrm flipH="1">
              <a:off x="4506932" y="2403273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 got 4 correct, and 6 incorrect.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96" name="Google Shape;19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673150"/>
            <a:ext cx="3312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Ordering negative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1030225"/>
            <a:ext cx="62649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sets of integers 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(−6), (−9), (−5), (−8), (−3)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815829" y="1766854"/>
            <a:ext cx="6264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(−18), (−19), (−25), (−28), (−13)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15829" y="2249443"/>
            <a:ext cx="6264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60800" lvl="0" indent="-306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(−89), (−91), (−88), (−99), (−19)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826977" y="2732015"/>
            <a:ext cx="6264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60800" lvl="0" indent="-306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(−256), (−119), (−112), (−265), (−312)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812489" y="3248450"/>
            <a:ext cx="62649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(−6123), (−6321), (−6213), (−6231), (−6312), (−6132)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4112100"/>
            <a:ext cx="679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 following integers into the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1"/>
          <p:cNvGraphicFramePr>
            <a:graphicFrameLocks noGrp="1"/>
          </p:cNvGraphicFramePr>
          <p:nvPr/>
        </p:nvGraphicFramePr>
        <p:xfrm>
          <a:off x="1410800" y="582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{66801514-DA72-452F-8D1C-15354B7499E2}</a:tableStyleId>
              </a:tblPr>
              <a:tblGrid>
                <a:gridCol w="1133325"/>
                <a:gridCol w="1133325"/>
                <a:gridCol w="1133325"/>
                <a:gridCol w="1133325"/>
                <a:gridCol w="1133325"/>
              </a:tblGrid>
              <a:tr h="56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5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21"/>
          <p:cNvSpPr txBox="1"/>
          <p:nvPr/>
        </p:nvSpPr>
        <p:spPr>
          <a:xfrm>
            <a:off x="1409700" y="5453304"/>
            <a:ext cx="1205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870100" y="5836125"/>
            <a:ext cx="627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849875" y="5453304"/>
            <a:ext cx="1205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Greatest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17700" y="7672800"/>
            <a:ext cx="788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Greatest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22425" y="6173325"/>
            <a:ext cx="366900" cy="1499400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 rot="-5400000">
            <a:off x="3715275" y="3775254"/>
            <a:ext cx="366900" cy="3693300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87500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919371" y="4432800"/>
            <a:ext cx="7647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496414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672042" y="4432800"/>
            <a:ext cx="8364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028285" y="4432800"/>
            <a:ext cx="7647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780956" y="4432800"/>
            <a:ext cx="7647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533627" y="4432800"/>
            <a:ext cx="7881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309699" y="4432800"/>
            <a:ext cx="7881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617641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085770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1"/>
          <p:cNvCxnSpPr/>
          <p:nvPr/>
        </p:nvCxnSpPr>
        <p:spPr>
          <a:xfrm>
            <a:off x="474757" y="83110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Ordering negative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2024-01-08T16:43:52.212</cp:lastPrinted>
  <dcterms:created xsi:type="dcterms:W3CDTF">2024-01-08T16:43:52Z</dcterms:created>
  <dcterms:modified xsi:type="dcterms:W3CDTF">2024-01-08T16:43:46Z</dcterms:modified>
</cp:coreProperties>
</file>