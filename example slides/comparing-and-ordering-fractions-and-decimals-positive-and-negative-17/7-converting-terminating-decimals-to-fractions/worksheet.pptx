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70C8FE-B8DF-4D8A-88B6-58ED96723ECB}">
  <a:tblStyle styleId="{4970C8FE-B8DF-4D8A-88B6-58ED96723E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9fc8d8fde1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9fc8d8fd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9fc8d8fde1_0_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9fc8d8fde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446900" y="2231075"/>
            <a:ext cx="21024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terminating decimals to fractions</a:t>
            </a:r>
            <a:endParaRPr/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74600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Fractions less than 1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379121" y="2231065"/>
            <a:ext cx="998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0.34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379121" y="2849549"/>
            <a:ext cx="1412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0.542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379121" y="3545881"/>
            <a:ext cx="1288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 0.1248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18181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Convert the following into simplified fractions: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2849550"/>
            <a:ext cx="934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0.12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68000" y="3545881"/>
            <a:ext cx="998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0.864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4475" y="4059200"/>
            <a:ext cx="66240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Laura and Jacob are given 0.56 and 0.560 to convert into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is correct?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ork out the fractional equivalent to the decimal(s)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900" y="4308175"/>
            <a:ext cx="1708498" cy="106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931934" y="5178778"/>
            <a:ext cx="798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says</a:t>
            </a:r>
            <a:endParaRPr sz="1200"/>
          </a:p>
        </p:txBody>
      </p:sp>
      <p:sp>
        <p:nvSpPr>
          <p:cNvPr id="174" name="Google Shape;174;p20"/>
          <p:cNvSpPr txBox="1"/>
          <p:nvPr/>
        </p:nvSpPr>
        <p:spPr>
          <a:xfrm>
            <a:off x="4006284" y="5212635"/>
            <a:ext cx="733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says</a:t>
            </a:r>
            <a:endParaRPr sz="1200"/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725" y="4342050"/>
            <a:ext cx="2180024" cy="11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935" y="4425544"/>
            <a:ext cx="564744" cy="739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6284" y="4513356"/>
            <a:ext cx="564745" cy="69566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1762350" y="4319050"/>
            <a:ext cx="21024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answers will be different as 0.56 is two decimals places and 0.560 is 3 decimal places.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829775" y="4419374"/>
            <a:ext cx="17085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is the same decimal so it will be the same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4475" y="65990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Write the fraction which is halfway between 0.96 and 0.88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64475" y="7111276"/>
            <a:ext cx="6624266" cy="16705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82" name="Google Shape;182;p20"/>
          <p:cNvSpPr txBox="1"/>
          <p:nvPr/>
        </p:nvSpPr>
        <p:spPr>
          <a:xfrm>
            <a:off x="6409175" y="725182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0.96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921834" y="6915348"/>
            <a:ext cx="0" cy="40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0"/>
          <p:cNvCxnSpPr/>
          <p:nvPr/>
        </p:nvCxnSpPr>
        <p:spPr>
          <a:xfrm>
            <a:off x="3805196" y="6915348"/>
            <a:ext cx="0" cy="40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6688557" y="6915348"/>
            <a:ext cx="0" cy="40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0"/>
          <p:cNvSpPr txBox="1"/>
          <p:nvPr/>
        </p:nvSpPr>
        <p:spPr>
          <a:xfrm>
            <a:off x="671625" y="725182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0.88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4475" y="80104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3b) Write the fraction which is a quarter of the way between 0.42 and 0.84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64475" y="8553812"/>
            <a:ext cx="6624266" cy="16320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89" name="Google Shape;189;p20"/>
          <p:cNvSpPr txBox="1"/>
          <p:nvPr/>
        </p:nvSpPr>
        <p:spPr>
          <a:xfrm>
            <a:off x="6424330" y="871486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>
            <a:off x="921831" y="8362414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0"/>
          <p:cNvCxnSpPr/>
          <p:nvPr/>
        </p:nvCxnSpPr>
        <p:spPr>
          <a:xfrm>
            <a:off x="3805176" y="8362414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6688521" y="8362414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0"/>
          <p:cNvSpPr txBox="1"/>
          <p:nvPr/>
        </p:nvSpPr>
        <p:spPr>
          <a:xfrm>
            <a:off x="671635" y="871486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2363515" y="6925341"/>
            <a:ext cx="0" cy="40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5246876" y="6925330"/>
            <a:ext cx="0" cy="40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920606" y="8357525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0"/>
          <p:cNvCxnSpPr/>
          <p:nvPr/>
        </p:nvCxnSpPr>
        <p:spPr>
          <a:xfrm>
            <a:off x="3803951" y="8357525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0"/>
          <p:cNvCxnSpPr/>
          <p:nvPr/>
        </p:nvCxnSpPr>
        <p:spPr>
          <a:xfrm>
            <a:off x="6687295" y="8357525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0"/>
          <p:cNvCxnSpPr/>
          <p:nvPr/>
        </p:nvCxnSpPr>
        <p:spPr>
          <a:xfrm>
            <a:off x="2362278" y="8367286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0"/>
          <p:cNvCxnSpPr/>
          <p:nvPr/>
        </p:nvCxnSpPr>
        <p:spPr>
          <a:xfrm>
            <a:off x="5245623" y="8367276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Converting terminating decimals to fractions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720000"/>
            <a:ext cx="662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Three students created their own method to find the middle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3c) Do all three methods work? Explain.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68000" y="1196167"/>
            <a:ext cx="6624266" cy="15996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208" name="Google Shape;208;p21"/>
          <p:cNvSpPr txBox="1"/>
          <p:nvPr/>
        </p:nvSpPr>
        <p:spPr>
          <a:xfrm>
            <a:off x="6433336" y="134715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1"/>
          <p:cNvCxnSpPr/>
          <p:nvPr/>
        </p:nvCxnSpPr>
        <p:spPr>
          <a:xfrm>
            <a:off x="925359" y="1008550"/>
            <a:ext cx="0" cy="39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1"/>
          <p:cNvCxnSpPr/>
          <p:nvPr/>
        </p:nvCxnSpPr>
        <p:spPr>
          <a:xfrm>
            <a:off x="3808721" y="1008550"/>
            <a:ext cx="0" cy="39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1"/>
          <p:cNvCxnSpPr/>
          <p:nvPr/>
        </p:nvCxnSpPr>
        <p:spPr>
          <a:xfrm>
            <a:off x="6692082" y="1008550"/>
            <a:ext cx="0" cy="39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1"/>
          <p:cNvSpPr txBox="1"/>
          <p:nvPr/>
        </p:nvSpPr>
        <p:spPr>
          <a:xfrm>
            <a:off x="649875" y="134715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" name="Google Shape;213;p21"/>
          <p:cNvCxnSpPr/>
          <p:nvPr/>
        </p:nvCxnSpPr>
        <p:spPr>
          <a:xfrm>
            <a:off x="2367040" y="1018119"/>
            <a:ext cx="0" cy="39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5250401" y="1018108"/>
            <a:ext cx="0" cy="39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83373" y="2129822"/>
            <a:ext cx="985976" cy="9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483373" y="3038024"/>
            <a:ext cx="1114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431076" y="1994850"/>
            <a:ext cx="2156524" cy="75371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1617175" y="2056950"/>
            <a:ext cx="1943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converted 0.12 and 0.36 into fractions. You can see the middle easily.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326450" y="3302625"/>
            <a:ext cx="2682476" cy="9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1582525" y="3316775"/>
            <a:ext cx="24264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0.36 with 0.12, then hal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answer. Then find the fraction of the decimal.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563" y="3487550"/>
            <a:ext cx="551585" cy="104150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68000" y="4515975"/>
            <a:ext cx="12621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13300" y="5826225"/>
            <a:ext cx="8241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81568" y="5027272"/>
            <a:ext cx="687557" cy="792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252150" y="4916775"/>
            <a:ext cx="3607148" cy="10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1582525" y="5075100"/>
            <a:ext cx="32259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difference between 0.36 and 0.12, then hal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it and add it to 0.12. Convert this to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" name="Google Shape;227;p21"/>
          <p:cNvCxnSpPr/>
          <p:nvPr/>
        </p:nvCxnSpPr>
        <p:spPr>
          <a:xfrm>
            <a:off x="474757" y="63718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28" name="Google Shape;228;p21"/>
          <p:cNvGraphicFramePr/>
          <p:nvPr/>
        </p:nvGraphicFramePr>
        <p:xfrm>
          <a:off x="468000" y="714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{4970C8FE-B8DF-4D8A-88B6-58ED96723ECB}</a:tableStyleId>
              </a:tblPr>
              <a:tblGrid>
                <a:gridCol w="1926000"/>
                <a:gridCol w="1926000"/>
                <a:gridCol w="1926000"/>
              </a:tblGrid>
              <a:tr h="41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Mixed number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0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3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3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8.288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3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9" name="Google Shape;229;p21"/>
          <p:cNvSpPr txBox="1"/>
          <p:nvPr/>
        </p:nvSpPr>
        <p:spPr>
          <a:xfrm>
            <a:off x="468000" y="64675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Fractions greater than 1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68000" y="6785475"/>
            <a:ext cx="66240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Convert the following decimals into mixed numbers and improper fractions.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236" name="Google Shape;236;p2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3">
            <a:alphaModFix/>
          </a:blip>
          <a:srcRect b="67714" l="51155" r="0" t="0"/>
          <a:stretch/>
        </p:blipFill>
        <p:spPr>
          <a:xfrm>
            <a:off x="1595621" y="4165050"/>
            <a:ext cx="877425" cy="49946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Converting terminating decimals to fractions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2259331" y="4418042"/>
            <a:ext cx="132900" cy="16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468000" y="1832400"/>
            <a:ext cx="80802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mixed number equivalent to: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3.141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3.1415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3.141592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1776550" y="754675"/>
            <a:ext cx="4002600" cy="580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468000" y="720000"/>
            <a:ext cx="14250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1933950" y="720000"/>
            <a:ext cx="37428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𝝅 is a special symbol and represents the non-terminating decimal 3.141592654…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468000" y="1490700"/>
            <a:ext cx="66240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is no fractional equivalent  to the exact value of 𝝅.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4" name="Google Shape;244;p22"/>
          <p:cNvCxnSpPr/>
          <p:nvPr/>
        </p:nvCxnSpPr>
        <p:spPr>
          <a:xfrm>
            <a:off x="474757" y="33581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22"/>
          <p:cNvSpPr txBox="1"/>
          <p:nvPr/>
        </p:nvSpPr>
        <p:spPr>
          <a:xfrm>
            <a:off x="468000" y="34252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Writing the denominator in exponential form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68000" y="376247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power of the exponent.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492259" y="4717644"/>
            <a:ext cx="14796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514008" y="5280262"/>
            <a:ext cx="1375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249" name="Google Shape;249;p2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3">
            <a:alphaModFix/>
          </a:blip>
          <a:srcRect b="0" l="0" r="47440" t="0"/>
          <a:stretch/>
        </p:blipFill>
        <p:spPr>
          <a:xfrm>
            <a:off x="784825" y="4165050"/>
            <a:ext cx="944150" cy="15470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250" name="Google Shape;250;p2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3">
            <a:alphaModFix/>
          </a:blip>
          <a:srcRect b="33857" l="54974" r="-3819" t="33857"/>
          <a:stretch/>
        </p:blipFill>
        <p:spPr>
          <a:xfrm>
            <a:off x="1728975" y="4688827"/>
            <a:ext cx="877425" cy="499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251" name="Google Shape;251;p2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3">
            <a:alphaModFix/>
          </a:blip>
          <a:srcRect b="-3636" l="51945" r="10311" t="68399"/>
          <a:stretch/>
        </p:blipFill>
        <p:spPr>
          <a:xfrm>
            <a:off x="1695332" y="5212620"/>
            <a:ext cx="678003" cy="54512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468000" y="4158717"/>
            <a:ext cx="14796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456522" y="5995250"/>
            <a:ext cx="6635400" cy="24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following decimals as a fraction where the denominator is in exponential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254" name="Google Shape;254;p22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4">
            <a:alphaModFix/>
          </a:blip>
          <a:srcRect b="0" l="0" r="47946" t="0"/>
          <a:stretch/>
        </p:blipFill>
        <p:spPr>
          <a:xfrm>
            <a:off x="772937" y="6536200"/>
            <a:ext cx="823996" cy="16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452175" y="6543150"/>
            <a:ext cx="1215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2059747" y="5491708"/>
            <a:ext cx="132900" cy="16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2422029" y="4951442"/>
            <a:ext cx="132900" cy="16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1393300" y="7215400"/>
            <a:ext cx="363600" cy="341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5" name="Google Shape;265;p2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terminating decimals to fractions</a:t>
            </a:r>
            <a:endParaRPr/>
          </a:p>
        </p:txBody>
      </p:sp>
      <p:sp>
        <p:nvSpPr>
          <p:cNvPr id="266" name="Google Shape;266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268" name="Google Shape;268;p23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-4224" l="-3573" r="0" t="74618"/>
          <a:stretch/>
        </p:blipFill>
        <p:spPr>
          <a:xfrm>
            <a:off x="4140501" y="2562885"/>
            <a:ext cx="2874513" cy="57967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468000" y="72000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3705900" y="1090025"/>
            <a:ext cx="5787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468000" y="2622008"/>
            <a:ext cx="1368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3705900" y="2622000"/>
            <a:ext cx="652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273" name="Google Shape;273;p23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75029" l="0" r="12503" t="0"/>
          <a:stretch/>
        </p:blipFill>
        <p:spPr>
          <a:xfrm>
            <a:off x="913035" y="1148214"/>
            <a:ext cx="2428343" cy="488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274" name="Google Shape;274;p23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51211" l="-1732" r="14235" t="23818"/>
          <a:stretch/>
        </p:blipFill>
        <p:spPr>
          <a:xfrm>
            <a:off x="4071450" y="1094472"/>
            <a:ext cx="2428343" cy="488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275" name="Google Shape;275;p23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22329" l="-2960" r="9555" t="48063"/>
          <a:stretch/>
        </p:blipFill>
        <p:spPr>
          <a:xfrm>
            <a:off x="830978" y="2562875"/>
            <a:ext cx="2592452" cy="579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23"/>
          <p:cNvGrpSpPr/>
          <p:nvPr/>
        </p:nvGrpSpPr>
        <p:grpSpPr>
          <a:xfrm>
            <a:off x="856505" y="1148303"/>
            <a:ext cx="2351563" cy="352228"/>
            <a:chOff x="939225" y="1604650"/>
            <a:chExt cx="3000974" cy="449500"/>
          </a:xfrm>
        </p:grpSpPr>
        <p:sp>
          <p:nvSpPr>
            <p:cNvPr id="277" name="Google Shape;277;p23"/>
            <p:cNvSpPr/>
            <p:nvPr/>
          </p:nvSpPr>
          <p:spPr>
            <a:xfrm>
              <a:off x="3735150" y="1885550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" name="Google Shape;278;p23"/>
            <p:cNvSpPr/>
            <p:nvPr/>
          </p:nvSpPr>
          <p:spPr>
            <a:xfrm>
              <a:off x="3807299" y="1604650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3"/>
            <p:cNvSpPr/>
            <p:nvPr/>
          </p:nvSpPr>
          <p:spPr>
            <a:xfrm>
              <a:off x="2654000" y="1604650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3"/>
            <p:cNvSpPr/>
            <p:nvPr/>
          </p:nvSpPr>
          <p:spPr>
            <a:xfrm>
              <a:off x="939225" y="1659454"/>
              <a:ext cx="221100" cy="28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3"/>
          <p:cNvGrpSpPr/>
          <p:nvPr/>
        </p:nvGrpSpPr>
        <p:grpSpPr>
          <a:xfrm>
            <a:off x="4106701" y="1187640"/>
            <a:ext cx="2309595" cy="312891"/>
            <a:chOff x="5087000" y="1654850"/>
            <a:chExt cx="2947415" cy="399300"/>
          </a:xfrm>
        </p:grpSpPr>
        <p:sp>
          <p:nvSpPr>
            <p:cNvPr id="282" name="Google Shape;282;p23"/>
            <p:cNvSpPr/>
            <p:nvPr/>
          </p:nvSpPr>
          <p:spPr>
            <a:xfrm>
              <a:off x="5087000" y="1654850"/>
              <a:ext cx="176400" cy="28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5347100" y="1654850"/>
              <a:ext cx="176400" cy="28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7901515" y="1885550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3"/>
          <p:cNvGrpSpPr/>
          <p:nvPr/>
        </p:nvGrpSpPr>
        <p:grpSpPr>
          <a:xfrm>
            <a:off x="1727731" y="2661528"/>
            <a:ext cx="1625671" cy="359109"/>
            <a:chOff x="2051050" y="3535769"/>
            <a:chExt cx="2074619" cy="458281"/>
          </a:xfrm>
        </p:grpSpPr>
        <p:sp>
          <p:nvSpPr>
            <p:cNvPr id="286" name="Google Shape;286;p23"/>
            <p:cNvSpPr/>
            <p:nvPr/>
          </p:nvSpPr>
          <p:spPr>
            <a:xfrm>
              <a:off x="2127250" y="3535769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" name="Google Shape;287;p23"/>
            <p:cNvSpPr/>
            <p:nvPr/>
          </p:nvSpPr>
          <p:spPr>
            <a:xfrm>
              <a:off x="2051050" y="3825450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" name="Google Shape;288;p23"/>
            <p:cNvSpPr/>
            <p:nvPr/>
          </p:nvSpPr>
          <p:spPr>
            <a:xfrm>
              <a:off x="2211614" y="3825450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" name="Google Shape;289;p23"/>
            <p:cNvSpPr/>
            <p:nvPr/>
          </p:nvSpPr>
          <p:spPr>
            <a:xfrm>
              <a:off x="3992769" y="3795119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" name="Google Shape;290;p23"/>
          <p:cNvGrpSpPr/>
          <p:nvPr/>
        </p:nvGrpSpPr>
        <p:grpSpPr>
          <a:xfrm>
            <a:off x="4234780" y="2649680"/>
            <a:ext cx="2781888" cy="354184"/>
            <a:chOff x="5250450" y="3520650"/>
            <a:chExt cx="3550138" cy="451996"/>
          </a:xfrm>
        </p:grpSpPr>
        <p:sp>
          <p:nvSpPr>
            <p:cNvPr id="291" name="Google Shape;291;p23"/>
            <p:cNvSpPr/>
            <p:nvPr/>
          </p:nvSpPr>
          <p:spPr>
            <a:xfrm>
              <a:off x="5250450" y="3568350"/>
              <a:ext cx="176400" cy="28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5500821" y="3568350"/>
              <a:ext cx="176400" cy="28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5663521" y="3568350"/>
              <a:ext cx="176400" cy="28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" name="Google Shape;294;p23"/>
            <p:cNvSpPr/>
            <p:nvPr/>
          </p:nvSpPr>
          <p:spPr>
            <a:xfrm>
              <a:off x="5839921" y="3568350"/>
              <a:ext cx="176400" cy="28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7443137" y="3520650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7579484" y="3526001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7711764" y="3526001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8384293" y="3526001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" name="Google Shape;299;p23"/>
            <p:cNvSpPr/>
            <p:nvPr/>
          </p:nvSpPr>
          <p:spPr>
            <a:xfrm>
              <a:off x="8520639" y="3526001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" name="Google Shape;300;p23"/>
            <p:cNvSpPr/>
            <p:nvPr/>
          </p:nvSpPr>
          <p:spPr>
            <a:xfrm>
              <a:off x="8652919" y="3526001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" name="Google Shape;301;p23"/>
            <p:cNvSpPr/>
            <p:nvPr/>
          </p:nvSpPr>
          <p:spPr>
            <a:xfrm>
              <a:off x="8667688" y="3804046"/>
              <a:ext cx="132900" cy="16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2" name="Google Shape;302;p23"/>
          <p:cNvSpPr txBox="1"/>
          <p:nvPr/>
        </p:nvSpPr>
        <p:spPr>
          <a:xfrm>
            <a:off x="468000" y="1089292"/>
            <a:ext cx="1473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