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fractions and decimals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22000"/>
            <a:ext cx="498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 Ordering positive and negative decimals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82691" y="1826100"/>
            <a:ext cx="66093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in order from the smallest to the largest.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(−35.075), 37.05, 35.705, (−37.505), (−30.705), 35.057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(−37.505), (−35.075), (−30.705), 35.057, 35.705, 37.05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82694" y="3534460"/>
            <a:ext cx="66093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(−356.9), 354.6, 305.6, (−306.5), (−35.096), 369.5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(−356.9), (−306.5), (−35.096), 305.6, 354.6, 369.5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7900" y="4751200"/>
            <a:ext cx="66093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(−0.203), 2.003, 0.032, (−3.002), (−0.0023), 0.0302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(−3.002), (−0.203), (−0.0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023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), 0.0302, 0.032, 2.003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>
            <a:off x="467307" y="56205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0"/>
          <p:cNvCxnSpPr/>
          <p:nvPr/>
        </p:nvCxnSpPr>
        <p:spPr>
          <a:xfrm>
            <a:off x="467307" y="83362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 \ \left(-\frac{3}{4}\right),\ \left(-\frac{7}{10}\right),\ \left(-\frac{3}{5}\right),\ \left(-\frac{11}{20}\right)&quot;&gt;&lt;mtext&gt;&lt;/mtext&gt;&lt;mtext&gt;&lt;/mtext&gt;&lt;mrow data-mjx-texclass=&quot;INNER&quot;&gt;&lt;mo data-mjx-texclass=&quot;OPEN&quot;&gt;(&lt;/mo&gt;&lt;mo&gt;−&lt;/mo&gt;&lt;mfrac&gt;&lt;mn&gt;3&lt;/mn&gt;&lt;mn&gt;4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7&lt;/mn&gt;&lt;mn&gt;10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3&lt;/mn&gt;&lt;mn&gt;5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11&lt;/mn&gt;&lt;mn&gt;20&lt;/mn&gt;&lt;/mfrac&gt;&lt;mo data-mjx-texclass=&quot;CLOSE&quot;&gt;)&lt;/mo&gt;&lt;/mrow&gt;&lt;/math&gt;" id="179" name="Google Shape;179;p20" title="negative three fourths comma negative seven tenths comma negative three fifths comma open paren negative 11 over 20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752" y="6584273"/>
            <a:ext cx="2726246" cy="3410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5}{6}\right),\ \left(-\frac{3}{5}\right),\ \left(-\frac{1}{2}\right),\ \left(-\frac{7}{15}\right)\ &quot;&gt;&lt;mrow data-mjx-texclass=&quot;INNER&quot;&gt;&lt;mo data-mjx-texclass=&quot;OPEN&quot;&gt;(&lt;/mo&gt;&lt;mo&gt;−&lt;/mo&gt;&lt;mfrac&gt;&lt;mn&gt;5&lt;/mn&gt;&lt;mn&gt;6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3&lt;/mn&gt;&lt;mn&gt;5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1&lt;/mn&gt;&lt;mn&gt;2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7&lt;/mn&gt;&lt;mn&gt;15&lt;/mn&gt;&lt;/mfrac&gt;&lt;mo data-mjx-texclass=&quot;CLOSE&quot;&gt;)&lt;/mo&gt;&lt;/mrow&gt;&lt;mtext&gt;&lt;/mtext&gt;&lt;/math&gt;" id="180" name="Google Shape;180;p20" title="negative five sixths comma negative three fifths comma negative one half comma open paren negative 7 over 15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750" y="7154913"/>
            <a:ext cx="2726244" cy="352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3}{10}\right),\ \left(-\frac{1}{5}\right),\ \left(-\frac{4}{25}\right),\ \left(-\frac{7}{50}\right)\ &quot;&gt;&lt;mrow data-mjx-texclass=&quot;INNER&quot;&gt;&lt;mo data-mjx-texclass=&quot;OPEN&quot;&gt;(&lt;/mo&gt;&lt;mo&gt;−&lt;/mo&gt;&lt;mfrac&gt;&lt;mn&gt;3&lt;/mn&gt;&lt;mn&gt;10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1&lt;/mn&gt;&lt;mn&gt;5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4&lt;/mn&gt;&lt;mn&gt;25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7&lt;/mn&gt;&lt;mn&gt;50&lt;/mn&gt;&lt;/mfrac&gt;&lt;mo data-mjx-texclass=&quot;CLOSE&quot;&gt;)&lt;/mo&gt;&lt;/mrow&gt;&lt;mtext&gt;&lt;/mtext&gt;&lt;/math&gt;" id="181" name="Google Shape;181;p20" title="negative three tenths comma negative one fifth comma open paren negative 4 over 25 close paren comma open paren negative 7 over 50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3752" y="7736713"/>
            <a:ext cx="2726247" cy="33059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468000" y="5837988"/>
            <a:ext cx="498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Ordering positive and negative fractions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76400" y="6245700"/>
            <a:ext cx="66240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in order from smallest to largest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76400" y="6702900"/>
            <a:ext cx="66240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76400" y="7236300"/>
            <a:ext cx="66240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76400" y="7769700"/>
            <a:ext cx="66240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2" name="Google Shape;192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fractions and decimals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-1\frac{7}{10}\right),\ \left(-1.5\right),\ \left(-1.405\right),\ \left(-1\frac{2}{5}\right),\ 1.74,\ 1\frac{3}{4}\ &quot;&gt;&lt;mrow data-mjx-texclass=&quot;INNER&quot;&gt;&lt;mo data-mjx-texclass=&quot;OPEN&quot;&gt;(&lt;/mo&gt;&lt;mo&gt;−&lt;/mo&gt;&lt;mn&gt;1&lt;/mn&gt;&lt;mfrac&gt;&lt;mn&gt;7&lt;/mn&gt;&lt;mn&gt;10&lt;/mn&gt;&lt;/mfrac&gt;&lt;mo data-mjx-texclass=&quot;CLOSE&quot;&gt;)&lt;/mo&gt;&lt;/mrow&gt;&lt;mo&gt;,&lt;/mo&gt;&lt;mtext&gt;&lt;/mtext&gt;&lt;mrow data-mjx-texclass=&quot;INNER&quot;&gt;&lt;mo data-mjx-texclass=&quot;OPEN&quot;&gt;(&lt;/mo&gt;&lt;mo&gt;−&lt;/mo&gt;&lt;mn&gt;1.5&lt;/mn&gt;&lt;mo data-mjx-texclass=&quot;CLOSE&quot;&gt;)&lt;/mo&gt;&lt;/mrow&gt;&lt;mo&gt;,&lt;/mo&gt;&lt;mtext&gt;&lt;/mtext&gt;&lt;mrow data-mjx-texclass=&quot;INNER&quot;&gt;&lt;mo data-mjx-texclass=&quot;OPEN&quot;&gt;(&lt;/mo&gt;&lt;mo&gt;−&lt;/mo&gt;&lt;mn&gt;1.405&lt;/mn&gt;&lt;mo data-mjx-texclass=&quot;CLOSE&quot;&gt;)&lt;/mo&gt;&lt;/mrow&gt;&lt;mo&gt;,&lt;/mo&gt;&lt;mtext&gt;&lt;/mtext&gt;&lt;mrow data-mjx-texclass=&quot;INNER&quot;&gt;&lt;mo data-mjx-texclass=&quot;OPEN&quot;&gt;(&lt;/mo&gt;&lt;mo&gt;−&lt;/mo&gt;&lt;mn&gt;1&lt;/mn&gt;&lt;mfrac&gt;&lt;mn&gt;2&lt;/mn&gt;&lt;mn&gt;5&lt;/mn&gt;&lt;/mfrac&gt;&lt;mo data-mjx-texclass=&quot;CLOSE&quot;&gt;)&lt;/mo&gt;&lt;/mrow&gt;&lt;mo&gt;,&lt;/mo&gt;&lt;mtext&gt;&lt;/mtext&gt;&lt;mn&gt;1.74&lt;/mn&gt;&lt;mo&gt;,&lt;/mo&gt;&lt;mtext&gt;&lt;/mtext&gt;&lt;mn&gt;1&lt;/mn&gt;&lt;mfrac&gt;&lt;mn&gt;3&lt;/mn&gt;&lt;mn&gt;4&lt;/mn&gt;&lt;/mfrac&gt;&lt;mtext&gt;&lt;/mtext&gt;&lt;/math&gt;" id="195" name="Google Shape;195;p21" title="open paren negative 1 and seven tenths close paren comma negative 1.5 comma negative 1.405 comma open paren negative 1 and two fifths close paren comma 1.74 comma 1 and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726" y="1366850"/>
            <a:ext cx="3017321" cy="3540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9}{50}\right),\ \left(-\frac{3}{8}\right),\ \left(-0.371\right),\ \left(-0.37\right),\ \frac{6}{25},\ \frac{7}{20},\ 0.38&quot;&gt;&lt;mrow data-mjx-texclass=&quot;INNER&quot;&gt;&lt;mo data-mjx-texclass=&quot;OPEN&quot;&gt;(&lt;/mo&gt;&lt;mo&gt;−&lt;/mo&gt;&lt;mfrac&gt;&lt;mn&gt;19&lt;/mn&gt;&lt;mn&gt;50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3&lt;/mn&gt;&lt;mn&gt;8&lt;/mn&gt;&lt;/mfrac&gt;&lt;mo data-mjx-texclass=&quot;CLOSE&quot;&gt;)&lt;/mo&gt;&lt;/mrow&gt;&lt;mo&gt;,&lt;/mo&gt;&lt;mtext&gt;&lt;/mtext&gt;&lt;mrow data-mjx-texclass=&quot;INNER&quot;&gt;&lt;mo data-mjx-texclass=&quot;OPEN&quot;&gt;(&lt;/mo&gt;&lt;mo&gt;−&lt;/mo&gt;&lt;mn&gt;0.371&lt;/mn&gt;&lt;mo data-mjx-texclass=&quot;CLOSE&quot;&gt;)&lt;/mo&gt;&lt;/mrow&gt;&lt;mo&gt;,&lt;/mo&gt;&lt;mtext&gt;&lt;/mtext&gt;&lt;mrow data-mjx-texclass=&quot;INNER&quot;&gt;&lt;mo data-mjx-texclass=&quot;OPEN&quot;&gt;(&lt;/mo&gt;&lt;mo&gt;−&lt;/mo&gt;&lt;mn&gt;0.37&lt;/mn&gt;&lt;mo data-mjx-texclass=&quot;CLOSE&quot;&gt;)&lt;/mo&gt;&lt;/mrow&gt;&lt;mo&gt;,&lt;/mo&gt;&lt;mtext&gt;&lt;/mtext&gt;&lt;mfrac&gt;&lt;mn&gt;6&lt;/mn&gt;&lt;mn&gt;25&lt;/mn&gt;&lt;/mfrac&gt;&lt;mo&gt;,&lt;/mo&gt;&lt;mtext&gt;&lt;/mtext&gt;&lt;mfrac&gt;&lt;mn&gt;7&lt;/mn&gt;&lt;mn&gt;20&lt;/mn&gt;&lt;/mfrac&gt;&lt;mo&gt;,&lt;/mo&gt;&lt;mtext&gt;&lt;/mtext&gt;&lt;mn&gt;0.38&lt;/mn&gt;&lt;/math&gt;" id="196" name="Google Shape;196;p21" title="open paren negative 19 over 50 close paren comma negative three eighths comma negative 0.371 comma negative 0.37 comma 6 over 25 comma 7 over 20 comma 0.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731" y="2535494"/>
            <a:ext cx="3245652" cy="354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0.375\right),\ \left(-\frac{11}{32}\right),\ \left(-\frac{21}{64}\right)0.125,\ \frac{3}{16},\frac{1}{4}&quot;&gt;&lt;mrow data-mjx-texclass=&quot;INNER&quot;&gt;&lt;mo data-mjx-texclass=&quot;OPEN&quot;&gt;(&lt;/mo&gt;&lt;mo&gt;−&lt;/mo&gt;&lt;mn&gt;0.375&lt;/mn&gt;&lt;mo data-mjx-texclass=&quot;CLOSE&quot;&gt;)&lt;/mo&gt;&lt;/mrow&gt;&lt;mo&gt;,&lt;/mo&gt;&lt;mtext&gt;&lt;/mtext&gt;&lt;mrow data-mjx-texclass=&quot;INNER&quot;&gt;&lt;mo data-mjx-texclass=&quot;OPEN&quot;&gt;(&lt;/mo&gt;&lt;mo&gt;−&lt;/mo&gt;&lt;mfrac&gt;&lt;mn&gt;11&lt;/mn&gt;&lt;mn&gt;32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21&lt;/mn&gt;&lt;mn&gt;64&lt;/mn&gt;&lt;/mfrac&gt;&lt;mo data-mjx-texclass=&quot;CLOSE&quot;&gt;)&lt;/mo&gt;&lt;/mrow&gt;&lt;mn&gt;0.125&lt;/mn&gt;&lt;mo&gt;,&lt;/mo&gt;&lt;mtext&gt;&lt;/mtext&gt;&lt;mfrac&gt;&lt;mn&gt;3&lt;/mn&gt;&lt;mn&gt;16&lt;/mn&gt;&lt;/mfrac&gt;&lt;mo&gt;,&lt;/mo&gt;&lt;mfrac&gt;&lt;mn&gt;1&lt;/mn&gt;&lt;mn&gt;4&lt;/mn&gt;&lt;/mfrac&gt;&lt;/math&gt;" id="197" name="Google Shape;197;p21" title="negative 0.375 comma open paren negative 11 over 32 close paren comma open paren negative 21 over 64 close paren times 0.125 comma 3 over 16 comma one four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1734" y="1874975"/>
            <a:ext cx="2606892" cy="3541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21"/>
          <p:cNvCxnSpPr/>
          <p:nvPr/>
        </p:nvCxnSpPr>
        <p:spPr>
          <a:xfrm>
            <a:off x="478957" y="37766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21"/>
          <p:cNvSpPr txBox="1"/>
          <p:nvPr/>
        </p:nvSpPr>
        <p:spPr>
          <a:xfrm>
            <a:off x="476400" y="1064100"/>
            <a:ext cx="6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in order from smallest to largest.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68000" y="660000"/>
            <a:ext cx="592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 Order positive and negative decimals and fractions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76400" y="1445100"/>
            <a:ext cx="66240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76400" y="1978500"/>
            <a:ext cx="66240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76400" y="2511900"/>
            <a:ext cx="66240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