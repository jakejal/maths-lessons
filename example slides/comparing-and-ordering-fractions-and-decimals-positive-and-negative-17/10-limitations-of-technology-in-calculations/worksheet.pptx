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05500" y="143515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Correct inputs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50100"/>
            <a:ext cx="66240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 the correct and/or accurate calculation on the calculator display for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649" y="2184460"/>
            <a:ext cx="1824045" cy="840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4712" y="2184456"/>
            <a:ext cx="1917932" cy="840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5899" y="23697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square of negative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5899" y="33550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0.3333… + 0.3333…. + 0.3333…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5899" y="4340325"/>
            <a:ext cx="2954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5 multiplied by ¾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6201" y="3256503"/>
            <a:ext cx="1716318" cy="77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3916" y="3259153"/>
            <a:ext cx="1745400" cy="772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1864" y="4127945"/>
            <a:ext cx="1665016" cy="74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14105" y="4111421"/>
            <a:ext cx="1665016" cy="7730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20"/>
          <p:cNvGrpSpPr/>
          <p:nvPr/>
        </p:nvGrpSpPr>
        <p:grpSpPr>
          <a:xfrm>
            <a:off x="2167088" y="5635413"/>
            <a:ext cx="3225813" cy="1206650"/>
            <a:chOff x="3429388" y="1541925"/>
            <a:chExt cx="3225813" cy="1206650"/>
          </a:xfrm>
        </p:grpSpPr>
        <p:pic>
          <p:nvPicPr>
            <p:cNvPr id="175" name="Google Shape;175;p20"/>
            <p:cNvPicPr preferRelativeResize="0"/>
            <p:nvPr/>
          </p:nvPicPr>
          <p:blipFill rotWithShape="1">
            <a:blip r:embed="rId9">
              <a:alphaModFix/>
            </a:blip>
            <a:srcRect b="0" l="0" r="0" t="39320"/>
            <a:stretch/>
          </p:blipFill>
          <p:spPr>
            <a:xfrm>
              <a:off x="3429388" y="1571425"/>
              <a:ext cx="2026924" cy="117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0"/>
            <p:cNvSpPr/>
            <p:nvPr/>
          </p:nvSpPr>
          <p:spPr>
            <a:xfrm>
              <a:off x="5400200" y="1541925"/>
              <a:ext cx="1255000" cy="713050"/>
            </a:xfrm>
            <a:prstGeom prst="flowChartDecision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£13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7" name="Google Shape;177;p20"/>
            <p:cNvCxnSpPr>
              <a:stCxn id="176" idx="1"/>
            </p:cNvCxnSpPr>
            <p:nvPr/>
          </p:nvCxnSpPr>
          <p:spPr>
            <a:xfrm flipH="1">
              <a:off x="5210000" y="1898450"/>
              <a:ext cx="190200" cy="4992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" name="Google Shape;178;p20"/>
          <p:cNvSpPr txBox="1"/>
          <p:nvPr/>
        </p:nvSpPr>
        <p:spPr>
          <a:xfrm>
            <a:off x="478781" y="7026850"/>
            <a:ext cx="661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student pays the cake shop manager £4.33 each.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8781" y="7560250"/>
            <a:ext cx="6611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the cake shop manager is not going to give them the cake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81950" y="533292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Jun and Jacob want to buy a cake and divide the amount equally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technology in calculations</a:t>
            </a:r>
            <a:endParaRPr/>
          </a:p>
        </p:txBody>
      </p:sp>
      <p:sp>
        <p:nvSpPr>
          <p:cNvPr id="188" name="Google Shape;18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3100" y="69441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calculator displays this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Calculator display and limitations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057200"/>
            <a:ext cx="6624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if the statement is true or false when using the scientific calculator Casio Classwiz fx 991.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5673850"/>
            <a:ext cx="60414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fractional form of 0.346774?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simplified fractional form of 0.346774?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175" y="4631260"/>
            <a:ext cx="2009654" cy="8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8000" y="405732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has discovered a way to find the fractional form to a decimal when the calculator does not do it automatically.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0.0539562635&quot;&gt;&lt;mn&gt;0.0539562635&lt;/mn&gt;&lt;/math&gt;" id="196" name="Google Shape;196;p21" title="0.05395626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9975" y="7041052"/>
            <a:ext cx="1255765" cy="1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473100" y="7313450"/>
            <a:ext cx="6588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three examples, in decimal form, of what this number could be if it were a recurring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3100" y="7999245"/>
            <a:ext cx="658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an example of a fraction it could be if it were a terminating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825" y="1571001"/>
            <a:ext cx="6624000" cy="223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