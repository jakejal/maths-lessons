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11" Type="http://schemas.openxmlformats.org/officeDocument/2006/relationships/image" Target="../media/image21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43515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Correct inputs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0100"/>
            <a:ext cx="66240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 the correct and/or accurate calculation on the calculator display for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649" y="2184460"/>
            <a:ext cx="1824045" cy="840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4712" y="2184456"/>
            <a:ext cx="1917932" cy="84036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5899" y="2369725"/>
            <a:ext cx="295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square of negative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5899" y="3355025"/>
            <a:ext cx="295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0.3333… + 0.3333…. + 0.3333…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5899" y="4340325"/>
            <a:ext cx="295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multiplied by ¾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6201" y="3256503"/>
            <a:ext cx="1716318" cy="77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3916" y="3259153"/>
            <a:ext cx="1745400" cy="772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1864" y="4127945"/>
            <a:ext cx="1665016" cy="740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4105" y="4111421"/>
            <a:ext cx="1665016" cy="77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4767196" y="1989933"/>
            <a:ext cx="2083500" cy="1168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734625" y="3041809"/>
            <a:ext cx="1824000" cy="1052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932385" y="4051990"/>
            <a:ext cx="1824000" cy="912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2167088" y="5635413"/>
            <a:ext cx="3225813" cy="1206650"/>
            <a:chOff x="3429388" y="1541925"/>
            <a:chExt cx="3225813" cy="1206650"/>
          </a:xfrm>
        </p:grpSpPr>
        <p:pic>
          <p:nvPicPr>
            <p:cNvPr id="188" name="Google Shape;188;p20"/>
            <p:cNvPicPr preferRelativeResize="0"/>
            <p:nvPr/>
          </p:nvPicPr>
          <p:blipFill rotWithShape="1">
            <a:blip r:embed="rId9">
              <a:alphaModFix/>
            </a:blip>
            <a:srcRect b="0" l="0" r="0" t="39320"/>
            <a:stretch/>
          </p:blipFill>
          <p:spPr>
            <a:xfrm>
              <a:off x="3429388" y="1571425"/>
              <a:ext cx="2026924" cy="117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/>
            <p:nvPr/>
          </p:nvSpPr>
          <p:spPr>
            <a:xfrm>
              <a:off x="5400200" y="1541925"/>
              <a:ext cx="1255000" cy="713050"/>
            </a:xfrm>
            <a:prstGeom prst="flowChartDecision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£13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0" name="Google Shape;190;p20"/>
            <p:cNvCxnSpPr>
              <a:stCxn id="189" idx="1"/>
            </p:cNvCxnSpPr>
            <p:nvPr/>
          </p:nvCxnSpPr>
          <p:spPr>
            <a:xfrm flipH="1">
              <a:off x="5210000" y="1898450"/>
              <a:ext cx="190200" cy="49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1" name="Google Shape;191;p20"/>
          <p:cNvSpPr txBox="1"/>
          <p:nvPr/>
        </p:nvSpPr>
        <p:spPr>
          <a:xfrm>
            <a:off x="478781" y="7026850"/>
            <a:ext cx="661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student pays the cake shop manager £4.33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8781" y="7560250"/>
            <a:ext cx="661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the cake shop manager is not going to give them the cake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5900" y="7983950"/>
            <a:ext cx="643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lots of £4.33 does not sum to £13.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have not paid the full price. They are 1p short.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81950" y="533292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Jun and Jacob want to buy a cake and divide the amount equally between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25" y="1571001"/>
            <a:ext cx="6624000" cy="223757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73100" y="69441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calculator displays this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Calculator display and limitations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675" y="2117450"/>
            <a:ext cx="285852" cy="30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675" y="2559645"/>
            <a:ext cx="285852" cy="30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525" y="3027711"/>
            <a:ext cx="285852" cy="30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525" y="3469640"/>
            <a:ext cx="285852" cy="302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468000" y="1057200"/>
            <a:ext cx="6624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if the statement is true or false when using the scientific calculator Casio Classwiz fx 991.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5673850"/>
            <a:ext cx="60414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fractional form of 0.346774?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simplified fractional form of 0.346774?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5175" y="4631260"/>
            <a:ext cx="2009654" cy="88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5438" y="5558300"/>
            <a:ext cx="1300029" cy="60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5437" y="6208401"/>
            <a:ext cx="1300029" cy="590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468000" y="405732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has discovered a way to find the fractional form to a decimal when the calculator does not do it automatically.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0.0539562635&quot;&gt;&lt;mn&gt;0.0539562635&lt;/mn&gt;&lt;/math&gt;" id="217" name="Google Shape;217;p21" title="0.05395626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69975" y="7041052"/>
            <a:ext cx="1255765" cy="1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3761285" y="8545950"/>
            <a:ext cx="333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b) It could be this terminating decimal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73100" y="7313450"/>
            <a:ext cx="6588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three examples, in decimal form, of what this number could be if it were a recurring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8545950"/>
            <a:ext cx="335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Some examples of 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non-terminating decimal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0539562634888888...\end{array}&quot;&gt;&lt;mtable columnalign=&quot;left&quot; columnspacing=&quot;1em&quot; rowspacing=&quot;4pt&quot;&gt;&lt;mtr&gt;&lt;mtd&gt;&lt;mn&gt;0.0539562634888888&lt;/mn&gt;&lt;mo&gt;.&lt;/mo&gt;&lt;mo&gt;.&lt;/mo&gt;&lt;mo&gt;.&lt;/mo&gt;&lt;/mtd&gt;&lt;/mtr&gt;&lt;/mtable&gt;&lt;/math&gt;" id="221" name="Google Shape;221;p21" title="1 lines Line 1: 0.0539562634888888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0272" y="9367328"/>
            <a:ext cx="2481606" cy="190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53956263477777777...\\&amp;#13;&amp;#10;0.0539562635111111111...\\&amp;#13;&amp;#10;0.0539562635454545454...\end{array}&quot;&gt;&lt;mtable columnalign=&quot;left&quot; columnspacing=&quot;1em&quot; rowspacing=&quot;4pt&quot;&gt;&lt;mtr&gt;&lt;mtd&gt;&lt;mn&gt;0.053956263477777777&lt;/mn&gt;&lt;mo&gt;.&lt;/mo&gt;&lt;mo&gt;.&lt;/mo&gt;&lt;mo&gt;.&lt;/mo&gt;&lt;/mtd&gt;&lt;/mtr&gt;&lt;mtr&gt;&lt;mtd&gt;&lt;mn&gt;0.0539562635111111111&lt;/mn&gt;&lt;mo&gt;.&lt;/mo&gt;&lt;mo&gt;.&lt;/mo&gt;&lt;mo&gt;.&lt;/mo&gt;&lt;/mtd&gt;&lt;/mtr&gt;&lt;mtr&gt;&lt;mtd&gt;&lt;mn&gt;0.0539562635454545454&lt;/mn&gt;&lt;mo&gt;.&lt;/mo&gt;&lt;mo&gt;.&lt;/mo&gt;&lt;mo&gt;.&lt;/mo&gt;&lt;/mtd&gt;&lt;/mtr&gt;&lt;/mtable&gt;&lt;/math&gt;" id="222" name="Google Shape;222;p21" title="3 lines Line 1: 0.053956263477777777 period period period Line 2: 0.0539562635111111111 period period period Line 3: 0.0539562635454545454 period period period"/>
          <p:cNvPicPr preferRelativeResize="0"/>
          <p:nvPr/>
        </p:nvPicPr>
        <p:blipFill rotWithShape="1">
          <a:blip r:embed="rId10">
            <a:alphaModFix/>
          </a:blip>
          <a:srcRect b="0" l="0" r="0" t="72273"/>
          <a:stretch/>
        </p:blipFill>
        <p:spPr>
          <a:xfrm>
            <a:off x="711926" y="9054350"/>
            <a:ext cx="2708080" cy="242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53956263477777777...\\&amp;#13;&amp;#10;0.0539562635111111111...\\&amp;#13;&amp;#10;0.0539562635454545454...\end{array}&quot;&gt;&lt;mtable columnalign=&quot;left&quot; columnspacing=&quot;1em&quot; rowspacing=&quot;4pt&quot;&gt;&lt;mtr&gt;&lt;mtd&gt;&lt;mn&gt;0.053956263477777777&lt;/mn&gt;&lt;mo&gt;.&lt;/mo&gt;&lt;mo&gt;.&lt;/mo&gt;&lt;mo&gt;.&lt;/mo&gt;&lt;/mtd&gt;&lt;/mtr&gt;&lt;mtr&gt;&lt;mtd&gt;&lt;mn&gt;0.0539562635111111111&lt;/mn&gt;&lt;mo&gt;.&lt;/mo&gt;&lt;mo&gt;.&lt;/mo&gt;&lt;mo&gt;.&lt;/mo&gt;&lt;/mtd&gt;&lt;/mtr&gt;&lt;mtr&gt;&lt;mtd&gt;&lt;mn&gt;0.0539562635454545454&lt;/mn&gt;&lt;mo&gt;.&lt;/mo&gt;&lt;mo&gt;.&lt;/mo&gt;&lt;mo&gt;.&lt;/mo&gt;&lt;/mtd&gt;&lt;/mtr&gt;&lt;/mtable&gt;&lt;/math&gt;" id="223" name="Google Shape;223;p21" title="3 lines Line 1: 0.053956263477777777 period period period Line 2: 0.0539562635111111111 period period period Line 3: 0.0539562635454545454 period period period"/>
          <p:cNvPicPr preferRelativeResize="0"/>
          <p:nvPr/>
        </p:nvPicPr>
        <p:blipFill rotWithShape="1">
          <a:blip r:embed="rId10">
            <a:alphaModFix/>
          </a:blip>
          <a:srcRect b="24645" l="-1730" r="1730" t="29993"/>
          <a:stretch/>
        </p:blipFill>
        <p:spPr>
          <a:xfrm>
            <a:off x="673649" y="9548302"/>
            <a:ext cx="2690435" cy="393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39562635}{10\ 000\ 000\ 000}&quot;&gt;&lt;mfrac&gt;&lt;mn&gt;539562635&lt;/mn&gt;&lt;mrow&gt;&lt;mn&gt;10&lt;/mn&gt;&lt;mtext&gt;&lt;/mtext&gt;&lt;mn&gt;000&lt;/mn&gt;&lt;mtext&gt;&lt;/mtext&gt;&lt;mn&gt;000&lt;/mn&gt;&lt;mtext&gt;&lt;/mtext&gt;&lt;mn&gt;000&lt;/mn&gt;&lt;/mrow&gt;&lt;/mfrac&gt;&lt;/math&gt;" id="224" name="Google Shape;224;p21" title="the fraction with numerator 539562635 and denominator 10 000 000 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39350" y="9092650"/>
            <a:ext cx="177955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73100" y="7999245"/>
            <a:ext cx="658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an example of a fraction it could be if it were a terminating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