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09D93F5E-1D4D-4758-BB99-F26C1E07F6EF}">
  <a:tblStyle styleId="{09D93F5E-1D4D-4758-BB99-F26C1E07F6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0" name="Shape 210"/>
        <p:cNvGrpSpPr/>
        <p:nvPr/>
      </p:nvGrpSpPr>
      <p:grpSpPr>
        <a:xfrm>
          <a:off x="0" y="0"/>
          <a:ext cx="0" cy="0"/>
        </a:xfrm>
      </p:grpSpPr>
      <p:sp>
        <p:nvSpPr>
          <p:cNvPr id="211" name="Google Shape;211;g2a0368dd9bd_0_44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a0368dd9bd_0_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8" name="Shape 238"/>
        <p:cNvGrpSpPr/>
        <p:nvPr/>
      </p:nvGrpSpPr>
      <p:grpSpPr>
        <a:xfrm>
          <a:off x="0" y="0"/>
          <a:ext cx="0" cy="0"/>
        </a:xfrm>
      </p:grpSpPr>
      <p:sp>
        <p:nvSpPr>
          <p:cNvPr id="239" name="Google Shape;23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10" Type="http://schemas.openxmlformats.org/officeDocument/2006/relationships/image" Target="../media/image25.png" /><Relationship Id="rId11" Type="http://schemas.openxmlformats.org/officeDocument/2006/relationships/image" Target="../media/image26.png" /><Relationship Id="rId12" Type="http://schemas.openxmlformats.org/officeDocument/2006/relationships/image" Target="../media/image27.png" /><Relationship Id="rId13" Type="http://schemas.openxmlformats.org/officeDocument/2006/relationships/image" Target="../media/image28.png" /><Relationship Id="rId14" Type="http://schemas.openxmlformats.org/officeDocument/2006/relationships/image" Target="../media/image29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image" Target="../media/image22.png" /><Relationship Id="rId8" Type="http://schemas.openxmlformats.org/officeDocument/2006/relationships/image" Target="../media/image23.png" /><Relationship Id="rId9" Type="http://schemas.openxmlformats.org/officeDocument/2006/relationships/image" Target="../media/image24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30.png" /><Relationship Id="rId4" Type="http://schemas.openxmlformats.org/officeDocument/2006/relationships/image" Target="../media/image31.png" /><Relationship Id="rId5" Type="http://schemas.openxmlformats.org/officeDocument/2006/relationships/image" Target="../media/image32.png" /><Relationship Id="rId6" Type="http://schemas.openxmlformats.org/officeDocument/2006/relationships/image" Target="../media/image33.png" /><Relationship Id="rId7" Type="http://schemas.openxmlformats.org/officeDocument/2006/relationships/image" Target="../media/image3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Converting fractions with technology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877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Using a calculator to simplify fractions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74000"/>
            <a:ext cx="6624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your calculator, write the simplified fractions to: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2118725"/>
            <a:ext cx="443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2818256"/>
            <a:ext cx="443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3517788"/>
            <a:ext cx="443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755472" y="2125158"/>
            <a:ext cx="443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755472" y="2824689"/>
            <a:ext cx="443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3755472" y="3524221"/>
            <a:ext cx="443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" name="Google Shape;181;p20"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title="7 lines Line 1: 24 over 40 Line 2: 88 over 120 Line 3: 78 over 1000 Line 4: 2834 over 5000 Line 5: 95 over 90 Line 6: 3 over 3333 Line 7: 88 over 40"/>
          <p:cNvPicPr preferRelativeResize="0"/>
          <p:nvPr/>
        </p:nvPicPr>
        <p:blipFill>
          <a:blip r:embed="rId3">
            <a:alphaModFix/>
          </a:blip>
          <a:srcRect b="86300"/>
          <a:stretch>
            <a:fillRect/>
          </a:stretch>
        </p:blipFill>
        <p:spPr>
          <a:xfrm>
            <a:off x="811737" y="2125156"/>
            <a:ext cx="391456" cy="415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title="7 lines Line 1: 24 over 40 Line 2: 88 over 120 Line 3: 78 over 1000 Line 4: 2834 over 5000 Line 5: 95 over 90 Line 6: 3 over 3333 Line 7: 88 over 40"/>
          <p:cNvPicPr preferRelativeResize="0"/>
          <p:nvPr/>
        </p:nvPicPr>
        <p:blipFill>
          <a:blip r:embed="rId3">
            <a:alphaModFix/>
          </a:blip>
          <a:srcRect t="13309" b="71884"/>
          <a:stretch>
            <a:fillRect/>
          </a:stretch>
        </p:blipFill>
        <p:spPr>
          <a:xfrm>
            <a:off x="4037446" y="2146191"/>
            <a:ext cx="391456" cy="449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title="7 lines Line 1: 24 over 40 Line 2: 88 over 120 Line 3: 78 over 1000 Line 4: 2834 over 5000 Line 5: 95 over 90 Line 6: 3 over 3333 Line 7: 88 over 40"/>
          <p:cNvPicPr preferRelativeResize="0"/>
          <p:nvPr/>
        </p:nvPicPr>
        <p:blipFill>
          <a:blip r:embed="rId3">
            <a:alphaModFix/>
          </a:blip>
          <a:srcRect l="-11349" t="28090" r="-11349" b="58210"/>
          <a:stretch>
            <a:fillRect/>
          </a:stretch>
        </p:blipFill>
        <p:spPr>
          <a:xfrm>
            <a:off x="3993024" y="2851999"/>
            <a:ext cx="480299" cy="415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title="7 lines Line 1: 24 over 40 Line 2: 88 over 120 Line 3: 78 over 1000 Line 4: 2834 over 5000 Line 5: 95 over 90 Line 6: 3 over 3333 Line 7: 88 over 40"/>
          <p:cNvPicPr preferRelativeResize="0"/>
          <p:nvPr/>
        </p:nvPicPr>
        <p:blipFill>
          <a:blip r:embed="rId3">
            <a:alphaModFix/>
          </a:blip>
          <a:srcRect l="-18637" t="43122" r="-45566" b="41209"/>
          <a:stretch>
            <a:fillRect/>
          </a:stretch>
        </p:blipFill>
        <p:spPr>
          <a:xfrm>
            <a:off x="727923" y="3460378"/>
            <a:ext cx="642808" cy="475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title="7 lines Line 1: 24 over 40 Line 2: 88 over 120 Line 3: 78 over 1000 Line 4: 2834 over 5000 Line 5: 95 over 90 Line 6: 3 over 3333 Line 7: 88 over 40"/>
          <p:cNvPicPr preferRelativeResize="0"/>
          <p:nvPr/>
        </p:nvPicPr>
        <p:blipFill>
          <a:blip r:embed="rId3">
            <a:alphaModFix/>
          </a:blip>
          <a:srcRect l="-41559" t="57954" r="-22643" b="26377"/>
          <a:stretch>
            <a:fillRect/>
          </a:stretch>
        </p:blipFill>
        <p:spPr>
          <a:xfrm>
            <a:off x="3911769" y="3524219"/>
            <a:ext cx="642808" cy="475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&lt;math xmlns=&quot;http://www.w3.org/1998/Math/MathML&quot; display=&quot;block&quot; data-is-equatio=&quot;1&quot; data-latex=&quot;=\frac{3}{5}\ \ \ \ \ =\frac{11}{15}&quot;&gt;&lt;mo&gt;=&lt;/mo&gt;&lt;mfrac&gt;&lt;mn&gt;3&lt;/mn&gt;&lt;mn&gt;5&lt;/mn&gt;&lt;/mfrac&gt;&lt;mtext&gt;&lt;/mtext&gt;&lt;mtext&gt;&lt;/mtext&gt;&lt;mtext&gt;&lt;/mtext&gt;&lt;mtext&gt;&lt;/mtext&gt;&lt;mtext&gt;&lt;/mtext&gt;&lt;mo&gt;=&lt;/mo&gt;&lt;mfrac&gt;&lt;mn&gt;11&lt;/mn&gt;&lt;mn&gt;15&lt;/mn&gt;&lt;/mfrac&gt;&lt;/math&gt;" title="equals three fifths equals 11 over 15"/>
          <p:cNvPicPr preferRelativeResize="0"/>
          <p:nvPr/>
        </p:nvPicPr>
        <p:blipFill>
          <a:blip r:embed="rId4">
            <a:alphaModFix/>
          </a:blip>
          <a:srcRect r="59685"/>
          <a:stretch>
            <a:fillRect/>
          </a:stretch>
        </p:blipFill>
        <p:spPr>
          <a:xfrm>
            <a:off x="1161713" y="2125156"/>
            <a:ext cx="443231" cy="41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&lt;math xmlns=&quot;http://www.w3.org/1998/Math/MathML&quot; display=&quot;block&quot; data-is-equatio=&quot;1&quot; data-latex=&quot;=\frac{39}{500}&quot;&gt;&lt;mo&gt;=&lt;/mo&gt;&lt;mfrac&gt;&lt;mn&gt;39&lt;/mn&gt;&lt;mn&gt;500&lt;/mn&gt;&lt;/mfrac&gt;&lt;/math&gt;" title="equals 39 over 5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3316" y="2864088"/>
            <a:ext cx="480284" cy="374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&lt;math xmlns=&quot;http://www.w3.org/1998/Math/MathML&quot; display=&quot;block&quot; data-is-equatio=&quot;1&quot; data-latex=&quot;=\frac{3}{5}\ \ \ \ \ =\frac{11}{15}&quot;&gt;&lt;mo&gt;=&lt;/mo&gt;&lt;mfrac&gt;&lt;mn&gt;3&lt;/mn&gt;&lt;mn&gt;5&lt;/mn&gt;&lt;/mfrac&gt;&lt;mtext&gt;&lt;/mtext&gt;&lt;mtext&gt;&lt;/mtext&gt;&lt;mtext&gt;&lt;/mtext&gt;&lt;mtext&gt;&lt;/mtext&gt;&lt;mtext&gt;&lt;/mtext&gt;&lt;mo&gt;=&lt;/mo&gt;&lt;mfrac&gt;&lt;mn&gt;11&lt;/mn&gt;&lt;mn&gt;15&lt;/mn&gt;&lt;/mfrac&gt;&lt;/math&gt;" title="equals three fifths equals 11 over 15"/>
          <p:cNvPicPr preferRelativeResize="0"/>
          <p:nvPr/>
        </p:nvPicPr>
        <p:blipFill>
          <a:blip r:embed="rId4">
            <a:alphaModFix/>
          </a:blip>
          <a:srcRect l="54379"/>
          <a:stretch>
            <a:fillRect/>
          </a:stretch>
        </p:blipFill>
        <p:spPr>
          <a:xfrm>
            <a:off x="4387626" y="2162985"/>
            <a:ext cx="501555" cy="41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&lt;math xmlns=&quot;http://www.w3.org/1998/Math/MathML&quot; display=&quot;block&quot; data-is-equatio=&quot;1&quot; data-latex=&quot;=\frac{1417}{2500}\ \ \ \ =\frac{19}{18}&quot;&gt;&lt;mo&gt;=&lt;/mo&gt;&lt;mfrac&gt;&lt;mn&gt;1417&lt;/mn&gt;&lt;mn&gt;2500&lt;/mn&gt;&lt;/mfrac&gt;&lt;mtext&gt;&lt;/mtext&gt;&lt;mtext&gt;&lt;/mtext&gt;&lt;mtext&gt;&lt;/mtext&gt;&lt;mtext&gt;&lt;/mtext&gt;&lt;mo&gt;=&lt;/mo&gt;&lt;mfrac&gt;&lt;mn&gt;19&lt;/mn&gt;&lt;mn&gt;18&lt;/mn&gt;&lt;/mfrac&gt;&lt;/math&gt;" title="equals 1417 over 2500 equals 19 over 18"/>
          <p:cNvPicPr preferRelativeResize="0"/>
          <p:nvPr/>
        </p:nvPicPr>
        <p:blipFill>
          <a:blip r:embed="rId6">
            <a:alphaModFix/>
          </a:blip>
          <a:srcRect r="43509"/>
          <a:stretch>
            <a:fillRect/>
          </a:stretch>
        </p:blipFill>
        <p:spPr>
          <a:xfrm>
            <a:off x="1203192" y="3490263"/>
            <a:ext cx="761567" cy="415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&lt;math xmlns=&quot;http://www.w3.org/1998/Math/MathML&quot; display=&quot;block&quot; data-is-equatio=&quot;1&quot; data-latex=&quot;=\frac{1417}{2500}\ \ \ \ =\frac{19}{18}&quot;&gt;&lt;mo&gt;=&lt;/mo&gt;&lt;mfrac&gt;&lt;mn&gt;1417&lt;/mn&gt;&lt;mn&gt;2500&lt;/mn&gt;&lt;/mfrac&gt;&lt;mtext&gt;&lt;/mtext&gt;&lt;mtext&gt;&lt;/mtext&gt;&lt;mtext&gt;&lt;/mtext&gt;&lt;mtext&gt;&lt;/mtext&gt;&lt;mo&gt;=&lt;/mo&gt;&lt;mfrac&gt;&lt;mn&gt;19&lt;/mn&gt;&lt;mn&gt;18&lt;/mn&gt;&lt;/mfrac&gt;&lt;/math&gt;" title="equals 1417 over 2500 equals 19 over 18"/>
          <p:cNvPicPr preferRelativeResize="0"/>
          <p:nvPr/>
        </p:nvPicPr>
        <p:blipFill>
          <a:blip r:embed="rId6">
            <a:alphaModFix/>
          </a:blip>
          <a:srcRect l="64374"/>
          <a:stretch>
            <a:fillRect/>
          </a:stretch>
        </p:blipFill>
        <p:spPr>
          <a:xfrm>
            <a:off x="4342865" y="3524219"/>
            <a:ext cx="480284" cy="41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title="7 lines Line 1: 24 over 40 Line 2: 88 over 120 Line 3: 78 over 1000 Line 4: 2834 over 5000 Line 5: 95 over 90 Line 6: 3 over 3333 Line 7: 88 over 40"/>
          <p:cNvPicPr preferRelativeResize="0"/>
          <p:nvPr/>
        </p:nvPicPr>
        <p:blipFill>
          <a:blip r:embed="rId3">
            <a:alphaModFix/>
          </a:blip>
          <a:srcRect t="86300"/>
          <a:stretch>
            <a:fillRect/>
          </a:stretch>
        </p:blipFill>
        <p:spPr>
          <a:xfrm>
            <a:off x="811737" y="2755588"/>
            <a:ext cx="391456" cy="415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&lt;math xmlns=&quot;http://www.w3.org/1998/Math/MathML&quot; display=&quot;block&quot; data-is-equatio=&quot;1&quot; data-latex=&quot;=\frac{11}{5}&quot;&gt;&lt;mo&gt;=&lt;/mo&gt;&lt;mfrac&gt;&lt;mn&gt;11&lt;/mn&gt;&lt;mn&gt;5&lt;/mn&gt;&lt;/mfrac&gt;&lt;/math&gt;" title="equals eleven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20038" y="2830003"/>
            <a:ext cx="443231" cy="42740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464175" y="4128075"/>
            <a:ext cx="6624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Using a calculator, work out the answers to the following giving your answer as a proper or improper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64175" y="4694887"/>
            <a:ext cx="5028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780000" y="4664551"/>
            <a:ext cx="5028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" name="Google Shape;196;p20" descr="&lt;math xmlns=&quot;http://www.w3.org/1998/Math/MathML&quot; display=&quot;block&quot; data-is-equatio=&quot;1&quot; data-latex=&quot;\begin{array}{l}\frac{3}{162}\times\frac{12}{33}\\&amp;#13;&amp;#10;\frac{39}{20}\times389\\&amp;#13;&amp;#10;\frac{1}{2}\times\frac{1}{4}\times\frac{1}{8}\times145.2\end{array}&quot;&gt;&lt;mtable columnalign=&quot;left&quot; columnspacing=&quot;1em&quot; rowspacing=&quot;4pt&quot;&gt;&lt;mtr&gt;&lt;mtd&gt;&lt;mfrac&gt;&lt;mn&gt;3&lt;/mn&gt;&lt;mn&gt;162&lt;/mn&gt;&lt;/mfrac&gt;&lt;mo&gt;×&lt;/mo&gt;&lt;mfrac&gt;&lt;mn&gt;12&lt;/mn&gt;&lt;mn&gt;33&lt;/mn&gt;&lt;/mfrac&gt;&lt;/mtd&gt;&lt;/mtr&gt;&lt;mtr&gt;&lt;mtd&gt;&lt;mfrac&gt;&lt;mn&gt;39&lt;/mn&gt;&lt;mn&gt;20&lt;/mn&gt;&lt;/mfrac&gt;&lt;mo&gt;×&lt;/mo&gt;&lt;mn&gt;389&lt;/mn&gt;&lt;/mtd&gt;&lt;/mtr&gt;&lt;mtr&gt;&lt;mtd&gt;&lt;mfrac&gt;&lt;mn&gt;1&lt;/mn&gt;&lt;mn&gt;2&lt;/mn&gt;&lt;/mfrac&gt;&lt;mo&gt;×&lt;/mo&gt;&lt;mfrac&gt;&lt;mn&gt;1&lt;/mn&gt;&lt;mn&gt;4&lt;/mn&gt;&lt;/mfrac&gt;&lt;mo&gt;×&lt;/mo&gt;&lt;mfrac&gt;&lt;mn&gt;1&lt;/mn&gt;&lt;mn&gt;8&lt;/mn&gt;&lt;/mfrac&gt;&lt;mo&gt;×&lt;/mo&gt;&lt;mn&gt;145.2&lt;/mn&gt;&lt;/mtd&gt;&lt;/mtr&gt;&lt;/mtable&gt;&lt;/math&gt;" title="3 lines Line 1: 3 over 162 times 12 over 33 Line 2: 39 over 20 times 389 Line 3: one half times one fourth times one eighth times 145.2"/>
          <p:cNvPicPr preferRelativeResize="0"/>
          <p:nvPr/>
        </p:nvPicPr>
        <p:blipFill>
          <a:blip r:embed="rId8">
            <a:alphaModFix/>
          </a:blip>
          <a:srcRect r="49584" b="68388"/>
          <a:stretch>
            <a:fillRect/>
          </a:stretch>
        </p:blipFill>
        <p:spPr>
          <a:xfrm>
            <a:off x="938407" y="4694887"/>
            <a:ext cx="1154420" cy="47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&lt;math xmlns=&quot;http://www.w3.org/1998/Math/MathML&quot; display=&quot;block&quot; data-is-equatio=&quot;1&quot; data-latex=&quot;\begin{array}{l}\frac{3}{162}\times\frac{12}{33}\\&amp;#13;&amp;#10;\frac{39}{20}\times389\\&amp;#13;&amp;#10;\frac{1}{2}\times\frac{1}{4}\times\frac{1}{8}\times145.2\end{array}&quot;&gt;&lt;mtable columnalign=&quot;left&quot; columnspacing=&quot;1em&quot; rowspacing=&quot;4pt&quot;&gt;&lt;mtr&gt;&lt;mtd&gt;&lt;mfrac&gt;&lt;mn&gt;3&lt;/mn&gt;&lt;mn&gt;162&lt;/mn&gt;&lt;/mfrac&gt;&lt;mo&gt;×&lt;/mo&gt;&lt;mfrac&gt;&lt;mn&gt;12&lt;/mn&gt;&lt;mn&gt;33&lt;/mn&gt;&lt;/mfrac&gt;&lt;/mtd&gt;&lt;/mtr&gt;&lt;mtr&gt;&lt;mtd&gt;&lt;mfrac&gt;&lt;mn&gt;39&lt;/mn&gt;&lt;mn&gt;20&lt;/mn&gt;&lt;/mfrac&gt;&lt;mo&gt;×&lt;/mo&gt;&lt;mn&gt;389&lt;/mn&gt;&lt;/mtd&gt;&lt;/mtr&gt;&lt;mtr&gt;&lt;mtd&gt;&lt;mfrac&gt;&lt;mn&gt;1&lt;/mn&gt;&lt;mn&gt;2&lt;/mn&gt;&lt;/mfrac&gt;&lt;mo&gt;×&lt;/mo&gt;&lt;mfrac&gt;&lt;mn&gt;1&lt;/mn&gt;&lt;mn&gt;4&lt;/mn&gt;&lt;/mfrac&gt;&lt;mo&gt;×&lt;/mo&gt;&lt;mfrac&gt;&lt;mn&gt;1&lt;/mn&gt;&lt;mn&gt;8&lt;/mn&gt;&lt;/mfrac&gt;&lt;mo&gt;×&lt;/mo&gt;&lt;mn&gt;145.2&lt;/mn&gt;&lt;/mtd&gt;&lt;/mtr&gt;&lt;/mtable&gt;&lt;/math&gt;" title="3 lines Line 1: 3 over 162 times 12 over 33 Line 2: 39 over 20 times 389 Line 3: one half times one fourth times one eighth times 145.2"/>
          <p:cNvPicPr preferRelativeResize="0"/>
          <p:nvPr/>
        </p:nvPicPr>
        <p:blipFill>
          <a:blip r:embed="rId8">
            <a:alphaModFix/>
          </a:blip>
          <a:srcRect l="-2984" t="34194" r="52568" b="34194"/>
          <a:stretch>
            <a:fillRect/>
          </a:stretch>
        </p:blipFill>
        <p:spPr>
          <a:xfrm>
            <a:off x="4254232" y="4694378"/>
            <a:ext cx="964300" cy="394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&lt;math xmlns=&quot;http://www.w3.org/1998/Math/MathML&quot; display=&quot;block&quot; data-is-equatio=&quot;1&quot; data-latex=&quot;=\frac{2}{297}\ \ \ \ \ =\frac{15171}{20}\ \ \ \ &quot;&gt;&lt;mo&gt;=&lt;/mo&gt;&lt;mfrac&gt;&lt;mn&gt;2&lt;/mn&gt;&lt;mn&gt;297&lt;/mn&gt;&lt;/mfrac&gt;&lt;mtext&gt;&lt;/mtext&gt;&lt;mtext&gt;&lt;/mtext&gt;&lt;mtext&gt;&lt;/mtext&gt;&lt;mtext&gt;&lt;/mtext&gt;&lt;mtext&gt;&lt;/mtext&gt;&lt;mo&gt;=&lt;/mo&gt;&lt;mfrac&gt;&lt;mn&gt;15171&lt;/mn&gt;&lt;mn&gt;20&lt;/mn&gt;&lt;/mfrac&gt;&lt;mtext&gt;&lt;/mtext&gt;&lt;mtext&gt;&lt;/mtext&gt;&lt;mtext&gt;&lt;/mtext&gt;&lt;mtext&gt;&lt;/mtext&gt;&lt;/math&gt;" title="equals 2 over 297 equals 15171 over 20"/>
          <p:cNvPicPr preferRelativeResize="0"/>
          <p:nvPr/>
        </p:nvPicPr>
        <p:blipFill>
          <a:blip r:embed="rId9">
            <a:alphaModFix/>
          </a:blip>
          <a:srcRect r="62566"/>
          <a:stretch>
            <a:fillRect/>
          </a:stretch>
        </p:blipFill>
        <p:spPr>
          <a:xfrm>
            <a:off x="2089086" y="4603575"/>
            <a:ext cx="828595" cy="576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&lt;math xmlns=&quot;http://www.w3.org/1998/Math/MathML&quot; display=&quot;block&quot; data-is-equatio=&quot;1&quot; data-latex=&quot;=\frac{2}{297}\ \ \ \ \ =\frac{15171}{20}\ \ \ \ &quot;&gt;&lt;mo&gt;=&lt;/mo&gt;&lt;mfrac&gt;&lt;mn&gt;2&lt;/mn&gt;&lt;mn&gt;297&lt;/mn&gt;&lt;/mfrac&gt;&lt;mtext&gt;&lt;/mtext&gt;&lt;mtext&gt;&lt;/mtext&gt;&lt;mtext&gt;&lt;/mtext&gt;&lt;mtext&gt;&lt;/mtext&gt;&lt;mtext&gt;&lt;/mtext&gt;&lt;mo&gt;=&lt;/mo&gt;&lt;mfrac&gt;&lt;mn&gt;15171&lt;/mn&gt;&lt;mn&gt;20&lt;/mn&gt;&lt;/mfrac&gt;&lt;mtext&gt;&lt;/mtext&gt;&lt;mtext&gt;&lt;/mtext&gt;&lt;mtext&gt;&lt;/mtext&gt;&lt;mtext&gt;&lt;/mtext&gt;&lt;/math&gt;" title="equals 2 over 297 equals 15171 over 20"/>
          <p:cNvPicPr preferRelativeResize="0"/>
          <p:nvPr/>
        </p:nvPicPr>
        <p:blipFill>
          <a:blip r:embed="rId9">
            <a:alphaModFix/>
          </a:blip>
          <a:srcRect l="51462" r="-7705"/>
          <a:stretch>
            <a:fillRect/>
          </a:stretch>
        </p:blipFill>
        <p:spPr>
          <a:xfrm>
            <a:off x="5308820" y="4655460"/>
            <a:ext cx="1020755" cy="47252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464175" y="5848375"/>
            <a:ext cx="662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Figure out the missing digits on the calculator screen to make the calculation correct.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64173" y="6613336"/>
            <a:ext cx="6384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64173" y="7879833"/>
            <a:ext cx="6384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3786382" y="6540215"/>
            <a:ext cx="6384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3786382" y="7806712"/>
            <a:ext cx="6384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" name="Google Shape;205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81882" y="6476925"/>
            <a:ext cx="2186434" cy="989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353828" y="6404276"/>
            <a:ext cx="2344695" cy="1088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81882" y="7819472"/>
            <a:ext cx="2186426" cy="1000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417894" y="7743593"/>
            <a:ext cx="2289279" cy="10886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3" name="Shape 213"/>
        <p:cNvGrpSpPr/>
        <p:nvPr/>
      </p:nvGrpSpPr>
      <p:grpSpPr>
        <a:xfrm>
          <a:off x="0" y="0"/>
          <a:ext cx="0" cy="0"/>
        </a:xfrm>
      </p:grpSpPr>
      <p:sp>
        <p:nvSpPr>
          <p:cNvPr id="214" name="Google Shape;214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Converting fractions with technology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468000" y="7141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Convert between fractions and decimals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6" name="Google Shape;216;p21"/>
          <p:cNvGraphicFramePr>
            <a:graphicFrameLocks noGrp="1"/>
          </p:cNvGraphicFramePr>
          <p:nvPr/>
        </p:nvGraphicFramePr>
        <p:xfrm>
          <a:off x="2019075" y="138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{09D93F5E-1D4D-4758-BB99-F26C1E07F6EF}</a:tableStyleId>
              </a:tblPr>
              <a:tblGrid>
                <a:gridCol w="1760925"/>
                <a:gridCol w="1760925"/>
              </a:tblGrid>
              <a:tr h="329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Simplified fraction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423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423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423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423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423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pic>
        <p:nvPicPr>
          <p:cNvPr id="217" name="Google Shape;217;p21" descr="&lt;math xmlns=&quot;http://www.w3.org/1998/Math/MathML&quot; display=&quot;block&quot; data-is-equatio=&quot;1&quot; data-latex=&quot;\frac{491}{500}\ \ \ \ \frac{59}{9}\ \ \ \ &quot;&gt;&lt;mfrac&gt;&lt;mn&gt;491&lt;/mn&gt;&lt;mn&gt;500&lt;/mn&gt;&lt;/mfrac&gt;&lt;mtext&gt;&lt;/mtext&gt;&lt;mtext&gt;&lt;/mtext&gt;&lt;mtext&gt;&lt;/mtext&gt;&lt;mtext&gt;&lt;/mtext&gt;&lt;mfrac&gt;&lt;mn&gt;59&lt;/mn&gt;&lt;mn&gt;9&lt;/mn&gt;&lt;/mfrac&gt;&lt;mtext&gt;&lt;/mtext&gt;&lt;mtext&gt;&lt;/mtext&gt;&lt;mtext&gt;&lt;/mtext&gt;&lt;mtext&gt;&lt;/mtext&gt;&lt;/math&gt;" title="491 over 500 59 over 9"/>
          <p:cNvPicPr preferRelativeResize="0"/>
          <p:nvPr/>
        </p:nvPicPr>
        <p:blipFill>
          <a:blip r:embed="rId3">
            <a:alphaModFix/>
          </a:blip>
          <a:srcRect r="58727"/>
          <a:stretch>
            <a:fillRect/>
          </a:stretch>
        </p:blipFill>
        <p:spPr>
          <a:xfrm>
            <a:off x="4481882" y="1803678"/>
            <a:ext cx="269673" cy="343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&lt;math xmlns=&quot;http://www.w3.org/1998/Math/MathML&quot; display=&quot;block&quot; data-is-equatio=&quot;1&quot; data-latex=&quot;\frac{491}{500}\ \ \ \ \frac{59}{9}\ \ \ \ &quot;&gt;&lt;mfrac&gt;&lt;mn&gt;491&lt;/mn&gt;&lt;mn&gt;500&lt;/mn&gt;&lt;/mfrac&gt;&lt;mtext&gt;&lt;/mtext&gt;&lt;mtext&gt;&lt;/mtext&gt;&lt;mtext&gt;&lt;/mtext&gt;&lt;mtext&gt;&lt;/mtext&gt;&lt;mfrac&gt;&lt;mn&gt;59&lt;/mn&gt;&lt;mn&gt;9&lt;/mn&gt;&lt;/mfrac&gt;&lt;mtext&gt;&lt;/mtext&gt;&lt;mtext&gt;&lt;/mtext&gt;&lt;mtext&gt;&lt;/mtext&gt;&lt;mtext&gt;&lt;/mtext&gt;&lt;/math&gt;" title="491 over 500 59 over 9"/>
          <p:cNvPicPr preferRelativeResize="0"/>
          <p:nvPr/>
        </p:nvPicPr>
        <p:blipFill>
          <a:blip r:embed="rId3">
            <a:alphaModFix/>
          </a:blip>
          <a:srcRect l="63704" r="-4977" b="10"/>
          <a:stretch>
            <a:fillRect/>
          </a:stretch>
        </p:blipFill>
        <p:spPr>
          <a:xfrm>
            <a:off x="4481881" y="3068911"/>
            <a:ext cx="269673" cy="343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&lt;math xmlns=&quot;http://www.w3.org/1998/Math/MathML&quot; display=&quot;block&quot; data-is-equatio=&quot;1&quot; data-latex=&quot;\frac{298}{125}&quot;&gt;&lt;mfrac&gt;&lt;mn&gt;298&lt;/mn&gt;&lt;mn&gt;125&lt;/mn&gt;&lt;/mfrac&gt;&lt;/math&gt;" title="298 over 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1897" y="2237746"/>
            <a:ext cx="269671" cy="343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&lt;math xmlns=&quot;http://www.w3.org/1998/Math/MathML&quot; display=&quot;block&quot; data-is-equatio=&quot;1&quot; data-latex=&quot;\frac{26}{33}&quot;&gt;&lt;mfrac&gt;&lt;mn&gt;26&lt;/mn&gt;&lt;mn&gt;33&lt;/mn&gt;&lt;/mfrac&gt;&lt;/math&gt;" title="26 over 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4065" y="2660046"/>
            <a:ext cx="185315" cy="343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&lt;math xmlns=&quot;http://www.w3.org/1998/Math/MathML&quot; display=&quot;block&quot; data-is-equatio=&quot;1&quot; data-latex=&quot;6.\dot{5}&quot;&gt;&lt;mn&gt;6.&lt;/mn&gt;&lt;mrow data-mjx-texclass=&quot;ORD&quot;&gt;&lt;mover&gt;&lt;mn&gt;5&lt;/mn&gt;&lt;mo&gt;˙&lt;/mo&gt;&lt;/mover&gt;&lt;/mrow&gt;&lt;/math&gt;" title="the repeating decimal 6 point followed by repeating digit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62891" y="3120133"/>
            <a:ext cx="316499" cy="252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&lt;math xmlns=&quot;http://www.w3.org/1998/Math/MathML&quot; display=&quot;block&quot; data-is-equatio=&quot;1&quot; data-latex=&quot;\frac{9773}{990}\ =9.8\dot{7}\dot{1}&quot;&gt;&lt;mfrac&gt;&lt;mn&gt;9773&lt;/mn&gt;&lt;mn&gt;990&lt;/mn&gt;&lt;/mfrac&gt;&lt;mtext&gt;&lt;/mtext&gt;&lt;mo&gt;=&lt;/mo&gt;&lt;mn&gt;9.8&lt;/mn&gt;&lt;mrow data-mjx-texclass=&quot;ORD&quot;&gt;&lt;mover&gt;&lt;mn&gt;7&lt;/mn&gt;&lt;mo&gt;˙&lt;/mo&gt;&lt;/mover&gt;&lt;/mrow&gt;&lt;mrow data-mjx-texclass=&quot;ORD&quot;&gt;&lt;mover&gt;&lt;mn&gt;1&lt;/mn&gt;&lt;mo&gt;˙&lt;/mo&gt;&lt;/mover&gt;&lt;/mrow&gt;&lt;/math&gt;" title="9773 over 990 equals the repeating decimal 9.8 followed by repeating digits 7 1"/>
          <p:cNvPicPr preferRelativeResize="0"/>
          <p:nvPr/>
        </p:nvPicPr>
        <p:blipFill>
          <a:blip r:embed="rId7">
            <a:alphaModFix/>
          </a:blip>
          <a:srcRect l="-4823" r="56879"/>
          <a:stretch>
            <a:fillRect/>
          </a:stretch>
        </p:blipFill>
        <p:spPr>
          <a:xfrm>
            <a:off x="4412325" y="3506495"/>
            <a:ext cx="466150" cy="343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&lt;math xmlns=&quot;http://www.w3.org/1998/Math/MathML&quot; display=&quot;block&quot; data-is-equatio=&quot;1&quot; data-latex=&quot;\frac{9773}{990}\ =9.8\dot{7}\dot{1}&quot;&gt;&lt;mfrac&gt;&lt;mn&gt;9773&lt;/mn&gt;&lt;mn&gt;990&lt;/mn&gt;&lt;/mfrac&gt;&lt;mtext&gt;&lt;/mtext&gt;&lt;mo&gt;=&lt;/mo&gt;&lt;mn&gt;9.8&lt;/mn&gt;&lt;mrow data-mjx-texclass=&quot;ORD&quot;&gt;&lt;mover&gt;&lt;mn&gt;7&lt;/mn&gt;&lt;mo&gt;˙&lt;/mo&gt;&lt;/mover&gt;&lt;/mrow&gt;&lt;mrow data-mjx-texclass=&quot;ORD&quot;&gt;&lt;mover&gt;&lt;mn&gt;1&lt;/mn&gt;&lt;mo&gt;˙&lt;/mo&gt;&lt;/mover&gt;&lt;/mrow&gt;&lt;/math&gt;" title="9773 over 990 equals the repeating decimal 9.8 followed by repeating digits 7 1"/>
          <p:cNvPicPr preferRelativeResize="0"/>
          <p:nvPr/>
        </p:nvPicPr>
        <p:blipFill>
          <a:blip r:embed="rId7">
            <a:alphaModFix/>
          </a:blip>
          <a:srcRect l="63947" t="23159" b="29768"/>
          <a:stretch>
            <a:fillRect/>
          </a:stretch>
        </p:blipFill>
        <p:spPr>
          <a:xfrm>
            <a:off x="2606533" y="3519991"/>
            <a:ext cx="621696" cy="286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&lt;math xmlns=&quot;http://www.w3.org/1998/Math/MathML&quot; display=&quot;block&quot; data-is-equatio=&quot;1&quot; data-latex=&quot;0.\dot{7}\dot{8}&quot;&gt;&lt;mn&gt;0.&lt;/mn&gt;&lt;mrow data-mjx-texclass=&quot;ORD&quot;&gt;&lt;mover&gt;&lt;mn&gt;7&lt;/mn&gt;&lt;mo&gt;˙&lt;/mo&gt;&lt;/mover&gt;&lt;/mrow&gt;&lt;mrow data-mjx-texclass=&quot;ORD&quot;&gt;&lt;mover&gt;&lt;mn&gt;8&lt;/mn&gt;&lt;mo&gt;˙&lt;/mo&gt;&lt;/mover&gt;&lt;/mrow&gt;&lt;/math&gt;" title="the repeating decimal 0 point followed by repeating digits 7 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88056" y="2687942"/>
            <a:ext cx="466149" cy="252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468000" y="10513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your calculator, fill in the table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" name="Google Shape;226;p21" descr="&lt;math xmlns=&quot;http://www.w3.org/1998/Math/MathML&quot; display=&quot;block&quot; data-is-equatio=&quot;1&quot; data-latex=&quot;0.982&quot;&gt;&lt;mn&gt;0.982&lt;/mn&gt;&lt;/math&gt;" title="0.9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10290" y="1898332"/>
            <a:ext cx="621700" cy="200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&lt;math xmlns=&quot;http://www.w3.org/1998/Math/MathML&quot; display=&quot;block&quot; data-is-equatio=&quot;1&quot; data-latex=&quot;\begin{array}{l}2.384\end{array}&quot;&gt;&lt;mtable columnalign=&quot;left&quot; columnspacing=&quot;1em&quot; rowspacing=&quot;4pt&quot;&gt;&lt;mtr&gt;&lt;mtd&gt;&lt;mn&gt;2.384&lt;/mn&gt;&lt;/mtd&gt;&lt;/mtr&gt;&lt;/mtable&gt;&lt;/math&gt;" title="1 lines Line 1: 2.38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02775" y="2307865"/>
            <a:ext cx="629211" cy="200207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468000" y="46660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missing values on the calculator displays.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" name="Google Shape;229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79352" y="5003225"/>
            <a:ext cx="2626583" cy="1214443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468000" y="5251426"/>
            <a:ext cx="61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68000" y="6587806"/>
            <a:ext cx="61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4029912" y="5251426"/>
            <a:ext cx="61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029912" y="6587806"/>
            <a:ext cx="61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4" name="Google Shape;234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79352" y="6384764"/>
            <a:ext cx="2626582" cy="1181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465418" y="5003225"/>
            <a:ext cx="2626582" cy="1153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465418" y="6311640"/>
            <a:ext cx="2594490" cy="12144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7" name="Google Shape;237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1" name="Shape 241"/>
        <p:cNvGrpSpPr/>
        <p:nvPr/>
      </p:nvGrpSpPr>
      <p:grpSpPr>
        <a:xfrm>
          <a:off x="0" y="0"/>
          <a:ext cx="0" cy="0"/>
        </a:xfrm>
      </p:grpSpPr>
      <p:sp>
        <p:nvSpPr>
          <p:cNvPr id="242" name="Google Shape;242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43" name="Google Shape;243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Converting fractions with technology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468000" y="105267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table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Mixed numbers on a calculator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8" name="Google Shape;248;p22"/>
          <p:cNvGraphicFramePr>
            <a:graphicFrameLocks noGrp="1"/>
          </p:cNvGraphicFramePr>
          <p:nvPr/>
        </p:nvGraphicFramePr>
        <p:xfrm>
          <a:off x="460969" y="132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{09D93F5E-1D4D-4758-BB99-F26C1E07F6EF}</a:tableStyleId>
              </a:tblPr>
              <a:tblGrid>
                <a:gridCol w="2172800"/>
                <a:gridCol w="2172800"/>
                <a:gridCol w="2172800"/>
              </a:tblGrid>
              <a:tr h="3024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Mixed number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Improper fraction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78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78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78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249" name="Google Shape;249;p22"/>
          <p:cNvSpPr txBox="1"/>
          <p:nvPr/>
        </p:nvSpPr>
        <p:spPr>
          <a:xfrm>
            <a:off x="4674431" y="3382439"/>
            <a:ext cx="2454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2.631578947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0" name="Google Shape;250;p22" descr="&lt;math xmlns=&quot;http://www.w3.org/1998/Math/MathML&quot; display=&quot;block&quot; data-is-equatio=&quot;1&quot; data-latex=&quot;2\frac{12}{19}\ \ \ \ \ \frac{50}{19}&quot;&gt;&lt;mn&gt;2&lt;/mn&gt;&lt;mfrac&gt;&lt;mn&gt;12&lt;/mn&gt;&lt;mn&gt;19&lt;/mn&gt;&lt;/mfrac&gt;&lt;mtext&gt;&lt;/mtext&gt;&lt;mtext&gt;&lt;/mtext&gt;&lt;mtext&gt;&lt;/mtext&gt;&lt;mtext&gt;&lt;/mtext&gt;&lt;mtext&gt;&lt;/mtext&gt;&lt;mfrac&gt;&lt;mn&gt;50&lt;/mn&gt;&lt;mn&gt;19&lt;/mn&gt;&lt;/mfrac&gt;&lt;/math&gt;" title="2 and 12 over 19 50 over 19"/>
          <p:cNvPicPr preferRelativeResize="0"/>
          <p:nvPr/>
        </p:nvPicPr>
        <p:blipFill>
          <a:blip r:embed="rId3">
            <a:alphaModFix/>
          </a:blip>
          <a:srcRect r="50512"/>
          <a:stretch>
            <a:fillRect/>
          </a:stretch>
        </p:blipFill>
        <p:spPr>
          <a:xfrm>
            <a:off x="1223594" y="3382439"/>
            <a:ext cx="595741" cy="579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 descr="&lt;math xmlns=&quot;http://www.w3.org/1998/Math/MathML&quot; display=&quot;block&quot; data-is-equatio=&quot;1&quot; data-latex=&quot;2\frac{12}{19}\ \ \ \ \ \frac{50}{19}&quot;&gt;&lt;mn&gt;2&lt;/mn&gt;&lt;mfrac&gt;&lt;mn&gt;12&lt;/mn&gt;&lt;mn&gt;19&lt;/mn&gt;&lt;/mfrac&gt;&lt;mtext&gt;&lt;/mtext&gt;&lt;mtext&gt;&lt;/mtext&gt;&lt;mtext&gt;&lt;/mtext&gt;&lt;mtext&gt;&lt;/mtext&gt;&lt;mtext&gt;&lt;/mtext&gt;&lt;mfrac&gt;&lt;mn&gt;50&lt;/mn&gt;&lt;mn&gt;19&lt;/mn&gt;&lt;/mfrac&gt;&lt;/math&gt;" title="2 and 12 over 19 50 over 19"/>
          <p:cNvPicPr preferRelativeResize="0"/>
          <p:nvPr/>
        </p:nvPicPr>
        <p:blipFill>
          <a:blip r:embed="rId3">
            <a:alphaModFix/>
          </a:blip>
          <a:srcRect l="60701"/>
          <a:stretch>
            <a:fillRect/>
          </a:stretch>
        </p:blipFill>
        <p:spPr>
          <a:xfrm>
            <a:off x="3470585" y="3382439"/>
            <a:ext cx="473077" cy="579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 descr="&lt;math xmlns=&quot;http://www.w3.org/1998/Math/MathML&quot; display=&quot;block&quot; data-is-equatio=&quot;1&quot; data-latex=&quot;\frac{38}{9}\ \ 4\frac{2}{9}&quot;&gt;&lt;mfrac&gt;&lt;mn&gt;38&lt;/mn&gt;&lt;mn&gt;9&lt;/mn&gt;&lt;/mfrac&gt;&lt;mtext&gt;&lt;/mtext&gt;&lt;mtext&gt;&lt;/mtext&gt;&lt;mn&gt;4&lt;/mn&gt;&lt;mfrac&gt;&lt;mn&gt;2&lt;/mn&gt;&lt;mn&gt;9&lt;/mn&gt;&lt;/mfrac&gt;&lt;/math&gt;" title="38 over 9 4 and two ninths"/>
          <p:cNvPicPr preferRelativeResize="0"/>
          <p:nvPr/>
        </p:nvPicPr>
        <p:blipFill>
          <a:blip r:embed="rId4">
            <a:alphaModFix/>
          </a:blip>
          <a:srcRect l="46088"/>
          <a:stretch>
            <a:fillRect/>
          </a:stretch>
        </p:blipFill>
        <p:spPr>
          <a:xfrm>
            <a:off x="1223595" y="2564858"/>
            <a:ext cx="473098" cy="60750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 txBox="1"/>
          <p:nvPr/>
        </p:nvSpPr>
        <p:spPr>
          <a:xfrm>
            <a:off x="5147426" y="2628025"/>
            <a:ext cx="1944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4.2222222…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4" name="Google Shape;254;p22" descr="&lt;math xmlns=&quot;http://www.w3.org/1998/Math/MathML&quot; display=&quot;block&quot; data-is-equatio=&quot;1&quot; data-latex=&quot;\frac{38}{9}\ \ 4\frac{2}{9}&quot;&gt;&lt;mfrac&gt;&lt;mn&gt;38&lt;/mn&gt;&lt;mn&gt;9&lt;/mn&gt;&lt;/mfrac&gt;&lt;mtext&gt;&lt;/mtext&gt;&lt;mtext&gt;&lt;/mtext&gt;&lt;mn&gt;4&lt;/mn&gt;&lt;mfrac&gt;&lt;mn&gt;2&lt;/mn&gt;&lt;mn&gt;9&lt;/mn&gt;&lt;/mfrac&gt;&lt;/math&gt;" title="38 over 9 4 and two ninths"/>
          <p:cNvPicPr preferRelativeResize="0"/>
          <p:nvPr/>
        </p:nvPicPr>
        <p:blipFill>
          <a:blip r:embed="rId4">
            <a:alphaModFix/>
          </a:blip>
          <a:srcRect l="-5897" r="46088" b="-7169"/>
          <a:stretch>
            <a:fillRect/>
          </a:stretch>
        </p:blipFill>
        <p:spPr>
          <a:xfrm>
            <a:off x="3508547" y="2566411"/>
            <a:ext cx="524855" cy="651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 descr="&lt;math xmlns=&quot;http://www.w3.org/1998/Math/MathML&quot; display=&quot;block&quot; data-is-equatio=&quot;1&quot; data-latex=&quot;24\frac{3}{8}\ \ \ \ \ \frac{195}{8}&quot;&gt;&lt;mn&gt;24&lt;/mn&gt;&lt;mfrac&gt;&lt;mn&gt;3&lt;/mn&gt;&lt;mn&gt;8&lt;/mn&gt;&lt;/mfrac&gt;&lt;mtext&gt;&lt;/mtext&gt;&lt;mtext&gt;&lt;/mtext&gt;&lt;mtext&gt;&lt;/mtext&gt;&lt;mtext&gt;&lt;/mtext&gt;&lt;mtext&gt;&lt;/mtext&gt;&lt;mfrac&gt;&lt;mn&gt;195&lt;/mn&gt;&lt;mn&gt;8&lt;/mn&gt;&lt;/mfrac&gt;&lt;/math&gt;" title="24 and three eighths 195 over 8"/>
          <p:cNvPicPr preferRelativeResize="0"/>
          <p:nvPr/>
        </p:nvPicPr>
        <p:blipFill>
          <a:blip r:embed="rId5">
            <a:alphaModFix/>
          </a:blip>
          <a:srcRect r="51162"/>
          <a:stretch>
            <a:fillRect/>
          </a:stretch>
        </p:blipFill>
        <p:spPr>
          <a:xfrm>
            <a:off x="1266082" y="1807740"/>
            <a:ext cx="595741" cy="52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 descr="&lt;math xmlns=&quot;http://www.w3.org/1998/Math/MathML&quot; display=&quot;block&quot; data-is-equatio=&quot;1&quot; data-latex=&quot;24\frac{3}{8}\ \ \ \ \ \frac{195}{8}&quot;&gt;&lt;mn&gt;24&lt;/mn&gt;&lt;mfrac&gt;&lt;mn&gt;3&lt;/mn&gt;&lt;mn&gt;8&lt;/mn&gt;&lt;/mfrac&gt;&lt;mtext&gt;&lt;/mtext&gt;&lt;mtext&gt;&lt;/mtext&gt;&lt;mtext&gt;&lt;/mtext&gt;&lt;mtext&gt;&lt;/mtext&gt;&lt;mtext&gt;&lt;/mtext&gt;&lt;mfrac&gt;&lt;mn&gt;195&lt;/mn&gt;&lt;mn&gt;8&lt;/mn&gt;&lt;/mfrac&gt;&lt;/math&gt;" title="24 and three eighths 195 over 8"/>
          <p:cNvPicPr preferRelativeResize="0"/>
          <p:nvPr/>
        </p:nvPicPr>
        <p:blipFill>
          <a:blip r:embed="rId5">
            <a:alphaModFix/>
          </a:blip>
          <a:srcRect l="61216"/>
          <a:stretch>
            <a:fillRect/>
          </a:stretch>
        </p:blipFill>
        <p:spPr>
          <a:xfrm>
            <a:off x="3470580" y="1799618"/>
            <a:ext cx="473099" cy="52612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2"/>
          <p:cNvSpPr txBox="1"/>
          <p:nvPr/>
        </p:nvSpPr>
        <p:spPr>
          <a:xfrm>
            <a:off x="5073341" y="1873622"/>
            <a:ext cx="16572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24.375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468000" y="5047603"/>
            <a:ext cx="574500" cy="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468000" y="6286772"/>
            <a:ext cx="574500" cy="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3770822" y="5047603"/>
            <a:ext cx="574500" cy="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3770822" y="6279719"/>
            <a:ext cx="33213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Create your own calculations where the answer is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2" name="Google Shape;262;p22" descr="&lt;math xmlns=&quot;http://www.w3.org/1998/Math/MathML&quot; display=&quot;block&quot; data-is-equatio=&quot;1&quot; data-latex=&quot;\begin{array}{l}3\ \frac{2}{3}+5\ \frac{1}{2}\ =\ 9\ \frac{1}{6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2&lt;/mn&gt;&lt;mn&gt;3&lt;/mn&gt;&lt;/mfrac&gt;&lt;mo&gt;+&lt;/mo&gt;&lt;mn&gt;5&lt;/mn&gt;&lt;mtext&gt;&lt;/mtext&gt;&lt;mfrac&gt;&lt;mn&gt;1&lt;/mn&gt;&lt;mn&gt;2&lt;/mn&gt;&lt;/mfrac&gt;&lt;mtext&gt;&lt;/mtext&gt;&lt;mo&gt;=&lt;/mo&gt;&lt;mtext&gt;&lt;/mtext&gt;&lt;mn&gt;9&lt;/mn&gt;&lt;mtext&gt;&lt;/mtext&gt;&lt;mfrac&gt;&lt;mn&gt;1&lt;/mn&gt;&lt;mn&gt;6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title="3 lines Line 1: 3 two thirds plus 5 one half equals 9 one sixth Line 2: 11 three eighths minus 6 seven ninths equals 4 43 over 72 Line 3: 2 three fifths minus 5 nine tenths equals negative 3 three tenths"/>
          <p:cNvPicPr preferRelativeResize="0"/>
          <p:nvPr/>
        </p:nvPicPr>
        <p:blipFill>
          <a:blip r:embed="rId6">
            <a:alphaModFix/>
          </a:blip>
          <a:srcRect l="57029" b="69522"/>
          <a:stretch>
            <a:fillRect/>
          </a:stretch>
        </p:blipFill>
        <p:spPr>
          <a:xfrm>
            <a:off x="2496353" y="5047603"/>
            <a:ext cx="1132491" cy="49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 descr="&lt;math xmlns=&quot;http://www.w3.org/1998/Math/MathML&quot; display=&quot;block&quot; data-is-equatio=&quot;1&quot; data-latex=&quot;\begin{array}{l}3\ \frac{1}{2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1&lt;/mn&gt;&lt;mn&gt;2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title="3 lines Line 1: 3 one half Line 2: 11 three eighths minus 6 seven ninths equals 4 43 over 72 Line 3: 2 three fifths minus 5 nine tenths equals negative 3 three tenths"/>
          <p:cNvPicPr preferRelativeResize="0"/>
          <p:nvPr/>
        </p:nvPicPr>
        <p:blipFill>
          <a:blip r:embed="rId7">
            <a:alphaModFix/>
          </a:blip>
          <a:srcRect r="80780" b="70985"/>
          <a:stretch>
            <a:fillRect/>
          </a:stretch>
        </p:blipFill>
        <p:spPr>
          <a:xfrm>
            <a:off x="4609024" y="6536326"/>
            <a:ext cx="300362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2" descr="&lt;math xmlns=&quot;http://www.w3.org/1998/Math/MathML&quot; display=&quot;block&quot; data-is-equatio=&quot;1&quot; data-latex=&quot;\begin{array}{l}3\ \frac{2}{3}+5\ \frac{1}{2}\ =\ 9\ \frac{1}{6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2&lt;/mn&gt;&lt;mn&gt;3&lt;/mn&gt;&lt;/mfrac&gt;&lt;mo&gt;+&lt;/mo&gt;&lt;mn&gt;5&lt;/mn&gt;&lt;mtext&gt;&lt;/mtext&gt;&lt;mfrac&gt;&lt;mn&gt;1&lt;/mn&gt;&lt;mn&gt;2&lt;/mn&gt;&lt;/mfrac&gt;&lt;mtext&gt;&lt;/mtext&gt;&lt;mo&gt;=&lt;/mo&gt;&lt;mtext&gt;&lt;/mtext&gt;&lt;mn&gt;9&lt;/mn&gt;&lt;mtext&gt;&lt;/mtext&gt;&lt;mfrac&gt;&lt;mn&gt;1&lt;/mn&gt;&lt;mn&gt;6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title="3 lines Line 1: 3 two thirds plus 5 one half equals 9 one sixth Line 2: 11 three eighths minus 6 seven ninths equals 4 43 over 72 Line 3: 2 three fifths minus 5 nine tenths equals negative 3 three tenths"/>
          <p:cNvPicPr preferRelativeResize="0"/>
          <p:nvPr/>
        </p:nvPicPr>
        <p:blipFill>
          <a:blip r:embed="rId6">
            <a:alphaModFix/>
          </a:blip>
          <a:srcRect l="59573" t="34762" b="34759"/>
          <a:stretch>
            <a:fillRect/>
          </a:stretch>
        </p:blipFill>
        <p:spPr>
          <a:xfrm>
            <a:off x="5659588" y="5040700"/>
            <a:ext cx="1065471" cy="49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 descr="&lt;math xmlns=&quot;http://www.w3.org/1998/Math/MathML&quot; display=&quot;block&quot; data-is-equatio=&quot;1&quot; data-latex=&quot;\begin{array}{l}3\ \frac{2}{3}+5\ \frac{1}{2}\ =\ 9\ \frac{1}{6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2&lt;/mn&gt;&lt;mn&gt;3&lt;/mn&gt;&lt;/mfrac&gt;&lt;mo&gt;+&lt;/mo&gt;&lt;mn&gt;5&lt;/mn&gt;&lt;mtext&gt;&lt;/mtext&gt;&lt;mfrac&gt;&lt;mn&gt;1&lt;/mn&gt;&lt;mn&gt;2&lt;/mn&gt;&lt;/mfrac&gt;&lt;mtext&gt;&lt;/mtext&gt;&lt;mo&gt;=&lt;/mo&gt;&lt;mtext&gt;&lt;/mtext&gt;&lt;mn&gt;9&lt;/mn&gt;&lt;mtext&gt;&lt;/mtext&gt;&lt;mfrac&gt;&lt;mn&gt;1&lt;/mn&gt;&lt;mn&gt;6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title="3 lines Line 1: 3 two thirds plus 5 one half equals 9 one sixth Line 2: 11 three eighths minus 6 seven ninths equals 4 43 over 72 Line 3: 2 three fifths minus 5 nine tenths equals negative 3 three tenths"/>
          <p:cNvPicPr preferRelativeResize="0"/>
          <p:nvPr/>
        </p:nvPicPr>
        <p:blipFill>
          <a:blip r:embed="rId6">
            <a:alphaModFix/>
          </a:blip>
          <a:srcRect l="57029" t="69522"/>
          <a:stretch>
            <a:fillRect/>
          </a:stretch>
        </p:blipFill>
        <p:spPr>
          <a:xfrm>
            <a:off x="2391893" y="6286770"/>
            <a:ext cx="1132491" cy="49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 descr="&lt;math xmlns=&quot;http://www.w3.org/1998/Math/MathML&quot; display=&quot;block&quot; data-is-equatio=&quot;1&quot; data-latex=&quot;\begin{array}{l}3\ \frac{2}{3}+5\ \frac{1}{2}\ =\ 9\ \frac{1}{6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2&lt;/mn&gt;&lt;mn&gt;3&lt;/mn&gt;&lt;/mfrac&gt;&lt;mo&gt;+&lt;/mo&gt;&lt;mn&gt;5&lt;/mn&gt;&lt;mtext&gt;&lt;/mtext&gt;&lt;mfrac&gt;&lt;mn&gt;1&lt;/mn&gt;&lt;mn&gt;2&lt;/mn&gt;&lt;/mfrac&gt;&lt;mtext&gt;&lt;/mtext&gt;&lt;mo&gt;=&lt;/mo&gt;&lt;mtext&gt;&lt;/mtext&gt;&lt;mn&gt;9&lt;/mn&gt;&lt;mtext&gt;&lt;/mtext&gt;&lt;mfrac&gt;&lt;mn&gt;1&lt;/mn&gt;&lt;mn&gt;6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title="3 lines Line 1: 3 two thirds plus 5 one half equals 9 one sixth Line 2: 11 three eighths minus 6 seven ninths equals 4 43 over 72 Line 3: 2 three fifths minus 5 nine tenths equals negative 3 three tenths"/>
          <p:cNvPicPr preferRelativeResize="0"/>
          <p:nvPr/>
        </p:nvPicPr>
        <p:blipFill>
          <a:blip r:embed="rId6">
            <a:alphaModFix/>
          </a:blip>
          <a:srcRect r="30006" b="69522"/>
          <a:stretch>
            <a:fillRect/>
          </a:stretch>
        </p:blipFill>
        <p:spPr>
          <a:xfrm>
            <a:off x="993287" y="5047603"/>
            <a:ext cx="1844768" cy="49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 descr="&lt;math xmlns=&quot;http://www.w3.org/1998/Math/MathML&quot; display=&quot;block&quot; data-is-equatio=&quot;1&quot; data-latex=&quot;\begin{array}{l}3\ \frac{2}{3}+5\ \frac{1}{2}\ =\ 9\ \frac{1}{6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2&lt;/mn&gt;&lt;mn&gt;3&lt;/mn&gt;&lt;/mfrac&gt;&lt;mo&gt;+&lt;/mo&gt;&lt;mn&gt;5&lt;/mn&gt;&lt;mtext&gt;&lt;/mtext&gt;&lt;mfrac&gt;&lt;mn&gt;1&lt;/mn&gt;&lt;mn&gt;2&lt;/mn&gt;&lt;/mfrac&gt;&lt;mtext&gt;&lt;/mtext&gt;&lt;mo&gt;=&lt;/mo&gt;&lt;mtext&gt;&lt;/mtext&gt;&lt;mn&gt;9&lt;/mn&gt;&lt;mtext&gt;&lt;/mtext&gt;&lt;mfrac&gt;&lt;mn&gt;1&lt;/mn&gt;&lt;mn&gt;6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title="3 lines Line 1: 3 two thirds plus 5 one half equals 9 one sixth Line 2: 11 three eighths minus 6 seven ninths equals 4 43 over 72 Line 3: 2 three fifths minus 5 nine tenths equals negative 3 three tenths"/>
          <p:cNvPicPr preferRelativeResize="0"/>
          <p:nvPr/>
        </p:nvPicPr>
        <p:blipFill>
          <a:blip r:embed="rId6">
            <a:alphaModFix/>
          </a:blip>
          <a:srcRect t="34762" r="30006" b="34759"/>
          <a:stretch>
            <a:fillRect/>
          </a:stretch>
        </p:blipFill>
        <p:spPr>
          <a:xfrm>
            <a:off x="4089501" y="5040700"/>
            <a:ext cx="1844768" cy="49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 descr="&lt;math xmlns=&quot;http://www.w3.org/1998/Math/MathML&quot; display=&quot;block&quot; data-is-equatio=&quot;1&quot; data-latex=&quot;\begin{array}{l}3\ \frac{2}{3}+5\ \frac{1}{2}\ =\ 9\ \frac{1}{6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2&lt;/mn&gt;&lt;mn&gt;3&lt;/mn&gt;&lt;/mfrac&gt;&lt;mo&gt;+&lt;/mo&gt;&lt;mn&gt;5&lt;/mn&gt;&lt;mtext&gt;&lt;/mtext&gt;&lt;mfrac&gt;&lt;mn&gt;1&lt;/mn&gt;&lt;mn&gt;2&lt;/mn&gt;&lt;/mfrac&gt;&lt;mtext&gt;&lt;/mtext&gt;&lt;mo&gt;=&lt;/mo&gt;&lt;mtext&gt;&lt;/mtext&gt;&lt;mn&gt;9&lt;/mn&gt;&lt;mtext&gt;&lt;/mtext&gt;&lt;mfrac&gt;&lt;mn&gt;1&lt;/mn&gt;&lt;mn&gt;6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title="3 lines Line 1: 3 two thirds plus 5 one half equals 9 one sixth Line 2: 11 three eighths minus 6 seven ninths equals 4 43 over 72 Line 3: 2 three fifths minus 5 nine tenths equals negative 3 three tenths"/>
          <p:cNvPicPr preferRelativeResize="0"/>
          <p:nvPr/>
        </p:nvPicPr>
        <p:blipFill>
          <a:blip r:embed="rId6">
            <a:alphaModFix/>
          </a:blip>
          <a:srcRect l="-1882" t="69522" r="31884"/>
          <a:stretch>
            <a:fillRect/>
          </a:stretch>
        </p:blipFill>
        <p:spPr>
          <a:xfrm>
            <a:off x="839206" y="6286770"/>
            <a:ext cx="1844768" cy="49383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 txBox="1"/>
          <p:nvPr/>
        </p:nvSpPr>
        <p:spPr>
          <a:xfrm>
            <a:off x="460975" y="44540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following calculations using your calculator. Give your answer as a mixed number.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40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Converting fractions with technology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2024-01-08T16:43:32.750</cp:lastPrinted>
  <dcterms:created xsi:type="dcterms:W3CDTF">2024-01-08T16:43:32Z</dcterms:created>
  <dcterms:modified xsi:type="dcterms:W3CDTF">2024-01-08T16:43:41Z</dcterms:modified>
</cp:coreProperties>
</file>