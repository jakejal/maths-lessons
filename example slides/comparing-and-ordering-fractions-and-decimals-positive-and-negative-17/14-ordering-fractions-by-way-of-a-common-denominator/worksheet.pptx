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a03c9c63b6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03c9c63b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14" Type="http://schemas.openxmlformats.org/officeDocument/2006/relationships/image" Target="../media/image16.png" /><Relationship Id="rId15" Type="http://schemas.openxmlformats.org/officeDocument/2006/relationships/image" Target="../media/image17.png" /><Relationship Id="rId16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6.png" /><Relationship Id="rId11" Type="http://schemas.openxmlformats.org/officeDocument/2006/relationships/image" Target="../media/image27.png" /><Relationship Id="rId12" Type="http://schemas.openxmlformats.org/officeDocument/2006/relationships/image" Target="../media/image28.png" /><Relationship Id="rId13" Type="http://schemas.openxmlformats.org/officeDocument/2006/relationships/image" Target="../media/image2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Relationship Id="rId9" Type="http://schemas.openxmlformats.org/officeDocument/2006/relationships/image" Target="../media/image2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0.png" /><Relationship Id="rId4" Type="http://schemas.openxmlformats.org/officeDocument/2006/relationships/image" Target="../media/image31.png" /><Relationship Id="rId5" Type="http://schemas.openxmlformats.org/officeDocument/2006/relationships/image" Target="../media/image32.png" /><Relationship Id="rId6" Type="http://schemas.openxmlformats.org/officeDocument/2006/relationships/image" Target="../media/image3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Review writing equivalent fractions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52700"/>
            <a:ext cx="66240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numerator or denominator.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 descr="&lt;math xmlns=&quot;http://www.w3.org/1998/Math/MathML&quot; display=&quot;block&quot; data-is-equatio=&quot;1&quot; data-latex=&quot;\frac{3}{5}=\frac{15}{25}&quot;&gt;&lt;mfrac&gt;&lt;mn&gt;3&lt;/mn&gt;&lt;mn&gt;5&lt;/mn&gt;&lt;/mfrac&gt;&lt;mo&gt;=&lt;/mo&gt;&lt;mfrac&gt;&lt;mn&gt;15&lt;/mn&gt;&lt;mn&gt;25&lt;/mn&gt;&lt;/mfrac&gt;&lt;/math&gt;" title="three fifths equals 15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15" y="2897861"/>
            <a:ext cx="789802" cy="51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\frac{5}{8}=\frac{40}{64}&quot;&gt;&lt;mfrac&gt;&lt;mn&gt;5&lt;/mn&gt;&lt;mn&gt;8&lt;/mn&gt;&lt;/mfrac&gt;&lt;mo&gt;=&lt;/mo&gt;&lt;mfrac&gt;&lt;mn&gt;40&lt;/mn&gt;&lt;mn&gt;64&lt;/mn&gt;&lt;/mfrac&gt;&lt;/math&gt;" title="five eighths equals 40 over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3273" y="2200830"/>
            <a:ext cx="793674" cy="51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&lt;math xmlns=&quot;http://www.w3.org/1998/Math/MathML&quot; display=&quot;block&quot; data-is-equatio=&quot;1&quot; data-latex=&quot;\frac{11}{15}=\frac{44}{60}&quot;&gt;&lt;mfrac&gt;&lt;mn&gt;11&lt;/mn&gt;&lt;mn&gt;15&lt;/mn&gt;&lt;/mfrac&gt;&lt;mo&gt;=&lt;/mo&gt;&lt;mfrac&gt;&lt;mn&gt;44&lt;/mn&gt;&lt;mn&gt;60&lt;/mn&gt;&lt;/mfrac&gt;&lt;/math&gt;" title="11 over 15 equals 44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273" y="2879793"/>
            <a:ext cx="940794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\frac{24}{36}=\frac{2}{3}&quot;&gt;&lt;mfrac&gt;&lt;mn&gt;24&lt;/mn&gt;&lt;mn&gt;36&lt;/mn&gt;&lt;/mfrac&gt;&lt;mo&gt;=&lt;/mo&gt;&lt;mfrac&gt;&lt;mn&gt;2&lt;/mn&gt;&lt;mn&gt;3&lt;/mn&gt;&lt;/mfrac&gt;&lt;/math&gt;" title="24 over 36 equal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515" y="4268693"/>
            <a:ext cx="816903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9}{11}=\frac{90}{110}&quot;&gt;&lt;mfrac&gt;&lt;mn&gt;9&lt;/mn&gt;&lt;mn&gt;11&lt;/mn&gt;&lt;/mfrac&gt;&lt;mo&gt;=&lt;/mo&gt;&lt;mfrac&gt;&lt;mn&gt;90&lt;/mn&gt;&lt;mn&gt;110&lt;/mn&gt;&lt;/mfrac&gt;&lt;/math&gt;" title="9 over 11 equals 90 over 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515" y="2200830"/>
            <a:ext cx="1095657" cy="53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&lt;math xmlns=&quot;http://www.w3.org/1998/Math/MathML&quot; display=&quot;block&quot; data-is-equatio=&quot;1&quot; data-latex=&quot;\frac{28}{32}=\frac{7}{8}&quot;&gt;&lt;mfrac&gt;&lt;mn&gt;28&lt;/mn&gt;&lt;mn&gt;32&lt;/mn&gt;&lt;/mfrac&gt;&lt;mo&gt;=&lt;/mo&gt;&lt;mfrac&gt;&lt;mn&gt;7&lt;/mn&gt;&lt;mn&gt;8&lt;/mn&gt;&lt;/mfrac&gt;&lt;/math&gt;" title="28 over 32 equals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2515" y="3567791"/>
            <a:ext cx="840133" cy="54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\frac{91}{156}=\frac{7}{12}&quot;&gt;&lt;mfrac&gt;&lt;mn&gt;91&lt;/mn&gt;&lt;mn&gt;156&lt;/mn&gt;&lt;/mfrac&gt;&lt;mo&gt;=&lt;/mo&gt;&lt;mfrac&gt;&lt;mn&gt;7&lt;/mn&gt;&lt;mn&gt;12&lt;/mn&gt;&lt;/mfrac&gt;&lt;/math&gt;" title="91 over 156 equals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3273" y="3574243"/>
            <a:ext cx="1072428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\frac{340}{51}=\frac{20}{3}&quot;&gt;&lt;mfrac&gt;&lt;mn&gt;340&lt;/mn&gt;&lt;mn&gt;51&lt;/mn&gt;&lt;/mfrac&gt;&lt;mo&gt;=&lt;/mo&gt;&lt;mfrac&gt;&lt;mn&gt;20&lt;/mn&gt;&lt;mn&gt;3&lt;/mn&gt;&lt;/mfrac&gt;&lt;/math&gt;" title="340 over 51 equals 20 over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43273" y="4268693"/>
            <a:ext cx="1072428" cy="526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70582" y="2136100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0582" y="2800729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3511925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261042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927888" y="2148233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27888" y="2812863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925306" y="3524059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925306" y="4273175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530834" y="2136100"/>
            <a:ext cx="371700" cy="327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334847" y="3194959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32513" y="3546820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32513" y="4565512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737466" y="2506874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893037" y="3194959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243285" y="3883963"/>
            <a:ext cx="443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016238" y="4565512"/>
            <a:ext cx="2994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51191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of the following are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\frac{2}{3}=\frac{30}{48}&quot;&gt;&lt;mfrac&gt;&lt;mn&gt;2&lt;/mn&gt;&lt;mn&gt;3&lt;/mn&gt;&lt;/mfrac&gt;&lt;mo&gt;=&lt;/mo&gt;&lt;mfrac&gt;&lt;mn&gt;30&lt;/mn&gt;&lt;mn&gt;48&lt;/mn&gt;&lt;/mfrac&gt;&lt;/math&gt;" title="two thirds equals 30 over 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0578" y="5482758"/>
            <a:ext cx="751659" cy="48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7}{8}=\frac{21}{24}&quot;&gt;&lt;mfrac&gt;&lt;mn&gt;7&lt;/mn&gt;&lt;mn&gt;8&lt;/mn&gt;&lt;/mfrac&gt;&lt;mo&gt;=&lt;/mo&gt;&lt;mfrac&gt;&lt;mn&gt;21&lt;/mn&gt;&lt;mn&gt;24&lt;/mn&gt;&lt;/mfrac&gt;&lt;/math&gt;" title="seven eighths equals 21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7536" y="7060880"/>
            <a:ext cx="755139" cy="48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4}{9}=\frac{16}{36}&quot;&gt;&lt;mfrac&gt;&lt;mn&gt;4&lt;/mn&gt;&lt;mn&gt;9&lt;/mn&gt;&lt;/mfrac&gt;&lt;mo&gt;=&lt;/mo&gt;&lt;mfrac&gt;&lt;mn&gt;16&lt;/mn&gt;&lt;mn&gt;36&lt;/mn&gt;&lt;/mfrac&gt;&lt;/math&gt;" title="four ninths equals 16 over 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7966" y="6315781"/>
            <a:ext cx="734259" cy="4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8}{11}=\frac{56}{66}&quot;&gt;&lt;mfrac&gt;&lt;mn&gt;8&lt;/mn&gt;&lt;mn&gt;11&lt;/mn&gt;&lt;/mfrac&gt;&lt;mo&gt;=&lt;/mo&gt;&lt;mfrac&gt;&lt;mn&gt;56&lt;/mn&gt;&lt;mn&gt;66&lt;/mn&gt;&lt;/mfrac&gt;&lt;/math&gt;" title="8 over 11 equals 56 over 6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89416" y="5496679"/>
            <a:ext cx="817777" cy="45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96}{144}=\frac{2}{3}&quot;&gt;&lt;mfrac&gt;&lt;mn&gt;96&lt;/mn&gt;&lt;mn&gt;144&lt;/mn&gt;&lt;/mfrac&gt;&lt;mo&gt;=&lt;/mo&gt;&lt;mfrac&gt;&lt;mn&gt;2&lt;/mn&gt;&lt;mn&gt;3&lt;/mn&gt;&lt;/mfrac&gt;&lt;/math&gt;" title="96 over 144 equals two third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89410" y="6321712"/>
            <a:ext cx="869976" cy="48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256}{75}=\frac{16}{5}&quot;&gt;&lt;mfrac&gt;&lt;mn&gt;256&lt;/mn&gt;&lt;mn&gt;75&lt;/mn&gt;&lt;/mfrac&gt;&lt;mo&gt;=&lt;/mo&gt;&lt;mfrac&gt;&lt;mn&gt;16&lt;/mn&gt;&lt;mn&gt;5&lt;/mn&gt;&lt;/mfrac&gt;&lt;/math&gt;" title="256 over 75 equals sixteen fif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289415" y="7174590"/>
            <a:ext cx="929134" cy="45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3934076" y="5525167"/>
            <a:ext cx="244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Ordering fractions by way of a common denominator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0225" y="6618125"/>
            <a:ext cx="6624000" cy="11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 “         is exactly halfway between         and         .”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he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738800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Comparing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10775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equivalent fractions to decide which fraction is greater.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either &lt; or &gt; to make the statement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 descr="&lt;math xmlns=&quot;http://www.w3.org/1998/Math/MathML&quot; display=&quot;block&quot; data-is-equatio=&quot;1&quot; data-latex=&quot;\frac{3}{8}\ &amp;lt;\ \frac{10}{24}&quot;&gt;&lt;mfrac&gt;&lt;mn&gt;3&lt;/mn&gt;&lt;mn&gt;8&lt;/mn&gt;&lt;/mfrac&gt;&lt;mtext&gt;&lt;/mtext&gt;&lt;mo&gt;&amp;lt;&lt;/mo&gt;&lt;mtext&gt;&lt;/mtext&gt;&lt;mfrac&gt;&lt;mn&gt;10&lt;/mn&gt;&lt;mn&gt;24&lt;/mn&gt;&lt;/mfrac&gt;&lt;/math&gt;" title="three eighths is less than 10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10" y="1938202"/>
            <a:ext cx="854127" cy="476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&lt;math xmlns=&quot;http://www.w3.org/1998/Math/MathML&quot; display=&quot;block&quot; data-is-equatio=&quot;1&quot; data-latex=&quot;\frac{7}{11}\ &amp;lt;\ \frac{2}{3}&quot;&gt;&lt;mfrac&gt;&lt;mn&gt;7&lt;/mn&gt;&lt;mn&gt;11&lt;/mn&gt;&lt;/mfrac&gt;&lt;mtext&gt;&lt;/mtext&gt;&lt;mo&gt;&amp;lt;&lt;/mo&gt;&lt;mtext&gt;&lt;/mtext&gt;&lt;mfrac&gt;&lt;mn&gt;2&lt;/mn&gt;&lt;mn&gt;3&lt;/mn&gt;&lt;/mfrac&gt;&lt;/math&gt;" title="7 over 11 is less than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892" y="3800324"/>
            <a:ext cx="860987" cy="480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&lt;math xmlns=&quot;http://www.w3.org/1998/Math/MathML&quot; display=&quot;block&quot; data-is-equatio=&quot;1&quot; data-latex=&quot;\frac{5}{9}\ &amp;lt;\ \frac{5}{6}&quot;&gt;&lt;mfrac&gt;&lt;mn&gt;5&lt;/mn&gt;&lt;mn&gt;9&lt;/mn&gt;&lt;/mfrac&gt;&lt;mtext&gt;&lt;/mtext&gt;&lt;mo&gt;&amp;lt;&lt;/mo&gt;&lt;mtext&gt;&lt;/mtext&gt;&lt;mfrac&gt;&lt;mn&gt;5&lt;/mn&gt;&lt;mn&gt;6&lt;/mn&gt;&lt;/mfrac&gt;&lt;/math&gt;" title="five ninths is less than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180" y="1951925"/>
            <a:ext cx="699766" cy="44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&lt;math xmlns=&quot;http://www.w3.org/1998/Math/MathML&quot; display=&quot;block&quot; data-is-equatio=&quot;1&quot; data-latex=&quot;\frac{5}{12}\ &amp;lt;\ \frac{7}{15}&quot;&gt;&lt;mfrac&gt;&lt;mn&gt;5&lt;/mn&gt;&lt;mn&gt;12&lt;/mn&gt;&lt;/mfrac&gt;&lt;mtext&gt;&lt;/mtext&gt;&lt;mo&gt;&amp;lt;&lt;/mo&gt;&lt;mtext&gt;&lt;/mtext&gt;&lt;mfrac&gt;&lt;mn&gt;7&lt;/mn&gt;&lt;mn&gt;15&lt;/mn&gt;&lt;/mfrac&gt;&lt;/math&gt;" title="5 over 12 is less than 7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9193" y="2585183"/>
            <a:ext cx="919301" cy="45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&lt;math xmlns=&quot;http://www.w3.org/1998/Math/MathML&quot; display=&quot;block&quot; data-is-equatio=&quot;1&quot; data-latex=&quot;\frac{25}{75}\ &amp;gt;\ \frac{589}{1800}&quot;&gt;&lt;mfrac&gt;&lt;mn&gt;25&lt;/mn&gt;&lt;mn&gt;75&lt;/mn&gt;&lt;/mfrac&gt;&lt;mtext&gt;&lt;/mtext&gt;&lt;mo&gt;&amp;gt;&lt;/mo&gt;&lt;mtext&gt;&lt;/mtext&gt;&lt;mfrac&gt;&lt;mn&gt;589&lt;/mn&gt;&lt;mn&gt;1800&lt;/mn&gt;&lt;/mfrac&gt;&lt;/math&gt;" title="25 over 75 is greater than 589 over 18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9175" y="3814041"/>
            <a:ext cx="1131975" cy="452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&lt;math xmlns=&quot;http://www.w3.org/1998/Math/MathML&quot; display=&quot;block&quot; data-is-equatio=&quot;1&quot; data-latex=&quot;\frac{4}{7}\ &amp;gt;\ \frac{24}{49}&quot;&gt;&lt;mfrac&gt;&lt;mn&gt;4&lt;/mn&gt;&lt;mn&gt;7&lt;/mn&gt;&lt;/mfrac&gt;&lt;mtext&gt;&lt;/mtext&gt;&lt;mo&gt;&amp;gt;&lt;/mo&gt;&lt;mtext&gt;&lt;/mtext&gt;&lt;mfrac&gt;&lt;mn&gt;24&lt;/mn&gt;&lt;mn&gt;49&lt;/mn&gt;&lt;/mfrac&gt;&lt;/math&gt;" title="four sevenths is greater than 24 over 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8600" y="2555613"/>
            <a:ext cx="833545" cy="46650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68000" y="202794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265373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3279521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3996555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857661" y="202794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857661" y="2684147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857661" y="3340351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857661" y="3996555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 descr="&lt;math xmlns=&quot;http://www.w3.org/1998/Math/MathML&quot; display=&quot;block&quot; data-is-equatio=&quot;1&quot; data-latex=&quot;\begin{array}{l}\frac{1}{7}\ &amp;gt;\ \frac{3}{31}\\&amp;#13;&amp;#10;\end{array}&quot;&gt;&lt;mtable columnalign=&quot;left&quot; columnspacing=&quot;1em&quot; rowspacing=&quot;4pt&quot;&gt;&lt;mtr&gt;&lt;mtd&gt;&lt;mfrac&gt;&lt;mn&gt;1&lt;/mn&gt;&lt;mn&gt;7&lt;/mn&gt;&lt;/mfrac&gt;&lt;mtext&gt;&lt;/mtext&gt;&lt;mo&gt;&amp;gt;&lt;/mo&gt;&lt;mtext&gt;&lt;/mtext&gt;&lt;mfrac&gt;&lt;mn&gt;3&lt;/mn&gt;&lt;mn&gt;31&lt;/mn&gt;&lt;/mfrac&gt;&lt;/mtd&gt;&lt;/mtr&gt;&lt;/mtable&gt;&lt;/math&gt;" title="1 lines Line 1: one seventh is greater than 3 over 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29183" y="3225301"/>
            <a:ext cx="960832" cy="40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&lt;math xmlns=&quot;http://www.w3.org/1998/Math/MathML&quot; display=&quot;block&quot; data-is-equatio=&quot;1&quot; data-latex=&quot;\begin{array}{l}\frac{8}{21}\ &amp;gt;\ \frac{5}{14}\\&amp;#13;&amp;#10;\end{array}&quot;&gt;&lt;mtable columnalign=&quot;left&quot; columnspacing=&quot;1em&quot; rowspacing=&quot;4pt&quot;&gt;&lt;mtr&gt;&lt;mtd&gt;&lt;mfrac&gt;&lt;mn&gt;8&lt;/mn&gt;&lt;mn&gt;21&lt;/mn&gt;&lt;/mfrac&gt;&lt;mtext&gt;&lt;/mtext&gt;&lt;mo&gt;&amp;gt;&lt;/mo&gt;&lt;mtext&gt;&lt;/mtext&gt;&lt;mfrac&gt;&lt;mn&gt;5&lt;/mn&gt;&lt;mn&gt;14&lt;/mn&gt;&lt;/mfrac&gt;&lt;/mtd&gt;&lt;/mtr&gt;&lt;/mtable&gt;&lt;/math&gt;" title="1 lines Line 1: 8 over 21 is greater than 5 over 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7864" y="3225300"/>
            <a:ext cx="1066816" cy="4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1067893" y="2042026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067893" y="2627130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228998" y="3249508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189090" y="3878748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449435" y="2014896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530247" y="2651577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499925" y="3266006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34095" y="3880444"/>
            <a:ext cx="317100" cy="32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0225" y="5130350"/>
            <a:ext cx="66240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words ‘greater’ and ‘less’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is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       but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than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3344" y="5787508"/>
            <a:ext cx="257390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94771" y="5787508"/>
            <a:ext cx="252163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12258" y="5803748"/>
            <a:ext cx="257390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20495" y="6494843"/>
            <a:ext cx="260205" cy="469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65861" y="6442542"/>
            <a:ext cx="270226" cy="49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45668" y="6442542"/>
            <a:ext cx="275828" cy="497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" name="Shape 241"/>
        <p:cNvGrpSpPr/>
        <p:nvPr/>
      </p:nvGrpSpPr>
      <p:grpSpPr>
        <a:xfrm>
          <a:off x="0" y="0"/>
          <a:ext cx="0" cy="0"/>
        </a:xfrm>
      </p:grpSpPr>
      <p:sp>
        <p:nvSpPr>
          <p:cNvPr id="242" name="Google Shape;24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3" name="Google Shape;243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sp>
        <p:nvSpPr>
          <p:cNvPr id="244" name="Google Shape;244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68000" y="1103950"/>
            <a:ext cx="6624000" cy="12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fractions with a common denominator and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3790511" y="1708018"/>
            <a:ext cx="443100" cy="18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2" descr="&lt;math xmlns=&quot;http://www.w3.org/1998/Math/MathML&quot; display=&quot;block&quot; data-is-equatio=&quot;1&quot; data-latex=&quot;\begin{array}{l}\frac{7}{10}\ \ \ \ \ \frac{3}{4}\ \ \ \ \ \frac{3}{5}\ \ \ \ \ \frac{11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11&lt;/mn&gt;&lt;mn&gt;20&lt;/mn&gt;&lt;/mfrac&gt;&lt;/mtd&gt;&lt;/mtr&gt;&lt;/mtable&gt;&lt;/math&gt;" title="1 lines Line 1: seven tenths three fourths three fifths 11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80" y="1708023"/>
            <a:ext cx="2038604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&lt;math xmlns=&quot;http://www.w3.org/1998/Math/MathML&quot; display=&quot;block&quot; data-is-equatio=&quot;1&quot; data-latex=&quot;\begin{array}{l}\frac{13}{20}\ \ \ \ \ \frac{17}{25}\ \ \ \ \ \frac{7}{10}\ \ \ \ \ \frac{3}{5}\ \ \ \ \ \frac{3}{4}\end{array}&quot;&gt;&lt;mtable columnalign=&quot;left&quot; columnspacing=&quot;1em&quot; rowspacing=&quot;4pt&quot;&gt;&lt;mtr&gt;&lt;mtd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title="1 lines Line 1: 13 over 20 17 over 25 seven tenths three fifths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2936" y="1738226"/>
            <a:ext cx="2705783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2947" y="2989315"/>
            <a:ext cx="2605177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&lt;math xmlns=&quot;http://www.w3.org/1998/Math/MathML&quot; display=&quot;block&quot; data-is-equatio=&quot;1&quot; data-latex=&quot;\begin{array}{l}\frac{3}{4}\ \ \ \ \ \frac{9}{16}\ \ \ \ \ \frac{5}{8}\ \ \ \ \ \frac{1}{2}\end{array}&quot;&gt;&lt;mtable columnalign=&quot;left&quot; columnspacing=&quot;1em&quot; rowspacing=&quot;4pt&quot;&gt;&lt;mtr&gt;&lt;mtd&gt;&lt;mfrac&gt;&lt;mn&gt;3&lt;/mn&gt;&lt;mn&gt;4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1&lt;/mn&gt;&lt;mn&gt;2&lt;/mn&gt;&lt;/mfrac&gt;&lt;/mtd&gt;&lt;/mtr&gt;&lt;/mtable&gt;&lt;/math&gt;" title="1 lines Line 1: three fourths 9 over 16 five eighth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074" y="2991957"/>
            <a:ext cx="1916817" cy="39713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Order fractions using equivalent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Ordering fractions by way of a common denominator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2024-01-08T16:44:46.010</cp:lastPrinted>
  <dcterms:created xsi:type="dcterms:W3CDTF">2024-01-08T16:44:46Z</dcterms:created>
  <dcterms:modified xsi:type="dcterms:W3CDTF">2024-01-08T16:44:39Z</dcterms:modified>
</cp:coreProperties>
</file>