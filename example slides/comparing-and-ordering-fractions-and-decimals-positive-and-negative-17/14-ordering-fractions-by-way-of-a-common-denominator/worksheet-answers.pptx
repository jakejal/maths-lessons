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0" name="Shape 220"/>
        <p:cNvGrpSpPr/>
        <p:nvPr/>
      </p:nvGrpSpPr>
      <p:grpSpPr>
        <a:xfrm>
          <a:off x="0" y="0"/>
          <a:ext cx="0" cy="0"/>
        </a:xfrm>
      </p:grpSpPr>
      <p:sp>
        <p:nvSpPr>
          <p:cNvPr id="221" name="Google Shape;221;g2a03fa5845a_0_87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a03fa5845a_0_8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5" name="Shape 265"/>
        <p:cNvGrpSpPr/>
        <p:nvPr/>
      </p:nvGrpSpPr>
      <p:grpSpPr>
        <a:xfrm>
          <a:off x="0" y="0"/>
          <a:ext cx="0" cy="0"/>
        </a:xfrm>
      </p:grpSpPr>
      <p:sp>
        <p:nvSpPr>
          <p:cNvPr id="266" name="Google Shape;266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15" Type="http://schemas.openxmlformats.org/officeDocument/2006/relationships/image" Target="../media/image19.png" /><Relationship Id="rId16" Type="http://schemas.openxmlformats.org/officeDocument/2006/relationships/image" Target="../media/image20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10" Type="http://schemas.openxmlformats.org/officeDocument/2006/relationships/image" Target="../media/image28.png" /><Relationship Id="rId11" Type="http://schemas.openxmlformats.org/officeDocument/2006/relationships/image" Target="../media/image29.png" /><Relationship Id="rId12" Type="http://schemas.openxmlformats.org/officeDocument/2006/relationships/image" Target="../media/image30.png" /><Relationship Id="rId13" Type="http://schemas.openxmlformats.org/officeDocument/2006/relationships/image" Target="../media/image31.png" /><Relationship Id="rId14" Type="http://schemas.openxmlformats.org/officeDocument/2006/relationships/image" Target="../media/image32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21.png" /><Relationship Id="rId4" Type="http://schemas.openxmlformats.org/officeDocument/2006/relationships/image" Target="../media/image22.png" /><Relationship Id="rId5" Type="http://schemas.openxmlformats.org/officeDocument/2006/relationships/image" Target="../media/image23.png" /><Relationship Id="rId6" Type="http://schemas.openxmlformats.org/officeDocument/2006/relationships/image" Target="../media/image24.png" /><Relationship Id="rId7" Type="http://schemas.openxmlformats.org/officeDocument/2006/relationships/image" Target="../media/image25.png" /><Relationship Id="rId8" Type="http://schemas.openxmlformats.org/officeDocument/2006/relationships/image" Target="../media/image26.png" /><Relationship Id="rId9" Type="http://schemas.openxmlformats.org/officeDocument/2006/relationships/image" Target="../media/image27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40.png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33.png" /><Relationship Id="rId4" Type="http://schemas.openxmlformats.org/officeDocument/2006/relationships/image" Target="../media/image34.png" /><Relationship Id="rId5" Type="http://schemas.openxmlformats.org/officeDocument/2006/relationships/image" Target="../media/image35.png" /><Relationship Id="rId6" Type="http://schemas.openxmlformats.org/officeDocument/2006/relationships/image" Target="../media/image36.png" /><Relationship Id="rId7" Type="http://schemas.openxmlformats.org/officeDocument/2006/relationships/image" Target="../media/image37.png" /><Relationship Id="rId8" Type="http://schemas.openxmlformats.org/officeDocument/2006/relationships/image" Target="../media/image38.png" /><Relationship Id="rId9" Type="http://schemas.openxmlformats.org/officeDocument/2006/relationships/image" Target="../media/image3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Ordering fractions by way of a common denominator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614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Review writing equivalent fractions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52700"/>
            <a:ext cx="66240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numerator or denominator.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 descr="&lt;math xmlns=&quot;http://www.w3.org/1998/Math/MathML&quot; display=&quot;block&quot; data-is-equatio=&quot;1&quot; data-latex=&quot;\frac{3}{5}=\frac{15}{25}&quot;&gt;&lt;mfrac&gt;&lt;mn&gt;3&lt;/mn&gt;&lt;mn&gt;5&lt;/mn&gt;&lt;/mfrac&gt;&lt;mo&gt;=&lt;/mo&gt;&lt;mfrac&gt;&lt;mn&gt;15&lt;/mn&gt;&lt;mn&gt;25&lt;/mn&gt;&lt;/mfrac&gt;&lt;/math&gt;" title="three fifths equals 15 over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515" y="2897861"/>
            <a:ext cx="789802" cy="511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&lt;math xmlns=&quot;http://www.w3.org/1998/Math/MathML&quot; display=&quot;block&quot; data-is-equatio=&quot;1&quot; data-latex=&quot;\frac{5}{8}=\frac{40}{64}&quot;&gt;&lt;mfrac&gt;&lt;mn&gt;5&lt;/mn&gt;&lt;mn&gt;8&lt;/mn&gt;&lt;/mfrac&gt;&lt;mo&gt;=&lt;/mo&gt;&lt;mfrac&gt;&lt;mn&gt;40&lt;/mn&gt;&lt;mn&gt;64&lt;/mn&gt;&lt;/mfrac&gt;&lt;/math&gt;" title="five eighths equals 40 over 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3273" y="2200830"/>
            <a:ext cx="793674" cy="511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&lt;math xmlns=&quot;http://www.w3.org/1998/Math/MathML&quot; display=&quot;block&quot; data-is-equatio=&quot;1&quot; data-latex=&quot;\frac{11}{15}=\frac{44}{60}&quot;&gt;&lt;mfrac&gt;&lt;mn&gt;11&lt;/mn&gt;&lt;mn&gt;15&lt;/mn&gt;&lt;/mfrac&gt;&lt;mo&gt;=&lt;/mo&gt;&lt;mfrac&gt;&lt;mn&gt;44&lt;/mn&gt;&lt;mn&gt;60&lt;/mn&gt;&lt;/mfrac&gt;&lt;/math&gt;" title="11 over 15 equals 44 over 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3273" y="2879793"/>
            <a:ext cx="940794" cy="526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&lt;math xmlns=&quot;http://www.w3.org/1998/Math/MathML&quot; display=&quot;block&quot; data-is-equatio=&quot;1&quot; data-latex=&quot;\frac{24}{36}=\frac{2}{3}&quot;&gt;&lt;mfrac&gt;&lt;mn&gt;24&lt;/mn&gt;&lt;mn&gt;36&lt;/mn&gt;&lt;/mfrac&gt;&lt;mo&gt;=&lt;/mo&gt;&lt;mfrac&gt;&lt;mn&gt;2&lt;/mn&gt;&lt;mn&gt;3&lt;/mn&gt;&lt;/mfrac&gt;&lt;/math&gt;" title="24 over 36 equals 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2515" y="4268693"/>
            <a:ext cx="816903" cy="526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&lt;math xmlns=&quot;http://www.w3.org/1998/Math/MathML&quot; display=&quot;block&quot; data-is-equatio=&quot;1&quot; data-latex=&quot;\frac{9}{11}=\frac{90}{110}&quot;&gt;&lt;mfrac&gt;&lt;mn&gt;9&lt;/mn&gt;&lt;mn&gt;11&lt;/mn&gt;&lt;/mfrac&gt;&lt;mo&gt;=&lt;/mo&gt;&lt;mfrac&gt;&lt;mn&gt;90&lt;/mn&gt;&lt;mn&gt;110&lt;/mn&gt;&lt;/mfrac&gt;&lt;/math&gt;" title="9 over 11 equals 90 over 1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2515" y="2200830"/>
            <a:ext cx="1095657" cy="53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&lt;math xmlns=&quot;http://www.w3.org/1998/Math/MathML&quot; display=&quot;block&quot; data-is-equatio=&quot;1&quot; data-latex=&quot;\frac{28}{32}=\frac{7}{8}&quot;&gt;&lt;mfrac&gt;&lt;mn&gt;28&lt;/mn&gt;&lt;mn&gt;32&lt;/mn&gt;&lt;/mfrac&gt;&lt;mo&gt;=&lt;/mo&gt;&lt;mfrac&gt;&lt;mn&gt;7&lt;/mn&gt;&lt;mn&gt;8&lt;/mn&gt;&lt;/mfrac&gt;&lt;/math&gt;" title="28 over 32 equals seven eigh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2515" y="3567791"/>
            <a:ext cx="840133" cy="542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&lt;math xmlns=&quot;http://www.w3.org/1998/Math/MathML&quot; display=&quot;block&quot; data-is-equatio=&quot;1&quot; data-latex=&quot;\frac{91}{156}=\frac{7}{12}&quot;&gt;&lt;mfrac&gt;&lt;mn&gt;91&lt;/mn&gt;&lt;mn&gt;156&lt;/mn&gt;&lt;/mfrac&gt;&lt;mo&gt;=&lt;/mo&gt;&lt;mfrac&gt;&lt;mn&gt;7&lt;/mn&gt;&lt;mn&gt;12&lt;/mn&gt;&lt;/mfrac&gt;&lt;/math&gt;" title="91 over 156 equals 7 over 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43273" y="3574243"/>
            <a:ext cx="1072428" cy="526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&lt;math xmlns=&quot;http://www.w3.org/1998/Math/MathML&quot; display=&quot;block&quot; data-is-equatio=&quot;1&quot; data-latex=&quot;\frac{340}{51}=\frac{20}{3}&quot;&gt;&lt;mfrac&gt;&lt;mn&gt;340&lt;/mn&gt;&lt;mn&gt;51&lt;/mn&gt;&lt;/mfrac&gt;&lt;mo&gt;=&lt;/mo&gt;&lt;mfrac&gt;&lt;mn&gt;20&lt;/mn&gt;&lt;mn&gt;3&lt;/mn&gt;&lt;/mfrac&gt;&lt;/math&gt;" title="340 over 51 equals 20 over 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43273" y="4268693"/>
            <a:ext cx="1072428" cy="52653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470582" y="2136100"/>
            <a:ext cx="23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70582" y="2800729"/>
            <a:ext cx="23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68000" y="3511925"/>
            <a:ext cx="23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68000" y="4261042"/>
            <a:ext cx="23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3927888" y="2148233"/>
            <a:ext cx="23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3927888" y="2812863"/>
            <a:ext cx="23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3925306" y="3524059"/>
            <a:ext cx="23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925306" y="4273175"/>
            <a:ext cx="23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1530834" y="2136100"/>
            <a:ext cx="371700" cy="327000"/>
          </a:xfrm>
          <a:prstGeom prst="rect">
            <a:avLst/>
          </a:prstGeom>
          <a:noFill/>
          <a:ln w="38100" cap="flat" cmpd="sng">
            <a:solidFill>
              <a:srgbClr val="845AD9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1334847" y="3194959"/>
            <a:ext cx="299400" cy="257100"/>
          </a:xfrm>
          <a:prstGeom prst="rect">
            <a:avLst/>
          </a:prstGeom>
          <a:noFill/>
          <a:ln w="38100" cap="flat" cmpd="sng">
            <a:solidFill>
              <a:srgbClr val="845AD9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832513" y="3546820"/>
            <a:ext cx="299400" cy="257100"/>
          </a:xfrm>
          <a:prstGeom prst="rect">
            <a:avLst/>
          </a:prstGeom>
          <a:noFill/>
          <a:ln w="38100" cap="flat" cmpd="sng">
            <a:solidFill>
              <a:srgbClr val="845AD9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832513" y="4565512"/>
            <a:ext cx="299400" cy="257100"/>
          </a:xfrm>
          <a:prstGeom prst="rect">
            <a:avLst/>
          </a:prstGeom>
          <a:noFill/>
          <a:ln w="38100" cap="flat" cmpd="sng">
            <a:solidFill>
              <a:srgbClr val="845AD9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737466" y="2506874"/>
            <a:ext cx="299400" cy="257100"/>
          </a:xfrm>
          <a:prstGeom prst="rect">
            <a:avLst/>
          </a:prstGeom>
          <a:noFill/>
          <a:ln w="38100" cap="flat" cmpd="sng">
            <a:solidFill>
              <a:srgbClr val="845AD9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893037" y="3194959"/>
            <a:ext cx="299400" cy="257100"/>
          </a:xfrm>
          <a:prstGeom prst="rect">
            <a:avLst/>
          </a:prstGeom>
          <a:noFill/>
          <a:ln w="38100" cap="flat" cmpd="sng">
            <a:solidFill>
              <a:srgbClr val="845AD9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243285" y="3883963"/>
            <a:ext cx="443400" cy="257100"/>
          </a:xfrm>
          <a:prstGeom prst="rect">
            <a:avLst/>
          </a:prstGeom>
          <a:noFill/>
          <a:ln w="38100" cap="flat" cmpd="sng">
            <a:solidFill>
              <a:srgbClr val="845AD9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5016238" y="4565512"/>
            <a:ext cx="299400" cy="257100"/>
          </a:xfrm>
          <a:prstGeom prst="rect">
            <a:avLst/>
          </a:prstGeom>
          <a:noFill/>
          <a:ln w="38100" cap="flat" cmpd="sng">
            <a:solidFill>
              <a:srgbClr val="845AD9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67998" y="5119100"/>
            <a:ext cx="6624000" cy="2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Which of the following are </a:t>
            </a:r>
            <a:r>
              <a:rPr lang="en-GB" sz="12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0" name="Google Shape;200;p20" descr="&lt;math xmlns=&quot;http://www.w3.org/1998/Math/MathML&quot; display=&quot;block&quot; data-is-equatio=&quot;1&quot; data-latex=&quot;\frac{2}{3}=\frac{30}{48}&quot;&gt;&lt;mfrac&gt;&lt;mn&gt;2&lt;/mn&gt;&lt;mn&gt;3&lt;/mn&gt;&lt;/mfrac&gt;&lt;mo&gt;=&lt;/mo&gt;&lt;mfrac&gt;&lt;mn&gt;30&lt;/mn&gt;&lt;mn&gt;48&lt;/mn&gt;&lt;/mfrac&gt;&lt;/math&gt;" title="two thirds equals 30 over 4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10578" y="5482758"/>
            <a:ext cx="751659" cy="483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&lt;math xmlns=&quot;http://www.w3.org/1998/Math/MathML&quot; display=&quot;block&quot; data-is-equatio=&quot;1&quot; data-latex=&quot;\frac{7}{8}=\frac{21}{24}&quot;&gt;&lt;mfrac&gt;&lt;mn&gt;7&lt;/mn&gt;&lt;mn&gt;8&lt;/mn&gt;&lt;/mfrac&gt;&lt;mo&gt;=&lt;/mo&gt;&lt;mfrac&gt;&lt;mn&gt;21&lt;/mn&gt;&lt;mn&gt;24&lt;/mn&gt;&lt;/mfrac&gt;&lt;/math&gt;" title="seven eighths equals 21 over 2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17536" y="7060880"/>
            <a:ext cx="755139" cy="487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&lt;math xmlns=&quot;http://www.w3.org/1998/Math/MathML&quot; display=&quot;block&quot; data-is-equatio=&quot;1&quot; data-latex=&quot;\frac{4}{9}=\frac{16}{36}&quot;&gt;&lt;mfrac&gt;&lt;mn&gt;4&lt;/mn&gt;&lt;mn&gt;9&lt;/mn&gt;&lt;/mfrac&gt;&lt;mo&gt;=&lt;/mo&gt;&lt;mfrac&gt;&lt;mn&gt;16&lt;/mn&gt;&lt;mn&gt;36&lt;/mn&gt;&lt;/mfrac&gt;&lt;/math&gt;" title="four ninths equals 16 over 3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27966" y="6315781"/>
            <a:ext cx="734259" cy="47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&lt;math xmlns=&quot;http://www.w3.org/1998/Math/MathML&quot; display=&quot;block&quot; data-is-equatio=&quot;1&quot; data-latex=&quot;\frac{8}{11}=\frac{56}{66}&quot;&gt;&lt;mfrac&gt;&lt;mn&gt;8&lt;/mn&gt;&lt;mn&gt;11&lt;/mn&gt;&lt;/mfrac&gt;&lt;mo&gt;=&lt;/mo&gt;&lt;mfrac&gt;&lt;mn&gt;56&lt;/mn&gt;&lt;mn&gt;66&lt;/mn&gt;&lt;/mfrac&gt;&lt;/math&gt;" title="8 over 11 equals 56 over 6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289416" y="5496679"/>
            <a:ext cx="817777" cy="455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&lt;math xmlns=&quot;http://www.w3.org/1998/Math/MathML&quot; display=&quot;block&quot; data-is-equatio=&quot;1&quot; data-latex=&quot;\frac{96}{144}=\frac{2}{3}&quot;&gt;&lt;mfrac&gt;&lt;mn&gt;96&lt;/mn&gt;&lt;mn&gt;144&lt;/mn&gt;&lt;/mfrac&gt;&lt;mo&gt;=&lt;/mo&gt;&lt;mfrac&gt;&lt;mn&gt;2&lt;/mn&gt;&lt;mn&gt;3&lt;/mn&gt;&lt;/mfrac&gt;&lt;/math&gt;" title="96 over 144 equals two thirds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289410" y="6321712"/>
            <a:ext cx="869976" cy="483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&lt;math xmlns=&quot;http://www.w3.org/1998/Math/MathML&quot; display=&quot;block&quot; data-is-equatio=&quot;1&quot; data-latex=&quot;\frac{256}{75}=\frac{16}{5}&quot;&gt;&lt;mfrac&gt;&lt;mn&gt;256&lt;/mn&gt;&lt;mn&gt;75&lt;/mn&gt;&lt;/mfrac&gt;&lt;mo&gt;=&lt;/mo&gt;&lt;mfrac&gt;&lt;mn&gt;16&lt;/mn&gt;&lt;mn&gt;5&lt;/mn&gt;&lt;/mfrac&gt;&lt;/math&gt;" title="256 over 75 equals sixteen fifths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289415" y="7174590"/>
            <a:ext cx="929134" cy="45934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3934076" y="5525167"/>
            <a:ext cx="2448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 flipH="1">
            <a:off x="1981283" y="5496689"/>
            <a:ext cx="4179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15</a:t>
            </a:r>
            <a:endParaRPr sz="1200" u="sng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 flipH="1">
            <a:off x="1981283" y="6337650"/>
            <a:ext cx="4179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4</a:t>
            </a:r>
            <a:endParaRPr sz="1200" u="sng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 flipH="1">
            <a:off x="1981283" y="7080641"/>
            <a:ext cx="4179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3</a:t>
            </a:r>
            <a:endParaRPr sz="1200" u="sng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 flipH="1">
            <a:off x="5536565" y="5496689"/>
            <a:ext cx="4179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7</a:t>
            </a:r>
            <a:endParaRPr sz="1200" u="sng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 flipH="1">
            <a:off x="5536562" y="6337645"/>
            <a:ext cx="7344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 48</a:t>
            </a:r>
            <a:endParaRPr sz="1200" u="sng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 48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 flipH="1">
            <a:off x="5536511" y="7156669"/>
            <a:ext cx="5523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 16</a:t>
            </a:r>
            <a:endParaRPr sz="1200" u="sng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 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 flipH="1">
            <a:off x="2605308" y="5565621"/>
            <a:ext cx="5229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False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 flipH="1">
            <a:off x="2634416" y="6315773"/>
            <a:ext cx="5229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True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 flipH="1">
            <a:off x="2605308" y="7113851"/>
            <a:ext cx="5229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True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 flipH="1">
            <a:off x="6229441" y="5601826"/>
            <a:ext cx="5229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False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 flipH="1">
            <a:off x="6270812" y="6453718"/>
            <a:ext cx="5229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True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 flipH="1">
            <a:off x="6270812" y="7219953"/>
            <a:ext cx="5229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False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9" name="Google Shape;219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3" name="Shape 223"/>
        <p:cNvGrpSpPr/>
        <p:nvPr/>
      </p:nvGrpSpPr>
      <p:grpSpPr>
        <a:xfrm>
          <a:off x="0" y="0"/>
          <a:ext cx="0" cy="0"/>
        </a:xfrm>
      </p:grpSpPr>
      <p:sp>
        <p:nvSpPr>
          <p:cNvPr id="224" name="Google Shape;224;p21"/>
          <p:cNvSpPr txBox="1"/>
          <p:nvPr/>
        </p:nvSpPr>
        <p:spPr>
          <a:xfrm>
            <a:off x="460225" y="6618125"/>
            <a:ext cx="6624000" cy="11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says “         is exactly halfway between         and         .”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he correct?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Jacob is correct as there is     between     and     , as well as between     and     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Ordering fractions by way of a common denominator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468000" y="738800"/>
            <a:ext cx="662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Comparing fractions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468000" y="1077500"/>
            <a:ext cx="6624000" cy="8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equivalent fractions to decide which fraction is greater.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Insert either &lt; or &gt; to make the statement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" name="Google Shape;228;p21" descr="&lt;math xmlns=&quot;http://www.w3.org/1998/Math/MathML&quot; display=&quot;block&quot; data-is-equatio=&quot;1&quot; data-latex=&quot;\frac{3}{8}\ &amp;lt;\ \frac{10}{24}&quot;&gt;&lt;mfrac&gt;&lt;mn&gt;3&lt;/mn&gt;&lt;mn&gt;8&lt;/mn&gt;&lt;/mfrac&gt;&lt;mtext&gt;&lt;/mtext&gt;&lt;mo&gt;&amp;lt;&lt;/mo&gt;&lt;mtext&gt;&lt;/mtext&gt;&lt;mfrac&gt;&lt;mn&gt;10&lt;/mn&gt;&lt;mn&gt;24&lt;/mn&gt;&lt;/mfrac&gt;&lt;/math&gt;" title="three eighths is less than 10 over 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310" y="1938202"/>
            <a:ext cx="854127" cy="476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&lt;math xmlns=&quot;http://www.w3.org/1998/Math/MathML&quot; display=&quot;block&quot; data-is-equatio=&quot;1&quot; data-latex=&quot;\frac{7}{11}\ &amp;lt;\ \frac{2}{3}&quot;&gt;&lt;mfrac&gt;&lt;mn&gt;7&lt;/mn&gt;&lt;mn&gt;11&lt;/mn&gt;&lt;/mfrac&gt;&lt;mtext&gt;&lt;/mtext&gt;&lt;mo&gt;&amp;lt;&lt;/mo&gt;&lt;mtext&gt;&lt;/mtext&gt;&lt;mfrac&gt;&lt;mn&gt;2&lt;/mn&gt;&lt;mn&gt;3&lt;/mn&gt;&lt;/mfrac&gt;&lt;/math&gt;" title="7 over 11 is less than 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892" y="3800324"/>
            <a:ext cx="860987" cy="480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&lt;math xmlns=&quot;http://www.w3.org/1998/Math/MathML&quot; display=&quot;block&quot; data-is-equatio=&quot;1&quot; data-latex=&quot;\frac{5}{9}\ &amp;lt;\ \frac{5}{6}&quot;&gt;&lt;mfrac&gt;&lt;mn&gt;5&lt;/mn&gt;&lt;mn&gt;9&lt;/mn&gt;&lt;/mfrac&gt;&lt;mtext&gt;&lt;/mtext&gt;&lt;mo&gt;&amp;lt;&lt;/mo&gt;&lt;mtext&gt;&lt;/mtext&gt;&lt;mfrac&gt;&lt;mn&gt;5&lt;/mn&gt;&lt;mn&gt;6&lt;/mn&gt;&lt;/mfrac&gt;&lt;/math&gt;" title="five ninths is less than five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9180" y="1951925"/>
            <a:ext cx="699766" cy="449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&lt;math xmlns=&quot;http://www.w3.org/1998/Math/MathML&quot; display=&quot;block&quot; data-is-equatio=&quot;1&quot; data-latex=&quot;\frac{5}{12}\ &amp;lt;\ \frac{7}{15}&quot;&gt;&lt;mfrac&gt;&lt;mn&gt;5&lt;/mn&gt;&lt;mn&gt;12&lt;/mn&gt;&lt;/mfrac&gt;&lt;mtext&gt;&lt;/mtext&gt;&lt;mo&gt;&amp;lt;&lt;/mo&gt;&lt;mtext&gt;&lt;/mtext&gt;&lt;mfrac&gt;&lt;mn&gt;7&lt;/mn&gt;&lt;mn&gt;15&lt;/mn&gt;&lt;/mfrac&gt;&lt;/math&gt;" title="5 over 12 is less than 7 over 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29193" y="2585183"/>
            <a:ext cx="919301" cy="456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&lt;math xmlns=&quot;http://www.w3.org/1998/Math/MathML&quot; display=&quot;block&quot; data-is-equatio=&quot;1&quot; data-latex=&quot;\frac{25}{75}\ &amp;gt;\ \frac{589}{1800}&quot;&gt;&lt;mfrac&gt;&lt;mn&gt;25&lt;/mn&gt;&lt;mn&gt;75&lt;/mn&gt;&lt;/mfrac&gt;&lt;mtext&gt;&lt;/mtext&gt;&lt;mo&gt;&amp;gt;&lt;/mo&gt;&lt;mtext&gt;&lt;/mtext&gt;&lt;mfrac&gt;&lt;mn&gt;589&lt;/mn&gt;&lt;mn&gt;1800&lt;/mn&gt;&lt;/mfrac&gt;&lt;/math&gt;" title="25 over 75 is greater than 589 over 18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29175" y="3814041"/>
            <a:ext cx="1131975" cy="452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&lt;math xmlns=&quot;http://www.w3.org/1998/Math/MathML&quot; display=&quot;block&quot; data-is-equatio=&quot;1&quot; data-latex=&quot;\frac{4}{7}\ &amp;gt;\ \frac{24}{49}&quot;&gt;&lt;mfrac&gt;&lt;mn&gt;4&lt;/mn&gt;&lt;mn&gt;7&lt;/mn&gt;&lt;/mfrac&gt;&lt;mtext&gt;&lt;/mtext&gt;&lt;mo&gt;&amp;gt;&lt;/mo&gt;&lt;mtext&gt;&lt;/mtext&gt;&lt;mfrac&gt;&lt;mn&gt;24&lt;/mn&gt;&lt;mn&gt;49&lt;/mn&gt;&lt;/mfrac&gt;&lt;/math&gt;" title="four sevenths is greater than 24 over 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8600" y="2555613"/>
            <a:ext cx="833545" cy="46650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468000" y="2027942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68000" y="2653732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68000" y="3279521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68000" y="3996555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3857661" y="2027942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3857661" y="2684147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3857661" y="3340351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3857661" y="3996555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2" name="Google Shape;242;p21" descr="&lt;math xmlns=&quot;http://www.w3.org/1998/Math/MathML&quot; display=&quot;block&quot; data-is-equatio=&quot;1&quot; data-latex=&quot;\begin{array}{l}\frac{1}{7}\ &amp;gt;\ \frac{3}{31}\\&amp;#13;&amp;#10;\end{array}&quot;&gt;&lt;mtable columnalign=&quot;left&quot; columnspacing=&quot;1em&quot; rowspacing=&quot;4pt&quot;&gt;&lt;mtr&gt;&lt;mtd&gt;&lt;mfrac&gt;&lt;mn&gt;1&lt;/mn&gt;&lt;mn&gt;7&lt;/mn&gt;&lt;/mfrac&gt;&lt;mtext&gt;&lt;/mtext&gt;&lt;mo&gt;&amp;gt;&lt;/mo&gt;&lt;mtext&gt;&lt;/mtext&gt;&lt;mfrac&gt;&lt;mn&gt;3&lt;/mn&gt;&lt;mn&gt;31&lt;/mn&gt;&lt;/mfrac&gt;&lt;/mtd&gt;&lt;/mtr&gt;&lt;/mtable&gt;&lt;/math&gt;" title="1 lines Line 1: one seventh is greater than 3 over 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29183" y="3225301"/>
            <a:ext cx="960832" cy="404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&lt;math xmlns=&quot;http://www.w3.org/1998/Math/MathML&quot; display=&quot;block&quot; data-is-equatio=&quot;1&quot; data-latex=&quot;\begin{array}{l}\frac{8}{21}\ &amp;gt;\ \frac{5}{14}\\&amp;#13;&amp;#10;\end{array}&quot;&gt;&lt;mtable columnalign=&quot;left&quot; columnspacing=&quot;1em&quot; rowspacing=&quot;4pt&quot;&gt;&lt;mtr&gt;&lt;mtd&gt;&lt;mfrac&gt;&lt;mn&gt;8&lt;/mn&gt;&lt;mn&gt;21&lt;/mn&gt;&lt;/mfrac&gt;&lt;mtext&gt;&lt;/mtext&gt;&lt;mo&gt;&amp;gt;&lt;/mo&gt;&lt;mtext&gt;&lt;/mtext&gt;&lt;mfrac&gt;&lt;mn&gt;5&lt;/mn&gt;&lt;mn&gt;14&lt;/mn&gt;&lt;/mfrac&gt;&lt;/mtd&gt;&lt;/mtr&gt;&lt;/mtable&gt;&lt;/math&gt;" title="1 lines Line 1: 8 over 21 is greater than 5 over 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7864" y="3225300"/>
            <a:ext cx="1066816" cy="40483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/>
          <p:nvPr/>
        </p:nvSpPr>
        <p:spPr>
          <a:xfrm>
            <a:off x="1067893" y="2042026"/>
            <a:ext cx="317100" cy="323400"/>
          </a:xfrm>
          <a:prstGeom prst="rect">
            <a:avLst/>
          </a:prstGeom>
          <a:noFill/>
          <a:ln w="2857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1067893" y="2627130"/>
            <a:ext cx="317100" cy="323400"/>
          </a:xfrm>
          <a:prstGeom prst="rect">
            <a:avLst/>
          </a:prstGeom>
          <a:noFill/>
          <a:ln w="2857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1228998" y="3249508"/>
            <a:ext cx="317100" cy="323400"/>
          </a:xfrm>
          <a:prstGeom prst="rect">
            <a:avLst/>
          </a:prstGeom>
          <a:noFill/>
          <a:ln w="2857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1189090" y="3878748"/>
            <a:ext cx="317100" cy="323400"/>
          </a:xfrm>
          <a:prstGeom prst="rect">
            <a:avLst/>
          </a:prstGeom>
          <a:noFill/>
          <a:ln w="2857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4449435" y="2014896"/>
            <a:ext cx="317100" cy="323400"/>
          </a:xfrm>
          <a:prstGeom prst="rect">
            <a:avLst/>
          </a:prstGeom>
          <a:noFill/>
          <a:ln w="2857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4530247" y="2651577"/>
            <a:ext cx="317100" cy="323400"/>
          </a:xfrm>
          <a:prstGeom prst="rect">
            <a:avLst/>
          </a:prstGeom>
          <a:noFill/>
          <a:ln w="2857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4499925" y="3266006"/>
            <a:ext cx="317100" cy="323400"/>
          </a:xfrm>
          <a:prstGeom prst="rect">
            <a:avLst/>
          </a:prstGeom>
          <a:noFill/>
          <a:ln w="2857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4534095" y="3880444"/>
            <a:ext cx="317100" cy="323400"/>
          </a:xfrm>
          <a:prstGeom prst="rect">
            <a:avLst/>
          </a:prstGeom>
          <a:noFill/>
          <a:ln w="2857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60225" y="5130350"/>
            <a:ext cx="6624000" cy="12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Place the words ‘greater’ and ‘less’ in the sentence: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is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less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than        but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greater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than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3" name="Google Shape;253;p21" descr="&lt;math xmlns=&quot;http://www.w3.org/1998/Math/MathML&quot; display=&quot;block&quot; data-is-equatio=&quot;1&quot; data-latex=&quot;\frac{3}{11}&quot;&gt;&lt;mfrac&gt;&lt;mn&gt;3&lt;/mn&gt;&lt;mn&gt;11&lt;/mn&gt;&lt;/mfrac&gt;&lt;/math&gt;" title="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73344" y="5787508"/>
            <a:ext cx="257390" cy="463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 descr="&lt;math xmlns=&quot;http://www.w3.org/1998/Math/MathML&quot; display=&quot;block&quot; data-is-equatio=&quot;1&quot; data-latex=&quot;\frac{4}{11}&quot;&gt;&lt;mfrac&gt;&lt;mn&gt;4&lt;/mn&gt;&lt;mn&gt;11&lt;/mn&gt;&lt;/mfrac&gt;&lt;/math&gt;" title="4 over 1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042371" y="5787508"/>
            <a:ext cx="252163" cy="463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 descr="&lt;math xmlns=&quot;http://www.w3.org/1998/Math/MathML&quot; display=&quot;block&quot; data-is-equatio=&quot;1&quot; data-latex=&quot;\frac{2}{11}&quot;&gt;&lt;mfrac&gt;&lt;mn&gt;2&lt;/mn&gt;&lt;mn&gt;11&lt;/mn&gt;&lt;/mfrac&gt;&lt;/math&gt;" title="2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459858" y="5803748"/>
            <a:ext cx="257390" cy="463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&lt;math xmlns=&quot;http://www.w3.org/1998/Math/MathML&quot; display=&quot;block&quot; data-is-equatio=&quot;1&quot; data-latex=&quot;\frac{3}{11}&quot;&gt;&lt;mfrac&gt;&lt;mn&gt;3&lt;/mn&gt;&lt;mn&gt;11&lt;/mn&gt;&lt;/mfrac&gt;&lt;/math&gt;" title="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920495" y="6494843"/>
            <a:ext cx="260205" cy="469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 descr="&lt;math xmlns=&quot;http://www.w3.org/1998/Math/MathML&quot; display=&quot;block&quot; data-is-equatio=&quot;1&quot; data-latex=&quot;\frac{4}{11}&quot;&gt;&lt;mfrac&gt;&lt;mn&gt;4&lt;/mn&gt;&lt;mn&gt;11&lt;/mn&gt;&lt;/mfrac&gt;&lt;/math&gt;" title="4 over 1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265861" y="6442542"/>
            <a:ext cx="270226" cy="49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 descr="&lt;math xmlns=&quot;http://www.w3.org/1998/Math/MathML&quot; display=&quot;block&quot; data-is-equatio=&quot;1&quot; data-latex=&quot;\frac{2}{11}&quot;&gt;&lt;mfrac&gt;&lt;mn&gt;2&lt;/mn&gt;&lt;mn&gt;11&lt;/mn&gt;&lt;/mfrac&gt;&lt;/math&gt;" title="2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945668" y="6442542"/>
            <a:ext cx="275828" cy="49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1" descr="&lt;math xmlns=&quot;http://www.w3.org/1998/Math/MathML&quot; display=&quot;block&quot; data-is-equatio=&quot;1&quot; data-latex=&quot;\frac{1}{11}&quot;&gt;&lt;mfrac&gt;&lt;mn&gt;1&lt;/mn&gt;&lt;mn&gt;11&lt;/mn&gt;&lt;/mfrac&gt;&lt;/math&gt;" title="1 over 1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247313" y="7122414"/>
            <a:ext cx="255786" cy="461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1" descr="&lt;math xmlns=&quot;http://www.w3.org/1998/Math/MathML&quot; display=&quot;block&quot; data-is-equatio=&quot;1&quot; data-latex=&quot;\frac{3}{11}&quot;&gt;&lt;mfrac&gt;&lt;mn&gt;3&lt;/mn&gt;&lt;mn&gt;11&lt;/mn&gt;&lt;/mfrac&gt;&lt;/math&gt;" title="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047834" y="7122414"/>
            <a:ext cx="268017" cy="483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1" descr="&lt;math xmlns=&quot;http://www.w3.org/1998/Math/MathML&quot; display=&quot;block&quot; data-is-equatio=&quot;1&quot; data-latex=&quot;\frac{4}{11}&quot;&gt;&lt;mfrac&gt;&lt;mn&gt;4&lt;/mn&gt;&lt;mn&gt;11&lt;/mn&gt;&lt;/mfrac&gt;&lt;/math&gt;" title="4 over 1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651830" y="7122414"/>
            <a:ext cx="262574" cy="483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1" descr="&lt;math xmlns=&quot;http://www.w3.org/1998/Math/MathML&quot; display=&quot;block&quot; data-is-equatio=&quot;1&quot; data-latex=&quot;\frac{2}{11}&quot;&gt;&lt;mfrac&gt;&lt;mn&gt;2&lt;/mn&gt;&lt;mn&gt;11&lt;/mn&gt;&lt;/mfrac&gt;&lt;/math&gt;" title="2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767519" y="7114944"/>
            <a:ext cx="268018" cy="483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 descr="&lt;math xmlns=&quot;http://www.w3.org/1998/Math/MathML&quot; display=&quot;block&quot; data-is-equatio=&quot;1&quot; data-latex=&quot;\frac{3}{11}&quot;&gt;&lt;mfrac&gt;&lt;mn&gt;3&lt;/mn&gt;&lt;mn&gt;11&lt;/mn&gt;&lt;/mfrac&gt;&lt;/math&gt;" title="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21496" y="7129896"/>
            <a:ext cx="268017" cy="4831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" name="Google Shape;264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8" name="Shape 268"/>
        <p:cNvGrpSpPr/>
        <p:nvPr/>
      </p:nvGrpSpPr>
      <p:grpSpPr>
        <a:xfrm>
          <a:off x="0" y="0"/>
          <a:ext cx="0" cy="0"/>
        </a:xfrm>
      </p:grpSpPr>
      <p:sp>
        <p:nvSpPr>
          <p:cNvPr id="269" name="Google Shape;269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70" name="Google Shape;270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Ordering fractions by way of a common denominator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550075" y="3566643"/>
            <a:ext cx="2537100" cy="562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4" name="Google Shape;274;p22" descr="&lt;math xmlns=&quot;http://www.w3.org/1998/Math/MathML&quot; display=&quot;block&quot; data-is-equatio=&quot;1&quot; data-latex=&quot;\begin{array}{l}\frac{1}{2}\ \ \ \ \ \frac{9}{16}\ \ \ \ \ \frac{5}{8}\ \ \ \ \ \frac{3}{4}\end{array}&quot;&gt;&lt;mtable columnalign=&quot;left&quot; columnspacing=&quot;1em&quot; rowspacing=&quot;4pt&quot;&gt;&lt;mtr&gt;&lt;mtd&gt;&lt;mfrac&gt;&lt;mn&gt;1&lt;/mn&gt;&lt;mn&gt;2&lt;/mn&gt;&lt;/mfrac&gt;&lt;mtext&gt;&lt;/mtext&gt;&lt;mtext&gt;&lt;/mtext&gt;&lt;mtext&gt;&lt;/mtext&gt;&lt;mtext&gt;&lt;/mtext&gt;&lt;mtext&gt;&lt;/mtext&gt;&lt;mfrac&gt;&lt;mn&gt;9&lt;/mn&gt;&lt;mn&gt;16&lt;/mn&gt;&lt;/mfrac&gt;&lt;mtext&gt;&lt;/mtext&gt;&lt;mtext&gt;&lt;/mtext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3&lt;/mn&gt;&lt;mn&gt;4&lt;/mn&gt;&lt;/mfrac&gt;&lt;/mtd&gt;&lt;/mtr&gt;&lt;/mtable&gt;&lt;/math&gt;" title="1 lines Line 1: one half 9 over 16 five eighths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704" y="3619962"/>
            <a:ext cx="1980146" cy="40743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2"/>
          <p:cNvSpPr/>
          <p:nvPr/>
        </p:nvSpPr>
        <p:spPr>
          <a:xfrm>
            <a:off x="4113120" y="3542411"/>
            <a:ext cx="2787900" cy="562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4113120" y="2210745"/>
            <a:ext cx="2896800" cy="562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550075" y="2210745"/>
            <a:ext cx="2537100" cy="562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468000" y="1103950"/>
            <a:ext cx="6624000" cy="12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fractions with a common denominator and order from smallest to largest.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3790511" y="1708018"/>
            <a:ext cx="443100" cy="18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0" name="Google Shape;280;p22" descr="&lt;math xmlns=&quot;http://www.w3.org/1998/Math/MathML&quot; display=&quot;block&quot; data-is-equatio=&quot;1&quot; data-latex=&quot;\begin{array}{l}\frac{7}{10}\ \ \ \ \ \frac{3}{4}\ \ \ \ \ \frac{3}{5}\ \ \ \ \ \frac{11}{20}\end{array}&quot;&gt;&lt;mtable columnalign=&quot;left&quot; columnspacing=&quot;1em&quot; rowspacing=&quot;4pt&quot;&gt;&lt;mtr&gt;&lt;mtd&gt;&lt;mfrac&gt;&lt;mn&gt;7&lt;/mn&gt;&lt;mn&gt;10&lt;/mn&gt;&lt;/mfrac&gt;&lt;mtext&gt;&lt;/mtext&gt;&lt;mtext&gt;&lt;/mtext&gt;&lt;mtext&gt;&lt;/mtext&gt;&lt;mtext&gt;&lt;/mtext&gt;&lt;mtext&gt;&lt;/mtext&gt;&lt;mfrac&gt;&lt;mn&gt;3&lt;/mn&gt;&lt;mn&gt;4&lt;/mn&gt;&lt;/mfrac&gt;&lt;mtext&gt;&lt;/mtext&gt;&lt;mtext&gt;&lt;/mtext&gt;&lt;mtext&gt;&lt;/mtext&gt;&lt;mtext&gt;&lt;/mtext&gt;&lt;mtext&gt;&lt;/mtext&gt;&lt;mfrac&gt;&lt;mn&gt;3&lt;/mn&gt;&lt;mn&gt;5&lt;/mn&gt;&lt;/mfrac&gt;&lt;mtext&gt;&lt;/mtext&gt;&lt;mtext&gt;&lt;/mtext&gt;&lt;mtext&gt;&lt;/mtext&gt;&lt;mtext&gt;&lt;/mtext&gt;&lt;mtext&gt;&lt;/mtext&gt;&lt;mfrac&gt;&lt;mn&gt;11&lt;/mn&gt;&lt;mn&gt;20&lt;/mn&gt;&lt;/mfrac&gt;&lt;/mtd&gt;&lt;/mtr&gt;&lt;/mtable&gt;&lt;/math&gt;" title="1 lines Line 1: seven tenths three fourths three fifths 11 over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080" y="1708023"/>
            <a:ext cx="2038604" cy="40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2" descr="&lt;math xmlns=&quot;http://www.w3.org/1998/Math/MathML&quot; display=&quot;block&quot; data-is-equatio=&quot;1&quot; data-latex=&quot;\begin{array}{l}\frac{13}{20}\ \ \ \ \ \frac{17}{25}\ \ \ \ \ \frac{7}{10}\ \ \ \ \ \frac{3}{5}\ \ \ \ \ \frac{3}{4}\end{array}&quot;&gt;&lt;mtable columnalign=&quot;left&quot; columnspacing=&quot;1em&quot; rowspacing=&quot;4pt&quot;&gt;&lt;mtr&gt;&lt;mtd&gt;&lt;mfrac&gt;&lt;mn&gt;13&lt;/mn&gt;&lt;mn&gt;20&lt;/mn&gt;&lt;/mfrac&gt;&lt;mtext&gt;&lt;/mtext&gt;&lt;mtext&gt;&lt;/mtext&gt;&lt;mtext&gt;&lt;/mtext&gt;&lt;mtext&gt;&lt;/mtext&gt;&lt;mtext&gt;&lt;/mtext&gt;&lt;mfrac&gt;&lt;mn&gt;17&lt;/mn&gt;&lt;mn&gt;25&lt;/mn&gt;&lt;/mfrac&gt;&lt;mtext&gt;&lt;/mtext&gt;&lt;mtext&gt;&lt;/mtext&gt;&lt;mtext&gt;&lt;/mtext&gt;&lt;mtext&gt;&lt;/mtext&gt;&lt;mtext&gt;&lt;/mtext&gt;&lt;mfrac&gt;&lt;mn&gt;7&lt;/mn&gt;&lt;mn&gt;10&lt;/mn&gt;&lt;/mfrac&gt;&lt;mtext&gt;&lt;/mtext&gt;&lt;mtext&gt;&lt;/mtext&gt;&lt;mtext&gt;&lt;/mtext&gt;&lt;mtext&gt;&lt;/mtext&gt;&lt;mtext&gt;&lt;/mtext&gt;&lt;mfrac&gt;&lt;mn&gt;3&lt;/mn&gt;&lt;mn&gt;5&lt;/mn&gt;&lt;/mfrac&gt;&lt;mtext&gt;&lt;/mtext&gt;&lt;mtext&gt;&lt;/mtext&gt;&lt;mtext&gt;&lt;/mtext&gt;&lt;mtext&gt;&lt;/mtext&gt;&lt;mtext&gt;&lt;/mtext&gt;&lt;mfrac&gt;&lt;mn&gt;3&lt;/mn&gt;&lt;mn&gt;4&lt;/mn&gt;&lt;/mfrac&gt;&lt;/mtd&gt;&lt;/mtr&gt;&lt;/mtable&gt;&lt;/math&gt;" title="1 lines Line 1: 13 over 20 17 over 25 seven tenths three fifths three four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2936" y="1738226"/>
            <a:ext cx="2705783" cy="40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42947" y="2989315"/>
            <a:ext cx="2605177" cy="40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2" descr="&lt;math xmlns=&quot;http://www.w3.org/1998/Math/MathML&quot; display=&quot;block&quot; data-is-equatio=&quot;1&quot; data-latex=&quot;\begin{array}{l}\frac{11}{20}\ \ \ \ \ \frac{3}{5}\ \ \ \ \ \frac{7}{10}\ \ \ \ \ \frac{3}{4}\end{array}&quot;&gt;&lt;mtable columnalign=&quot;left&quot; columnspacing=&quot;1em&quot; rowspacing=&quot;4pt&quot;&gt;&lt;mtr&gt;&lt;mtd&gt;&lt;mfrac&gt;&lt;mn&gt;11&lt;/mn&gt;&lt;mn&gt;20&lt;/mn&gt;&lt;/mfrac&gt;&lt;mtext&gt;&lt;/mtext&gt;&lt;mtext&gt;&lt;/mtext&gt;&lt;mtext&gt;&lt;/mtext&gt;&lt;mtext&gt;&lt;/mtext&gt;&lt;mtext&gt;&lt;/mtext&gt;&lt;mfrac&gt;&lt;mn&gt;3&lt;/mn&gt;&lt;mn&gt;5&lt;/mn&gt;&lt;/mfrac&gt;&lt;mtext&gt;&lt;/mtext&gt;&lt;mtext&gt;&lt;/mtext&gt;&lt;mtext&gt;&lt;/mtext&gt;&lt;mtext&gt;&lt;/mtext&gt;&lt;mtext&gt;&lt;/mtext&gt;&lt;mfrac&gt;&lt;mn&gt;7&lt;/mn&gt;&lt;mn&gt;10&lt;/mn&gt;&lt;/mfrac&gt;&lt;mtext&gt;&lt;/mtext&gt;&lt;mtext&gt;&lt;/mtext&gt;&lt;mtext&gt;&lt;/mtext&gt;&lt;mtext&gt;&lt;/mtext&gt;&lt;mtext&gt;&lt;/mtext&gt;&lt;mfrac&gt;&lt;mn&gt;3&lt;/mn&gt;&lt;mn&gt;4&lt;/mn&gt;&lt;/mfrac&gt;&lt;/mtd&gt;&lt;/mtr&gt;&lt;/mtable&gt;&lt;/math&gt;" title="1 lines Line 1: 11 over 20 three fifths seven tenths three four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6080" y="2258620"/>
            <a:ext cx="2063985" cy="407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 descr="&lt;math xmlns=&quot;http://www.w3.org/1998/Math/MathML&quot; display=&quot;block&quot; data-is-equatio=&quot;1&quot; data-latex=&quot;\begin{array}{l}\frac{3}{5}\ \ \ \ \ \frac{13}{20}\ \ \ \ \ \frac{17}{25}\ \ \ \ \ \frac{7}{10}\ \ \ \ \ \frac{3}{4}\end{array}&quot;&gt;&lt;mtable columnalign=&quot;left&quot; columnspacing=&quot;1em&quot; rowspacing=&quot;4pt&quot;&gt;&lt;mtr&gt;&lt;mtd&gt;&lt;mfrac&gt;&lt;mn&gt;3&lt;/mn&gt;&lt;mn&gt;5&lt;/mn&gt;&lt;/mfrac&gt;&lt;mtext&gt;&lt;/mtext&gt;&lt;mtext&gt;&lt;/mtext&gt;&lt;mtext&gt;&lt;/mtext&gt;&lt;mtext&gt;&lt;/mtext&gt;&lt;mtext&gt;&lt;/mtext&gt;&lt;mfrac&gt;&lt;mn&gt;13&lt;/mn&gt;&lt;mn&gt;20&lt;/mn&gt;&lt;/mfrac&gt;&lt;mtext&gt;&lt;/mtext&gt;&lt;mtext&gt;&lt;/mtext&gt;&lt;mtext&gt;&lt;/mtext&gt;&lt;mtext&gt;&lt;/mtext&gt;&lt;mtext&gt;&lt;/mtext&gt;&lt;mfrac&gt;&lt;mn&gt;17&lt;/mn&gt;&lt;mn&gt;25&lt;/mn&gt;&lt;/mfrac&gt;&lt;mtext&gt;&lt;/mtext&gt;&lt;mtext&gt;&lt;/mtext&gt;&lt;mtext&gt;&lt;/mtext&gt;&lt;mtext&gt;&lt;/mtext&gt;&lt;mtext&gt;&lt;/mtext&gt;&lt;mfrac&gt;&lt;mn&gt;7&lt;/mn&gt;&lt;mn&gt;10&lt;/mn&gt;&lt;/mfrac&gt;&lt;mtext&gt;&lt;/mtext&gt;&lt;mtext&gt;&lt;/mtext&gt;&lt;mtext&gt;&lt;/mtext&gt;&lt;mtext&gt;&lt;/mtext&gt;&lt;mtext&gt;&lt;/mtext&gt;&lt;mfrac&gt;&lt;mn&gt;3&lt;/mn&gt;&lt;mn&gt;4&lt;/mn&gt;&lt;/mfrac&gt;&lt;/mtd&gt;&lt;/mtr&gt;&lt;/mtable&gt;&lt;/math&gt;" title="1 lines Line 1: three fifths 13 over 20 17 over 25 seven tenths three four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27028" y="2279777"/>
            <a:ext cx="2739471" cy="407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2" descr="&lt;math xmlns=&quot;http://www.w3.org/1998/Math/MathML&quot; display=&quot;block&quot; data-is-equatio=&quot;1&quot; data-latex=&quot;\begin{array}{l}\frac{2}{3}\ \ \ \ \ \frac{11}{15}\ \ \ \ \ \frac{9}{12}\ \ \ \ \ \frac{4}{5}\ \ \ \ \ \frac{5}{6}\end{array}&quot;&gt;&lt;mtable columnalign=&quot;left&quot; columnspacing=&quot;1em&quot; rowspacing=&quot;4pt&quot;&gt;&lt;mtr&gt;&lt;mtd&gt;&lt;mfrac&gt;&lt;mn&gt;2&lt;/mn&gt;&lt;mn&gt;3&lt;/mn&gt;&lt;/mfrac&gt;&lt;mtext&gt;&lt;/mtext&gt;&lt;mtext&gt;&lt;/mtext&gt;&lt;mtext&gt;&lt;/mtext&gt;&lt;mtext&gt;&lt;/mtext&gt;&lt;mtext&gt;&lt;/mtext&gt;&lt;mfrac&gt;&lt;mn&gt;11&lt;/mn&gt;&lt;mn&gt;15&lt;/mn&gt;&lt;/mfrac&gt;&lt;mtext&gt;&lt;/mtext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frac&gt;&lt;mn&gt;5&lt;/mn&gt;&lt;mn&gt;6&lt;/mn&gt;&lt;/mfrac&gt;&lt;/mtd&gt;&lt;/mtr&gt;&lt;/mtable&gt;&lt;/math&gt;" title="1 lines Line 1: two thirds 11 over 15 9 over 12 four fifths five six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63416" y="3619960"/>
            <a:ext cx="2637612" cy="407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2" descr="&lt;math xmlns=&quot;http://www.w3.org/1998/Math/MathML&quot; display=&quot;block&quot; data-is-equatio=&quot;1&quot; data-latex=&quot;\begin{array}{l}\frac{3}{4}\ \ \ \ \ \frac{9}{16}\ \ \ \ \ \frac{5}{8}\ \ \ \ \ \frac{1}{2}\end{array}&quot;&gt;&lt;mtable columnalign=&quot;left&quot; columnspacing=&quot;1em&quot; rowspacing=&quot;4pt&quot;&gt;&lt;mtr&gt;&lt;mtd&gt;&lt;mfrac&gt;&lt;mn&gt;3&lt;/mn&gt;&lt;mn&gt;4&lt;/mn&gt;&lt;/mfrac&gt;&lt;mtext&gt;&lt;/mtext&gt;&lt;mtext&gt;&lt;/mtext&gt;&lt;mtext&gt;&lt;/mtext&gt;&lt;mtext&gt;&lt;/mtext&gt;&lt;mtext&gt;&lt;/mtext&gt;&lt;mfrac&gt;&lt;mn&gt;9&lt;/mn&gt;&lt;mn&gt;16&lt;/mn&gt;&lt;/mfrac&gt;&lt;mtext&gt;&lt;/mtext&gt;&lt;mtext&gt;&lt;/mtext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1&lt;/mn&gt;&lt;mn&gt;2&lt;/mn&gt;&lt;/mfrac&gt;&lt;/mtd&gt;&lt;/mtr&gt;&lt;/mtable&gt;&lt;/math&gt;" title="1 lines Line 1: three fourths 9 over 16 five eighths one half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6074" y="2991957"/>
            <a:ext cx="1916817" cy="39713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Order fractions using equivalent fractions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65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Ordering fractions by way of a common denominator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2024-01-08T16:44:50.500</cp:lastPrinted>
  <dcterms:created xsi:type="dcterms:W3CDTF">2024-01-08T16:44:50Z</dcterms:created>
  <dcterms:modified xsi:type="dcterms:W3CDTF">2024-01-08T16:44:58Z</dcterms:modified>
</cp:coreProperties>
</file>