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D587239-24FA-4009-8ABC-844239FAFB00}">
  <a:tblStyle styleId="{8D587239-24FA-4009-8ABC-844239FAFB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05500" y="1402675"/>
            <a:ext cx="425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Bar models to solve ratio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673700"/>
            <a:ext cx="3663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find the total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701925" y="2680515"/>
          <a:ext cx="2098875" cy="20825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699625"/>
                <a:gridCol w="699625"/>
                <a:gridCol w="69962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701925" y="2405225"/>
          <a:ext cx="699625" cy="20825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69962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/>
          <p:nvPr/>
        </p:nvSpPr>
        <p:spPr>
          <a:xfrm rot="5400000">
            <a:off x="993600" y="1914125"/>
            <a:ext cx="124800" cy="7074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016825" y="2010700"/>
            <a:ext cx="1338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 rot="10800000">
            <a:off x="2889825" y="2405275"/>
            <a:ext cx="92100" cy="4827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053225" y="2592165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762000" y="3752850"/>
          <a:ext cx="1844400" cy="20825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922200"/>
                <a:gridCol w="9222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762000" y="4019550"/>
          <a:ext cx="928200" cy="20825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9282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/>
          <p:nvPr/>
        </p:nvSpPr>
        <p:spPr>
          <a:xfrm rot="5400000">
            <a:off x="1634900" y="2720525"/>
            <a:ext cx="124800" cy="1837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611750" y="3310600"/>
            <a:ext cx="29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10800000">
            <a:off x="2664575" y="3752850"/>
            <a:ext cx="92100" cy="5067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3641880" y="2405225"/>
          <a:ext cx="1160325" cy="217125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86775"/>
                <a:gridCol w="386775"/>
                <a:gridCol w="386775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3641880" y="2680515"/>
          <a:ext cx="3094200" cy="20825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  <a:gridCol w="38677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/>
          <p:nvPr/>
        </p:nvSpPr>
        <p:spPr>
          <a:xfrm rot="-5400000">
            <a:off x="5143975" y="1460625"/>
            <a:ext cx="90000" cy="3094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 rot="10800000">
            <a:off x="6794050" y="2402425"/>
            <a:ext cx="92100" cy="5043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 rot="10800000">
            <a:off x="6741275" y="3722700"/>
            <a:ext cx="92100" cy="5064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062227" y="3117800"/>
            <a:ext cx="297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3641830" y="4019550"/>
          <a:ext cx="3094250" cy="20825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618850"/>
                <a:gridCol w="618850"/>
                <a:gridCol w="618850"/>
                <a:gridCol w="618850"/>
                <a:gridCol w="6188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3643136" y="3752850"/>
          <a:ext cx="2475400" cy="20825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618850"/>
                <a:gridCol w="618850"/>
                <a:gridCol w="618850"/>
                <a:gridCol w="6188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 rot="-5400000">
            <a:off x="5143050" y="2799775"/>
            <a:ext cx="90000" cy="30960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062225" y="4458875"/>
            <a:ext cx="2535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357350" y="2032602"/>
            <a:ext cx="555000" cy="20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4211160"/>
            <a:ext cx="207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816225" y="5134155"/>
          <a:ext cx="1998625" cy="217125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99725"/>
                <a:gridCol w="399725"/>
                <a:gridCol w="399725"/>
                <a:gridCol w="399725"/>
                <a:gridCol w="399725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1638535" y="538645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10800000">
            <a:off x="2892925" y="4842485"/>
            <a:ext cx="92100" cy="5280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0" name="Google Shape;190;p20"/>
          <p:cNvGraphicFramePr>
            <a:graphicFrameLocks noGrp="1"/>
          </p:cNvGraphicFramePr>
          <p:nvPr/>
        </p:nvGraphicFramePr>
        <p:xfrm>
          <a:off x="800100" y="6290310"/>
          <a:ext cx="2140075" cy="211905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05725"/>
                <a:gridCol w="305725"/>
                <a:gridCol w="305725"/>
                <a:gridCol w="305725"/>
                <a:gridCol w="305725"/>
                <a:gridCol w="305725"/>
                <a:gridCol w="305725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91425" marT="90000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0"/>
          <p:cNvSpPr/>
          <p:nvPr/>
        </p:nvSpPr>
        <p:spPr>
          <a:xfrm rot="5400000">
            <a:off x="1816625" y="5114585"/>
            <a:ext cx="124800" cy="21246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682785" y="5820875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 rot="10800000">
            <a:off x="2981925" y="6290310"/>
            <a:ext cx="92100" cy="5049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" name="Google Shape;194;p20"/>
          <p:cNvGraphicFramePr>
            <a:graphicFrameLocks noGrp="1"/>
          </p:cNvGraphicFramePr>
          <p:nvPr/>
        </p:nvGraphicFramePr>
        <p:xfrm>
          <a:off x="3878100" y="5296486"/>
          <a:ext cx="2596050" cy="21333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288450"/>
                <a:gridCol w="288450"/>
                <a:gridCol w="288450"/>
                <a:gridCol w="288450"/>
                <a:gridCol w="288450"/>
                <a:gridCol w="288450"/>
                <a:gridCol w="288450"/>
                <a:gridCol w="288450"/>
                <a:gridCol w="2884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1800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0"/>
          <p:cNvSpPr/>
          <p:nvPr/>
        </p:nvSpPr>
        <p:spPr>
          <a:xfrm rot="10800000">
            <a:off x="6547925" y="5026560"/>
            <a:ext cx="92100" cy="496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rot="10800000">
            <a:off x="6642675" y="6233081"/>
            <a:ext cx="92100" cy="5313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995301" y="4522031"/>
            <a:ext cx="555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" name="Google Shape;198;p20"/>
          <p:cNvGraphicFramePr>
            <a:graphicFrameLocks noGrp="1"/>
          </p:cNvGraphicFramePr>
          <p:nvPr/>
        </p:nvGraphicFramePr>
        <p:xfrm>
          <a:off x="3888568" y="6528680"/>
          <a:ext cx="2697800" cy="21333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85400"/>
                <a:gridCol w="385400"/>
                <a:gridCol w="385400"/>
                <a:gridCol w="385400"/>
                <a:gridCol w="385400"/>
                <a:gridCol w="385400"/>
                <a:gridCol w="3854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0"/>
          <p:cNvSpPr/>
          <p:nvPr/>
        </p:nvSpPr>
        <p:spPr>
          <a:xfrm rot="-5400000">
            <a:off x="5201100" y="5491935"/>
            <a:ext cx="90000" cy="27360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039517" y="6840110"/>
            <a:ext cx="687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357350" y="4570061"/>
            <a:ext cx="555000" cy="11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0"/>
          <p:cNvGraphicFramePr>
            <a:graphicFrameLocks noGrp="1"/>
          </p:cNvGraphicFramePr>
          <p:nvPr/>
        </p:nvGraphicFramePr>
        <p:xfrm>
          <a:off x="816225" y="4858760"/>
          <a:ext cx="799450" cy="217125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99725"/>
                <a:gridCol w="399725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0"/>
          <p:cNvSpPr/>
          <p:nvPr/>
        </p:nvSpPr>
        <p:spPr>
          <a:xfrm rot="-5400000">
            <a:off x="1765400" y="4443060"/>
            <a:ext cx="90000" cy="1987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0"/>
          <p:cNvGraphicFramePr>
            <a:graphicFrameLocks noGrp="1"/>
          </p:cNvGraphicFramePr>
          <p:nvPr/>
        </p:nvGraphicFramePr>
        <p:xfrm>
          <a:off x="800100" y="6563555"/>
          <a:ext cx="928200" cy="21333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09400"/>
                <a:gridCol w="309400"/>
                <a:gridCol w="30940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5" name="Google Shape;205;p20"/>
          <p:cNvGraphicFramePr>
            <a:graphicFrameLocks noGrp="1"/>
          </p:cNvGraphicFramePr>
          <p:nvPr/>
        </p:nvGraphicFramePr>
        <p:xfrm>
          <a:off x="3878100" y="5029786"/>
          <a:ext cx="576900" cy="21333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288450"/>
                <a:gridCol w="288450"/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0"/>
          <p:cNvSpPr/>
          <p:nvPr/>
        </p:nvSpPr>
        <p:spPr>
          <a:xfrm rot="5400000">
            <a:off x="4104626" y="4586985"/>
            <a:ext cx="124800" cy="5661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" name="Google Shape;207;p20"/>
          <p:cNvGraphicFramePr>
            <a:graphicFrameLocks noGrp="1"/>
          </p:cNvGraphicFramePr>
          <p:nvPr/>
        </p:nvGraphicFramePr>
        <p:xfrm>
          <a:off x="3888568" y="6250387"/>
          <a:ext cx="1541600" cy="217125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385400"/>
                <a:gridCol w="385400"/>
                <a:gridCol w="385400"/>
                <a:gridCol w="385400"/>
              </a:tblGrid>
              <a:tr h="217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0" marR="0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0"/>
          <p:cNvSpPr txBox="1"/>
          <p:nvPr/>
        </p:nvSpPr>
        <p:spPr>
          <a:xfrm>
            <a:off x="476400" y="7152435"/>
            <a:ext cx="6624000" cy="24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Use a bar model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gets 32, how many sweets are there in total?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shortest length is 28 cm, what is the perimeter of the triangle?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use 135 grams of flour, how heavy will the cookie be?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>
            <a:off x="465725" y="996094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0"/>
          <p:cNvSpPr txBox="1"/>
          <p:nvPr/>
        </p:nvSpPr>
        <p:spPr>
          <a:xfrm>
            <a:off x="6944125" y="2584215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824625" y="3935190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896500" y="3927240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058800" y="5044065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736600" y="5180303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115775" y="6480340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791075" y="6433340"/>
            <a:ext cx="207000" cy="1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2" name="Google Shape;22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whole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graphicFrame>
        <p:nvGraphicFramePr>
          <p:cNvPr id="225" name="Google Shape;225;p21"/>
          <p:cNvGraphicFramePr>
            <a:graphicFrameLocks noGrp="1"/>
          </p:cNvGraphicFramePr>
          <p:nvPr/>
        </p:nvGraphicFramePr>
        <p:xfrm>
          <a:off x="954000" y="123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{8D587239-24FA-4009-8ABC-844239FAFB00}</a:tableStyleId>
              </a:tblPr>
              <a:tblGrid>
                <a:gridCol w="1039950"/>
                <a:gridCol w="1039950"/>
                <a:gridCol w="1039950"/>
                <a:gridCol w="1039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 : 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05500" y="640675"/>
            <a:ext cx="2504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Using ratio tables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76400" y="987900"/>
            <a:ext cx="54138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find the total given either A or B and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6400" y="4950300"/>
            <a:ext cx="6615600" cy="3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gets 40, how many sweets are there in total?	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longest length is 14 cm, what is the perimeter of the triangle?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use 126 grams of butter, how heavy will the cookie be?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Determining the whole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2024-02-05T13:34:24.243</cp:lastPrinted>
  <dcterms:created xsi:type="dcterms:W3CDTF">2024-02-05T13:34:24Z</dcterms:created>
  <dcterms:modified xsi:type="dcterms:W3CDTF">2024-02-05T13:34:32Z</dcterms:modified>
</cp:coreProperties>
</file>