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85F00A3-B20D-488F-B5B9-62E466FAFE94}">
  <a:tblStyle styleId="{485F00A3-B20D-488F-B5B9-62E466FAFE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8" name="Shape 228"/>
        <p:cNvGrpSpPr/>
        <p:nvPr/>
      </p:nvGrpSpPr>
      <p:grpSpPr>
        <a:xfrm>
          <a:off x="0" y="0"/>
          <a:ext cx="0" cy="0"/>
        </a:xfrm>
      </p:grpSpPr>
      <p:sp>
        <p:nvSpPr>
          <p:cNvPr id="229" name="Google Shape;22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the whole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05500" y="1402675"/>
            <a:ext cx="425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Bar models to solve ratio problems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673700"/>
            <a:ext cx="3663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find the total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701925" y="2680515"/>
          <a:ext cx="2098875" cy="20825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699625"/>
                <a:gridCol w="699625"/>
                <a:gridCol w="699625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701925" y="2405225"/>
          <a:ext cx="699625" cy="20825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699625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/>
          <p:nvPr/>
        </p:nvSpPr>
        <p:spPr>
          <a:xfrm rot="5400000">
            <a:off x="993600" y="1914125"/>
            <a:ext cx="124800" cy="7074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016825" y="2010700"/>
            <a:ext cx="1338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 rot="10800000">
            <a:off x="2889825" y="2405275"/>
            <a:ext cx="92100" cy="4827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053225" y="2592165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762000" y="3752850"/>
          <a:ext cx="1844400" cy="20825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922200"/>
                <a:gridCol w="92220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762000" y="4019550"/>
          <a:ext cx="928200" cy="20825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92820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/>
          <p:nvPr/>
        </p:nvSpPr>
        <p:spPr>
          <a:xfrm rot="5400000">
            <a:off x="1634900" y="2720525"/>
            <a:ext cx="124800" cy="1837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611750" y="3310600"/>
            <a:ext cx="29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rot="10800000">
            <a:off x="2664575" y="3752850"/>
            <a:ext cx="92100" cy="5067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814850" y="3908850"/>
            <a:ext cx="3441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3641880" y="2405225"/>
          <a:ext cx="1160325" cy="217125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386775"/>
                <a:gridCol w="386775"/>
                <a:gridCol w="386775"/>
              </a:tblGrid>
              <a:tr h="217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20"/>
          <p:cNvGraphicFramePr>
            <a:graphicFrameLocks noGrp="1"/>
          </p:cNvGraphicFramePr>
          <p:nvPr/>
        </p:nvGraphicFramePr>
        <p:xfrm>
          <a:off x="3641880" y="2680515"/>
          <a:ext cx="3094200" cy="20825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386775"/>
                <a:gridCol w="386775"/>
                <a:gridCol w="386775"/>
                <a:gridCol w="386775"/>
                <a:gridCol w="386775"/>
                <a:gridCol w="386775"/>
                <a:gridCol w="386775"/>
                <a:gridCol w="386775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0"/>
          <p:cNvSpPr/>
          <p:nvPr/>
        </p:nvSpPr>
        <p:spPr>
          <a:xfrm rot="-5400000">
            <a:off x="5143975" y="1460625"/>
            <a:ext cx="90000" cy="3094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10800000">
            <a:off x="6794050" y="2402425"/>
            <a:ext cx="92100" cy="5043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914775" y="2537465"/>
            <a:ext cx="253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/>
          <p:nvPr/>
        </p:nvSpPr>
        <p:spPr>
          <a:xfrm rot="10800000">
            <a:off x="6741275" y="3722700"/>
            <a:ext cx="92100" cy="5064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890400" y="3910425"/>
            <a:ext cx="2535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062227" y="3117800"/>
            <a:ext cx="297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5" name="Google Shape;195;p20"/>
          <p:cNvGraphicFramePr>
            <a:graphicFrameLocks noGrp="1"/>
          </p:cNvGraphicFramePr>
          <p:nvPr/>
        </p:nvGraphicFramePr>
        <p:xfrm>
          <a:off x="3641830" y="4019550"/>
          <a:ext cx="3094250" cy="20825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618850"/>
                <a:gridCol w="618850"/>
                <a:gridCol w="618850"/>
                <a:gridCol w="618850"/>
                <a:gridCol w="61885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6" name="Google Shape;196;p20"/>
          <p:cNvGraphicFramePr>
            <a:graphicFrameLocks noGrp="1"/>
          </p:cNvGraphicFramePr>
          <p:nvPr/>
        </p:nvGraphicFramePr>
        <p:xfrm>
          <a:off x="3643136" y="3752850"/>
          <a:ext cx="2475400" cy="20825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618850"/>
                <a:gridCol w="618850"/>
                <a:gridCol w="618850"/>
                <a:gridCol w="61885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0"/>
          <p:cNvSpPr/>
          <p:nvPr/>
        </p:nvSpPr>
        <p:spPr>
          <a:xfrm rot="-5400000">
            <a:off x="5143050" y="2799775"/>
            <a:ext cx="90000" cy="30960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062225" y="4458875"/>
            <a:ext cx="2535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357350" y="2032602"/>
            <a:ext cx="555000" cy="20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6400" y="4211160"/>
            <a:ext cx="207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0"/>
          <p:cNvGraphicFramePr>
            <a:graphicFrameLocks noGrp="1"/>
          </p:cNvGraphicFramePr>
          <p:nvPr/>
        </p:nvGraphicFramePr>
        <p:xfrm>
          <a:off x="816225" y="5134155"/>
          <a:ext cx="1998625" cy="217125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399725"/>
                <a:gridCol w="399725"/>
                <a:gridCol w="399725"/>
                <a:gridCol w="399725"/>
                <a:gridCol w="399725"/>
              </a:tblGrid>
              <a:tr h="217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p20"/>
          <p:cNvSpPr txBox="1"/>
          <p:nvPr/>
        </p:nvSpPr>
        <p:spPr>
          <a:xfrm>
            <a:off x="1638535" y="538645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 rot="10800000">
            <a:off x="2892925" y="4842485"/>
            <a:ext cx="92100" cy="5280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940185" y="4937340"/>
            <a:ext cx="5550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05" name="Google Shape;205;p20"/>
          <p:cNvGraphicFramePr>
            <a:graphicFrameLocks noGrp="1"/>
          </p:cNvGraphicFramePr>
          <p:nvPr/>
        </p:nvGraphicFramePr>
        <p:xfrm>
          <a:off x="800100" y="6290310"/>
          <a:ext cx="2140075" cy="211905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305725"/>
                <a:gridCol w="305725"/>
                <a:gridCol w="305725"/>
                <a:gridCol w="305725"/>
                <a:gridCol w="305725"/>
                <a:gridCol w="305725"/>
                <a:gridCol w="305725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20"/>
          <p:cNvSpPr/>
          <p:nvPr/>
        </p:nvSpPr>
        <p:spPr>
          <a:xfrm rot="5400000">
            <a:off x="1816625" y="5114585"/>
            <a:ext cx="124800" cy="21246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682785" y="582087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 rot="10800000">
            <a:off x="2981925" y="6290310"/>
            <a:ext cx="92100" cy="5049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3041624" y="6363835"/>
            <a:ext cx="4833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10" name="Google Shape;210;p20"/>
          <p:cNvGraphicFramePr>
            <a:graphicFrameLocks noGrp="1"/>
          </p:cNvGraphicFramePr>
          <p:nvPr/>
        </p:nvGraphicFramePr>
        <p:xfrm>
          <a:off x="3878100" y="5296486"/>
          <a:ext cx="2596050" cy="21333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288450"/>
                <a:gridCol w="288450"/>
                <a:gridCol w="288450"/>
                <a:gridCol w="288450"/>
                <a:gridCol w="288450"/>
                <a:gridCol w="288450"/>
                <a:gridCol w="288450"/>
                <a:gridCol w="288450"/>
                <a:gridCol w="28845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0"/>
          <p:cNvSpPr/>
          <p:nvPr/>
        </p:nvSpPr>
        <p:spPr>
          <a:xfrm rot="10800000">
            <a:off x="6547925" y="5026560"/>
            <a:ext cx="92100" cy="496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586453" y="5093640"/>
            <a:ext cx="7794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528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/>
          <p:nvPr/>
        </p:nvSpPr>
        <p:spPr>
          <a:xfrm rot="10800000">
            <a:off x="6642675" y="6233081"/>
            <a:ext cx="92100" cy="5313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684376" y="6310735"/>
            <a:ext cx="4833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995301" y="4522031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6" name="Google Shape;216;p20"/>
          <p:cNvGraphicFramePr>
            <a:graphicFrameLocks noGrp="1"/>
          </p:cNvGraphicFramePr>
          <p:nvPr/>
        </p:nvGraphicFramePr>
        <p:xfrm>
          <a:off x="3888568" y="6528680"/>
          <a:ext cx="2697800" cy="21333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385400"/>
                <a:gridCol w="385400"/>
                <a:gridCol w="385400"/>
                <a:gridCol w="385400"/>
                <a:gridCol w="385400"/>
                <a:gridCol w="385400"/>
                <a:gridCol w="38540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0"/>
          <p:cNvSpPr/>
          <p:nvPr/>
        </p:nvSpPr>
        <p:spPr>
          <a:xfrm rot="-5400000">
            <a:off x="5201100" y="5491935"/>
            <a:ext cx="90000" cy="27360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039517" y="6840110"/>
            <a:ext cx="687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3357350" y="4570061"/>
            <a:ext cx="555000" cy="11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" name="Google Shape;220;p20"/>
          <p:cNvGraphicFramePr>
            <a:graphicFrameLocks noGrp="1"/>
          </p:cNvGraphicFramePr>
          <p:nvPr/>
        </p:nvGraphicFramePr>
        <p:xfrm>
          <a:off x="816225" y="4858760"/>
          <a:ext cx="799450" cy="217125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399725"/>
                <a:gridCol w="399725"/>
              </a:tblGrid>
              <a:tr h="217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0"/>
          <p:cNvSpPr/>
          <p:nvPr/>
        </p:nvSpPr>
        <p:spPr>
          <a:xfrm rot="-5400000">
            <a:off x="1765400" y="4443060"/>
            <a:ext cx="90000" cy="1987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0"/>
          <p:cNvGraphicFramePr>
            <a:graphicFrameLocks noGrp="1"/>
          </p:cNvGraphicFramePr>
          <p:nvPr/>
        </p:nvGraphicFramePr>
        <p:xfrm>
          <a:off x="800100" y="6563555"/>
          <a:ext cx="928200" cy="21333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309400"/>
                <a:gridCol w="309400"/>
                <a:gridCol w="30940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20"/>
          <p:cNvGraphicFramePr>
            <a:graphicFrameLocks noGrp="1"/>
          </p:cNvGraphicFramePr>
          <p:nvPr/>
        </p:nvGraphicFramePr>
        <p:xfrm>
          <a:off x="3878100" y="5029786"/>
          <a:ext cx="576900" cy="21333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288450"/>
                <a:gridCol w="28845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0"/>
          <p:cNvSpPr/>
          <p:nvPr/>
        </p:nvSpPr>
        <p:spPr>
          <a:xfrm rot="5400000">
            <a:off x="4104626" y="4586985"/>
            <a:ext cx="124800" cy="5661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5" name="Google Shape;225;p20"/>
          <p:cNvGraphicFramePr>
            <a:graphicFrameLocks noGrp="1"/>
          </p:cNvGraphicFramePr>
          <p:nvPr/>
        </p:nvGraphicFramePr>
        <p:xfrm>
          <a:off x="3888568" y="6250387"/>
          <a:ext cx="1541600" cy="217125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385400"/>
                <a:gridCol w="385400"/>
                <a:gridCol w="385400"/>
                <a:gridCol w="385400"/>
              </a:tblGrid>
              <a:tr h="217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20"/>
          <p:cNvSpPr txBox="1"/>
          <p:nvPr/>
        </p:nvSpPr>
        <p:spPr>
          <a:xfrm>
            <a:off x="476400" y="7152435"/>
            <a:ext cx="6624000" cy="24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Sam and Sofia share some sweets in the ratio 3 : 8 : 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gets 32, how many sweets are there in total?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 sweets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sides of a triangle are in the ratio of 7 : 6 : 4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shortest length is 28 cm, what is the perimeter of the triangle?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119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flour to butter to sugar in a cookie recipe is 3 : 2 : 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use 135 grams of flour, how heavy will the cookie be?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" name="Google Shape;227;p20"/>
          <p:cNvCxnSpPr/>
          <p:nvPr/>
        </p:nvCxnSpPr>
        <p:spPr>
          <a:xfrm>
            <a:off x="465725" y="996094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1" name="Shape 231"/>
        <p:cNvGrpSpPr/>
        <p:nvPr/>
      </p:nvGrpSpPr>
      <p:grpSpPr>
        <a:xfrm>
          <a:off x="0" y="0"/>
          <a:ext cx="0" cy="0"/>
        </a:xfrm>
      </p:grpSpPr>
      <p:graphicFrame>
        <p:nvGraphicFramePr>
          <p:cNvPr id="232" name="Google Shape;232;p21"/>
          <p:cNvGraphicFramePr>
            <a:graphicFrameLocks noGrp="1"/>
          </p:cNvGraphicFramePr>
          <p:nvPr/>
        </p:nvGraphicFramePr>
        <p:xfrm>
          <a:off x="954000" y="123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{485F00A3-B20D-488F-B5B9-62E466FAFE94}</a:tableStyleId>
              </a:tblPr>
              <a:tblGrid>
                <a:gridCol w="1039950"/>
                <a:gridCol w="1039950"/>
                <a:gridCol w="1039950"/>
                <a:gridCol w="1039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A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176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3802.5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4647.5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74.8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</a:tr>
            </a:tbl>
          </a:graphicData>
        </a:graphic>
      </p:graphicFrame>
      <p:sp>
        <p:nvSpPr>
          <p:cNvPr id="233" name="Google Shape;23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4" name="Google Shape;23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the whole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05500" y="640675"/>
            <a:ext cx="250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Using ratio tables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76400" y="987900"/>
            <a:ext cx="54138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find the total given either A or B and the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232775" y="2521350"/>
            <a:ext cx="1572000" cy="1041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did not need to find the numbers in grey but they are shown here in case you did.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76400" y="4950300"/>
            <a:ext cx="6615600" cy="3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Sam and Sofia share some sweets in the ratio 3 : 8 : 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gets 40, how many sweets are there in total?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 sweets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sides of a triangle are in the ratio of 7 : 6 : 4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longest length is 14 cm, what is the perimeter of the triangle?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34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flour to butter to sugar in a cookie recipe is 3 : 2 : 1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use 126 grams of butter, how heavy will the cookie be?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378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Determining the whole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2024-02-05T13:31:13.860</cp:lastPrinted>
  <dcterms:created xsi:type="dcterms:W3CDTF">2024-02-05T13:31:13Z</dcterms:created>
  <dcterms:modified xsi:type="dcterms:W3CDTF">2024-02-05T13:31:22Z</dcterms:modified>
</cp:coreProperties>
</file>